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kumar salunke" initials="rs" lastIdx="1" clrIdx="0">
    <p:extLst>
      <p:ext uri="{19B8F6BF-5375-455C-9EA6-DF929625EA0E}">
        <p15:presenceInfo xmlns:p15="http://schemas.microsoft.com/office/powerpoint/2012/main" userId="686608cf3797d5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75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6T14:06:53.654" idx="1">
    <p:pos x="11520" y="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4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2F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491199" y="0"/>
            <a:ext cx="77470" cy="50800"/>
          </a:xfrm>
          <a:custGeom>
            <a:avLst/>
            <a:gdLst/>
            <a:ahLst/>
            <a:cxnLst/>
            <a:rect l="l" t="t" r="r" b="b"/>
            <a:pathLst>
              <a:path w="77470" h="50800">
                <a:moveTo>
                  <a:pt x="30322" y="50754"/>
                </a:moveTo>
                <a:lnTo>
                  <a:pt x="27112" y="49382"/>
                </a:lnTo>
                <a:lnTo>
                  <a:pt x="28383" y="44801"/>
                </a:lnTo>
                <a:lnTo>
                  <a:pt x="26953" y="43394"/>
                </a:lnTo>
                <a:lnTo>
                  <a:pt x="23461" y="44800"/>
                </a:lnTo>
                <a:lnTo>
                  <a:pt x="21261" y="43678"/>
                </a:lnTo>
                <a:lnTo>
                  <a:pt x="17768" y="45084"/>
                </a:lnTo>
                <a:lnTo>
                  <a:pt x="16169" y="43474"/>
                </a:lnTo>
                <a:lnTo>
                  <a:pt x="17791" y="39369"/>
                </a:lnTo>
                <a:lnTo>
                  <a:pt x="15830" y="38065"/>
                </a:lnTo>
                <a:lnTo>
                  <a:pt x="12416" y="39709"/>
                </a:lnTo>
                <a:lnTo>
                  <a:pt x="10579" y="37906"/>
                </a:lnTo>
                <a:lnTo>
                  <a:pt x="12394" y="34266"/>
                </a:lnTo>
                <a:lnTo>
                  <a:pt x="10738" y="32599"/>
                </a:lnTo>
                <a:lnTo>
                  <a:pt x="6622" y="34232"/>
                </a:lnTo>
                <a:lnTo>
                  <a:pt x="5216" y="32089"/>
                </a:lnTo>
                <a:lnTo>
                  <a:pt x="6792" y="29254"/>
                </a:lnTo>
                <a:lnTo>
                  <a:pt x="5442" y="26816"/>
                </a:lnTo>
                <a:lnTo>
                  <a:pt x="6916" y="23345"/>
                </a:lnTo>
                <a:lnTo>
                  <a:pt x="5295" y="21713"/>
                </a:lnTo>
                <a:lnTo>
                  <a:pt x="1190" y="23345"/>
                </a:lnTo>
                <a:lnTo>
                  <a:pt x="0" y="21554"/>
                </a:lnTo>
                <a:lnTo>
                  <a:pt x="725" y="18163"/>
                </a:lnTo>
                <a:lnTo>
                  <a:pt x="283" y="13480"/>
                </a:lnTo>
                <a:lnTo>
                  <a:pt x="612" y="9715"/>
                </a:lnTo>
                <a:lnTo>
                  <a:pt x="612" y="4578"/>
                </a:lnTo>
                <a:lnTo>
                  <a:pt x="204" y="2209"/>
                </a:lnTo>
                <a:lnTo>
                  <a:pt x="759" y="190"/>
                </a:lnTo>
                <a:lnTo>
                  <a:pt x="5613" y="1142"/>
                </a:lnTo>
                <a:lnTo>
                  <a:pt x="6577" y="190"/>
                </a:lnTo>
                <a:lnTo>
                  <a:pt x="6551" y="0"/>
                </a:lnTo>
                <a:lnTo>
                  <a:pt x="70941" y="0"/>
                </a:lnTo>
                <a:lnTo>
                  <a:pt x="71757" y="1494"/>
                </a:lnTo>
                <a:lnTo>
                  <a:pt x="76100" y="0"/>
                </a:lnTo>
                <a:lnTo>
                  <a:pt x="77324" y="1267"/>
                </a:lnTo>
                <a:lnTo>
                  <a:pt x="76667" y="5293"/>
                </a:lnTo>
                <a:lnTo>
                  <a:pt x="77097" y="9080"/>
                </a:lnTo>
                <a:lnTo>
                  <a:pt x="77472" y="14172"/>
                </a:lnTo>
                <a:lnTo>
                  <a:pt x="76530" y="17993"/>
                </a:lnTo>
                <a:lnTo>
                  <a:pt x="77438" y="21803"/>
                </a:lnTo>
                <a:lnTo>
                  <a:pt x="76224" y="23017"/>
                </a:lnTo>
                <a:lnTo>
                  <a:pt x="71575" y="21826"/>
                </a:lnTo>
                <a:lnTo>
                  <a:pt x="70101" y="25591"/>
                </a:lnTo>
                <a:lnTo>
                  <a:pt x="72641" y="30286"/>
                </a:lnTo>
                <a:lnTo>
                  <a:pt x="71042" y="34050"/>
                </a:lnTo>
                <a:lnTo>
                  <a:pt x="66450" y="32792"/>
                </a:lnTo>
                <a:lnTo>
                  <a:pt x="64986" y="34277"/>
                </a:lnTo>
                <a:lnTo>
                  <a:pt x="66789" y="37883"/>
                </a:lnTo>
                <a:lnTo>
                  <a:pt x="64998" y="39709"/>
                </a:lnTo>
                <a:lnTo>
                  <a:pt x="61358" y="37895"/>
                </a:lnTo>
                <a:lnTo>
                  <a:pt x="59872" y="39369"/>
                </a:lnTo>
                <a:lnTo>
                  <a:pt x="61143" y="43950"/>
                </a:lnTo>
                <a:lnTo>
                  <a:pt x="57389" y="45549"/>
                </a:lnTo>
                <a:lnTo>
                  <a:pt x="52627" y="42907"/>
                </a:lnTo>
                <a:lnTo>
                  <a:pt x="48873" y="44540"/>
                </a:lnTo>
                <a:lnTo>
                  <a:pt x="50143" y="49098"/>
                </a:lnTo>
                <a:lnTo>
                  <a:pt x="49043" y="50187"/>
                </a:lnTo>
                <a:lnTo>
                  <a:pt x="44916" y="49631"/>
                </a:lnTo>
                <a:lnTo>
                  <a:pt x="42330" y="49767"/>
                </a:lnTo>
                <a:lnTo>
                  <a:pt x="35912" y="49665"/>
                </a:lnTo>
                <a:lnTo>
                  <a:pt x="30322" y="50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32907" y="0"/>
            <a:ext cx="46355" cy="34290"/>
          </a:xfrm>
          <a:custGeom>
            <a:avLst/>
            <a:gdLst/>
            <a:ahLst/>
            <a:cxnLst/>
            <a:rect l="l" t="t" r="r" b="b"/>
            <a:pathLst>
              <a:path w="46354" h="34290">
                <a:moveTo>
                  <a:pt x="19095" y="34062"/>
                </a:moveTo>
                <a:lnTo>
                  <a:pt x="17246" y="32780"/>
                </a:lnTo>
                <a:lnTo>
                  <a:pt x="18777" y="28755"/>
                </a:lnTo>
                <a:lnTo>
                  <a:pt x="18097" y="27915"/>
                </a:lnTo>
                <a:lnTo>
                  <a:pt x="16124" y="26555"/>
                </a:lnTo>
                <a:lnTo>
                  <a:pt x="8663" y="29696"/>
                </a:lnTo>
                <a:lnTo>
                  <a:pt x="6315" y="26827"/>
                </a:lnTo>
                <a:lnTo>
                  <a:pt x="7914" y="23708"/>
                </a:lnTo>
                <a:lnTo>
                  <a:pt x="7211" y="22472"/>
                </a:lnTo>
                <a:lnTo>
                  <a:pt x="6485" y="21384"/>
                </a:lnTo>
                <a:lnTo>
                  <a:pt x="8106" y="17936"/>
                </a:lnTo>
                <a:lnTo>
                  <a:pt x="6303" y="16122"/>
                </a:lnTo>
                <a:lnTo>
                  <a:pt x="2788" y="17709"/>
                </a:lnTo>
                <a:lnTo>
                  <a:pt x="1768" y="17029"/>
                </a:lnTo>
                <a:lnTo>
                  <a:pt x="3140" y="15067"/>
                </a:lnTo>
                <a:lnTo>
                  <a:pt x="0" y="7594"/>
                </a:lnTo>
                <a:lnTo>
                  <a:pt x="2868" y="5259"/>
                </a:lnTo>
                <a:lnTo>
                  <a:pt x="5998" y="6857"/>
                </a:lnTo>
                <a:lnTo>
                  <a:pt x="7222" y="6143"/>
                </a:lnTo>
                <a:lnTo>
                  <a:pt x="8583" y="4181"/>
                </a:lnTo>
                <a:lnTo>
                  <a:pt x="6826" y="0"/>
                </a:lnTo>
                <a:lnTo>
                  <a:pt x="39370" y="0"/>
                </a:lnTo>
                <a:lnTo>
                  <a:pt x="40572" y="1789"/>
                </a:lnTo>
                <a:lnTo>
                  <a:pt x="38951" y="5236"/>
                </a:lnTo>
                <a:lnTo>
                  <a:pt x="40425" y="6710"/>
                </a:lnTo>
                <a:lnTo>
                  <a:pt x="45006" y="5463"/>
                </a:lnTo>
                <a:lnTo>
                  <a:pt x="45800" y="7323"/>
                </a:lnTo>
                <a:lnTo>
                  <a:pt x="45993" y="16032"/>
                </a:lnTo>
                <a:lnTo>
                  <a:pt x="44700" y="17880"/>
                </a:lnTo>
                <a:lnTo>
                  <a:pt x="40686" y="16349"/>
                </a:lnTo>
                <a:lnTo>
                  <a:pt x="39858" y="17029"/>
                </a:lnTo>
                <a:lnTo>
                  <a:pt x="38497" y="18991"/>
                </a:lnTo>
                <a:lnTo>
                  <a:pt x="41627" y="26464"/>
                </a:lnTo>
                <a:lnTo>
                  <a:pt x="38769" y="28811"/>
                </a:lnTo>
                <a:lnTo>
                  <a:pt x="35651" y="27212"/>
                </a:lnTo>
                <a:lnTo>
                  <a:pt x="34415" y="27915"/>
                </a:lnTo>
                <a:lnTo>
                  <a:pt x="33326" y="28641"/>
                </a:lnTo>
                <a:lnTo>
                  <a:pt x="29891" y="27008"/>
                </a:lnTo>
                <a:lnTo>
                  <a:pt x="28405" y="28494"/>
                </a:lnTo>
                <a:lnTo>
                  <a:pt x="29664" y="33075"/>
                </a:lnTo>
                <a:lnTo>
                  <a:pt x="27804" y="33858"/>
                </a:lnTo>
                <a:lnTo>
                  <a:pt x="19095" y="34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0068" y="141742"/>
            <a:ext cx="66234" cy="6664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007096" y="16221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7678" y="23949"/>
                </a:moveTo>
                <a:lnTo>
                  <a:pt x="7529" y="23938"/>
                </a:lnTo>
                <a:lnTo>
                  <a:pt x="6327" y="22464"/>
                </a:lnTo>
                <a:lnTo>
                  <a:pt x="7926" y="19334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8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52"/>
                </a:lnTo>
                <a:lnTo>
                  <a:pt x="16646" y="0"/>
                </a:lnTo>
                <a:lnTo>
                  <a:pt x="18982" y="2869"/>
                </a:lnTo>
                <a:lnTo>
                  <a:pt x="17395" y="5998"/>
                </a:lnTo>
                <a:lnTo>
                  <a:pt x="18098" y="7223"/>
                </a:lnTo>
                <a:lnTo>
                  <a:pt x="19334" y="7937"/>
                </a:lnTo>
                <a:lnTo>
                  <a:pt x="22464" y="6339"/>
                </a:lnTo>
                <a:lnTo>
                  <a:pt x="23926" y="7541"/>
                </a:lnTo>
                <a:lnTo>
                  <a:pt x="23937" y="17690"/>
                </a:lnTo>
                <a:lnTo>
                  <a:pt x="22679" y="19016"/>
                </a:lnTo>
                <a:lnTo>
                  <a:pt x="19141" y="17395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5904" y="293875"/>
            <a:ext cx="88460" cy="8879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3834189" y="315284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5" h="46354">
                <a:moveTo>
                  <a:pt x="38611" y="6554"/>
                </a:moveTo>
                <a:lnTo>
                  <a:pt x="5964" y="6554"/>
                </a:lnTo>
                <a:lnTo>
                  <a:pt x="6486" y="5976"/>
                </a:lnTo>
                <a:lnTo>
                  <a:pt x="5280" y="1281"/>
                </a:lnTo>
                <a:lnTo>
                  <a:pt x="29573" y="1281"/>
                </a:lnTo>
                <a:lnTo>
                  <a:pt x="37693" y="0"/>
                </a:lnTo>
                <a:lnTo>
                  <a:pt x="39496" y="2199"/>
                </a:lnTo>
                <a:lnTo>
                  <a:pt x="37908" y="5329"/>
                </a:lnTo>
                <a:lnTo>
                  <a:pt x="38611" y="6554"/>
                </a:lnTo>
                <a:close/>
              </a:path>
              <a:path w="45085" h="46354">
                <a:moveTo>
                  <a:pt x="9922" y="1281"/>
                </a:moveTo>
                <a:lnTo>
                  <a:pt x="5552" y="1281"/>
                </a:lnTo>
                <a:lnTo>
                  <a:pt x="7352" y="532"/>
                </a:lnTo>
                <a:lnTo>
                  <a:pt x="9922" y="1281"/>
                </a:lnTo>
                <a:close/>
              </a:path>
              <a:path w="45085" h="46354">
                <a:moveTo>
                  <a:pt x="29077" y="1281"/>
                </a:moveTo>
                <a:lnTo>
                  <a:pt x="9922" y="1281"/>
                </a:lnTo>
                <a:lnTo>
                  <a:pt x="16670" y="532"/>
                </a:lnTo>
                <a:lnTo>
                  <a:pt x="22872" y="532"/>
                </a:lnTo>
                <a:lnTo>
                  <a:pt x="29077" y="1281"/>
                </a:lnTo>
                <a:close/>
              </a:path>
              <a:path w="45085" h="46354">
                <a:moveTo>
                  <a:pt x="1571" y="40051"/>
                </a:moveTo>
                <a:lnTo>
                  <a:pt x="1360" y="40051"/>
                </a:lnTo>
                <a:lnTo>
                  <a:pt x="0" y="38691"/>
                </a:lnTo>
                <a:lnTo>
                  <a:pt x="491" y="35118"/>
                </a:lnTo>
                <a:lnTo>
                  <a:pt x="521" y="6554"/>
                </a:lnTo>
                <a:lnTo>
                  <a:pt x="44043" y="6554"/>
                </a:lnTo>
                <a:lnTo>
                  <a:pt x="44043" y="35118"/>
                </a:lnTo>
                <a:lnTo>
                  <a:pt x="44553" y="37976"/>
                </a:lnTo>
                <a:lnTo>
                  <a:pt x="44346" y="38486"/>
                </a:lnTo>
                <a:lnTo>
                  <a:pt x="4864" y="38486"/>
                </a:lnTo>
                <a:lnTo>
                  <a:pt x="1571" y="40051"/>
                </a:lnTo>
                <a:close/>
              </a:path>
              <a:path w="45085" h="46354">
                <a:moveTo>
                  <a:pt x="7631" y="45823"/>
                </a:moveTo>
                <a:lnTo>
                  <a:pt x="5113" y="44066"/>
                </a:lnTo>
                <a:lnTo>
                  <a:pt x="6549" y="40301"/>
                </a:lnTo>
                <a:lnTo>
                  <a:pt x="6644" y="40051"/>
                </a:lnTo>
                <a:lnTo>
                  <a:pt x="5964" y="39212"/>
                </a:lnTo>
                <a:lnTo>
                  <a:pt x="4864" y="38486"/>
                </a:lnTo>
                <a:lnTo>
                  <a:pt x="44346" y="38486"/>
                </a:lnTo>
                <a:lnTo>
                  <a:pt x="44263" y="38691"/>
                </a:lnTo>
                <a:lnTo>
                  <a:pt x="39190" y="38691"/>
                </a:lnTo>
                <a:lnTo>
                  <a:pt x="38611" y="39212"/>
                </a:lnTo>
                <a:lnTo>
                  <a:pt x="37885" y="40301"/>
                </a:lnTo>
                <a:lnTo>
                  <a:pt x="39519" y="43748"/>
                </a:lnTo>
                <a:lnTo>
                  <a:pt x="38650" y="44610"/>
                </a:lnTo>
                <a:lnTo>
                  <a:pt x="14993" y="44610"/>
                </a:lnTo>
                <a:lnTo>
                  <a:pt x="7631" y="45823"/>
                </a:lnTo>
                <a:close/>
              </a:path>
              <a:path w="45085" h="46354">
                <a:moveTo>
                  <a:pt x="43794" y="39847"/>
                </a:moveTo>
                <a:lnTo>
                  <a:pt x="39133" y="38691"/>
                </a:lnTo>
                <a:lnTo>
                  <a:pt x="44263" y="38691"/>
                </a:lnTo>
                <a:lnTo>
                  <a:pt x="43794" y="39847"/>
                </a:lnTo>
                <a:close/>
              </a:path>
              <a:path w="45085" h="46354">
                <a:moveTo>
                  <a:pt x="38089" y="45166"/>
                </a:moveTo>
                <a:lnTo>
                  <a:pt x="33962" y="44610"/>
                </a:lnTo>
                <a:lnTo>
                  <a:pt x="38650" y="44610"/>
                </a:lnTo>
                <a:lnTo>
                  <a:pt x="38089" y="451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9377" y="467655"/>
            <a:ext cx="67572" cy="67573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4008864" y="490573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85665" y="619992"/>
            <a:ext cx="88289" cy="8938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3828542" y="637126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53"/>
                </a:moveTo>
                <a:lnTo>
                  <a:pt x="24210" y="55440"/>
                </a:lnTo>
                <a:lnTo>
                  <a:pt x="21919" y="54635"/>
                </a:lnTo>
                <a:lnTo>
                  <a:pt x="22951" y="49917"/>
                </a:lnTo>
                <a:lnTo>
                  <a:pt x="22497" y="49396"/>
                </a:lnTo>
                <a:lnTo>
                  <a:pt x="20524" y="48035"/>
                </a:lnTo>
                <a:lnTo>
                  <a:pt x="13063" y="51176"/>
                </a:lnTo>
                <a:lnTo>
                  <a:pt x="10716" y="48307"/>
                </a:lnTo>
                <a:lnTo>
                  <a:pt x="12314" y="45189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2"/>
                </a:lnTo>
                <a:lnTo>
                  <a:pt x="5590" y="43079"/>
                </a:lnTo>
                <a:lnTo>
                  <a:pt x="6225" y="39587"/>
                </a:lnTo>
                <a:lnTo>
                  <a:pt x="6123" y="37715"/>
                </a:lnTo>
                <a:lnTo>
                  <a:pt x="6690" y="33588"/>
                </a:lnTo>
                <a:lnTo>
                  <a:pt x="5783" y="32681"/>
                </a:lnTo>
                <a:lnTo>
                  <a:pt x="816" y="33497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42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58"/>
                </a:lnTo>
                <a:lnTo>
                  <a:pt x="10716" y="6940"/>
                </a:lnTo>
                <a:lnTo>
                  <a:pt x="13063" y="4071"/>
                </a:lnTo>
                <a:lnTo>
                  <a:pt x="20524" y="7212"/>
                </a:lnTo>
                <a:lnTo>
                  <a:pt x="22497" y="5851"/>
                </a:lnTo>
                <a:lnTo>
                  <a:pt x="23212" y="4797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7"/>
                </a:lnTo>
                <a:lnTo>
                  <a:pt x="32669" y="4615"/>
                </a:lnTo>
                <a:lnTo>
                  <a:pt x="33384" y="5851"/>
                </a:lnTo>
                <a:lnTo>
                  <a:pt x="35345" y="7212"/>
                </a:lnTo>
                <a:lnTo>
                  <a:pt x="42807" y="4071"/>
                </a:lnTo>
                <a:lnTo>
                  <a:pt x="45155" y="6940"/>
                </a:lnTo>
                <a:lnTo>
                  <a:pt x="43567" y="10058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5"/>
                </a:lnTo>
                <a:lnTo>
                  <a:pt x="49668" y="15943"/>
                </a:lnTo>
                <a:lnTo>
                  <a:pt x="49781" y="18076"/>
                </a:lnTo>
                <a:lnTo>
                  <a:pt x="49135" y="20990"/>
                </a:lnTo>
                <a:lnTo>
                  <a:pt x="50042" y="22906"/>
                </a:lnTo>
                <a:lnTo>
                  <a:pt x="54544" y="21568"/>
                </a:lnTo>
                <a:lnTo>
                  <a:pt x="55666" y="22691"/>
                </a:lnTo>
                <a:lnTo>
                  <a:pt x="55099" y="26830"/>
                </a:lnTo>
                <a:lnTo>
                  <a:pt x="55212" y="28984"/>
                </a:lnTo>
                <a:lnTo>
                  <a:pt x="55587" y="31797"/>
                </a:lnTo>
                <a:lnTo>
                  <a:pt x="54918" y="33634"/>
                </a:lnTo>
                <a:lnTo>
                  <a:pt x="50269" y="32613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1"/>
                </a:lnTo>
                <a:lnTo>
                  <a:pt x="48601" y="44848"/>
                </a:lnTo>
                <a:lnTo>
                  <a:pt x="45483" y="43249"/>
                </a:lnTo>
                <a:lnTo>
                  <a:pt x="44258" y="43952"/>
                </a:lnTo>
                <a:lnTo>
                  <a:pt x="43532" y="45041"/>
                </a:lnTo>
                <a:lnTo>
                  <a:pt x="45166" y="48488"/>
                </a:lnTo>
                <a:lnTo>
                  <a:pt x="43351" y="50303"/>
                </a:lnTo>
                <a:lnTo>
                  <a:pt x="39904" y="48692"/>
                </a:lnTo>
                <a:lnTo>
                  <a:pt x="37727" y="50099"/>
                </a:lnTo>
                <a:lnTo>
                  <a:pt x="34279" y="48489"/>
                </a:lnTo>
                <a:lnTo>
                  <a:pt x="32805" y="49974"/>
                </a:lnTo>
                <a:lnTo>
                  <a:pt x="34064" y="54544"/>
                </a:lnTo>
                <a:lnTo>
                  <a:pt x="31728" y="55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59411" y="794237"/>
            <a:ext cx="67538" cy="675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2F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7511" y="96907"/>
            <a:ext cx="16952976" cy="1248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45337" y="1969461"/>
            <a:ext cx="7505065" cy="5218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9" Type="http://schemas.openxmlformats.org/officeDocument/2006/relationships/image" Target="../media/image50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42" Type="http://schemas.openxmlformats.org/officeDocument/2006/relationships/image" Target="../media/image53.png"/><Relationship Id="rId47" Type="http://schemas.openxmlformats.org/officeDocument/2006/relationships/image" Target="../media/image58.png"/><Relationship Id="rId50" Type="http://schemas.openxmlformats.org/officeDocument/2006/relationships/image" Target="../media/image61.png"/><Relationship Id="rId55" Type="http://schemas.openxmlformats.org/officeDocument/2006/relationships/image" Target="../media/image66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41" Type="http://schemas.openxmlformats.org/officeDocument/2006/relationships/image" Target="../media/image52.png"/><Relationship Id="rId54" Type="http://schemas.openxmlformats.org/officeDocument/2006/relationships/image" Target="../media/image65.png"/><Relationship Id="rId6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openxmlformats.org/officeDocument/2006/relationships/image" Target="../media/image48.png"/><Relationship Id="rId40" Type="http://schemas.openxmlformats.org/officeDocument/2006/relationships/image" Target="../media/image51.png"/><Relationship Id="rId45" Type="http://schemas.openxmlformats.org/officeDocument/2006/relationships/image" Target="../media/image56.png"/><Relationship Id="rId53" Type="http://schemas.openxmlformats.org/officeDocument/2006/relationships/image" Target="../media/image64.png"/><Relationship Id="rId58" Type="http://schemas.openxmlformats.org/officeDocument/2006/relationships/image" Target="../media/image69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49" Type="http://schemas.openxmlformats.org/officeDocument/2006/relationships/image" Target="../media/image60.png"/><Relationship Id="rId57" Type="http://schemas.openxmlformats.org/officeDocument/2006/relationships/image" Target="../media/image68.png"/><Relationship Id="rId61" Type="http://schemas.openxmlformats.org/officeDocument/2006/relationships/image" Target="../media/image72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4" Type="http://schemas.openxmlformats.org/officeDocument/2006/relationships/image" Target="../media/image55.png"/><Relationship Id="rId52" Type="http://schemas.openxmlformats.org/officeDocument/2006/relationships/image" Target="../media/image63.png"/><Relationship Id="rId60" Type="http://schemas.openxmlformats.org/officeDocument/2006/relationships/image" Target="../media/image7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43" Type="http://schemas.openxmlformats.org/officeDocument/2006/relationships/image" Target="../media/image54.png"/><Relationship Id="rId48" Type="http://schemas.openxmlformats.org/officeDocument/2006/relationships/image" Target="../media/image59.png"/><Relationship Id="rId56" Type="http://schemas.openxmlformats.org/officeDocument/2006/relationships/image" Target="../media/image67.png"/><Relationship Id="rId8" Type="http://schemas.openxmlformats.org/officeDocument/2006/relationships/image" Target="../media/image19.png"/><Relationship Id="rId51" Type="http://schemas.openxmlformats.org/officeDocument/2006/relationships/image" Target="../media/image62.png"/><Relationship Id="rId3" Type="http://schemas.openxmlformats.org/officeDocument/2006/relationships/image" Target="../media/image14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49.png"/><Relationship Id="rId46" Type="http://schemas.openxmlformats.org/officeDocument/2006/relationships/image" Target="../media/image57.png"/><Relationship Id="rId59" Type="http://schemas.openxmlformats.org/officeDocument/2006/relationships/image" Target="../media/image7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image" Target="../media/image74.png"/><Relationship Id="rId21" Type="http://schemas.openxmlformats.org/officeDocument/2006/relationships/image" Target="../media/image92.png"/><Relationship Id="rId34" Type="http://schemas.openxmlformats.org/officeDocument/2006/relationships/image" Target="../media/image105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33" Type="http://schemas.openxmlformats.org/officeDocument/2006/relationships/image" Target="../media/image104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32" Type="http://schemas.openxmlformats.org/officeDocument/2006/relationships/image" Target="../media/image103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28" Type="http://schemas.openxmlformats.org/officeDocument/2006/relationships/image" Target="../media/image99.png"/><Relationship Id="rId36" Type="http://schemas.openxmlformats.org/officeDocument/2006/relationships/image" Target="../media/image107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31" Type="http://schemas.openxmlformats.org/officeDocument/2006/relationships/image" Target="../media/image102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Relationship Id="rId30" Type="http://schemas.openxmlformats.org/officeDocument/2006/relationships/image" Target="../media/image101.png"/><Relationship Id="rId35" Type="http://schemas.openxmlformats.org/officeDocument/2006/relationships/image" Target="../media/image106.jp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png"/><Relationship Id="rId18" Type="http://schemas.openxmlformats.org/officeDocument/2006/relationships/image" Target="../media/image80.png"/><Relationship Id="rId26" Type="http://schemas.openxmlformats.org/officeDocument/2006/relationships/image" Target="../media/image126.png"/><Relationship Id="rId39" Type="http://schemas.openxmlformats.org/officeDocument/2006/relationships/image" Target="../media/image139.png"/><Relationship Id="rId21" Type="http://schemas.openxmlformats.org/officeDocument/2006/relationships/image" Target="../media/image121.png"/><Relationship Id="rId34" Type="http://schemas.openxmlformats.org/officeDocument/2006/relationships/image" Target="../media/image134.png"/><Relationship Id="rId42" Type="http://schemas.openxmlformats.org/officeDocument/2006/relationships/image" Target="../media/image142.png"/><Relationship Id="rId47" Type="http://schemas.openxmlformats.org/officeDocument/2006/relationships/image" Target="../media/image147.png"/><Relationship Id="rId50" Type="http://schemas.openxmlformats.org/officeDocument/2006/relationships/image" Target="../media/image97.png"/><Relationship Id="rId55" Type="http://schemas.openxmlformats.org/officeDocument/2006/relationships/image" Target="../media/image154.png"/><Relationship Id="rId63" Type="http://schemas.openxmlformats.org/officeDocument/2006/relationships/image" Target="../media/image162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6" Type="http://schemas.openxmlformats.org/officeDocument/2006/relationships/image" Target="../media/image119.png"/><Relationship Id="rId20" Type="http://schemas.openxmlformats.org/officeDocument/2006/relationships/image" Target="../media/image120.png"/><Relationship Id="rId29" Type="http://schemas.openxmlformats.org/officeDocument/2006/relationships/image" Target="../media/image129.png"/><Relationship Id="rId41" Type="http://schemas.openxmlformats.org/officeDocument/2006/relationships/image" Target="../media/image141.png"/><Relationship Id="rId54" Type="http://schemas.openxmlformats.org/officeDocument/2006/relationships/image" Target="../media/image153.png"/><Relationship Id="rId6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11" Type="http://schemas.openxmlformats.org/officeDocument/2006/relationships/image" Target="../media/image74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37" Type="http://schemas.openxmlformats.org/officeDocument/2006/relationships/image" Target="../media/image137.png"/><Relationship Id="rId40" Type="http://schemas.openxmlformats.org/officeDocument/2006/relationships/image" Target="../media/image140.png"/><Relationship Id="rId45" Type="http://schemas.openxmlformats.org/officeDocument/2006/relationships/image" Target="../media/image145.png"/><Relationship Id="rId53" Type="http://schemas.openxmlformats.org/officeDocument/2006/relationships/image" Target="../media/image152.png"/><Relationship Id="rId58" Type="http://schemas.openxmlformats.org/officeDocument/2006/relationships/image" Target="../media/image157.png"/><Relationship Id="rId5" Type="http://schemas.openxmlformats.org/officeDocument/2006/relationships/image" Target="../media/image111.png"/><Relationship Id="rId15" Type="http://schemas.openxmlformats.org/officeDocument/2006/relationships/image" Target="../media/image77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36" Type="http://schemas.openxmlformats.org/officeDocument/2006/relationships/image" Target="../media/image136.png"/><Relationship Id="rId49" Type="http://schemas.openxmlformats.org/officeDocument/2006/relationships/image" Target="../media/image149.png"/><Relationship Id="rId57" Type="http://schemas.openxmlformats.org/officeDocument/2006/relationships/image" Target="../media/image156.png"/><Relationship Id="rId61" Type="http://schemas.openxmlformats.org/officeDocument/2006/relationships/image" Target="../media/image160.png"/><Relationship Id="rId10" Type="http://schemas.openxmlformats.org/officeDocument/2006/relationships/image" Target="../media/image116.png"/><Relationship Id="rId19" Type="http://schemas.openxmlformats.org/officeDocument/2006/relationships/image" Target="../media/image81.png"/><Relationship Id="rId31" Type="http://schemas.openxmlformats.org/officeDocument/2006/relationships/image" Target="../media/image131.png"/><Relationship Id="rId44" Type="http://schemas.openxmlformats.org/officeDocument/2006/relationships/image" Target="../media/image144.png"/><Relationship Id="rId52" Type="http://schemas.openxmlformats.org/officeDocument/2006/relationships/image" Target="../media/image151.png"/><Relationship Id="rId60" Type="http://schemas.openxmlformats.org/officeDocument/2006/relationships/image" Target="../media/image159.png"/><Relationship Id="rId65" Type="http://schemas.openxmlformats.org/officeDocument/2006/relationships/image" Target="../media/image164.jp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18.png"/><Relationship Id="rId22" Type="http://schemas.openxmlformats.org/officeDocument/2006/relationships/image" Target="../media/image122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Relationship Id="rId43" Type="http://schemas.openxmlformats.org/officeDocument/2006/relationships/image" Target="../media/image143.png"/><Relationship Id="rId48" Type="http://schemas.openxmlformats.org/officeDocument/2006/relationships/image" Target="../media/image148.png"/><Relationship Id="rId56" Type="http://schemas.openxmlformats.org/officeDocument/2006/relationships/image" Target="../media/image155.png"/><Relationship Id="rId64" Type="http://schemas.openxmlformats.org/officeDocument/2006/relationships/image" Target="../media/image163.png"/><Relationship Id="rId8" Type="http://schemas.openxmlformats.org/officeDocument/2006/relationships/image" Target="../media/image114.png"/><Relationship Id="rId51" Type="http://schemas.openxmlformats.org/officeDocument/2006/relationships/image" Target="../media/image150.png"/><Relationship Id="rId3" Type="http://schemas.openxmlformats.org/officeDocument/2006/relationships/image" Target="../media/image109.png"/><Relationship Id="rId12" Type="http://schemas.openxmlformats.org/officeDocument/2006/relationships/image" Target="../media/image73.png"/><Relationship Id="rId17" Type="http://schemas.openxmlformats.org/officeDocument/2006/relationships/image" Target="../media/image79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38" Type="http://schemas.openxmlformats.org/officeDocument/2006/relationships/image" Target="../media/image138.png"/><Relationship Id="rId46" Type="http://schemas.openxmlformats.org/officeDocument/2006/relationships/image" Target="../media/image146.png"/><Relationship Id="rId59" Type="http://schemas.openxmlformats.org/officeDocument/2006/relationships/image" Target="../media/image15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png"/><Relationship Id="rId18" Type="http://schemas.openxmlformats.org/officeDocument/2006/relationships/image" Target="../media/image80.png"/><Relationship Id="rId26" Type="http://schemas.openxmlformats.org/officeDocument/2006/relationships/image" Target="../media/image126.png"/><Relationship Id="rId39" Type="http://schemas.openxmlformats.org/officeDocument/2006/relationships/image" Target="../media/image139.png"/><Relationship Id="rId21" Type="http://schemas.openxmlformats.org/officeDocument/2006/relationships/image" Target="../media/image121.png"/><Relationship Id="rId34" Type="http://schemas.openxmlformats.org/officeDocument/2006/relationships/image" Target="../media/image134.png"/><Relationship Id="rId42" Type="http://schemas.openxmlformats.org/officeDocument/2006/relationships/image" Target="../media/image142.png"/><Relationship Id="rId47" Type="http://schemas.openxmlformats.org/officeDocument/2006/relationships/image" Target="../media/image147.png"/><Relationship Id="rId50" Type="http://schemas.openxmlformats.org/officeDocument/2006/relationships/image" Target="../media/image97.png"/><Relationship Id="rId55" Type="http://schemas.openxmlformats.org/officeDocument/2006/relationships/image" Target="../media/image154.png"/><Relationship Id="rId63" Type="http://schemas.openxmlformats.org/officeDocument/2006/relationships/image" Target="../media/image166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6" Type="http://schemas.openxmlformats.org/officeDocument/2006/relationships/image" Target="../media/image119.png"/><Relationship Id="rId20" Type="http://schemas.openxmlformats.org/officeDocument/2006/relationships/image" Target="../media/image120.png"/><Relationship Id="rId29" Type="http://schemas.openxmlformats.org/officeDocument/2006/relationships/image" Target="../media/image129.png"/><Relationship Id="rId41" Type="http://schemas.openxmlformats.org/officeDocument/2006/relationships/image" Target="../media/image141.png"/><Relationship Id="rId54" Type="http://schemas.openxmlformats.org/officeDocument/2006/relationships/image" Target="../media/image153.png"/><Relationship Id="rId6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11" Type="http://schemas.openxmlformats.org/officeDocument/2006/relationships/image" Target="../media/image74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37" Type="http://schemas.openxmlformats.org/officeDocument/2006/relationships/image" Target="../media/image137.png"/><Relationship Id="rId40" Type="http://schemas.openxmlformats.org/officeDocument/2006/relationships/image" Target="../media/image140.png"/><Relationship Id="rId45" Type="http://schemas.openxmlformats.org/officeDocument/2006/relationships/image" Target="../media/image145.png"/><Relationship Id="rId53" Type="http://schemas.openxmlformats.org/officeDocument/2006/relationships/image" Target="../media/image152.png"/><Relationship Id="rId58" Type="http://schemas.openxmlformats.org/officeDocument/2006/relationships/image" Target="../media/image157.png"/><Relationship Id="rId5" Type="http://schemas.openxmlformats.org/officeDocument/2006/relationships/image" Target="../media/image111.png"/><Relationship Id="rId15" Type="http://schemas.openxmlformats.org/officeDocument/2006/relationships/image" Target="../media/image77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36" Type="http://schemas.openxmlformats.org/officeDocument/2006/relationships/image" Target="../media/image136.png"/><Relationship Id="rId49" Type="http://schemas.openxmlformats.org/officeDocument/2006/relationships/image" Target="../media/image149.png"/><Relationship Id="rId57" Type="http://schemas.openxmlformats.org/officeDocument/2006/relationships/image" Target="../media/image156.png"/><Relationship Id="rId61" Type="http://schemas.openxmlformats.org/officeDocument/2006/relationships/image" Target="../media/image160.png"/><Relationship Id="rId10" Type="http://schemas.openxmlformats.org/officeDocument/2006/relationships/image" Target="../media/image116.png"/><Relationship Id="rId19" Type="http://schemas.openxmlformats.org/officeDocument/2006/relationships/image" Target="../media/image81.png"/><Relationship Id="rId31" Type="http://schemas.openxmlformats.org/officeDocument/2006/relationships/image" Target="../media/image131.png"/><Relationship Id="rId44" Type="http://schemas.openxmlformats.org/officeDocument/2006/relationships/image" Target="../media/image144.png"/><Relationship Id="rId52" Type="http://schemas.openxmlformats.org/officeDocument/2006/relationships/image" Target="../media/image151.png"/><Relationship Id="rId60" Type="http://schemas.openxmlformats.org/officeDocument/2006/relationships/image" Target="../media/image159.png"/><Relationship Id="rId65" Type="http://schemas.openxmlformats.org/officeDocument/2006/relationships/image" Target="../media/image168.jp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18.png"/><Relationship Id="rId22" Type="http://schemas.openxmlformats.org/officeDocument/2006/relationships/image" Target="../media/image122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Relationship Id="rId43" Type="http://schemas.openxmlformats.org/officeDocument/2006/relationships/image" Target="../media/image143.png"/><Relationship Id="rId48" Type="http://schemas.openxmlformats.org/officeDocument/2006/relationships/image" Target="../media/image148.png"/><Relationship Id="rId56" Type="http://schemas.openxmlformats.org/officeDocument/2006/relationships/image" Target="../media/image155.png"/><Relationship Id="rId64" Type="http://schemas.openxmlformats.org/officeDocument/2006/relationships/image" Target="../media/image167.png"/><Relationship Id="rId8" Type="http://schemas.openxmlformats.org/officeDocument/2006/relationships/image" Target="../media/image114.png"/><Relationship Id="rId51" Type="http://schemas.openxmlformats.org/officeDocument/2006/relationships/image" Target="../media/image150.png"/><Relationship Id="rId3" Type="http://schemas.openxmlformats.org/officeDocument/2006/relationships/image" Target="../media/image165.png"/><Relationship Id="rId12" Type="http://schemas.openxmlformats.org/officeDocument/2006/relationships/image" Target="../media/image73.png"/><Relationship Id="rId17" Type="http://schemas.openxmlformats.org/officeDocument/2006/relationships/image" Target="../media/image79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38" Type="http://schemas.openxmlformats.org/officeDocument/2006/relationships/image" Target="../media/image138.png"/><Relationship Id="rId46" Type="http://schemas.openxmlformats.org/officeDocument/2006/relationships/image" Target="../media/image146.png"/><Relationship Id="rId59" Type="http://schemas.openxmlformats.org/officeDocument/2006/relationships/image" Target="../media/image15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png"/><Relationship Id="rId18" Type="http://schemas.openxmlformats.org/officeDocument/2006/relationships/image" Target="../media/image77.png"/><Relationship Id="rId26" Type="http://schemas.openxmlformats.org/officeDocument/2006/relationships/image" Target="../media/image123.png"/><Relationship Id="rId39" Type="http://schemas.openxmlformats.org/officeDocument/2006/relationships/image" Target="../media/image136.png"/><Relationship Id="rId21" Type="http://schemas.openxmlformats.org/officeDocument/2006/relationships/image" Target="../media/image80.png"/><Relationship Id="rId34" Type="http://schemas.openxmlformats.org/officeDocument/2006/relationships/image" Target="../media/image131.png"/><Relationship Id="rId42" Type="http://schemas.openxmlformats.org/officeDocument/2006/relationships/image" Target="../media/image139.png"/><Relationship Id="rId47" Type="http://schemas.openxmlformats.org/officeDocument/2006/relationships/image" Target="../media/image144.png"/><Relationship Id="rId50" Type="http://schemas.openxmlformats.org/officeDocument/2006/relationships/image" Target="../media/image147.png"/><Relationship Id="rId55" Type="http://schemas.openxmlformats.org/officeDocument/2006/relationships/image" Target="../media/image151.png"/><Relationship Id="rId63" Type="http://schemas.openxmlformats.org/officeDocument/2006/relationships/image" Target="../media/image159.png"/><Relationship Id="rId68" Type="http://schemas.openxmlformats.org/officeDocument/2006/relationships/image" Target="../media/image175.jp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6" Type="http://schemas.openxmlformats.org/officeDocument/2006/relationships/image" Target="../media/image117.png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11" Type="http://schemas.openxmlformats.org/officeDocument/2006/relationships/image" Target="../media/image115.png"/><Relationship Id="rId24" Type="http://schemas.openxmlformats.org/officeDocument/2006/relationships/image" Target="../media/image121.png"/><Relationship Id="rId32" Type="http://schemas.openxmlformats.org/officeDocument/2006/relationships/image" Target="../media/image129.png"/><Relationship Id="rId37" Type="http://schemas.openxmlformats.org/officeDocument/2006/relationships/image" Target="../media/image134.png"/><Relationship Id="rId40" Type="http://schemas.openxmlformats.org/officeDocument/2006/relationships/image" Target="../media/image137.png"/><Relationship Id="rId45" Type="http://schemas.openxmlformats.org/officeDocument/2006/relationships/image" Target="../media/image142.png"/><Relationship Id="rId53" Type="http://schemas.openxmlformats.org/officeDocument/2006/relationships/image" Target="../media/image97.png"/><Relationship Id="rId58" Type="http://schemas.openxmlformats.org/officeDocument/2006/relationships/image" Target="../media/image154.png"/><Relationship Id="rId66" Type="http://schemas.openxmlformats.org/officeDocument/2006/relationships/image" Target="../media/image173.png"/><Relationship Id="rId5" Type="http://schemas.openxmlformats.org/officeDocument/2006/relationships/image" Target="../media/image111.png"/><Relationship Id="rId15" Type="http://schemas.openxmlformats.org/officeDocument/2006/relationships/image" Target="../media/image73.png"/><Relationship Id="rId23" Type="http://schemas.openxmlformats.org/officeDocument/2006/relationships/image" Target="../media/image120.png"/><Relationship Id="rId28" Type="http://schemas.openxmlformats.org/officeDocument/2006/relationships/image" Target="../media/image125.png"/><Relationship Id="rId36" Type="http://schemas.openxmlformats.org/officeDocument/2006/relationships/image" Target="../media/image133.png"/><Relationship Id="rId49" Type="http://schemas.openxmlformats.org/officeDocument/2006/relationships/image" Target="../media/image146.png"/><Relationship Id="rId57" Type="http://schemas.openxmlformats.org/officeDocument/2006/relationships/image" Target="../media/image153.png"/><Relationship Id="rId61" Type="http://schemas.openxmlformats.org/officeDocument/2006/relationships/image" Target="../media/image157.png"/><Relationship Id="rId10" Type="http://schemas.openxmlformats.org/officeDocument/2006/relationships/image" Target="../media/image171.png"/><Relationship Id="rId19" Type="http://schemas.openxmlformats.org/officeDocument/2006/relationships/image" Target="../media/image119.png"/><Relationship Id="rId31" Type="http://schemas.openxmlformats.org/officeDocument/2006/relationships/image" Target="../media/image128.png"/><Relationship Id="rId44" Type="http://schemas.openxmlformats.org/officeDocument/2006/relationships/image" Target="../media/image141.png"/><Relationship Id="rId52" Type="http://schemas.openxmlformats.org/officeDocument/2006/relationships/image" Target="../media/image149.png"/><Relationship Id="rId60" Type="http://schemas.openxmlformats.org/officeDocument/2006/relationships/image" Target="../media/image156.png"/><Relationship Id="rId65" Type="http://schemas.openxmlformats.org/officeDocument/2006/relationships/image" Target="../media/image161.png"/><Relationship Id="rId4" Type="http://schemas.openxmlformats.org/officeDocument/2006/relationships/image" Target="../media/image110.png"/><Relationship Id="rId9" Type="http://schemas.openxmlformats.org/officeDocument/2006/relationships/image" Target="../media/image170.png"/><Relationship Id="rId14" Type="http://schemas.openxmlformats.org/officeDocument/2006/relationships/image" Target="../media/image74.png"/><Relationship Id="rId22" Type="http://schemas.openxmlformats.org/officeDocument/2006/relationships/image" Target="../media/image81.png"/><Relationship Id="rId27" Type="http://schemas.openxmlformats.org/officeDocument/2006/relationships/image" Target="../media/image124.png"/><Relationship Id="rId30" Type="http://schemas.openxmlformats.org/officeDocument/2006/relationships/image" Target="../media/image127.png"/><Relationship Id="rId35" Type="http://schemas.openxmlformats.org/officeDocument/2006/relationships/image" Target="../media/image132.png"/><Relationship Id="rId43" Type="http://schemas.openxmlformats.org/officeDocument/2006/relationships/image" Target="../media/image140.png"/><Relationship Id="rId48" Type="http://schemas.openxmlformats.org/officeDocument/2006/relationships/image" Target="../media/image145.png"/><Relationship Id="rId56" Type="http://schemas.openxmlformats.org/officeDocument/2006/relationships/image" Target="../media/image152.png"/><Relationship Id="rId64" Type="http://schemas.openxmlformats.org/officeDocument/2006/relationships/image" Target="../media/image160.png"/><Relationship Id="rId8" Type="http://schemas.openxmlformats.org/officeDocument/2006/relationships/image" Target="../media/image114.png"/><Relationship Id="rId51" Type="http://schemas.openxmlformats.org/officeDocument/2006/relationships/image" Target="../media/image148.png"/><Relationship Id="rId3" Type="http://schemas.openxmlformats.org/officeDocument/2006/relationships/image" Target="../media/image169.png"/><Relationship Id="rId12" Type="http://schemas.openxmlformats.org/officeDocument/2006/relationships/image" Target="../media/image116.png"/><Relationship Id="rId17" Type="http://schemas.openxmlformats.org/officeDocument/2006/relationships/image" Target="../media/image118.png"/><Relationship Id="rId25" Type="http://schemas.openxmlformats.org/officeDocument/2006/relationships/image" Target="../media/image122.png"/><Relationship Id="rId33" Type="http://schemas.openxmlformats.org/officeDocument/2006/relationships/image" Target="../media/image130.png"/><Relationship Id="rId38" Type="http://schemas.openxmlformats.org/officeDocument/2006/relationships/image" Target="../media/image135.png"/><Relationship Id="rId46" Type="http://schemas.openxmlformats.org/officeDocument/2006/relationships/image" Target="../media/image143.png"/><Relationship Id="rId59" Type="http://schemas.openxmlformats.org/officeDocument/2006/relationships/image" Target="../media/image155.png"/><Relationship Id="rId67" Type="http://schemas.openxmlformats.org/officeDocument/2006/relationships/image" Target="../media/image174.png"/><Relationship Id="rId20" Type="http://schemas.openxmlformats.org/officeDocument/2006/relationships/image" Target="../media/image79.png"/><Relationship Id="rId41" Type="http://schemas.openxmlformats.org/officeDocument/2006/relationships/image" Target="../media/image138.png"/><Relationship Id="rId54" Type="http://schemas.openxmlformats.org/officeDocument/2006/relationships/image" Target="../media/image150.png"/><Relationship Id="rId62" Type="http://schemas.openxmlformats.org/officeDocument/2006/relationships/image" Target="../media/image15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18" Type="http://schemas.openxmlformats.org/officeDocument/2006/relationships/image" Target="../media/image81.png"/><Relationship Id="rId26" Type="http://schemas.openxmlformats.org/officeDocument/2006/relationships/image" Target="../media/image127.png"/><Relationship Id="rId39" Type="http://schemas.openxmlformats.org/officeDocument/2006/relationships/image" Target="../media/image140.png"/><Relationship Id="rId21" Type="http://schemas.openxmlformats.org/officeDocument/2006/relationships/image" Target="../media/image122.png"/><Relationship Id="rId34" Type="http://schemas.openxmlformats.org/officeDocument/2006/relationships/image" Target="../media/image135.png"/><Relationship Id="rId42" Type="http://schemas.openxmlformats.org/officeDocument/2006/relationships/image" Target="../media/image143.png"/><Relationship Id="rId47" Type="http://schemas.openxmlformats.org/officeDocument/2006/relationships/image" Target="../media/image148.png"/><Relationship Id="rId50" Type="http://schemas.openxmlformats.org/officeDocument/2006/relationships/image" Target="../media/image150.png"/><Relationship Id="rId55" Type="http://schemas.openxmlformats.org/officeDocument/2006/relationships/image" Target="../media/image155.png"/><Relationship Id="rId63" Type="http://schemas.openxmlformats.org/officeDocument/2006/relationships/image" Target="../media/image178.png"/><Relationship Id="rId7" Type="http://schemas.openxmlformats.org/officeDocument/2006/relationships/image" Target="../media/image113.png"/><Relationship Id="rId2" Type="http://schemas.openxmlformats.org/officeDocument/2006/relationships/image" Target="../media/image176.png"/><Relationship Id="rId16" Type="http://schemas.openxmlformats.org/officeDocument/2006/relationships/image" Target="../media/image79.png"/><Relationship Id="rId20" Type="http://schemas.openxmlformats.org/officeDocument/2006/relationships/image" Target="../media/image121.png"/><Relationship Id="rId29" Type="http://schemas.openxmlformats.org/officeDocument/2006/relationships/image" Target="../media/image130.png"/><Relationship Id="rId41" Type="http://schemas.openxmlformats.org/officeDocument/2006/relationships/image" Target="../media/image142.png"/><Relationship Id="rId54" Type="http://schemas.openxmlformats.org/officeDocument/2006/relationships/image" Target="../media/image154.png"/><Relationship Id="rId62" Type="http://schemas.openxmlformats.org/officeDocument/2006/relationships/image" Target="../media/image1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11" Type="http://schemas.openxmlformats.org/officeDocument/2006/relationships/image" Target="../media/image73.png"/><Relationship Id="rId24" Type="http://schemas.openxmlformats.org/officeDocument/2006/relationships/image" Target="../media/image125.png"/><Relationship Id="rId32" Type="http://schemas.openxmlformats.org/officeDocument/2006/relationships/image" Target="../media/image133.png"/><Relationship Id="rId37" Type="http://schemas.openxmlformats.org/officeDocument/2006/relationships/image" Target="../media/image138.png"/><Relationship Id="rId40" Type="http://schemas.openxmlformats.org/officeDocument/2006/relationships/image" Target="../media/image141.png"/><Relationship Id="rId45" Type="http://schemas.openxmlformats.org/officeDocument/2006/relationships/image" Target="../media/image146.png"/><Relationship Id="rId53" Type="http://schemas.openxmlformats.org/officeDocument/2006/relationships/image" Target="../media/image153.png"/><Relationship Id="rId58" Type="http://schemas.openxmlformats.org/officeDocument/2006/relationships/image" Target="../media/image158.png"/><Relationship Id="rId5" Type="http://schemas.openxmlformats.org/officeDocument/2006/relationships/image" Target="../media/image111.png"/><Relationship Id="rId15" Type="http://schemas.openxmlformats.org/officeDocument/2006/relationships/image" Target="../media/image119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36" Type="http://schemas.openxmlformats.org/officeDocument/2006/relationships/image" Target="../media/image137.png"/><Relationship Id="rId49" Type="http://schemas.openxmlformats.org/officeDocument/2006/relationships/image" Target="../media/image97.png"/><Relationship Id="rId57" Type="http://schemas.openxmlformats.org/officeDocument/2006/relationships/image" Target="../media/image157.png"/><Relationship Id="rId61" Type="http://schemas.openxmlformats.org/officeDocument/2006/relationships/image" Target="../media/image161.png"/><Relationship Id="rId10" Type="http://schemas.openxmlformats.org/officeDocument/2006/relationships/image" Target="../media/image74.png"/><Relationship Id="rId19" Type="http://schemas.openxmlformats.org/officeDocument/2006/relationships/image" Target="../media/image120.png"/><Relationship Id="rId31" Type="http://schemas.openxmlformats.org/officeDocument/2006/relationships/image" Target="../media/image132.png"/><Relationship Id="rId44" Type="http://schemas.openxmlformats.org/officeDocument/2006/relationships/image" Target="../media/image145.png"/><Relationship Id="rId52" Type="http://schemas.openxmlformats.org/officeDocument/2006/relationships/image" Target="../media/image152.png"/><Relationship Id="rId60" Type="http://schemas.openxmlformats.org/officeDocument/2006/relationships/image" Target="../media/image160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77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31.png"/><Relationship Id="rId35" Type="http://schemas.openxmlformats.org/officeDocument/2006/relationships/image" Target="../media/image136.png"/><Relationship Id="rId43" Type="http://schemas.openxmlformats.org/officeDocument/2006/relationships/image" Target="../media/image144.png"/><Relationship Id="rId48" Type="http://schemas.openxmlformats.org/officeDocument/2006/relationships/image" Target="../media/image149.png"/><Relationship Id="rId56" Type="http://schemas.openxmlformats.org/officeDocument/2006/relationships/image" Target="../media/image156.png"/><Relationship Id="rId64" Type="http://schemas.openxmlformats.org/officeDocument/2006/relationships/image" Target="../media/image179.jpg"/><Relationship Id="rId8" Type="http://schemas.openxmlformats.org/officeDocument/2006/relationships/image" Target="../media/image114.png"/><Relationship Id="rId51" Type="http://schemas.openxmlformats.org/officeDocument/2006/relationships/image" Target="../media/image151.png"/><Relationship Id="rId3" Type="http://schemas.openxmlformats.org/officeDocument/2006/relationships/image" Target="../media/image108.png"/><Relationship Id="rId12" Type="http://schemas.openxmlformats.org/officeDocument/2006/relationships/image" Target="../media/image117.png"/><Relationship Id="rId17" Type="http://schemas.openxmlformats.org/officeDocument/2006/relationships/image" Target="../media/image80.png"/><Relationship Id="rId25" Type="http://schemas.openxmlformats.org/officeDocument/2006/relationships/image" Target="../media/image126.png"/><Relationship Id="rId33" Type="http://schemas.openxmlformats.org/officeDocument/2006/relationships/image" Target="../media/image134.png"/><Relationship Id="rId38" Type="http://schemas.openxmlformats.org/officeDocument/2006/relationships/image" Target="../media/image139.png"/><Relationship Id="rId46" Type="http://schemas.openxmlformats.org/officeDocument/2006/relationships/image" Target="../media/image147.png"/><Relationship Id="rId59" Type="http://schemas.openxmlformats.org/officeDocument/2006/relationships/image" Target="../media/image15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18" Type="http://schemas.openxmlformats.org/officeDocument/2006/relationships/image" Target="../media/image81.png"/><Relationship Id="rId26" Type="http://schemas.openxmlformats.org/officeDocument/2006/relationships/image" Target="../media/image127.png"/><Relationship Id="rId39" Type="http://schemas.openxmlformats.org/officeDocument/2006/relationships/image" Target="../media/image140.png"/><Relationship Id="rId21" Type="http://schemas.openxmlformats.org/officeDocument/2006/relationships/image" Target="../media/image122.png"/><Relationship Id="rId34" Type="http://schemas.openxmlformats.org/officeDocument/2006/relationships/image" Target="../media/image135.png"/><Relationship Id="rId42" Type="http://schemas.openxmlformats.org/officeDocument/2006/relationships/image" Target="../media/image143.png"/><Relationship Id="rId47" Type="http://schemas.openxmlformats.org/officeDocument/2006/relationships/image" Target="../media/image148.png"/><Relationship Id="rId50" Type="http://schemas.openxmlformats.org/officeDocument/2006/relationships/image" Target="../media/image150.png"/><Relationship Id="rId55" Type="http://schemas.openxmlformats.org/officeDocument/2006/relationships/image" Target="../media/image155.png"/><Relationship Id="rId63" Type="http://schemas.openxmlformats.org/officeDocument/2006/relationships/image" Target="../media/image181.png"/><Relationship Id="rId7" Type="http://schemas.openxmlformats.org/officeDocument/2006/relationships/image" Target="../media/image113.png"/><Relationship Id="rId2" Type="http://schemas.openxmlformats.org/officeDocument/2006/relationships/image" Target="../media/image176.png"/><Relationship Id="rId16" Type="http://schemas.openxmlformats.org/officeDocument/2006/relationships/image" Target="../media/image79.png"/><Relationship Id="rId20" Type="http://schemas.openxmlformats.org/officeDocument/2006/relationships/image" Target="../media/image121.png"/><Relationship Id="rId29" Type="http://schemas.openxmlformats.org/officeDocument/2006/relationships/image" Target="../media/image130.png"/><Relationship Id="rId41" Type="http://schemas.openxmlformats.org/officeDocument/2006/relationships/image" Target="../media/image142.png"/><Relationship Id="rId54" Type="http://schemas.openxmlformats.org/officeDocument/2006/relationships/image" Target="../media/image154.png"/><Relationship Id="rId62" Type="http://schemas.openxmlformats.org/officeDocument/2006/relationships/image" Target="../media/image1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11" Type="http://schemas.openxmlformats.org/officeDocument/2006/relationships/image" Target="../media/image73.png"/><Relationship Id="rId24" Type="http://schemas.openxmlformats.org/officeDocument/2006/relationships/image" Target="../media/image125.png"/><Relationship Id="rId32" Type="http://schemas.openxmlformats.org/officeDocument/2006/relationships/image" Target="../media/image133.png"/><Relationship Id="rId37" Type="http://schemas.openxmlformats.org/officeDocument/2006/relationships/image" Target="../media/image138.png"/><Relationship Id="rId40" Type="http://schemas.openxmlformats.org/officeDocument/2006/relationships/image" Target="../media/image141.png"/><Relationship Id="rId45" Type="http://schemas.openxmlformats.org/officeDocument/2006/relationships/image" Target="../media/image146.png"/><Relationship Id="rId53" Type="http://schemas.openxmlformats.org/officeDocument/2006/relationships/image" Target="../media/image153.png"/><Relationship Id="rId58" Type="http://schemas.openxmlformats.org/officeDocument/2006/relationships/image" Target="../media/image158.png"/><Relationship Id="rId5" Type="http://schemas.openxmlformats.org/officeDocument/2006/relationships/image" Target="../media/image111.png"/><Relationship Id="rId15" Type="http://schemas.openxmlformats.org/officeDocument/2006/relationships/image" Target="../media/image119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36" Type="http://schemas.openxmlformats.org/officeDocument/2006/relationships/image" Target="../media/image137.png"/><Relationship Id="rId49" Type="http://schemas.openxmlformats.org/officeDocument/2006/relationships/image" Target="../media/image97.png"/><Relationship Id="rId57" Type="http://schemas.openxmlformats.org/officeDocument/2006/relationships/image" Target="../media/image157.png"/><Relationship Id="rId61" Type="http://schemas.openxmlformats.org/officeDocument/2006/relationships/image" Target="../media/image161.png"/><Relationship Id="rId10" Type="http://schemas.openxmlformats.org/officeDocument/2006/relationships/image" Target="../media/image74.png"/><Relationship Id="rId19" Type="http://schemas.openxmlformats.org/officeDocument/2006/relationships/image" Target="../media/image120.png"/><Relationship Id="rId31" Type="http://schemas.openxmlformats.org/officeDocument/2006/relationships/image" Target="../media/image132.png"/><Relationship Id="rId44" Type="http://schemas.openxmlformats.org/officeDocument/2006/relationships/image" Target="../media/image145.png"/><Relationship Id="rId52" Type="http://schemas.openxmlformats.org/officeDocument/2006/relationships/image" Target="../media/image152.png"/><Relationship Id="rId60" Type="http://schemas.openxmlformats.org/officeDocument/2006/relationships/image" Target="../media/image160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77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31.png"/><Relationship Id="rId35" Type="http://schemas.openxmlformats.org/officeDocument/2006/relationships/image" Target="../media/image136.png"/><Relationship Id="rId43" Type="http://schemas.openxmlformats.org/officeDocument/2006/relationships/image" Target="../media/image144.png"/><Relationship Id="rId48" Type="http://schemas.openxmlformats.org/officeDocument/2006/relationships/image" Target="../media/image149.png"/><Relationship Id="rId56" Type="http://schemas.openxmlformats.org/officeDocument/2006/relationships/image" Target="../media/image156.png"/><Relationship Id="rId64" Type="http://schemas.openxmlformats.org/officeDocument/2006/relationships/image" Target="../media/image182.jpg"/><Relationship Id="rId8" Type="http://schemas.openxmlformats.org/officeDocument/2006/relationships/image" Target="../media/image114.png"/><Relationship Id="rId51" Type="http://schemas.openxmlformats.org/officeDocument/2006/relationships/image" Target="../media/image151.png"/><Relationship Id="rId3" Type="http://schemas.openxmlformats.org/officeDocument/2006/relationships/image" Target="../media/image108.png"/><Relationship Id="rId12" Type="http://schemas.openxmlformats.org/officeDocument/2006/relationships/image" Target="../media/image117.png"/><Relationship Id="rId17" Type="http://schemas.openxmlformats.org/officeDocument/2006/relationships/image" Target="../media/image80.png"/><Relationship Id="rId25" Type="http://schemas.openxmlformats.org/officeDocument/2006/relationships/image" Target="../media/image126.png"/><Relationship Id="rId33" Type="http://schemas.openxmlformats.org/officeDocument/2006/relationships/image" Target="../media/image134.png"/><Relationship Id="rId38" Type="http://schemas.openxmlformats.org/officeDocument/2006/relationships/image" Target="../media/image139.png"/><Relationship Id="rId46" Type="http://schemas.openxmlformats.org/officeDocument/2006/relationships/image" Target="../media/image147.png"/><Relationship Id="rId59" Type="http://schemas.openxmlformats.org/officeDocument/2006/relationships/image" Target="../media/image15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png"/><Relationship Id="rId18" Type="http://schemas.openxmlformats.org/officeDocument/2006/relationships/image" Target="../media/image80.png"/><Relationship Id="rId26" Type="http://schemas.openxmlformats.org/officeDocument/2006/relationships/image" Target="../media/image126.png"/><Relationship Id="rId39" Type="http://schemas.openxmlformats.org/officeDocument/2006/relationships/image" Target="../media/image139.png"/><Relationship Id="rId21" Type="http://schemas.openxmlformats.org/officeDocument/2006/relationships/image" Target="../media/image121.png"/><Relationship Id="rId34" Type="http://schemas.openxmlformats.org/officeDocument/2006/relationships/image" Target="../media/image134.png"/><Relationship Id="rId42" Type="http://schemas.openxmlformats.org/officeDocument/2006/relationships/image" Target="../media/image142.png"/><Relationship Id="rId47" Type="http://schemas.openxmlformats.org/officeDocument/2006/relationships/image" Target="../media/image147.png"/><Relationship Id="rId50" Type="http://schemas.openxmlformats.org/officeDocument/2006/relationships/image" Target="../media/image97.png"/><Relationship Id="rId55" Type="http://schemas.openxmlformats.org/officeDocument/2006/relationships/image" Target="../media/image154.png"/><Relationship Id="rId63" Type="http://schemas.openxmlformats.org/officeDocument/2006/relationships/image" Target="../media/image183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6" Type="http://schemas.openxmlformats.org/officeDocument/2006/relationships/image" Target="../media/image119.png"/><Relationship Id="rId20" Type="http://schemas.openxmlformats.org/officeDocument/2006/relationships/image" Target="../media/image120.png"/><Relationship Id="rId29" Type="http://schemas.openxmlformats.org/officeDocument/2006/relationships/image" Target="../media/image129.png"/><Relationship Id="rId41" Type="http://schemas.openxmlformats.org/officeDocument/2006/relationships/image" Target="../media/image141.png"/><Relationship Id="rId54" Type="http://schemas.openxmlformats.org/officeDocument/2006/relationships/image" Target="../media/image153.png"/><Relationship Id="rId6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11" Type="http://schemas.openxmlformats.org/officeDocument/2006/relationships/image" Target="../media/image74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37" Type="http://schemas.openxmlformats.org/officeDocument/2006/relationships/image" Target="../media/image137.png"/><Relationship Id="rId40" Type="http://schemas.openxmlformats.org/officeDocument/2006/relationships/image" Target="../media/image140.png"/><Relationship Id="rId45" Type="http://schemas.openxmlformats.org/officeDocument/2006/relationships/image" Target="../media/image145.png"/><Relationship Id="rId53" Type="http://schemas.openxmlformats.org/officeDocument/2006/relationships/image" Target="../media/image152.png"/><Relationship Id="rId58" Type="http://schemas.openxmlformats.org/officeDocument/2006/relationships/image" Target="../media/image157.png"/><Relationship Id="rId5" Type="http://schemas.openxmlformats.org/officeDocument/2006/relationships/image" Target="../media/image111.png"/><Relationship Id="rId15" Type="http://schemas.openxmlformats.org/officeDocument/2006/relationships/image" Target="../media/image77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36" Type="http://schemas.openxmlformats.org/officeDocument/2006/relationships/image" Target="../media/image136.png"/><Relationship Id="rId49" Type="http://schemas.openxmlformats.org/officeDocument/2006/relationships/image" Target="../media/image149.png"/><Relationship Id="rId57" Type="http://schemas.openxmlformats.org/officeDocument/2006/relationships/image" Target="../media/image156.png"/><Relationship Id="rId61" Type="http://schemas.openxmlformats.org/officeDocument/2006/relationships/image" Target="../media/image160.png"/><Relationship Id="rId10" Type="http://schemas.openxmlformats.org/officeDocument/2006/relationships/image" Target="../media/image116.png"/><Relationship Id="rId19" Type="http://schemas.openxmlformats.org/officeDocument/2006/relationships/image" Target="../media/image81.png"/><Relationship Id="rId31" Type="http://schemas.openxmlformats.org/officeDocument/2006/relationships/image" Target="../media/image131.png"/><Relationship Id="rId44" Type="http://schemas.openxmlformats.org/officeDocument/2006/relationships/image" Target="../media/image144.png"/><Relationship Id="rId52" Type="http://schemas.openxmlformats.org/officeDocument/2006/relationships/image" Target="../media/image151.png"/><Relationship Id="rId60" Type="http://schemas.openxmlformats.org/officeDocument/2006/relationships/image" Target="../media/image159.png"/><Relationship Id="rId65" Type="http://schemas.openxmlformats.org/officeDocument/2006/relationships/image" Target="../media/image185.jp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18.png"/><Relationship Id="rId22" Type="http://schemas.openxmlformats.org/officeDocument/2006/relationships/image" Target="../media/image122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Relationship Id="rId43" Type="http://schemas.openxmlformats.org/officeDocument/2006/relationships/image" Target="../media/image143.png"/><Relationship Id="rId48" Type="http://schemas.openxmlformats.org/officeDocument/2006/relationships/image" Target="../media/image148.png"/><Relationship Id="rId56" Type="http://schemas.openxmlformats.org/officeDocument/2006/relationships/image" Target="../media/image155.png"/><Relationship Id="rId64" Type="http://schemas.openxmlformats.org/officeDocument/2006/relationships/image" Target="../media/image184.png"/><Relationship Id="rId8" Type="http://schemas.openxmlformats.org/officeDocument/2006/relationships/image" Target="../media/image114.png"/><Relationship Id="rId51" Type="http://schemas.openxmlformats.org/officeDocument/2006/relationships/image" Target="../media/image150.png"/><Relationship Id="rId3" Type="http://schemas.openxmlformats.org/officeDocument/2006/relationships/image" Target="../media/image109.png"/><Relationship Id="rId12" Type="http://schemas.openxmlformats.org/officeDocument/2006/relationships/image" Target="../media/image73.png"/><Relationship Id="rId17" Type="http://schemas.openxmlformats.org/officeDocument/2006/relationships/image" Target="../media/image79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38" Type="http://schemas.openxmlformats.org/officeDocument/2006/relationships/image" Target="../media/image138.png"/><Relationship Id="rId46" Type="http://schemas.openxmlformats.org/officeDocument/2006/relationships/image" Target="../media/image146.png"/><Relationship Id="rId59" Type="http://schemas.openxmlformats.org/officeDocument/2006/relationships/image" Target="../media/image158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7.png"/><Relationship Id="rId18" Type="http://schemas.openxmlformats.org/officeDocument/2006/relationships/image" Target="../media/image202.png"/><Relationship Id="rId26" Type="http://schemas.openxmlformats.org/officeDocument/2006/relationships/image" Target="../media/image210.png"/><Relationship Id="rId39" Type="http://schemas.openxmlformats.org/officeDocument/2006/relationships/image" Target="../media/image223.png"/><Relationship Id="rId21" Type="http://schemas.openxmlformats.org/officeDocument/2006/relationships/image" Target="../media/image205.png"/><Relationship Id="rId34" Type="http://schemas.openxmlformats.org/officeDocument/2006/relationships/image" Target="../media/image218.png"/><Relationship Id="rId42" Type="http://schemas.openxmlformats.org/officeDocument/2006/relationships/image" Target="../media/image226.png"/><Relationship Id="rId47" Type="http://schemas.openxmlformats.org/officeDocument/2006/relationships/image" Target="../media/image231.png"/><Relationship Id="rId50" Type="http://schemas.openxmlformats.org/officeDocument/2006/relationships/image" Target="../media/image234.png"/><Relationship Id="rId55" Type="http://schemas.openxmlformats.org/officeDocument/2006/relationships/image" Target="../media/image239.png"/><Relationship Id="rId7" Type="http://schemas.openxmlformats.org/officeDocument/2006/relationships/image" Target="../media/image191.png"/><Relationship Id="rId12" Type="http://schemas.openxmlformats.org/officeDocument/2006/relationships/image" Target="../media/image196.png"/><Relationship Id="rId17" Type="http://schemas.openxmlformats.org/officeDocument/2006/relationships/image" Target="../media/image201.png"/><Relationship Id="rId25" Type="http://schemas.openxmlformats.org/officeDocument/2006/relationships/image" Target="../media/image209.png"/><Relationship Id="rId33" Type="http://schemas.openxmlformats.org/officeDocument/2006/relationships/image" Target="../media/image217.png"/><Relationship Id="rId38" Type="http://schemas.openxmlformats.org/officeDocument/2006/relationships/image" Target="../media/image222.png"/><Relationship Id="rId46" Type="http://schemas.openxmlformats.org/officeDocument/2006/relationships/image" Target="../media/image230.png"/><Relationship Id="rId2" Type="http://schemas.openxmlformats.org/officeDocument/2006/relationships/image" Target="../media/image186.png"/><Relationship Id="rId16" Type="http://schemas.openxmlformats.org/officeDocument/2006/relationships/image" Target="../media/image200.png"/><Relationship Id="rId20" Type="http://schemas.openxmlformats.org/officeDocument/2006/relationships/image" Target="../media/image204.png"/><Relationship Id="rId29" Type="http://schemas.openxmlformats.org/officeDocument/2006/relationships/image" Target="../media/image213.png"/><Relationship Id="rId41" Type="http://schemas.openxmlformats.org/officeDocument/2006/relationships/image" Target="../media/image225.png"/><Relationship Id="rId54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195.png"/><Relationship Id="rId24" Type="http://schemas.openxmlformats.org/officeDocument/2006/relationships/image" Target="../media/image208.png"/><Relationship Id="rId32" Type="http://schemas.openxmlformats.org/officeDocument/2006/relationships/image" Target="../media/image216.png"/><Relationship Id="rId37" Type="http://schemas.openxmlformats.org/officeDocument/2006/relationships/image" Target="../media/image221.png"/><Relationship Id="rId40" Type="http://schemas.openxmlformats.org/officeDocument/2006/relationships/image" Target="../media/image224.png"/><Relationship Id="rId45" Type="http://schemas.openxmlformats.org/officeDocument/2006/relationships/image" Target="../media/image229.png"/><Relationship Id="rId53" Type="http://schemas.openxmlformats.org/officeDocument/2006/relationships/image" Target="../media/image237.png"/><Relationship Id="rId5" Type="http://schemas.openxmlformats.org/officeDocument/2006/relationships/image" Target="../media/image189.png"/><Relationship Id="rId15" Type="http://schemas.openxmlformats.org/officeDocument/2006/relationships/image" Target="../media/image199.png"/><Relationship Id="rId23" Type="http://schemas.openxmlformats.org/officeDocument/2006/relationships/image" Target="../media/image207.png"/><Relationship Id="rId28" Type="http://schemas.openxmlformats.org/officeDocument/2006/relationships/image" Target="../media/image212.png"/><Relationship Id="rId36" Type="http://schemas.openxmlformats.org/officeDocument/2006/relationships/image" Target="../media/image220.png"/><Relationship Id="rId49" Type="http://schemas.openxmlformats.org/officeDocument/2006/relationships/image" Target="../media/image233.png"/><Relationship Id="rId10" Type="http://schemas.openxmlformats.org/officeDocument/2006/relationships/image" Target="../media/image194.png"/><Relationship Id="rId19" Type="http://schemas.openxmlformats.org/officeDocument/2006/relationships/image" Target="../media/image203.png"/><Relationship Id="rId31" Type="http://schemas.openxmlformats.org/officeDocument/2006/relationships/image" Target="../media/image215.png"/><Relationship Id="rId44" Type="http://schemas.openxmlformats.org/officeDocument/2006/relationships/image" Target="../media/image228.png"/><Relationship Id="rId52" Type="http://schemas.openxmlformats.org/officeDocument/2006/relationships/image" Target="../media/image236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Relationship Id="rId22" Type="http://schemas.openxmlformats.org/officeDocument/2006/relationships/image" Target="../media/image206.png"/><Relationship Id="rId27" Type="http://schemas.openxmlformats.org/officeDocument/2006/relationships/image" Target="../media/image211.png"/><Relationship Id="rId30" Type="http://schemas.openxmlformats.org/officeDocument/2006/relationships/image" Target="../media/image214.png"/><Relationship Id="rId35" Type="http://schemas.openxmlformats.org/officeDocument/2006/relationships/image" Target="../media/image219.png"/><Relationship Id="rId43" Type="http://schemas.openxmlformats.org/officeDocument/2006/relationships/image" Target="../media/image227.png"/><Relationship Id="rId48" Type="http://schemas.openxmlformats.org/officeDocument/2006/relationships/image" Target="../media/image232.png"/><Relationship Id="rId56" Type="http://schemas.openxmlformats.org/officeDocument/2006/relationships/image" Target="../media/image240.jpg"/><Relationship Id="rId8" Type="http://schemas.openxmlformats.org/officeDocument/2006/relationships/image" Target="../media/image192.png"/><Relationship Id="rId51" Type="http://schemas.openxmlformats.org/officeDocument/2006/relationships/image" Target="../media/image235.png"/><Relationship Id="rId3" Type="http://schemas.openxmlformats.org/officeDocument/2006/relationships/image" Target="../media/image18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jp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4111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2F1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4988544" y="3957232"/>
            <a:ext cx="4817110" cy="1340485"/>
          </a:xfrm>
          <a:custGeom>
            <a:avLst/>
            <a:gdLst/>
            <a:ahLst/>
            <a:cxnLst/>
            <a:rect l="l" t="t" r="r" b="b"/>
            <a:pathLst>
              <a:path w="4817109" h="1340485">
                <a:moveTo>
                  <a:pt x="4816847" y="1159337"/>
                </a:moveTo>
                <a:lnTo>
                  <a:pt x="43901" y="1340078"/>
                </a:lnTo>
                <a:lnTo>
                  <a:pt x="0" y="180740"/>
                </a:lnTo>
                <a:lnTo>
                  <a:pt x="4772946" y="0"/>
                </a:lnTo>
                <a:lnTo>
                  <a:pt x="4816847" y="1159337"/>
                </a:lnTo>
                <a:close/>
              </a:path>
            </a:pathLst>
          </a:custGeom>
          <a:solidFill>
            <a:srgbClr val="42A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98255" y="6251587"/>
            <a:ext cx="4625340" cy="104139"/>
          </a:xfrm>
          <a:custGeom>
            <a:avLst/>
            <a:gdLst/>
            <a:ahLst/>
            <a:cxnLst/>
            <a:rect l="l" t="t" r="r" b="b"/>
            <a:pathLst>
              <a:path w="4625340" h="104139">
                <a:moveTo>
                  <a:pt x="1126100" y="103627"/>
                </a:moveTo>
                <a:lnTo>
                  <a:pt x="974664" y="103359"/>
                </a:lnTo>
                <a:lnTo>
                  <a:pt x="773652" y="101955"/>
                </a:lnTo>
                <a:lnTo>
                  <a:pt x="472206" y="98321"/>
                </a:lnTo>
                <a:lnTo>
                  <a:pt x="423972" y="97461"/>
                </a:lnTo>
                <a:lnTo>
                  <a:pt x="375729" y="96236"/>
                </a:lnTo>
                <a:lnTo>
                  <a:pt x="327486" y="94674"/>
                </a:lnTo>
                <a:lnTo>
                  <a:pt x="279251" y="92804"/>
                </a:lnTo>
                <a:lnTo>
                  <a:pt x="231034" y="90655"/>
                </a:lnTo>
                <a:lnTo>
                  <a:pt x="182842" y="88254"/>
                </a:lnTo>
                <a:lnTo>
                  <a:pt x="110655" y="81513"/>
                </a:lnTo>
                <a:lnTo>
                  <a:pt x="38622" y="72538"/>
                </a:lnTo>
                <a:lnTo>
                  <a:pt x="24935" y="71023"/>
                </a:lnTo>
                <a:lnTo>
                  <a:pt x="18139" y="70053"/>
                </a:lnTo>
                <a:lnTo>
                  <a:pt x="7293" y="67813"/>
                </a:lnTo>
                <a:lnTo>
                  <a:pt x="3800" y="64012"/>
                </a:lnTo>
                <a:lnTo>
                  <a:pt x="0" y="61444"/>
                </a:lnTo>
                <a:lnTo>
                  <a:pt x="3903" y="58876"/>
                </a:lnTo>
                <a:lnTo>
                  <a:pt x="7704" y="54254"/>
                </a:lnTo>
                <a:lnTo>
                  <a:pt x="27967" y="53515"/>
                </a:lnTo>
                <a:lnTo>
                  <a:pt x="60520" y="53182"/>
                </a:lnTo>
                <a:lnTo>
                  <a:pt x="377600" y="55897"/>
                </a:lnTo>
                <a:lnTo>
                  <a:pt x="395474" y="55896"/>
                </a:lnTo>
                <a:lnTo>
                  <a:pt x="619243" y="51548"/>
                </a:lnTo>
                <a:lnTo>
                  <a:pt x="676004" y="50659"/>
                </a:lnTo>
                <a:lnTo>
                  <a:pt x="705757" y="50521"/>
                </a:lnTo>
                <a:lnTo>
                  <a:pt x="795057" y="51069"/>
                </a:lnTo>
                <a:lnTo>
                  <a:pt x="1237423" y="50620"/>
                </a:lnTo>
                <a:lnTo>
                  <a:pt x="1286575" y="50453"/>
                </a:lnTo>
                <a:lnTo>
                  <a:pt x="1326697" y="50097"/>
                </a:lnTo>
                <a:lnTo>
                  <a:pt x="1366800" y="49375"/>
                </a:lnTo>
                <a:lnTo>
                  <a:pt x="1406902" y="48344"/>
                </a:lnTo>
                <a:lnTo>
                  <a:pt x="1496903" y="45255"/>
                </a:lnTo>
                <a:lnTo>
                  <a:pt x="1746352" y="35559"/>
                </a:lnTo>
                <a:lnTo>
                  <a:pt x="1801513" y="33761"/>
                </a:lnTo>
                <a:lnTo>
                  <a:pt x="1856674" y="32580"/>
                </a:lnTo>
                <a:lnTo>
                  <a:pt x="2684004" y="21525"/>
                </a:lnTo>
                <a:lnTo>
                  <a:pt x="2984882" y="18695"/>
                </a:lnTo>
                <a:lnTo>
                  <a:pt x="3185468" y="17685"/>
                </a:lnTo>
                <a:lnTo>
                  <a:pt x="3240875" y="18032"/>
                </a:lnTo>
                <a:lnTo>
                  <a:pt x="3296283" y="19030"/>
                </a:lnTo>
                <a:lnTo>
                  <a:pt x="3351690" y="20244"/>
                </a:lnTo>
                <a:lnTo>
                  <a:pt x="3407098" y="21242"/>
                </a:lnTo>
                <a:lnTo>
                  <a:pt x="3462505" y="21589"/>
                </a:lnTo>
                <a:lnTo>
                  <a:pt x="3558644" y="21436"/>
                </a:lnTo>
                <a:lnTo>
                  <a:pt x="3606738" y="21036"/>
                </a:lnTo>
                <a:lnTo>
                  <a:pt x="3654806" y="20097"/>
                </a:lnTo>
                <a:lnTo>
                  <a:pt x="3702817" y="18376"/>
                </a:lnTo>
                <a:lnTo>
                  <a:pt x="3750739" y="15631"/>
                </a:lnTo>
                <a:lnTo>
                  <a:pt x="3803034" y="12291"/>
                </a:lnTo>
                <a:lnTo>
                  <a:pt x="3855350" y="9439"/>
                </a:lnTo>
                <a:lnTo>
                  <a:pt x="3907683" y="7039"/>
                </a:lnTo>
                <a:lnTo>
                  <a:pt x="3960034" y="5058"/>
                </a:lnTo>
                <a:lnTo>
                  <a:pt x="4012401" y="3461"/>
                </a:lnTo>
                <a:lnTo>
                  <a:pt x="4064782" y="2213"/>
                </a:lnTo>
                <a:lnTo>
                  <a:pt x="4117175" y="1279"/>
                </a:lnTo>
                <a:lnTo>
                  <a:pt x="4169580" y="626"/>
                </a:lnTo>
                <a:lnTo>
                  <a:pt x="4221996" y="218"/>
                </a:lnTo>
                <a:lnTo>
                  <a:pt x="4326850" y="0"/>
                </a:lnTo>
                <a:lnTo>
                  <a:pt x="4379286" y="120"/>
                </a:lnTo>
                <a:lnTo>
                  <a:pt x="4420274" y="953"/>
                </a:lnTo>
                <a:lnTo>
                  <a:pt x="4461270" y="2701"/>
                </a:lnTo>
                <a:lnTo>
                  <a:pt x="4502286" y="4699"/>
                </a:lnTo>
                <a:lnTo>
                  <a:pt x="4543331" y="6283"/>
                </a:lnTo>
                <a:lnTo>
                  <a:pt x="4558542" y="6111"/>
                </a:lnTo>
                <a:lnTo>
                  <a:pt x="4589079" y="4189"/>
                </a:lnTo>
                <a:lnTo>
                  <a:pt x="4604347" y="3612"/>
                </a:lnTo>
                <a:lnTo>
                  <a:pt x="4610305" y="3612"/>
                </a:lnTo>
                <a:lnTo>
                  <a:pt x="4618112" y="5770"/>
                </a:lnTo>
                <a:lnTo>
                  <a:pt x="4624686" y="13474"/>
                </a:lnTo>
                <a:lnTo>
                  <a:pt x="4625302" y="22821"/>
                </a:lnTo>
                <a:lnTo>
                  <a:pt x="4619652" y="31142"/>
                </a:lnTo>
                <a:lnTo>
                  <a:pt x="4579784" y="38640"/>
                </a:lnTo>
                <a:lnTo>
                  <a:pt x="4541739" y="42682"/>
                </a:lnTo>
                <a:lnTo>
                  <a:pt x="4507071" y="43982"/>
                </a:lnTo>
                <a:lnTo>
                  <a:pt x="4114191" y="43761"/>
                </a:lnTo>
                <a:lnTo>
                  <a:pt x="4015971" y="44134"/>
                </a:lnTo>
                <a:lnTo>
                  <a:pt x="3917763" y="45009"/>
                </a:lnTo>
                <a:lnTo>
                  <a:pt x="3865606" y="45907"/>
                </a:lnTo>
                <a:lnTo>
                  <a:pt x="3813450" y="47225"/>
                </a:lnTo>
                <a:lnTo>
                  <a:pt x="3761294" y="48864"/>
                </a:lnTo>
                <a:lnTo>
                  <a:pt x="3552668" y="56622"/>
                </a:lnTo>
                <a:lnTo>
                  <a:pt x="3500512" y="58363"/>
                </a:lnTo>
                <a:lnTo>
                  <a:pt x="3456042" y="59452"/>
                </a:lnTo>
                <a:lnTo>
                  <a:pt x="3322497" y="61547"/>
                </a:lnTo>
                <a:lnTo>
                  <a:pt x="2967237" y="70883"/>
                </a:lnTo>
                <a:lnTo>
                  <a:pt x="2822526" y="74992"/>
                </a:lnTo>
                <a:lnTo>
                  <a:pt x="2774269" y="76008"/>
                </a:lnTo>
                <a:lnTo>
                  <a:pt x="2725999" y="76647"/>
                </a:lnTo>
                <a:lnTo>
                  <a:pt x="2622902" y="77215"/>
                </a:lnTo>
                <a:lnTo>
                  <a:pt x="2313576" y="76955"/>
                </a:lnTo>
                <a:lnTo>
                  <a:pt x="2313576" y="79215"/>
                </a:lnTo>
                <a:lnTo>
                  <a:pt x="2011756" y="82456"/>
                </a:lnTo>
                <a:lnTo>
                  <a:pt x="1911181" y="84037"/>
                </a:lnTo>
                <a:lnTo>
                  <a:pt x="1860886" y="85070"/>
                </a:lnTo>
                <a:lnTo>
                  <a:pt x="1806831" y="86548"/>
                </a:lnTo>
                <a:lnTo>
                  <a:pt x="1752785" y="88416"/>
                </a:lnTo>
                <a:lnTo>
                  <a:pt x="1590666" y="94849"/>
                </a:lnTo>
                <a:lnTo>
                  <a:pt x="1536620" y="96767"/>
                </a:lnTo>
                <a:lnTo>
                  <a:pt x="1482566" y="98321"/>
                </a:lnTo>
                <a:lnTo>
                  <a:pt x="1380718" y="100571"/>
                </a:lnTo>
                <a:lnTo>
                  <a:pt x="1278871" y="102301"/>
                </a:lnTo>
                <a:lnTo>
                  <a:pt x="1177023" y="103377"/>
                </a:lnTo>
                <a:lnTo>
                  <a:pt x="1126100" y="103627"/>
                </a:lnTo>
                <a:close/>
              </a:path>
            </a:pathLst>
          </a:custGeom>
          <a:solidFill>
            <a:srgbClr val="258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2217" y="8721907"/>
            <a:ext cx="700257" cy="641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7455" y="1778161"/>
            <a:ext cx="506453" cy="4648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10018" y="6133975"/>
            <a:ext cx="253186" cy="228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8122" y="9143820"/>
            <a:ext cx="409379" cy="3797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01481" y="1967549"/>
            <a:ext cx="409379" cy="37972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 rot="21135448">
            <a:off x="5520626" y="4069103"/>
            <a:ext cx="4486832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430"/>
              </a:lnSpc>
            </a:pPr>
            <a:r>
              <a:rPr lang="en-US" sz="9600" b="1" spc="310" dirty="0">
                <a:solidFill>
                  <a:srgbClr val="FFFFFF"/>
                </a:solidFill>
                <a:latin typeface="Trebuchet MS"/>
                <a:cs typeface="Trebuchet MS"/>
              </a:rPr>
              <a:t>Energy</a:t>
            </a:r>
            <a:endParaRPr lang="en-US" sz="96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876801" y="1856043"/>
            <a:ext cx="701040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spc="265" dirty="0">
                <a:solidFill>
                  <a:srgbClr val="323232"/>
                </a:solidFill>
                <a:latin typeface="Trebuchet MS"/>
                <a:cs typeface="Trebuchet MS"/>
              </a:rPr>
              <a:t>World</a:t>
            </a:r>
            <a:r>
              <a:rPr sz="9200" spc="-665" dirty="0">
                <a:solidFill>
                  <a:srgbClr val="323232"/>
                </a:solidFill>
                <a:latin typeface="Trebuchet MS"/>
                <a:cs typeface="Trebuchet MS"/>
              </a:rPr>
              <a:t> </a:t>
            </a:r>
            <a:r>
              <a:rPr sz="9200" spc="229" dirty="0">
                <a:solidFill>
                  <a:srgbClr val="323232"/>
                </a:solidFill>
                <a:latin typeface="Trebuchet MS"/>
                <a:cs typeface="Trebuchet MS"/>
              </a:rPr>
              <a:t>Wide</a:t>
            </a:r>
            <a:endParaRPr sz="9200" dirty="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20748" y="-41114"/>
            <a:ext cx="10614660" cy="1819275"/>
            <a:chOff x="7573954" y="119451"/>
            <a:chExt cx="10614660" cy="181927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73954" y="211244"/>
              <a:ext cx="10614495" cy="15430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55057" y="119451"/>
              <a:ext cx="9730851" cy="18192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410104" y="9480902"/>
            <a:ext cx="5873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45" dirty="0">
                <a:solidFill>
                  <a:srgbClr val="323232"/>
                </a:solidFill>
                <a:latin typeface="Trebuchet MS"/>
                <a:cs typeface="Trebuchet MS"/>
              </a:rPr>
              <a:t>Clean</a:t>
            </a:r>
            <a:r>
              <a:rPr sz="3600" spc="-385" dirty="0">
                <a:solidFill>
                  <a:srgbClr val="323232"/>
                </a:solidFill>
                <a:latin typeface="Trebuchet MS"/>
                <a:cs typeface="Trebuchet MS"/>
              </a:rPr>
              <a:t> </a:t>
            </a:r>
            <a:r>
              <a:rPr sz="3600" spc="-254" dirty="0">
                <a:solidFill>
                  <a:srgbClr val="323232"/>
                </a:solidFill>
                <a:latin typeface="Trebuchet MS"/>
                <a:cs typeface="Trebuchet MS"/>
              </a:rPr>
              <a:t>Solutions</a:t>
            </a:r>
            <a:r>
              <a:rPr sz="3600" spc="-380" dirty="0">
                <a:solidFill>
                  <a:srgbClr val="323232"/>
                </a:solidFill>
                <a:latin typeface="Trebuchet MS"/>
                <a:cs typeface="Trebuchet MS"/>
              </a:rPr>
              <a:t> </a:t>
            </a:r>
            <a:r>
              <a:rPr sz="3600" spc="-285" dirty="0">
                <a:solidFill>
                  <a:srgbClr val="323232"/>
                </a:solidFill>
                <a:latin typeface="Trebuchet MS"/>
                <a:cs typeface="Trebuchet MS"/>
              </a:rPr>
              <a:t>for</a:t>
            </a:r>
            <a:r>
              <a:rPr sz="3600" spc="-380" dirty="0">
                <a:solidFill>
                  <a:srgbClr val="323232"/>
                </a:solidFill>
                <a:latin typeface="Trebuchet MS"/>
                <a:cs typeface="Trebuchet MS"/>
              </a:rPr>
              <a:t> </a:t>
            </a:r>
            <a:r>
              <a:rPr sz="3600" spc="-325" dirty="0">
                <a:solidFill>
                  <a:srgbClr val="323232"/>
                </a:solidFill>
                <a:latin typeface="Trebuchet MS"/>
                <a:cs typeface="Trebuchet MS"/>
              </a:rPr>
              <a:t>a</a:t>
            </a:r>
            <a:r>
              <a:rPr sz="3600" spc="-380" dirty="0">
                <a:solidFill>
                  <a:srgbClr val="323232"/>
                </a:solidFill>
                <a:latin typeface="Trebuchet MS"/>
                <a:cs typeface="Trebuchet MS"/>
              </a:rPr>
              <a:t> </a:t>
            </a:r>
            <a:r>
              <a:rPr sz="3600" spc="-370" dirty="0">
                <a:solidFill>
                  <a:srgbClr val="323232"/>
                </a:solidFill>
                <a:latin typeface="Trebuchet MS"/>
                <a:cs typeface="Trebuchet MS"/>
              </a:rPr>
              <a:t>Greener</a:t>
            </a:r>
            <a:r>
              <a:rPr sz="3600" spc="-385" dirty="0">
                <a:solidFill>
                  <a:srgbClr val="323232"/>
                </a:solidFill>
                <a:latin typeface="Trebuchet MS"/>
                <a:cs typeface="Trebuchet MS"/>
              </a:rPr>
              <a:t> </a:t>
            </a:r>
            <a:r>
              <a:rPr sz="3600" spc="-350" dirty="0">
                <a:solidFill>
                  <a:srgbClr val="323232"/>
                </a:solidFill>
                <a:latin typeface="Trebuchet MS"/>
                <a:cs typeface="Trebuchet MS"/>
              </a:rPr>
              <a:t>Earth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44008" y="5060613"/>
            <a:ext cx="7279587" cy="47665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algn="ctr">
              <a:lnSpc>
                <a:spcPct val="100000"/>
              </a:lnSpc>
              <a:spcBef>
                <a:spcPts val="100"/>
              </a:spcBef>
            </a:pPr>
            <a:r>
              <a:rPr lang="en-US" sz="6600" spc="-370" dirty="0">
                <a:latin typeface="Arial Black"/>
                <a:cs typeface="Arial Black"/>
              </a:rPr>
              <a:t>Consumption</a:t>
            </a:r>
            <a:endParaRPr lang="en-US" sz="6600" dirty="0">
              <a:latin typeface="Arial Black"/>
              <a:cs typeface="Arial Black"/>
            </a:endParaRPr>
          </a:p>
          <a:p>
            <a:pPr marL="1537335">
              <a:lnSpc>
                <a:spcPct val="100000"/>
              </a:lnSpc>
              <a:spcBef>
                <a:spcPts val="7540"/>
              </a:spcBef>
            </a:pPr>
            <a:r>
              <a:rPr lang="en-US" sz="4700" b="1" spc="114" dirty="0">
                <a:latin typeface="Trebuchet MS"/>
                <a:cs typeface="Trebuchet MS"/>
              </a:rPr>
              <a:t>Presented</a:t>
            </a:r>
            <a:r>
              <a:rPr lang="en-US" sz="4700" b="1" spc="-305" dirty="0">
                <a:latin typeface="Trebuchet MS"/>
                <a:cs typeface="Trebuchet MS"/>
              </a:rPr>
              <a:t> </a:t>
            </a:r>
            <a:r>
              <a:rPr lang="en-US" sz="4700" b="1" spc="270" dirty="0">
                <a:latin typeface="Trebuchet MS"/>
                <a:cs typeface="Trebuchet MS"/>
              </a:rPr>
              <a:t>By</a:t>
            </a:r>
            <a:endParaRPr lang="en-US" sz="4700" dirty="0">
              <a:latin typeface="Trebuchet MS"/>
              <a:cs typeface="Trebuchet MS"/>
            </a:endParaRPr>
          </a:p>
          <a:p>
            <a:pPr marL="1950720" marR="5080" indent="-1938655">
              <a:lnSpc>
                <a:spcPct val="130900"/>
              </a:lnSpc>
              <a:spcBef>
                <a:spcPts val="980"/>
              </a:spcBef>
            </a:pPr>
            <a:r>
              <a:rPr lang="en-US" sz="4700" spc="55" dirty="0">
                <a:latin typeface="Trebuchet MS"/>
                <a:cs typeface="Trebuchet MS"/>
              </a:rPr>
              <a:t>   Name: Amol </a:t>
            </a:r>
            <a:r>
              <a:rPr lang="en-US" sz="4700" spc="155" dirty="0">
                <a:latin typeface="Trebuchet MS"/>
                <a:cs typeface="Trebuchet MS"/>
              </a:rPr>
              <a:t>Chavan</a:t>
            </a:r>
            <a:r>
              <a:rPr lang="en-US" sz="4700" spc="-210" dirty="0">
                <a:latin typeface="Trebuchet MS"/>
                <a:cs typeface="Trebuchet MS"/>
              </a:rPr>
              <a:t> </a:t>
            </a:r>
          </a:p>
          <a:p>
            <a:pPr marL="1950720" marR="5080" indent="-1938655">
              <a:lnSpc>
                <a:spcPct val="130900"/>
              </a:lnSpc>
              <a:spcBef>
                <a:spcPts val="980"/>
              </a:spcBef>
            </a:pPr>
            <a:r>
              <a:rPr lang="en-US" sz="4700" spc="-210" dirty="0">
                <a:latin typeface="Trebuchet MS"/>
                <a:cs typeface="Trebuchet MS"/>
              </a:rPr>
              <a:t>          </a:t>
            </a:r>
            <a:r>
              <a:rPr lang="en-US" sz="4700" spc="65" dirty="0">
                <a:latin typeface="Trebuchet MS"/>
                <a:cs typeface="Trebuchet MS"/>
              </a:rPr>
              <a:t>Branch: Pune</a:t>
            </a:r>
            <a:endParaRPr lang="en-US" sz="47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2F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-13"/>
            <a:ext cx="1503680" cy="1372235"/>
          </a:xfrm>
          <a:custGeom>
            <a:avLst/>
            <a:gdLst/>
            <a:ahLst/>
            <a:cxnLst/>
            <a:rect l="l" t="t" r="r" b="b"/>
            <a:pathLst>
              <a:path w="1503680" h="1372235">
                <a:moveTo>
                  <a:pt x="33553" y="596"/>
                </a:moveTo>
                <a:lnTo>
                  <a:pt x="33235" y="12"/>
                </a:lnTo>
                <a:lnTo>
                  <a:pt x="0" y="12"/>
                </a:lnTo>
                <a:lnTo>
                  <a:pt x="0" y="12280"/>
                </a:lnTo>
                <a:lnTo>
                  <a:pt x="1854" y="11493"/>
                </a:lnTo>
                <a:lnTo>
                  <a:pt x="1041" y="8534"/>
                </a:lnTo>
                <a:lnTo>
                  <a:pt x="1803" y="7772"/>
                </a:lnTo>
                <a:lnTo>
                  <a:pt x="3517" y="8115"/>
                </a:lnTo>
                <a:lnTo>
                  <a:pt x="5207" y="8115"/>
                </a:lnTo>
                <a:lnTo>
                  <a:pt x="7112" y="7772"/>
                </a:lnTo>
                <a:lnTo>
                  <a:pt x="9436" y="7366"/>
                </a:lnTo>
                <a:lnTo>
                  <a:pt x="14465" y="9093"/>
                </a:lnTo>
                <a:lnTo>
                  <a:pt x="19240" y="8115"/>
                </a:lnTo>
                <a:lnTo>
                  <a:pt x="19113" y="7366"/>
                </a:lnTo>
                <a:lnTo>
                  <a:pt x="18808" y="5537"/>
                </a:lnTo>
                <a:lnTo>
                  <a:pt x="18796" y="4813"/>
                </a:lnTo>
                <a:lnTo>
                  <a:pt x="19380" y="4241"/>
                </a:lnTo>
                <a:lnTo>
                  <a:pt x="21844" y="4813"/>
                </a:lnTo>
                <a:lnTo>
                  <a:pt x="24460" y="4165"/>
                </a:lnTo>
                <a:lnTo>
                  <a:pt x="27635" y="5537"/>
                </a:lnTo>
                <a:lnTo>
                  <a:pt x="29883" y="4470"/>
                </a:lnTo>
                <a:lnTo>
                  <a:pt x="29806" y="4165"/>
                </a:lnTo>
                <a:lnTo>
                  <a:pt x="29197" y="1574"/>
                </a:lnTo>
                <a:lnTo>
                  <a:pt x="29845" y="596"/>
                </a:lnTo>
                <a:lnTo>
                  <a:pt x="32308" y="1574"/>
                </a:lnTo>
                <a:lnTo>
                  <a:pt x="32575" y="1574"/>
                </a:lnTo>
                <a:lnTo>
                  <a:pt x="33553" y="596"/>
                </a:lnTo>
                <a:close/>
              </a:path>
              <a:path w="1503680" h="1372235">
                <a:moveTo>
                  <a:pt x="635901" y="12"/>
                </a:moveTo>
                <a:lnTo>
                  <a:pt x="621982" y="12"/>
                </a:lnTo>
                <a:lnTo>
                  <a:pt x="621906" y="12712"/>
                </a:lnTo>
                <a:lnTo>
                  <a:pt x="635838" y="12712"/>
                </a:lnTo>
                <a:lnTo>
                  <a:pt x="635901" y="12"/>
                </a:lnTo>
                <a:close/>
              </a:path>
              <a:path w="1503680" h="1372235">
                <a:moveTo>
                  <a:pt x="846518" y="12"/>
                </a:moveTo>
                <a:lnTo>
                  <a:pt x="832853" y="12"/>
                </a:lnTo>
                <a:lnTo>
                  <a:pt x="832612" y="12712"/>
                </a:lnTo>
                <a:lnTo>
                  <a:pt x="845261" y="12712"/>
                </a:lnTo>
                <a:lnTo>
                  <a:pt x="846518" y="12"/>
                </a:lnTo>
                <a:close/>
              </a:path>
              <a:path w="1503680" h="1372235">
                <a:moveTo>
                  <a:pt x="1299946" y="635"/>
                </a:moveTo>
                <a:lnTo>
                  <a:pt x="1299679" y="12"/>
                </a:lnTo>
                <a:lnTo>
                  <a:pt x="1221943" y="12"/>
                </a:lnTo>
                <a:lnTo>
                  <a:pt x="1221663" y="571"/>
                </a:lnTo>
                <a:lnTo>
                  <a:pt x="1222832" y="1739"/>
                </a:lnTo>
                <a:lnTo>
                  <a:pt x="1225169" y="571"/>
                </a:lnTo>
                <a:lnTo>
                  <a:pt x="1226248" y="1651"/>
                </a:lnTo>
                <a:lnTo>
                  <a:pt x="1225181" y="4279"/>
                </a:lnTo>
                <a:lnTo>
                  <a:pt x="1226299" y="5041"/>
                </a:lnTo>
                <a:lnTo>
                  <a:pt x="1228572" y="4622"/>
                </a:lnTo>
                <a:lnTo>
                  <a:pt x="1229779" y="4686"/>
                </a:lnTo>
                <a:lnTo>
                  <a:pt x="1232446" y="4330"/>
                </a:lnTo>
                <a:lnTo>
                  <a:pt x="1233157" y="5041"/>
                </a:lnTo>
                <a:lnTo>
                  <a:pt x="1232319" y="7962"/>
                </a:lnTo>
                <a:lnTo>
                  <a:pt x="1234668" y="9029"/>
                </a:lnTo>
                <a:lnTo>
                  <a:pt x="1237754" y="7658"/>
                </a:lnTo>
                <a:lnTo>
                  <a:pt x="1240409" y="8318"/>
                </a:lnTo>
                <a:lnTo>
                  <a:pt x="1242860" y="7734"/>
                </a:lnTo>
                <a:lnTo>
                  <a:pt x="1243533" y="8407"/>
                </a:lnTo>
                <a:lnTo>
                  <a:pt x="1243037" y="11620"/>
                </a:lnTo>
                <a:lnTo>
                  <a:pt x="1245450" y="12077"/>
                </a:lnTo>
                <a:lnTo>
                  <a:pt x="1248117" y="11671"/>
                </a:lnTo>
                <a:lnTo>
                  <a:pt x="1271066" y="11671"/>
                </a:lnTo>
                <a:lnTo>
                  <a:pt x="1275245" y="12319"/>
                </a:lnTo>
                <a:lnTo>
                  <a:pt x="1278661" y="11620"/>
                </a:lnTo>
                <a:lnTo>
                  <a:pt x="1278128" y="8420"/>
                </a:lnTo>
                <a:lnTo>
                  <a:pt x="1278813" y="7734"/>
                </a:lnTo>
                <a:lnTo>
                  <a:pt x="1281264" y="8318"/>
                </a:lnTo>
                <a:lnTo>
                  <a:pt x="1283919" y="7658"/>
                </a:lnTo>
                <a:lnTo>
                  <a:pt x="1287005" y="9029"/>
                </a:lnTo>
                <a:lnTo>
                  <a:pt x="1289329" y="7988"/>
                </a:lnTo>
                <a:lnTo>
                  <a:pt x="1288567" y="5054"/>
                </a:lnTo>
                <a:lnTo>
                  <a:pt x="1289824" y="3530"/>
                </a:lnTo>
                <a:lnTo>
                  <a:pt x="1294650" y="5524"/>
                </a:lnTo>
                <a:lnTo>
                  <a:pt x="1296428" y="4318"/>
                </a:lnTo>
                <a:lnTo>
                  <a:pt x="1295565" y="1701"/>
                </a:lnTo>
                <a:lnTo>
                  <a:pt x="1296289" y="596"/>
                </a:lnTo>
                <a:lnTo>
                  <a:pt x="1298930" y="1651"/>
                </a:lnTo>
                <a:lnTo>
                  <a:pt x="1299946" y="635"/>
                </a:lnTo>
                <a:close/>
              </a:path>
              <a:path w="1503680" h="1372235">
                <a:moveTo>
                  <a:pt x="1440370" y="876312"/>
                </a:moveTo>
                <a:lnTo>
                  <a:pt x="1436535" y="876312"/>
                </a:lnTo>
                <a:lnTo>
                  <a:pt x="1436789" y="863612"/>
                </a:lnTo>
                <a:lnTo>
                  <a:pt x="1432991" y="863612"/>
                </a:lnTo>
                <a:lnTo>
                  <a:pt x="1433271" y="850912"/>
                </a:lnTo>
                <a:lnTo>
                  <a:pt x="1429575" y="850912"/>
                </a:lnTo>
                <a:lnTo>
                  <a:pt x="1429918" y="838212"/>
                </a:lnTo>
                <a:lnTo>
                  <a:pt x="1419021" y="838212"/>
                </a:lnTo>
                <a:lnTo>
                  <a:pt x="1419225" y="825512"/>
                </a:lnTo>
                <a:lnTo>
                  <a:pt x="1398892" y="825512"/>
                </a:lnTo>
                <a:lnTo>
                  <a:pt x="1398054" y="812812"/>
                </a:lnTo>
                <a:lnTo>
                  <a:pt x="1334795" y="812812"/>
                </a:lnTo>
                <a:lnTo>
                  <a:pt x="1334998" y="825512"/>
                </a:lnTo>
                <a:lnTo>
                  <a:pt x="1323454" y="825512"/>
                </a:lnTo>
                <a:lnTo>
                  <a:pt x="1323441" y="812812"/>
                </a:lnTo>
                <a:lnTo>
                  <a:pt x="1330769" y="812812"/>
                </a:lnTo>
                <a:lnTo>
                  <a:pt x="1330960" y="800112"/>
                </a:lnTo>
                <a:lnTo>
                  <a:pt x="1333766" y="800112"/>
                </a:lnTo>
                <a:lnTo>
                  <a:pt x="1334846" y="762012"/>
                </a:lnTo>
                <a:lnTo>
                  <a:pt x="1331658" y="762012"/>
                </a:lnTo>
                <a:lnTo>
                  <a:pt x="1331404" y="749312"/>
                </a:lnTo>
                <a:lnTo>
                  <a:pt x="1327937" y="749312"/>
                </a:lnTo>
                <a:lnTo>
                  <a:pt x="1327988" y="736612"/>
                </a:lnTo>
                <a:lnTo>
                  <a:pt x="1349870" y="736612"/>
                </a:lnTo>
                <a:lnTo>
                  <a:pt x="1351711" y="749312"/>
                </a:lnTo>
                <a:lnTo>
                  <a:pt x="1379804" y="736612"/>
                </a:lnTo>
                <a:lnTo>
                  <a:pt x="1410411" y="736612"/>
                </a:lnTo>
                <a:lnTo>
                  <a:pt x="1411097" y="723912"/>
                </a:lnTo>
                <a:lnTo>
                  <a:pt x="1425181" y="723912"/>
                </a:lnTo>
                <a:lnTo>
                  <a:pt x="1428762" y="711212"/>
                </a:lnTo>
                <a:lnTo>
                  <a:pt x="1428673" y="698512"/>
                </a:lnTo>
                <a:lnTo>
                  <a:pt x="1435684" y="698512"/>
                </a:lnTo>
                <a:lnTo>
                  <a:pt x="1439329" y="685812"/>
                </a:lnTo>
                <a:lnTo>
                  <a:pt x="1440065" y="660412"/>
                </a:lnTo>
                <a:lnTo>
                  <a:pt x="1436357" y="660412"/>
                </a:lnTo>
                <a:lnTo>
                  <a:pt x="1436636" y="647712"/>
                </a:lnTo>
                <a:lnTo>
                  <a:pt x="1432852" y="647712"/>
                </a:lnTo>
                <a:lnTo>
                  <a:pt x="1433398" y="635012"/>
                </a:lnTo>
                <a:lnTo>
                  <a:pt x="1426298" y="635012"/>
                </a:lnTo>
                <a:lnTo>
                  <a:pt x="1426629" y="622312"/>
                </a:lnTo>
                <a:lnTo>
                  <a:pt x="1412214" y="622312"/>
                </a:lnTo>
                <a:lnTo>
                  <a:pt x="1412214" y="609612"/>
                </a:lnTo>
                <a:lnTo>
                  <a:pt x="1401610" y="609612"/>
                </a:lnTo>
                <a:lnTo>
                  <a:pt x="1401597" y="596912"/>
                </a:lnTo>
                <a:lnTo>
                  <a:pt x="1331302" y="596912"/>
                </a:lnTo>
                <a:lnTo>
                  <a:pt x="1331518" y="609612"/>
                </a:lnTo>
                <a:lnTo>
                  <a:pt x="1327950" y="609612"/>
                </a:lnTo>
                <a:lnTo>
                  <a:pt x="1323390" y="596912"/>
                </a:lnTo>
                <a:lnTo>
                  <a:pt x="1330731" y="596912"/>
                </a:lnTo>
                <a:lnTo>
                  <a:pt x="1334135" y="584212"/>
                </a:lnTo>
                <a:lnTo>
                  <a:pt x="1334147" y="571512"/>
                </a:lnTo>
                <a:lnTo>
                  <a:pt x="1334846" y="571512"/>
                </a:lnTo>
                <a:lnTo>
                  <a:pt x="1334922" y="546112"/>
                </a:lnTo>
                <a:lnTo>
                  <a:pt x="1331163" y="546112"/>
                </a:lnTo>
                <a:lnTo>
                  <a:pt x="1331950" y="533412"/>
                </a:lnTo>
                <a:lnTo>
                  <a:pt x="1324648" y="533412"/>
                </a:lnTo>
                <a:lnTo>
                  <a:pt x="1323949" y="520712"/>
                </a:lnTo>
                <a:lnTo>
                  <a:pt x="1332649" y="520712"/>
                </a:lnTo>
                <a:lnTo>
                  <a:pt x="1334046" y="533412"/>
                </a:lnTo>
                <a:lnTo>
                  <a:pt x="1390269" y="533412"/>
                </a:lnTo>
                <a:lnTo>
                  <a:pt x="1397330" y="520712"/>
                </a:lnTo>
                <a:lnTo>
                  <a:pt x="1418056" y="520712"/>
                </a:lnTo>
                <a:lnTo>
                  <a:pt x="1418056" y="508012"/>
                </a:lnTo>
                <a:lnTo>
                  <a:pt x="1425473" y="508012"/>
                </a:lnTo>
                <a:lnTo>
                  <a:pt x="1424686" y="495312"/>
                </a:lnTo>
                <a:lnTo>
                  <a:pt x="1432166" y="495312"/>
                </a:lnTo>
                <a:lnTo>
                  <a:pt x="1432166" y="482612"/>
                </a:lnTo>
                <a:lnTo>
                  <a:pt x="1435976" y="482612"/>
                </a:lnTo>
                <a:lnTo>
                  <a:pt x="1435735" y="469912"/>
                </a:lnTo>
                <a:lnTo>
                  <a:pt x="1439481" y="469912"/>
                </a:lnTo>
                <a:lnTo>
                  <a:pt x="1440103" y="444512"/>
                </a:lnTo>
                <a:lnTo>
                  <a:pt x="1436243" y="444512"/>
                </a:lnTo>
                <a:lnTo>
                  <a:pt x="1436497" y="431812"/>
                </a:lnTo>
                <a:lnTo>
                  <a:pt x="1429778" y="431812"/>
                </a:lnTo>
                <a:lnTo>
                  <a:pt x="1426057" y="419112"/>
                </a:lnTo>
                <a:lnTo>
                  <a:pt x="1422628" y="419112"/>
                </a:lnTo>
                <a:lnTo>
                  <a:pt x="1422704" y="406412"/>
                </a:lnTo>
                <a:lnTo>
                  <a:pt x="1406461" y="406412"/>
                </a:lnTo>
                <a:lnTo>
                  <a:pt x="1405039" y="393712"/>
                </a:lnTo>
                <a:lnTo>
                  <a:pt x="1327861" y="393712"/>
                </a:lnTo>
                <a:lnTo>
                  <a:pt x="1320927" y="406412"/>
                </a:lnTo>
                <a:lnTo>
                  <a:pt x="1319733" y="406412"/>
                </a:lnTo>
                <a:lnTo>
                  <a:pt x="1319949" y="393712"/>
                </a:lnTo>
                <a:lnTo>
                  <a:pt x="1327226" y="393712"/>
                </a:lnTo>
                <a:lnTo>
                  <a:pt x="1327124" y="381012"/>
                </a:lnTo>
                <a:lnTo>
                  <a:pt x="1334414" y="381012"/>
                </a:lnTo>
                <a:lnTo>
                  <a:pt x="1334465" y="342912"/>
                </a:lnTo>
                <a:lnTo>
                  <a:pt x="1331201" y="342912"/>
                </a:lnTo>
                <a:lnTo>
                  <a:pt x="1331290" y="330212"/>
                </a:lnTo>
                <a:lnTo>
                  <a:pt x="1324279" y="330212"/>
                </a:lnTo>
                <a:lnTo>
                  <a:pt x="1324787" y="317512"/>
                </a:lnTo>
                <a:lnTo>
                  <a:pt x="1320965" y="317512"/>
                </a:lnTo>
                <a:lnTo>
                  <a:pt x="1320927" y="304812"/>
                </a:lnTo>
                <a:lnTo>
                  <a:pt x="1316431" y="304812"/>
                </a:lnTo>
                <a:lnTo>
                  <a:pt x="1316431" y="939812"/>
                </a:lnTo>
                <a:lnTo>
                  <a:pt x="1310474" y="939812"/>
                </a:lnTo>
                <a:lnTo>
                  <a:pt x="1310474" y="927112"/>
                </a:lnTo>
                <a:lnTo>
                  <a:pt x="1316215" y="927112"/>
                </a:lnTo>
                <a:lnTo>
                  <a:pt x="1316431" y="939812"/>
                </a:lnTo>
                <a:lnTo>
                  <a:pt x="1316431" y="304812"/>
                </a:lnTo>
                <a:lnTo>
                  <a:pt x="1306982" y="304812"/>
                </a:lnTo>
                <a:lnTo>
                  <a:pt x="1306868" y="292112"/>
                </a:lnTo>
                <a:lnTo>
                  <a:pt x="1306741" y="292112"/>
                </a:lnTo>
                <a:lnTo>
                  <a:pt x="1306741" y="419112"/>
                </a:lnTo>
                <a:lnTo>
                  <a:pt x="1306283" y="419112"/>
                </a:lnTo>
                <a:lnTo>
                  <a:pt x="1306283" y="723912"/>
                </a:lnTo>
                <a:lnTo>
                  <a:pt x="1305902" y="723912"/>
                </a:lnTo>
                <a:lnTo>
                  <a:pt x="1305902" y="927112"/>
                </a:lnTo>
                <a:lnTo>
                  <a:pt x="1285989" y="927112"/>
                </a:lnTo>
                <a:lnTo>
                  <a:pt x="1285811" y="914412"/>
                </a:lnTo>
                <a:lnTo>
                  <a:pt x="1236560" y="914412"/>
                </a:lnTo>
                <a:lnTo>
                  <a:pt x="1236624" y="927112"/>
                </a:lnTo>
                <a:lnTo>
                  <a:pt x="1226362" y="914412"/>
                </a:lnTo>
                <a:lnTo>
                  <a:pt x="1226197" y="927112"/>
                </a:lnTo>
                <a:lnTo>
                  <a:pt x="1221613" y="914412"/>
                </a:lnTo>
                <a:lnTo>
                  <a:pt x="1226362" y="914412"/>
                </a:lnTo>
                <a:lnTo>
                  <a:pt x="1228864" y="914412"/>
                </a:lnTo>
                <a:lnTo>
                  <a:pt x="1229207" y="889012"/>
                </a:lnTo>
                <a:lnTo>
                  <a:pt x="1232128" y="889012"/>
                </a:lnTo>
                <a:lnTo>
                  <a:pt x="1233043" y="863612"/>
                </a:lnTo>
                <a:lnTo>
                  <a:pt x="1229753" y="863612"/>
                </a:lnTo>
                <a:lnTo>
                  <a:pt x="1225994" y="850912"/>
                </a:lnTo>
                <a:lnTo>
                  <a:pt x="1222679" y="850912"/>
                </a:lnTo>
                <a:lnTo>
                  <a:pt x="1228674" y="838212"/>
                </a:lnTo>
                <a:lnTo>
                  <a:pt x="1239266" y="838212"/>
                </a:lnTo>
                <a:lnTo>
                  <a:pt x="1239291" y="850912"/>
                </a:lnTo>
                <a:lnTo>
                  <a:pt x="1291920" y="850912"/>
                </a:lnTo>
                <a:lnTo>
                  <a:pt x="1291920" y="838212"/>
                </a:lnTo>
                <a:lnTo>
                  <a:pt x="1303388" y="838212"/>
                </a:lnTo>
                <a:lnTo>
                  <a:pt x="1303604" y="850912"/>
                </a:lnTo>
                <a:lnTo>
                  <a:pt x="1299832" y="850912"/>
                </a:lnTo>
                <a:lnTo>
                  <a:pt x="1299984" y="863612"/>
                </a:lnTo>
                <a:lnTo>
                  <a:pt x="1296276" y="863612"/>
                </a:lnTo>
                <a:lnTo>
                  <a:pt x="1295869" y="876312"/>
                </a:lnTo>
                <a:lnTo>
                  <a:pt x="1292656" y="876312"/>
                </a:lnTo>
                <a:lnTo>
                  <a:pt x="1291666" y="889012"/>
                </a:lnTo>
                <a:lnTo>
                  <a:pt x="1295488" y="889012"/>
                </a:lnTo>
                <a:lnTo>
                  <a:pt x="1295247" y="901712"/>
                </a:lnTo>
                <a:lnTo>
                  <a:pt x="1299032" y="914412"/>
                </a:lnTo>
                <a:lnTo>
                  <a:pt x="1302118" y="914412"/>
                </a:lnTo>
                <a:lnTo>
                  <a:pt x="1305902" y="927112"/>
                </a:lnTo>
                <a:lnTo>
                  <a:pt x="1305902" y="723912"/>
                </a:lnTo>
                <a:lnTo>
                  <a:pt x="1303312" y="723912"/>
                </a:lnTo>
                <a:lnTo>
                  <a:pt x="1303528" y="711212"/>
                </a:lnTo>
                <a:lnTo>
                  <a:pt x="1306080" y="711212"/>
                </a:lnTo>
                <a:lnTo>
                  <a:pt x="1306283" y="723912"/>
                </a:lnTo>
                <a:lnTo>
                  <a:pt x="1306283" y="419112"/>
                </a:lnTo>
                <a:lnTo>
                  <a:pt x="1306042" y="419112"/>
                </a:lnTo>
                <a:lnTo>
                  <a:pt x="1306042" y="495312"/>
                </a:lnTo>
                <a:lnTo>
                  <a:pt x="1302600" y="502500"/>
                </a:lnTo>
                <a:lnTo>
                  <a:pt x="1302600" y="698512"/>
                </a:lnTo>
                <a:lnTo>
                  <a:pt x="1302359" y="711212"/>
                </a:lnTo>
                <a:lnTo>
                  <a:pt x="1293355" y="711212"/>
                </a:lnTo>
                <a:lnTo>
                  <a:pt x="1292872" y="698512"/>
                </a:lnTo>
                <a:lnTo>
                  <a:pt x="1229766" y="698512"/>
                </a:lnTo>
                <a:lnTo>
                  <a:pt x="1229423" y="711212"/>
                </a:lnTo>
                <a:lnTo>
                  <a:pt x="1226058" y="711212"/>
                </a:lnTo>
                <a:lnTo>
                  <a:pt x="1225181" y="698512"/>
                </a:lnTo>
                <a:lnTo>
                  <a:pt x="1228902" y="698512"/>
                </a:lnTo>
                <a:lnTo>
                  <a:pt x="1228305" y="685812"/>
                </a:lnTo>
                <a:lnTo>
                  <a:pt x="1231976" y="685812"/>
                </a:lnTo>
                <a:lnTo>
                  <a:pt x="1232776" y="647712"/>
                </a:lnTo>
                <a:lnTo>
                  <a:pt x="1229855" y="647712"/>
                </a:lnTo>
                <a:lnTo>
                  <a:pt x="1229766" y="635012"/>
                </a:lnTo>
                <a:lnTo>
                  <a:pt x="1256741" y="635012"/>
                </a:lnTo>
                <a:lnTo>
                  <a:pt x="1257198" y="647712"/>
                </a:lnTo>
                <a:lnTo>
                  <a:pt x="1262786" y="647712"/>
                </a:lnTo>
                <a:lnTo>
                  <a:pt x="1263980" y="635012"/>
                </a:lnTo>
                <a:lnTo>
                  <a:pt x="1299603" y="635012"/>
                </a:lnTo>
                <a:lnTo>
                  <a:pt x="1299438" y="647712"/>
                </a:lnTo>
                <a:lnTo>
                  <a:pt x="1292783" y="647712"/>
                </a:lnTo>
                <a:lnTo>
                  <a:pt x="1291640" y="685812"/>
                </a:lnTo>
                <a:lnTo>
                  <a:pt x="1295552" y="685812"/>
                </a:lnTo>
                <a:lnTo>
                  <a:pt x="1294980" y="698512"/>
                </a:lnTo>
                <a:lnTo>
                  <a:pt x="1302600" y="698512"/>
                </a:lnTo>
                <a:lnTo>
                  <a:pt x="1302600" y="502500"/>
                </a:lnTo>
                <a:lnTo>
                  <a:pt x="1299959" y="508012"/>
                </a:lnTo>
                <a:lnTo>
                  <a:pt x="1299908" y="495312"/>
                </a:lnTo>
                <a:lnTo>
                  <a:pt x="1306042" y="495312"/>
                </a:lnTo>
                <a:lnTo>
                  <a:pt x="1306042" y="419112"/>
                </a:lnTo>
                <a:lnTo>
                  <a:pt x="1305915" y="419112"/>
                </a:lnTo>
                <a:lnTo>
                  <a:pt x="1305814" y="406412"/>
                </a:lnTo>
                <a:lnTo>
                  <a:pt x="1306690" y="406412"/>
                </a:lnTo>
                <a:lnTo>
                  <a:pt x="1306741" y="419112"/>
                </a:lnTo>
                <a:lnTo>
                  <a:pt x="1306741" y="292112"/>
                </a:lnTo>
                <a:lnTo>
                  <a:pt x="1303591" y="292112"/>
                </a:lnTo>
                <a:lnTo>
                  <a:pt x="1303591" y="431812"/>
                </a:lnTo>
                <a:lnTo>
                  <a:pt x="1296212" y="431812"/>
                </a:lnTo>
                <a:lnTo>
                  <a:pt x="1295882" y="444512"/>
                </a:lnTo>
                <a:lnTo>
                  <a:pt x="1292631" y="444512"/>
                </a:lnTo>
                <a:lnTo>
                  <a:pt x="1292047" y="469912"/>
                </a:lnTo>
                <a:lnTo>
                  <a:pt x="1295793" y="469912"/>
                </a:lnTo>
                <a:lnTo>
                  <a:pt x="1295247" y="482612"/>
                </a:lnTo>
                <a:lnTo>
                  <a:pt x="1299070" y="482612"/>
                </a:lnTo>
                <a:lnTo>
                  <a:pt x="1298803" y="495312"/>
                </a:lnTo>
                <a:lnTo>
                  <a:pt x="1264488" y="495312"/>
                </a:lnTo>
                <a:lnTo>
                  <a:pt x="1257630" y="482612"/>
                </a:lnTo>
                <a:lnTo>
                  <a:pt x="1257757" y="495312"/>
                </a:lnTo>
                <a:lnTo>
                  <a:pt x="1228890" y="495312"/>
                </a:lnTo>
                <a:lnTo>
                  <a:pt x="1228737" y="482612"/>
                </a:lnTo>
                <a:lnTo>
                  <a:pt x="1232242" y="482612"/>
                </a:lnTo>
                <a:lnTo>
                  <a:pt x="1232738" y="444512"/>
                </a:lnTo>
                <a:lnTo>
                  <a:pt x="1229817" y="444512"/>
                </a:lnTo>
                <a:lnTo>
                  <a:pt x="1229563" y="431812"/>
                </a:lnTo>
                <a:lnTo>
                  <a:pt x="1225867" y="431812"/>
                </a:lnTo>
                <a:lnTo>
                  <a:pt x="1226159" y="419112"/>
                </a:lnTo>
                <a:lnTo>
                  <a:pt x="1230731" y="419112"/>
                </a:lnTo>
                <a:lnTo>
                  <a:pt x="1232382" y="431812"/>
                </a:lnTo>
                <a:lnTo>
                  <a:pt x="1288859" y="431812"/>
                </a:lnTo>
                <a:lnTo>
                  <a:pt x="1288554" y="419112"/>
                </a:lnTo>
                <a:lnTo>
                  <a:pt x="1303134" y="419112"/>
                </a:lnTo>
                <a:lnTo>
                  <a:pt x="1303591" y="431812"/>
                </a:lnTo>
                <a:lnTo>
                  <a:pt x="1303591" y="292112"/>
                </a:lnTo>
                <a:lnTo>
                  <a:pt x="1280312" y="292112"/>
                </a:lnTo>
                <a:lnTo>
                  <a:pt x="1278585" y="279412"/>
                </a:lnTo>
                <a:lnTo>
                  <a:pt x="1243622" y="279412"/>
                </a:lnTo>
                <a:lnTo>
                  <a:pt x="1243723" y="292112"/>
                </a:lnTo>
                <a:lnTo>
                  <a:pt x="1221714" y="292112"/>
                </a:lnTo>
                <a:lnTo>
                  <a:pt x="1221663" y="279412"/>
                </a:lnTo>
                <a:lnTo>
                  <a:pt x="1228521" y="279412"/>
                </a:lnTo>
                <a:lnTo>
                  <a:pt x="1229220" y="228612"/>
                </a:lnTo>
                <a:lnTo>
                  <a:pt x="1222616" y="228612"/>
                </a:lnTo>
                <a:lnTo>
                  <a:pt x="1223162" y="215912"/>
                </a:lnTo>
                <a:lnTo>
                  <a:pt x="1219288" y="215912"/>
                </a:lnTo>
                <a:lnTo>
                  <a:pt x="1219187" y="203212"/>
                </a:lnTo>
                <a:lnTo>
                  <a:pt x="1214589" y="203212"/>
                </a:lnTo>
                <a:lnTo>
                  <a:pt x="1214589" y="1041412"/>
                </a:lnTo>
                <a:lnTo>
                  <a:pt x="1214577" y="1054112"/>
                </a:lnTo>
                <a:lnTo>
                  <a:pt x="1212240" y="1054112"/>
                </a:lnTo>
                <a:lnTo>
                  <a:pt x="1212126" y="1041412"/>
                </a:lnTo>
                <a:lnTo>
                  <a:pt x="1214589" y="1041412"/>
                </a:lnTo>
                <a:lnTo>
                  <a:pt x="1214589" y="203212"/>
                </a:lnTo>
                <a:lnTo>
                  <a:pt x="1208747" y="203212"/>
                </a:lnTo>
                <a:lnTo>
                  <a:pt x="1208608" y="190512"/>
                </a:lnTo>
                <a:lnTo>
                  <a:pt x="1207566" y="190512"/>
                </a:lnTo>
                <a:lnTo>
                  <a:pt x="1207566" y="1028712"/>
                </a:lnTo>
                <a:lnTo>
                  <a:pt x="1207566" y="1041412"/>
                </a:lnTo>
                <a:lnTo>
                  <a:pt x="1205344" y="1041412"/>
                </a:lnTo>
                <a:lnTo>
                  <a:pt x="1205128" y="1028712"/>
                </a:lnTo>
                <a:lnTo>
                  <a:pt x="1207566" y="1028712"/>
                </a:lnTo>
                <a:lnTo>
                  <a:pt x="1207566" y="190512"/>
                </a:lnTo>
                <a:lnTo>
                  <a:pt x="1201204" y="190512"/>
                </a:lnTo>
                <a:lnTo>
                  <a:pt x="1201204" y="317512"/>
                </a:lnTo>
                <a:lnTo>
                  <a:pt x="1198499" y="304812"/>
                </a:lnTo>
                <a:lnTo>
                  <a:pt x="1198841" y="317512"/>
                </a:lnTo>
                <a:lnTo>
                  <a:pt x="1198219" y="317512"/>
                </a:lnTo>
                <a:lnTo>
                  <a:pt x="1198219" y="952512"/>
                </a:lnTo>
                <a:lnTo>
                  <a:pt x="1194308" y="952512"/>
                </a:lnTo>
                <a:lnTo>
                  <a:pt x="1194765" y="965212"/>
                </a:lnTo>
                <a:lnTo>
                  <a:pt x="1190955" y="965212"/>
                </a:lnTo>
                <a:lnTo>
                  <a:pt x="1190955" y="977912"/>
                </a:lnTo>
                <a:lnTo>
                  <a:pt x="1187818" y="977912"/>
                </a:lnTo>
                <a:lnTo>
                  <a:pt x="1187119" y="990612"/>
                </a:lnTo>
                <a:lnTo>
                  <a:pt x="1190282" y="1003312"/>
                </a:lnTo>
                <a:lnTo>
                  <a:pt x="1190167" y="1016012"/>
                </a:lnTo>
                <a:lnTo>
                  <a:pt x="1197216" y="1016012"/>
                </a:lnTo>
                <a:lnTo>
                  <a:pt x="1197051" y="1028712"/>
                </a:lnTo>
                <a:lnTo>
                  <a:pt x="1183944" y="1028712"/>
                </a:lnTo>
                <a:lnTo>
                  <a:pt x="1184021" y="1016012"/>
                </a:lnTo>
                <a:lnTo>
                  <a:pt x="1175054" y="1028712"/>
                </a:lnTo>
                <a:lnTo>
                  <a:pt x="1173327" y="1016012"/>
                </a:lnTo>
                <a:lnTo>
                  <a:pt x="1127899" y="1016012"/>
                </a:lnTo>
                <a:lnTo>
                  <a:pt x="1127887" y="1028712"/>
                </a:lnTo>
                <a:lnTo>
                  <a:pt x="1120267" y="1028712"/>
                </a:lnTo>
                <a:lnTo>
                  <a:pt x="1119581" y="1016012"/>
                </a:lnTo>
                <a:lnTo>
                  <a:pt x="1123581" y="1016012"/>
                </a:lnTo>
                <a:lnTo>
                  <a:pt x="1123632" y="1003312"/>
                </a:lnTo>
                <a:lnTo>
                  <a:pt x="1126769" y="1003312"/>
                </a:lnTo>
                <a:lnTo>
                  <a:pt x="1127899" y="965212"/>
                </a:lnTo>
                <a:lnTo>
                  <a:pt x="1121156" y="965212"/>
                </a:lnTo>
                <a:lnTo>
                  <a:pt x="1120457" y="952512"/>
                </a:lnTo>
                <a:lnTo>
                  <a:pt x="1127137" y="952512"/>
                </a:lnTo>
                <a:lnTo>
                  <a:pt x="1141298" y="965212"/>
                </a:lnTo>
                <a:lnTo>
                  <a:pt x="1169568" y="965212"/>
                </a:lnTo>
                <a:lnTo>
                  <a:pt x="1168984" y="952512"/>
                </a:lnTo>
                <a:lnTo>
                  <a:pt x="1190282" y="952512"/>
                </a:lnTo>
                <a:lnTo>
                  <a:pt x="1190155" y="939812"/>
                </a:lnTo>
                <a:lnTo>
                  <a:pt x="1197635" y="939812"/>
                </a:lnTo>
                <a:lnTo>
                  <a:pt x="1198219" y="952512"/>
                </a:lnTo>
                <a:lnTo>
                  <a:pt x="1198219" y="317512"/>
                </a:lnTo>
                <a:lnTo>
                  <a:pt x="1197686" y="317512"/>
                </a:lnTo>
                <a:lnTo>
                  <a:pt x="1197165" y="304812"/>
                </a:lnTo>
                <a:lnTo>
                  <a:pt x="1198499" y="304812"/>
                </a:lnTo>
                <a:lnTo>
                  <a:pt x="1201039" y="304812"/>
                </a:lnTo>
                <a:lnTo>
                  <a:pt x="1201204" y="317512"/>
                </a:lnTo>
                <a:lnTo>
                  <a:pt x="1201204" y="190512"/>
                </a:lnTo>
                <a:lnTo>
                  <a:pt x="1195222" y="190512"/>
                </a:lnTo>
                <a:lnTo>
                  <a:pt x="1195222" y="330212"/>
                </a:lnTo>
                <a:lnTo>
                  <a:pt x="1194689" y="330212"/>
                </a:lnTo>
                <a:lnTo>
                  <a:pt x="1194689" y="596912"/>
                </a:lnTo>
                <a:lnTo>
                  <a:pt x="1191628" y="596912"/>
                </a:lnTo>
                <a:lnTo>
                  <a:pt x="1191628" y="762012"/>
                </a:lnTo>
                <a:lnTo>
                  <a:pt x="1187958" y="762012"/>
                </a:lnTo>
                <a:lnTo>
                  <a:pt x="1187170" y="800112"/>
                </a:lnTo>
                <a:lnTo>
                  <a:pt x="1190078" y="800112"/>
                </a:lnTo>
                <a:lnTo>
                  <a:pt x="1190167" y="812812"/>
                </a:lnTo>
                <a:lnTo>
                  <a:pt x="1126718" y="812812"/>
                </a:lnTo>
                <a:lnTo>
                  <a:pt x="1127099" y="800112"/>
                </a:lnTo>
                <a:lnTo>
                  <a:pt x="1130338" y="800112"/>
                </a:lnTo>
                <a:lnTo>
                  <a:pt x="1131468" y="762012"/>
                </a:lnTo>
                <a:lnTo>
                  <a:pt x="1127531" y="762012"/>
                </a:lnTo>
                <a:lnTo>
                  <a:pt x="1127518" y="749312"/>
                </a:lnTo>
                <a:lnTo>
                  <a:pt x="1186662" y="749312"/>
                </a:lnTo>
                <a:lnTo>
                  <a:pt x="1186688" y="736612"/>
                </a:lnTo>
                <a:lnTo>
                  <a:pt x="1191044" y="736612"/>
                </a:lnTo>
                <a:lnTo>
                  <a:pt x="1191628" y="762012"/>
                </a:lnTo>
                <a:lnTo>
                  <a:pt x="1191628" y="596912"/>
                </a:lnTo>
                <a:lnTo>
                  <a:pt x="1131544" y="596912"/>
                </a:lnTo>
                <a:lnTo>
                  <a:pt x="1127531" y="584212"/>
                </a:lnTo>
                <a:lnTo>
                  <a:pt x="1130452" y="584212"/>
                </a:lnTo>
                <a:lnTo>
                  <a:pt x="1131468" y="546112"/>
                </a:lnTo>
                <a:lnTo>
                  <a:pt x="1128229" y="546112"/>
                </a:lnTo>
                <a:lnTo>
                  <a:pt x="1127531" y="533412"/>
                </a:lnTo>
                <a:lnTo>
                  <a:pt x="1191247" y="533412"/>
                </a:lnTo>
                <a:lnTo>
                  <a:pt x="1187602" y="546112"/>
                </a:lnTo>
                <a:lnTo>
                  <a:pt x="1187881" y="571512"/>
                </a:lnTo>
                <a:lnTo>
                  <a:pt x="1186789" y="571512"/>
                </a:lnTo>
                <a:lnTo>
                  <a:pt x="1186370" y="584212"/>
                </a:lnTo>
                <a:lnTo>
                  <a:pt x="1190536" y="584212"/>
                </a:lnTo>
                <a:lnTo>
                  <a:pt x="1194689" y="596912"/>
                </a:lnTo>
                <a:lnTo>
                  <a:pt x="1194689" y="330212"/>
                </a:lnTo>
                <a:lnTo>
                  <a:pt x="1190853" y="330212"/>
                </a:lnTo>
                <a:lnTo>
                  <a:pt x="1190688" y="342912"/>
                </a:lnTo>
                <a:lnTo>
                  <a:pt x="1187551" y="342912"/>
                </a:lnTo>
                <a:lnTo>
                  <a:pt x="1187424" y="355612"/>
                </a:lnTo>
                <a:lnTo>
                  <a:pt x="1187310" y="368312"/>
                </a:lnTo>
                <a:lnTo>
                  <a:pt x="1187183" y="381012"/>
                </a:lnTo>
                <a:lnTo>
                  <a:pt x="1193825" y="381012"/>
                </a:lnTo>
                <a:lnTo>
                  <a:pt x="1193609" y="393712"/>
                </a:lnTo>
                <a:lnTo>
                  <a:pt x="1173581" y="393712"/>
                </a:lnTo>
                <a:lnTo>
                  <a:pt x="1173619" y="381012"/>
                </a:lnTo>
                <a:lnTo>
                  <a:pt x="1138059" y="381012"/>
                </a:lnTo>
                <a:lnTo>
                  <a:pt x="1138656" y="393712"/>
                </a:lnTo>
                <a:lnTo>
                  <a:pt x="1123657" y="393712"/>
                </a:lnTo>
                <a:lnTo>
                  <a:pt x="1123467" y="381012"/>
                </a:lnTo>
                <a:lnTo>
                  <a:pt x="1127163" y="381012"/>
                </a:lnTo>
                <a:lnTo>
                  <a:pt x="1127277" y="368312"/>
                </a:lnTo>
                <a:lnTo>
                  <a:pt x="1127379" y="355612"/>
                </a:lnTo>
                <a:lnTo>
                  <a:pt x="1127455" y="342912"/>
                </a:lnTo>
                <a:lnTo>
                  <a:pt x="1127544" y="330212"/>
                </a:lnTo>
                <a:lnTo>
                  <a:pt x="1121232" y="330212"/>
                </a:lnTo>
                <a:lnTo>
                  <a:pt x="1120521" y="317512"/>
                </a:lnTo>
                <a:lnTo>
                  <a:pt x="1133767" y="317512"/>
                </a:lnTo>
                <a:lnTo>
                  <a:pt x="1134097" y="330212"/>
                </a:lnTo>
                <a:lnTo>
                  <a:pt x="1186599" y="330212"/>
                </a:lnTo>
                <a:lnTo>
                  <a:pt x="1186611" y="317512"/>
                </a:lnTo>
                <a:lnTo>
                  <a:pt x="1194396" y="317512"/>
                </a:lnTo>
                <a:lnTo>
                  <a:pt x="1195222" y="330212"/>
                </a:lnTo>
                <a:lnTo>
                  <a:pt x="1195222" y="190512"/>
                </a:lnTo>
                <a:lnTo>
                  <a:pt x="1187462" y="190512"/>
                </a:lnTo>
                <a:lnTo>
                  <a:pt x="1187615" y="177812"/>
                </a:lnTo>
                <a:lnTo>
                  <a:pt x="1124648" y="177812"/>
                </a:lnTo>
                <a:lnTo>
                  <a:pt x="1124483" y="190512"/>
                </a:lnTo>
                <a:lnTo>
                  <a:pt x="1116482" y="190512"/>
                </a:lnTo>
                <a:lnTo>
                  <a:pt x="1116431" y="177812"/>
                </a:lnTo>
                <a:lnTo>
                  <a:pt x="1120292" y="177812"/>
                </a:lnTo>
                <a:lnTo>
                  <a:pt x="1120482" y="165112"/>
                </a:lnTo>
                <a:lnTo>
                  <a:pt x="1123289" y="165112"/>
                </a:lnTo>
                <a:lnTo>
                  <a:pt x="1123988" y="127012"/>
                </a:lnTo>
                <a:lnTo>
                  <a:pt x="1120736" y="127012"/>
                </a:lnTo>
                <a:lnTo>
                  <a:pt x="1121359" y="114312"/>
                </a:lnTo>
                <a:lnTo>
                  <a:pt x="1117384" y="114312"/>
                </a:lnTo>
                <a:lnTo>
                  <a:pt x="1117930" y="101612"/>
                </a:lnTo>
                <a:lnTo>
                  <a:pt x="1106639" y="101612"/>
                </a:lnTo>
                <a:lnTo>
                  <a:pt x="1107528" y="88912"/>
                </a:lnTo>
                <a:lnTo>
                  <a:pt x="1105928" y="88912"/>
                </a:lnTo>
                <a:lnTo>
                  <a:pt x="1105928" y="1155712"/>
                </a:lnTo>
                <a:lnTo>
                  <a:pt x="1103490" y="1155712"/>
                </a:lnTo>
                <a:lnTo>
                  <a:pt x="1103490" y="1143012"/>
                </a:lnTo>
                <a:lnTo>
                  <a:pt x="1105712" y="1143012"/>
                </a:lnTo>
                <a:lnTo>
                  <a:pt x="1105928" y="1155712"/>
                </a:lnTo>
                <a:lnTo>
                  <a:pt x="1105928" y="88912"/>
                </a:lnTo>
                <a:lnTo>
                  <a:pt x="1098943" y="88912"/>
                </a:lnTo>
                <a:lnTo>
                  <a:pt x="1098943" y="1143012"/>
                </a:lnTo>
                <a:lnTo>
                  <a:pt x="1096479" y="1143012"/>
                </a:lnTo>
                <a:lnTo>
                  <a:pt x="1096492" y="1130312"/>
                </a:lnTo>
                <a:lnTo>
                  <a:pt x="1098829" y="1130312"/>
                </a:lnTo>
                <a:lnTo>
                  <a:pt x="1098943" y="1143012"/>
                </a:lnTo>
                <a:lnTo>
                  <a:pt x="1098943" y="88912"/>
                </a:lnTo>
                <a:lnTo>
                  <a:pt x="1092885" y="88912"/>
                </a:lnTo>
                <a:lnTo>
                  <a:pt x="1092885" y="203212"/>
                </a:lnTo>
                <a:lnTo>
                  <a:pt x="1089685" y="215341"/>
                </a:lnTo>
                <a:lnTo>
                  <a:pt x="1089685" y="1066812"/>
                </a:lnTo>
                <a:lnTo>
                  <a:pt x="1085723" y="1066812"/>
                </a:lnTo>
                <a:lnTo>
                  <a:pt x="1082446" y="1079512"/>
                </a:lnTo>
                <a:lnTo>
                  <a:pt x="1081493" y="1104912"/>
                </a:lnTo>
                <a:lnTo>
                  <a:pt x="1085189" y="1104912"/>
                </a:lnTo>
                <a:lnTo>
                  <a:pt x="1085380" y="1117612"/>
                </a:lnTo>
                <a:lnTo>
                  <a:pt x="1088517" y="1117612"/>
                </a:lnTo>
                <a:lnTo>
                  <a:pt x="1088275" y="1130312"/>
                </a:lnTo>
                <a:lnTo>
                  <a:pt x="1064653" y="1130312"/>
                </a:lnTo>
                <a:lnTo>
                  <a:pt x="1064653" y="1117612"/>
                </a:lnTo>
                <a:lnTo>
                  <a:pt x="1036256" y="1117612"/>
                </a:lnTo>
                <a:lnTo>
                  <a:pt x="1036840" y="1130312"/>
                </a:lnTo>
                <a:lnTo>
                  <a:pt x="1014945" y="1130312"/>
                </a:lnTo>
                <a:lnTo>
                  <a:pt x="1014895" y="1117612"/>
                </a:lnTo>
                <a:lnTo>
                  <a:pt x="1018578" y="1117612"/>
                </a:lnTo>
                <a:lnTo>
                  <a:pt x="1018387" y="1104912"/>
                </a:lnTo>
                <a:lnTo>
                  <a:pt x="1021524" y="1104912"/>
                </a:lnTo>
                <a:lnTo>
                  <a:pt x="1022565" y="1079512"/>
                </a:lnTo>
                <a:lnTo>
                  <a:pt x="1018781" y="1079512"/>
                </a:lnTo>
                <a:lnTo>
                  <a:pt x="1019111" y="1066812"/>
                </a:lnTo>
                <a:lnTo>
                  <a:pt x="1015415" y="1066812"/>
                </a:lnTo>
                <a:lnTo>
                  <a:pt x="1015225" y="1054112"/>
                </a:lnTo>
                <a:lnTo>
                  <a:pt x="1021740" y="1066812"/>
                </a:lnTo>
                <a:lnTo>
                  <a:pt x="1076413" y="1066812"/>
                </a:lnTo>
                <a:lnTo>
                  <a:pt x="1077988" y="1054112"/>
                </a:lnTo>
                <a:lnTo>
                  <a:pt x="1089075" y="1054112"/>
                </a:lnTo>
                <a:lnTo>
                  <a:pt x="1089685" y="1066812"/>
                </a:lnTo>
                <a:lnTo>
                  <a:pt x="1089685" y="215341"/>
                </a:lnTo>
                <a:lnTo>
                  <a:pt x="1089533" y="215912"/>
                </a:lnTo>
                <a:lnTo>
                  <a:pt x="1089240" y="216852"/>
                </a:lnTo>
                <a:lnTo>
                  <a:pt x="1089240" y="292112"/>
                </a:lnTo>
                <a:lnTo>
                  <a:pt x="1082725" y="292112"/>
                </a:lnTo>
                <a:lnTo>
                  <a:pt x="1082725" y="850912"/>
                </a:lnTo>
                <a:lnTo>
                  <a:pt x="1082370" y="863612"/>
                </a:lnTo>
                <a:lnTo>
                  <a:pt x="1079119" y="863612"/>
                </a:lnTo>
                <a:lnTo>
                  <a:pt x="1078407" y="889012"/>
                </a:lnTo>
                <a:lnTo>
                  <a:pt x="1081633" y="889012"/>
                </a:lnTo>
                <a:lnTo>
                  <a:pt x="1081074" y="914412"/>
                </a:lnTo>
                <a:lnTo>
                  <a:pt x="1025207" y="914412"/>
                </a:lnTo>
                <a:lnTo>
                  <a:pt x="1025791" y="863612"/>
                </a:lnTo>
                <a:lnTo>
                  <a:pt x="1022134" y="850912"/>
                </a:lnTo>
                <a:lnTo>
                  <a:pt x="1028992" y="850912"/>
                </a:lnTo>
                <a:lnTo>
                  <a:pt x="1029030" y="863612"/>
                </a:lnTo>
                <a:lnTo>
                  <a:pt x="1070813" y="863612"/>
                </a:lnTo>
                <a:lnTo>
                  <a:pt x="1079690" y="850912"/>
                </a:lnTo>
                <a:lnTo>
                  <a:pt x="1082725" y="850912"/>
                </a:lnTo>
                <a:lnTo>
                  <a:pt x="1082725" y="292112"/>
                </a:lnTo>
                <a:lnTo>
                  <a:pt x="1082509" y="292112"/>
                </a:lnTo>
                <a:lnTo>
                  <a:pt x="1082497" y="279412"/>
                </a:lnTo>
                <a:lnTo>
                  <a:pt x="1088948" y="279412"/>
                </a:lnTo>
                <a:lnTo>
                  <a:pt x="1089240" y="292112"/>
                </a:lnTo>
                <a:lnTo>
                  <a:pt x="1089240" y="216852"/>
                </a:lnTo>
                <a:lnTo>
                  <a:pt x="1085545" y="228612"/>
                </a:lnTo>
                <a:lnTo>
                  <a:pt x="1082421" y="228612"/>
                </a:lnTo>
                <a:lnTo>
                  <a:pt x="1082421" y="444512"/>
                </a:lnTo>
                <a:lnTo>
                  <a:pt x="1078788" y="444512"/>
                </a:lnTo>
                <a:lnTo>
                  <a:pt x="1077963" y="482612"/>
                </a:lnTo>
                <a:lnTo>
                  <a:pt x="1081214" y="482612"/>
                </a:lnTo>
                <a:lnTo>
                  <a:pt x="1081925" y="495312"/>
                </a:lnTo>
                <a:lnTo>
                  <a:pt x="1081925" y="698512"/>
                </a:lnTo>
                <a:lnTo>
                  <a:pt x="1029296" y="698512"/>
                </a:lnTo>
                <a:lnTo>
                  <a:pt x="1029042" y="685812"/>
                </a:lnTo>
                <a:lnTo>
                  <a:pt x="1028522" y="673112"/>
                </a:lnTo>
                <a:lnTo>
                  <a:pt x="1029487" y="673112"/>
                </a:lnTo>
                <a:lnTo>
                  <a:pt x="1029423" y="660412"/>
                </a:lnTo>
                <a:lnTo>
                  <a:pt x="1029296" y="647712"/>
                </a:lnTo>
                <a:lnTo>
                  <a:pt x="1078992" y="647712"/>
                </a:lnTo>
                <a:lnTo>
                  <a:pt x="1077696" y="685812"/>
                </a:lnTo>
                <a:lnTo>
                  <a:pt x="1081125" y="685812"/>
                </a:lnTo>
                <a:lnTo>
                  <a:pt x="1081925" y="698512"/>
                </a:lnTo>
                <a:lnTo>
                  <a:pt x="1081925" y="495312"/>
                </a:lnTo>
                <a:lnTo>
                  <a:pt x="1071981" y="495312"/>
                </a:lnTo>
                <a:lnTo>
                  <a:pt x="1071956" y="482612"/>
                </a:lnTo>
                <a:lnTo>
                  <a:pt x="1029296" y="482612"/>
                </a:lnTo>
                <a:lnTo>
                  <a:pt x="1026147" y="495312"/>
                </a:lnTo>
                <a:lnTo>
                  <a:pt x="1025359" y="482612"/>
                </a:lnTo>
                <a:lnTo>
                  <a:pt x="1029271" y="482612"/>
                </a:lnTo>
                <a:lnTo>
                  <a:pt x="1029728" y="444512"/>
                </a:lnTo>
                <a:lnTo>
                  <a:pt x="1026160" y="444512"/>
                </a:lnTo>
                <a:lnTo>
                  <a:pt x="1025791" y="431812"/>
                </a:lnTo>
                <a:lnTo>
                  <a:pt x="1082116" y="431812"/>
                </a:lnTo>
                <a:lnTo>
                  <a:pt x="1082421" y="444512"/>
                </a:lnTo>
                <a:lnTo>
                  <a:pt x="1082421" y="228612"/>
                </a:lnTo>
                <a:lnTo>
                  <a:pt x="1081951" y="228612"/>
                </a:lnTo>
                <a:lnTo>
                  <a:pt x="1081925" y="279412"/>
                </a:lnTo>
                <a:lnTo>
                  <a:pt x="1021702" y="279412"/>
                </a:lnTo>
                <a:lnTo>
                  <a:pt x="1022286" y="228612"/>
                </a:lnTo>
                <a:lnTo>
                  <a:pt x="1015974" y="228612"/>
                </a:lnTo>
                <a:lnTo>
                  <a:pt x="1015276" y="215912"/>
                </a:lnTo>
                <a:lnTo>
                  <a:pt x="1028839" y="215912"/>
                </a:lnTo>
                <a:lnTo>
                  <a:pt x="1071029" y="228612"/>
                </a:lnTo>
                <a:lnTo>
                  <a:pt x="1070927" y="215912"/>
                </a:lnTo>
                <a:lnTo>
                  <a:pt x="1088377" y="215912"/>
                </a:lnTo>
                <a:lnTo>
                  <a:pt x="1088504" y="203212"/>
                </a:lnTo>
                <a:lnTo>
                  <a:pt x="1092885" y="203212"/>
                </a:lnTo>
                <a:lnTo>
                  <a:pt x="1092885" y="88912"/>
                </a:lnTo>
                <a:lnTo>
                  <a:pt x="1089406" y="88912"/>
                </a:lnTo>
                <a:lnTo>
                  <a:pt x="1089507" y="76212"/>
                </a:lnTo>
                <a:lnTo>
                  <a:pt x="1071803" y="76212"/>
                </a:lnTo>
                <a:lnTo>
                  <a:pt x="1071664" y="63512"/>
                </a:lnTo>
                <a:lnTo>
                  <a:pt x="1029652" y="63512"/>
                </a:lnTo>
                <a:lnTo>
                  <a:pt x="1029741" y="76212"/>
                </a:lnTo>
                <a:lnTo>
                  <a:pt x="1012291" y="76212"/>
                </a:lnTo>
                <a:lnTo>
                  <a:pt x="1012342" y="88912"/>
                </a:lnTo>
                <a:lnTo>
                  <a:pt x="1007732" y="88912"/>
                </a:lnTo>
                <a:lnTo>
                  <a:pt x="1011262" y="76212"/>
                </a:lnTo>
                <a:lnTo>
                  <a:pt x="1011237" y="63512"/>
                </a:lnTo>
                <a:lnTo>
                  <a:pt x="1015072" y="63512"/>
                </a:lnTo>
                <a:lnTo>
                  <a:pt x="1015250" y="50812"/>
                </a:lnTo>
                <a:lnTo>
                  <a:pt x="1018057" y="63512"/>
                </a:lnTo>
                <a:lnTo>
                  <a:pt x="1019136" y="25412"/>
                </a:lnTo>
                <a:lnTo>
                  <a:pt x="1015441" y="25412"/>
                </a:lnTo>
                <a:lnTo>
                  <a:pt x="1015250" y="12712"/>
                </a:lnTo>
                <a:lnTo>
                  <a:pt x="1012126" y="12712"/>
                </a:lnTo>
                <a:lnTo>
                  <a:pt x="1012253" y="5156"/>
                </a:lnTo>
                <a:lnTo>
                  <a:pt x="1014691" y="4089"/>
                </a:lnTo>
                <a:lnTo>
                  <a:pt x="1015860" y="5245"/>
                </a:lnTo>
                <a:lnTo>
                  <a:pt x="1014806" y="7366"/>
                </a:lnTo>
                <a:lnTo>
                  <a:pt x="1014920" y="7823"/>
                </a:lnTo>
                <a:lnTo>
                  <a:pt x="1015809" y="8712"/>
                </a:lnTo>
                <a:lnTo>
                  <a:pt x="1018070" y="7823"/>
                </a:lnTo>
                <a:lnTo>
                  <a:pt x="1019479" y="8534"/>
                </a:lnTo>
                <a:lnTo>
                  <a:pt x="1021270" y="7823"/>
                </a:lnTo>
                <a:lnTo>
                  <a:pt x="1021740" y="7632"/>
                </a:lnTo>
                <a:lnTo>
                  <a:pt x="1022642" y="8534"/>
                </a:lnTo>
                <a:lnTo>
                  <a:pt x="1022604" y="8712"/>
                </a:lnTo>
                <a:lnTo>
                  <a:pt x="1022477" y="9169"/>
                </a:lnTo>
                <a:lnTo>
                  <a:pt x="1021918" y="11201"/>
                </a:lnTo>
                <a:lnTo>
                  <a:pt x="1021156" y="11201"/>
                </a:lnTo>
                <a:lnTo>
                  <a:pt x="1024013" y="12420"/>
                </a:lnTo>
                <a:lnTo>
                  <a:pt x="1024470" y="12420"/>
                </a:lnTo>
                <a:lnTo>
                  <a:pt x="1027252" y="10934"/>
                </a:lnTo>
                <a:lnTo>
                  <a:pt x="1029804" y="11861"/>
                </a:lnTo>
                <a:lnTo>
                  <a:pt x="1030160" y="11861"/>
                </a:lnTo>
                <a:lnTo>
                  <a:pt x="1032319" y="11201"/>
                </a:lnTo>
                <a:lnTo>
                  <a:pt x="1032992" y="11861"/>
                </a:lnTo>
                <a:lnTo>
                  <a:pt x="1033221" y="11861"/>
                </a:lnTo>
                <a:lnTo>
                  <a:pt x="1032408" y="14820"/>
                </a:lnTo>
                <a:lnTo>
                  <a:pt x="1031938" y="14820"/>
                </a:lnTo>
                <a:lnTo>
                  <a:pt x="1034389" y="15875"/>
                </a:lnTo>
                <a:lnTo>
                  <a:pt x="1034935" y="15875"/>
                </a:lnTo>
                <a:lnTo>
                  <a:pt x="1037831" y="14935"/>
                </a:lnTo>
                <a:lnTo>
                  <a:pt x="1042682" y="15570"/>
                </a:lnTo>
                <a:lnTo>
                  <a:pt x="1043736" y="15570"/>
                </a:lnTo>
                <a:lnTo>
                  <a:pt x="1050150" y="14820"/>
                </a:lnTo>
                <a:lnTo>
                  <a:pt x="1052017" y="14820"/>
                </a:lnTo>
                <a:lnTo>
                  <a:pt x="1059954" y="15875"/>
                </a:lnTo>
                <a:lnTo>
                  <a:pt x="1064945" y="15113"/>
                </a:lnTo>
                <a:lnTo>
                  <a:pt x="1067511" y="15570"/>
                </a:lnTo>
                <a:lnTo>
                  <a:pt x="1068260" y="14820"/>
                </a:lnTo>
                <a:lnTo>
                  <a:pt x="1067447" y="11861"/>
                </a:lnTo>
                <a:lnTo>
                  <a:pt x="1068997" y="11201"/>
                </a:lnTo>
                <a:lnTo>
                  <a:pt x="1069873" y="10820"/>
                </a:lnTo>
                <a:lnTo>
                  <a:pt x="1072870" y="12420"/>
                </a:lnTo>
                <a:lnTo>
                  <a:pt x="1075575" y="11442"/>
                </a:lnTo>
                <a:lnTo>
                  <a:pt x="1076960" y="11861"/>
                </a:lnTo>
                <a:lnTo>
                  <a:pt x="1077925" y="12166"/>
                </a:lnTo>
                <a:lnTo>
                  <a:pt x="1078230" y="11861"/>
                </a:lnTo>
                <a:lnTo>
                  <a:pt x="1078903" y="11201"/>
                </a:lnTo>
                <a:lnTo>
                  <a:pt x="1078750" y="11201"/>
                </a:lnTo>
                <a:lnTo>
                  <a:pt x="1078649" y="10820"/>
                </a:lnTo>
                <a:lnTo>
                  <a:pt x="1077976" y="8356"/>
                </a:lnTo>
                <a:lnTo>
                  <a:pt x="1079792" y="7581"/>
                </a:lnTo>
                <a:lnTo>
                  <a:pt x="1080325" y="7366"/>
                </a:lnTo>
                <a:lnTo>
                  <a:pt x="1083627" y="9169"/>
                </a:lnTo>
                <a:lnTo>
                  <a:pt x="1086078" y="7823"/>
                </a:lnTo>
                <a:lnTo>
                  <a:pt x="1085913" y="7823"/>
                </a:lnTo>
                <a:lnTo>
                  <a:pt x="1085837" y="7581"/>
                </a:lnTo>
                <a:lnTo>
                  <a:pt x="1085761" y="7366"/>
                </a:lnTo>
                <a:lnTo>
                  <a:pt x="1084999" y="5105"/>
                </a:lnTo>
                <a:lnTo>
                  <a:pt x="1086015" y="4089"/>
                </a:lnTo>
                <a:lnTo>
                  <a:pt x="1088364" y="5245"/>
                </a:lnTo>
                <a:lnTo>
                  <a:pt x="1089520" y="4089"/>
                </a:lnTo>
                <a:lnTo>
                  <a:pt x="1088440" y="1930"/>
                </a:lnTo>
                <a:lnTo>
                  <a:pt x="1088428" y="1676"/>
                </a:lnTo>
                <a:lnTo>
                  <a:pt x="1089533" y="571"/>
                </a:lnTo>
                <a:lnTo>
                  <a:pt x="1091768" y="1676"/>
                </a:lnTo>
                <a:lnTo>
                  <a:pt x="1093127" y="660"/>
                </a:lnTo>
                <a:lnTo>
                  <a:pt x="1095184" y="1676"/>
                </a:lnTo>
                <a:lnTo>
                  <a:pt x="1095451" y="1676"/>
                </a:lnTo>
                <a:lnTo>
                  <a:pt x="1096556" y="571"/>
                </a:lnTo>
                <a:lnTo>
                  <a:pt x="1096225" y="12"/>
                </a:lnTo>
                <a:lnTo>
                  <a:pt x="1012355" y="12"/>
                </a:lnTo>
                <a:lnTo>
                  <a:pt x="1012329" y="1536"/>
                </a:lnTo>
                <a:lnTo>
                  <a:pt x="1012329" y="12"/>
                </a:lnTo>
                <a:lnTo>
                  <a:pt x="1010170" y="12"/>
                </a:lnTo>
                <a:lnTo>
                  <a:pt x="1004582" y="12"/>
                </a:lnTo>
                <a:lnTo>
                  <a:pt x="997102" y="12"/>
                </a:lnTo>
                <a:lnTo>
                  <a:pt x="997102" y="1244612"/>
                </a:lnTo>
                <a:lnTo>
                  <a:pt x="997102" y="1257312"/>
                </a:lnTo>
                <a:lnTo>
                  <a:pt x="994879" y="1257312"/>
                </a:lnTo>
                <a:lnTo>
                  <a:pt x="994664" y="1244612"/>
                </a:lnTo>
                <a:lnTo>
                  <a:pt x="997102" y="1244612"/>
                </a:lnTo>
                <a:lnTo>
                  <a:pt x="997102" y="12"/>
                </a:lnTo>
                <a:lnTo>
                  <a:pt x="987742" y="12"/>
                </a:lnTo>
                <a:lnTo>
                  <a:pt x="987742" y="1168412"/>
                </a:lnTo>
                <a:lnTo>
                  <a:pt x="980478" y="1168412"/>
                </a:lnTo>
                <a:lnTo>
                  <a:pt x="980478" y="1181112"/>
                </a:lnTo>
                <a:lnTo>
                  <a:pt x="977341" y="1181112"/>
                </a:lnTo>
                <a:lnTo>
                  <a:pt x="976642" y="1206512"/>
                </a:lnTo>
                <a:lnTo>
                  <a:pt x="979805" y="1206512"/>
                </a:lnTo>
                <a:lnTo>
                  <a:pt x="979690" y="1219212"/>
                </a:lnTo>
                <a:lnTo>
                  <a:pt x="983462" y="1219212"/>
                </a:lnTo>
                <a:lnTo>
                  <a:pt x="982929" y="1231912"/>
                </a:lnTo>
                <a:lnTo>
                  <a:pt x="986751" y="1231912"/>
                </a:lnTo>
                <a:lnTo>
                  <a:pt x="986586" y="1244612"/>
                </a:lnTo>
                <a:lnTo>
                  <a:pt x="970203" y="1244612"/>
                </a:lnTo>
                <a:lnTo>
                  <a:pt x="969987" y="1231912"/>
                </a:lnTo>
                <a:lnTo>
                  <a:pt x="920965" y="1231912"/>
                </a:lnTo>
                <a:lnTo>
                  <a:pt x="921016" y="1244612"/>
                </a:lnTo>
                <a:lnTo>
                  <a:pt x="905979" y="1244612"/>
                </a:lnTo>
                <a:lnTo>
                  <a:pt x="905929" y="1231912"/>
                </a:lnTo>
                <a:lnTo>
                  <a:pt x="909789" y="1231912"/>
                </a:lnTo>
                <a:lnTo>
                  <a:pt x="909980" y="1219212"/>
                </a:lnTo>
                <a:lnTo>
                  <a:pt x="912787" y="1219212"/>
                </a:lnTo>
                <a:lnTo>
                  <a:pt x="913828" y="1181112"/>
                </a:lnTo>
                <a:lnTo>
                  <a:pt x="910107" y="1181112"/>
                </a:lnTo>
                <a:lnTo>
                  <a:pt x="910412" y="1168412"/>
                </a:lnTo>
                <a:lnTo>
                  <a:pt x="979563" y="1168412"/>
                </a:lnTo>
                <a:lnTo>
                  <a:pt x="979678" y="1155712"/>
                </a:lnTo>
                <a:lnTo>
                  <a:pt x="987158" y="1155712"/>
                </a:lnTo>
                <a:lnTo>
                  <a:pt x="987742" y="1168412"/>
                </a:lnTo>
                <a:lnTo>
                  <a:pt x="987742" y="12"/>
                </a:lnTo>
                <a:lnTo>
                  <a:pt x="984275" y="12"/>
                </a:lnTo>
                <a:lnTo>
                  <a:pt x="984275" y="114312"/>
                </a:lnTo>
                <a:lnTo>
                  <a:pt x="980897" y="114312"/>
                </a:lnTo>
                <a:lnTo>
                  <a:pt x="980186" y="127012"/>
                </a:lnTo>
                <a:lnTo>
                  <a:pt x="976706" y="127012"/>
                </a:lnTo>
                <a:lnTo>
                  <a:pt x="976680" y="165112"/>
                </a:lnTo>
                <a:lnTo>
                  <a:pt x="979601" y="165112"/>
                </a:lnTo>
                <a:lnTo>
                  <a:pt x="979690" y="177812"/>
                </a:lnTo>
                <a:lnTo>
                  <a:pt x="976172" y="177812"/>
                </a:lnTo>
                <a:lnTo>
                  <a:pt x="976172" y="1016012"/>
                </a:lnTo>
                <a:lnTo>
                  <a:pt x="909548" y="1016012"/>
                </a:lnTo>
                <a:lnTo>
                  <a:pt x="909548" y="1168412"/>
                </a:lnTo>
                <a:lnTo>
                  <a:pt x="907173" y="1168412"/>
                </a:lnTo>
                <a:lnTo>
                  <a:pt x="906475" y="1155712"/>
                </a:lnTo>
                <a:lnTo>
                  <a:pt x="909396" y="1155712"/>
                </a:lnTo>
                <a:lnTo>
                  <a:pt x="909548" y="1168412"/>
                </a:lnTo>
                <a:lnTo>
                  <a:pt x="909548" y="1016012"/>
                </a:lnTo>
                <a:lnTo>
                  <a:pt x="874610" y="1016012"/>
                </a:lnTo>
                <a:lnTo>
                  <a:pt x="874610" y="1117612"/>
                </a:lnTo>
                <a:lnTo>
                  <a:pt x="874356" y="1130312"/>
                </a:lnTo>
                <a:lnTo>
                  <a:pt x="861364" y="1130312"/>
                </a:lnTo>
                <a:lnTo>
                  <a:pt x="818807" y="1117612"/>
                </a:lnTo>
                <a:lnTo>
                  <a:pt x="819391" y="1130312"/>
                </a:lnTo>
                <a:lnTo>
                  <a:pt x="805078" y="1130312"/>
                </a:lnTo>
                <a:lnTo>
                  <a:pt x="804189" y="1117612"/>
                </a:lnTo>
                <a:lnTo>
                  <a:pt x="811415" y="1117612"/>
                </a:lnTo>
                <a:lnTo>
                  <a:pt x="812317" y="1066812"/>
                </a:lnTo>
                <a:lnTo>
                  <a:pt x="872236" y="1066812"/>
                </a:lnTo>
                <a:lnTo>
                  <a:pt x="871956" y="1079512"/>
                </a:lnTo>
                <a:lnTo>
                  <a:pt x="868197" y="1079512"/>
                </a:lnTo>
                <a:lnTo>
                  <a:pt x="867930" y="1104912"/>
                </a:lnTo>
                <a:lnTo>
                  <a:pt x="870851" y="1104912"/>
                </a:lnTo>
                <a:lnTo>
                  <a:pt x="870750" y="1117612"/>
                </a:lnTo>
                <a:lnTo>
                  <a:pt x="874610" y="1117612"/>
                </a:lnTo>
                <a:lnTo>
                  <a:pt x="874610" y="1016012"/>
                </a:lnTo>
                <a:lnTo>
                  <a:pt x="772998" y="1016012"/>
                </a:lnTo>
                <a:lnTo>
                  <a:pt x="772998" y="1231912"/>
                </a:lnTo>
                <a:lnTo>
                  <a:pt x="772096" y="1244612"/>
                </a:lnTo>
                <a:lnTo>
                  <a:pt x="759155" y="1244612"/>
                </a:lnTo>
                <a:lnTo>
                  <a:pt x="759510" y="1231912"/>
                </a:lnTo>
                <a:lnTo>
                  <a:pt x="710831" y="1231912"/>
                </a:lnTo>
                <a:lnTo>
                  <a:pt x="710450" y="1244612"/>
                </a:lnTo>
                <a:lnTo>
                  <a:pt x="695833" y="1244612"/>
                </a:lnTo>
                <a:lnTo>
                  <a:pt x="695045" y="1231912"/>
                </a:lnTo>
                <a:lnTo>
                  <a:pt x="699096" y="1231912"/>
                </a:lnTo>
                <a:lnTo>
                  <a:pt x="698944" y="1219212"/>
                </a:lnTo>
                <a:lnTo>
                  <a:pt x="702932" y="1219212"/>
                </a:lnTo>
                <a:lnTo>
                  <a:pt x="702297" y="1206512"/>
                </a:lnTo>
                <a:lnTo>
                  <a:pt x="706551" y="1206512"/>
                </a:lnTo>
                <a:lnTo>
                  <a:pt x="707224" y="1193812"/>
                </a:lnTo>
                <a:lnTo>
                  <a:pt x="703402" y="1193812"/>
                </a:lnTo>
                <a:lnTo>
                  <a:pt x="703453" y="1168412"/>
                </a:lnTo>
                <a:lnTo>
                  <a:pt x="770648" y="1168412"/>
                </a:lnTo>
                <a:lnTo>
                  <a:pt x="766965" y="1181112"/>
                </a:lnTo>
                <a:lnTo>
                  <a:pt x="765467" y="1219212"/>
                </a:lnTo>
                <a:lnTo>
                  <a:pt x="768883" y="1219212"/>
                </a:lnTo>
                <a:lnTo>
                  <a:pt x="769277" y="1231912"/>
                </a:lnTo>
                <a:lnTo>
                  <a:pt x="772998" y="1231912"/>
                </a:lnTo>
                <a:lnTo>
                  <a:pt x="772998" y="1016012"/>
                </a:lnTo>
                <a:lnTo>
                  <a:pt x="762685" y="1016012"/>
                </a:lnTo>
                <a:lnTo>
                  <a:pt x="762304" y="1003312"/>
                </a:lnTo>
                <a:lnTo>
                  <a:pt x="758761" y="1016012"/>
                </a:lnTo>
                <a:lnTo>
                  <a:pt x="709472" y="1016012"/>
                </a:lnTo>
                <a:lnTo>
                  <a:pt x="709587" y="1003312"/>
                </a:lnTo>
                <a:lnTo>
                  <a:pt x="710057" y="977912"/>
                </a:lnTo>
                <a:lnTo>
                  <a:pt x="710069" y="965212"/>
                </a:lnTo>
                <a:lnTo>
                  <a:pt x="759167" y="965212"/>
                </a:lnTo>
                <a:lnTo>
                  <a:pt x="759104" y="977912"/>
                </a:lnTo>
                <a:lnTo>
                  <a:pt x="758825" y="1003312"/>
                </a:lnTo>
                <a:lnTo>
                  <a:pt x="762304" y="1003312"/>
                </a:lnTo>
                <a:lnTo>
                  <a:pt x="920026" y="1003312"/>
                </a:lnTo>
                <a:lnTo>
                  <a:pt x="920965" y="965212"/>
                </a:lnTo>
                <a:lnTo>
                  <a:pt x="973747" y="965212"/>
                </a:lnTo>
                <a:lnTo>
                  <a:pt x="973162" y="1003312"/>
                </a:lnTo>
                <a:lnTo>
                  <a:pt x="976083" y="1003312"/>
                </a:lnTo>
                <a:lnTo>
                  <a:pt x="976172" y="1016012"/>
                </a:lnTo>
                <a:lnTo>
                  <a:pt x="976172" y="177812"/>
                </a:lnTo>
                <a:lnTo>
                  <a:pt x="973747" y="177812"/>
                </a:lnTo>
                <a:lnTo>
                  <a:pt x="973747" y="330212"/>
                </a:lnTo>
                <a:lnTo>
                  <a:pt x="973162" y="381012"/>
                </a:lnTo>
                <a:lnTo>
                  <a:pt x="972896" y="381012"/>
                </a:lnTo>
                <a:lnTo>
                  <a:pt x="972896" y="800112"/>
                </a:lnTo>
                <a:lnTo>
                  <a:pt x="970254" y="812812"/>
                </a:lnTo>
                <a:lnTo>
                  <a:pt x="970102" y="800112"/>
                </a:lnTo>
                <a:lnTo>
                  <a:pt x="924064" y="800112"/>
                </a:lnTo>
                <a:lnTo>
                  <a:pt x="924064" y="787412"/>
                </a:lnTo>
                <a:lnTo>
                  <a:pt x="927557" y="787412"/>
                </a:lnTo>
                <a:lnTo>
                  <a:pt x="927569" y="762012"/>
                </a:lnTo>
                <a:lnTo>
                  <a:pt x="969670" y="762012"/>
                </a:lnTo>
                <a:lnTo>
                  <a:pt x="969137" y="787412"/>
                </a:lnTo>
                <a:lnTo>
                  <a:pt x="972896" y="800112"/>
                </a:lnTo>
                <a:lnTo>
                  <a:pt x="972896" y="381012"/>
                </a:lnTo>
                <a:lnTo>
                  <a:pt x="969848" y="381012"/>
                </a:lnTo>
                <a:lnTo>
                  <a:pt x="969848" y="546112"/>
                </a:lnTo>
                <a:lnTo>
                  <a:pt x="969721" y="571512"/>
                </a:lnTo>
                <a:lnTo>
                  <a:pt x="969657" y="584212"/>
                </a:lnTo>
                <a:lnTo>
                  <a:pt x="930694" y="584212"/>
                </a:lnTo>
                <a:lnTo>
                  <a:pt x="931506" y="558812"/>
                </a:lnTo>
                <a:lnTo>
                  <a:pt x="927633" y="558812"/>
                </a:lnTo>
                <a:lnTo>
                  <a:pt x="927595" y="546112"/>
                </a:lnTo>
                <a:lnTo>
                  <a:pt x="969848" y="546112"/>
                </a:lnTo>
                <a:lnTo>
                  <a:pt x="969848" y="381012"/>
                </a:lnTo>
                <a:lnTo>
                  <a:pt x="920546" y="381012"/>
                </a:lnTo>
                <a:lnTo>
                  <a:pt x="920546" y="368312"/>
                </a:lnTo>
                <a:lnTo>
                  <a:pt x="923467" y="368312"/>
                </a:lnTo>
                <a:lnTo>
                  <a:pt x="924052" y="342912"/>
                </a:lnTo>
                <a:lnTo>
                  <a:pt x="921131" y="342912"/>
                </a:lnTo>
                <a:lnTo>
                  <a:pt x="920838" y="330212"/>
                </a:lnTo>
                <a:lnTo>
                  <a:pt x="973747" y="330212"/>
                </a:lnTo>
                <a:lnTo>
                  <a:pt x="973747" y="177812"/>
                </a:lnTo>
                <a:lnTo>
                  <a:pt x="966952" y="177812"/>
                </a:lnTo>
                <a:lnTo>
                  <a:pt x="966609" y="165112"/>
                </a:lnTo>
                <a:lnTo>
                  <a:pt x="924064" y="165112"/>
                </a:lnTo>
                <a:lnTo>
                  <a:pt x="924648" y="177812"/>
                </a:lnTo>
                <a:lnTo>
                  <a:pt x="910323" y="177812"/>
                </a:lnTo>
                <a:lnTo>
                  <a:pt x="909447" y="165112"/>
                </a:lnTo>
                <a:lnTo>
                  <a:pt x="916254" y="165112"/>
                </a:lnTo>
                <a:lnTo>
                  <a:pt x="917041" y="127012"/>
                </a:lnTo>
                <a:lnTo>
                  <a:pt x="914120" y="127012"/>
                </a:lnTo>
                <a:lnTo>
                  <a:pt x="914031" y="114312"/>
                </a:lnTo>
                <a:lnTo>
                  <a:pt x="906894" y="114312"/>
                </a:lnTo>
                <a:lnTo>
                  <a:pt x="909624" y="101612"/>
                </a:lnTo>
                <a:lnTo>
                  <a:pt x="916470" y="101612"/>
                </a:lnTo>
                <a:lnTo>
                  <a:pt x="916609" y="114312"/>
                </a:lnTo>
                <a:lnTo>
                  <a:pt x="962342" y="114312"/>
                </a:lnTo>
                <a:lnTo>
                  <a:pt x="972820" y="101612"/>
                </a:lnTo>
                <a:lnTo>
                  <a:pt x="984072" y="101612"/>
                </a:lnTo>
                <a:lnTo>
                  <a:pt x="984275" y="114312"/>
                </a:lnTo>
                <a:lnTo>
                  <a:pt x="984275" y="12"/>
                </a:lnTo>
                <a:lnTo>
                  <a:pt x="878662" y="12"/>
                </a:lnTo>
                <a:lnTo>
                  <a:pt x="878776" y="12712"/>
                </a:lnTo>
                <a:lnTo>
                  <a:pt x="875487" y="12712"/>
                </a:lnTo>
                <a:lnTo>
                  <a:pt x="871728" y="25412"/>
                </a:lnTo>
                <a:lnTo>
                  <a:pt x="871105" y="50812"/>
                </a:lnTo>
                <a:lnTo>
                  <a:pt x="874242" y="50812"/>
                </a:lnTo>
                <a:lnTo>
                  <a:pt x="874509" y="63512"/>
                </a:lnTo>
                <a:lnTo>
                  <a:pt x="878293" y="63512"/>
                </a:lnTo>
                <a:lnTo>
                  <a:pt x="877595" y="76212"/>
                </a:lnTo>
                <a:lnTo>
                  <a:pt x="872388" y="76212"/>
                </a:lnTo>
                <a:lnTo>
                  <a:pt x="872388" y="228612"/>
                </a:lnTo>
                <a:lnTo>
                  <a:pt x="868718" y="228612"/>
                </a:lnTo>
                <a:lnTo>
                  <a:pt x="867130" y="279412"/>
                </a:lnTo>
                <a:lnTo>
                  <a:pt x="864412" y="279412"/>
                </a:lnTo>
                <a:lnTo>
                  <a:pt x="864412" y="431812"/>
                </a:lnTo>
                <a:lnTo>
                  <a:pt x="864412" y="444512"/>
                </a:lnTo>
                <a:lnTo>
                  <a:pt x="864412" y="914412"/>
                </a:lnTo>
                <a:lnTo>
                  <a:pt x="818807" y="914412"/>
                </a:lnTo>
                <a:lnTo>
                  <a:pt x="818070" y="889012"/>
                </a:lnTo>
                <a:lnTo>
                  <a:pt x="821524" y="889012"/>
                </a:lnTo>
                <a:lnTo>
                  <a:pt x="823163" y="876312"/>
                </a:lnTo>
                <a:lnTo>
                  <a:pt x="819188" y="876312"/>
                </a:lnTo>
                <a:lnTo>
                  <a:pt x="818807" y="863612"/>
                </a:lnTo>
                <a:lnTo>
                  <a:pt x="863485" y="863612"/>
                </a:lnTo>
                <a:lnTo>
                  <a:pt x="864412" y="914412"/>
                </a:lnTo>
                <a:lnTo>
                  <a:pt x="864412" y="444512"/>
                </a:lnTo>
                <a:lnTo>
                  <a:pt x="861491" y="444512"/>
                </a:lnTo>
                <a:lnTo>
                  <a:pt x="861314" y="455866"/>
                </a:lnTo>
                <a:lnTo>
                  <a:pt x="861314" y="673112"/>
                </a:lnTo>
                <a:lnTo>
                  <a:pt x="860539" y="673112"/>
                </a:lnTo>
                <a:lnTo>
                  <a:pt x="860907" y="685812"/>
                </a:lnTo>
                <a:lnTo>
                  <a:pt x="829335" y="685812"/>
                </a:lnTo>
                <a:lnTo>
                  <a:pt x="829335" y="660412"/>
                </a:lnTo>
                <a:lnTo>
                  <a:pt x="849960" y="660412"/>
                </a:lnTo>
                <a:lnTo>
                  <a:pt x="849820" y="647712"/>
                </a:lnTo>
                <a:lnTo>
                  <a:pt x="860907" y="647712"/>
                </a:lnTo>
                <a:lnTo>
                  <a:pt x="861314" y="673112"/>
                </a:lnTo>
                <a:lnTo>
                  <a:pt x="861314" y="455866"/>
                </a:lnTo>
                <a:lnTo>
                  <a:pt x="860894" y="482612"/>
                </a:lnTo>
                <a:lnTo>
                  <a:pt x="822325" y="482612"/>
                </a:lnTo>
                <a:lnTo>
                  <a:pt x="822312" y="431812"/>
                </a:lnTo>
                <a:lnTo>
                  <a:pt x="825233" y="431812"/>
                </a:lnTo>
                <a:lnTo>
                  <a:pt x="825423" y="444512"/>
                </a:lnTo>
                <a:lnTo>
                  <a:pt x="852944" y="444512"/>
                </a:lnTo>
                <a:lnTo>
                  <a:pt x="853579" y="431812"/>
                </a:lnTo>
                <a:lnTo>
                  <a:pt x="864412" y="431812"/>
                </a:lnTo>
                <a:lnTo>
                  <a:pt x="864412" y="279412"/>
                </a:lnTo>
                <a:lnTo>
                  <a:pt x="811796" y="279412"/>
                </a:lnTo>
                <a:lnTo>
                  <a:pt x="811796" y="266712"/>
                </a:lnTo>
                <a:lnTo>
                  <a:pt x="814717" y="266712"/>
                </a:lnTo>
                <a:lnTo>
                  <a:pt x="815187" y="241312"/>
                </a:lnTo>
                <a:lnTo>
                  <a:pt x="815301" y="228612"/>
                </a:lnTo>
                <a:lnTo>
                  <a:pt x="812380" y="241312"/>
                </a:lnTo>
                <a:lnTo>
                  <a:pt x="812292" y="228612"/>
                </a:lnTo>
                <a:lnTo>
                  <a:pt x="815301" y="228612"/>
                </a:lnTo>
                <a:lnTo>
                  <a:pt x="867422" y="228612"/>
                </a:lnTo>
                <a:lnTo>
                  <a:pt x="867448" y="215912"/>
                </a:lnTo>
                <a:lnTo>
                  <a:pt x="871804" y="215912"/>
                </a:lnTo>
                <a:lnTo>
                  <a:pt x="872388" y="228612"/>
                </a:lnTo>
                <a:lnTo>
                  <a:pt x="872388" y="76212"/>
                </a:lnTo>
                <a:lnTo>
                  <a:pt x="869937" y="76212"/>
                </a:lnTo>
                <a:lnTo>
                  <a:pt x="868273" y="63512"/>
                </a:lnTo>
                <a:lnTo>
                  <a:pt x="812228" y="63512"/>
                </a:lnTo>
                <a:lnTo>
                  <a:pt x="812215" y="76212"/>
                </a:lnTo>
                <a:lnTo>
                  <a:pt x="811364" y="76212"/>
                </a:lnTo>
                <a:lnTo>
                  <a:pt x="811364" y="228612"/>
                </a:lnTo>
                <a:lnTo>
                  <a:pt x="808291" y="228612"/>
                </a:lnTo>
                <a:lnTo>
                  <a:pt x="808278" y="215912"/>
                </a:lnTo>
                <a:lnTo>
                  <a:pt x="811199" y="215912"/>
                </a:lnTo>
                <a:lnTo>
                  <a:pt x="811364" y="228612"/>
                </a:lnTo>
                <a:lnTo>
                  <a:pt x="811364" y="76212"/>
                </a:lnTo>
                <a:lnTo>
                  <a:pt x="805154" y="76212"/>
                </a:lnTo>
                <a:lnTo>
                  <a:pt x="800735" y="63512"/>
                </a:lnTo>
                <a:lnTo>
                  <a:pt x="808101" y="63512"/>
                </a:lnTo>
                <a:lnTo>
                  <a:pt x="808672" y="12712"/>
                </a:lnTo>
                <a:lnTo>
                  <a:pt x="801446" y="12712"/>
                </a:lnTo>
                <a:lnTo>
                  <a:pt x="798169" y="12"/>
                </a:lnTo>
                <a:lnTo>
                  <a:pt x="773785" y="12"/>
                </a:lnTo>
                <a:lnTo>
                  <a:pt x="773785" y="114312"/>
                </a:lnTo>
                <a:lnTo>
                  <a:pt x="770293" y="114312"/>
                </a:lnTo>
                <a:lnTo>
                  <a:pt x="770293" y="177812"/>
                </a:lnTo>
                <a:lnTo>
                  <a:pt x="762990" y="177812"/>
                </a:lnTo>
                <a:lnTo>
                  <a:pt x="762977" y="165112"/>
                </a:lnTo>
                <a:lnTo>
                  <a:pt x="765467" y="165112"/>
                </a:lnTo>
                <a:lnTo>
                  <a:pt x="770293" y="177812"/>
                </a:lnTo>
                <a:lnTo>
                  <a:pt x="770293" y="114312"/>
                </a:lnTo>
                <a:lnTo>
                  <a:pt x="766368" y="114312"/>
                </a:lnTo>
                <a:lnTo>
                  <a:pt x="766622" y="127012"/>
                </a:lnTo>
                <a:lnTo>
                  <a:pt x="763384" y="127012"/>
                </a:lnTo>
                <a:lnTo>
                  <a:pt x="761961" y="165112"/>
                </a:lnTo>
                <a:lnTo>
                  <a:pt x="759688" y="165112"/>
                </a:lnTo>
                <a:lnTo>
                  <a:pt x="759688" y="342912"/>
                </a:lnTo>
                <a:lnTo>
                  <a:pt x="755942" y="342912"/>
                </a:lnTo>
                <a:lnTo>
                  <a:pt x="755662" y="368312"/>
                </a:lnTo>
                <a:lnTo>
                  <a:pt x="759688" y="381012"/>
                </a:lnTo>
                <a:lnTo>
                  <a:pt x="752157" y="381012"/>
                </a:lnTo>
                <a:lnTo>
                  <a:pt x="752157" y="762012"/>
                </a:lnTo>
                <a:lnTo>
                  <a:pt x="752157" y="800112"/>
                </a:lnTo>
                <a:lnTo>
                  <a:pt x="738708" y="800112"/>
                </a:lnTo>
                <a:lnTo>
                  <a:pt x="738365" y="787412"/>
                </a:lnTo>
                <a:lnTo>
                  <a:pt x="732459" y="787412"/>
                </a:lnTo>
                <a:lnTo>
                  <a:pt x="731481" y="800112"/>
                </a:lnTo>
                <a:lnTo>
                  <a:pt x="717080" y="800112"/>
                </a:lnTo>
                <a:lnTo>
                  <a:pt x="716483" y="787412"/>
                </a:lnTo>
                <a:lnTo>
                  <a:pt x="720585" y="787412"/>
                </a:lnTo>
                <a:lnTo>
                  <a:pt x="720585" y="762012"/>
                </a:lnTo>
                <a:lnTo>
                  <a:pt x="752157" y="762012"/>
                </a:lnTo>
                <a:lnTo>
                  <a:pt x="752157" y="381012"/>
                </a:lnTo>
                <a:lnTo>
                  <a:pt x="752144" y="546112"/>
                </a:lnTo>
                <a:lnTo>
                  <a:pt x="752144" y="558812"/>
                </a:lnTo>
                <a:lnTo>
                  <a:pt x="749236" y="558812"/>
                </a:lnTo>
                <a:lnTo>
                  <a:pt x="748652" y="584212"/>
                </a:lnTo>
                <a:lnTo>
                  <a:pt x="720585" y="584212"/>
                </a:lnTo>
                <a:lnTo>
                  <a:pt x="720572" y="546112"/>
                </a:lnTo>
                <a:lnTo>
                  <a:pt x="752144" y="546112"/>
                </a:lnTo>
                <a:lnTo>
                  <a:pt x="752144" y="381012"/>
                </a:lnTo>
                <a:lnTo>
                  <a:pt x="713562" y="381012"/>
                </a:lnTo>
                <a:lnTo>
                  <a:pt x="714057" y="342912"/>
                </a:lnTo>
                <a:lnTo>
                  <a:pt x="710323" y="342912"/>
                </a:lnTo>
                <a:lnTo>
                  <a:pt x="710057" y="330212"/>
                </a:lnTo>
                <a:lnTo>
                  <a:pt x="755154" y="330212"/>
                </a:lnTo>
                <a:lnTo>
                  <a:pt x="759688" y="342912"/>
                </a:lnTo>
                <a:lnTo>
                  <a:pt x="759688" y="165112"/>
                </a:lnTo>
                <a:lnTo>
                  <a:pt x="706983" y="165112"/>
                </a:lnTo>
                <a:lnTo>
                  <a:pt x="706958" y="177812"/>
                </a:lnTo>
                <a:lnTo>
                  <a:pt x="703237" y="177812"/>
                </a:lnTo>
                <a:lnTo>
                  <a:pt x="702462" y="165112"/>
                </a:lnTo>
                <a:lnTo>
                  <a:pt x="706361" y="165112"/>
                </a:lnTo>
                <a:lnTo>
                  <a:pt x="706437" y="152412"/>
                </a:lnTo>
                <a:lnTo>
                  <a:pt x="706551" y="127012"/>
                </a:lnTo>
                <a:lnTo>
                  <a:pt x="703630" y="127012"/>
                </a:lnTo>
                <a:lnTo>
                  <a:pt x="703541" y="114312"/>
                </a:lnTo>
                <a:lnTo>
                  <a:pt x="765683" y="114312"/>
                </a:lnTo>
                <a:lnTo>
                  <a:pt x="765721" y="101612"/>
                </a:lnTo>
                <a:lnTo>
                  <a:pt x="773201" y="101612"/>
                </a:lnTo>
                <a:lnTo>
                  <a:pt x="773785" y="114312"/>
                </a:lnTo>
                <a:lnTo>
                  <a:pt x="773785" y="12"/>
                </a:lnTo>
                <a:lnTo>
                  <a:pt x="702627" y="12"/>
                </a:lnTo>
                <a:lnTo>
                  <a:pt x="702627" y="114312"/>
                </a:lnTo>
                <a:lnTo>
                  <a:pt x="699528" y="114312"/>
                </a:lnTo>
                <a:lnTo>
                  <a:pt x="699541" y="101612"/>
                </a:lnTo>
                <a:lnTo>
                  <a:pt x="702462" y="101612"/>
                </a:lnTo>
                <a:lnTo>
                  <a:pt x="702627" y="114312"/>
                </a:lnTo>
                <a:lnTo>
                  <a:pt x="702627" y="12"/>
                </a:lnTo>
                <a:lnTo>
                  <a:pt x="671944" y="12"/>
                </a:lnTo>
                <a:lnTo>
                  <a:pt x="671944" y="1270012"/>
                </a:lnTo>
                <a:lnTo>
                  <a:pt x="667334" y="1270012"/>
                </a:lnTo>
                <a:lnTo>
                  <a:pt x="667448" y="1257312"/>
                </a:lnTo>
                <a:lnTo>
                  <a:pt x="671931" y="1257312"/>
                </a:lnTo>
                <a:lnTo>
                  <a:pt x="671944" y="1270012"/>
                </a:lnTo>
                <a:lnTo>
                  <a:pt x="671944" y="12"/>
                </a:lnTo>
                <a:lnTo>
                  <a:pt x="668451" y="12"/>
                </a:lnTo>
                <a:lnTo>
                  <a:pt x="668502" y="12712"/>
                </a:lnTo>
                <a:lnTo>
                  <a:pt x="661644" y="12712"/>
                </a:lnTo>
                <a:lnTo>
                  <a:pt x="660514" y="63512"/>
                </a:lnTo>
                <a:lnTo>
                  <a:pt x="667473" y="63512"/>
                </a:lnTo>
                <a:lnTo>
                  <a:pt x="665619" y="65862"/>
                </a:lnTo>
                <a:lnTo>
                  <a:pt x="665619" y="1130312"/>
                </a:lnTo>
                <a:lnTo>
                  <a:pt x="655904" y="1130312"/>
                </a:lnTo>
                <a:lnTo>
                  <a:pt x="654304" y="1117612"/>
                </a:lnTo>
                <a:lnTo>
                  <a:pt x="605459" y="1117612"/>
                </a:lnTo>
                <a:lnTo>
                  <a:pt x="605256" y="1130312"/>
                </a:lnTo>
                <a:lnTo>
                  <a:pt x="594868" y="1130312"/>
                </a:lnTo>
                <a:lnTo>
                  <a:pt x="593852" y="1117612"/>
                </a:lnTo>
                <a:lnTo>
                  <a:pt x="600938" y="1117612"/>
                </a:lnTo>
                <a:lnTo>
                  <a:pt x="601827" y="1079512"/>
                </a:lnTo>
                <a:lnTo>
                  <a:pt x="598081" y="1079512"/>
                </a:lnTo>
                <a:lnTo>
                  <a:pt x="597801" y="1066812"/>
                </a:lnTo>
                <a:lnTo>
                  <a:pt x="658025" y="1066812"/>
                </a:lnTo>
                <a:lnTo>
                  <a:pt x="657440" y="1117612"/>
                </a:lnTo>
                <a:lnTo>
                  <a:pt x="663740" y="1117612"/>
                </a:lnTo>
                <a:lnTo>
                  <a:pt x="665619" y="1130312"/>
                </a:lnTo>
                <a:lnTo>
                  <a:pt x="665619" y="65862"/>
                </a:lnTo>
                <a:lnTo>
                  <a:pt x="657440" y="76200"/>
                </a:lnTo>
                <a:lnTo>
                  <a:pt x="657440" y="279412"/>
                </a:lnTo>
                <a:lnTo>
                  <a:pt x="650836" y="279412"/>
                </a:lnTo>
                <a:lnTo>
                  <a:pt x="650836" y="876312"/>
                </a:lnTo>
                <a:lnTo>
                  <a:pt x="647280" y="876312"/>
                </a:lnTo>
                <a:lnTo>
                  <a:pt x="649833" y="889012"/>
                </a:lnTo>
                <a:lnTo>
                  <a:pt x="650417" y="914412"/>
                </a:lnTo>
                <a:lnTo>
                  <a:pt x="605066" y="914412"/>
                </a:lnTo>
                <a:lnTo>
                  <a:pt x="603669" y="901712"/>
                </a:lnTo>
                <a:lnTo>
                  <a:pt x="608203" y="901712"/>
                </a:lnTo>
                <a:lnTo>
                  <a:pt x="608317" y="863612"/>
                </a:lnTo>
                <a:lnTo>
                  <a:pt x="650417" y="863612"/>
                </a:lnTo>
                <a:lnTo>
                  <a:pt x="650836" y="876312"/>
                </a:lnTo>
                <a:lnTo>
                  <a:pt x="650836" y="279412"/>
                </a:lnTo>
                <a:lnTo>
                  <a:pt x="646912" y="279412"/>
                </a:lnTo>
                <a:lnTo>
                  <a:pt x="646912" y="444512"/>
                </a:lnTo>
                <a:lnTo>
                  <a:pt x="646912" y="482612"/>
                </a:lnTo>
                <a:lnTo>
                  <a:pt x="639889" y="482612"/>
                </a:lnTo>
                <a:lnTo>
                  <a:pt x="639889" y="660412"/>
                </a:lnTo>
                <a:lnTo>
                  <a:pt x="639889" y="685812"/>
                </a:lnTo>
                <a:lnTo>
                  <a:pt x="611835" y="685812"/>
                </a:lnTo>
                <a:lnTo>
                  <a:pt x="611835" y="660412"/>
                </a:lnTo>
                <a:lnTo>
                  <a:pt x="639889" y="660412"/>
                </a:lnTo>
                <a:lnTo>
                  <a:pt x="639889" y="482612"/>
                </a:lnTo>
                <a:lnTo>
                  <a:pt x="608317" y="482612"/>
                </a:lnTo>
                <a:lnTo>
                  <a:pt x="607733" y="469912"/>
                </a:lnTo>
                <a:lnTo>
                  <a:pt x="611454" y="469912"/>
                </a:lnTo>
                <a:lnTo>
                  <a:pt x="612673" y="457212"/>
                </a:lnTo>
                <a:lnTo>
                  <a:pt x="608685" y="444512"/>
                </a:lnTo>
                <a:lnTo>
                  <a:pt x="608317" y="444512"/>
                </a:lnTo>
                <a:lnTo>
                  <a:pt x="608317" y="431812"/>
                </a:lnTo>
                <a:lnTo>
                  <a:pt x="611251" y="431812"/>
                </a:lnTo>
                <a:lnTo>
                  <a:pt x="611517" y="444512"/>
                </a:lnTo>
                <a:lnTo>
                  <a:pt x="646912" y="444512"/>
                </a:lnTo>
                <a:lnTo>
                  <a:pt x="646912" y="279412"/>
                </a:lnTo>
                <a:lnTo>
                  <a:pt x="601306" y="279412"/>
                </a:lnTo>
                <a:lnTo>
                  <a:pt x="601306" y="254012"/>
                </a:lnTo>
                <a:lnTo>
                  <a:pt x="604570" y="254012"/>
                </a:lnTo>
                <a:lnTo>
                  <a:pt x="604735" y="241312"/>
                </a:lnTo>
                <a:lnTo>
                  <a:pt x="601891" y="241312"/>
                </a:lnTo>
                <a:lnTo>
                  <a:pt x="602030" y="228612"/>
                </a:lnTo>
                <a:lnTo>
                  <a:pt x="600748" y="228612"/>
                </a:lnTo>
                <a:lnTo>
                  <a:pt x="597801" y="228612"/>
                </a:lnTo>
                <a:lnTo>
                  <a:pt x="597801" y="215912"/>
                </a:lnTo>
                <a:lnTo>
                  <a:pt x="600722" y="215912"/>
                </a:lnTo>
                <a:lnTo>
                  <a:pt x="600748" y="228612"/>
                </a:lnTo>
                <a:lnTo>
                  <a:pt x="611035" y="215912"/>
                </a:lnTo>
                <a:lnTo>
                  <a:pt x="611365" y="228612"/>
                </a:lnTo>
                <a:lnTo>
                  <a:pt x="654723" y="228612"/>
                </a:lnTo>
                <a:lnTo>
                  <a:pt x="653542" y="266712"/>
                </a:lnTo>
                <a:lnTo>
                  <a:pt x="657250" y="266712"/>
                </a:lnTo>
                <a:lnTo>
                  <a:pt x="657440" y="279412"/>
                </a:lnTo>
                <a:lnTo>
                  <a:pt x="657440" y="76200"/>
                </a:lnTo>
                <a:lnTo>
                  <a:pt x="657707" y="63512"/>
                </a:lnTo>
                <a:lnTo>
                  <a:pt x="601637" y="63512"/>
                </a:lnTo>
                <a:lnTo>
                  <a:pt x="601700" y="76212"/>
                </a:lnTo>
                <a:lnTo>
                  <a:pt x="590588" y="76212"/>
                </a:lnTo>
                <a:lnTo>
                  <a:pt x="590232" y="68808"/>
                </a:lnTo>
                <a:lnTo>
                  <a:pt x="590232" y="1270012"/>
                </a:lnTo>
                <a:lnTo>
                  <a:pt x="584098" y="1270012"/>
                </a:lnTo>
                <a:lnTo>
                  <a:pt x="590181" y="1257312"/>
                </a:lnTo>
                <a:lnTo>
                  <a:pt x="590232" y="1270012"/>
                </a:lnTo>
                <a:lnTo>
                  <a:pt x="590232" y="68808"/>
                </a:lnTo>
                <a:lnTo>
                  <a:pt x="589978" y="63512"/>
                </a:lnTo>
                <a:lnTo>
                  <a:pt x="597204" y="63512"/>
                </a:lnTo>
                <a:lnTo>
                  <a:pt x="598170" y="25412"/>
                </a:lnTo>
                <a:lnTo>
                  <a:pt x="594474" y="25412"/>
                </a:lnTo>
                <a:lnTo>
                  <a:pt x="594283" y="12712"/>
                </a:lnTo>
                <a:lnTo>
                  <a:pt x="591146" y="12712"/>
                </a:lnTo>
                <a:lnTo>
                  <a:pt x="591388" y="12"/>
                </a:lnTo>
                <a:lnTo>
                  <a:pt x="562254" y="12"/>
                </a:lnTo>
                <a:lnTo>
                  <a:pt x="562254" y="1231912"/>
                </a:lnTo>
                <a:lnTo>
                  <a:pt x="562102" y="1244612"/>
                </a:lnTo>
                <a:lnTo>
                  <a:pt x="549236" y="1244612"/>
                </a:lnTo>
                <a:lnTo>
                  <a:pt x="549046" y="1231912"/>
                </a:lnTo>
                <a:lnTo>
                  <a:pt x="499872" y="1231912"/>
                </a:lnTo>
                <a:lnTo>
                  <a:pt x="499948" y="1244612"/>
                </a:lnTo>
                <a:lnTo>
                  <a:pt x="481647" y="1244612"/>
                </a:lnTo>
                <a:lnTo>
                  <a:pt x="481685" y="1231912"/>
                </a:lnTo>
                <a:lnTo>
                  <a:pt x="485292" y="1231912"/>
                </a:lnTo>
                <a:lnTo>
                  <a:pt x="485178" y="1219212"/>
                </a:lnTo>
                <a:lnTo>
                  <a:pt x="492226" y="1219212"/>
                </a:lnTo>
                <a:lnTo>
                  <a:pt x="492861" y="1181112"/>
                </a:lnTo>
                <a:lnTo>
                  <a:pt x="489724" y="1181112"/>
                </a:lnTo>
                <a:lnTo>
                  <a:pt x="489445" y="1168412"/>
                </a:lnTo>
                <a:lnTo>
                  <a:pt x="555764" y="1168412"/>
                </a:lnTo>
                <a:lnTo>
                  <a:pt x="555675" y="1193812"/>
                </a:lnTo>
                <a:lnTo>
                  <a:pt x="552869" y="1193812"/>
                </a:lnTo>
                <a:lnTo>
                  <a:pt x="552119" y="1206512"/>
                </a:lnTo>
                <a:lnTo>
                  <a:pt x="555472" y="1206512"/>
                </a:lnTo>
                <a:lnTo>
                  <a:pt x="555244" y="1219212"/>
                </a:lnTo>
                <a:lnTo>
                  <a:pt x="558990" y="1219212"/>
                </a:lnTo>
                <a:lnTo>
                  <a:pt x="558203" y="1231912"/>
                </a:lnTo>
                <a:lnTo>
                  <a:pt x="562254" y="1231912"/>
                </a:lnTo>
                <a:lnTo>
                  <a:pt x="562254" y="12"/>
                </a:lnTo>
                <a:lnTo>
                  <a:pt x="560019" y="12"/>
                </a:lnTo>
                <a:lnTo>
                  <a:pt x="560019" y="101612"/>
                </a:lnTo>
                <a:lnTo>
                  <a:pt x="559650" y="114312"/>
                </a:lnTo>
                <a:lnTo>
                  <a:pt x="559409" y="114312"/>
                </a:lnTo>
                <a:lnTo>
                  <a:pt x="559409" y="177812"/>
                </a:lnTo>
                <a:lnTo>
                  <a:pt x="552780" y="177812"/>
                </a:lnTo>
                <a:lnTo>
                  <a:pt x="552640" y="165112"/>
                </a:lnTo>
                <a:lnTo>
                  <a:pt x="559079" y="165112"/>
                </a:lnTo>
                <a:lnTo>
                  <a:pt x="559409" y="177812"/>
                </a:lnTo>
                <a:lnTo>
                  <a:pt x="559409" y="114312"/>
                </a:lnTo>
                <a:lnTo>
                  <a:pt x="555815" y="114312"/>
                </a:lnTo>
                <a:lnTo>
                  <a:pt x="556133" y="127012"/>
                </a:lnTo>
                <a:lnTo>
                  <a:pt x="552894" y="127012"/>
                </a:lnTo>
                <a:lnTo>
                  <a:pt x="552196" y="145084"/>
                </a:lnTo>
                <a:lnTo>
                  <a:pt x="552196" y="1016012"/>
                </a:lnTo>
                <a:lnTo>
                  <a:pt x="548271" y="1016012"/>
                </a:lnTo>
                <a:lnTo>
                  <a:pt x="495693" y="1016012"/>
                </a:lnTo>
                <a:lnTo>
                  <a:pt x="495808" y="1003312"/>
                </a:lnTo>
                <a:lnTo>
                  <a:pt x="495935" y="990612"/>
                </a:lnTo>
                <a:lnTo>
                  <a:pt x="496062" y="977912"/>
                </a:lnTo>
                <a:lnTo>
                  <a:pt x="496074" y="965212"/>
                </a:lnTo>
                <a:lnTo>
                  <a:pt x="549275" y="965212"/>
                </a:lnTo>
                <a:lnTo>
                  <a:pt x="548271" y="1016012"/>
                </a:lnTo>
                <a:lnTo>
                  <a:pt x="551827" y="1003312"/>
                </a:lnTo>
                <a:lnTo>
                  <a:pt x="552196" y="1016012"/>
                </a:lnTo>
                <a:lnTo>
                  <a:pt x="552196" y="145084"/>
                </a:lnTo>
                <a:lnTo>
                  <a:pt x="551421" y="165112"/>
                </a:lnTo>
                <a:lnTo>
                  <a:pt x="549262" y="165112"/>
                </a:lnTo>
                <a:lnTo>
                  <a:pt x="549262" y="342912"/>
                </a:lnTo>
                <a:lnTo>
                  <a:pt x="545553" y="342912"/>
                </a:lnTo>
                <a:lnTo>
                  <a:pt x="544741" y="381012"/>
                </a:lnTo>
                <a:lnTo>
                  <a:pt x="541667" y="381012"/>
                </a:lnTo>
                <a:lnTo>
                  <a:pt x="541667" y="800112"/>
                </a:lnTo>
                <a:lnTo>
                  <a:pt x="506869" y="800112"/>
                </a:lnTo>
                <a:lnTo>
                  <a:pt x="499567" y="787412"/>
                </a:lnTo>
                <a:lnTo>
                  <a:pt x="502704" y="787412"/>
                </a:lnTo>
                <a:lnTo>
                  <a:pt x="503072" y="762012"/>
                </a:lnTo>
                <a:lnTo>
                  <a:pt x="538746" y="762012"/>
                </a:lnTo>
                <a:lnTo>
                  <a:pt x="537730" y="787412"/>
                </a:lnTo>
                <a:lnTo>
                  <a:pt x="541591" y="787412"/>
                </a:lnTo>
                <a:lnTo>
                  <a:pt x="541667" y="800112"/>
                </a:lnTo>
                <a:lnTo>
                  <a:pt x="541667" y="381012"/>
                </a:lnTo>
                <a:lnTo>
                  <a:pt x="538162" y="381012"/>
                </a:lnTo>
                <a:lnTo>
                  <a:pt x="538162" y="546112"/>
                </a:lnTo>
                <a:lnTo>
                  <a:pt x="538162" y="584212"/>
                </a:lnTo>
                <a:lnTo>
                  <a:pt x="503072" y="584212"/>
                </a:lnTo>
                <a:lnTo>
                  <a:pt x="503072" y="546112"/>
                </a:lnTo>
                <a:lnTo>
                  <a:pt x="538162" y="546112"/>
                </a:lnTo>
                <a:lnTo>
                  <a:pt x="538162" y="381012"/>
                </a:lnTo>
                <a:lnTo>
                  <a:pt x="499198" y="381012"/>
                </a:lnTo>
                <a:lnTo>
                  <a:pt x="499325" y="368312"/>
                </a:lnTo>
                <a:lnTo>
                  <a:pt x="499440" y="355612"/>
                </a:lnTo>
                <a:lnTo>
                  <a:pt x="499567" y="342912"/>
                </a:lnTo>
                <a:lnTo>
                  <a:pt x="496392" y="342912"/>
                </a:lnTo>
                <a:lnTo>
                  <a:pt x="496062" y="330212"/>
                </a:lnTo>
                <a:lnTo>
                  <a:pt x="548678" y="330212"/>
                </a:lnTo>
                <a:lnTo>
                  <a:pt x="549262" y="342912"/>
                </a:lnTo>
                <a:lnTo>
                  <a:pt x="549262" y="165112"/>
                </a:lnTo>
                <a:lnTo>
                  <a:pt x="496493" y="165112"/>
                </a:lnTo>
                <a:lnTo>
                  <a:pt x="496519" y="177812"/>
                </a:lnTo>
                <a:lnTo>
                  <a:pt x="489051" y="177812"/>
                </a:lnTo>
                <a:lnTo>
                  <a:pt x="489051" y="165112"/>
                </a:lnTo>
                <a:lnTo>
                  <a:pt x="491972" y="165112"/>
                </a:lnTo>
                <a:lnTo>
                  <a:pt x="492125" y="152412"/>
                </a:lnTo>
                <a:lnTo>
                  <a:pt x="495363" y="152412"/>
                </a:lnTo>
                <a:lnTo>
                  <a:pt x="496417" y="139712"/>
                </a:lnTo>
                <a:lnTo>
                  <a:pt x="492937" y="139712"/>
                </a:lnTo>
                <a:lnTo>
                  <a:pt x="493382" y="114312"/>
                </a:lnTo>
                <a:lnTo>
                  <a:pt x="485965" y="114312"/>
                </a:lnTo>
                <a:lnTo>
                  <a:pt x="486130" y="101612"/>
                </a:lnTo>
                <a:lnTo>
                  <a:pt x="495477" y="101612"/>
                </a:lnTo>
                <a:lnTo>
                  <a:pt x="495630" y="114312"/>
                </a:lnTo>
                <a:lnTo>
                  <a:pt x="551700" y="114312"/>
                </a:lnTo>
                <a:lnTo>
                  <a:pt x="551624" y="101612"/>
                </a:lnTo>
                <a:lnTo>
                  <a:pt x="560019" y="101612"/>
                </a:lnTo>
                <a:lnTo>
                  <a:pt x="560019" y="12"/>
                </a:lnTo>
                <a:lnTo>
                  <a:pt x="485178" y="12"/>
                </a:lnTo>
                <a:lnTo>
                  <a:pt x="485178" y="1168412"/>
                </a:lnTo>
                <a:lnTo>
                  <a:pt x="482384" y="1168412"/>
                </a:lnTo>
                <a:lnTo>
                  <a:pt x="482473" y="1155712"/>
                </a:lnTo>
                <a:lnTo>
                  <a:pt x="485178" y="1168412"/>
                </a:lnTo>
                <a:lnTo>
                  <a:pt x="485178" y="12"/>
                </a:lnTo>
                <a:lnTo>
                  <a:pt x="475665" y="12"/>
                </a:lnTo>
                <a:lnTo>
                  <a:pt x="475665" y="1244612"/>
                </a:lnTo>
                <a:lnTo>
                  <a:pt x="475538" y="1257312"/>
                </a:lnTo>
                <a:lnTo>
                  <a:pt x="470903" y="1257312"/>
                </a:lnTo>
                <a:lnTo>
                  <a:pt x="471017" y="1244612"/>
                </a:lnTo>
                <a:lnTo>
                  <a:pt x="475665" y="1244612"/>
                </a:lnTo>
                <a:lnTo>
                  <a:pt x="475665" y="12"/>
                </a:lnTo>
                <a:lnTo>
                  <a:pt x="464921" y="12"/>
                </a:lnTo>
                <a:lnTo>
                  <a:pt x="461606" y="0"/>
                </a:lnTo>
                <a:lnTo>
                  <a:pt x="460997" y="0"/>
                </a:lnTo>
                <a:lnTo>
                  <a:pt x="460997" y="88912"/>
                </a:lnTo>
                <a:lnTo>
                  <a:pt x="458076" y="88912"/>
                </a:lnTo>
                <a:lnTo>
                  <a:pt x="458000" y="76212"/>
                </a:lnTo>
                <a:lnTo>
                  <a:pt x="460298" y="76212"/>
                </a:lnTo>
                <a:lnTo>
                  <a:pt x="460997" y="88912"/>
                </a:lnTo>
                <a:lnTo>
                  <a:pt x="460997" y="0"/>
                </a:lnTo>
                <a:lnTo>
                  <a:pt x="457822" y="0"/>
                </a:lnTo>
                <a:lnTo>
                  <a:pt x="457822" y="12712"/>
                </a:lnTo>
                <a:lnTo>
                  <a:pt x="454520" y="12712"/>
                </a:lnTo>
                <a:lnTo>
                  <a:pt x="450773" y="25412"/>
                </a:lnTo>
                <a:lnTo>
                  <a:pt x="450100" y="50812"/>
                </a:lnTo>
                <a:lnTo>
                  <a:pt x="453275" y="50812"/>
                </a:lnTo>
                <a:lnTo>
                  <a:pt x="453974" y="63512"/>
                </a:lnTo>
                <a:lnTo>
                  <a:pt x="457187" y="63512"/>
                </a:lnTo>
                <a:lnTo>
                  <a:pt x="457149" y="65252"/>
                </a:lnTo>
                <a:lnTo>
                  <a:pt x="457149" y="1130312"/>
                </a:lnTo>
                <a:lnTo>
                  <a:pt x="436854" y="1130312"/>
                </a:lnTo>
                <a:lnTo>
                  <a:pt x="436892" y="1117612"/>
                </a:lnTo>
                <a:lnTo>
                  <a:pt x="401942" y="1117612"/>
                </a:lnTo>
                <a:lnTo>
                  <a:pt x="401650" y="1130312"/>
                </a:lnTo>
                <a:lnTo>
                  <a:pt x="379844" y="1130312"/>
                </a:lnTo>
                <a:lnTo>
                  <a:pt x="379704" y="1117612"/>
                </a:lnTo>
                <a:lnTo>
                  <a:pt x="386727" y="1117612"/>
                </a:lnTo>
                <a:lnTo>
                  <a:pt x="387311" y="1066812"/>
                </a:lnTo>
                <a:lnTo>
                  <a:pt x="449618" y="1066812"/>
                </a:lnTo>
                <a:lnTo>
                  <a:pt x="450062" y="1054112"/>
                </a:lnTo>
                <a:lnTo>
                  <a:pt x="453783" y="1054112"/>
                </a:lnTo>
                <a:lnTo>
                  <a:pt x="454545" y="1066812"/>
                </a:lnTo>
                <a:lnTo>
                  <a:pt x="450824" y="1066812"/>
                </a:lnTo>
                <a:lnTo>
                  <a:pt x="451421" y="1079512"/>
                </a:lnTo>
                <a:lnTo>
                  <a:pt x="447738" y="1079512"/>
                </a:lnTo>
                <a:lnTo>
                  <a:pt x="446951" y="1104912"/>
                </a:lnTo>
                <a:lnTo>
                  <a:pt x="449872" y="1104912"/>
                </a:lnTo>
                <a:lnTo>
                  <a:pt x="449757" y="1117612"/>
                </a:lnTo>
                <a:lnTo>
                  <a:pt x="453644" y="1117612"/>
                </a:lnTo>
                <a:lnTo>
                  <a:pt x="457149" y="1130312"/>
                </a:lnTo>
                <a:lnTo>
                  <a:pt x="457149" y="65252"/>
                </a:lnTo>
                <a:lnTo>
                  <a:pt x="456907" y="76212"/>
                </a:lnTo>
                <a:lnTo>
                  <a:pt x="450443" y="76212"/>
                </a:lnTo>
                <a:lnTo>
                  <a:pt x="450443" y="215912"/>
                </a:lnTo>
                <a:lnTo>
                  <a:pt x="450443" y="228612"/>
                </a:lnTo>
                <a:lnTo>
                  <a:pt x="447522" y="228612"/>
                </a:lnTo>
                <a:lnTo>
                  <a:pt x="447763" y="241312"/>
                </a:lnTo>
                <a:lnTo>
                  <a:pt x="443801" y="241312"/>
                </a:lnTo>
                <a:lnTo>
                  <a:pt x="442976" y="254012"/>
                </a:lnTo>
                <a:lnTo>
                  <a:pt x="446900" y="254012"/>
                </a:lnTo>
                <a:lnTo>
                  <a:pt x="446938" y="279412"/>
                </a:lnTo>
                <a:lnTo>
                  <a:pt x="443433" y="279412"/>
                </a:lnTo>
                <a:lnTo>
                  <a:pt x="443433" y="914412"/>
                </a:lnTo>
                <a:lnTo>
                  <a:pt x="387311" y="914412"/>
                </a:lnTo>
                <a:lnTo>
                  <a:pt x="386740" y="901992"/>
                </a:lnTo>
                <a:lnTo>
                  <a:pt x="386740" y="1066812"/>
                </a:lnTo>
                <a:lnTo>
                  <a:pt x="380301" y="1066812"/>
                </a:lnTo>
                <a:lnTo>
                  <a:pt x="379996" y="1054112"/>
                </a:lnTo>
                <a:lnTo>
                  <a:pt x="386727" y="1054112"/>
                </a:lnTo>
                <a:lnTo>
                  <a:pt x="386740" y="1066812"/>
                </a:lnTo>
                <a:lnTo>
                  <a:pt x="386740" y="901992"/>
                </a:lnTo>
                <a:lnTo>
                  <a:pt x="386727" y="901712"/>
                </a:lnTo>
                <a:lnTo>
                  <a:pt x="390448" y="901712"/>
                </a:lnTo>
                <a:lnTo>
                  <a:pt x="391210" y="863612"/>
                </a:lnTo>
                <a:lnTo>
                  <a:pt x="440512" y="863612"/>
                </a:lnTo>
                <a:lnTo>
                  <a:pt x="439508" y="901712"/>
                </a:lnTo>
                <a:lnTo>
                  <a:pt x="443064" y="901712"/>
                </a:lnTo>
                <a:lnTo>
                  <a:pt x="443433" y="914412"/>
                </a:lnTo>
                <a:lnTo>
                  <a:pt x="443433" y="279412"/>
                </a:lnTo>
                <a:lnTo>
                  <a:pt x="440309" y="279412"/>
                </a:lnTo>
                <a:lnTo>
                  <a:pt x="440309" y="444512"/>
                </a:lnTo>
                <a:lnTo>
                  <a:pt x="436600" y="444512"/>
                </a:lnTo>
                <a:lnTo>
                  <a:pt x="435965" y="469912"/>
                </a:lnTo>
                <a:lnTo>
                  <a:pt x="439877" y="469912"/>
                </a:lnTo>
                <a:lnTo>
                  <a:pt x="436664" y="482612"/>
                </a:lnTo>
                <a:lnTo>
                  <a:pt x="436410" y="482612"/>
                </a:lnTo>
                <a:lnTo>
                  <a:pt x="436410" y="647712"/>
                </a:lnTo>
                <a:lnTo>
                  <a:pt x="436410" y="698512"/>
                </a:lnTo>
                <a:lnTo>
                  <a:pt x="433031" y="698512"/>
                </a:lnTo>
                <a:lnTo>
                  <a:pt x="433374" y="685812"/>
                </a:lnTo>
                <a:lnTo>
                  <a:pt x="405434" y="685812"/>
                </a:lnTo>
                <a:lnTo>
                  <a:pt x="405409" y="698512"/>
                </a:lnTo>
                <a:lnTo>
                  <a:pt x="390817" y="698512"/>
                </a:lnTo>
                <a:lnTo>
                  <a:pt x="390817" y="685812"/>
                </a:lnTo>
                <a:lnTo>
                  <a:pt x="393738" y="685812"/>
                </a:lnTo>
                <a:lnTo>
                  <a:pt x="394779" y="647712"/>
                </a:lnTo>
                <a:lnTo>
                  <a:pt x="436410" y="647712"/>
                </a:lnTo>
                <a:lnTo>
                  <a:pt x="436410" y="482612"/>
                </a:lnTo>
                <a:lnTo>
                  <a:pt x="390817" y="482612"/>
                </a:lnTo>
                <a:lnTo>
                  <a:pt x="390461" y="471500"/>
                </a:lnTo>
                <a:lnTo>
                  <a:pt x="390461" y="863612"/>
                </a:lnTo>
                <a:lnTo>
                  <a:pt x="387311" y="863612"/>
                </a:lnTo>
                <a:lnTo>
                  <a:pt x="387311" y="850912"/>
                </a:lnTo>
                <a:lnTo>
                  <a:pt x="390245" y="850912"/>
                </a:lnTo>
                <a:lnTo>
                  <a:pt x="390461" y="863612"/>
                </a:lnTo>
                <a:lnTo>
                  <a:pt x="390461" y="471500"/>
                </a:lnTo>
                <a:lnTo>
                  <a:pt x="390410" y="469912"/>
                </a:lnTo>
                <a:lnTo>
                  <a:pt x="393954" y="469912"/>
                </a:lnTo>
                <a:lnTo>
                  <a:pt x="394322" y="444512"/>
                </a:lnTo>
                <a:lnTo>
                  <a:pt x="390817" y="444512"/>
                </a:lnTo>
                <a:lnTo>
                  <a:pt x="390804" y="431812"/>
                </a:lnTo>
                <a:lnTo>
                  <a:pt x="439343" y="431812"/>
                </a:lnTo>
                <a:lnTo>
                  <a:pt x="440309" y="444512"/>
                </a:lnTo>
                <a:lnTo>
                  <a:pt x="440309" y="279412"/>
                </a:lnTo>
                <a:lnTo>
                  <a:pt x="386727" y="279412"/>
                </a:lnTo>
                <a:lnTo>
                  <a:pt x="387311" y="254012"/>
                </a:lnTo>
                <a:lnTo>
                  <a:pt x="390550" y="254012"/>
                </a:lnTo>
                <a:lnTo>
                  <a:pt x="390728" y="241312"/>
                </a:lnTo>
                <a:lnTo>
                  <a:pt x="387896" y="241312"/>
                </a:lnTo>
                <a:lnTo>
                  <a:pt x="387756" y="228612"/>
                </a:lnTo>
                <a:lnTo>
                  <a:pt x="380288" y="228612"/>
                </a:lnTo>
                <a:lnTo>
                  <a:pt x="380288" y="215912"/>
                </a:lnTo>
                <a:lnTo>
                  <a:pt x="393738" y="215912"/>
                </a:lnTo>
                <a:lnTo>
                  <a:pt x="393966" y="228612"/>
                </a:lnTo>
                <a:lnTo>
                  <a:pt x="414756" y="215912"/>
                </a:lnTo>
                <a:lnTo>
                  <a:pt x="414909" y="228612"/>
                </a:lnTo>
                <a:lnTo>
                  <a:pt x="442798" y="228612"/>
                </a:lnTo>
                <a:lnTo>
                  <a:pt x="443077" y="215912"/>
                </a:lnTo>
                <a:lnTo>
                  <a:pt x="450443" y="215912"/>
                </a:lnTo>
                <a:lnTo>
                  <a:pt x="450443" y="76212"/>
                </a:lnTo>
                <a:lnTo>
                  <a:pt x="445452" y="76212"/>
                </a:lnTo>
                <a:lnTo>
                  <a:pt x="443738" y="63512"/>
                </a:lnTo>
                <a:lnTo>
                  <a:pt x="394347" y="63512"/>
                </a:lnTo>
                <a:lnTo>
                  <a:pt x="394931" y="76212"/>
                </a:lnTo>
                <a:lnTo>
                  <a:pt x="387819" y="76212"/>
                </a:lnTo>
                <a:lnTo>
                  <a:pt x="373786" y="88912"/>
                </a:lnTo>
                <a:lnTo>
                  <a:pt x="372808" y="88912"/>
                </a:lnTo>
                <a:lnTo>
                  <a:pt x="372833" y="76212"/>
                </a:lnTo>
                <a:lnTo>
                  <a:pt x="376085" y="76212"/>
                </a:lnTo>
                <a:lnTo>
                  <a:pt x="379857" y="63512"/>
                </a:lnTo>
                <a:lnTo>
                  <a:pt x="383413" y="63512"/>
                </a:lnTo>
                <a:lnTo>
                  <a:pt x="383819" y="50812"/>
                </a:lnTo>
                <a:lnTo>
                  <a:pt x="387019" y="50812"/>
                </a:lnTo>
                <a:lnTo>
                  <a:pt x="388023" y="38112"/>
                </a:lnTo>
                <a:lnTo>
                  <a:pt x="384187" y="38112"/>
                </a:lnTo>
                <a:lnTo>
                  <a:pt x="384314" y="25412"/>
                </a:lnTo>
                <a:lnTo>
                  <a:pt x="384441" y="12712"/>
                </a:lnTo>
                <a:lnTo>
                  <a:pt x="377215" y="12712"/>
                </a:lnTo>
                <a:lnTo>
                  <a:pt x="377418" y="5080"/>
                </a:lnTo>
                <a:lnTo>
                  <a:pt x="378282" y="5080"/>
                </a:lnTo>
                <a:lnTo>
                  <a:pt x="378282" y="6350"/>
                </a:lnTo>
                <a:lnTo>
                  <a:pt x="378371" y="5080"/>
                </a:lnTo>
                <a:lnTo>
                  <a:pt x="380949" y="5080"/>
                </a:lnTo>
                <a:lnTo>
                  <a:pt x="380949" y="3810"/>
                </a:lnTo>
                <a:lnTo>
                  <a:pt x="383311" y="3810"/>
                </a:lnTo>
                <a:lnTo>
                  <a:pt x="383311" y="5080"/>
                </a:lnTo>
                <a:lnTo>
                  <a:pt x="384009" y="5080"/>
                </a:lnTo>
                <a:lnTo>
                  <a:pt x="384009" y="6350"/>
                </a:lnTo>
                <a:lnTo>
                  <a:pt x="383654" y="6350"/>
                </a:lnTo>
                <a:lnTo>
                  <a:pt x="383654" y="7620"/>
                </a:lnTo>
                <a:lnTo>
                  <a:pt x="383895" y="7620"/>
                </a:lnTo>
                <a:lnTo>
                  <a:pt x="383895" y="8890"/>
                </a:lnTo>
                <a:lnTo>
                  <a:pt x="385495" y="8890"/>
                </a:lnTo>
                <a:lnTo>
                  <a:pt x="385495" y="7620"/>
                </a:lnTo>
                <a:lnTo>
                  <a:pt x="387515" y="7620"/>
                </a:lnTo>
                <a:lnTo>
                  <a:pt x="387515" y="8890"/>
                </a:lnTo>
                <a:lnTo>
                  <a:pt x="388632" y="8890"/>
                </a:lnTo>
                <a:lnTo>
                  <a:pt x="388632" y="7620"/>
                </a:lnTo>
                <a:lnTo>
                  <a:pt x="390918" y="7620"/>
                </a:lnTo>
                <a:lnTo>
                  <a:pt x="390918" y="8890"/>
                </a:lnTo>
                <a:lnTo>
                  <a:pt x="390728" y="8890"/>
                </a:lnTo>
                <a:lnTo>
                  <a:pt x="390728" y="11430"/>
                </a:lnTo>
                <a:lnTo>
                  <a:pt x="398068" y="11430"/>
                </a:lnTo>
                <a:lnTo>
                  <a:pt x="398068" y="12700"/>
                </a:lnTo>
                <a:lnTo>
                  <a:pt x="397725" y="12700"/>
                </a:lnTo>
                <a:lnTo>
                  <a:pt x="397725" y="15240"/>
                </a:lnTo>
                <a:lnTo>
                  <a:pt x="400786" y="15240"/>
                </a:lnTo>
                <a:lnTo>
                  <a:pt x="400786" y="16510"/>
                </a:lnTo>
                <a:lnTo>
                  <a:pt x="400989" y="16510"/>
                </a:lnTo>
                <a:lnTo>
                  <a:pt x="400989" y="15240"/>
                </a:lnTo>
                <a:lnTo>
                  <a:pt x="436867" y="15240"/>
                </a:lnTo>
                <a:lnTo>
                  <a:pt x="440016" y="15240"/>
                </a:lnTo>
                <a:lnTo>
                  <a:pt x="440016" y="12700"/>
                </a:lnTo>
                <a:lnTo>
                  <a:pt x="439686" y="12700"/>
                </a:lnTo>
                <a:lnTo>
                  <a:pt x="439686" y="11430"/>
                </a:lnTo>
                <a:lnTo>
                  <a:pt x="442569" y="11430"/>
                </a:lnTo>
                <a:lnTo>
                  <a:pt x="442569" y="12700"/>
                </a:lnTo>
                <a:lnTo>
                  <a:pt x="442836" y="12700"/>
                </a:lnTo>
                <a:lnTo>
                  <a:pt x="442836" y="11430"/>
                </a:lnTo>
                <a:lnTo>
                  <a:pt x="445947" y="11430"/>
                </a:lnTo>
                <a:lnTo>
                  <a:pt x="445947" y="12700"/>
                </a:lnTo>
                <a:lnTo>
                  <a:pt x="446544" y="12700"/>
                </a:lnTo>
                <a:lnTo>
                  <a:pt x="446544" y="11430"/>
                </a:lnTo>
                <a:lnTo>
                  <a:pt x="447001" y="11430"/>
                </a:lnTo>
                <a:lnTo>
                  <a:pt x="447001" y="8890"/>
                </a:lnTo>
                <a:lnTo>
                  <a:pt x="446773" y="8890"/>
                </a:lnTo>
                <a:lnTo>
                  <a:pt x="446773" y="7620"/>
                </a:lnTo>
                <a:lnTo>
                  <a:pt x="450811" y="7620"/>
                </a:lnTo>
                <a:lnTo>
                  <a:pt x="450811" y="8890"/>
                </a:lnTo>
                <a:lnTo>
                  <a:pt x="453707" y="8890"/>
                </a:lnTo>
                <a:lnTo>
                  <a:pt x="453707" y="7620"/>
                </a:lnTo>
                <a:lnTo>
                  <a:pt x="454088" y="7620"/>
                </a:lnTo>
                <a:lnTo>
                  <a:pt x="454088" y="6350"/>
                </a:lnTo>
                <a:lnTo>
                  <a:pt x="453821" y="6350"/>
                </a:lnTo>
                <a:lnTo>
                  <a:pt x="453821" y="5080"/>
                </a:lnTo>
                <a:lnTo>
                  <a:pt x="454126" y="5080"/>
                </a:lnTo>
                <a:lnTo>
                  <a:pt x="454126" y="3810"/>
                </a:lnTo>
                <a:lnTo>
                  <a:pt x="457111" y="3810"/>
                </a:lnTo>
                <a:lnTo>
                  <a:pt x="457111" y="5080"/>
                </a:lnTo>
                <a:lnTo>
                  <a:pt x="457733" y="5080"/>
                </a:lnTo>
                <a:lnTo>
                  <a:pt x="457822" y="12712"/>
                </a:lnTo>
                <a:lnTo>
                  <a:pt x="457822" y="0"/>
                </a:lnTo>
                <a:lnTo>
                  <a:pt x="372935" y="0"/>
                </a:lnTo>
                <a:lnTo>
                  <a:pt x="352780" y="12"/>
                </a:lnTo>
                <a:lnTo>
                  <a:pt x="352780" y="114312"/>
                </a:lnTo>
                <a:lnTo>
                  <a:pt x="345922" y="114312"/>
                </a:lnTo>
                <a:lnTo>
                  <a:pt x="345554" y="139712"/>
                </a:lnTo>
                <a:lnTo>
                  <a:pt x="341706" y="139712"/>
                </a:lnTo>
                <a:lnTo>
                  <a:pt x="341388" y="152412"/>
                </a:lnTo>
                <a:lnTo>
                  <a:pt x="345135" y="152412"/>
                </a:lnTo>
                <a:lnTo>
                  <a:pt x="344385" y="165112"/>
                </a:lnTo>
                <a:lnTo>
                  <a:pt x="348361" y="165112"/>
                </a:lnTo>
                <a:lnTo>
                  <a:pt x="348221" y="177812"/>
                </a:lnTo>
                <a:lnTo>
                  <a:pt x="352044" y="177812"/>
                </a:lnTo>
                <a:lnTo>
                  <a:pt x="352234" y="190512"/>
                </a:lnTo>
                <a:lnTo>
                  <a:pt x="348716" y="183680"/>
                </a:lnTo>
                <a:lnTo>
                  <a:pt x="348716" y="1028712"/>
                </a:lnTo>
                <a:lnTo>
                  <a:pt x="335470" y="1028712"/>
                </a:lnTo>
                <a:lnTo>
                  <a:pt x="335140" y="1016012"/>
                </a:lnTo>
                <a:lnTo>
                  <a:pt x="282473" y="1016012"/>
                </a:lnTo>
                <a:lnTo>
                  <a:pt x="282625" y="1028712"/>
                </a:lnTo>
                <a:lnTo>
                  <a:pt x="274345" y="1028712"/>
                </a:lnTo>
                <a:lnTo>
                  <a:pt x="274205" y="1016012"/>
                </a:lnTo>
                <a:lnTo>
                  <a:pt x="281482" y="1016012"/>
                </a:lnTo>
                <a:lnTo>
                  <a:pt x="282067" y="965212"/>
                </a:lnTo>
                <a:lnTo>
                  <a:pt x="278980" y="965212"/>
                </a:lnTo>
                <a:lnTo>
                  <a:pt x="275767" y="952512"/>
                </a:lnTo>
                <a:lnTo>
                  <a:pt x="291795" y="952512"/>
                </a:lnTo>
                <a:lnTo>
                  <a:pt x="292138" y="965212"/>
                </a:lnTo>
                <a:lnTo>
                  <a:pt x="334251" y="965212"/>
                </a:lnTo>
                <a:lnTo>
                  <a:pt x="334225" y="952512"/>
                </a:lnTo>
                <a:lnTo>
                  <a:pt x="345211" y="952512"/>
                </a:lnTo>
                <a:lnTo>
                  <a:pt x="345211" y="965212"/>
                </a:lnTo>
                <a:lnTo>
                  <a:pt x="342290" y="965212"/>
                </a:lnTo>
                <a:lnTo>
                  <a:pt x="341706" y="1016012"/>
                </a:lnTo>
                <a:lnTo>
                  <a:pt x="348018" y="1016012"/>
                </a:lnTo>
                <a:lnTo>
                  <a:pt x="348716" y="1028712"/>
                </a:lnTo>
                <a:lnTo>
                  <a:pt x="348716" y="183680"/>
                </a:lnTo>
                <a:lnTo>
                  <a:pt x="345706" y="177812"/>
                </a:lnTo>
                <a:lnTo>
                  <a:pt x="342290" y="177812"/>
                </a:lnTo>
                <a:lnTo>
                  <a:pt x="342290" y="330212"/>
                </a:lnTo>
                <a:lnTo>
                  <a:pt x="342201" y="342912"/>
                </a:lnTo>
                <a:lnTo>
                  <a:pt x="338785" y="342912"/>
                </a:lnTo>
                <a:lnTo>
                  <a:pt x="338785" y="546112"/>
                </a:lnTo>
                <a:lnTo>
                  <a:pt x="338785" y="762012"/>
                </a:lnTo>
                <a:lnTo>
                  <a:pt x="334873" y="762012"/>
                </a:lnTo>
                <a:lnTo>
                  <a:pt x="334835" y="774712"/>
                </a:lnTo>
                <a:lnTo>
                  <a:pt x="334683" y="787412"/>
                </a:lnTo>
                <a:lnTo>
                  <a:pt x="337616" y="787412"/>
                </a:lnTo>
                <a:lnTo>
                  <a:pt x="337337" y="812812"/>
                </a:lnTo>
                <a:lnTo>
                  <a:pt x="281686" y="812812"/>
                </a:lnTo>
                <a:lnTo>
                  <a:pt x="281101" y="787412"/>
                </a:lnTo>
                <a:lnTo>
                  <a:pt x="284772" y="787412"/>
                </a:lnTo>
                <a:lnTo>
                  <a:pt x="286283" y="762012"/>
                </a:lnTo>
                <a:lnTo>
                  <a:pt x="282143" y="762012"/>
                </a:lnTo>
                <a:lnTo>
                  <a:pt x="282067" y="749312"/>
                </a:lnTo>
                <a:lnTo>
                  <a:pt x="278561" y="749312"/>
                </a:lnTo>
                <a:lnTo>
                  <a:pt x="284988" y="736612"/>
                </a:lnTo>
                <a:lnTo>
                  <a:pt x="285140" y="749312"/>
                </a:lnTo>
                <a:lnTo>
                  <a:pt x="295605" y="749312"/>
                </a:lnTo>
                <a:lnTo>
                  <a:pt x="331177" y="762012"/>
                </a:lnTo>
                <a:lnTo>
                  <a:pt x="330898" y="749312"/>
                </a:lnTo>
                <a:lnTo>
                  <a:pt x="334175" y="749312"/>
                </a:lnTo>
                <a:lnTo>
                  <a:pt x="338785" y="762012"/>
                </a:lnTo>
                <a:lnTo>
                  <a:pt x="338785" y="546112"/>
                </a:lnTo>
                <a:lnTo>
                  <a:pt x="335064" y="546112"/>
                </a:lnTo>
                <a:lnTo>
                  <a:pt x="333908" y="584212"/>
                </a:lnTo>
                <a:lnTo>
                  <a:pt x="337820" y="584212"/>
                </a:lnTo>
                <a:lnTo>
                  <a:pt x="338201" y="596912"/>
                </a:lnTo>
                <a:lnTo>
                  <a:pt x="331762" y="596912"/>
                </a:lnTo>
                <a:lnTo>
                  <a:pt x="296684" y="584212"/>
                </a:lnTo>
                <a:lnTo>
                  <a:pt x="296659" y="596912"/>
                </a:lnTo>
                <a:lnTo>
                  <a:pt x="282346" y="596912"/>
                </a:lnTo>
                <a:lnTo>
                  <a:pt x="281482" y="584212"/>
                </a:lnTo>
                <a:lnTo>
                  <a:pt x="285381" y="584212"/>
                </a:lnTo>
                <a:lnTo>
                  <a:pt x="285457" y="571512"/>
                </a:lnTo>
                <a:lnTo>
                  <a:pt x="285572" y="546112"/>
                </a:lnTo>
                <a:lnTo>
                  <a:pt x="282486" y="546112"/>
                </a:lnTo>
                <a:lnTo>
                  <a:pt x="279273" y="533412"/>
                </a:lnTo>
                <a:lnTo>
                  <a:pt x="302691" y="533412"/>
                </a:lnTo>
                <a:lnTo>
                  <a:pt x="302653" y="546112"/>
                </a:lnTo>
                <a:lnTo>
                  <a:pt x="323710" y="546112"/>
                </a:lnTo>
                <a:lnTo>
                  <a:pt x="323900" y="533412"/>
                </a:lnTo>
                <a:lnTo>
                  <a:pt x="338201" y="533412"/>
                </a:lnTo>
                <a:lnTo>
                  <a:pt x="338785" y="546112"/>
                </a:lnTo>
                <a:lnTo>
                  <a:pt x="338785" y="342912"/>
                </a:lnTo>
                <a:lnTo>
                  <a:pt x="338569" y="342912"/>
                </a:lnTo>
                <a:lnTo>
                  <a:pt x="337743" y="381012"/>
                </a:lnTo>
                <a:lnTo>
                  <a:pt x="285991" y="381012"/>
                </a:lnTo>
                <a:lnTo>
                  <a:pt x="286016" y="393712"/>
                </a:lnTo>
                <a:lnTo>
                  <a:pt x="278561" y="393712"/>
                </a:lnTo>
                <a:lnTo>
                  <a:pt x="278561" y="381012"/>
                </a:lnTo>
                <a:lnTo>
                  <a:pt x="281482" y="381012"/>
                </a:lnTo>
                <a:lnTo>
                  <a:pt x="281368" y="368312"/>
                </a:lnTo>
                <a:lnTo>
                  <a:pt x="281254" y="355612"/>
                </a:lnTo>
                <a:lnTo>
                  <a:pt x="282257" y="355612"/>
                </a:lnTo>
                <a:lnTo>
                  <a:pt x="282384" y="342912"/>
                </a:lnTo>
                <a:lnTo>
                  <a:pt x="282498" y="330212"/>
                </a:lnTo>
                <a:lnTo>
                  <a:pt x="275043" y="330212"/>
                </a:lnTo>
                <a:lnTo>
                  <a:pt x="275056" y="317512"/>
                </a:lnTo>
                <a:lnTo>
                  <a:pt x="281482" y="317512"/>
                </a:lnTo>
                <a:lnTo>
                  <a:pt x="288658" y="330212"/>
                </a:lnTo>
                <a:lnTo>
                  <a:pt x="342290" y="330212"/>
                </a:lnTo>
                <a:lnTo>
                  <a:pt x="342290" y="177812"/>
                </a:lnTo>
                <a:lnTo>
                  <a:pt x="324497" y="177812"/>
                </a:lnTo>
                <a:lnTo>
                  <a:pt x="324497" y="165112"/>
                </a:lnTo>
                <a:lnTo>
                  <a:pt x="303453" y="165112"/>
                </a:lnTo>
                <a:lnTo>
                  <a:pt x="303441" y="177812"/>
                </a:lnTo>
                <a:lnTo>
                  <a:pt x="283362" y="177812"/>
                </a:lnTo>
                <a:lnTo>
                  <a:pt x="282511" y="190512"/>
                </a:lnTo>
                <a:lnTo>
                  <a:pt x="271360" y="190512"/>
                </a:lnTo>
                <a:lnTo>
                  <a:pt x="270573" y="177812"/>
                </a:lnTo>
                <a:lnTo>
                  <a:pt x="274624" y="177812"/>
                </a:lnTo>
                <a:lnTo>
                  <a:pt x="274472" y="165112"/>
                </a:lnTo>
                <a:lnTo>
                  <a:pt x="278422" y="165112"/>
                </a:lnTo>
                <a:lnTo>
                  <a:pt x="278130" y="152412"/>
                </a:lnTo>
                <a:lnTo>
                  <a:pt x="281825" y="152412"/>
                </a:lnTo>
                <a:lnTo>
                  <a:pt x="282511" y="139712"/>
                </a:lnTo>
                <a:lnTo>
                  <a:pt x="279057" y="139712"/>
                </a:lnTo>
                <a:lnTo>
                  <a:pt x="279006" y="114312"/>
                </a:lnTo>
                <a:lnTo>
                  <a:pt x="271830" y="114312"/>
                </a:lnTo>
                <a:lnTo>
                  <a:pt x="271881" y="101612"/>
                </a:lnTo>
                <a:lnTo>
                  <a:pt x="288518" y="101612"/>
                </a:lnTo>
                <a:lnTo>
                  <a:pt x="288721" y="114312"/>
                </a:lnTo>
                <a:lnTo>
                  <a:pt x="337756" y="114312"/>
                </a:lnTo>
                <a:lnTo>
                  <a:pt x="337693" y="101612"/>
                </a:lnTo>
                <a:lnTo>
                  <a:pt x="352729" y="101612"/>
                </a:lnTo>
                <a:lnTo>
                  <a:pt x="352780" y="114312"/>
                </a:lnTo>
                <a:lnTo>
                  <a:pt x="352780" y="12"/>
                </a:lnTo>
                <a:lnTo>
                  <a:pt x="264045" y="12"/>
                </a:lnTo>
                <a:lnTo>
                  <a:pt x="264045" y="101612"/>
                </a:lnTo>
                <a:lnTo>
                  <a:pt x="261518" y="101612"/>
                </a:lnTo>
                <a:lnTo>
                  <a:pt x="261607" y="88912"/>
                </a:lnTo>
                <a:lnTo>
                  <a:pt x="263842" y="88912"/>
                </a:lnTo>
                <a:lnTo>
                  <a:pt x="264045" y="101612"/>
                </a:lnTo>
                <a:lnTo>
                  <a:pt x="264045" y="12"/>
                </a:lnTo>
                <a:lnTo>
                  <a:pt x="251002" y="12"/>
                </a:lnTo>
                <a:lnTo>
                  <a:pt x="251002" y="444"/>
                </a:lnTo>
                <a:lnTo>
                  <a:pt x="250799" y="12"/>
                </a:lnTo>
                <a:lnTo>
                  <a:pt x="166039" y="12"/>
                </a:lnTo>
                <a:lnTo>
                  <a:pt x="165823" y="457"/>
                </a:lnTo>
                <a:lnTo>
                  <a:pt x="166674" y="1714"/>
                </a:lnTo>
                <a:lnTo>
                  <a:pt x="169316" y="673"/>
                </a:lnTo>
                <a:lnTo>
                  <a:pt x="170307" y="1651"/>
                </a:lnTo>
                <a:lnTo>
                  <a:pt x="169240" y="4279"/>
                </a:lnTo>
                <a:lnTo>
                  <a:pt x="170345" y="5041"/>
                </a:lnTo>
                <a:lnTo>
                  <a:pt x="172631" y="4622"/>
                </a:lnTo>
                <a:lnTo>
                  <a:pt x="173824" y="4686"/>
                </a:lnTo>
                <a:lnTo>
                  <a:pt x="176479" y="4330"/>
                </a:lnTo>
                <a:lnTo>
                  <a:pt x="177215" y="5054"/>
                </a:lnTo>
                <a:lnTo>
                  <a:pt x="176352" y="7950"/>
                </a:lnTo>
                <a:lnTo>
                  <a:pt x="177584" y="8534"/>
                </a:lnTo>
                <a:lnTo>
                  <a:pt x="179463" y="8128"/>
                </a:lnTo>
                <a:lnTo>
                  <a:pt x="180835" y="8191"/>
                </a:lnTo>
                <a:lnTo>
                  <a:pt x="183502" y="7835"/>
                </a:lnTo>
                <a:lnTo>
                  <a:pt x="184150" y="8470"/>
                </a:lnTo>
                <a:lnTo>
                  <a:pt x="183476" y="11544"/>
                </a:lnTo>
                <a:lnTo>
                  <a:pt x="185699" y="12280"/>
                </a:lnTo>
                <a:lnTo>
                  <a:pt x="188874" y="11671"/>
                </a:lnTo>
                <a:lnTo>
                  <a:pt x="193065" y="11671"/>
                </a:lnTo>
                <a:lnTo>
                  <a:pt x="195694" y="11290"/>
                </a:lnTo>
                <a:lnTo>
                  <a:pt x="198450" y="11772"/>
                </a:lnTo>
                <a:lnTo>
                  <a:pt x="200977" y="11277"/>
                </a:lnTo>
                <a:lnTo>
                  <a:pt x="201739" y="12039"/>
                </a:lnTo>
                <a:lnTo>
                  <a:pt x="200939" y="14986"/>
                </a:lnTo>
                <a:lnTo>
                  <a:pt x="202996" y="15875"/>
                </a:lnTo>
                <a:lnTo>
                  <a:pt x="206603" y="15176"/>
                </a:lnTo>
                <a:lnTo>
                  <a:pt x="210185" y="15176"/>
                </a:lnTo>
                <a:lnTo>
                  <a:pt x="213791" y="15875"/>
                </a:lnTo>
                <a:lnTo>
                  <a:pt x="215861" y="14986"/>
                </a:lnTo>
                <a:lnTo>
                  <a:pt x="215049" y="12039"/>
                </a:lnTo>
                <a:lnTo>
                  <a:pt x="215811" y="11277"/>
                </a:lnTo>
                <a:lnTo>
                  <a:pt x="218338" y="11772"/>
                </a:lnTo>
                <a:lnTo>
                  <a:pt x="221094" y="11290"/>
                </a:lnTo>
                <a:lnTo>
                  <a:pt x="223723" y="11671"/>
                </a:lnTo>
                <a:lnTo>
                  <a:pt x="227914" y="11671"/>
                </a:lnTo>
                <a:lnTo>
                  <a:pt x="231089" y="12280"/>
                </a:lnTo>
                <a:lnTo>
                  <a:pt x="233286" y="11569"/>
                </a:lnTo>
                <a:lnTo>
                  <a:pt x="232689" y="8483"/>
                </a:lnTo>
                <a:lnTo>
                  <a:pt x="233781" y="7137"/>
                </a:lnTo>
                <a:lnTo>
                  <a:pt x="238696" y="8775"/>
                </a:lnTo>
                <a:lnTo>
                  <a:pt x="240411" y="7962"/>
                </a:lnTo>
                <a:lnTo>
                  <a:pt x="239636" y="5080"/>
                </a:lnTo>
                <a:lnTo>
                  <a:pt x="240906" y="3517"/>
                </a:lnTo>
                <a:lnTo>
                  <a:pt x="245719" y="5537"/>
                </a:lnTo>
                <a:lnTo>
                  <a:pt x="247484" y="4318"/>
                </a:lnTo>
                <a:lnTo>
                  <a:pt x="246621" y="1701"/>
                </a:lnTo>
                <a:lnTo>
                  <a:pt x="247357" y="596"/>
                </a:lnTo>
                <a:lnTo>
                  <a:pt x="249999" y="1651"/>
                </a:lnTo>
                <a:lnTo>
                  <a:pt x="251002" y="660"/>
                </a:lnTo>
                <a:lnTo>
                  <a:pt x="251218" y="12712"/>
                </a:lnTo>
                <a:lnTo>
                  <a:pt x="243624" y="12712"/>
                </a:lnTo>
                <a:lnTo>
                  <a:pt x="243890" y="38112"/>
                </a:lnTo>
                <a:lnTo>
                  <a:pt x="240169" y="38112"/>
                </a:lnTo>
                <a:lnTo>
                  <a:pt x="239293" y="50812"/>
                </a:lnTo>
                <a:lnTo>
                  <a:pt x="243116" y="50812"/>
                </a:lnTo>
                <a:lnTo>
                  <a:pt x="242874" y="63512"/>
                </a:lnTo>
                <a:lnTo>
                  <a:pt x="250101" y="63512"/>
                </a:lnTo>
                <a:lnTo>
                  <a:pt x="249745" y="76212"/>
                </a:lnTo>
                <a:lnTo>
                  <a:pt x="253530" y="76212"/>
                </a:lnTo>
                <a:lnTo>
                  <a:pt x="253530" y="88912"/>
                </a:lnTo>
                <a:lnTo>
                  <a:pt x="251066" y="88912"/>
                </a:lnTo>
                <a:lnTo>
                  <a:pt x="251066" y="215912"/>
                </a:lnTo>
                <a:lnTo>
                  <a:pt x="243916" y="215912"/>
                </a:lnTo>
                <a:lnTo>
                  <a:pt x="244081" y="228612"/>
                </a:lnTo>
                <a:lnTo>
                  <a:pt x="240118" y="228612"/>
                </a:lnTo>
                <a:lnTo>
                  <a:pt x="240411" y="241312"/>
                </a:lnTo>
                <a:lnTo>
                  <a:pt x="236728" y="241312"/>
                </a:lnTo>
                <a:lnTo>
                  <a:pt x="235927" y="254012"/>
                </a:lnTo>
                <a:lnTo>
                  <a:pt x="239687" y="254012"/>
                </a:lnTo>
                <a:lnTo>
                  <a:pt x="239649" y="279412"/>
                </a:lnTo>
                <a:lnTo>
                  <a:pt x="246303" y="279412"/>
                </a:lnTo>
                <a:lnTo>
                  <a:pt x="247002" y="292112"/>
                </a:lnTo>
                <a:lnTo>
                  <a:pt x="244055" y="292112"/>
                </a:lnTo>
                <a:lnTo>
                  <a:pt x="244055" y="850912"/>
                </a:lnTo>
                <a:lnTo>
                  <a:pt x="243471" y="850912"/>
                </a:lnTo>
                <a:lnTo>
                  <a:pt x="243471" y="927112"/>
                </a:lnTo>
                <a:lnTo>
                  <a:pt x="240550" y="927112"/>
                </a:lnTo>
                <a:lnTo>
                  <a:pt x="240525" y="914412"/>
                </a:lnTo>
                <a:lnTo>
                  <a:pt x="242773" y="914412"/>
                </a:lnTo>
                <a:lnTo>
                  <a:pt x="243471" y="927112"/>
                </a:lnTo>
                <a:lnTo>
                  <a:pt x="243471" y="850912"/>
                </a:lnTo>
                <a:lnTo>
                  <a:pt x="240334" y="850912"/>
                </a:lnTo>
                <a:lnTo>
                  <a:pt x="240931" y="863612"/>
                </a:lnTo>
                <a:lnTo>
                  <a:pt x="237248" y="863612"/>
                </a:lnTo>
                <a:lnTo>
                  <a:pt x="236461" y="901712"/>
                </a:lnTo>
                <a:lnTo>
                  <a:pt x="239382" y="901712"/>
                </a:lnTo>
                <a:lnTo>
                  <a:pt x="239458" y="914412"/>
                </a:lnTo>
                <a:lnTo>
                  <a:pt x="177406" y="914412"/>
                </a:lnTo>
                <a:lnTo>
                  <a:pt x="177266" y="927112"/>
                </a:lnTo>
                <a:lnTo>
                  <a:pt x="171259" y="914412"/>
                </a:lnTo>
                <a:lnTo>
                  <a:pt x="170332" y="927112"/>
                </a:lnTo>
                <a:lnTo>
                  <a:pt x="166293" y="927112"/>
                </a:lnTo>
                <a:lnTo>
                  <a:pt x="165150" y="914412"/>
                </a:lnTo>
                <a:lnTo>
                  <a:pt x="171259" y="914412"/>
                </a:lnTo>
                <a:lnTo>
                  <a:pt x="173151" y="914412"/>
                </a:lnTo>
                <a:lnTo>
                  <a:pt x="173316" y="901712"/>
                </a:lnTo>
                <a:lnTo>
                  <a:pt x="176453" y="901712"/>
                </a:lnTo>
                <a:lnTo>
                  <a:pt x="176568" y="889012"/>
                </a:lnTo>
                <a:lnTo>
                  <a:pt x="176695" y="876312"/>
                </a:lnTo>
                <a:lnTo>
                  <a:pt x="176822" y="863612"/>
                </a:lnTo>
                <a:lnTo>
                  <a:pt x="173901" y="863612"/>
                </a:lnTo>
                <a:lnTo>
                  <a:pt x="170116" y="850912"/>
                </a:lnTo>
                <a:lnTo>
                  <a:pt x="167017" y="850912"/>
                </a:lnTo>
                <a:lnTo>
                  <a:pt x="166293" y="838212"/>
                </a:lnTo>
                <a:lnTo>
                  <a:pt x="179755" y="838212"/>
                </a:lnTo>
                <a:lnTo>
                  <a:pt x="179895" y="850912"/>
                </a:lnTo>
                <a:lnTo>
                  <a:pt x="235966" y="850912"/>
                </a:lnTo>
                <a:lnTo>
                  <a:pt x="243471" y="838212"/>
                </a:lnTo>
                <a:lnTo>
                  <a:pt x="244055" y="850912"/>
                </a:lnTo>
                <a:lnTo>
                  <a:pt x="244055" y="292112"/>
                </a:lnTo>
                <a:lnTo>
                  <a:pt x="240550" y="292112"/>
                </a:lnTo>
                <a:lnTo>
                  <a:pt x="240550" y="647712"/>
                </a:lnTo>
                <a:lnTo>
                  <a:pt x="233133" y="647712"/>
                </a:lnTo>
                <a:lnTo>
                  <a:pt x="233057" y="673112"/>
                </a:lnTo>
                <a:lnTo>
                  <a:pt x="232943" y="685812"/>
                </a:lnTo>
                <a:lnTo>
                  <a:pt x="235864" y="685812"/>
                </a:lnTo>
                <a:lnTo>
                  <a:pt x="235953" y="698512"/>
                </a:lnTo>
                <a:lnTo>
                  <a:pt x="173901" y="698512"/>
                </a:lnTo>
                <a:lnTo>
                  <a:pt x="173621" y="711212"/>
                </a:lnTo>
                <a:lnTo>
                  <a:pt x="170027" y="711212"/>
                </a:lnTo>
                <a:lnTo>
                  <a:pt x="169214" y="698512"/>
                </a:lnTo>
                <a:lnTo>
                  <a:pt x="172935" y="698512"/>
                </a:lnTo>
                <a:lnTo>
                  <a:pt x="172351" y="685812"/>
                </a:lnTo>
                <a:lnTo>
                  <a:pt x="176022" y="685812"/>
                </a:lnTo>
                <a:lnTo>
                  <a:pt x="177533" y="647712"/>
                </a:lnTo>
                <a:lnTo>
                  <a:pt x="173393" y="647712"/>
                </a:lnTo>
                <a:lnTo>
                  <a:pt x="173316" y="635012"/>
                </a:lnTo>
                <a:lnTo>
                  <a:pt x="190080" y="635012"/>
                </a:lnTo>
                <a:lnTo>
                  <a:pt x="190398" y="647712"/>
                </a:lnTo>
                <a:lnTo>
                  <a:pt x="225501" y="647712"/>
                </a:lnTo>
                <a:lnTo>
                  <a:pt x="225653" y="635012"/>
                </a:lnTo>
                <a:lnTo>
                  <a:pt x="239953" y="635012"/>
                </a:lnTo>
                <a:lnTo>
                  <a:pt x="240550" y="647712"/>
                </a:lnTo>
                <a:lnTo>
                  <a:pt x="240550" y="292112"/>
                </a:lnTo>
                <a:lnTo>
                  <a:pt x="239585" y="292112"/>
                </a:lnTo>
                <a:lnTo>
                  <a:pt x="239585" y="482612"/>
                </a:lnTo>
                <a:lnTo>
                  <a:pt x="236969" y="495312"/>
                </a:lnTo>
                <a:lnTo>
                  <a:pt x="173189" y="495312"/>
                </a:lnTo>
                <a:lnTo>
                  <a:pt x="172885" y="482612"/>
                </a:lnTo>
                <a:lnTo>
                  <a:pt x="176123" y="482612"/>
                </a:lnTo>
                <a:lnTo>
                  <a:pt x="176822" y="444512"/>
                </a:lnTo>
                <a:lnTo>
                  <a:pt x="173901" y="444512"/>
                </a:lnTo>
                <a:lnTo>
                  <a:pt x="173812" y="431812"/>
                </a:lnTo>
                <a:lnTo>
                  <a:pt x="166662" y="431812"/>
                </a:lnTo>
                <a:lnTo>
                  <a:pt x="166293" y="419112"/>
                </a:lnTo>
                <a:lnTo>
                  <a:pt x="176237" y="419112"/>
                </a:lnTo>
                <a:lnTo>
                  <a:pt x="176314" y="431812"/>
                </a:lnTo>
                <a:lnTo>
                  <a:pt x="237032" y="431812"/>
                </a:lnTo>
                <a:lnTo>
                  <a:pt x="237236" y="444512"/>
                </a:lnTo>
                <a:lnTo>
                  <a:pt x="233743" y="444512"/>
                </a:lnTo>
                <a:lnTo>
                  <a:pt x="232943" y="469912"/>
                </a:lnTo>
                <a:lnTo>
                  <a:pt x="235864" y="469912"/>
                </a:lnTo>
                <a:lnTo>
                  <a:pt x="235623" y="482612"/>
                </a:lnTo>
                <a:lnTo>
                  <a:pt x="239585" y="482612"/>
                </a:lnTo>
                <a:lnTo>
                  <a:pt x="239585" y="292112"/>
                </a:lnTo>
                <a:lnTo>
                  <a:pt x="234950" y="292112"/>
                </a:lnTo>
                <a:lnTo>
                  <a:pt x="233337" y="279412"/>
                </a:lnTo>
                <a:lnTo>
                  <a:pt x="183857" y="279412"/>
                </a:lnTo>
                <a:lnTo>
                  <a:pt x="184442" y="292112"/>
                </a:lnTo>
                <a:lnTo>
                  <a:pt x="165811" y="292112"/>
                </a:lnTo>
                <a:lnTo>
                  <a:pt x="165608" y="279412"/>
                </a:lnTo>
                <a:lnTo>
                  <a:pt x="172923" y="279412"/>
                </a:lnTo>
                <a:lnTo>
                  <a:pt x="173329" y="254012"/>
                </a:lnTo>
                <a:lnTo>
                  <a:pt x="176542" y="254012"/>
                </a:lnTo>
                <a:lnTo>
                  <a:pt x="177533" y="241312"/>
                </a:lnTo>
                <a:lnTo>
                  <a:pt x="173697" y="241312"/>
                </a:lnTo>
                <a:lnTo>
                  <a:pt x="173951" y="228612"/>
                </a:lnTo>
                <a:lnTo>
                  <a:pt x="166725" y="228612"/>
                </a:lnTo>
                <a:lnTo>
                  <a:pt x="167081" y="215912"/>
                </a:lnTo>
                <a:lnTo>
                  <a:pt x="163296" y="215912"/>
                </a:lnTo>
                <a:lnTo>
                  <a:pt x="163296" y="203212"/>
                </a:lnTo>
                <a:lnTo>
                  <a:pt x="169329" y="203212"/>
                </a:lnTo>
                <a:lnTo>
                  <a:pt x="176352" y="215912"/>
                </a:lnTo>
                <a:lnTo>
                  <a:pt x="197396" y="215912"/>
                </a:lnTo>
                <a:lnTo>
                  <a:pt x="218605" y="228612"/>
                </a:lnTo>
                <a:lnTo>
                  <a:pt x="218617" y="215912"/>
                </a:lnTo>
                <a:lnTo>
                  <a:pt x="239395" y="215912"/>
                </a:lnTo>
                <a:lnTo>
                  <a:pt x="239483" y="203212"/>
                </a:lnTo>
                <a:lnTo>
                  <a:pt x="246634" y="203212"/>
                </a:lnTo>
                <a:lnTo>
                  <a:pt x="251066" y="215912"/>
                </a:lnTo>
                <a:lnTo>
                  <a:pt x="251066" y="88912"/>
                </a:lnTo>
                <a:lnTo>
                  <a:pt x="240309" y="88912"/>
                </a:lnTo>
                <a:lnTo>
                  <a:pt x="240423" y="76212"/>
                </a:lnTo>
                <a:lnTo>
                  <a:pt x="219265" y="76212"/>
                </a:lnTo>
                <a:lnTo>
                  <a:pt x="219265" y="63512"/>
                </a:lnTo>
                <a:lnTo>
                  <a:pt x="198310" y="63512"/>
                </a:lnTo>
                <a:lnTo>
                  <a:pt x="198158" y="76212"/>
                </a:lnTo>
                <a:lnTo>
                  <a:pt x="178104" y="76212"/>
                </a:lnTo>
                <a:lnTo>
                  <a:pt x="177177" y="88912"/>
                </a:lnTo>
                <a:lnTo>
                  <a:pt x="156375" y="88912"/>
                </a:lnTo>
                <a:lnTo>
                  <a:pt x="156375" y="101612"/>
                </a:lnTo>
                <a:lnTo>
                  <a:pt x="155409" y="101612"/>
                </a:lnTo>
                <a:lnTo>
                  <a:pt x="155409" y="190512"/>
                </a:lnTo>
                <a:lnTo>
                  <a:pt x="155206" y="203212"/>
                </a:lnTo>
                <a:lnTo>
                  <a:pt x="152984" y="203212"/>
                </a:lnTo>
                <a:lnTo>
                  <a:pt x="152781" y="190512"/>
                </a:lnTo>
                <a:lnTo>
                  <a:pt x="155409" y="190512"/>
                </a:lnTo>
                <a:lnTo>
                  <a:pt x="155409" y="101612"/>
                </a:lnTo>
                <a:lnTo>
                  <a:pt x="145757" y="101612"/>
                </a:lnTo>
                <a:lnTo>
                  <a:pt x="142252" y="114312"/>
                </a:lnTo>
                <a:lnTo>
                  <a:pt x="138442" y="114312"/>
                </a:lnTo>
                <a:lnTo>
                  <a:pt x="138722" y="139712"/>
                </a:lnTo>
                <a:lnTo>
                  <a:pt x="135242" y="139712"/>
                </a:lnTo>
                <a:lnTo>
                  <a:pt x="134416" y="152412"/>
                </a:lnTo>
                <a:lnTo>
                  <a:pt x="138176" y="152412"/>
                </a:lnTo>
                <a:lnTo>
                  <a:pt x="137604" y="165112"/>
                </a:lnTo>
                <a:lnTo>
                  <a:pt x="141414" y="165112"/>
                </a:lnTo>
                <a:lnTo>
                  <a:pt x="141160" y="177812"/>
                </a:lnTo>
                <a:lnTo>
                  <a:pt x="144856" y="177812"/>
                </a:lnTo>
                <a:lnTo>
                  <a:pt x="144500" y="190512"/>
                </a:lnTo>
                <a:lnTo>
                  <a:pt x="128320" y="190512"/>
                </a:lnTo>
                <a:lnTo>
                  <a:pt x="128117" y="177812"/>
                </a:lnTo>
                <a:lnTo>
                  <a:pt x="80454" y="177812"/>
                </a:lnTo>
                <a:lnTo>
                  <a:pt x="78892" y="190512"/>
                </a:lnTo>
                <a:lnTo>
                  <a:pt x="55765" y="190512"/>
                </a:lnTo>
                <a:lnTo>
                  <a:pt x="54432" y="203212"/>
                </a:lnTo>
                <a:lnTo>
                  <a:pt x="47548" y="203212"/>
                </a:lnTo>
                <a:lnTo>
                  <a:pt x="40525" y="215912"/>
                </a:lnTo>
                <a:lnTo>
                  <a:pt x="36969" y="215912"/>
                </a:lnTo>
                <a:lnTo>
                  <a:pt x="37122" y="228612"/>
                </a:lnTo>
                <a:lnTo>
                  <a:pt x="33159" y="228612"/>
                </a:lnTo>
                <a:lnTo>
                  <a:pt x="33401" y="241312"/>
                </a:lnTo>
                <a:lnTo>
                  <a:pt x="29705" y="241312"/>
                </a:lnTo>
                <a:lnTo>
                  <a:pt x="29146" y="254012"/>
                </a:lnTo>
                <a:lnTo>
                  <a:pt x="32537" y="254012"/>
                </a:lnTo>
                <a:lnTo>
                  <a:pt x="32410" y="279412"/>
                </a:lnTo>
                <a:lnTo>
                  <a:pt x="39636" y="279412"/>
                </a:lnTo>
                <a:lnTo>
                  <a:pt x="39268" y="292112"/>
                </a:lnTo>
                <a:lnTo>
                  <a:pt x="46316" y="292112"/>
                </a:lnTo>
                <a:lnTo>
                  <a:pt x="50190" y="304812"/>
                </a:lnTo>
                <a:lnTo>
                  <a:pt x="70307" y="304812"/>
                </a:lnTo>
                <a:lnTo>
                  <a:pt x="71158" y="317512"/>
                </a:lnTo>
                <a:lnTo>
                  <a:pt x="95770" y="317512"/>
                </a:lnTo>
                <a:lnTo>
                  <a:pt x="95707" y="330212"/>
                </a:lnTo>
                <a:lnTo>
                  <a:pt x="127279" y="330212"/>
                </a:lnTo>
                <a:lnTo>
                  <a:pt x="127215" y="317512"/>
                </a:lnTo>
                <a:lnTo>
                  <a:pt x="141414" y="317512"/>
                </a:lnTo>
                <a:lnTo>
                  <a:pt x="141198" y="304812"/>
                </a:lnTo>
                <a:lnTo>
                  <a:pt x="145669" y="304812"/>
                </a:lnTo>
                <a:lnTo>
                  <a:pt x="142240" y="317512"/>
                </a:lnTo>
                <a:lnTo>
                  <a:pt x="142303" y="330212"/>
                </a:lnTo>
                <a:lnTo>
                  <a:pt x="141744" y="330212"/>
                </a:lnTo>
                <a:lnTo>
                  <a:pt x="141744" y="825512"/>
                </a:lnTo>
                <a:lnTo>
                  <a:pt x="138811" y="825512"/>
                </a:lnTo>
                <a:lnTo>
                  <a:pt x="138671" y="812812"/>
                </a:lnTo>
                <a:lnTo>
                  <a:pt x="141033" y="812812"/>
                </a:lnTo>
                <a:lnTo>
                  <a:pt x="141744" y="825512"/>
                </a:lnTo>
                <a:lnTo>
                  <a:pt x="141744" y="330212"/>
                </a:lnTo>
                <a:lnTo>
                  <a:pt x="135445" y="330212"/>
                </a:lnTo>
                <a:lnTo>
                  <a:pt x="135077" y="355612"/>
                </a:lnTo>
                <a:lnTo>
                  <a:pt x="134378" y="355612"/>
                </a:lnTo>
                <a:lnTo>
                  <a:pt x="134302" y="381012"/>
                </a:lnTo>
                <a:lnTo>
                  <a:pt x="137274" y="381012"/>
                </a:lnTo>
                <a:lnTo>
                  <a:pt x="141325" y="393712"/>
                </a:lnTo>
                <a:lnTo>
                  <a:pt x="141058" y="393712"/>
                </a:lnTo>
                <a:lnTo>
                  <a:pt x="141058" y="520712"/>
                </a:lnTo>
                <a:lnTo>
                  <a:pt x="139026" y="531190"/>
                </a:lnTo>
                <a:lnTo>
                  <a:pt x="139026" y="749312"/>
                </a:lnTo>
                <a:lnTo>
                  <a:pt x="135077" y="749312"/>
                </a:lnTo>
                <a:lnTo>
                  <a:pt x="135153" y="762012"/>
                </a:lnTo>
                <a:lnTo>
                  <a:pt x="131813" y="762012"/>
                </a:lnTo>
                <a:lnTo>
                  <a:pt x="130898" y="787412"/>
                </a:lnTo>
                <a:lnTo>
                  <a:pt x="134023" y="787412"/>
                </a:lnTo>
                <a:lnTo>
                  <a:pt x="134734" y="812812"/>
                </a:lnTo>
                <a:lnTo>
                  <a:pt x="69342" y="812812"/>
                </a:lnTo>
                <a:lnTo>
                  <a:pt x="68402" y="825512"/>
                </a:lnTo>
                <a:lnTo>
                  <a:pt x="57061" y="825512"/>
                </a:lnTo>
                <a:lnTo>
                  <a:pt x="57111" y="812812"/>
                </a:lnTo>
                <a:lnTo>
                  <a:pt x="64122" y="812812"/>
                </a:lnTo>
                <a:lnTo>
                  <a:pt x="63969" y="800112"/>
                </a:lnTo>
                <a:lnTo>
                  <a:pt x="67932" y="800112"/>
                </a:lnTo>
                <a:lnTo>
                  <a:pt x="67691" y="787412"/>
                </a:lnTo>
                <a:lnTo>
                  <a:pt x="71386" y="787412"/>
                </a:lnTo>
                <a:lnTo>
                  <a:pt x="71945" y="774712"/>
                </a:lnTo>
                <a:lnTo>
                  <a:pt x="68554" y="774712"/>
                </a:lnTo>
                <a:lnTo>
                  <a:pt x="68516" y="762012"/>
                </a:lnTo>
                <a:lnTo>
                  <a:pt x="64833" y="762012"/>
                </a:lnTo>
                <a:lnTo>
                  <a:pt x="64884" y="749312"/>
                </a:lnTo>
                <a:lnTo>
                  <a:pt x="61353" y="749312"/>
                </a:lnTo>
                <a:lnTo>
                  <a:pt x="61379" y="736612"/>
                </a:lnTo>
                <a:lnTo>
                  <a:pt x="81521" y="736612"/>
                </a:lnTo>
                <a:lnTo>
                  <a:pt x="123875" y="749312"/>
                </a:lnTo>
                <a:lnTo>
                  <a:pt x="123825" y="736612"/>
                </a:lnTo>
                <a:lnTo>
                  <a:pt x="138417" y="736612"/>
                </a:lnTo>
                <a:lnTo>
                  <a:pt x="139026" y="749312"/>
                </a:lnTo>
                <a:lnTo>
                  <a:pt x="139026" y="531190"/>
                </a:lnTo>
                <a:lnTo>
                  <a:pt x="138595" y="533412"/>
                </a:lnTo>
                <a:lnTo>
                  <a:pt x="136271" y="533412"/>
                </a:lnTo>
                <a:lnTo>
                  <a:pt x="137883" y="520712"/>
                </a:lnTo>
                <a:lnTo>
                  <a:pt x="141058" y="520712"/>
                </a:lnTo>
                <a:lnTo>
                  <a:pt x="141058" y="393712"/>
                </a:lnTo>
                <a:lnTo>
                  <a:pt x="135077" y="393712"/>
                </a:lnTo>
                <a:lnTo>
                  <a:pt x="135077" y="546112"/>
                </a:lnTo>
                <a:lnTo>
                  <a:pt x="131940" y="546112"/>
                </a:lnTo>
                <a:lnTo>
                  <a:pt x="130810" y="584212"/>
                </a:lnTo>
                <a:lnTo>
                  <a:pt x="134632" y="584212"/>
                </a:lnTo>
                <a:lnTo>
                  <a:pt x="134315" y="596912"/>
                </a:lnTo>
                <a:lnTo>
                  <a:pt x="72034" y="596912"/>
                </a:lnTo>
                <a:lnTo>
                  <a:pt x="64858" y="609612"/>
                </a:lnTo>
                <a:lnTo>
                  <a:pt x="57073" y="609612"/>
                </a:lnTo>
                <a:lnTo>
                  <a:pt x="57111" y="596912"/>
                </a:lnTo>
                <a:lnTo>
                  <a:pt x="63969" y="596912"/>
                </a:lnTo>
                <a:lnTo>
                  <a:pt x="67665" y="584212"/>
                </a:lnTo>
                <a:lnTo>
                  <a:pt x="68084" y="571512"/>
                </a:lnTo>
                <a:lnTo>
                  <a:pt x="71297" y="571512"/>
                </a:lnTo>
                <a:lnTo>
                  <a:pt x="72288" y="558812"/>
                </a:lnTo>
                <a:lnTo>
                  <a:pt x="68453" y="558812"/>
                </a:lnTo>
                <a:lnTo>
                  <a:pt x="68707" y="546112"/>
                </a:lnTo>
                <a:lnTo>
                  <a:pt x="64909" y="546112"/>
                </a:lnTo>
                <a:lnTo>
                  <a:pt x="65176" y="533412"/>
                </a:lnTo>
                <a:lnTo>
                  <a:pt x="58051" y="533412"/>
                </a:lnTo>
                <a:lnTo>
                  <a:pt x="58051" y="520712"/>
                </a:lnTo>
                <a:lnTo>
                  <a:pt x="67741" y="520712"/>
                </a:lnTo>
                <a:lnTo>
                  <a:pt x="67614" y="533412"/>
                </a:lnTo>
                <a:lnTo>
                  <a:pt x="135064" y="533412"/>
                </a:lnTo>
                <a:lnTo>
                  <a:pt x="135077" y="546112"/>
                </a:lnTo>
                <a:lnTo>
                  <a:pt x="135077" y="393712"/>
                </a:lnTo>
                <a:lnTo>
                  <a:pt x="58051" y="393712"/>
                </a:lnTo>
                <a:lnTo>
                  <a:pt x="58140" y="406412"/>
                </a:lnTo>
                <a:lnTo>
                  <a:pt x="50063" y="406412"/>
                </a:lnTo>
                <a:lnTo>
                  <a:pt x="50063" y="508012"/>
                </a:lnTo>
                <a:lnTo>
                  <a:pt x="49961" y="520712"/>
                </a:lnTo>
                <a:lnTo>
                  <a:pt x="47752" y="520712"/>
                </a:lnTo>
                <a:lnTo>
                  <a:pt x="47625" y="513245"/>
                </a:lnTo>
                <a:lnTo>
                  <a:pt x="47625" y="838212"/>
                </a:lnTo>
                <a:lnTo>
                  <a:pt x="45326" y="838212"/>
                </a:lnTo>
                <a:lnTo>
                  <a:pt x="46659" y="825512"/>
                </a:lnTo>
                <a:lnTo>
                  <a:pt x="47523" y="825512"/>
                </a:lnTo>
                <a:lnTo>
                  <a:pt x="47625" y="838212"/>
                </a:lnTo>
                <a:lnTo>
                  <a:pt x="47625" y="513245"/>
                </a:lnTo>
                <a:lnTo>
                  <a:pt x="47536" y="508012"/>
                </a:lnTo>
                <a:lnTo>
                  <a:pt x="50063" y="508012"/>
                </a:lnTo>
                <a:lnTo>
                  <a:pt x="50063" y="406412"/>
                </a:lnTo>
                <a:lnTo>
                  <a:pt x="44246" y="406412"/>
                </a:lnTo>
                <a:lnTo>
                  <a:pt x="44132" y="413143"/>
                </a:lnTo>
                <a:lnTo>
                  <a:pt x="44132" y="635012"/>
                </a:lnTo>
                <a:lnTo>
                  <a:pt x="36195" y="635012"/>
                </a:lnTo>
                <a:lnTo>
                  <a:pt x="35966" y="622312"/>
                </a:lnTo>
                <a:lnTo>
                  <a:pt x="39535" y="622312"/>
                </a:lnTo>
                <a:lnTo>
                  <a:pt x="44132" y="635012"/>
                </a:lnTo>
                <a:lnTo>
                  <a:pt x="44132" y="413143"/>
                </a:lnTo>
                <a:lnTo>
                  <a:pt x="44030" y="419112"/>
                </a:lnTo>
                <a:lnTo>
                  <a:pt x="40398" y="419112"/>
                </a:lnTo>
                <a:lnTo>
                  <a:pt x="40373" y="431812"/>
                </a:lnTo>
                <a:lnTo>
                  <a:pt x="33197" y="431812"/>
                </a:lnTo>
                <a:lnTo>
                  <a:pt x="33451" y="444512"/>
                </a:lnTo>
                <a:lnTo>
                  <a:pt x="29565" y="444512"/>
                </a:lnTo>
                <a:lnTo>
                  <a:pt x="29514" y="482612"/>
                </a:lnTo>
                <a:lnTo>
                  <a:pt x="36347" y="482612"/>
                </a:lnTo>
                <a:lnTo>
                  <a:pt x="39700" y="495312"/>
                </a:lnTo>
                <a:lnTo>
                  <a:pt x="43014" y="495312"/>
                </a:lnTo>
                <a:lnTo>
                  <a:pt x="43053" y="508012"/>
                </a:lnTo>
                <a:lnTo>
                  <a:pt x="37236" y="508012"/>
                </a:lnTo>
                <a:lnTo>
                  <a:pt x="36931" y="495312"/>
                </a:lnTo>
                <a:lnTo>
                  <a:pt x="30797" y="508012"/>
                </a:lnTo>
                <a:lnTo>
                  <a:pt x="29946" y="495312"/>
                </a:lnTo>
                <a:lnTo>
                  <a:pt x="0" y="495312"/>
                </a:lnTo>
                <a:lnTo>
                  <a:pt x="0" y="635012"/>
                </a:lnTo>
                <a:lnTo>
                  <a:pt x="33197" y="635012"/>
                </a:lnTo>
                <a:lnTo>
                  <a:pt x="33007" y="647712"/>
                </a:lnTo>
                <a:lnTo>
                  <a:pt x="30200" y="647712"/>
                </a:lnTo>
                <a:lnTo>
                  <a:pt x="29121" y="685812"/>
                </a:lnTo>
                <a:lnTo>
                  <a:pt x="32308" y="685812"/>
                </a:lnTo>
                <a:lnTo>
                  <a:pt x="32575" y="698512"/>
                </a:lnTo>
                <a:lnTo>
                  <a:pt x="36347" y="698512"/>
                </a:lnTo>
                <a:lnTo>
                  <a:pt x="39624" y="711212"/>
                </a:lnTo>
                <a:lnTo>
                  <a:pt x="42837" y="711212"/>
                </a:lnTo>
                <a:lnTo>
                  <a:pt x="43535" y="723912"/>
                </a:lnTo>
                <a:lnTo>
                  <a:pt x="37223" y="723912"/>
                </a:lnTo>
                <a:lnTo>
                  <a:pt x="36944" y="711212"/>
                </a:lnTo>
                <a:lnTo>
                  <a:pt x="23761" y="711212"/>
                </a:lnTo>
                <a:lnTo>
                  <a:pt x="22821" y="698512"/>
                </a:lnTo>
                <a:lnTo>
                  <a:pt x="0" y="698512"/>
                </a:lnTo>
                <a:lnTo>
                  <a:pt x="0" y="850912"/>
                </a:lnTo>
                <a:lnTo>
                  <a:pt x="20650" y="850912"/>
                </a:lnTo>
                <a:lnTo>
                  <a:pt x="22212" y="838212"/>
                </a:lnTo>
                <a:lnTo>
                  <a:pt x="36842" y="838212"/>
                </a:lnTo>
                <a:lnTo>
                  <a:pt x="37020" y="850912"/>
                </a:lnTo>
                <a:lnTo>
                  <a:pt x="33362" y="850912"/>
                </a:lnTo>
                <a:lnTo>
                  <a:pt x="33337" y="863612"/>
                </a:lnTo>
                <a:lnTo>
                  <a:pt x="29552" y="863612"/>
                </a:lnTo>
                <a:lnTo>
                  <a:pt x="29489" y="901712"/>
                </a:lnTo>
                <a:lnTo>
                  <a:pt x="32766" y="901712"/>
                </a:lnTo>
                <a:lnTo>
                  <a:pt x="32677" y="914412"/>
                </a:lnTo>
                <a:lnTo>
                  <a:pt x="39687" y="914412"/>
                </a:lnTo>
                <a:lnTo>
                  <a:pt x="39179" y="927112"/>
                </a:lnTo>
                <a:lnTo>
                  <a:pt x="53340" y="927112"/>
                </a:lnTo>
                <a:lnTo>
                  <a:pt x="53555" y="939812"/>
                </a:lnTo>
                <a:lnTo>
                  <a:pt x="74752" y="939812"/>
                </a:lnTo>
                <a:lnTo>
                  <a:pt x="74663" y="952512"/>
                </a:lnTo>
                <a:lnTo>
                  <a:pt x="130556" y="952512"/>
                </a:lnTo>
                <a:lnTo>
                  <a:pt x="130721" y="939812"/>
                </a:lnTo>
                <a:lnTo>
                  <a:pt x="142227" y="939812"/>
                </a:lnTo>
                <a:lnTo>
                  <a:pt x="142278" y="952512"/>
                </a:lnTo>
                <a:lnTo>
                  <a:pt x="138417" y="952512"/>
                </a:lnTo>
                <a:lnTo>
                  <a:pt x="138226" y="965212"/>
                </a:lnTo>
                <a:lnTo>
                  <a:pt x="135420" y="965212"/>
                </a:lnTo>
                <a:lnTo>
                  <a:pt x="134721" y="1016012"/>
                </a:lnTo>
                <a:lnTo>
                  <a:pt x="141312" y="1016012"/>
                </a:lnTo>
                <a:lnTo>
                  <a:pt x="140779" y="1028712"/>
                </a:lnTo>
                <a:lnTo>
                  <a:pt x="151701" y="1028712"/>
                </a:lnTo>
                <a:lnTo>
                  <a:pt x="155270" y="1041412"/>
                </a:lnTo>
                <a:lnTo>
                  <a:pt x="162433" y="1041412"/>
                </a:lnTo>
                <a:lnTo>
                  <a:pt x="162217" y="1054112"/>
                </a:lnTo>
                <a:lnTo>
                  <a:pt x="186893" y="1054112"/>
                </a:lnTo>
                <a:lnTo>
                  <a:pt x="187045" y="1066812"/>
                </a:lnTo>
                <a:lnTo>
                  <a:pt x="229044" y="1066812"/>
                </a:lnTo>
                <a:lnTo>
                  <a:pt x="228955" y="1054112"/>
                </a:lnTo>
                <a:lnTo>
                  <a:pt x="247459" y="1054112"/>
                </a:lnTo>
                <a:lnTo>
                  <a:pt x="247510" y="1066812"/>
                </a:lnTo>
                <a:lnTo>
                  <a:pt x="240652" y="1066812"/>
                </a:lnTo>
                <a:lnTo>
                  <a:pt x="239953" y="1117612"/>
                </a:lnTo>
                <a:lnTo>
                  <a:pt x="246557" y="1117612"/>
                </a:lnTo>
                <a:lnTo>
                  <a:pt x="246011" y="1130312"/>
                </a:lnTo>
                <a:lnTo>
                  <a:pt x="257302" y="1130312"/>
                </a:lnTo>
                <a:lnTo>
                  <a:pt x="256413" y="1143012"/>
                </a:lnTo>
                <a:lnTo>
                  <a:pt x="260426" y="1143012"/>
                </a:lnTo>
                <a:lnTo>
                  <a:pt x="260553" y="1155712"/>
                </a:lnTo>
                <a:lnTo>
                  <a:pt x="281724" y="1155712"/>
                </a:lnTo>
                <a:lnTo>
                  <a:pt x="281571" y="1168412"/>
                </a:lnTo>
                <a:lnTo>
                  <a:pt x="344538" y="1168412"/>
                </a:lnTo>
                <a:lnTo>
                  <a:pt x="344703" y="1155712"/>
                </a:lnTo>
                <a:lnTo>
                  <a:pt x="356235" y="1155712"/>
                </a:lnTo>
                <a:lnTo>
                  <a:pt x="352704" y="1168412"/>
                </a:lnTo>
                <a:lnTo>
                  <a:pt x="348894" y="1168412"/>
                </a:lnTo>
                <a:lnTo>
                  <a:pt x="348703" y="1181112"/>
                </a:lnTo>
                <a:lnTo>
                  <a:pt x="345897" y="1181112"/>
                </a:lnTo>
                <a:lnTo>
                  <a:pt x="344805" y="1219212"/>
                </a:lnTo>
                <a:lnTo>
                  <a:pt x="351840" y="1219212"/>
                </a:lnTo>
                <a:lnTo>
                  <a:pt x="351612" y="1231912"/>
                </a:lnTo>
                <a:lnTo>
                  <a:pt x="355307" y="1231912"/>
                </a:lnTo>
                <a:lnTo>
                  <a:pt x="354876" y="1244612"/>
                </a:lnTo>
                <a:lnTo>
                  <a:pt x="365760" y="1244612"/>
                </a:lnTo>
                <a:lnTo>
                  <a:pt x="365658" y="1257312"/>
                </a:lnTo>
                <a:lnTo>
                  <a:pt x="381977" y="1257312"/>
                </a:lnTo>
                <a:lnTo>
                  <a:pt x="383514" y="1270012"/>
                </a:lnTo>
                <a:lnTo>
                  <a:pt x="389559" y="1257312"/>
                </a:lnTo>
                <a:lnTo>
                  <a:pt x="390448" y="1270012"/>
                </a:lnTo>
                <a:lnTo>
                  <a:pt x="446493" y="1270012"/>
                </a:lnTo>
                <a:lnTo>
                  <a:pt x="453669" y="1257312"/>
                </a:lnTo>
                <a:lnTo>
                  <a:pt x="465442" y="1257312"/>
                </a:lnTo>
                <a:lnTo>
                  <a:pt x="461378" y="1270012"/>
                </a:lnTo>
                <a:lnTo>
                  <a:pt x="454139" y="1270012"/>
                </a:lnTo>
                <a:lnTo>
                  <a:pt x="454253" y="1282712"/>
                </a:lnTo>
                <a:lnTo>
                  <a:pt x="454380" y="1295412"/>
                </a:lnTo>
                <a:lnTo>
                  <a:pt x="450621" y="1295412"/>
                </a:lnTo>
                <a:lnTo>
                  <a:pt x="449999" y="1308112"/>
                </a:lnTo>
                <a:lnTo>
                  <a:pt x="453872" y="1308112"/>
                </a:lnTo>
                <a:lnTo>
                  <a:pt x="453618" y="1320812"/>
                </a:lnTo>
                <a:lnTo>
                  <a:pt x="457301" y="1320812"/>
                </a:lnTo>
                <a:lnTo>
                  <a:pt x="460629" y="1333512"/>
                </a:lnTo>
                <a:lnTo>
                  <a:pt x="460336" y="1346212"/>
                </a:lnTo>
                <a:lnTo>
                  <a:pt x="470941" y="1346212"/>
                </a:lnTo>
                <a:lnTo>
                  <a:pt x="470903" y="1358912"/>
                </a:lnTo>
                <a:lnTo>
                  <a:pt x="490537" y="1358912"/>
                </a:lnTo>
                <a:lnTo>
                  <a:pt x="492252" y="1371612"/>
                </a:lnTo>
                <a:lnTo>
                  <a:pt x="560857" y="1371612"/>
                </a:lnTo>
                <a:lnTo>
                  <a:pt x="562267" y="1358912"/>
                </a:lnTo>
                <a:lnTo>
                  <a:pt x="579767" y="1358912"/>
                </a:lnTo>
                <a:lnTo>
                  <a:pt x="579628" y="1346212"/>
                </a:lnTo>
                <a:lnTo>
                  <a:pt x="587006" y="1346212"/>
                </a:lnTo>
                <a:lnTo>
                  <a:pt x="586549" y="1333512"/>
                </a:lnTo>
                <a:lnTo>
                  <a:pt x="590410" y="1333512"/>
                </a:lnTo>
                <a:lnTo>
                  <a:pt x="590296" y="1320812"/>
                </a:lnTo>
                <a:lnTo>
                  <a:pt x="593915" y="1320812"/>
                </a:lnTo>
                <a:lnTo>
                  <a:pt x="594258" y="1308112"/>
                </a:lnTo>
                <a:lnTo>
                  <a:pt x="597496" y="1308112"/>
                </a:lnTo>
                <a:lnTo>
                  <a:pt x="598093" y="1295412"/>
                </a:lnTo>
                <a:lnTo>
                  <a:pt x="594334" y="1295412"/>
                </a:lnTo>
                <a:lnTo>
                  <a:pt x="594906" y="1282712"/>
                </a:lnTo>
                <a:lnTo>
                  <a:pt x="591083" y="1282712"/>
                </a:lnTo>
                <a:lnTo>
                  <a:pt x="591337" y="1270012"/>
                </a:lnTo>
                <a:lnTo>
                  <a:pt x="664514" y="1270012"/>
                </a:lnTo>
                <a:lnTo>
                  <a:pt x="664413" y="1295412"/>
                </a:lnTo>
                <a:lnTo>
                  <a:pt x="661504" y="1295412"/>
                </a:lnTo>
                <a:lnTo>
                  <a:pt x="660577" y="1320812"/>
                </a:lnTo>
                <a:lnTo>
                  <a:pt x="667651" y="1320812"/>
                </a:lnTo>
                <a:lnTo>
                  <a:pt x="667029" y="1333512"/>
                </a:lnTo>
                <a:lnTo>
                  <a:pt x="671029" y="1346212"/>
                </a:lnTo>
                <a:lnTo>
                  <a:pt x="681367" y="1346212"/>
                </a:lnTo>
                <a:lnTo>
                  <a:pt x="681367" y="1358912"/>
                </a:lnTo>
                <a:lnTo>
                  <a:pt x="699008" y="1358912"/>
                </a:lnTo>
                <a:lnTo>
                  <a:pt x="699008" y="1371612"/>
                </a:lnTo>
                <a:lnTo>
                  <a:pt x="772553" y="1371612"/>
                </a:lnTo>
                <a:lnTo>
                  <a:pt x="772629" y="1358912"/>
                </a:lnTo>
                <a:lnTo>
                  <a:pt x="790117" y="1358912"/>
                </a:lnTo>
                <a:lnTo>
                  <a:pt x="790117" y="1346212"/>
                </a:lnTo>
                <a:lnTo>
                  <a:pt x="800989" y="1346212"/>
                </a:lnTo>
                <a:lnTo>
                  <a:pt x="800862" y="1333512"/>
                </a:lnTo>
                <a:lnTo>
                  <a:pt x="800747" y="1320812"/>
                </a:lnTo>
                <a:lnTo>
                  <a:pt x="807974" y="1320812"/>
                </a:lnTo>
                <a:lnTo>
                  <a:pt x="808570" y="1295412"/>
                </a:lnTo>
                <a:lnTo>
                  <a:pt x="804824" y="1295412"/>
                </a:lnTo>
                <a:lnTo>
                  <a:pt x="804773" y="1282712"/>
                </a:lnTo>
                <a:lnTo>
                  <a:pt x="804735" y="1270012"/>
                </a:lnTo>
                <a:lnTo>
                  <a:pt x="801573" y="1282712"/>
                </a:lnTo>
                <a:lnTo>
                  <a:pt x="801751" y="1270012"/>
                </a:lnTo>
                <a:lnTo>
                  <a:pt x="794905" y="1270012"/>
                </a:lnTo>
                <a:lnTo>
                  <a:pt x="794207" y="1257312"/>
                </a:lnTo>
                <a:lnTo>
                  <a:pt x="807694" y="1257312"/>
                </a:lnTo>
                <a:lnTo>
                  <a:pt x="807796" y="1270012"/>
                </a:lnTo>
                <a:lnTo>
                  <a:pt x="870953" y="1270012"/>
                </a:lnTo>
                <a:lnTo>
                  <a:pt x="878128" y="1257312"/>
                </a:lnTo>
                <a:lnTo>
                  <a:pt x="885913" y="1257312"/>
                </a:lnTo>
                <a:lnTo>
                  <a:pt x="882421" y="1270012"/>
                </a:lnTo>
                <a:lnTo>
                  <a:pt x="875309" y="1270012"/>
                </a:lnTo>
                <a:lnTo>
                  <a:pt x="874890" y="1295412"/>
                </a:lnTo>
                <a:lnTo>
                  <a:pt x="871689" y="1295412"/>
                </a:lnTo>
                <a:lnTo>
                  <a:pt x="870686" y="1308112"/>
                </a:lnTo>
                <a:lnTo>
                  <a:pt x="874522" y="1308112"/>
                </a:lnTo>
                <a:lnTo>
                  <a:pt x="874268" y="1320812"/>
                </a:lnTo>
                <a:lnTo>
                  <a:pt x="878065" y="1320812"/>
                </a:lnTo>
                <a:lnTo>
                  <a:pt x="877798" y="1333512"/>
                </a:lnTo>
                <a:lnTo>
                  <a:pt x="881507" y="1333512"/>
                </a:lnTo>
                <a:lnTo>
                  <a:pt x="881138" y="1346212"/>
                </a:lnTo>
                <a:lnTo>
                  <a:pt x="888199" y="1346212"/>
                </a:lnTo>
                <a:lnTo>
                  <a:pt x="892073" y="1358912"/>
                </a:lnTo>
                <a:lnTo>
                  <a:pt x="912202" y="1358912"/>
                </a:lnTo>
                <a:lnTo>
                  <a:pt x="913041" y="1371612"/>
                </a:lnTo>
                <a:lnTo>
                  <a:pt x="982357" y="1371612"/>
                </a:lnTo>
                <a:lnTo>
                  <a:pt x="983322" y="1358912"/>
                </a:lnTo>
                <a:lnTo>
                  <a:pt x="1000696" y="1358912"/>
                </a:lnTo>
                <a:lnTo>
                  <a:pt x="1004201" y="1346212"/>
                </a:lnTo>
                <a:lnTo>
                  <a:pt x="1007719" y="1346212"/>
                </a:lnTo>
                <a:lnTo>
                  <a:pt x="1007491" y="1333512"/>
                </a:lnTo>
                <a:lnTo>
                  <a:pt x="1011275" y="1333512"/>
                </a:lnTo>
                <a:lnTo>
                  <a:pt x="1011123" y="1320812"/>
                </a:lnTo>
                <a:lnTo>
                  <a:pt x="1015085" y="1320812"/>
                </a:lnTo>
                <a:lnTo>
                  <a:pt x="1014831" y="1308112"/>
                </a:lnTo>
                <a:lnTo>
                  <a:pt x="1018527" y="1308112"/>
                </a:lnTo>
                <a:lnTo>
                  <a:pt x="1019416" y="1295412"/>
                </a:lnTo>
                <a:lnTo>
                  <a:pt x="1015580" y="1295412"/>
                </a:lnTo>
                <a:lnTo>
                  <a:pt x="1015834" y="1282712"/>
                </a:lnTo>
                <a:lnTo>
                  <a:pt x="1012037" y="1282712"/>
                </a:lnTo>
                <a:lnTo>
                  <a:pt x="1012317" y="1270012"/>
                </a:lnTo>
                <a:lnTo>
                  <a:pt x="1005192" y="1270012"/>
                </a:lnTo>
                <a:lnTo>
                  <a:pt x="1005192" y="1257312"/>
                </a:lnTo>
                <a:lnTo>
                  <a:pt x="1014730" y="1257312"/>
                </a:lnTo>
                <a:lnTo>
                  <a:pt x="1014730" y="1270012"/>
                </a:lnTo>
                <a:lnTo>
                  <a:pt x="1083932" y="1270012"/>
                </a:lnTo>
                <a:lnTo>
                  <a:pt x="1084973" y="1257312"/>
                </a:lnTo>
                <a:lnTo>
                  <a:pt x="1102321" y="1257312"/>
                </a:lnTo>
                <a:lnTo>
                  <a:pt x="1102321" y="1244612"/>
                </a:lnTo>
                <a:lnTo>
                  <a:pt x="1113028" y="1244612"/>
                </a:lnTo>
                <a:lnTo>
                  <a:pt x="1112939" y="1231912"/>
                </a:lnTo>
                <a:lnTo>
                  <a:pt x="1116685" y="1231912"/>
                </a:lnTo>
                <a:lnTo>
                  <a:pt x="1116495" y="1219212"/>
                </a:lnTo>
                <a:lnTo>
                  <a:pt x="1119949" y="1219212"/>
                </a:lnTo>
                <a:lnTo>
                  <a:pt x="1123619" y="1206512"/>
                </a:lnTo>
                <a:lnTo>
                  <a:pt x="1124343" y="1181112"/>
                </a:lnTo>
                <a:lnTo>
                  <a:pt x="1120622" y="1181112"/>
                </a:lnTo>
                <a:lnTo>
                  <a:pt x="1120914" y="1168412"/>
                </a:lnTo>
                <a:lnTo>
                  <a:pt x="1113840" y="1168412"/>
                </a:lnTo>
                <a:lnTo>
                  <a:pt x="1114005" y="1155712"/>
                </a:lnTo>
                <a:lnTo>
                  <a:pt x="1126210" y="1155712"/>
                </a:lnTo>
                <a:lnTo>
                  <a:pt x="1127099" y="1168412"/>
                </a:lnTo>
                <a:lnTo>
                  <a:pt x="1181620" y="1168412"/>
                </a:lnTo>
                <a:lnTo>
                  <a:pt x="1183284" y="1155712"/>
                </a:lnTo>
                <a:lnTo>
                  <a:pt x="1203934" y="1155712"/>
                </a:lnTo>
                <a:lnTo>
                  <a:pt x="1204150" y="1143012"/>
                </a:lnTo>
                <a:lnTo>
                  <a:pt x="1211160" y="1143012"/>
                </a:lnTo>
                <a:lnTo>
                  <a:pt x="1211072" y="1130312"/>
                </a:lnTo>
                <a:lnTo>
                  <a:pt x="1221841" y="1130312"/>
                </a:lnTo>
                <a:lnTo>
                  <a:pt x="1221663" y="1117612"/>
                </a:lnTo>
                <a:lnTo>
                  <a:pt x="1225334" y="1117612"/>
                </a:lnTo>
                <a:lnTo>
                  <a:pt x="1229144" y="1104912"/>
                </a:lnTo>
                <a:lnTo>
                  <a:pt x="1229194" y="1079512"/>
                </a:lnTo>
                <a:lnTo>
                  <a:pt x="1225931" y="1079512"/>
                </a:lnTo>
                <a:lnTo>
                  <a:pt x="1226019" y="1066812"/>
                </a:lnTo>
                <a:lnTo>
                  <a:pt x="1222349" y="1066812"/>
                </a:lnTo>
                <a:lnTo>
                  <a:pt x="1219009" y="1054112"/>
                </a:lnTo>
                <a:lnTo>
                  <a:pt x="1235735" y="1054112"/>
                </a:lnTo>
                <a:lnTo>
                  <a:pt x="1246466" y="1066812"/>
                </a:lnTo>
                <a:lnTo>
                  <a:pt x="1274419" y="1066812"/>
                </a:lnTo>
                <a:lnTo>
                  <a:pt x="1274368" y="1054112"/>
                </a:lnTo>
                <a:lnTo>
                  <a:pt x="1305153" y="1054112"/>
                </a:lnTo>
                <a:lnTo>
                  <a:pt x="1305839" y="1041412"/>
                </a:lnTo>
                <a:lnTo>
                  <a:pt x="1312811" y="1041412"/>
                </a:lnTo>
                <a:lnTo>
                  <a:pt x="1312811" y="1028712"/>
                </a:lnTo>
                <a:lnTo>
                  <a:pt x="1327175" y="1028712"/>
                </a:lnTo>
                <a:lnTo>
                  <a:pt x="1326984" y="1016012"/>
                </a:lnTo>
                <a:lnTo>
                  <a:pt x="1330439" y="1016012"/>
                </a:lnTo>
                <a:lnTo>
                  <a:pt x="1334109" y="1003312"/>
                </a:lnTo>
                <a:lnTo>
                  <a:pt x="1334795" y="977912"/>
                </a:lnTo>
                <a:lnTo>
                  <a:pt x="1331125" y="977912"/>
                </a:lnTo>
                <a:lnTo>
                  <a:pt x="1331404" y="965212"/>
                </a:lnTo>
                <a:lnTo>
                  <a:pt x="1327619" y="965212"/>
                </a:lnTo>
                <a:lnTo>
                  <a:pt x="1328153" y="952512"/>
                </a:lnTo>
                <a:lnTo>
                  <a:pt x="1324330" y="952512"/>
                </a:lnTo>
                <a:lnTo>
                  <a:pt x="1324495" y="939812"/>
                </a:lnTo>
                <a:lnTo>
                  <a:pt x="1340891" y="939812"/>
                </a:lnTo>
                <a:lnTo>
                  <a:pt x="1341094" y="952512"/>
                </a:lnTo>
                <a:lnTo>
                  <a:pt x="1388745" y="952512"/>
                </a:lnTo>
                <a:lnTo>
                  <a:pt x="1390319" y="939812"/>
                </a:lnTo>
                <a:lnTo>
                  <a:pt x="1418056" y="939812"/>
                </a:lnTo>
                <a:lnTo>
                  <a:pt x="1418183" y="927112"/>
                </a:lnTo>
                <a:lnTo>
                  <a:pt x="1428673" y="927112"/>
                </a:lnTo>
                <a:lnTo>
                  <a:pt x="1428445" y="914412"/>
                </a:lnTo>
                <a:lnTo>
                  <a:pt x="1436039" y="914412"/>
                </a:lnTo>
                <a:lnTo>
                  <a:pt x="1435773" y="889012"/>
                </a:lnTo>
                <a:lnTo>
                  <a:pt x="1439494" y="889012"/>
                </a:lnTo>
                <a:lnTo>
                  <a:pt x="1440370" y="876312"/>
                </a:lnTo>
                <a:close/>
              </a:path>
              <a:path w="1503680" h="1372235">
                <a:moveTo>
                  <a:pt x="1503476" y="596"/>
                </a:moveTo>
                <a:lnTo>
                  <a:pt x="1503197" y="12"/>
                </a:lnTo>
                <a:lnTo>
                  <a:pt x="1439608" y="12"/>
                </a:lnTo>
                <a:lnTo>
                  <a:pt x="1439392" y="800"/>
                </a:lnTo>
                <a:lnTo>
                  <a:pt x="1440294" y="1714"/>
                </a:lnTo>
                <a:lnTo>
                  <a:pt x="1442554" y="800"/>
                </a:lnTo>
                <a:lnTo>
                  <a:pt x="1443748" y="1409"/>
                </a:lnTo>
                <a:lnTo>
                  <a:pt x="1442847" y="4254"/>
                </a:lnTo>
                <a:lnTo>
                  <a:pt x="1443761" y="5168"/>
                </a:lnTo>
                <a:lnTo>
                  <a:pt x="1446085" y="4394"/>
                </a:lnTo>
                <a:lnTo>
                  <a:pt x="1447622" y="5016"/>
                </a:lnTo>
                <a:lnTo>
                  <a:pt x="1449336" y="4622"/>
                </a:lnTo>
                <a:lnTo>
                  <a:pt x="1450784" y="4699"/>
                </a:lnTo>
                <a:lnTo>
                  <a:pt x="1453451" y="4330"/>
                </a:lnTo>
                <a:lnTo>
                  <a:pt x="1454035" y="4927"/>
                </a:lnTo>
                <a:lnTo>
                  <a:pt x="1453489" y="8102"/>
                </a:lnTo>
                <a:lnTo>
                  <a:pt x="1455864" y="8636"/>
                </a:lnTo>
                <a:lnTo>
                  <a:pt x="1458645" y="8178"/>
                </a:lnTo>
                <a:lnTo>
                  <a:pt x="1481518" y="8178"/>
                </a:lnTo>
                <a:lnTo>
                  <a:pt x="1485734" y="8839"/>
                </a:lnTo>
                <a:lnTo>
                  <a:pt x="1489138" y="8128"/>
                </a:lnTo>
                <a:lnTo>
                  <a:pt x="1488605" y="4927"/>
                </a:lnTo>
                <a:lnTo>
                  <a:pt x="1489278" y="4241"/>
                </a:lnTo>
                <a:lnTo>
                  <a:pt x="1491742" y="4826"/>
                </a:lnTo>
                <a:lnTo>
                  <a:pt x="1494345" y="4178"/>
                </a:lnTo>
                <a:lnTo>
                  <a:pt x="1497558" y="5562"/>
                </a:lnTo>
                <a:lnTo>
                  <a:pt x="1499844" y="4432"/>
                </a:lnTo>
                <a:lnTo>
                  <a:pt x="1498968" y="1574"/>
                </a:lnTo>
                <a:lnTo>
                  <a:pt x="1499971" y="571"/>
                </a:lnTo>
                <a:lnTo>
                  <a:pt x="1502283" y="1739"/>
                </a:lnTo>
                <a:lnTo>
                  <a:pt x="1503476" y="5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60360" y="0"/>
            <a:ext cx="43180" cy="5715"/>
          </a:xfrm>
          <a:custGeom>
            <a:avLst/>
            <a:gdLst/>
            <a:ahLst/>
            <a:cxnLst/>
            <a:rect l="l" t="t" r="r" b="b"/>
            <a:pathLst>
              <a:path w="43180" h="5715">
                <a:moveTo>
                  <a:pt x="29994" y="5194"/>
                </a:moveTo>
                <a:lnTo>
                  <a:pt x="27019" y="4653"/>
                </a:lnTo>
                <a:lnTo>
                  <a:pt x="19346" y="4653"/>
                </a:lnTo>
                <a:lnTo>
                  <a:pt x="16466" y="5157"/>
                </a:lnTo>
                <a:lnTo>
                  <a:pt x="13813" y="4500"/>
                </a:lnTo>
                <a:lnTo>
                  <a:pt x="11357" y="5084"/>
                </a:lnTo>
                <a:lnTo>
                  <a:pt x="10663" y="4383"/>
                </a:lnTo>
                <a:lnTo>
                  <a:pt x="11233" y="1211"/>
                </a:lnTo>
                <a:lnTo>
                  <a:pt x="8865" y="663"/>
                </a:lnTo>
                <a:lnTo>
                  <a:pt x="6036" y="1145"/>
                </a:lnTo>
                <a:lnTo>
                  <a:pt x="3003" y="1145"/>
                </a:lnTo>
                <a:lnTo>
                  <a:pt x="1249" y="1459"/>
                </a:lnTo>
                <a:lnTo>
                  <a:pt x="0" y="991"/>
                </a:lnTo>
                <a:lnTo>
                  <a:pt x="244" y="0"/>
                </a:lnTo>
                <a:lnTo>
                  <a:pt x="42744" y="0"/>
                </a:lnTo>
                <a:lnTo>
                  <a:pt x="43055" y="780"/>
                </a:lnTo>
                <a:lnTo>
                  <a:pt x="41732" y="1657"/>
                </a:lnTo>
                <a:lnTo>
                  <a:pt x="39868" y="838"/>
                </a:lnTo>
                <a:lnTo>
                  <a:pt x="37763" y="1576"/>
                </a:lnTo>
                <a:lnTo>
                  <a:pt x="32728" y="224"/>
                </a:lnTo>
                <a:lnTo>
                  <a:pt x="31726" y="1445"/>
                </a:lnTo>
                <a:lnTo>
                  <a:pt x="32274" y="4573"/>
                </a:lnTo>
                <a:lnTo>
                  <a:pt x="29994" y="5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495" y="0"/>
            <a:ext cx="141605" cy="121285"/>
          </a:xfrm>
          <a:custGeom>
            <a:avLst/>
            <a:gdLst/>
            <a:ahLst/>
            <a:cxnLst/>
            <a:rect l="l" t="t" r="r" b="b"/>
            <a:pathLst>
              <a:path w="141605" h="121285">
                <a:moveTo>
                  <a:pt x="80745" y="120831"/>
                </a:moveTo>
                <a:lnTo>
                  <a:pt x="78289" y="120246"/>
                </a:lnTo>
                <a:lnTo>
                  <a:pt x="75636" y="120904"/>
                </a:lnTo>
                <a:lnTo>
                  <a:pt x="72757" y="120400"/>
                </a:lnTo>
                <a:lnTo>
                  <a:pt x="68547" y="120400"/>
                </a:lnTo>
                <a:lnTo>
                  <a:pt x="65667" y="120904"/>
                </a:lnTo>
                <a:lnTo>
                  <a:pt x="63014" y="120246"/>
                </a:lnTo>
                <a:lnTo>
                  <a:pt x="60559" y="120831"/>
                </a:lnTo>
                <a:lnTo>
                  <a:pt x="59879" y="120151"/>
                </a:lnTo>
                <a:lnTo>
                  <a:pt x="60405" y="116943"/>
                </a:lnTo>
                <a:lnTo>
                  <a:pt x="57993" y="116460"/>
                </a:lnTo>
                <a:lnTo>
                  <a:pt x="55289" y="116892"/>
                </a:lnTo>
                <a:lnTo>
                  <a:pt x="51218" y="116892"/>
                </a:lnTo>
                <a:lnTo>
                  <a:pt x="47849" y="117542"/>
                </a:lnTo>
                <a:lnTo>
                  <a:pt x="45693" y="116738"/>
                </a:lnTo>
                <a:lnTo>
                  <a:pt x="46431" y="113720"/>
                </a:lnTo>
                <a:lnTo>
                  <a:pt x="45766" y="113047"/>
                </a:lnTo>
                <a:lnTo>
                  <a:pt x="43098" y="113406"/>
                </a:lnTo>
                <a:lnTo>
                  <a:pt x="41724" y="113340"/>
                </a:lnTo>
                <a:lnTo>
                  <a:pt x="39846" y="113749"/>
                </a:lnTo>
                <a:lnTo>
                  <a:pt x="38611" y="113164"/>
                </a:lnTo>
                <a:lnTo>
                  <a:pt x="39473" y="110270"/>
                </a:lnTo>
                <a:lnTo>
                  <a:pt x="38750" y="109547"/>
                </a:lnTo>
                <a:lnTo>
                  <a:pt x="36082" y="109897"/>
                </a:lnTo>
                <a:lnTo>
                  <a:pt x="34883" y="109839"/>
                </a:lnTo>
                <a:lnTo>
                  <a:pt x="32603" y="110248"/>
                </a:lnTo>
                <a:lnTo>
                  <a:pt x="31492" y="109488"/>
                </a:lnTo>
                <a:lnTo>
                  <a:pt x="32559" y="106864"/>
                </a:lnTo>
                <a:lnTo>
                  <a:pt x="31573" y="105878"/>
                </a:lnTo>
                <a:lnTo>
                  <a:pt x="28927" y="106930"/>
                </a:lnTo>
                <a:lnTo>
                  <a:pt x="28086" y="105666"/>
                </a:lnTo>
                <a:lnTo>
                  <a:pt x="29139" y="103444"/>
                </a:lnTo>
                <a:lnTo>
                  <a:pt x="27969" y="102275"/>
                </a:lnTo>
                <a:lnTo>
                  <a:pt x="25631" y="103444"/>
                </a:lnTo>
                <a:lnTo>
                  <a:pt x="24556" y="102370"/>
                </a:lnTo>
                <a:lnTo>
                  <a:pt x="25609" y="99724"/>
                </a:lnTo>
                <a:lnTo>
                  <a:pt x="24345" y="98883"/>
                </a:lnTo>
                <a:lnTo>
                  <a:pt x="22123" y="99936"/>
                </a:lnTo>
                <a:lnTo>
                  <a:pt x="20960" y="98766"/>
                </a:lnTo>
                <a:lnTo>
                  <a:pt x="22130" y="96428"/>
                </a:lnTo>
                <a:lnTo>
                  <a:pt x="21056" y="95353"/>
                </a:lnTo>
                <a:lnTo>
                  <a:pt x="18410" y="96406"/>
                </a:lnTo>
                <a:lnTo>
                  <a:pt x="17569" y="95141"/>
                </a:lnTo>
                <a:lnTo>
                  <a:pt x="18622" y="92927"/>
                </a:lnTo>
                <a:lnTo>
                  <a:pt x="17452" y="91757"/>
                </a:lnTo>
                <a:lnTo>
                  <a:pt x="15121" y="92927"/>
                </a:lnTo>
                <a:lnTo>
                  <a:pt x="14047" y="91852"/>
                </a:lnTo>
                <a:lnTo>
                  <a:pt x="15099" y="89207"/>
                </a:lnTo>
                <a:lnTo>
                  <a:pt x="13995" y="88476"/>
                </a:lnTo>
                <a:lnTo>
                  <a:pt x="11372" y="89346"/>
                </a:lnTo>
                <a:lnTo>
                  <a:pt x="10158" y="87570"/>
                </a:lnTo>
                <a:lnTo>
                  <a:pt x="12176" y="82753"/>
                </a:lnTo>
                <a:lnTo>
                  <a:pt x="10619" y="81482"/>
                </a:lnTo>
                <a:lnTo>
                  <a:pt x="7725" y="82256"/>
                </a:lnTo>
                <a:lnTo>
                  <a:pt x="6913" y="80546"/>
                </a:lnTo>
                <a:lnTo>
                  <a:pt x="8543" y="75642"/>
                </a:lnTo>
                <a:lnTo>
                  <a:pt x="7169" y="74516"/>
                </a:lnTo>
                <a:lnTo>
                  <a:pt x="4151" y="75174"/>
                </a:lnTo>
                <a:lnTo>
                  <a:pt x="3361" y="73047"/>
                </a:lnTo>
                <a:lnTo>
                  <a:pt x="4012" y="69678"/>
                </a:lnTo>
                <a:lnTo>
                  <a:pt x="4012" y="65607"/>
                </a:lnTo>
                <a:lnTo>
                  <a:pt x="4443" y="62903"/>
                </a:lnTo>
                <a:lnTo>
                  <a:pt x="3961" y="60491"/>
                </a:lnTo>
                <a:lnTo>
                  <a:pt x="752" y="61017"/>
                </a:lnTo>
                <a:lnTo>
                  <a:pt x="73" y="60338"/>
                </a:lnTo>
                <a:lnTo>
                  <a:pt x="657" y="57882"/>
                </a:lnTo>
                <a:lnTo>
                  <a:pt x="0" y="55229"/>
                </a:lnTo>
                <a:lnTo>
                  <a:pt x="504" y="52349"/>
                </a:lnTo>
                <a:lnTo>
                  <a:pt x="504" y="48139"/>
                </a:lnTo>
                <a:lnTo>
                  <a:pt x="0" y="45260"/>
                </a:lnTo>
                <a:lnTo>
                  <a:pt x="657" y="42607"/>
                </a:lnTo>
                <a:lnTo>
                  <a:pt x="73" y="40151"/>
                </a:lnTo>
                <a:lnTo>
                  <a:pt x="752" y="39471"/>
                </a:lnTo>
                <a:lnTo>
                  <a:pt x="3961" y="39998"/>
                </a:lnTo>
                <a:lnTo>
                  <a:pt x="4443" y="37586"/>
                </a:lnTo>
                <a:lnTo>
                  <a:pt x="4012" y="34882"/>
                </a:lnTo>
                <a:lnTo>
                  <a:pt x="4012" y="30811"/>
                </a:lnTo>
                <a:lnTo>
                  <a:pt x="3361" y="27441"/>
                </a:lnTo>
                <a:lnTo>
                  <a:pt x="4165" y="25285"/>
                </a:lnTo>
                <a:lnTo>
                  <a:pt x="7184" y="26023"/>
                </a:lnTo>
                <a:lnTo>
                  <a:pt x="8105" y="25102"/>
                </a:lnTo>
                <a:lnTo>
                  <a:pt x="7052" y="22881"/>
                </a:lnTo>
                <a:lnTo>
                  <a:pt x="7988" y="21478"/>
                </a:lnTo>
                <a:lnTo>
                  <a:pt x="6935" y="19256"/>
                </a:lnTo>
                <a:lnTo>
                  <a:pt x="7959" y="18233"/>
                </a:lnTo>
                <a:lnTo>
                  <a:pt x="10743" y="19183"/>
                </a:lnTo>
                <a:lnTo>
                  <a:pt x="11744" y="17385"/>
                </a:lnTo>
                <a:lnTo>
                  <a:pt x="9954" y="12539"/>
                </a:lnTo>
                <a:lnTo>
                  <a:pt x="11591" y="11194"/>
                </a:lnTo>
                <a:lnTo>
                  <a:pt x="14120" y="12217"/>
                </a:lnTo>
                <a:lnTo>
                  <a:pt x="15041" y="10968"/>
                </a:lnTo>
                <a:lnTo>
                  <a:pt x="13937" y="8738"/>
                </a:lnTo>
                <a:lnTo>
                  <a:pt x="15121" y="7562"/>
                </a:lnTo>
                <a:lnTo>
                  <a:pt x="17460" y="8731"/>
                </a:lnTo>
                <a:lnTo>
                  <a:pt x="18622" y="7562"/>
                </a:lnTo>
                <a:lnTo>
                  <a:pt x="17452" y="5223"/>
                </a:lnTo>
                <a:lnTo>
                  <a:pt x="18607" y="4076"/>
                </a:lnTo>
                <a:lnTo>
                  <a:pt x="21004" y="5238"/>
                </a:lnTo>
                <a:lnTo>
                  <a:pt x="22115" y="4017"/>
                </a:lnTo>
                <a:lnTo>
                  <a:pt x="20946" y="1730"/>
                </a:lnTo>
                <a:lnTo>
                  <a:pt x="22035" y="648"/>
                </a:lnTo>
                <a:lnTo>
                  <a:pt x="24681" y="1700"/>
                </a:lnTo>
                <a:lnTo>
                  <a:pt x="25470" y="509"/>
                </a:lnTo>
                <a:lnTo>
                  <a:pt x="25262" y="0"/>
                </a:lnTo>
                <a:lnTo>
                  <a:pt x="115947" y="0"/>
                </a:lnTo>
                <a:lnTo>
                  <a:pt x="115673" y="538"/>
                </a:lnTo>
                <a:lnTo>
                  <a:pt x="116806" y="1737"/>
                </a:lnTo>
                <a:lnTo>
                  <a:pt x="119181" y="568"/>
                </a:lnTo>
                <a:lnTo>
                  <a:pt x="120343" y="1730"/>
                </a:lnTo>
                <a:lnTo>
                  <a:pt x="119174" y="4069"/>
                </a:lnTo>
                <a:lnTo>
                  <a:pt x="120343" y="5238"/>
                </a:lnTo>
                <a:lnTo>
                  <a:pt x="122682" y="4069"/>
                </a:lnTo>
                <a:lnTo>
                  <a:pt x="123866" y="5253"/>
                </a:lnTo>
                <a:lnTo>
                  <a:pt x="122726" y="7496"/>
                </a:lnTo>
                <a:lnTo>
                  <a:pt x="123749" y="8746"/>
                </a:lnTo>
                <a:lnTo>
                  <a:pt x="126227" y="7613"/>
                </a:lnTo>
                <a:lnTo>
                  <a:pt x="127265" y="8644"/>
                </a:lnTo>
                <a:lnTo>
                  <a:pt x="126212" y="11290"/>
                </a:lnTo>
                <a:lnTo>
                  <a:pt x="127177" y="11925"/>
                </a:lnTo>
                <a:lnTo>
                  <a:pt x="130108" y="11275"/>
                </a:lnTo>
                <a:lnTo>
                  <a:pt x="131124" y="13519"/>
                </a:lnTo>
                <a:lnTo>
                  <a:pt x="129252" y="16932"/>
                </a:lnTo>
                <a:lnTo>
                  <a:pt x="130590" y="19205"/>
                </a:lnTo>
                <a:lnTo>
                  <a:pt x="133338" y="18225"/>
                </a:lnTo>
                <a:lnTo>
                  <a:pt x="134376" y="19263"/>
                </a:lnTo>
                <a:lnTo>
                  <a:pt x="133323" y="21485"/>
                </a:lnTo>
                <a:lnTo>
                  <a:pt x="134259" y="22888"/>
                </a:lnTo>
                <a:lnTo>
                  <a:pt x="133206" y="25110"/>
                </a:lnTo>
                <a:lnTo>
                  <a:pt x="134105" y="26009"/>
                </a:lnTo>
                <a:lnTo>
                  <a:pt x="137175" y="25322"/>
                </a:lnTo>
                <a:lnTo>
                  <a:pt x="137906" y="27544"/>
                </a:lnTo>
                <a:lnTo>
                  <a:pt x="137299" y="30745"/>
                </a:lnTo>
                <a:lnTo>
                  <a:pt x="137299" y="34794"/>
                </a:lnTo>
                <a:lnTo>
                  <a:pt x="136773" y="37725"/>
                </a:lnTo>
                <a:lnTo>
                  <a:pt x="137387" y="40049"/>
                </a:lnTo>
                <a:lnTo>
                  <a:pt x="140530" y="39450"/>
                </a:lnTo>
                <a:lnTo>
                  <a:pt x="141136" y="40056"/>
                </a:lnTo>
                <a:lnTo>
                  <a:pt x="140778" y="42724"/>
                </a:lnTo>
                <a:lnTo>
                  <a:pt x="140859" y="44266"/>
                </a:lnTo>
                <a:lnTo>
                  <a:pt x="140508" y="45764"/>
                </a:lnTo>
                <a:lnTo>
                  <a:pt x="141092" y="47679"/>
                </a:lnTo>
                <a:lnTo>
                  <a:pt x="140807" y="49272"/>
                </a:lnTo>
                <a:lnTo>
                  <a:pt x="140807" y="52357"/>
                </a:lnTo>
                <a:lnTo>
                  <a:pt x="141312" y="55236"/>
                </a:lnTo>
                <a:lnTo>
                  <a:pt x="140654" y="57889"/>
                </a:lnTo>
                <a:lnTo>
                  <a:pt x="141239" y="60345"/>
                </a:lnTo>
                <a:lnTo>
                  <a:pt x="140559" y="61025"/>
                </a:lnTo>
                <a:lnTo>
                  <a:pt x="137350" y="60499"/>
                </a:lnTo>
                <a:lnTo>
                  <a:pt x="136868" y="62910"/>
                </a:lnTo>
                <a:lnTo>
                  <a:pt x="137299" y="65615"/>
                </a:lnTo>
                <a:lnTo>
                  <a:pt x="137299" y="69759"/>
                </a:lnTo>
                <a:lnTo>
                  <a:pt x="137906" y="72960"/>
                </a:lnTo>
                <a:lnTo>
                  <a:pt x="137175" y="75182"/>
                </a:lnTo>
                <a:lnTo>
                  <a:pt x="134105" y="74495"/>
                </a:lnTo>
                <a:lnTo>
                  <a:pt x="133462" y="75145"/>
                </a:lnTo>
                <a:lnTo>
                  <a:pt x="133813" y="77805"/>
                </a:lnTo>
                <a:lnTo>
                  <a:pt x="133747" y="79179"/>
                </a:lnTo>
                <a:lnTo>
                  <a:pt x="134157" y="81058"/>
                </a:lnTo>
                <a:lnTo>
                  <a:pt x="133565" y="82293"/>
                </a:lnTo>
                <a:lnTo>
                  <a:pt x="130678" y="81430"/>
                </a:lnTo>
                <a:lnTo>
                  <a:pt x="129947" y="82161"/>
                </a:lnTo>
                <a:lnTo>
                  <a:pt x="130305" y="84822"/>
                </a:lnTo>
                <a:lnTo>
                  <a:pt x="130246" y="86013"/>
                </a:lnTo>
                <a:lnTo>
                  <a:pt x="130656" y="88293"/>
                </a:lnTo>
                <a:lnTo>
                  <a:pt x="129896" y="89404"/>
                </a:lnTo>
                <a:lnTo>
                  <a:pt x="127272" y="88337"/>
                </a:lnTo>
                <a:lnTo>
                  <a:pt x="126285" y="89324"/>
                </a:lnTo>
                <a:lnTo>
                  <a:pt x="127338" y="91969"/>
                </a:lnTo>
                <a:lnTo>
                  <a:pt x="126073" y="92810"/>
                </a:lnTo>
                <a:lnTo>
                  <a:pt x="123851" y="91757"/>
                </a:lnTo>
                <a:lnTo>
                  <a:pt x="122682" y="92927"/>
                </a:lnTo>
                <a:lnTo>
                  <a:pt x="123851" y="95266"/>
                </a:lnTo>
                <a:lnTo>
                  <a:pt x="122777" y="96333"/>
                </a:lnTo>
                <a:lnTo>
                  <a:pt x="120131" y="95280"/>
                </a:lnTo>
                <a:lnTo>
                  <a:pt x="119291" y="96545"/>
                </a:lnTo>
                <a:lnTo>
                  <a:pt x="120343" y="98766"/>
                </a:lnTo>
                <a:lnTo>
                  <a:pt x="119174" y="99936"/>
                </a:lnTo>
                <a:lnTo>
                  <a:pt x="116835" y="98766"/>
                </a:lnTo>
                <a:lnTo>
                  <a:pt x="115761" y="99841"/>
                </a:lnTo>
                <a:lnTo>
                  <a:pt x="116813" y="102487"/>
                </a:lnTo>
                <a:lnTo>
                  <a:pt x="115549" y="103327"/>
                </a:lnTo>
                <a:lnTo>
                  <a:pt x="113327" y="102275"/>
                </a:lnTo>
                <a:lnTo>
                  <a:pt x="112158" y="103444"/>
                </a:lnTo>
                <a:lnTo>
                  <a:pt x="113327" y="105783"/>
                </a:lnTo>
                <a:lnTo>
                  <a:pt x="112253" y="106857"/>
                </a:lnTo>
                <a:lnTo>
                  <a:pt x="109607" y="105805"/>
                </a:lnTo>
                <a:lnTo>
                  <a:pt x="108876" y="106908"/>
                </a:lnTo>
                <a:lnTo>
                  <a:pt x="109746" y="109525"/>
                </a:lnTo>
                <a:lnTo>
                  <a:pt x="107970" y="110745"/>
                </a:lnTo>
                <a:lnTo>
                  <a:pt x="103161" y="108728"/>
                </a:lnTo>
                <a:lnTo>
                  <a:pt x="101889" y="110285"/>
                </a:lnTo>
                <a:lnTo>
                  <a:pt x="102664" y="113179"/>
                </a:lnTo>
                <a:lnTo>
                  <a:pt x="100946" y="113990"/>
                </a:lnTo>
                <a:lnTo>
                  <a:pt x="96042" y="112360"/>
                </a:lnTo>
                <a:lnTo>
                  <a:pt x="94924" y="113734"/>
                </a:lnTo>
                <a:lnTo>
                  <a:pt x="95582" y="116753"/>
                </a:lnTo>
                <a:lnTo>
                  <a:pt x="93455" y="117542"/>
                </a:lnTo>
                <a:lnTo>
                  <a:pt x="90086" y="116892"/>
                </a:lnTo>
                <a:lnTo>
                  <a:pt x="86015" y="116892"/>
                </a:lnTo>
                <a:lnTo>
                  <a:pt x="83310" y="116460"/>
                </a:lnTo>
                <a:lnTo>
                  <a:pt x="80899" y="116943"/>
                </a:lnTo>
                <a:lnTo>
                  <a:pt x="81425" y="120151"/>
                </a:lnTo>
                <a:lnTo>
                  <a:pt x="80745" y="1208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84820" y="0"/>
            <a:ext cx="142240" cy="121285"/>
          </a:xfrm>
          <a:custGeom>
            <a:avLst/>
            <a:gdLst/>
            <a:ahLst/>
            <a:cxnLst/>
            <a:rect l="l" t="t" r="r" b="b"/>
            <a:pathLst>
              <a:path w="142240" h="121285">
                <a:moveTo>
                  <a:pt x="88749" y="121131"/>
                </a:moveTo>
                <a:lnTo>
                  <a:pt x="84437" y="120429"/>
                </a:lnTo>
                <a:lnTo>
                  <a:pt x="61510" y="120429"/>
                </a:lnTo>
                <a:lnTo>
                  <a:pt x="58930" y="120780"/>
                </a:lnTo>
                <a:lnTo>
                  <a:pt x="55648" y="120254"/>
                </a:lnTo>
                <a:lnTo>
                  <a:pt x="50335" y="121189"/>
                </a:lnTo>
                <a:lnTo>
                  <a:pt x="49436" y="120093"/>
                </a:lnTo>
                <a:lnTo>
                  <a:pt x="50064" y="117045"/>
                </a:lnTo>
                <a:lnTo>
                  <a:pt x="48837" y="116614"/>
                </a:lnTo>
                <a:lnTo>
                  <a:pt x="47141" y="116921"/>
                </a:lnTo>
                <a:lnTo>
                  <a:pt x="45409" y="116921"/>
                </a:lnTo>
                <a:lnTo>
                  <a:pt x="43406" y="117265"/>
                </a:lnTo>
                <a:lnTo>
                  <a:pt x="42222" y="116687"/>
                </a:lnTo>
                <a:lnTo>
                  <a:pt x="43099" y="113815"/>
                </a:lnTo>
                <a:lnTo>
                  <a:pt x="42361" y="113077"/>
                </a:lnTo>
                <a:lnTo>
                  <a:pt x="39701" y="113435"/>
                </a:lnTo>
                <a:lnTo>
                  <a:pt x="38392" y="113369"/>
                </a:lnTo>
                <a:lnTo>
                  <a:pt x="36361" y="113786"/>
                </a:lnTo>
                <a:lnTo>
                  <a:pt x="35169" y="113135"/>
                </a:lnTo>
                <a:lnTo>
                  <a:pt x="36112" y="110336"/>
                </a:lnTo>
                <a:lnTo>
                  <a:pt x="35103" y="109328"/>
                </a:lnTo>
                <a:lnTo>
                  <a:pt x="32882" y="110343"/>
                </a:lnTo>
                <a:lnTo>
                  <a:pt x="31464" y="109466"/>
                </a:lnTo>
                <a:lnTo>
                  <a:pt x="29242" y="110482"/>
                </a:lnTo>
                <a:lnTo>
                  <a:pt x="28175" y="109415"/>
                </a:lnTo>
                <a:lnTo>
                  <a:pt x="29227" y="106770"/>
                </a:lnTo>
                <a:lnTo>
                  <a:pt x="27904" y="105885"/>
                </a:lnTo>
                <a:lnTo>
                  <a:pt x="25850" y="106982"/>
                </a:lnTo>
                <a:lnTo>
                  <a:pt x="24564" y="105900"/>
                </a:lnTo>
                <a:lnTo>
                  <a:pt x="25711" y="103444"/>
                </a:lnTo>
                <a:lnTo>
                  <a:pt x="24572" y="102304"/>
                </a:lnTo>
                <a:lnTo>
                  <a:pt x="22233" y="103473"/>
                </a:lnTo>
                <a:lnTo>
                  <a:pt x="21063" y="102333"/>
                </a:lnTo>
                <a:lnTo>
                  <a:pt x="22211" y="99994"/>
                </a:lnTo>
                <a:lnTo>
                  <a:pt x="21129" y="98781"/>
                </a:lnTo>
                <a:lnTo>
                  <a:pt x="18717" y="99943"/>
                </a:lnTo>
                <a:lnTo>
                  <a:pt x="17570" y="98796"/>
                </a:lnTo>
                <a:lnTo>
                  <a:pt x="18739" y="96457"/>
                </a:lnTo>
                <a:lnTo>
                  <a:pt x="17570" y="95288"/>
                </a:lnTo>
                <a:lnTo>
                  <a:pt x="15231" y="96457"/>
                </a:lnTo>
                <a:lnTo>
                  <a:pt x="14054" y="95273"/>
                </a:lnTo>
                <a:lnTo>
                  <a:pt x="15194" y="93029"/>
                </a:lnTo>
                <a:lnTo>
                  <a:pt x="14171" y="91780"/>
                </a:lnTo>
                <a:lnTo>
                  <a:pt x="11694" y="92920"/>
                </a:lnTo>
                <a:lnTo>
                  <a:pt x="10561" y="91787"/>
                </a:lnTo>
                <a:lnTo>
                  <a:pt x="11613" y="89565"/>
                </a:lnTo>
                <a:lnTo>
                  <a:pt x="10678" y="88162"/>
                </a:lnTo>
                <a:lnTo>
                  <a:pt x="11730" y="85940"/>
                </a:lnTo>
                <a:lnTo>
                  <a:pt x="10692" y="84909"/>
                </a:lnTo>
                <a:lnTo>
                  <a:pt x="7944" y="85889"/>
                </a:lnTo>
                <a:lnTo>
                  <a:pt x="6614" y="83616"/>
                </a:lnTo>
                <a:lnTo>
                  <a:pt x="8441" y="80217"/>
                </a:lnTo>
                <a:lnTo>
                  <a:pt x="7447" y="77908"/>
                </a:lnTo>
                <a:lnTo>
                  <a:pt x="4502" y="78719"/>
                </a:lnTo>
                <a:lnTo>
                  <a:pt x="3588" y="77805"/>
                </a:lnTo>
                <a:lnTo>
                  <a:pt x="4494" y="75547"/>
                </a:lnTo>
                <a:lnTo>
                  <a:pt x="3764" y="74129"/>
                </a:lnTo>
                <a:lnTo>
                  <a:pt x="4677" y="71878"/>
                </a:lnTo>
                <a:lnTo>
                  <a:pt x="3639" y="70840"/>
                </a:lnTo>
                <a:lnTo>
                  <a:pt x="994" y="71893"/>
                </a:lnTo>
                <a:lnTo>
                  <a:pt x="175" y="70665"/>
                </a:lnTo>
                <a:lnTo>
                  <a:pt x="781" y="68626"/>
                </a:lnTo>
                <a:lnTo>
                  <a:pt x="0" y="64657"/>
                </a:lnTo>
                <a:lnTo>
                  <a:pt x="621" y="60535"/>
                </a:lnTo>
                <a:lnTo>
                  <a:pt x="621" y="34114"/>
                </a:lnTo>
                <a:lnTo>
                  <a:pt x="146" y="31308"/>
                </a:lnTo>
                <a:lnTo>
                  <a:pt x="686" y="28933"/>
                </a:lnTo>
                <a:lnTo>
                  <a:pt x="3866" y="29495"/>
                </a:lnTo>
                <a:lnTo>
                  <a:pt x="4465" y="28903"/>
                </a:lnTo>
                <a:lnTo>
                  <a:pt x="4107" y="26236"/>
                </a:lnTo>
                <a:lnTo>
                  <a:pt x="4173" y="24928"/>
                </a:lnTo>
                <a:lnTo>
                  <a:pt x="3756" y="22896"/>
                </a:lnTo>
                <a:lnTo>
                  <a:pt x="4414" y="21704"/>
                </a:lnTo>
                <a:lnTo>
                  <a:pt x="7206" y="22647"/>
                </a:lnTo>
                <a:lnTo>
                  <a:pt x="8192" y="21661"/>
                </a:lnTo>
                <a:lnTo>
                  <a:pt x="7264" y="19417"/>
                </a:lnTo>
                <a:lnTo>
                  <a:pt x="8010" y="17999"/>
                </a:lnTo>
                <a:lnTo>
                  <a:pt x="7089" y="15748"/>
                </a:lnTo>
                <a:lnTo>
                  <a:pt x="8127" y="14710"/>
                </a:lnTo>
                <a:lnTo>
                  <a:pt x="10772" y="15762"/>
                </a:lnTo>
                <a:lnTo>
                  <a:pt x="11686" y="14389"/>
                </a:lnTo>
                <a:lnTo>
                  <a:pt x="10619" y="12517"/>
                </a:lnTo>
                <a:lnTo>
                  <a:pt x="11599" y="10983"/>
                </a:lnTo>
                <a:lnTo>
                  <a:pt x="10568" y="8761"/>
                </a:lnTo>
                <a:lnTo>
                  <a:pt x="11664" y="7665"/>
                </a:lnTo>
                <a:lnTo>
                  <a:pt x="14230" y="8768"/>
                </a:lnTo>
                <a:lnTo>
                  <a:pt x="15158" y="7497"/>
                </a:lnTo>
                <a:lnTo>
                  <a:pt x="14054" y="5275"/>
                </a:lnTo>
                <a:lnTo>
                  <a:pt x="15143" y="4193"/>
                </a:lnTo>
                <a:lnTo>
                  <a:pt x="17789" y="5245"/>
                </a:lnTo>
                <a:lnTo>
                  <a:pt x="18666" y="3923"/>
                </a:lnTo>
                <a:lnTo>
                  <a:pt x="17570" y="1869"/>
                </a:lnTo>
                <a:lnTo>
                  <a:pt x="18651" y="583"/>
                </a:lnTo>
                <a:lnTo>
                  <a:pt x="21107" y="1730"/>
                </a:lnTo>
                <a:lnTo>
                  <a:pt x="22255" y="583"/>
                </a:lnTo>
                <a:lnTo>
                  <a:pt x="21958" y="0"/>
                </a:lnTo>
                <a:lnTo>
                  <a:pt x="119591" y="0"/>
                </a:lnTo>
                <a:lnTo>
                  <a:pt x="119292" y="597"/>
                </a:lnTo>
                <a:lnTo>
                  <a:pt x="120461" y="1759"/>
                </a:lnTo>
                <a:lnTo>
                  <a:pt x="122800" y="590"/>
                </a:lnTo>
                <a:lnTo>
                  <a:pt x="123874" y="1664"/>
                </a:lnTo>
                <a:lnTo>
                  <a:pt x="122822" y="4310"/>
                </a:lnTo>
                <a:lnTo>
                  <a:pt x="124145" y="5187"/>
                </a:lnTo>
                <a:lnTo>
                  <a:pt x="126199" y="4098"/>
                </a:lnTo>
                <a:lnTo>
                  <a:pt x="127485" y="5180"/>
                </a:lnTo>
                <a:lnTo>
                  <a:pt x="126338" y="7635"/>
                </a:lnTo>
                <a:lnTo>
                  <a:pt x="127390" y="8688"/>
                </a:lnTo>
                <a:lnTo>
                  <a:pt x="130006" y="7613"/>
                </a:lnTo>
                <a:lnTo>
                  <a:pt x="131278" y="9448"/>
                </a:lnTo>
                <a:lnTo>
                  <a:pt x="129254" y="14264"/>
                </a:lnTo>
                <a:lnTo>
                  <a:pt x="130737" y="15478"/>
                </a:lnTo>
                <a:lnTo>
                  <a:pt x="133785" y="14849"/>
                </a:lnTo>
                <a:lnTo>
                  <a:pt x="134589" y="17173"/>
                </a:lnTo>
                <a:lnTo>
                  <a:pt x="132967" y="20374"/>
                </a:lnTo>
                <a:lnTo>
                  <a:pt x="134158" y="22706"/>
                </a:lnTo>
                <a:lnTo>
                  <a:pt x="137001" y="21800"/>
                </a:lnTo>
                <a:lnTo>
                  <a:pt x="138002" y="22801"/>
                </a:lnTo>
                <a:lnTo>
                  <a:pt x="136950" y="25023"/>
                </a:lnTo>
                <a:lnTo>
                  <a:pt x="137885" y="26426"/>
                </a:lnTo>
                <a:lnTo>
                  <a:pt x="136833" y="28648"/>
                </a:lnTo>
                <a:lnTo>
                  <a:pt x="137681" y="29496"/>
                </a:lnTo>
                <a:lnTo>
                  <a:pt x="140860" y="28933"/>
                </a:lnTo>
                <a:lnTo>
                  <a:pt x="141628" y="32295"/>
                </a:lnTo>
                <a:lnTo>
                  <a:pt x="140926" y="36600"/>
                </a:lnTo>
                <a:lnTo>
                  <a:pt x="140926" y="63941"/>
                </a:lnTo>
                <a:lnTo>
                  <a:pt x="141642" y="68290"/>
                </a:lnTo>
                <a:lnTo>
                  <a:pt x="140853" y="71637"/>
                </a:lnTo>
                <a:lnTo>
                  <a:pt x="137681" y="71067"/>
                </a:lnTo>
                <a:lnTo>
                  <a:pt x="137089" y="71659"/>
                </a:lnTo>
                <a:lnTo>
                  <a:pt x="137447" y="74327"/>
                </a:lnTo>
                <a:lnTo>
                  <a:pt x="137374" y="75635"/>
                </a:lnTo>
                <a:lnTo>
                  <a:pt x="137790" y="77667"/>
                </a:lnTo>
                <a:lnTo>
                  <a:pt x="137140" y="78858"/>
                </a:lnTo>
                <a:lnTo>
                  <a:pt x="134341" y="77915"/>
                </a:lnTo>
                <a:lnTo>
                  <a:pt x="133361" y="78902"/>
                </a:lnTo>
                <a:lnTo>
                  <a:pt x="134282" y="81146"/>
                </a:lnTo>
                <a:lnTo>
                  <a:pt x="133537" y="82563"/>
                </a:lnTo>
                <a:lnTo>
                  <a:pt x="134458" y="84815"/>
                </a:lnTo>
                <a:lnTo>
                  <a:pt x="133420" y="85852"/>
                </a:lnTo>
                <a:lnTo>
                  <a:pt x="130774" y="84800"/>
                </a:lnTo>
                <a:lnTo>
                  <a:pt x="129860" y="86174"/>
                </a:lnTo>
                <a:lnTo>
                  <a:pt x="130927" y="88045"/>
                </a:lnTo>
                <a:lnTo>
                  <a:pt x="129948" y="89572"/>
                </a:lnTo>
                <a:lnTo>
                  <a:pt x="130979" y="91794"/>
                </a:lnTo>
                <a:lnTo>
                  <a:pt x="129882" y="92890"/>
                </a:lnTo>
                <a:lnTo>
                  <a:pt x="127317" y="91787"/>
                </a:lnTo>
                <a:lnTo>
                  <a:pt x="126389" y="93059"/>
                </a:lnTo>
                <a:lnTo>
                  <a:pt x="127485" y="95280"/>
                </a:lnTo>
                <a:lnTo>
                  <a:pt x="126403" y="96362"/>
                </a:lnTo>
                <a:lnTo>
                  <a:pt x="123758" y="95310"/>
                </a:lnTo>
                <a:lnTo>
                  <a:pt x="122880" y="96633"/>
                </a:lnTo>
                <a:lnTo>
                  <a:pt x="123969" y="98686"/>
                </a:lnTo>
                <a:lnTo>
                  <a:pt x="122888" y="99973"/>
                </a:lnTo>
                <a:lnTo>
                  <a:pt x="120432" y="98825"/>
                </a:lnTo>
                <a:lnTo>
                  <a:pt x="119285" y="99973"/>
                </a:lnTo>
                <a:lnTo>
                  <a:pt x="120454" y="102275"/>
                </a:lnTo>
                <a:lnTo>
                  <a:pt x="119321" y="103481"/>
                </a:lnTo>
                <a:lnTo>
                  <a:pt x="116946" y="102311"/>
                </a:lnTo>
                <a:lnTo>
                  <a:pt x="115784" y="103473"/>
                </a:lnTo>
                <a:lnTo>
                  <a:pt x="116953" y="105812"/>
                </a:lnTo>
                <a:lnTo>
                  <a:pt x="115784" y="106982"/>
                </a:lnTo>
                <a:lnTo>
                  <a:pt x="113445" y="105812"/>
                </a:lnTo>
                <a:lnTo>
                  <a:pt x="112356" y="106901"/>
                </a:lnTo>
                <a:lnTo>
                  <a:pt x="113437" y="109503"/>
                </a:lnTo>
                <a:lnTo>
                  <a:pt x="111603" y="110797"/>
                </a:lnTo>
                <a:lnTo>
                  <a:pt x="106787" y="108757"/>
                </a:lnTo>
                <a:lnTo>
                  <a:pt x="105566" y="110241"/>
                </a:lnTo>
                <a:lnTo>
                  <a:pt x="106195" y="113289"/>
                </a:lnTo>
                <a:lnTo>
                  <a:pt x="103871" y="114093"/>
                </a:lnTo>
                <a:lnTo>
                  <a:pt x="100669" y="112470"/>
                </a:lnTo>
                <a:lnTo>
                  <a:pt x="98338" y="113661"/>
                </a:lnTo>
                <a:lnTo>
                  <a:pt x="99244" y="116505"/>
                </a:lnTo>
                <a:lnTo>
                  <a:pt x="98243" y="117506"/>
                </a:lnTo>
                <a:lnTo>
                  <a:pt x="96021" y="116453"/>
                </a:lnTo>
                <a:lnTo>
                  <a:pt x="94618" y="117389"/>
                </a:lnTo>
                <a:lnTo>
                  <a:pt x="92396" y="116336"/>
                </a:lnTo>
                <a:lnTo>
                  <a:pt x="91548" y="117184"/>
                </a:lnTo>
                <a:lnTo>
                  <a:pt x="92111" y="120363"/>
                </a:lnTo>
                <a:lnTo>
                  <a:pt x="88749" y="121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8773" y="0"/>
            <a:ext cx="134620" cy="118110"/>
          </a:xfrm>
          <a:custGeom>
            <a:avLst/>
            <a:gdLst/>
            <a:ahLst/>
            <a:cxnLst/>
            <a:rect l="l" t="t" r="r" b="b"/>
            <a:pathLst>
              <a:path w="134619" h="118110">
                <a:moveTo>
                  <a:pt x="81696" y="117535"/>
                </a:moveTo>
                <a:lnTo>
                  <a:pt x="77523" y="116892"/>
                </a:lnTo>
                <a:lnTo>
                  <a:pt x="54581" y="116892"/>
                </a:lnTo>
                <a:lnTo>
                  <a:pt x="51914" y="117293"/>
                </a:lnTo>
                <a:lnTo>
                  <a:pt x="49494" y="116840"/>
                </a:lnTo>
                <a:lnTo>
                  <a:pt x="50006" y="113625"/>
                </a:lnTo>
                <a:lnTo>
                  <a:pt x="49327" y="112952"/>
                </a:lnTo>
                <a:lnTo>
                  <a:pt x="46871" y="113537"/>
                </a:lnTo>
                <a:lnTo>
                  <a:pt x="44217" y="112872"/>
                </a:lnTo>
                <a:lnTo>
                  <a:pt x="41133" y="114239"/>
                </a:lnTo>
                <a:lnTo>
                  <a:pt x="38780" y="113179"/>
                </a:lnTo>
                <a:lnTo>
                  <a:pt x="39613" y="110255"/>
                </a:lnTo>
                <a:lnTo>
                  <a:pt x="38904" y="109546"/>
                </a:lnTo>
                <a:lnTo>
                  <a:pt x="36237" y="109897"/>
                </a:lnTo>
                <a:lnTo>
                  <a:pt x="35038" y="109839"/>
                </a:lnTo>
                <a:lnTo>
                  <a:pt x="32765" y="110248"/>
                </a:lnTo>
                <a:lnTo>
                  <a:pt x="31654" y="109488"/>
                </a:lnTo>
                <a:lnTo>
                  <a:pt x="32714" y="106864"/>
                </a:lnTo>
                <a:lnTo>
                  <a:pt x="31632" y="105783"/>
                </a:lnTo>
                <a:lnTo>
                  <a:pt x="29293" y="106952"/>
                </a:lnTo>
                <a:lnTo>
                  <a:pt x="28124" y="105783"/>
                </a:lnTo>
                <a:lnTo>
                  <a:pt x="29293" y="103444"/>
                </a:lnTo>
                <a:lnTo>
                  <a:pt x="28131" y="102282"/>
                </a:lnTo>
                <a:lnTo>
                  <a:pt x="25909" y="103298"/>
                </a:lnTo>
                <a:lnTo>
                  <a:pt x="24491" y="102421"/>
                </a:lnTo>
                <a:lnTo>
                  <a:pt x="22270" y="103436"/>
                </a:lnTo>
                <a:lnTo>
                  <a:pt x="21203" y="102369"/>
                </a:lnTo>
                <a:lnTo>
                  <a:pt x="22255" y="99724"/>
                </a:lnTo>
                <a:lnTo>
                  <a:pt x="20990" y="98883"/>
                </a:lnTo>
                <a:lnTo>
                  <a:pt x="18769" y="99936"/>
                </a:lnTo>
                <a:lnTo>
                  <a:pt x="17599" y="98766"/>
                </a:lnTo>
                <a:lnTo>
                  <a:pt x="18768" y="96428"/>
                </a:lnTo>
                <a:lnTo>
                  <a:pt x="17819" y="95477"/>
                </a:lnTo>
                <a:lnTo>
                  <a:pt x="14866" y="96289"/>
                </a:lnTo>
                <a:lnTo>
                  <a:pt x="13945" y="94140"/>
                </a:lnTo>
                <a:lnTo>
                  <a:pt x="15765" y="90288"/>
                </a:lnTo>
                <a:lnTo>
                  <a:pt x="14237" y="88242"/>
                </a:lnTo>
                <a:lnTo>
                  <a:pt x="11694" y="89353"/>
                </a:lnTo>
                <a:lnTo>
                  <a:pt x="10678" y="88337"/>
                </a:lnTo>
                <a:lnTo>
                  <a:pt x="11730" y="85691"/>
                </a:lnTo>
                <a:lnTo>
                  <a:pt x="10627" y="84968"/>
                </a:lnTo>
                <a:lnTo>
                  <a:pt x="8003" y="85830"/>
                </a:lnTo>
                <a:lnTo>
                  <a:pt x="6797" y="84054"/>
                </a:lnTo>
                <a:lnTo>
                  <a:pt x="8799" y="79238"/>
                </a:lnTo>
                <a:lnTo>
                  <a:pt x="7257" y="77988"/>
                </a:lnTo>
                <a:lnTo>
                  <a:pt x="4341" y="78733"/>
                </a:lnTo>
                <a:lnTo>
                  <a:pt x="3296" y="76416"/>
                </a:lnTo>
                <a:lnTo>
                  <a:pt x="4655" y="73332"/>
                </a:lnTo>
                <a:lnTo>
                  <a:pt x="3998" y="70672"/>
                </a:lnTo>
                <a:lnTo>
                  <a:pt x="4582" y="68216"/>
                </a:lnTo>
                <a:lnTo>
                  <a:pt x="3895" y="67537"/>
                </a:lnTo>
                <a:lnTo>
                  <a:pt x="701" y="68063"/>
                </a:lnTo>
                <a:lnTo>
                  <a:pt x="0" y="64642"/>
                </a:lnTo>
                <a:lnTo>
                  <a:pt x="643" y="60476"/>
                </a:lnTo>
                <a:lnTo>
                  <a:pt x="643" y="37520"/>
                </a:lnTo>
                <a:lnTo>
                  <a:pt x="234" y="34860"/>
                </a:lnTo>
                <a:lnTo>
                  <a:pt x="694" y="32440"/>
                </a:lnTo>
                <a:lnTo>
                  <a:pt x="3910" y="32945"/>
                </a:lnTo>
                <a:lnTo>
                  <a:pt x="4582" y="32272"/>
                </a:lnTo>
                <a:lnTo>
                  <a:pt x="3998" y="29817"/>
                </a:lnTo>
                <a:lnTo>
                  <a:pt x="4670" y="27098"/>
                </a:lnTo>
                <a:lnTo>
                  <a:pt x="3347" y="24167"/>
                </a:lnTo>
                <a:lnTo>
                  <a:pt x="4319" y="21755"/>
                </a:lnTo>
                <a:lnTo>
                  <a:pt x="7308" y="22530"/>
                </a:lnTo>
                <a:lnTo>
                  <a:pt x="8244" y="21594"/>
                </a:lnTo>
                <a:lnTo>
                  <a:pt x="7191" y="19373"/>
                </a:lnTo>
                <a:lnTo>
                  <a:pt x="8127" y="17969"/>
                </a:lnTo>
                <a:lnTo>
                  <a:pt x="7075" y="15748"/>
                </a:lnTo>
                <a:lnTo>
                  <a:pt x="8127" y="14695"/>
                </a:lnTo>
                <a:lnTo>
                  <a:pt x="10831" y="15704"/>
                </a:lnTo>
                <a:lnTo>
                  <a:pt x="11606" y="14454"/>
                </a:lnTo>
                <a:lnTo>
                  <a:pt x="10590" y="12232"/>
                </a:lnTo>
                <a:lnTo>
                  <a:pt x="11533" y="11282"/>
                </a:lnTo>
                <a:lnTo>
                  <a:pt x="14486" y="12093"/>
                </a:lnTo>
                <a:lnTo>
                  <a:pt x="15355" y="10054"/>
                </a:lnTo>
                <a:lnTo>
                  <a:pt x="13579" y="5917"/>
                </a:lnTo>
                <a:lnTo>
                  <a:pt x="15180" y="4046"/>
                </a:lnTo>
                <a:lnTo>
                  <a:pt x="17628" y="5194"/>
                </a:lnTo>
                <a:lnTo>
                  <a:pt x="18768" y="4054"/>
                </a:lnTo>
                <a:lnTo>
                  <a:pt x="17599" y="1715"/>
                </a:lnTo>
                <a:lnTo>
                  <a:pt x="18768" y="546"/>
                </a:lnTo>
                <a:lnTo>
                  <a:pt x="21107" y="1715"/>
                </a:lnTo>
                <a:lnTo>
                  <a:pt x="22196" y="626"/>
                </a:lnTo>
                <a:lnTo>
                  <a:pt x="21938" y="0"/>
                </a:lnTo>
                <a:lnTo>
                  <a:pt x="112644" y="0"/>
                </a:lnTo>
                <a:lnTo>
                  <a:pt x="112334" y="780"/>
                </a:lnTo>
                <a:lnTo>
                  <a:pt x="113598" y="1613"/>
                </a:lnTo>
                <a:lnTo>
                  <a:pt x="115813" y="560"/>
                </a:lnTo>
                <a:lnTo>
                  <a:pt x="116982" y="1730"/>
                </a:lnTo>
                <a:lnTo>
                  <a:pt x="115820" y="4069"/>
                </a:lnTo>
                <a:lnTo>
                  <a:pt x="116887" y="5143"/>
                </a:lnTo>
                <a:lnTo>
                  <a:pt x="119540" y="4091"/>
                </a:lnTo>
                <a:lnTo>
                  <a:pt x="120447" y="5464"/>
                </a:lnTo>
                <a:lnTo>
                  <a:pt x="119380" y="7336"/>
                </a:lnTo>
                <a:lnTo>
                  <a:pt x="120359" y="8863"/>
                </a:lnTo>
                <a:lnTo>
                  <a:pt x="119328" y="11085"/>
                </a:lnTo>
                <a:lnTo>
                  <a:pt x="120381" y="12137"/>
                </a:lnTo>
                <a:lnTo>
                  <a:pt x="123063" y="11107"/>
                </a:lnTo>
                <a:lnTo>
                  <a:pt x="123867" y="12364"/>
                </a:lnTo>
                <a:lnTo>
                  <a:pt x="122829" y="14586"/>
                </a:lnTo>
                <a:lnTo>
                  <a:pt x="123896" y="15660"/>
                </a:lnTo>
                <a:lnTo>
                  <a:pt x="126549" y="14608"/>
                </a:lnTo>
                <a:lnTo>
                  <a:pt x="127456" y="15982"/>
                </a:lnTo>
                <a:lnTo>
                  <a:pt x="126389" y="17853"/>
                </a:lnTo>
                <a:lnTo>
                  <a:pt x="127368" y="19380"/>
                </a:lnTo>
                <a:lnTo>
                  <a:pt x="126337" y="21602"/>
                </a:lnTo>
                <a:lnTo>
                  <a:pt x="127295" y="22567"/>
                </a:lnTo>
                <a:lnTo>
                  <a:pt x="130218" y="21733"/>
                </a:lnTo>
                <a:lnTo>
                  <a:pt x="131278" y="24079"/>
                </a:lnTo>
                <a:lnTo>
                  <a:pt x="129911" y="27164"/>
                </a:lnTo>
                <a:lnTo>
                  <a:pt x="130577" y="29824"/>
                </a:lnTo>
                <a:lnTo>
                  <a:pt x="129992" y="32280"/>
                </a:lnTo>
                <a:lnTo>
                  <a:pt x="130672" y="32959"/>
                </a:lnTo>
                <a:lnTo>
                  <a:pt x="133873" y="32433"/>
                </a:lnTo>
                <a:lnTo>
                  <a:pt x="134567" y="35854"/>
                </a:lnTo>
                <a:lnTo>
                  <a:pt x="133924" y="40020"/>
                </a:lnTo>
                <a:lnTo>
                  <a:pt x="133924" y="62976"/>
                </a:lnTo>
                <a:lnTo>
                  <a:pt x="134333" y="65636"/>
                </a:lnTo>
                <a:lnTo>
                  <a:pt x="133873" y="68063"/>
                </a:lnTo>
                <a:lnTo>
                  <a:pt x="130664" y="67551"/>
                </a:lnTo>
                <a:lnTo>
                  <a:pt x="129992" y="68224"/>
                </a:lnTo>
                <a:lnTo>
                  <a:pt x="130577" y="70679"/>
                </a:lnTo>
                <a:lnTo>
                  <a:pt x="129911" y="73340"/>
                </a:lnTo>
                <a:lnTo>
                  <a:pt x="131278" y="76424"/>
                </a:lnTo>
                <a:lnTo>
                  <a:pt x="130218" y="78770"/>
                </a:lnTo>
                <a:lnTo>
                  <a:pt x="127295" y="77937"/>
                </a:lnTo>
                <a:lnTo>
                  <a:pt x="126579" y="78646"/>
                </a:lnTo>
                <a:lnTo>
                  <a:pt x="126944" y="81313"/>
                </a:lnTo>
                <a:lnTo>
                  <a:pt x="126878" y="82512"/>
                </a:lnTo>
                <a:lnTo>
                  <a:pt x="127288" y="84785"/>
                </a:lnTo>
                <a:lnTo>
                  <a:pt x="126527" y="85896"/>
                </a:lnTo>
                <a:lnTo>
                  <a:pt x="123904" y="84836"/>
                </a:lnTo>
                <a:lnTo>
                  <a:pt x="122829" y="85918"/>
                </a:lnTo>
                <a:lnTo>
                  <a:pt x="123991" y="88257"/>
                </a:lnTo>
                <a:lnTo>
                  <a:pt x="122829" y="89419"/>
                </a:lnTo>
                <a:lnTo>
                  <a:pt x="120491" y="88249"/>
                </a:lnTo>
                <a:lnTo>
                  <a:pt x="119336" y="89411"/>
                </a:lnTo>
                <a:lnTo>
                  <a:pt x="120344" y="91633"/>
                </a:lnTo>
                <a:lnTo>
                  <a:pt x="119467" y="93051"/>
                </a:lnTo>
                <a:lnTo>
                  <a:pt x="120476" y="95273"/>
                </a:lnTo>
                <a:lnTo>
                  <a:pt x="119416" y="96333"/>
                </a:lnTo>
                <a:lnTo>
                  <a:pt x="116771" y="95280"/>
                </a:lnTo>
                <a:lnTo>
                  <a:pt x="115937" y="96545"/>
                </a:lnTo>
                <a:lnTo>
                  <a:pt x="116982" y="98766"/>
                </a:lnTo>
                <a:lnTo>
                  <a:pt x="115820" y="99936"/>
                </a:lnTo>
                <a:lnTo>
                  <a:pt x="113481" y="98766"/>
                </a:lnTo>
                <a:lnTo>
                  <a:pt x="112524" y="99716"/>
                </a:lnTo>
                <a:lnTo>
                  <a:pt x="113343" y="102669"/>
                </a:lnTo>
                <a:lnTo>
                  <a:pt x="111194" y="103590"/>
                </a:lnTo>
                <a:lnTo>
                  <a:pt x="107335" y="101763"/>
                </a:lnTo>
                <a:lnTo>
                  <a:pt x="105296" y="103298"/>
                </a:lnTo>
                <a:lnTo>
                  <a:pt x="106400" y="105841"/>
                </a:lnTo>
                <a:lnTo>
                  <a:pt x="105391" y="106857"/>
                </a:lnTo>
                <a:lnTo>
                  <a:pt x="102745" y="105805"/>
                </a:lnTo>
                <a:lnTo>
                  <a:pt x="102014" y="106908"/>
                </a:lnTo>
                <a:lnTo>
                  <a:pt x="102877" y="109532"/>
                </a:lnTo>
                <a:lnTo>
                  <a:pt x="101108" y="110738"/>
                </a:lnTo>
                <a:lnTo>
                  <a:pt x="96291" y="108735"/>
                </a:lnTo>
                <a:lnTo>
                  <a:pt x="95034" y="110270"/>
                </a:lnTo>
                <a:lnTo>
                  <a:pt x="95787" y="113193"/>
                </a:lnTo>
                <a:lnTo>
                  <a:pt x="93463" y="114239"/>
                </a:lnTo>
                <a:lnTo>
                  <a:pt x="90379" y="112872"/>
                </a:lnTo>
                <a:lnTo>
                  <a:pt x="87719" y="113537"/>
                </a:lnTo>
                <a:lnTo>
                  <a:pt x="85263" y="112952"/>
                </a:lnTo>
                <a:lnTo>
                  <a:pt x="84590" y="113632"/>
                </a:lnTo>
                <a:lnTo>
                  <a:pt x="85117" y="116833"/>
                </a:lnTo>
                <a:lnTo>
                  <a:pt x="81696" y="117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12697" y="0"/>
            <a:ext cx="127635" cy="114300"/>
          </a:xfrm>
          <a:custGeom>
            <a:avLst/>
            <a:gdLst/>
            <a:ahLst/>
            <a:cxnLst/>
            <a:rect l="l" t="t" r="r" b="b"/>
            <a:pathLst>
              <a:path w="127635" h="114300">
                <a:moveTo>
                  <a:pt x="55422" y="113902"/>
                </a:moveTo>
                <a:lnTo>
                  <a:pt x="52710" y="113230"/>
                </a:lnTo>
                <a:lnTo>
                  <a:pt x="50254" y="113815"/>
                </a:lnTo>
                <a:lnTo>
                  <a:pt x="49567" y="113113"/>
                </a:lnTo>
                <a:lnTo>
                  <a:pt x="50137" y="109948"/>
                </a:lnTo>
                <a:lnTo>
                  <a:pt x="47769" y="109393"/>
                </a:lnTo>
                <a:lnTo>
                  <a:pt x="44941" y="109875"/>
                </a:lnTo>
                <a:lnTo>
                  <a:pt x="41908" y="109875"/>
                </a:lnTo>
                <a:lnTo>
                  <a:pt x="40154" y="110190"/>
                </a:lnTo>
                <a:lnTo>
                  <a:pt x="38904" y="109722"/>
                </a:lnTo>
                <a:lnTo>
                  <a:pt x="39649" y="106703"/>
                </a:lnTo>
                <a:lnTo>
                  <a:pt x="38977" y="106031"/>
                </a:lnTo>
                <a:lnTo>
                  <a:pt x="36317" y="106389"/>
                </a:lnTo>
                <a:lnTo>
                  <a:pt x="34950" y="106323"/>
                </a:lnTo>
                <a:lnTo>
                  <a:pt x="33064" y="106733"/>
                </a:lnTo>
                <a:lnTo>
                  <a:pt x="31836" y="106141"/>
                </a:lnTo>
                <a:lnTo>
                  <a:pt x="32699" y="103254"/>
                </a:lnTo>
                <a:lnTo>
                  <a:pt x="31968" y="102523"/>
                </a:lnTo>
                <a:lnTo>
                  <a:pt x="29308" y="102881"/>
                </a:lnTo>
                <a:lnTo>
                  <a:pt x="28124" y="102823"/>
                </a:lnTo>
                <a:lnTo>
                  <a:pt x="25821" y="103232"/>
                </a:lnTo>
                <a:lnTo>
                  <a:pt x="24725" y="102457"/>
                </a:lnTo>
                <a:lnTo>
                  <a:pt x="25799" y="99855"/>
                </a:lnTo>
                <a:lnTo>
                  <a:pt x="24711" y="98766"/>
                </a:lnTo>
                <a:lnTo>
                  <a:pt x="22372" y="99936"/>
                </a:lnTo>
                <a:lnTo>
                  <a:pt x="21202" y="98766"/>
                </a:lnTo>
                <a:lnTo>
                  <a:pt x="22371" y="96428"/>
                </a:lnTo>
                <a:lnTo>
                  <a:pt x="21202" y="95258"/>
                </a:lnTo>
                <a:lnTo>
                  <a:pt x="18871" y="96428"/>
                </a:lnTo>
                <a:lnTo>
                  <a:pt x="17701" y="95258"/>
                </a:lnTo>
                <a:lnTo>
                  <a:pt x="18871" y="92920"/>
                </a:lnTo>
                <a:lnTo>
                  <a:pt x="17701" y="91757"/>
                </a:lnTo>
                <a:lnTo>
                  <a:pt x="15363" y="92927"/>
                </a:lnTo>
                <a:lnTo>
                  <a:pt x="14193" y="91757"/>
                </a:lnTo>
                <a:lnTo>
                  <a:pt x="15362" y="89419"/>
                </a:lnTo>
                <a:lnTo>
                  <a:pt x="14288" y="88344"/>
                </a:lnTo>
                <a:lnTo>
                  <a:pt x="11650" y="89404"/>
                </a:lnTo>
                <a:lnTo>
                  <a:pt x="10203" y="87248"/>
                </a:lnTo>
                <a:lnTo>
                  <a:pt x="12037" y="83608"/>
                </a:lnTo>
                <a:lnTo>
                  <a:pt x="11087" y="81379"/>
                </a:lnTo>
                <a:lnTo>
                  <a:pt x="8134" y="82190"/>
                </a:lnTo>
                <a:lnTo>
                  <a:pt x="7257" y="81306"/>
                </a:lnTo>
                <a:lnTo>
                  <a:pt x="8068" y="79004"/>
                </a:lnTo>
                <a:lnTo>
                  <a:pt x="7476" y="77615"/>
                </a:lnTo>
                <a:lnTo>
                  <a:pt x="8280" y="75313"/>
                </a:lnTo>
                <a:lnTo>
                  <a:pt x="7396" y="74436"/>
                </a:lnTo>
                <a:lnTo>
                  <a:pt x="4451" y="75247"/>
                </a:lnTo>
                <a:lnTo>
                  <a:pt x="3427" y="72835"/>
                </a:lnTo>
                <a:lnTo>
                  <a:pt x="4852" y="69853"/>
                </a:lnTo>
                <a:lnTo>
                  <a:pt x="4085" y="67142"/>
                </a:lnTo>
                <a:lnTo>
                  <a:pt x="4714" y="64723"/>
                </a:lnTo>
                <a:lnTo>
                  <a:pt x="3895" y="63912"/>
                </a:lnTo>
                <a:lnTo>
                  <a:pt x="950" y="64723"/>
                </a:lnTo>
                <a:lnTo>
                  <a:pt x="0" y="62494"/>
                </a:lnTo>
                <a:lnTo>
                  <a:pt x="964" y="59212"/>
                </a:lnTo>
                <a:lnTo>
                  <a:pt x="409" y="53921"/>
                </a:lnTo>
                <a:lnTo>
                  <a:pt x="847" y="44580"/>
                </a:lnTo>
                <a:lnTo>
                  <a:pt x="241" y="41810"/>
                </a:lnTo>
                <a:lnTo>
                  <a:pt x="913" y="39099"/>
                </a:lnTo>
                <a:lnTo>
                  <a:pt x="329" y="36643"/>
                </a:lnTo>
                <a:lnTo>
                  <a:pt x="1023" y="35949"/>
                </a:lnTo>
                <a:lnTo>
                  <a:pt x="4202" y="36511"/>
                </a:lnTo>
                <a:lnTo>
                  <a:pt x="4750" y="34151"/>
                </a:lnTo>
                <a:lnTo>
                  <a:pt x="4268" y="31322"/>
                </a:lnTo>
                <a:lnTo>
                  <a:pt x="4268" y="28289"/>
                </a:lnTo>
                <a:lnTo>
                  <a:pt x="3946" y="26528"/>
                </a:lnTo>
                <a:lnTo>
                  <a:pt x="4421" y="25278"/>
                </a:lnTo>
                <a:lnTo>
                  <a:pt x="7440" y="26024"/>
                </a:lnTo>
                <a:lnTo>
                  <a:pt x="8105" y="25351"/>
                </a:lnTo>
                <a:lnTo>
                  <a:pt x="7739" y="22691"/>
                </a:lnTo>
                <a:lnTo>
                  <a:pt x="7813" y="21317"/>
                </a:lnTo>
                <a:lnTo>
                  <a:pt x="7403" y="19438"/>
                </a:lnTo>
                <a:lnTo>
                  <a:pt x="7988" y="18203"/>
                </a:lnTo>
                <a:lnTo>
                  <a:pt x="10889" y="19066"/>
                </a:lnTo>
                <a:lnTo>
                  <a:pt x="11606" y="18335"/>
                </a:lnTo>
                <a:lnTo>
                  <a:pt x="11248" y="15675"/>
                </a:lnTo>
                <a:lnTo>
                  <a:pt x="11314" y="14491"/>
                </a:lnTo>
                <a:lnTo>
                  <a:pt x="10904" y="12181"/>
                </a:lnTo>
                <a:lnTo>
                  <a:pt x="11679" y="11085"/>
                </a:lnTo>
                <a:lnTo>
                  <a:pt x="14274" y="12159"/>
                </a:lnTo>
                <a:lnTo>
                  <a:pt x="15362" y="11070"/>
                </a:lnTo>
                <a:lnTo>
                  <a:pt x="14193" y="8731"/>
                </a:lnTo>
                <a:lnTo>
                  <a:pt x="15362" y="7562"/>
                </a:lnTo>
                <a:lnTo>
                  <a:pt x="17701" y="8731"/>
                </a:lnTo>
                <a:lnTo>
                  <a:pt x="18871" y="7562"/>
                </a:lnTo>
                <a:lnTo>
                  <a:pt x="17701" y="5223"/>
                </a:lnTo>
                <a:lnTo>
                  <a:pt x="18864" y="4061"/>
                </a:lnTo>
                <a:lnTo>
                  <a:pt x="21202" y="5231"/>
                </a:lnTo>
                <a:lnTo>
                  <a:pt x="22372" y="4061"/>
                </a:lnTo>
                <a:lnTo>
                  <a:pt x="21202" y="1722"/>
                </a:lnTo>
                <a:lnTo>
                  <a:pt x="22371" y="553"/>
                </a:lnTo>
                <a:lnTo>
                  <a:pt x="24710" y="1722"/>
                </a:lnTo>
                <a:lnTo>
                  <a:pt x="25792" y="641"/>
                </a:lnTo>
                <a:lnTo>
                  <a:pt x="25531" y="0"/>
                </a:lnTo>
                <a:lnTo>
                  <a:pt x="102213" y="0"/>
                </a:lnTo>
                <a:lnTo>
                  <a:pt x="101948" y="648"/>
                </a:lnTo>
                <a:lnTo>
                  <a:pt x="102935" y="1635"/>
                </a:lnTo>
                <a:lnTo>
                  <a:pt x="105581" y="590"/>
                </a:lnTo>
                <a:lnTo>
                  <a:pt x="106414" y="1847"/>
                </a:lnTo>
                <a:lnTo>
                  <a:pt x="105369" y="4069"/>
                </a:lnTo>
                <a:lnTo>
                  <a:pt x="106531" y="5238"/>
                </a:lnTo>
                <a:lnTo>
                  <a:pt x="108869" y="4069"/>
                </a:lnTo>
                <a:lnTo>
                  <a:pt x="109944" y="5143"/>
                </a:lnTo>
                <a:lnTo>
                  <a:pt x="108899" y="7789"/>
                </a:lnTo>
                <a:lnTo>
                  <a:pt x="110054" y="8556"/>
                </a:lnTo>
                <a:lnTo>
                  <a:pt x="112538" y="7613"/>
                </a:lnTo>
                <a:lnTo>
                  <a:pt x="113489" y="8826"/>
                </a:lnTo>
                <a:lnTo>
                  <a:pt x="112363" y="11063"/>
                </a:lnTo>
                <a:lnTo>
                  <a:pt x="113328" y="12028"/>
                </a:lnTo>
                <a:lnTo>
                  <a:pt x="116281" y="11216"/>
                </a:lnTo>
                <a:lnTo>
                  <a:pt x="117311" y="13636"/>
                </a:lnTo>
                <a:lnTo>
                  <a:pt x="115608" y="16705"/>
                </a:lnTo>
                <a:lnTo>
                  <a:pt x="116653" y="19124"/>
                </a:lnTo>
                <a:lnTo>
                  <a:pt x="119599" y="18306"/>
                </a:lnTo>
                <a:lnTo>
                  <a:pt x="120301" y="19007"/>
                </a:lnTo>
                <a:lnTo>
                  <a:pt x="119942" y="21675"/>
                </a:lnTo>
                <a:lnTo>
                  <a:pt x="120015" y="23093"/>
                </a:lnTo>
                <a:lnTo>
                  <a:pt x="119613" y="24869"/>
                </a:lnTo>
                <a:lnTo>
                  <a:pt x="120154" y="26133"/>
                </a:lnTo>
                <a:lnTo>
                  <a:pt x="123114" y="25322"/>
                </a:lnTo>
                <a:lnTo>
                  <a:pt x="123904" y="26126"/>
                </a:lnTo>
                <a:lnTo>
                  <a:pt x="123319" y="28582"/>
                </a:lnTo>
                <a:lnTo>
                  <a:pt x="124013" y="31359"/>
                </a:lnTo>
                <a:lnTo>
                  <a:pt x="122771" y="34114"/>
                </a:lnTo>
                <a:lnTo>
                  <a:pt x="123604" y="36592"/>
                </a:lnTo>
                <a:lnTo>
                  <a:pt x="126674" y="35905"/>
                </a:lnTo>
                <a:lnTo>
                  <a:pt x="127310" y="36548"/>
                </a:lnTo>
                <a:lnTo>
                  <a:pt x="126951" y="39216"/>
                </a:lnTo>
                <a:lnTo>
                  <a:pt x="127222" y="44324"/>
                </a:lnTo>
                <a:lnTo>
                  <a:pt x="126893" y="55916"/>
                </a:lnTo>
                <a:lnTo>
                  <a:pt x="127500" y="58693"/>
                </a:lnTo>
                <a:lnTo>
                  <a:pt x="126827" y="61397"/>
                </a:lnTo>
                <a:lnTo>
                  <a:pt x="127412" y="63853"/>
                </a:lnTo>
                <a:lnTo>
                  <a:pt x="126717" y="64555"/>
                </a:lnTo>
                <a:lnTo>
                  <a:pt x="123538" y="63985"/>
                </a:lnTo>
                <a:lnTo>
                  <a:pt x="122990" y="66345"/>
                </a:lnTo>
                <a:lnTo>
                  <a:pt x="123472" y="69174"/>
                </a:lnTo>
                <a:lnTo>
                  <a:pt x="123472" y="72207"/>
                </a:lnTo>
                <a:lnTo>
                  <a:pt x="123787" y="73968"/>
                </a:lnTo>
                <a:lnTo>
                  <a:pt x="123319" y="75218"/>
                </a:lnTo>
                <a:lnTo>
                  <a:pt x="120301" y="74473"/>
                </a:lnTo>
                <a:lnTo>
                  <a:pt x="119643" y="75145"/>
                </a:lnTo>
                <a:lnTo>
                  <a:pt x="120001" y="77805"/>
                </a:lnTo>
                <a:lnTo>
                  <a:pt x="119920" y="79179"/>
                </a:lnTo>
                <a:lnTo>
                  <a:pt x="120337" y="81058"/>
                </a:lnTo>
                <a:lnTo>
                  <a:pt x="119752" y="82293"/>
                </a:lnTo>
                <a:lnTo>
                  <a:pt x="116851" y="81430"/>
                </a:lnTo>
                <a:lnTo>
                  <a:pt x="116134" y="82161"/>
                </a:lnTo>
                <a:lnTo>
                  <a:pt x="116493" y="84822"/>
                </a:lnTo>
                <a:lnTo>
                  <a:pt x="116427" y="86005"/>
                </a:lnTo>
                <a:lnTo>
                  <a:pt x="116836" y="88308"/>
                </a:lnTo>
                <a:lnTo>
                  <a:pt x="116061" y="89411"/>
                </a:lnTo>
                <a:lnTo>
                  <a:pt x="113467" y="88330"/>
                </a:lnTo>
                <a:lnTo>
                  <a:pt x="112378" y="89419"/>
                </a:lnTo>
                <a:lnTo>
                  <a:pt x="113547" y="91757"/>
                </a:lnTo>
                <a:lnTo>
                  <a:pt x="112378" y="92927"/>
                </a:lnTo>
                <a:lnTo>
                  <a:pt x="110039" y="91757"/>
                </a:lnTo>
                <a:lnTo>
                  <a:pt x="108869" y="92927"/>
                </a:lnTo>
                <a:lnTo>
                  <a:pt x="110039" y="95265"/>
                </a:lnTo>
                <a:lnTo>
                  <a:pt x="108870" y="96428"/>
                </a:lnTo>
                <a:lnTo>
                  <a:pt x="106538" y="95258"/>
                </a:lnTo>
                <a:lnTo>
                  <a:pt x="105369" y="96428"/>
                </a:lnTo>
                <a:lnTo>
                  <a:pt x="106538" y="98766"/>
                </a:lnTo>
                <a:lnTo>
                  <a:pt x="105369" y="99936"/>
                </a:lnTo>
                <a:lnTo>
                  <a:pt x="103030" y="98766"/>
                </a:lnTo>
                <a:lnTo>
                  <a:pt x="101956" y="99841"/>
                </a:lnTo>
                <a:lnTo>
                  <a:pt x="103008" y="102479"/>
                </a:lnTo>
                <a:lnTo>
                  <a:pt x="101173" y="103714"/>
                </a:lnTo>
                <a:lnTo>
                  <a:pt x="96364" y="101719"/>
                </a:lnTo>
                <a:lnTo>
                  <a:pt x="95093" y="103268"/>
                </a:lnTo>
                <a:lnTo>
                  <a:pt x="95867" y="106163"/>
                </a:lnTo>
                <a:lnTo>
                  <a:pt x="94157" y="106974"/>
                </a:lnTo>
                <a:lnTo>
                  <a:pt x="89246" y="105344"/>
                </a:lnTo>
                <a:lnTo>
                  <a:pt x="88120" y="106725"/>
                </a:lnTo>
                <a:lnTo>
                  <a:pt x="88800" y="109722"/>
                </a:lnTo>
                <a:lnTo>
                  <a:pt x="86702" y="110540"/>
                </a:lnTo>
                <a:lnTo>
                  <a:pt x="83253" y="109875"/>
                </a:lnTo>
                <a:lnTo>
                  <a:pt x="80388" y="109875"/>
                </a:lnTo>
                <a:lnTo>
                  <a:pt x="78853" y="109612"/>
                </a:lnTo>
                <a:lnTo>
                  <a:pt x="77559" y="109963"/>
                </a:lnTo>
                <a:lnTo>
                  <a:pt x="78173" y="113098"/>
                </a:lnTo>
                <a:lnTo>
                  <a:pt x="77559" y="113712"/>
                </a:lnTo>
                <a:lnTo>
                  <a:pt x="74899" y="113354"/>
                </a:lnTo>
                <a:lnTo>
                  <a:pt x="69783" y="113625"/>
                </a:lnTo>
                <a:lnTo>
                  <a:pt x="58192" y="113296"/>
                </a:lnTo>
                <a:lnTo>
                  <a:pt x="55422" y="1139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326" y="0"/>
            <a:ext cx="113664" cy="107314"/>
          </a:xfrm>
          <a:custGeom>
            <a:avLst/>
            <a:gdLst/>
            <a:ahLst/>
            <a:cxnLst/>
            <a:rect l="l" t="t" r="r" b="b"/>
            <a:pathLst>
              <a:path w="113664" h="107314">
                <a:moveTo>
                  <a:pt x="38852" y="106981"/>
                </a:moveTo>
                <a:lnTo>
                  <a:pt x="35447" y="106353"/>
                </a:lnTo>
                <a:lnTo>
                  <a:pt x="35820" y="103144"/>
                </a:lnTo>
                <a:lnTo>
                  <a:pt x="35651" y="102881"/>
                </a:lnTo>
                <a:lnTo>
                  <a:pt x="34387" y="101997"/>
                </a:lnTo>
                <a:lnTo>
                  <a:pt x="29578" y="104029"/>
                </a:lnTo>
                <a:lnTo>
                  <a:pt x="28109" y="102231"/>
                </a:lnTo>
                <a:lnTo>
                  <a:pt x="29234" y="99943"/>
                </a:lnTo>
                <a:lnTo>
                  <a:pt x="28036" y="98796"/>
                </a:lnTo>
                <a:lnTo>
                  <a:pt x="25726" y="99965"/>
                </a:lnTo>
                <a:lnTo>
                  <a:pt x="24674" y="98905"/>
                </a:lnTo>
                <a:lnTo>
                  <a:pt x="25675" y="96194"/>
                </a:lnTo>
                <a:lnTo>
                  <a:pt x="23438" y="94827"/>
                </a:lnTo>
                <a:lnTo>
                  <a:pt x="19967" y="96662"/>
                </a:lnTo>
                <a:lnTo>
                  <a:pt x="17672" y="95682"/>
                </a:lnTo>
                <a:lnTo>
                  <a:pt x="18491" y="92730"/>
                </a:lnTo>
                <a:lnTo>
                  <a:pt x="17533" y="91780"/>
                </a:lnTo>
                <a:lnTo>
                  <a:pt x="15194" y="92949"/>
                </a:lnTo>
                <a:lnTo>
                  <a:pt x="14032" y="91780"/>
                </a:lnTo>
                <a:lnTo>
                  <a:pt x="15194" y="89441"/>
                </a:lnTo>
                <a:lnTo>
                  <a:pt x="14127" y="88366"/>
                </a:lnTo>
                <a:lnTo>
                  <a:pt x="11474" y="89419"/>
                </a:lnTo>
                <a:lnTo>
                  <a:pt x="10568" y="88045"/>
                </a:lnTo>
                <a:lnTo>
                  <a:pt x="11635" y="86174"/>
                </a:lnTo>
                <a:lnTo>
                  <a:pt x="10656" y="84646"/>
                </a:lnTo>
                <a:lnTo>
                  <a:pt x="11686" y="82425"/>
                </a:lnTo>
                <a:lnTo>
                  <a:pt x="10656" y="81394"/>
                </a:lnTo>
                <a:lnTo>
                  <a:pt x="7915" y="82381"/>
                </a:lnTo>
                <a:lnTo>
                  <a:pt x="7177" y="81138"/>
                </a:lnTo>
                <a:lnTo>
                  <a:pt x="8171" y="78909"/>
                </a:lnTo>
                <a:lnTo>
                  <a:pt x="7235" y="77974"/>
                </a:lnTo>
                <a:lnTo>
                  <a:pt x="4282" y="78785"/>
                </a:lnTo>
                <a:lnTo>
                  <a:pt x="3252" y="76366"/>
                </a:lnTo>
                <a:lnTo>
                  <a:pt x="4750" y="73384"/>
                </a:lnTo>
                <a:lnTo>
                  <a:pt x="4100" y="71323"/>
                </a:lnTo>
                <a:lnTo>
                  <a:pt x="3844" y="71191"/>
                </a:lnTo>
                <a:lnTo>
                  <a:pt x="614" y="71491"/>
                </a:lnTo>
                <a:lnTo>
                  <a:pt x="116" y="68005"/>
                </a:lnTo>
                <a:lnTo>
                  <a:pt x="591" y="64153"/>
                </a:lnTo>
                <a:lnTo>
                  <a:pt x="591" y="36490"/>
                </a:lnTo>
                <a:lnTo>
                  <a:pt x="0" y="32426"/>
                </a:lnTo>
                <a:lnTo>
                  <a:pt x="665" y="29006"/>
                </a:lnTo>
                <a:lnTo>
                  <a:pt x="3807" y="29371"/>
                </a:lnTo>
                <a:lnTo>
                  <a:pt x="4100" y="29225"/>
                </a:lnTo>
                <a:lnTo>
                  <a:pt x="4765" y="27157"/>
                </a:lnTo>
                <a:lnTo>
                  <a:pt x="3266" y="24175"/>
                </a:lnTo>
                <a:lnTo>
                  <a:pt x="4297" y="21755"/>
                </a:lnTo>
                <a:lnTo>
                  <a:pt x="7257" y="22567"/>
                </a:lnTo>
                <a:lnTo>
                  <a:pt x="8192" y="21624"/>
                </a:lnTo>
                <a:lnTo>
                  <a:pt x="7177" y="19402"/>
                </a:lnTo>
                <a:lnTo>
                  <a:pt x="7959" y="18145"/>
                </a:lnTo>
                <a:lnTo>
                  <a:pt x="10655" y="19161"/>
                </a:lnTo>
                <a:lnTo>
                  <a:pt x="11708" y="18108"/>
                </a:lnTo>
                <a:lnTo>
                  <a:pt x="10656" y="15887"/>
                </a:lnTo>
                <a:lnTo>
                  <a:pt x="11584" y="14483"/>
                </a:lnTo>
                <a:lnTo>
                  <a:pt x="10539" y="12262"/>
                </a:lnTo>
                <a:lnTo>
                  <a:pt x="11693" y="11100"/>
                </a:lnTo>
                <a:lnTo>
                  <a:pt x="14069" y="12269"/>
                </a:lnTo>
                <a:lnTo>
                  <a:pt x="15202" y="11063"/>
                </a:lnTo>
                <a:lnTo>
                  <a:pt x="14040" y="8761"/>
                </a:lnTo>
                <a:lnTo>
                  <a:pt x="15209" y="7584"/>
                </a:lnTo>
                <a:lnTo>
                  <a:pt x="17548" y="8754"/>
                </a:lnTo>
                <a:lnTo>
                  <a:pt x="18717" y="7584"/>
                </a:lnTo>
                <a:lnTo>
                  <a:pt x="17548" y="5245"/>
                </a:lnTo>
                <a:lnTo>
                  <a:pt x="18702" y="4091"/>
                </a:lnTo>
                <a:lnTo>
                  <a:pt x="20932" y="5107"/>
                </a:lnTo>
                <a:lnTo>
                  <a:pt x="22349" y="4229"/>
                </a:lnTo>
                <a:lnTo>
                  <a:pt x="24571" y="5238"/>
                </a:lnTo>
                <a:lnTo>
                  <a:pt x="25631" y="4178"/>
                </a:lnTo>
                <a:lnTo>
                  <a:pt x="24579" y="1533"/>
                </a:lnTo>
                <a:lnTo>
                  <a:pt x="25953" y="619"/>
                </a:lnTo>
                <a:lnTo>
                  <a:pt x="27780" y="1628"/>
                </a:lnTo>
                <a:lnTo>
                  <a:pt x="29154" y="889"/>
                </a:lnTo>
                <a:lnTo>
                  <a:pt x="28855" y="0"/>
                </a:lnTo>
                <a:lnTo>
                  <a:pt x="84613" y="0"/>
                </a:lnTo>
                <a:lnTo>
                  <a:pt x="84393" y="794"/>
                </a:lnTo>
                <a:lnTo>
                  <a:pt x="85321" y="1723"/>
                </a:lnTo>
                <a:lnTo>
                  <a:pt x="87565" y="765"/>
                </a:lnTo>
                <a:lnTo>
                  <a:pt x="88785" y="1452"/>
                </a:lnTo>
                <a:lnTo>
                  <a:pt x="87828" y="4229"/>
                </a:lnTo>
                <a:lnTo>
                  <a:pt x="88602" y="4997"/>
                </a:lnTo>
                <a:lnTo>
                  <a:pt x="91263" y="4639"/>
                </a:lnTo>
                <a:lnTo>
                  <a:pt x="92374" y="4697"/>
                </a:lnTo>
                <a:lnTo>
                  <a:pt x="94844" y="4310"/>
                </a:lnTo>
                <a:lnTo>
                  <a:pt x="95867" y="5150"/>
                </a:lnTo>
                <a:lnTo>
                  <a:pt x="94734" y="7628"/>
                </a:lnTo>
                <a:lnTo>
                  <a:pt x="95765" y="8659"/>
                </a:lnTo>
                <a:lnTo>
                  <a:pt x="98418" y="7613"/>
                </a:lnTo>
                <a:lnTo>
                  <a:pt x="99324" y="8980"/>
                </a:lnTo>
                <a:lnTo>
                  <a:pt x="98257" y="10858"/>
                </a:lnTo>
                <a:lnTo>
                  <a:pt x="99142" y="12232"/>
                </a:lnTo>
                <a:lnTo>
                  <a:pt x="101809" y="11195"/>
                </a:lnTo>
                <a:lnTo>
                  <a:pt x="102621" y="12006"/>
                </a:lnTo>
                <a:lnTo>
                  <a:pt x="102263" y="14674"/>
                </a:lnTo>
                <a:lnTo>
                  <a:pt x="102328" y="15901"/>
                </a:lnTo>
                <a:lnTo>
                  <a:pt x="101912" y="18108"/>
                </a:lnTo>
                <a:lnTo>
                  <a:pt x="102643" y="19249"/>
                </a:lnTo>
                <a:lnTo>
                  <a:pt x="105318" y="18211"/>
                </a:lnTo>
                <a:lnTo>
                  <a:pt x="106282" y="19183"/>
                </a:lnTo>
                <a:lnTo>
                  <a:pt x="105230" y="21829"/>
                </a:lnTo>
                <a:lnTo>
                  <a:pt x="106195" y="22464"/>
                </a:lnTo>
                <a:lnTo>
                  <a:pt x="109125" y="21814"/>
                </a:lnTo>
                <a:lnTo>
                  <a:pt x="110170" y="24145"/>
                </a:lnTo>
                <a:lnTo>
                  <a:pt x="108621" y="27178"/>
                </a:lnTo>
                <a:lnTo>
                  <a:pt x="109293" y="29218"/>
                </a:lnTo>
                <a:lnTo>
                  <a:pt x="109549" y="29349"/>
                </a:lnTo>
                <a:lnTo>
                  <a:pt x="112787" y="29050"/>
                </a:lnTo>
                <a:lnTo>
                  <a:pt x="113277" y="32536"/>
                </a:lnTo>
                <a:lnTo>
                  <a:pt x="112802" y="36387"/>
                </a:lnTo>
                <a:lnTo>
                  <a:pt x="112802" y="64051"/>
                </a:lnTo>
                <a:lnTo>
                  <a:pt x="113394" y="68114"/>
                </a:lnTo>
                <a:lnTo>
                  <a:pt x="112758" y="71527"/>
                </a:lnTo>
                <a:lnTo>
                  <a:pt x="109564" y="71147"/>
                </a:lnTo>
                <a:lnTo>
                  <a:pt x="109293" y="71315"/>
                </a:lnTo>
                <a:lnTo>
                  <a:pt x="108416" y="72580"/>
                </a:lnTo>
                <a:lnTo>
                  <a:pt x="110441" y="77396"/>
                </a:lnTo>
                <a:lnTo>
                  <a:pt x="108650" y="78865"/>
                </a:lnTo>
                <a:lnTo>
                  <a:pt x="106363" y="77732"/>
                </a:lnTo>
                <a:lnTo>
                  <a:pt x="105215" y="78938"/>
                </a:lnTo>
                <a:lnTo>
                  <a:pt x="106385" y="81248"/>
                </a:lnTo>
                <a:lnTo>
                  <a:pt x="105332" y="82308"/>
                </a:lnTo>
                <a:lnTo>
                  <a:pt x="102613" y="81299"/>
                </a:lnTo>
                <a:lnTo>
                  <a:pt x="101247" y="83543"/>
                </a:lnTo>
                <a:lnTo>
                  <a:pt x="103081" y="87007"/>
                </a:lnTo>
                <a:lnTo>
                  <a:pt x="102102" y="89302"/>
                </a:lnTo>
                <a:lnTo>
                  <a:pt x="99149" y="88491"/>
                </a:lnTo>
                <a:lnTo>
                  <a:pt x="98199" y="89441"/>
                </a:lnTo>
                <a:lnTo>
                  <a:pt x="99368" y="91780"/>
                </a:lnTo>
                <a:lnTo>
                  <a:pt x="98199" y="92949"/>
                </a:lnTo>
                <a:lnTo>
                  <a:pt x="95860" y="91780"/>
                </a:lnTo>
                <a:lnTo>
                  <a:pt x="94793" y="92854"/>
                </a:lnTo>
                <a:lnTo>
                  <a:pt x="95838" y="95500"/>
                </a:lnTo>
                <a:lnTo>
                  <a:pt x="94464" y="96406"/>
                </a:lnTo>
                <a:lnTo>
                  <a:pt x="92593" y="95339"/>
                </a:lnTo>
                <a:lnTo>
                  <a:pt x="91066" y="96318"/>
                </a:lnTo>
                <a:lnTo>
                  <a:pt x="88844" y="95288"/>
                </a:lnTo>
                <a:lnTo>
                  <a:pt x="87813" y="96318"/>
                </a:lnTo>
                <a:lnTo>
                  <a:pt x="88800" y="99059"/>
                </a:lnTo>
                <a:lnTo>
                  <a:pt x="87557" y="99797"/>
                </a:lnTo>
                <a:lnTo>
                  <a:pt x="85335" y="98803"/>
                </a:lnTo>
                <a:lnTo>
                  <a:pt x="84393" y="99739"/>
                </a:lnTo>
                <a:lnTo>
                  <a:pt x="85211" y="102691"/>
                </a:lnTo>
                <a:lnTo>
                  <a:pt x="82785" y="103729"/>
                </a:lnTo>
                <a:lnTo>
                  <a:pt x="79810" y="102231"/>
                </a:lnTo>
                <a:lnTo>
                  <a:pt x="77749" y="102881"/>
                </a:lnTo>
                <a:lnTo>
                  <a:pt x="77610" y="103137"/>
                </a:lnTo>
                <a:lnTo>
                  <a:pt x="77910" y="106368"/>
                </a:lnTo>
                <a:lnTo>
                  <a:pt x="74438" y="106865"/>
                </a:lnTo>
                <a:lnTo>
                  <a:pt x="70579" y="106389"/>
                </a:lnTo>
                <a:lnTo>
                  <a:pt x="42916" y="106389"/>
                </a:lnTo>
                <a:lnTo>
                  <a:pt x="38852" y="1069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944311" y="-16"/>
            <a:ext cx="106680" cy="102870"/>
            <a:chOff x="1944311" y="-16"/>
            <a:chExt cx="106680" cy="102870"/>
          </a:xfrm>
        </p:grpSpPr>
        <p:sp>
          <p:nvSpPr>
            <p:cNvPr id="11" name="object 11"/>
            <p:cNvSpPr/>
            <p:nvPr/>
          </p:nvSpPr>
          <p:spPr>
            <a:xfrm>
              <a:off x="1944306" y="-13"/>
              <a:ext cx="106680" cy="92710"/>
            </a:xfrm>
            <a:custGeom>
              <a:avLst/>
              <a:gdLst/>
              <a:ahLst/>
              <a:cxnLst/>
              <a:rect l="l" t="t" r="r" b="b"/>
              <a:pathLst>
                <a:path w="106680" h="92710">
                  <a:moveTo>
                    <a:pt x="106197" y="43180"/>
                  </a:moveTo>
                  <a:lnTo>
                    <a:pt x="102108" y="43180"/>
                  </a:lnTo>
                  <a:lnTo>
                    <a:pt x="102108" y="40640"/>
                  </a:lnTo>
                  <a:lnTo>
                    <a:pt x="102235" y="40640"/>
                  </a:lnTo>
                  <a:lnTo>
                    <a:pt x="102235" y="38100"/>
                  </a:lnTo>
                  <a:lnTo>
                    <a:pt x="102285" y="36830"/>
                  </a:lnTo>
                  <a:lnTo>
                    <a:pt x="102311" y="35560"/>
                  </a:lnTo>
                  <a:lnTo>
                    <a:pt x="102311" y="34290"/>
                  </a:lnTo>
                  <a:lnTo>
                    <a:pt x="102590" y="34290"/>
                  </a:lnTo>
                  <a:lnTo>
                    <a:pt x="102590" y="31750"/>
                  </a:lnTo>
                  <a:lnTo>
                    <a:pt x="102958" y="31750"/>
                  </a:lnTo>
                  <a:lnTo>
                    <a:pt x="102958" y="30480"/>
                  </a:lnTo>
                  <a:lnTo>
                    <a:pt x="102577" y="30480"/>
                  </a:lnTo>
                  <a:lnTo>
                    <a:pt x="102577" y="29210"/>
                  </a:lnTo>
                  <a:lnTo>
                    <a:pt x="98018" y="29210"/>
                  </a:lnTo>
                  <a:lnTo>
                    <a:pt x="98018" y="27940"/>
                  </a:lnTo>
                  <a:lnTo>
                    <a:pt x="98069" y="26670"/>
                  </a:lnTo>
                  <a:lnTo>
                    <a:pt x="98615" y="26670"/>
                  </a:lnTo>
                  <a:lnTo>
                    <a:pt x="98615" y="25400"/>
                  </a:lnTo>
                  <a:lnTo>
                    <a:pt x="99453" y="25400"/>
                  </a:lnTo>
                  <a:lnTo>
                    <a:pt x="99453" y="22860"/>
                  </a:lnTo>
                  <a:lnTo>
                    <a:pt x="98831" y="22860"/>
                  </a:lnTo>
                  <a:lnTo>
                    <a:pt x="98831" y="21590"/>
                  </a:lnTo>
                  <a:lnTo>
                    <a:pt x="96913" y="21590"/>
                  </a:lnTo>
                  <a:lnTo>
                    <a:pt x="96913" y="22860"/>
                  </a:lnTo>
                  <a:lnTo>
                    <a:pt x="95326" y="22860"/>
                  </a:lnTo>
                  <a:lnTo>
                    <a:pt x="95326" y="21590"/>
                  </a:lnTo>
                  <a:lnTo>
                    <a:pt x="95351" y="19050"/>
                  </a:lnTo>
                  <a:lnTo>
                    <a:pt x="95021" y="19050"/>
                  </a:lnTo>
                  <a:lnTo>
                    <a:pt x="95021" y="17780"/>
                  </a:lnTo>
                  <a:lnTo>
                    <a:pt x="94170" y="17780"/>
                  </a:lnTo>
                  <a:lnTo>
                    <a:pt x="94170" y="19050"/>
                  </a:lnTo>
                  <a:lnTo>
                    <a:pt x="91554" y="19050"/>
                  </a:lnTo>
                  <a:lnTo>
                    <a:pt x="91554" y="17780"/>
                  </a:lnTo>
                  <a:lnTo>
                    <a:pt x="91681" y="17780"/>
                  </a:lnTo>
                  <a:lnTo>
                    <a:pt x="91681" y="16510"/>
                  </a:lnTo>
                  <a:lnTo>
                    <a:pt x="92252" y="16510"/>
                  </a:lnTo>
                  <a:lnTo>
                    <a:pt x="92252" y="15240"/>
                  </a:lnTo>
                  <a:lnTo>
                    <a:pt x="18618" y="15240"/>
                  </a:lnTo>
                  <a:lnTo>
                    <a:pt x="18618" y="13970"/>
                  </a:lnTo>
                  <a:lnTo>
                    <a:pt x="88341" y="13970"/>
                  </a:lnTo>
                  <a:lnTo>
                    <a:pt x="88341" y="12700"/>
                  </a:lnTo>
                  <a:lnTo>
                    <a:pt x="88646" y="12700"/>
                  </a:lnTo>
                  <a:lnTo>
                    <a:pt x="88646" y="11430"/>
                  </a:lnTo>
                  <a:lnTo>
                    <a:pt x="85750" y="11430"/>
                  </a:lnTo>
                  <a:lnTo>
                    <a:pt x="85750" y="12700"/>
                  </a:lnTo>
                  <a:lnTo>
                    <a:pt x="85166" y="12700"/>
                  </a:lnTo>
                  <a:lnTo>
                    <a:pt x="85166" y="11430"/>
                  </a:lnTo>
                  <a:lnTo>
                    <a:pt x="84683" y="11430"/>
                  </a:lnTo>
                  <a:lnTo>
                    <a:pt x="84683" y="8890"/>
                  </a:lnTo>
                  <a:lnTo>
                    <a:pt x="84874" y="8890"/>
                  </a:lnTo>
                  <a:lnTo>
                    <a:pt x="84874" y="7620"/>
                  </a:lnTo>
                  <a:lnTo>
                    <a:pt x="82892" y="7620"/>
                  </a:lnTo>
                  <a:lnTo>
                    <a:pt x="82892" y="8890"/>
                  </a:lnTo>
                  <a:lnTo>
                    <a:pt x="81368" y="8890"/>
                  </a:lnTo>
                  <a:lnTo>
                    <a:pt x="81368" y="7620"/>
                  </a:lnTo>
                  <a:lnTo>
                    <a:pt x="81064" y="7620"/>
                  </a:lnTo>
                  <a:lnTo>
                    <a:pt x="81064" y="6350"/>
                  </a:lnTo>
                  <a:lnTo>
                    <a:pt x="81610" y="6350"/>
                  </a:lnTo>
                  <a:lnTo>
                    <a:pt x="81610" y="5080"/>
                  </a:lnTo>
                  <a:lnTo>
                    <a:pt x="80975" y="5080"/>
                  </a:lnTo>
                  <a:lnTo>
                    <a:pt x="80975" y="3810"/>
                  </a:lnTo>
                  <a:lnTo>
                    <a:pt x="79959" y="3810"/>
                  </a:lnTo>
                  <a:lnTo>
                    <a:pt x="79959" y="5080"/>
                  </a:lnTo>
                  <a:lnTo>
                    <a:pt x="74041" y="5080"/>
                  </a:lnTo>
                  <a:lnTo>
                    <a:pt x="74041" y="3810"/>
                  </a:lnTo>
                  <a:lnTo>
                    <a:pt x="74383" y="3810"/>
                  </a:lnTo>
                  <a:lnTo>
                    <a:pt x="74383" y="1270"/>
                  </a:lnTo>
                  <a:lnTo>
                    <a:pt x="59931" y="1270"/>
                  </a:lnTo>
                  <a:lnTo>
                    <a:pt x="59931" y="0"/>
                  </a:lnTo>
                  <a:lnTo>
                    <a:pt x="46367" y="0"/>
                  </a:lnTo>
                  <a:lnTo>
                    <a:pt x="46367" y="1270"/>
                  </a:lnTo>
                  <a:lnTo>
                    <a:pt x="34556" y="1270"/>
                  </a:lnTo>
                  <a:lnTo>
                    <a:pt x="34556" y="0"/>
                  </a:lnTo>
                  <a:lnTo>
                    <a:pt x="33629" y="0"/>
                  </a:lnTo>
                  <a:lnTo>
                    <a:pt x="33629" y="1270"/>
                  </a:lnTo>
                  <a:lnTo>
                    <a:pt x="32105" y="1270"/>
                  </a:lnTo>
                  <a:lnTo>
                    <a:pt x="32105" y="3810"/>
                  </a:lnTo>
                  <a:lnTo>
                    <a:pt x="32397" y="3810"/>
                  </a:lnTo>
                  <a:lnTo>
                    <a:pt x="32397" y="5080"/>
                  </a:lnTo>
                  <a:lnTo>
                    <a:pt x="31343" y="5080"/>
                  </a:lnTo>
                  <a:lnTo>
                    <a:pt x="31343" y="6350"/>
                  </a:lnTo>
                  <a:lnTo>
                    <a:pt x="30988" y="6350"/>
                  </a:lnTo>
                  <a:lnTo>
                    <a:pt x="30988" y="5080"/>
                  </a:lnTo>
                  <a:lnTo>
                    <a:pt x="28028" y="5080"/>
                  </a:lnTo>
                  <a:lnTo>
                    <a:pt x="28028" y="3810"/>
                  </a:lnTo>
                  <a:lnTo>
                    <a:pt x="25501" y="3810"/>
                  </a:lnTo>
                  <a:lnTo>
                    <a:pt x="25501" y="5080"/>
                  </a:lnTo>
                  <a:lnTo>
                    <a:pt x="24892" y="5080"/>
                  </a:lnTo>
                  <a:lnTo>
                    <a:pt x="24892" y="6350"/>
                  </a:lnTo>
                  <a:lnTo>
                    <a:pt x="25336" y="6350"/>
                  </a:lnTo>
                  <a:lnTo>
                    <a:pt x="25336" y="7620"/>
                  </a:lnTo>
                  <a:lnTo>
                    <a:pt x="25133" y="7620"/>
                  </a:lnTo>
                  <a:lnTo>
                    <a:pt x="25133" y="8890"/>
                  </a:lnTo>
                  <a:lnTo>
                    <a:pt x="23596" y="8890"/>
                  </a:lnTo>
                  <a:lnTo>
                    <a:pt x="23596" y="7620"/>
                  </a:lnTo>
                  <a:lnTo>
                    <a:pt x="21602" y="7620"/>
                  </a:lnTo>
                  <a:lnTo>
                    <a:pt x="21602" y="8890"/>
                  </a:lnTo>
                  <a:lnTo>
                    <a:pt x="21793" y="8890"/>
                  </a:lnTo>
                  <a:lnTo>
                    <a:pt x="21793" y="11430"/>
                  </a:lnTo>
                  <a:lnTo>
                    <a:pt x="21297" y="11430"/>
                  </a:lnTo>
                  <a:lnTo>
                    <a:pt x="21297" y="12700"/>
                  </a:lnTo>
                  <a:lnTo>
                    <a:pt x="20662" y="12700"/>
                  </a:lnTo>
                  <a:lnTo>
                    <a:pt x="20662" y="11430"/>
                  </a:lnTo>
                  <a:lnTo>
                    <a:pt x="17614" y="11430"/>
                  </a:lnTo>
                  <a:lnTo>
                    <a:pt x="17614" y="12700"/>
                  </a:lnTo>
                  <a:lnTo>
                    <a:pt x="18122" y="12700"/>
                  </a:lnTo>
                  <a:lnTo>
                    <a:pt x="18122" y="13970"/>
                  </a:lnTo>
                  <a:lnTo>
                    <a:pt x="15201" y="13970"/>
                  </a:lnTo>
                  <a:lnTo>
                    <a:pt x="15201" y="15240"/>
                  </a:lnTo>
                  <a:lnTo>
                    <a:pt x="14097" y="15240"/>
                  </a:lnTo>
                  <a:lnTo>
                    <a:pt x="14097" y="16510"/>
                  </a:lnTo>
                  <a:lnTo>
                    <a:pt x="14744" y="16510"/>
                  </a:lnTo>
                  <a:lnTo>
                    <a:pt x="14744" y="17780"/>
                  </a:lnTo>
                  <a:lnTo>
                    <a:pt x="14859" y="19050"/>
                  </a:lnTo>
                  <a:lnTo>
                    <a:pt x="12166" y="19050"/>
                  </a:lnTo>
                  <a:lnTo>
                    <a:pt x="12166" y="17780"/>
                  </a:lnTo>
                  <a:lnTo>
                    <a:pt x="11455" y="17780"/>
                  </a:lnTo>
                  <a:lnTo>
                    <a:pt x="11455" y="19050"/>
                  </a:lnTo>
                  <a:lnTo>
                    <a:pt x="11074" y="19050"/>
                  </a:lnTo>
                  <a:lnTo>
                    <a:pt x="11074" y="21590"/>
                  </a:lnTo>
                  <a:lnTo>
                    <a:pt x="11150" y="22860"/>
                  </a:lnTo>
                  <a:lnTo>
                    <a:pt x="9436" y="22860"/>
                  </a:lnTo>
                  <a:lnTo>
                    <a:pt x="9436" y="21590"/>
                  </a:lnTo>
                  <a:lnTo>
                    <a:pt x="7645" y="21590"/>
                  </a:lnTo>
                  <a:lnTo>
                    <a:pt x="7645" y="22860"/>
                  </a:lnTo>
                  <a:lnTo>
                    <a:pt x="7708" y="25400"/>
                  </a:lnTo>
                  <a:lnTo>
                    <a:pt x="7454" y="25400"/>
                  </a:lnTo>
                  <a:lnTo>
                    <a:pt x="7454" y="26670"/>
                  </a:lnTo>
                  <a:lnTo>
                    <a:pt x="7620" y="26670"/>
                  </a:lnTo>
                  <a:lnTo>
                    <a:pt x="7620" y="27940"/>
                  </a:lnTo>
                  <a:lnTo>
                    <a:pt x="8216" y="27940"/>
                  </a:lnTo>
                  <a:lnTo>
                    <a:pt x="8216" y="29210"/>
                  </a:lnTo>
                  <a:lnTo>
                    <a:pt x="3898" y="29210"/>
                  </a:lnTo>
                  <a:lnTo>
                    <a:pt x="3898" y="30480"/>
                  </a:lnTo>
                  <a:lnTo>
                    <a:pt x="4025" y="30480"/>
                  </a:lnTo>
                  <a:lnTo>
                    <a:pt x="4025" y="31750"/>
                  </a:lnTo>
                  <a:lnTo>
                    <a:pt x="4165" y="31750"/>
                  </a:lnTo>
                  <a:lnTo>
                    <a:pt x="4165" y="34290"/>
                  </a:lnTo>
                  <a:lnTo>
                    <a:pt x="4165" y="35560"/>
                  </a:lnTo>
                  <a:lnTo>
                    <a:pt x="4343" y="35560"/>
                  </a:lnTo>
                  <a:lnTo>
                    <a:pt x="4343" y="36830"/>
                  </a:lnTo>
                  <a:lnTo>
                    <a:pt x="4521" y="36830"/>
                  </a:lnTo>
                  <a:lnTo>
                    <a:pt x="4521" y="38100"/>
                  </a:lnTo>
                  <a:lnTo>
                    <a:pt x="4216" y="38100"/>
                  </a:lnTo>
                  <a:lnTo>
                    <a:pt x="4216" y="40640"/>
                  </a:lnTo>
                  <a:lnTo>
                    <a:pt x="4356" y="40640"/>
                  </a:lnTo>
                  <a:lnTo>
                    <a:pt x="4356" y="43180"/>
                  </a:lnTo>
                  <a:lnTo>
                    <a:pt x="406" y="43180"/>
                  </a:lnTo>
                  <a:lnTo>
                    <a:pt x="406" y="44450"/>
                  </a:lnTo>
                  <a:lnTo>
                    <a:pt x="0" y="44450"/>
                  </a:lnTo>
                  <a:lnTo>
                    <a:pt x="0" y="45720"/>
                  </a:lnTo>
                  <a:lnTo>
                    <a:pt x="368" y="45720"/>
                  </a:lnTo>
                  <a:lnTo>
                    <a:pt x="368" y="48260"/>
                  </a:lnTo>
                  <a:lnTo>
                    <a:pt x="622" y="48260"/>
                  </a:lnTo>
                  <a:lnTo>
                    <a:pt x="622" y="52070"/>
                  </a:lnTo>
                  <a:lnTo>
                    <a:pt x="622" y="54610"/>
                  </a:lnTo>
                  <a:lnTo>
                    <a:pt x="469" y="54610"/>
                  </a:lnTo>
                  <a:lnTo>
                    <a:pt x="469" y="57150"/>
                  </a:lnTo>
                  <a:lnTo>
                    <a:pt x="4457" y="57150"/>
                  </a:lnTo>
                  <a:lnTo>
                    <a:pt x="4457" y="59690"/>
                  </a:lnTo>
                  <a:lnTo>
                    <a:pt x="4381" y="62230"/>
                  </a:lnTo>
                  <a:lnTo>
                    <a:pt x="4165" y="62230"/>
                  </a:lnTo>
                  <a:lnTo>
                    <a:pt x="4165" y="66040"/>
                  </a:lnTo>
                  <a:lnTo>
                    <a:pt x="3810" y="66040"/>
                  </a:lnTo>
                  <a:lnTo>
                    <a:pt x="3810" y="69850"/>
                  </a:lnTo>
                  <a:lnTo>
                    <a:pt x="3797" y="71120"/>
                  </a:lnTo>
                  <a:lnTo>
                    <a:pt x="4330" y="71120"/>
                  </a:lnTo>
                  <a:lnTo>
                    <a:pt x="4330" y="72390"/>
                  </a:lnTo>
                  <a:lnTo>
                    <a:pt x="4368" y="71120"/>
                  </a:lnTo>
                  <a:lnTo>
                    <a:pt x="8089" y="71120"/>
                  </a:lnTo>
                  <a:lnTo>
                    <a:pt x="8089" y="72390"/>
                  </a:lnTo>
                  <a:lnTo>
                    <a:pt x="7721" y="72390"/>
                  </a:lnTo>
                  <a:lnTo>
                    <a:pt x="7721" y="73660"/>
                  </a:lnTo>
                  <a:lnTo>
                    <a:pt x="7315" y="73660"/>
                  </a:lnTo>
                  <a:lnTo>
                    <a:pt x="7315" y="74930"/>
                  </a:lnTo>
                  <a:lnTo>
                    <a:pt x="7810" y="74930"/>
                  </a:lnTo>
                  <a:lnTo>
                    <a:pt x="7810" y="77470"/>
                  </a:lnTo>
                  <a:lnTo>
                    <a:pt x="7429" y="77470"/>
                  </a:lnTo>
                  <a:lnTo>
                    <a:pt x="7429" y="78740"/>
                  </a:lnTo>
                  <a:lnTo>
                    <a:pt x="9906" y="78740"/>
                  </a:lnTo>
                  <a:lnTo>
                    <a:pt x="9906" y="77470"/>
                  </a:lnTo>
                  <a:lnTo>
                    <a:pt x="10972" y="77470"/>
                  </a:lnTo>
                  <a:lnTo>
                    <a:pt x="10972" y="78740"/>
                  </a:lnTo>
                  <a:lnTo>
                    <a:pt x="11188" y="78740"/>
                  </a:lnTo>
                  <a:lnTo>
                    <a:pt x="11188" y="81280"/>
                  </a:lnTo>
                  <a:lnTo>
                    <a:pt x="11239" y="82550"/>
                  </a:lnTo>
                  <a:lnTo>
                    <a:pt x="12788" y="82550"/>
                  </a:lnTo>
                  <a:lnTo>
                    <a:pt x="12788" y="81280"/>
                  </a:lnTo>
                  <a:lnTo>
                    <a:pt x="14732" y="81280"/>
                  </a:lnTo>
                  <a:lnTo>
                    <a:pt x="14732" y="82550"/>
                  </a:lnTo>
                  <a:lnTo>
                    <a:pt x="14566" y="82550"/>
                  </a:lnTo>
                  <a:lnTo>
                    <a:pt x="14566" y="85090"/>
                  </a:lnTo>
                  <a:lnTo>
                    <a:pt x="15036" y="85090"/>
                  </a:lnTo>
                  <a:lnTo>
                    <a:pt x="15036" y="86360"/>
                  </a:lnTo>
                  <a:lnTo>
                    <a:pt x="15684" y="86360"/>
                  </a:lnTo>
                  <a:lnTo>
                    <a:pt x="15684" y="85090"/>
                  </a:lnTo>
                  <a:lnTo>
                    <a:pt x="18554" y="85090"/>
                  </a:lnTo>
                  <a:lnTo>
                    <a:pt x="18554" y="86360"/>
                  </a:lnTo>
                  <a:lnTo>
                    <a:pt x="17919" y="86360"/>
                  </a:lnTo>
                  <a:lnTo>
                    <a:pt x="17919" y="88900"/>
                  </a:lnTo>
                  <a:lnTo>
                    <a:pt x="21894" y="88900"/>
                  </a:lnTo>
                  <a:lnTo>
                    <a:pt x="21894" y="91440"/>
                  </a:lnTo>
                  <a:lnTo>
                    <a:pt x="21386" y="91440"/>
                  </a:lnTo>
                  <a:lnTo>
                    <a:pt x="21386" y="92710"/>
                  </a:lnTo>
                  <a:lnTo>
                    <a:pt x="24028" y="92710"/>
                  </a:lnTo>
                  <a:lnTo>
                    <a:pt x="24028" y="91440"/>
                  </a:lnTo>
                  <a:lnTo>
                    <a:pt x="24828" y="91440"/>
                  </a:lnTo>
                  <a:lnTo>
                    <a:pt x="24828" y="92710"/>
                  </a:lnTo>
                  <a:lnTo>
                    <a:pt x="81635" y="92710"/>
                  </a:lnTo>
                  <a:lnTo>
                    <a:pt x="81635" y="91440"/>
                  </a:lnTo>
                  <a:lnTo>
                    <a:pt x="82435" y="91440"/>
                  </a:lnTo>
                  <a:lnTo>
                    <a:pt x="82435" y="92710"/>
                  </a:lnTo>
                  <a:lnTo>
                    <a:pt x="85077" y="92710"/>
                  </a:lnTo>
                  <a:lnTo>
                    <a:pt x="85077" y="91440"/>
                  </a:lnTo>
                  <a:lnTo>
                    <a:pt x="84569" y="91440"/>
                  </a:lnTo>
                  <a:lnTo>
                    <a:pt x="84569" y="88900"/>
                  </a:lnTo>
                  <a:lnTo>
                    <a:pt x="88557" y="88900"/>
                  </a:lnTo>
                  <a:lnTo>
                    <a:pt x="88557" y="86360"/>
                  </a:lnTo>
                  <a:lnTo>
                    <a:pt x="87934" y="86360"/>
                  </a:lnTo>
                  <a:lnTo>
                    <a:pt x="87934" y="85090"/>
                  </a:lnTo>
                  <a:lnTo>
                    <a:pt x="90792" y="85090"/>
                  </a:lnTo>
                  <a:lnTo>
                    <a:pt x="90792" y="86360"/>
                  </a:lnTo>
                  <a:lnTo>
                    <a:pt x="91440" y="86360"/>
                  </a:lnTo>
                  <a:lnTo>
                    <a:pt x="91440" y="85090"/>
                  </a:lnTo>
                  <a:lnTo>
                    <a:pt x="91909" y="85090"/>
                  </a:lnTo>
                  <a:lnTo>
                    <a:pt x="91909" y="82550"/>
                  </a:lnTo>
                  <a:lnTo>
                    <a:pt x="91732" y="82550"/>
                  </a:lnTo>
                  <a:lnTo>
                    <a:pt x="91732" y="81280"/>
                  </a:lnTo>
                  <a:lnTo>
                    <a:pt x="93687" y="81280"/>
                  </a:lnTo>
                  <a:lnTo>
                    <a:pt x="93687" y="82550"/>
                  </a:lnTo>
                  <a:lnTo>
                    <a:pt x="95237" y="82550"/>
                  </a:lnTo>
                  <a:lnTo>
                    <a:pt x="95237" y="81280"/>
                  </a:lnTo>
                  <a:lnTo>
                    <a:pt x="95275" y="78740"/>
                  </a:lnTo>
                  <a:lnTo>
                    <a:pt x="95504" y="78740"/>
                  </a:lnTo>
                  <a:lnTo>
                    <a:pt x="95504" y="77470"/>
                  </a:lnTo>
                  <a:lnTo>
                    <a:pt x="96570" y="77470"/>
                  </a:lnTo>
                  <a:lnTo>
                    <a:pt x="96570" y="78740"/>
                  </a:lnTo>
                  <a:lnTo>
                    <a:pt x="99047" y="78740"/>
                  </a:lnTo>
                  <a:lnTo>
                    <a:pt x="99047" y="77470"/>
                  </a:lnTo>
                  <a:lnTo>
                    <a:pt x="98666" y="77470"/>
                  </a:lnTo>
                  <a:lnTo>
                    <a:pt x="98666" y="74930"/>
                  </a:lnTo>
                  <a:lnTo>
                    <a:pt x="99161" y="74930"/>
                  </a:lnTo>
                  <a:lnTo>
                    <a:pt x="99161" y="73660"/>
                  </a:lnTo>
                  <a:lnTo>
                    <a:pt x="98755" y="73660"/>
                  </a:lnTo>
                  <a:lnTo>
                    <a:pt x="98755" y="72390"/>
                  </a:lnTo>
                  <a:lnTo>
                    <a:pt x="98386" y="72390"/>
                  </a:lnTo>
                  <a:lnTo>
                    <a:pt x="98386" y="71120"/>
                  </a:lnTo>
                  <a:lnTo>
                    <a:pt x="102666" y="71120"/>
                  </a:lnTo>
                  <a:lnTo>
                    <a:pt x="102666" y="69850"/>
                  </a:lnTo>
                  <a:lnTo>
                    <a:pt x="102666" y="66040"/>
                  </a:lnTo>
                  <a:lnTo>
                    <a:pt x="102311" y="66040"/>
                  </a:lnTo>
                  <a:lnTo>
                    <a:pt x="102311" y="62230"/>
                  </a:lnTo>
                  <a:lnTo>
                    <a:pt x="102133" y="62230"/>
                  </a:lnTo>
                  <a:lnTo>
                    <a:pt x="102133" y="59690"/>
                  </a:lnTo>
                  <a:lnTo>
                    <a:pt x="102082" y="57150"/>
                  </a:lnTo>
                  <a:lnTo>
                    <a:pt x="106019" y="57150"/>
                  </a:lnTo>
                  <a:lnTo>
                    <a:pt x="106019" y="54610"/>
                  </a:lnTo>
                  <a:lnTo>
                    <a:pt x="105930" y="52070"/>
                  </a:lnTo>
                  <a:lnTo>
                    <a:pt x="106095" y="52070"/>
                  </a:lnTo>
                  <a:lnTo>
                    <a:pt x="106095" y="48260"/>
                  </a:lnTo>
                  <a:lnTo>
                    <a:pt x="105829" y="48260"/>
                  </a:lnTo>
                  <a:lnTo>
                    <a:pt x="105829" y="45720"/>
                  </a:lnTo>
                  <a:lnTo>
                    <a:pt x="105968" y="45720"/>
                  </a:lnTo>
                  <a:lnTo>
                    <a:pt x="105968" y="44450"/>
                  </a:lnTo>
                  <a:lnTo>
                    <a:pt x="106197" y="44450"/>
                  </a:lnTo>
                  <a:lnTo>
                    <a:pt x="106197" y="431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69516" y="91426"/>
              <a:ext cx="60325" cy="11430"/>
            </a:xfrm>
            <a:custGeom>
              <a:avLst/>
              <a:gdLst/>
              <a:ahLst/>
              <a:cxnLst/>
              <a:rect l="l" t="t" r="r" b="b"/>
              <a:pathLst>
                <a:path w="60325" h="11430">
                  <a:moveTo>
                    <a:pt x="56070" y="3810"/>
                  </a:moveTo>
                  <a:lnTo>
                    <a:pt x="56007" y="1270"/>
                  </a:lnTo>
                  <a:lnTo>
                    <a:pt x="50" y="1270"/>
                  </a:lnTo>
                  <a:lnTo>
                    <a:pt x="50" y="3810"/>
                  </a:lnTo>
                  <a:lnTo>
                    <a:pt x="0" y="5080"/>
                  </a:lnTo>
                  <a:lnTo>
                    <a:pt x="1765" y="5080"/>
                  </a:lnTo>
                  <a:lnTo>
                    <a:pt x="1765" y="3810"/>
                  </a:lnTo>
                  <a:lnTo>
                    <a:pt x="3505" y="3810"/>
                  </a:lnTo>
                  <a:lnTo>
                    <a:pt x="3505" y="5080"/>
                  </a:lnTo>
                  <a:lnTo>
                    <a:pt x="5130" y="5080"/>
                  </a:lnTo>
                  <a:lnTo>
                    <a:pt x="5130" y="3810"/>
                  </a:lnTo>
                  <a:lnTo>
                    <a:pt x="7010" y="3810"/>
                  </a:lnTo>
                  <a:lnTo>
                    <a:pt x="7010" y="5080"/>
                  </a:lnTo>
                  <a:lnTo>
                    <a:pt x="6921" y="7620"/>
                  </a:lnTo>
                  <a:lnTo>
                    <a:pt x="7759" y="7620"/>
                  </a:lnTo>
                  <a:lnTo>
                    <a:pt x="7759" y="8890"/>
                  </a:lnTo>
                  <a:lnTo>
                    <a:pt x="10528" y="8890"/>
                  </a:lnTo>
                  <a:lnTo>
                    <a:pt x="10528" y="7620"/>
                  </a:lnTo>
                  <a:lnTo>
                    <a:pt x="21247" y="7620"/>
                  </a:lnTo>
                  <a:lnTo>
                    <a:pt x="21247" y="8890"/>
                  </a:lnTo>
                  <a:lnTo>
                    <a:pt x="20942" y="8890"/>
                  </a:lnTo>
                  <a:lnTo>
                    <a:pt x="20942" y="11430"/>
                  </a:lnTo>
                  <a:lnTo>
                    <a:pt x="35242" y="11430"/>
                  </a:lnTo>
                  <a:lnTo>
                    <a:pt x="35242" y="8890"/>
                  </a:lnTo>
                  <a:lnTo>
                    <a:pt x="34721" y="8890"/>
                  </a:lnTo>
                  <a:lnTo>
                    <a:pt x="34721" y="7620"/>
                  </a:lnTo>
                  <a:lnTo>
                    <a:pt x="45529" y="7620"/>
                  </a:lnTo>
                  <a:lnTo>
                    <a:pt x="45529" y="8890"/>
                  </a:lnTo>
                  <a:lnTo>
                    <a:pt x="48310" y="8890"/>
                  </a:lnTo>
                  <a:lnTo>
                    <a:pt x="48310" y="7620"/>
                  </a:lnTo>
                  <a:lnTo>
                    <a:pt x="49123" y="7620"/>
                  </a:lnTo>
                  <a:lnTo>
                    <a:pt x="49123" y="5080"/>
                  </a:lnTo>
                  <a:lnTo>
                    <a:pt x="49047" y="3810"/>
                  </a:lnTo>
                  <a:lnTo>
                    <a:pt x="50927" y="3810"/>
                  </a:lnTo>
                  <a:lnTo>
                    <a:pt x="50927" y="5080"/>
                  </a:lnTo>
                  <a:lnTo>
                    <a:pt x="52552" y="5080"/>
                  </a:lnTo>
                  <a:lnTo>
                    <a:pt x="52552" y="3810"/>
                  </a:lnTo>
                  <a:lnTo>
                    <a:pt x="54292" y="3810"/>
                  </a:lnTo>
                  <a:lnTo>
                    <a:pt x="54292" y="5080"/>
                  </a:lnTo>
                  <a:lnTo>
                    <a:pt x="56070" y="5080"/>
                  </a:lnTo>
                  <a:lnTo>
                    <a:pt x="56070" y="3810"/>
                  </a:lnTo>
                  <a:close/>
                </a:path>
                <a:path w="60325" h="11430">
                  <a:moveTo>
                    <a:pt x="59867" y="0"/>
                  </a:moveTo>
                  <a:lnTo>
                    <a:pt x="57226" y="0"/>
                  </a:lnTo>
                  <a:lnTo>
                    <a:pt x="57226" y="1270"/>
                  </a:lnTo>
                  <a:lnTo>
                    <a:pt x="59867" y="1270"/>
                  </a:lnTo>
                  <a:lnTo>
                    <a:pt x="598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161857" y="3996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10">
                <a:moveTo>
                  <a:pt x="44618" y="92344"/>
                </a:moveTo>
                <a:lnTo>
                  <a:pt x="42053" y="91708"/>
                </a:lnTo>
                <a:lnTo>
                  <a:pt x="39597" y="92293"/>
                </a:lnTo>
                <a:lnTo>
                  <a:pt x="38910" y="91598"/>
                </a:lnTo>
                <a:lnTo>
                  <a:pt x="39473" y="88426"/>
                </a:lnTo>
                <a:lnTo>
                  <a:pt x="37112" y="87878"/>
                </a:lnTo>
                <a:lnTo>
                  <a:pt x="34284" y="88361"/>
                </a:lnTo>
                <a:lnTo>
                  <a:pt x="31309" y="88361"/>
                </a:lnTo>
                <a:lnTo>
                  <a:pt x="29416" y="88689"/>
                </a:lnTo>
                <a:lnTo>
                  <a:pt x="28203" y="88163"/>
                </a:lnTo>
                <a:lnTo>
                  <a:pt x="29029" y="85225"/>
                </a:lnTo>
                <a:lnTo>
                  <a:pt x="28064" y="84268"/>
                </a:lnTo>
                <a:lnTo>
                  <a:pt x="25842" y="85320"/>
                </a:lnTo>
                <a:lnTo>
                  <a:pt x="24446" y="84392"/>
                </a:lnTo>
                <a:lnTo>
                  <a:pt x="22224" y="85437"/>
                </a:lnTo>
                <a:lnTo>
                  <a:pt x="21128" y="84334"/>
                </a:lnTo>
                <a:lnTo>
                  <a:pt x="22217" y="81768"/>
                </a:lnTo>
                <a:lnTo>
                  <a:pt x="20953" y="80847"/>
                </a:lnTo>
                <a:lnTo>
                  <a:pt x="18731" y="81944"/>
                </a:lnTo>
                <a:lnTo>
                  <a:pt x="17649" y="80862"/>
                </a:lnTo>
                <a:lnTo>
                  <a:pt x="18702" y="78216"/>
                </a:lnTo>
                <a:lnTo>
                  <a:pt x="17430" y="77376"/>
                </a:lnTo>
                <a:lnTo>
                  <a:pt x="15223" y="78428"/>
                </a:lnTo>
                <a:lnTo>
                  <a:pt x="14046" y="77259"/>
                </a:lnTo>
                <a:lnTo>
                  <a:pt x="15216" y="74920"/>
                </a:lnTo>
                <a:lnTo>
                  <a:pt x="14046" y="73751"/>
                </a:lnTo>
                <a:lnTo>
                  <a:pt x="11715" y="74920"/>
                </a:lnTo>
                <a:lnTo>
                  <a:pt x="10545" y="73751"/>
                </a:lnTo>
                <a:lnTo>
                  <a:pt x="11715" y="71412"/>
                </a:lnTo>
                <a:lnTo>
                  <a:pt x="10626" y="70323"/>
                </a:lnTo>
                <a:lnTo>
                  <a:pt x="8016" y="71397"/>
                </a:lnTo>
                <a:lnTo>
                  <a:pt x="6745" y="69563"/>
                </a:lnTo>
                <a:lnTo>
                  <a:pt x="8769" y="64746"/>
                </a:lnTo>
                <a:lnTo>
                  <a:pt x="7227" y="63489"/>
                </a:lnTo>
                <a:lnTo>
                  <a:pt x="4304" y="64235"/>
                </a:lnTo>
                <a:lnTo>
                  <a:pt x="3412" y="62232"/>
                </a:lnTo>
                <a:lnTo>
                  <a:pt x="4121" y="58549"/>
                </a:lnTo>
                <a:lnTo>
                  <a:pt x="4121" y="55786"/>
                </a:lnTo>
                <a:lnTo>
                  <a:pt x="4384" y="54259"/>
                </a:lnTo>
                <a:lnTo>
                  <a:pt x="4026" y="52958"/>
                </a:lnTo>
                <a:lnTo>
                  <a:pt x="898" y="53572"/>
                </a:lnTo>
                <a:lnTo>
                  <a:pt x="285" y="52958"/>
                </a:lnTo>
                <a:lnTo>
                  <a:pt x="643" y="50290"/>
                </a:lnTo>
                <a:lnTo>
                  <a:pt x="613" y="45335"/>
                </a:lnTo>
                <a:lnTo>
                  <a:pt x="0" y="39758"/>
                </a:lnTo>
                <a:lnTo>
                  <a:pt x="913" y="39013"/>
                </a:lnTo>
                <a:lnTo>
                  <a:pt x="4041" y="39554"/>
                </a:lnTo>
                <a:lnTo>
                  <a:pt x="4662" y="37273"/>
                </a:lnTo>
                <a:lnTo>
                  <a:pt x="4121" y="34306"/>
                </a:lnTo>
                <a:lnTo>
                  <a:pt x="4121" y="31412"/>
                </a:lnTo>
                <a:lnTo>
                  <a:pt x="3778" y="29475"/>
                </a:lnTo>
                <a:lnTo>
                  <a:pt x="4326" y="28269"/>
                </a:lnTo>
                <a:lnTo>
                  <a:pt x="7249" y="29117"/>
                </a:lnTo>
                <a:lnTo>
                  <a:pt x="7959" y="28393"/>
                </a:lnTo>
                <a:lnTo>
                  <a:pt x="7600" y="25733"/>
                </a:lnTo>
                <a:lnTo>
                  <a:pt x="7659" y="24585"/>
                </a:lnTo>
                <a:lnTo>
                  <a:pt x="7257" y="22203"/>
                </a:lnTo>
                <a:lnTo>
                  <a:pt x="8061" y="21129"/>
                </a:lnTo>
                <a:lnTo>
                  <a:pt x="10604" y="22240"/>
                </a:lnTo>
                <a:lnTo>
                  <a:pt x="11620" y="21224"/>
                </a:lnTo>
                <a:lnTo>
                  <a:pt x="10567" y="18578"/>
                </a:lnTo>
                <a:lnTo>
                  <a:pt x="11795" y="17759"/>
                </a:lnTo>
                <a:lnTo>
                  <a:pt x="14105" y="18783"/>
                </a:lnTo>
                <a:lnTo>
                  <a:pt x="15201" y="17584"/>
                </a:lnTo>
                <a:lnTo>
                  <a:pt x="14039" y="15289"/>
                </a:lnTo>
                <a:lnTo>
                  <a:pt x="15121" y="14207"/>
                </a:lnTo>
                <a:lnTo>
                  <a:pt x="17774" y="15260"/>
                </a:lnTo>
                <a:lnTo>
                  <a:pt x="18599" y="13996"/>
                </a:lnTo>
                <a:lnTo>
                  <a:pt x="17554" y="11774"/>
                </a:lnTo>
                <a:lnTo>
                  <a:pt x="18724" y="10604"/>
                </a:lnTo>
                <a:lnTo>
                  <a:pt x="21063" y="11774"/>
                </a:lnTo>
                <a:lnTo>
                  <a:pt x="22130" y="10699"/>
                </a:lnTo>
                <a:lnTo>
                  <a:pt x="21085" y="8054"/>
                </a:lnTo>
                <a:lnTo>
                  <a:pt x="22451" y="7140"/>
                </a:lnTo>
                <a:lnTo>
                  <a:pt x="24271" y="8134"/>
                </a:lnTo>
                <a:lnTo>
                  <a:pt x="25857" y="7315"/>
                </a:lnTo>
                <a:lnTo>
                  <a:pt x="28108" y="8229"/>
                </a:lnTo>
                <a:lnTo>
                  <a:pt x="29139" y="7191"/>
                </a:lnTo>
                <a:lnTo>
                  <a:pt x="28093" y="4545"/>
                </a:lnTo>
                <a:lnTo>
                  <a:pt x="29314" y="3734"/>
                </a:lnTo>
                <a:lnTo>
                  <a:pt x="31360" y="4326"/>
                </a:lnTo>
                <a:lnTo>
                  <a:pt x="34422" y="3734"/>
                </a:lnTo>
                <a:lnTo>
                  <a:pt x="36908" y="4538"/>
                </a:lnTo>
                <a:lnTo>
                  <a:pt x="39166" y="4173"/>
                </a:lnTo>
                <a:lnTo>
                  <a:pt x="39429" y="4129"/>
                </a:lnTo>
                <a:lnTo>
                  <a:pt x="38924" y="906"/>
                </a:lnTo>
                <a:lnTo>
                  <a:pt x="39502" y="336"/>
                </a:lnTo>
                <a:lnTo>
                  <a:pt x="42162" y="694"/>
                </a:lnTo>
                <a:lnTo>
                  <a:pt x="45042" y="599"/>
                </a:lnTo>
                <a:lnTo>
                  <a:pt x="47168" y="730"/>
                </a:lnTo>
                <a:lnTo>
                  <a:pt x="52643" y="0"/>
                </a:lnTo>
                <a:lnTo>
                  <a:pt x="53432" y="972"/>
                </a:lnTo>
                <a:lnTo>
                  <a:pt x="52891" y="4100"/>
                </a:lnTo>
                <a:lnTo>
                  <a:pt x="56400" y="5050"/>
                </a:lnTo>
                <a:lnTo>
                  <a:pt x="60573" y="3106"/>
                </a:lnTo>
                <a:lnTo>
                  <a:pt x="64095" y="4304"/>
                </a:lnTo>
                <a:lnTo>
                  <a:pt x="63394" y="7367"/>
                </a:lnTo>
                <a:lnTo>
                  <a:pt x="64044" y="8010"/>
                </a:lnTo>
                <a:lnTo>
                  <a:pt x="66705" y="7652"/>
                </a:lnTo>
                <a:lnTo>
                  <a:pt x="67933" y="7717"/>
                </a:lnTo>
                <a:lnTo>
                  <a:pt x="70140" y="7301"/>
                </a:lnTo>
                <a:lnTo>
                  <a:pt x="71272" y="8039"/>
                </a:lnTo>
                <a:lnTo>
                  <a:pt x="70242" y="10707"/>
                </a:lnTo>
                <a:lnTo>
                  <a:pt x="71301" y="11774"/>
                </a:lnTo>
                <a:lnTo>
                  <a:pt x="73640" y="10604"/>
                </a:lnTo>
                <a:lnTo>
                  <a:pt x="74810" y="11774"/>
                </a:lnTo>
                <a:lnTo>
                  <a:pt x="73640" y="14112"/>
                </a:lnTo>
                <a:lnTo>
                  <a:pt x="74810" y="15282"/>
                </a:lnTo>
                <a:lnTo>
                  <a:pt x="77149" y="14112"/>
                </a:lnTo>
                <a:lnTo>
                  <a:pt x="78317" y="15282"/>
                </a:lnTo>
                <a:lnTo>
                  <a:pt x="77148" y="17620"/>
                </a:lnTo>
                <a:lnTo>
                  <a:pt x="78318" y="18790"/>
                </a:lnTo>
                <a:lnTo>
                  <a:pt x="80649" y="17620"/>
                </a:lnTo>
                <a:lnTo>
                  <a:pt x="81819" y="18790"/>
                </a:lnTo>
                <a:lnTo>
                  <a:pt x="80649" y="21129"/>
                </a:lnTo>
                <a:lnTo>
                  <a:pt x="81709" y="22188"/>
                </a:lnTo>
                <a:lnTo>
                  <a:pt x="84398" y="21165"/>
                </a:lnTo>
                <a:lnTo>
                  <a:pt x="85794" y="23380"/>
                </a:lnTo>
                <a:lnTo>
                  <a:pt x="83960" y="26895"/>
                </a:lnTo>
                <a:lnTo>
                  <a:pt x="84925" y="29168"/>
                </a:lnTo>
                <a:lnTo>
                  <a:pt x="87885" y="28364"/>
                </a:lnTo>
                <a:lnTo>
                  <a:pt x="88725" y="29212"/>
                </a:lnTo>
                <a:lnTo>
                  <a:pt x="88001" y="31565"/>
                </a:lnTo>
                <a:lnTo>
                  <a:pt x="88988" y="34270"/>
                </a:lnTo>
                <a:lnTo>
                  <a:pt x="87395" y="37266"/>
                </a:lnTo>
                <a:lnTo>
                  <a:pt x="88433" y="39693"/>
                </a:lnTo>
                <a:lnTo>
                  <a:pt x="91385" y="38889"/>
                </a:lnTo>
                <a:lnTo>
                  <a:pt x="92087" y="39590"/>
                </a:lnTo>
                <a:lnTo>
                  <a:pt x="91721" y="42251"/>
                </a:lnTo>
                <a:lnTo>
                  <a:pt x="91868" y="44765"/>
                </a:lnTo>
                <a:lnTo>
                  <a:pt x="92233" y="47834"/>
                </a:lnTo>
                <a:lnTo>
                  <a:pt x="91597" y="50400"/>
                </a:lnTo>
                <a:lnTo>
                  <a:pt x="92182" y="52855"/>
                </a:lnTo>
                <a:lnTo>
                  <a:pt x="91488" y="53557"/>
                </a:lnTo>
                <a:lnTo>
                  <a:pt x="88308" y="52987"/>
                </a:lnTo>
                <a:lnTo>
                  <a:pt x="87761" y="55348"/>
                </a:lnTo>
                <a:lnTo>
                  <a:pt x="88243" y="58176"/>
                </a:lnTo>
                <a:lnTo>
                  <a:pt x="88243" y="61136"/>
                </a:lnTo>
                <a:lnTo>
                  <a:pt x="88579" y="63058"/>
                </a:lnTo>
                <a:lnTo>
                  <a:pt x="88046" y="64264"/>
                </a:lnTo>
                <a:lnTo>
                  <a:pt x="85115" y="63431"/>
                </a:lnTo>
                <a:lnTo>
                  <a:pt x="84406" y="64147"/>
                </a:lnTo>
                <a:lnTo>
                  <a:pt x="84771" y="66808"/>
                </a:lnTo>
                <a:lnTo>
                  <a:pt x="84705" y="67955"/>
                </a:lnTo>
                <a:lnTo>
                  <a:pt x="85107" y="70338"/>
                </a:lnTo>
                <a:lnTo>
                  <a:pt x="84303" y="71412"/>
                </a:lnTo>
                <a:lnTo>
                  <a:pt x="81760" y="70308"/>
                </a:lnTo>
                <a:lnTo>
                  <a:pt x="80744" y="71317"/>
                </a:lnTo>
                <a:lnTo>
                  <a:pt x="81797" y="73963"/>
                </a:lnTo>
                <a:lnTo>
                  <a:pt x="80584" y="74774"/>
                </a:lnTo>
                <a:lnTo>
                  <a:pt x="78238" y="73765"/>
                </a:lnTo>
                <a:lnTo>
                  <a:pt x="77170" y="74964"/>
                </a:lnTo>
                <a:lnTo>
                  <a:pt x="78325" y="77252"/>
                </a:lnTo>
                <a:lnTo>
                  <a:pt x="77148" y="78428"/>
                </a:lnTo>
                <a:lnTo>
                  <a:pt x="74809" y="77259"/>
                </a:lnTo>
                <a:lnTo>
                  <a:pt x="73641" y="78428"/>
                </a:lnTo>
                <a:lnTo>
                  <a:pt x="74810" y="80767"/>
                </a:lnTo>
                <a:lnTo>
                  <a:pt x="73640" y="81936"/>
                </a:lnTo>
                <a:lnTo>
                  <a:pt x="71419" y="80884"/>
                </a:lnTo>
                <a:lnTo>
                  <a:pt x="70161" y="81724"/>
                </a:lnTo>
                <a:lnTo>
                  <a:pt x="71206" y="84370"/>
                </a:lnTo>
                <a:lnTo>
                  <a:pt x="70388" y="85189"/>
                </a:lnTo>
                <a:lnTo>
                  <a:pt x="67728" y="84831"/>
                </a:lnTo>
                <a:lnTo>
                  <a:pt x="66405" y="84896"/>
                </a:lnTo>
                <a:lnTo>
                  <a:pt x="64417" y="84480"/>
                </a:lnTo>
                <a:lnTo>
                  <a:pt x="63218" y="85116"/>
                </a:lnTo>
                <a:lnTo>
                  <a:pt x="64132" y="87944"/>
                </a:lnTo>
                <a:lnTo>
                  <a:pt x="63379" y="88689"/>
                </a:lnTo>
                <a:lnTo>
                  <a:pt x="60719" y="88331"/>
                </a:lnTo>
                <a:lnTo>
                  <a:pt x="59279" y="88404"/>
                </a:lnTo>
                <a:lnTo>
                  <a:pt x="57562" y="88017"/>
                </a:lnTo>
                <a:lnTo>
                  <a:pt x="56020" y="88631"/>
                </a:lnTo>
                <a:lnTo>
                  <a:pt x="53695" y="87856"/>
                </a:lnTo>
                <a:lnTo>
                  <a:pt x="52709" y="88850"/>
                </a:lnTo>
                <a:lnTo>
                  <a:pt x="53761" y="91496"/>
                </a:lnTo>
                <a:lnTo>
                  <a:pt x="52635" y="92242"/>
                </a:lnTo>
                <a:lnTo>
                  <a:pt x="50392" y="91825"/>
                </a:lnTo>
                <a:lnTo>
                  <a:pt x="47695" y="91978"/>
                </a:lnTo>
                <a:lnTo>
                  <a:pt x="44618" y="92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2723" y="14717"/>
            <a:ext cx="71456" cy="7121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600235" y="21631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20237" y="57255"/>
                </a:moveTo>
                <a:lnTo>
                  <a:pt x="17964" y="56612"/>
                </a:lnTo>
                <a:lnTo>
                  <a:pt x="18512" y="53498"/>
                </a:lnTo>
                <a:lnTo>
                  <a:pt x="17343" y="52059"/>
                </a:lnTo>
                <a:lnTo>
                  <a:pt x="12526" y="54039"/>
                </a:lnTo>
                <a:lnTo>
                  <a:pt x="10714" y="52833"/>
                </a:lnTo>
                <a:lnTo>
                  <a:pt x="11686" y="50210"/>
                </a:lnTo>
                <a:lnTo>
                  <a:pt x="11255" y="49683"/>
                </a:lnTo>
                <a:lnTo>
                  <a:pt x="10371" y="49252"/>
                </a:lnTo>
                <a:lnTo>
                  <a:pt x="8558" y="50224"/>
                </a:lnTo>
                <a:lnTo>
                  <a:pt x="7191" y="49311"/>
                </a:lnTo>
                <a:lnTo>
                  <a:pt x="8236" y="46665"/>
                </a:lnTo>
                <a:lnTo>
                  <a:pt x="7228" y="45649"/>
                </a:lnTo>
                <a:lnTo>
                  <a:pt x="4677" y="46760"/>
                </a:lnTo>
                <a:lnTo>
                  <a:pt x="3873" y="45686"/>
                </a:lnTo>
                <a:lnTo>
                  <a:pt x="4275" y="43303"/>
                </a:lnTo>
                <a:lnTo>
                  <a:pt x="4216" y="42156"/>
                </a:lnTo>
                <a:lnTo>
                  <a:pt x="4575" y="39495"/>
                </a:lnTo>
                <a:lnTo>
                  <a:pt x="3946" y="38859"/>
                </a:lnTo>
                <a:lnTo>
                  <a:pt x="840" y="39503"/>
                </a:lnTo>
                <a:lnTo>
                  <a:pt x="168" y="37230"/>
                </a:lnTo>
                <a:lnTo>
                  <a:pt x="738" y="34167"/>
                </a:lnTo>
                <a:lnTo>
                  <a:pt x="738" y="29884"/>
                </a:lnTo>
                <a:lnTo>
                  <a:pt x="423" y="27356"/>
                </a:lnTo>
                <a:lnTo>
                  <a:pt x="891" y="24059"/>
                </a:lnTo>
                <a:lnTo>
                  <a:pt x="0" y="18717"/>
                </a:lnTo>
                <a:lnTo>
                  <a:pt x="1081" y="17832"/>
                </a:lnTo>
                <a:lnTo>
                  <a:pt x="4122" y="18468"/>
                </a:lnTo>
                <a:lnTo>
                  <a:pt x="4553" y="17240"/>
                </a:lnTo>
                <a:lnTo>
                  <a:pt x="4246" y="15530"/>
                </a:lnTo>
                <a:lnTo>
                  <a:pt x="4246" y="14025"/>
                </a:lnTo>
                <a:lnTo>
                  <a:pt x="3902" y="11518"/>
                </a:lnTo>
                <a:lnTo>
                  <a:pt x="4699" y="10524"/>
                </a:lnTo>
                <a:lnTo>
                  <a:pt x="7155" y="11547"/>
                </a:lnTo>
                <a:lnTo>
                  <a:pt x="7747" y="11094"/>
                </a:lnTo>
                <a:lnTo>
                  <a:pt x="8215" y="10392"/>
                </a:lnTo>
                <a:lnTo>
                  <a:pt x="7162" y="8171"/>
                </a:lnTo>
                <a:lnTo>
                  <a:pt x="8236" y="7096"/>
                </a:lnTo>
                <a:lnTo>
                  <a:pt x="10882" y="8149"/>
                </a:lnTo>
                <a:lnTo>
                  <a:pt x="11642" y="7001"/>
                </a:lnTo>
                <a:lnTo>
                  <a:pt x="10721" y="4480"/>
                </a:lnTo>
                <a:lnTo>
                  <a:pt x="12497" y="3142"/>
                </a:lnTo>
                <a:lnTo>
                  <a:pt x="17313" y="5240"/>
                </a:lnTo>
                <a:lnTo>
                  <a:pt x="18527" y="3763"/>
                </a:lnTo>
                <a:lnTo>
                  <a:pt x="17949" y="665"/>
                </a:lnTo>
                <a:lnTo>
                  <a:pt x="19207" y="285"/>
                </a:lnTo>
                <a:lnTo>
                  <a:pt x="20800" y="570"/>
                </a:lnTo>
                <a:lnTo>
                  <a:pt x="34328" y="570"/>
                </a:lnTo>
                <a:lnTo>
                  <a:pt x="37368" y="0"/>
                </a:lnTo>
                <a:lnTo>
                  <a:pt x="39686" y="679"/>
                </a:lnTo>
                <a:lnTo>
                  <a:pt x="38948" y="3895"/>
                </a:lnTo>
                <a:lnTo>
                  <a:pt x="40592" y="4714"/>
                </a:lnTo>
                <a:lnTo>
                  <a:pt x="45474" y="3033"/>
                </a:lnTo>
                <a:lnTo>
                  <a:pt x="46856" y="4721"/>
                </a:lnTo>
                <a:lnTo>
                  <a:pt x="45730" y="7008"/>
                </a:lnTo>
                <a:lnTo>
                  <a:pt x="46928" y="8163"/>
                </a:lnTo>
                <a:lnTo>
                  <a:pt x="49245" y="6994"/>
                </a:lnTo>
                <a:lnTo>
                  <a:pt x="50422" y="8171"/>
                </a:lnTo>
                <a:lnTo>
                  <a:pt x="49326" y="10363"/>
                </a:lnTo>
                <a:lnTo>
                  <a:pt x="49830" y="11094"/>
                </a:lnTo>
                <a:lnTo>
                  <a:pt x="50341" y="11525"/>
                </a:lnTo>
                <a:lnTo>
                  <a:pt x="52980" y="10553"/>
                </a:lnTo>
                <a:lnTo>
                  <a:pt x="53711" y="11657"/>
                </a:lnTo>
                <a:lnTo>
                  <a:pt x="53294" y="13908"/>
                </a:lnTo>
                <a:lnTo>
                  <a:pt x="53360" y="15114"/>
                </a:lnTo>
                <a:lnTo>
                  <a:pt x="52994" y="17781"/>
                </a:lnTo>
                <a:lnTo>
                  <a:pt x="53630" y="18410"/>
                </a:lnTo>
                <a:lnTo>
                  <a:pt x="56736" y="17759"/>
                </a:lnTo>
                <a:lnTo>
                  <a:pt x="57409" y="20032"/>
                </a:lnTo>
                <a:lnTo>
                  <a:pt x="56839" y="23109"/>
                </a:lnTo>
                <a:lnTo>
                  <a:pt x="56839" y="29767"/>
                </a:lnTo>
                <a:lnTo>
                  <a:pt x="56970" y="31017"/>
                </a:lnTo>
                <a:lnTo>
                  <a:pt x="56707" y="33195"/>
                </a:lnTo>
                <a:lnTo>
                  <a:pt x="57555" y="38574"/>
                </a:lnTo>
                <a:lnTo>
                  <a:pt x="56495" y="39437"/>
                </a:lnTo>
                <a:lnTo>
                  <a:pt x="53447" y="38808"/>
                </a:lnTo>
                <a:lnTo>
                  <a:pt x="52797" y="40709"/>
                </a:lnTo>
                <a:lnTo>
                  <a:pt x="54369" y="44984"/>
                </a:lnTo>
                <a:lnTo>
                  <a:pt x="52834" y="46753"/>
                </a:lnTo>
                <a:lnTo>
                  <a:pt x="50451" y="45715"/>
                </a:lnTo>
                <a:lnTo>
                  <a:pt x="49830" y="46175"/>
                </a:lnTo>
                <a:lnTo>
                  <a:pt x="49391" y="47060"/>
                </a:lnTo>
                <a:lnTo>
                  <a:pt x="50363" y="48872"/>
                </a:lnTo>
                <a:lnTo>
                  <a:pt x="49450" y="50246"/>
                </a:lnTo>
                <a:lnTo>
                  <a:pt x="46811" y="49194"/>
                </a:lnTo>
                <a:lnTo>
                  <a:pt x="45803" y="50210"/>
                </a:lnTo>
                <a:lnTo>
                  <a:pt x="46906" y="52753"/>
                </a:lnTo>
                <a:lnTo>
                  <a:pt x="45832" y="53557"/>
                </a:lnTo>
                <a:lnTo>
                  <a:pt x="43449" y="53162"/>
                </a:lnTo>
                <a:lnTo>
                  <a:pt x="42310" y="53221"/>
                </a:lnTo>
                <a:lnTo>
                  <a:pt x="39642" y="52863"/>
                </a:lnTo>
                <a:lnTo>
                  <a:pt x="39013" y="53491"/>
                </a:lnTo>
                <a:lnTo>
                  <a:pt x="39663" y="56597"/>
                </a:lnTo>
                <a:lnTo>
                  <a:pt x="38377" y="56985"/>
                </a:lnTo>
                <a:lnTo>
                  <a:pt x="36784" y="56700"/>
                </a:lnTo>
                <a:lnTo>
                  <a:pt x="23241" y="56700"/>
                </a:lnTo>
                <a:lnTo>
                  <a:pt x="20237" y="57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21504" y="32090"/>
            <a:ext cx="36830" cy="36195"/>
          </a:xfrm>
          <a:custGeom>
            <a:avLst/>
            <a:gdLst/>
            <a:ahLst/>
            <a:cxnLst/>
            <a:rect l="l" t="t" r="r" b="b"/>
            <a:pathLst>
              <a:path w="36830" h="36194">
                <a:moveTo>
                  <a:pt x="24242" y="36046"/>
                </a:moveTo>
                <a:lnTo>
                  <a:pt x="22364" y="35717"/>
                </a:lnTo>
                <a:lnTo>
                  <a:pt x="13696" y="35717"/>
                </a:lnTo>
                <a:lnTo>
                  <a:pt x="11694" y="36060"/>
                </a:lnTo>
                <a:lnTo>
                  <a:pt x="10532" y="35498"/>
                </a:lnTo>
                <a:lnTo>
                  <a:pt x="11357" y="32618"/>
                </a:lnTo>
                <a:lnTo>
                  <a:pt x="10992" y="32209"/>
                </a:lnTo>
                <a:lnTo>
                  <a:pt x="3968" y="32209"/>
                </a:lnTo>
                <a:lnTo>
                  <a:pt x="3968" y="25192"/>
                </a:lnTo>
                <a:lnTo>
                  <a:pt x="3259" y="24725"/>
                </a:lnTo>
                <a:lnTo>
                  <a:pt x="1044" y="25777"/>
                </a:lnTo>
                <a:lnTo>
                  <a:pt x="29" y="24761"/>
                </a:lnTo>
                <a:lnTo>
                  <a:pt x="613" y="22305"/>
                </a:lnTo>
                <a:lnTo>
                  <a:pt x="0" y="19835"/>
                </a:lnTo>
                <a:lnTo>
                  <a:pt x="518" y="14120"/>
                </a:lnTo>
                <a:lnTo>
                  <a:pt x="102" y="11518"/>
                </a:lnTo>
                <a:lnTo>
                  <a:pt x="833" y="10794"/>
                </a:lnTo>
                <a:lnTo>
                  <a:pt x="3778" y="11598"/>
                </a:lnTo>
                <a:lnTo>
                  <a:pt x="4808" y="9179"/>
                </a:lnTo>
                <a:lnTo>
                  <a:pt x="3317" y="6205"/>
                </a:lnTo>
                <a:lnTo>
                  <a:pt x="3968" y="4143"/>
                </a:lnTo>
                <a:lnTo>
                  <a:pt x="10984" y="4143"/>
                </a:lnTo>
                <a:lnTo>
                  <a:pt x="11276" y="3807"/>
                </a:lnTo>
                <a:lnTo>
                  <a:pt x="10611" y="767"/>
                </a:lnTo>
                <a:lnTo>
                  <a:pt x="12775" y="0"/>
                </a:lnTo>
                <a:lnTo>
                  <a:pt x="16071" y="635"/>
                </a:lnTo>
                <a:lnTo>
                  <a:pt x="20076" y="635"/>
                </a:lnTo>
                <a:lnTo>
                  <a:pt x="23014" y="109"/>
                </a:lnTo>
                <a:lnTo>
                  <a:pt x="25339" y="723"/>
                </a:lnTo>
                <a:lnTo>
                  <a:pt x="24739" y="3858"/>
                </a:lnTo>
                <a:lnTo>
                  <a:pt x="25346" y="4472"/>
                </a:lnTo>
                <a:lnTo>
                  <a:pt x="28006" y="4114"/>
                </a:lnTo>
                <a:lnTo>
                  <a:pt x="29081" y="4173"/>
                </a:lnTo>
                <a:lnTo>
                  <a:pt x="31639" y="3793"/>
                </a:lnTo>
                <a:lnTo>
                  <a:pt x="32603" y="4662"/>
                </a:lnTo>
                <a:lnTo>
                  <a:pt x="31566" y="7001"/>
                </a:lnTo>
                <a:lnTo>
                  <a:pt x="32486" y="8353"/>
                </a:lnTo>
                <a:lnTo>
                  <a:pt x="31441" y="10575"/>
                </a:lnTo>
                <a:lnTo>
                  <a:pt x="32399" y="11532"/>
                </a:lnTo>
                <a:lnTo>
                  <a:pt x="35337" y="10714"/>
                </a:lnTo>
                <a:lnTo>
                  <a:pt x="36229" y="12768"/>
                </a:lnTo>
                <a:lnTo>
                  <a:pt x="35527" y="16400"/>
                </a:lnTo>
                <a:lnTo>
                  <a:pt x="35527" y="19550"/>
                </a:lnTo>
                <a:lnTo>
                  <a:pt x="36280" y="24118"/>
                </a:lnTo>
                <a:lnTo>
                  <a:pt x="35147" y="25741"/>
                </a:lnTo>
                <a:lnTo>
                  <a:pt x="32560" y="24754"/>
                </a:lnTo>
                <a:lnTo>
                  <a:pt x="32026" y="25192"/>
                </a:lnTo>
                <a:lnTo>
                  <a:pt x="31149" y="26457"/>
                </a:lnTo>
                <a:lnTo>
                  <a:pt x="33166" y="31273"/>
                </a:lnTo>
                <a:lnTo>
                  <a:pt x="31324" y="32786"/>
                </a:lnTo>
                <a:lnTo>
                  <a:pt x="29315" y="31756"/>
                </a:lnTo>
                <a:lnTo>
                  <a:pt x="27816" y="32676"/>
                </a:lnTo>
                <a:lnTo>
                  <a:pt x="25594" y="31624"/>
                </a:lnTo>
                <a:lnTo>
                  <a:pt x="24652" y="32574"/>
                </a:lnTo>
                <a:lnTo>
                  <a:pt x="25456" y="35534"/>
                </a:lnTo>
                <a:lnTo>
                  <a:pt x="24242" y="360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84507"/>
            <a:ext cx="69215" cy="142240"/>
          </a:xfrm>
          <a:custGeom>
            <a:avLst/>
            <a:gdLst/>
            <a:ahLst/>
            <a:cxnLst/>
            <a:rect l="l" t="t" r="r" b="b"/>
            <a:pathLst>
              <a:path w="69215" h="142240">
                <a:moveTo>
                  <a:pt x="3305" y="141846"/>
                </a:moveTo>
                <a:lnTo>
                  <a:pt x="0" y="141209"/>
                </a:lnTo>
                <a:lnTo>
                  <a:pt x="0" y="1534"/>
                </a:lnTo>
                <a:lnTo>
                  <a:pt x="2947" y="0"/>
                </a:lnTo>
                <a:lnTo>
                  <a:pt x="5366" y="1030"/>
                </a:lnTo>
                <a:lnTo>
                  <a:pt x="4562" y="3983"/>
                </a:lnTo>
                <a:lnTo>
                  <a:pt x="5322" y="4743"/>
                </a:lnTo>
                <a:lnTo>
                  <a:pt x="7851" y="4246"/>
                </a:lnTo>
                <a:lnTo>
                  <a:pt x="10613" y="4735"/>
                </a:lnTo>
                <a:lnTo>
                  <a:pt x="13237" y="4348"/>
                </a:lnTo>
                <a:lnTo>
                  <a:pt x="17411" y="4348"/>
                </a:lnTo>
                <a:lnTo>
                  <a:pt x="20626" y="3734"/>
                </a:lnTo>
                <a:lnTo>
                  <a:pt x="22841" y="4480"/>
                </a:lnTo>
                <a:lnTo>
                  <a:pt x="22154" y="7542"/>
                </a:lnTo>
                <a:lnTo>
                  <a:pt x="22804" y="8185"/>
                </a:lnTo>
                <a:lnTo>
                  <a:pt x="25465" y="7827"/>
                </a:lnTo>
                <a:lnTo>
                  <a:pt x="26839" y="7900"/>
                </a:lnTo>
                <a:lnTo>
                  <a:pt x="28717" y="7491"/>
                </a:lnTo>
                <a:lnTo>
                  <a:pt x="29952" y="8075"/>
                </a:lnTo>
                <a:lnTo>
                  <a:pt x="29090" y="10970"/>
                </a:lnTo>
                <a:lnTo>
                  <a:pt x="29821" y="11693"/>
                </a:lnTo>
                <a:lnTo>
                  <a:pt x="32481" y="11335"/>
                </a:lnTo>
                <a:lnTo>
                  <a:pt x="33672" y="11394"/>
                </a:lnTo>
                <a:lnTo>
                  <a:pt x="35960" y="10984"/>
                </a:lnTo>
                <a:lnTo>
                  <a:pt x="37071" y="11752"/>
                </a:lnTo>
                <a:lnTo>
                  <a:pt x="36004" y="14368"/>
                </a:lnTo>
                <a:lnTo>
                  <a:pt x="36990" y="15355"/>
                </a:lnTo>
                <a:lnTo>
                  <a:pt x="39636" y="14302"/>
                </a:lnTo>
                <a:lnTo>
                  <a:pt x="40520" y="15625"/>
                </a:lnTo>
                <a:lnTo>
                  <a:pt x="39424" y="17679"/>
                </a:lnTo>
                <a:lnTo>
                  <a:pt x="40506" y="18965"/>
                </a:lnTo>
                <a:lnTo>
                  <a:pt x="42961" y="17818"/>
                </a:lnTo>
                <a:lnTo>
                  <a:pt x="44109" y="18965"/>
                </a:lnTo>
                <a:lnTo>
                  <a:pt x="42939" y="21267"/>
                </a:lnTo>
                <a:lnTo>
                  <a:pt x="44072" y="22473"/>
                </a:lnTo>
                <a:lnTo>
                  <a:pt x="46448" y="21304"/>
                </a:lnTo>
                <a:lnTo>
                  <a:pt x="47610" y="22466"/>
                </a:lnTo>
                <a:lnTo>
                  <a:pt x="46440" y="24805"/>
                </a:lnTo>
                <a:lnTo>
                  <a:pt x="47610" y="25974"/>
                </a:lnTo>
                <a:lnTo>
                  <a:pt x="49948" y="24805"/>
                </a:lnTo>
                <a:lnTo>
                  <a:pt x="51125" y="25989"/>
                </a:lnTo>
                <a:lnTo>
                  <a:pt x="49992" y="28233"/>
                </a:lnTo>
                <a:lnTo>
                  <a:pt x="51008" y="29490"/>
                </a:lnTo>
                <a:lnTo>
                  <a:pt x="53486" y="28350"/>
                </a:lnTo>
                <a:lnTo>
                  <a:pt x="54524" y="29387"/>
                </a:lnTo>
                <a:lnTo>
                  <a:pt x="53471" y="32033"/>
                </a:lnTo>
                <a:lnTo>
                  <a:pt x="54436" y="32676"/>
                </a:lnTo>
                <a:lnTo>
                  <a:pt x="57367" y="32018"/>
                </a:lnTo>
                <a:lnTo>
                  <a:pt x="58375" y="34262"/>
                </a:lnTo>
                <a:lnTo>
                  <a:pt x="56504" y="37675"/>
                </a:lnTo>
                <a:lnTo>
                  <a:pt x="57849" y="39956"/>
                </a:lnTo>
                <a:lnTo>
                  <a:pt x="60590" y="38969"/>
                </a:lnTo>
                <a:lnTo>
                  <a:pt x="61628" y="40007"/>
                </a:lnTo>
                <a:lnTo>
                  <a:pt x="60575" y="42229"/>
                </a:lnTo>
                <a:lnTo>
                  <a:pt x="61511" y="43632"/>
                </a:lnTo>
                <a:lnTo>
                  <a:pt x="60458" y="45854"/>
                </a:lnTo>
                <a:lnTo>
                  <a:pt x="61350" y="46745"/>
                </a:lnTo>
                <a:lnTo>
                  <a:pt x="64434" y="46073"/>
                </a:lnTo>
                <a:lnTo>
                  <a:pt x="65158" y="48302"/>
                </a:lnTo>
                <a:lnTo>
                  <a:pt x="64551" y="51474"/>
                </a:lnTo>
                <a:lnTo>
                  <a:pt x="64551" y="55669"/>
                </a:lnTo>
                <a:lnTo>
                  <a:pt x="64164" y="58300"/>
                </a:lnTo>
                <a:lnTo>
                  <a:pt x="64653" y="61056"/>
                </a:lnTo>
                <a:lnTo>
                  <a:pt x="64156" y="63584"/>
                </a:lnTo>
                <a:lnTo>
                  <a:pt x="64916" y="64352"/>
                </a:lnTo>
                <a:lnTo>
                  <a:pt x="67869" y="63541"/>
                </a:lnTo>
                <a:lnTo>
                  <a:pt x="68753" y="65602"/>
                </a:lnTo>
                <a:lnTo>
                  <a:pt x="68059" y="69212"/>
                </a:lnTo>
                <a:lnTo>
                  <a:pt x="68059" y="72786"/>
                </a:lnTo>
                <a:lnTo>
                  <a:pt x="68753" y="76397"/>
                </a:lnTo>
                <a:lnTo>
                  <a:pt x="67869" y="78457"/>
                </a:lnTo>
                <a:lnTo>
                  <a:pt x="64916" y="77646"/>
                </a:lnTo>
                <a:lnTo>
                  <a:pt x="64156" y="78406"/>
                </a:lnTo>
                <a:lnTo>
                  <a:pt x="64653" y="80935"/>
                </a:lnTo>
                <a:lnTo>
                  <a:pt x="64164" y="83698"/>
                </a:lnTo>
                <a:lnTo>
                  <a:pt x="64551" y="86322"/>
                </a:lnTo>
                <a:lnTo>
                  <a:pt x="64551" y="90517"/>
                </a:lnTo>
                <a:lnTo>
                  <a:pt x="65158" y="93681"/>
                </a:lnTo>
                <a:lnTo>
                  <a:pt x="64434" y="95918"/>
                </a:lnTo>
                <a:lnTo>
                  <a:pt x="61350" y="95238"/>
                </a:lnTo>
                <a:lnTo>
                  <a:pt x="60707" y="95881"/>
                </a:lnTo>
                <a:lnTo>
                  <a:pt x="61065" y="98549"/>
                </a:lnTo>
                <a:lnTo>
                  <a:pt x="60999" y="99916"/>
                </a:lnTo>
                <a:lnTo>
                  <a:pt x="61408" y="101794"/>
                </a:lnTo>
                <a:lnTo>
                  <a:pt x="60816" y="103029"/>
                </a:lnTo>
                <a:lnTo>
                  <a:pt x="57929" y="102167"/>
                </a:lnTo>
                <a:lnTo>
                  <a:pt x="57206" y="102890"/>
                </a:lnTo>
                <a:lnTo>
                  <a:pt x="57564" y="105558"/>
                </a:lnTo>
                <a:lnTo>
                  <a:pt x="57498" y="106749"/>
                </a:lnTo>
                <a:lnTo>
                  <a:pt x="57907" y="109030"/>
                </a:lnTo>
                <a:lnTo>
                  <a:pt x="57147" y="110148"/>
                </a:lnTo>
                <a:lnTo>
                  <a:pt x="54524" y="109081"/>
                </a:lnTo>
                <a:lnTo>
                  <a:pt x="53544" y="110067"/>
                </a:lnTo>
                <a:lnTo>
                  <a:pt x="54597" y="112713"/>
                </a:lnTo>
                <a:lnTo>
                  <a:pt x="53332" y="113554"/>
                </a:lnTo>
                <a:lnTo>
                  <a:pt x="51111" y="112501"/>
                </a:lnTo>
                <a:lnTo>
                  <a:pt x="49941" y="113671"/>
                </a:lnTo>
                <a:lnTo>
                  <a:pt x="51111" y="116009"/>
                </a:lnTo>
                <a:lnTo>
                  <a:pt x="50036" y="117084"/>
                </a:lnTo>
                <a:lnTo>
                  <a:pt x="47390" y="116031"/>
                </a:lnTo>
                <a:lnTo>
                  <a:pt x="46557" y="117296"/>
                </a:lnTo>
                <a:lnTo>
                  <a:pt x="47610" y="119518"/>
                </a:lnTo>
                <a:lnTo>
                  <a:pt x="46440" y="120687"/>
                </a:lnTo>
                <a:lnTo>
                  <a:pt x="44102" y="119518"/>
                </a:lnTo>
                <a:lnTo>
                  <a:pt x="43027" y="120592"/>
                </a:lnTo>
                <a:lnTo>
                  <a:pt x="44080" y="123238"/>
                </a:lnTo>
                <a:lnTo>
                  <a:pt x="42815" y="124078"/>
                </a:lnTo>
                <a:lnTo>
                  <a:pt x="40593" y="123026"/>
                </a:lnTo>
                <a:lnTo>
                  <a:pt x="39424" y="124195"/>
                </a:lnTo>
                <a:lnTo>
                  <a:pt x="40593" y="126534"/>
                </a:lnTo>
                <a:lnTo>
                  <a:pt x="39519" y="127608"/>
                </a:lnTo>
                <a:lnTo>
                  <a:pt x="36873" y="126556"/>
                </a:lnTo>
                <a:lnTo>
                  <a:pt x="36143" y="127660"/>
                </a:lnTo>
                <a:lnTo>
                  <a:pt x="37012" y="130276"/>
                </a:lnTo>
                <a:lnTo>
                  <a:pt x="35236" y="131497"/>
                </a:lnTo>
                <a:lnTo>
                  <a:pt x="30420" y="129487"/>
                </a:lnTo>
                <a:lnTo>
                  <a:pt x="29148" y="131036"/>
                </a:lnTo>
                <a:lnTo>
                  <a:pt x="29923" y="133931"/>
                </a:lnTo>
                <a:lnTo>
                  <a:pt x="28213" y="134742"/>
                </a:lnTo>
                <a:lnTo>
                  <a:pt x="23308" y="133112"/>
                </a:lnTo>
                <a:lnTo>
                  <a:pt x="22205" y="134457"/>
                </a:lnTo>
                <a:lnTo>
                  <a:pt x="22804" y="137534"/>
                </a:lnTo>
                <a:lnTo>
                  <a:pt x="20604" y="138250"/>
                </a:lnTo>
                <a:lnTo>
                  <a:pt x="17432" y="137644"/>
                </a:lnTo>
                <a:lnTo>
                  <a:pt x="13237" y="137644"/>
                </a:lnTo>
                <a:lnTo>
                  <a:pt x="10613" y="137256"/>
                </a:lnTo>
                <a:lnTo>
                  <a:pt x="7851" y="137746"/>
                </a:lnTo>
                <a:lnTo>
                  <a:pt x="5322" y="137249"/>
                </a:lnTo>
                <a:lnTo>
                  <a:pt x="4562" y="138009"/>
                </a:lnTo>
                <a:lnTo>
                  <a:pt x="5366" y="140962"/>
                </a:lnTo>
                <a:lnTo>
                  <a:pt x="3305" y="1418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90065" y="84661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88764" y="141722"/>
                </a:moveTo>
                <a:lnTo>
                  <a:pt x="84451" y="141021"/>
                </a:lnTo>
                <a:lnTo>
                  <a:pt x="61532" y="141021"/>
                </a:lnTo>
                <a:lnTo>
                  <a:pt x="58944" y="141372"/>
                </a:lnTo>
                <a:lnTo>
                  <a:pt x="55663" y="140845"/>
                </a:lnTo>
                <a:lnTo>
                  <a:pt x="50350" y="141781"/>
                </a:lnTo>
                <a:lnTo>
                  <a:pt x="49451" y="140685"/>
                </a:lnTo>
                <a:lnTo>
                  <a:pt x="50079" y="137637"/>
                </a:lnTo>
                <a:lnTo>
                  <a:pt x="48851" y="137206"/>
                </a:lnTo>
                <a:lnTo>
                  <a:pt x="47156" y="137513"/>
                </a:lnTo>
                <a:lnTo>
                  <a:pt x="45423" y="137513"/>
                </a:lnTo>
                <a:lnTo>
                  <a:pt x="43414" y="137856"/>
                </a:lnTo>
                <a:lnTo>
                  <a:pt x="42237" y="137279"/>
                </a:lnTo>
                <a:lnTo>
                  <a:pt x="43114" y="134406"/>
                </a:lnTo>
                <a:lnTo>
                  <a:pt x="42383" y="133675"/>
                </a:lnTo>
                <a:lnTo>
                  <a:pt x="39715" y="134026"/>
                </a:lnTo>
                <a:lnTo>
                  <a:pt x="38414" y="133960"/>
                </a:lnTo>
                <a:lnTo>
                  <a:pt x="36375" y="134377"/>
                </a:lnTo>
                <a:lnTo>
                  <a:pt x="35184" y="133727"/>
                </a:lnTo>
                <a:lnTo>
                  <a:pt x="36127" y="130927"/>
                </a:lnTo>
                <a:lnTo>
                  <a:pt x="35118" y="129919"/>
                </a:lnTo>
                <a:lnTo>
                  <a:pt x="32896" y="130935"/>
                </a:lnTo>
                <a:lnTo>
                  <a:pt x="31478" y="130058"/>
                </a:lnTo>
                <a:lnTo>
                  <a:pt x="29257" y="131073"/>
                </a:lnTo>
                <a:lnTo>
                  <a:pt x="28190" y="130007"/>
                </a:lnTo>
                <a:lnTo>
                  <a:pt x="29242" y="127361"/>
                </a:lnTo>
                <a:lnTo>
                  <a:pt x="27919" y="126476"/>
                </a:lnTo>
                <a:lnTo>
                  <a:pt x="25865" y="127572"/>
                </a:lnTo>
                <a:lnTo>
                  <a:pt x="24579" y="126491"/>
                </a:lnTo>
                <a:lnTo>
                  <a:pt x="25726" y="124035"/>
                </a:lnTo>
                <a:lnTo>
                  <a:pt x="24586" y="122895"/>
                </a:lnTo>
                <a:lnTo>
                  <a:pt x="22247" y="124064"/>
                </a:lnTo>
                <a:lnTo>
                  <a:pt x="21663" y="123472"/>
                </a:lnTo>
                <a:lnTo>
                  <a:pt x="21063" y="122916"/>
                </a:lnTo>
                <a:lnTo>
                  <a:pt x="22211" y="120578"/>
                </a:lnTo>
                <a:lnTo>
                  <a:pt x="21129" y="119364"/>
                </a:lnTo>
                <a:lnTo>
                  <a:pt x="18717" y="120534"/>
                </a:lnTo>
                <a:lnTo>
                  <a:pt x="17570" y="119379"/>
                </a:lnTo>
                <a:lnTo>
                  <a:pt x="18739" y="117040"/>
                </a:lnTo>
                <a:lnTo>
                  <a:pt x="17570" y="115871"/>
                </a:lnTo>
                <a:lnTo>
                  <a:pt x="15231" y="117040"/>
                </a:lnTo>
                <a:lnTo>
                  <a:pt x="14047" y="115856"/>
                </a:lnTo>
                <a:lnTo>
                  <a:pt x="15187" y="113605"/>
                </a:lnTo>
                <a:lnTo>
                  <a:pt x="14164" y="112355"/>
                </a:lnTo>
                <a:lnTo>
                  <a:pt x="11686" y="113495"/>
                </a:lnTo>
                <a:lnTo>
                  <a:pt x="10553" y="112363"/>
                </a:lnTo>
                <a:lnTo>
                  <a:pt x="11606" y="110141"/>
                </a:lnTo>
                <a:lnTo>
                  <a:pt x="10670" y="108737"/>
                </a:lnTo>
                <a:lnTo>
                  <a:pt x="11723" y="106516"/>
                </a:lnTo>
                <a:lnTo>
                  <a:pt x="10685" y="105478"/>
                </a:lnTo>
                <a:lnTo>
                  <a:pt x="7937" y="106457"/>
                </a:lnTo>
                <a:lnTo>
                  <a:pt x="6606" y="104184"/>
                </a:lnTo>
                <a:lnTo>
                  <a:pt x="8434" y="100785"/>
                </a:lnTo>
                <a:lnTo>
                  <a:pt x="7447" y="98476"/>
                </a:lnTo>
                <a:lnTo>
                  <a:pt x="4494" y="99287"/>
                </a:lnTo>
                <a:lnTo>
                  <a:pt x="3581" y="98374"/>
                </a:lnTo>
                <a:lnTo>
                  <a:pt x="4487" y="96115"/>
                </a:lnTo>
                <a:lnTo>
                  <a:pt x="3764" y="94705"/>
                </a:lnTo>
                <a:lnTo>
                  <a:pt x="4670" y="92446"/>
                </a:lnTo>
                <a:lnTo>
                  <a:pt x="3639" y="91416"/>
                </a:lnTo>
                <a:lnTo>
                  <a:pt x="994" y="92468"/>
                </a:lnTo>
                <a:lnTo>
                  <a:pt x="175" y="91240"/>
                </a:lnTo>
                <a:lnTo>
                  <a:pt x="781" y="89201"/>
                </a:lnTo>
                <a:lnTo>
                  <a:pt x="0" y="85233"/>
                </a:lnTo>
                <a:lnTo>
                  <a:pt x="621" y="81111"/>
                </a:lnTo>
                <a:lnTo>
                  <a:pt x="621" y="54697"/>
                </a:lnTo>
                <a:lnTo>
                  <a:pt x="153" y="51891"/>
                </a:lnTo>
                <a:lnTo>
                  <a:pt x="694" y="49515"/>
                </a:lnTo>
                <a:lnTo>
                  <a:pt x="3866" y="50078"/>
                </a:lnTo>
                <a:lnTo>
                  <a:pt x="4458" y="49486"/>
                </a:lnTo>
                <a:lnTo>
                  <a:pt x="4100" y="46818"/>
                </a:lnTo>
                <a:lnTo>
                  <a:pt x="4165" y="45510"/>
                </a:lnTo>
                <a:lnTo>
                  <a:pt x="3756" y="43478"/>
                </a:lnTo>
                <a:lnTo>
                  <a:pt x="4407" y="42287"/>
                </a:lnTo>
                <a:lnTo>
                  <a:pt x="7199" y="43230"/>
                </a:lnTo>
                <a:lnTo>
                  <a:pt x="8185" y="42250"/>
                </a:lnTo>
                <a:lnTo>
                  <a:pt x="7257" y="39999"/>
                </a:lnTo>
                <a:lnTo>
                  <a:pt x="8010" y="38582"/>
                </a:lnTo>
                <a:lnTo>
                  <a:pt x="7081" y="36330"/>
                </a:lnTo>
                <a:lnTo>
                  <a:pt x="8119" y="35293"/>
                </a:lnTo>
                <a:lnTo>
                  <a:pt x="10765" y="36345"/>
                </a:lnTo>
                <a:lnTo>
                  <a:pt x="11679" y="34971"/>
                </a:lnTo>
                <a:lnTo>
                  <a:pt x="10612" y="33100"/>
                </a:lnTo>
                <a:lnTo>
                  <a:pt x="11591" y="31565"/>
                </a:lnTo>
                <a:lnTo>
                  <a:pt x="10553" y="29343"/>
                </a:lnTo>
                <a:lnTo>
                  <a:pt x="11657" y="28247"/>
                </a:lnTo>
                <a:lnTo>
                  <a:pt x="14215" y="29343"/>
                </a:lnTo>
                <a:lnTo>
                  <a:pt x="15151" y="28079"/>
                </a:lnTo>
                <a:lnTo>
                  <a:pt x="14047" y="25850"/>
                </a:lnTo>
                <a:lnTo>
                  <a:pt x="15136" y="24768"/>
                </a:lnTo>
                <a:lnTo>
                  <a:pt x="17781" y="25821"/>
                </a:lnTo>
                <a:lnTo>
                  <a:pt x="18659" y="24498"/>
                </a:lnTo>
                <a:lnTo>
                  <a:pt x="17570" y="22444"/>
                </a:lnTo>
                <a:lnTo>
                  <a:pt x="18651" y="21158"/>
                </a:lnTo>
                <a:lnTo>
                  <a:pt x="21107" y="22305"/>
                </a:lnTo>
                <a:lnTo>
                  <a:pt x="22255" y="21158"/>
                </a:lnTo>
                <a:lnTo>
                  <a:pt x="21085" y="18856"/>
                </a:lnTo>
                <a:lnTo>
                  <a:pt x="22218" y="17650"/>
                </a:lnTo>
                <a:lnTo>
                  <a:pt x="24593" y="18819"/>
                </a:lnTo>
                <a:lnTo>
                  <a:pt x="25755" y="17657"/>
                </a:lnTo>
                <a:lnTo>
                  <a:pt x="24586" y="15318"/>
                </a:lnTo>
                <a:lnTo>
                  <a:pt x="25755" y="14149"/>
                </a:lnTo>
                <a:lnTo>
                  <a:pt x="28094" y="15318"/>
                </a:lnTo>
                <a:lnTo>
                  <a:pt x="29183" y="14229"/>
                </a:lnTo>
                <a:lnTo>
                  <a:pt x="28109" y="11628"/>
                </a:lnTo>
                <a:lnTo>
                  <a:pt x="29936" y="10341"/>
                </a:lnTo>
                <a:lnTo>
                  <a:pt x="34753" y="12380"/>
                </a:lnTo>
                <a:lnTo>
                  <a:pt x="35973" y="10889"/>
                </a:lnTo>
                <a:lnTo>
                  <a:pt x="35344" y="7842"/>
                </a:lnTo>
                <a:lnTo>
                  <a:pt x="37669" y="7038"/>
                </a:lnTo>
                <a:lnTo>
                  <a:pt x="40870" y="8668"/>
                </a:lnTo>
                <a:lnTo>
                  <a:pt x="43201" y="7469"/>
                </a:lnTo>
                <a:lnTo>
                  <a:pt x="42295" y="4633"/>
                </a:lnTo>
                <a:lnTo>
                  <a:pt x="43296" y="3632"/>
                </a:lnTo>
                <a:lnTo>
                  <a:pt x="45518" y="4684"/>
                </a:lnTo>
                <a:lnTo>
                  <a:pt x="46921" y="3756"/>
                </a:lnTo>
                <a:lnTo>
                  <a:pt x="49143" y="4801"/>
                </a:lnTo>
                <a:lnTo>
                  <a:pt x="49998" y="3954"/>
                </a:lnTo>
                <a:lnTo>
                  <a:pt x="49421" y="782"/>
                </a:lnTo>
                <a:lnTo>
                  <a:pt x="52768" y="0"/>
                </a:lnTo>
                <a:lnTo>
                  <a:pt x="57117" y="716"/>
                </a:lnTo>
                <a:lnTo>
                  <a:pt x="84459" y="716"/>
                </a:lnTo>
                <a:lnTo>
                  <a:pt x="88763" y="14"/>
                </a:lnTo>
                <a:lnTo>
                  <a:pt x="92118" y="782"/>
                </a:lnTo>
                <a:lnTo>
                  <a:pt x="91563" y="3961"/>
                </a:lnTo>
                <a:lnTo>
                  <a:pt x="92155" y="4553"/>
                </a:lnTo>
                <a:lnTo>
                  <a:pt x="94822" y="4195"/>
                </a:lnTo>
                <a:lnTo>
                  <a:pt x="96123" y="4260"/>
                </a:lnTo>
                <a:lnTo>
                  <a:pt x="98155" y="3844"/>
                </a:lnTo>
                <a:lnTo>
                  <a:pt x="99346" y="4502"/>
                </a:lnTo>
                <a:lnTo>
                  <a:pt x="98396" y="7294"/>
                </a:lnTo>
                <a:lnTo>
                  <a:pt x="99361" y="8251"/>
                </a:lnTo>
                <a:lnTo>
                  <a:pt x="101641" y="7403"/>
                </a:lnTo>
                <a:lnTo>
                  <a:pt x="103045" y="8046"/>
                </a:lnTo>
                <a:lnTo>
                  <a:pt x="105325" y="7198"/>
                </a:lnTo>
                <a:lnTo>
                  <a:pt x="106217" y="8090"/>
                </a:lnTo>
                <a:lnTo>
                  <a:pt x="105405" y="11043"/>
                </a:lnTo>
                <a:lnTo>
                  <a:pt x="107605" y="11986"/>
                </a:lnTo>
                <a:lnTo>
                  <a:pt x="111333" y="10144"/>
                </a:lnTo>
                <a:lnTo>
                  <a:pt x="113438" y="11628"/>
                </a:lnTo>
                <a:lnTo>
                  <a:pt x="112363" y="14229"/>
                </a:lnTo>
                <a:lnTo>
                  <a:pt x="113357" y="15223"/>
                </a:lnTo>
                <a:lnTo>
                  <a:pt x="116003" y="14171"/>
                </a:lnTo>
                <a:lnTo>
                  <a:pt x="116880" y="15494"/>
                </a:lnTo>
                <a:lnTo>
                  <a:pt x="115791" y="17548"/>
                </a:lnTo>
                <a:lnTo>
                  <a:pt x="116873" y="18834"/>
                </a:lnTo>
                <a:lnTo>
                  <a:pt x="119328" y="17686"/>
                </a:lnTo>
                <a:lnTo>
                  <a:pt x="120468" y="18827"/>
                </a:lnTo>
                <a:lnTo>
                  <a:pt x="119299" y="21165"/>
                </a:lnTo>
                <a:lnTo>
                  <a:pt x="120468" y="22335"/>
                </a:lnTo>
                <a:lnTo>
                  <a:pt x="122807" y="21165"/>
                </a:lnTo>
                <a:lnTo>
                  <a:pt x="123882" y="22240"/>
                </a:lnTo>
                <a:lnTo>
                  <a:pt x="122829" y="24885"/>
                </a:lnTo>
                <a:lnTo>
                  <a:pt x="124152" y="25762"/>
                </a:lnTo>
                <a:lnTo>
                  <a:pt x="126206" y="24673"/>
                </a:lnTo>
                <a:lnTo>
                  <a:pt x="127492" y="25755"/>
                </a:lnTo>
                <a:lnTo>
                  <a:pt x="126345" y="28211"/>
                </a:lnTo>
                <a:lnTo>
                  <a:pt x="127405" y="29263"/>
                </a:lnTo>
                <a:lnTo>
                  <a:pt x="130014" y="28196"/>
                </a:lnTo>
                <a:lnTo>
                  <a:pt x="131286" y="30031"/>
                </a:lnTo>
                <a:lnTo>
                  <a:pt x="129261" y="34847"/>
                </a:lnTo>
                <a:lnTo>
                  <a:pt x="130745" y="36060"/>
                </a:lnTo>
                <a:lnTo>
                  <a:pt x="133793" y="35432"/>
                </a:lnTo>
                <a:lnTo>
                  <a:pt x="134596" y="37756"/>
                </a:lnTo>
                <a:lnTo>
                  <a:pt x="132974" y="40957"/>
                </a:lnTo>
                <a:lnTo>
                  <a:pt x="134173" y="43288"/>
                </a:lnTo>
                <a:lnTo>
                  <a:pt x="137008" y="42382"/>
                </a:lnTo>
                <a:lnTo>
                  <a:pt x="138010" y="43383"/>
                </a:lnTo>
                <a:lnTo>
                  <a:pt x="136957" y="45605"/>
                </a:lnTo>
                <a:lnTo>
                  <a:pt x="137893" y="47009"/>
                </a:lnTo>
                <a:lnTo>
                  <a:pt x="136840" y="49230"/>
                </a:lnTo>
                <a:lnTo>
                  <a:pt x="137688" y="50078"/>
                </a:lnTo>
                <a:lnTo>
                  <a:pt x="140867" y="49516"/>
                </a:lnTo>
                <a:lnTo>
                  <a:pt x="141635" y="52878"/>
                </a:lnTo>
                <a:lnTo>
                  <a:pt x="140933" y="57190"/>
                </a:lnTo>
                <a:lnTo>
                  <a:pt x="140933" y="84524"/>
                </a:lnTo>
                <a:lnTo>
                  <a:pt x="141649" y="88872"/>
                </a:lnTo>
                <a:lnTo>
                  <a:pt x="140860" y="92220"/>
                </a:lnTo>
                <a:lnTo>
                  <a:pt x="137688" y="91650"/>
                </a:lnTo>
                <a:lnTo>
                  <a:pt x="137096" y="92249"/>
                </a:lnTo>
                <a:lnTo>
                  <a:pt x="137454" y="94910"/>
                </a:lnTo>
                <a:lnTo>
                  <a:pt x="137381" y="96211"/>
                </a:lnTo>
                <a:lnTo>
                  <a:pt x="137798" y="98242"/>
                </a:lnTo>
                <a:lnTo>
                  <a:pt x="137147" y="99434"/>
                </a:lnTo>
                <a:lnTo>
                  <a:pt x="134355" y="98491"/>
                </a:lnTo>
                <a:lnTo>
                  <a:pt x="133369" y="99477"/>
                </a:lnTo>
                <a:lnTo>
                  <a:pt x="134290" y="101721"/>
                </a:lnTo>
                <a:lnTo>
                  <a:pt x="133544" y="103139"/>
                </a:lnTo>
                <a:lnTo>
                  <a:pt x="134465" y="105383"/>
                </a:lnTo>
                <a:lnTo>
                  <a:pt x="133427" y="106428"/>
                </a:lnTo>
                <a:lnTo>
                  <a:pt x="130782" y="105376"/>
                </a:lnTo>
                <a:lnTo>
                  <a:pt x="129868" y="106750"/>
                </a:lnTo>
                <a:lnTo>
                  <a:pt x="130935" y="108621"/>
                </a:lnTo>
                <a:lnTo>
                  <a:pt x="129955" y="110148"/>
                </a:lnTo>
                <a:lnTo>
                  <a:pt x="130986" y="112370"/>
                </a:lnTo>
                <a:lnTo>
                  <a:pt x="129890" y="113474"/>
                </a:lnTo>
                <a:lnTo>
                  <a:pt x="127324" y="112370"/>
                </a:lnTo>
                <a:lnTo>
                  <a:pt x="126396" y="113642"/>
                </a:lnTo>
                <a:lnTo>
                  <a:pt x="127492" y="115864"/>
                </a:lnTo>
                <a:lnTo>
                  <a:pt x="126411" y="116953"/>
                </a:lnTo>
                <a:lnTo>
                  <a:pt x="123765" y="115900"/>
                </a:lnTo>
                <a:lnTo>
                  <a:pt x="122888" y="117223"/>
                </a:lnTo>
                <a:lnTo>
                  <a:pt x="123977" y="119277"/>
                </a:lnTo>
                <a:lnTo>
                  <a:pt x="122895" y="120563"/>
                </a:lnTo>
                <a:lnTo>
                  <a:pt x="120440" y="119416"/>
                </a:lnTo>
                <a:lnTo>
                  <a:pt x="119292" y="120563"/>
                </a:lnTo>
                <a:lnTo>
                  <a:pt x="120461" y="122866"/>
                </a:lnTo>
                <a:lnTo>
                  <a:pt x="119329" y="124072"/>
                </a:lnTo>
                <a:lnTo>
                  <a:pt x="116953" y="122902"/>
                </a:lnTo>
                <a:lnTo>
                  <a:pt x="115791" y="124064"/>
                </a:lnTo>
                <a:lnTo>
                  <a:pt x="116960" y="126403"/>
                </a:lnTo>
                <a:lnTo>
                  <a:pt x="115791" y="127573"/>
                </a:lnTo>
                <a:lnTo>
                  <a:pt x="113452" y="126403"/>
                </a:lnTo>
                <a:lnTo>
                  <a:pt x="112363" y="127492"/>
                </a:lnTo>
                <a:lnTo>
                  <a:pt x="113438" y="130094"/>
                </a:lnTo>
                <a:lnTo>
                  <a:pt x="111603" y="131388"/>
                </a:lnTo>
                <a:lnTo>
                  <a:pt x="106787" y="129349"/>
                </a:lnTo>
                <a:lnTo>
                  <a:pt x="105574" y="130832"/>
                </a:lnTo>
                <a:lnTo>
                  <a:pt x="106202" y="133880"/>
                </a:lnTo>
                <a:lnTo>
                  <a:pt x="103878" y="134684"/>
                </a:lnTo>
                <a:lnTo>
                  <a:pt x="100677" y="133062"/>
                </a:lnTo>
                <a:lnTo>
                  <a:pt x="98345" y="134260"/>
                </a:lnTo>
                <a:lnTo>
                  <a:pt x="99252" y="137096"/>
                </a:lnTo>
                <a:lnTo>
                  <a:pt x="98250" y="138097"/>
                </a:lnTo>
                <a:lnTo>
                  <a:pt x="96028" y="137045"/>
                </a:lnTo>
                <a:lnTo>
                  <a:pt x="94625" y="137980"/>
                </a:lnTo>
                <a:lnTo>
                  <a:pt x="92411" y="136928"/>
                </a:lnTo>
                <a:lnTo>
                  <a:pt x="91563" y="137776"/>
                </a:lnTo>
                <a:lnTo>
                  <a:pt x="92118" y="140955"/>
                </a:lnTo>
                <a:lnTo>
                  <a:pt x="88764" y="1417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04061" y="88352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645" y="134442"/>
                </a:moveTo>
                <a:lnTo>
                  <a:pt x="77479" y="133799"/>
                </a:lnTo>
                <a:lnTo>
                  <a:pt x="54530" y="133799"/>
                </a:lnTo>
                <a:lnTo>
                  <a:pt x="51869" y="134208"/>
                </a:lnTo>
                <a:lnTo>
                  <a:pt x="49450" y="133748"/>
                </a:lnTo>
                <a:lnTo>
                  <a:pt x="49955" y="130532"/>
                </a:lnTo>
                <a:lnTo>
                  <a:pt x="49282" y="129860"/>
                </a:lnTo>
                <a:lnTo>
                  <a:pt x="46827" y="130444"/>
                </a:lnTo>
                <a:lnTo>
                  <a:pt x="44174" y="129779"/>
                </a:lnTo>
                <a:lnTo>
                  <a:pt x="41089" y="131146"/>
                </a:lnTo>
                <a:lnTo>
                  <a:pt x="38743" y="130086"/>
                </a:lnTo>
                <a:lnTo>
                  <a:pt x="39576" y="127163"/>
                </a:lnTo>
                <a:lnTo>
                  <a:pt x="38860" y="126454"/>
                </a:lnTo>
                <a:lnTo>
                  <a:pt x="36200" y="126812"/>
                </a:lnTo>
                <a:lnTo>
                  <a:pt x="35001" y="126746"/>
                </a:lnTo>
                <a:lnTo>
                  <a:pt x="32735" y="127155"/>
                </a:lnTo>
                <a:lnTo>
                  <a:pt x="31617" y="126395"/>
                </a:lnTo>
                <a:lnTo>
                  <a:pt x="32677" y="123772"/>
                </a:lnTo>
                <a:lnTo>
                  <a:pt x="31603" y="122690"/>
                </a:lnTo>
                <a:lnTo>
                  <a:pt x="29264" y="123859"/>
                </a:lnTo>
                <a:lnTo>
                  <a:pt x="28094" y="122690"/>
                </a:lnTo>
                <a:lnTo>
                  <a:pt x="29264" y="120351"/>
                </a:lnTo>
                <a:lnTo>
                  <a:pt x="28109" y="119189"/>
                </a:lnTo>
                <a:lnTo>
                  <a:pt x="25880" y="120205"/>
                </a:lnTo>
                <a:lnTo>
                  <a:pt x="24462" y="119328"/>
                </a:lnTo>
                <a:lnTo>
                  <a:pt x="22247" y="120344"/>
                </a:lnTo>
                <a:lnTo>
                  <a:pt x="21180" y="119277"/>
                </a:lnTo>
                <a:lnTo>
                  <a:pt x="22233" y="116631"/>
                </a:lnTo>
                <a:lnTo>
                  <a:pt x="20968" y="115790"/>
                </a:lnTo>
                <a:lnTo>
                  <a:pt x="18747" y="116843"/>
                </a:lnTo>
                <a:lnTo>
                  <a:pt x="17585" y="115673"/>
                </a:lnTo>
                <a:lnTo>
                  <a:pt x="18747" y="113335"/>
                </a:lnTo>
                <a:lnTo>
                  <a:pt x="17796" y="112377"/>
                </a:lnTo>
                <a:lnTo>
                  <a:pt x="14844" y="113188"/>
                </a:lnTo>
                <a:lnTo>
                  <a:pt x="13930" y="111040"/>
                </a:lnTo>
                <a:lnTo>
                  <a:pt x="15750" y="107188"/>
                </a:lnTo>
                <a:lnTo>
                  <a:pt x="14222" y="105149"/>
                </a:lnTo>
                <a:lnTo>
                  <a:pt x="11679" y="106260"/>
                </a:lnTo>
                <a:lnTo>
                  <a:pt x="10670" y="105244"/>
                </a:lnTo>
                <a:lnTo>
                  <a:pt x="11715" y="102598"/>
                </a:lnTo>
                <a:lnTo>
                  <a:pt x="10619" y="101867"/>
                </a:lnTo>
                <a:lnTo>
                  <a:pt x="7988" y="102730"/>
                </a:lnTo>
                <a:lnTo>
                  <a:pt x="6789" y="100954"/>
                </a:lnTo>
                <a:lnTo>
                  <a:pt x="8792" y="96137"/>
                </a:lnTo>
                <a:lnTo>
                  <a:pt x="7250" y="94888"/>
                </a:lnTo>
                <a:lnTo>
                  <a:pt x="4334" y="95633"/>
                </a:lnTo>
                <a:lnTo>
                  <a:pt x="3288" y="93316"/>
                </a:lnTo>
                <a:lnTo>
                  <a:pt x="4655" y="90232"/>
                </a:lnTo>
                <a:lnTo>
                  <a:pt x="3998" y="87572"/>
                </a:lnTo>
                <a:lnTo>
                  <a:pt x="4582" y="85116"/>
                </a:lnTo>
                <a:lnTo>
                  <a:pt x="3895" y="84436"/>
                </a:lnTo>
                <a:lnTo>
                  <a:pt x="694" y="84970"/>
                </a:lnTo>
                <a:lnTo>
                  <a:pt x="0" y="81549"/>
                </a:lnTo>
                <a:lnTo>
                  <a:pt x="643" y="77383"/>
                </a:lnTo>
                <a:lnTo>
                  <a:pt x="643" y="54427"/>
                </a:lnTo>
                <a:lnTo>
                  <a:pt x="233" y="51767"/>
                </a:lnTo>
                <a:lnTo>
                  <a:pt x="694" y="49348"/>
                </a:lnTo>
                <a:lnTo>
                  <a:pt x="3903" y="49852"/>
                </a:lnTo>
                <a:lnTo>
                  <a:pt x="4582" y="49180"/>
                </a:lnTo>
                <a:lnTo>
                  <a:pt x="3998" y="46724"/>
                </a:lnTo>
                <a:lnTo>
                  <a:pt x="4670" y="44005"/>
                </a:lnTo>
                <a:lnTo>
                  <a:pt x="3347" y="41074"/>
                </a:lnTo>
                <a:lnTo>
                  <a:pt x="4312" y="38662"/>
                </a:lnTo>
                <a:lnTo>
                  <a:pt x="7301" y="39437"/>
                </a:lnTo>
                <a:lnTo>
                  <a:pt x="8236" y="38502"/>
                </a:lnTo>
                <a:lnTo>
                  <a:pt x="7184" y="36280"/>
                </a:lnTo>
                <a:lnTo>
                  <a:pt x="8112" y="34877"/>
                </a:lnTo>
                <a:lnTo>
                  <a:pt x="7067" y="32655"/>
                </a:lnTo>
                <a:lnTo>
                  <a:pt x="8120" y="31602"/>
                </a:lnTo>
                <a:lnTo>
                  <a:pt x="10824" y="32611"/>
                </a:lnTo>
                <a:lnTo>
                  <a:pt x="11599" y="31361"/>
                </a:lnTo>
                <a:lnTo>
                  <a:pt x="10583" y="29139"/>
                </a:lnTo>
                <a:lnTo>
                  <a:pt x="11525" y="28197"/>
                </a:lnTo>
                <a:lnTo>
                  <a:pt x="14478" y="29000"/>
                </a:lnTo>
                <a:lnTo>
                  <a:pt x="15348" y="26969"/>
                </a:lnTo>
                <a:lnTo>
                  <a:pt x="13572" y="22825"/>
                </a:lnTo>
                <a:lnTo>
                  <a:pt x="15165" y="20954"/>
                </a:lnTo>
                <a:lnTo>
                  <a:pt x="17614" y="22101"/>
                </a:lnTo>
                <a:lnTo>
                  <a:pt x="18747" y="20961"/>
                </a:lnTo>
                <a:lnTo>
                  <a:pt x="17585" y="18622"/>
                </a:lnTo>
                <a:lnTo>
                  <a:pt x="18747" y="17453"/>
                </a:lnTo>
                <a:lnTo>
                  <a:pt x="21085" y="18622"/>
                </a:lnTo>
                <a:lnTo>
                  <a:pt x="22174" y="17533"/>
                </a:lnTo>
                <a:lnTo>
                  <a:pt x="21100" y="14924"/>
                </a:lnTo>
                <a:lnTo>
                  <a:pt x="22934" y="13645"/>
                </a:lnTo>
                <a:lnTo>
                  <a:pt x="27751" y="15677"/>
                </a:lnTo>
                <a:lnTo>
                  <a:pt x="29110" y="14011"/>
                </a:lnTo>
                <a:lnTo>
                  <a:pt x="28153" y="11372"/>
                </a:lnTo>
                <a:lnTo>
                  <a:pt x="29388" y="10561"/>
                </a:lnTo>
                <a:lnTo>
                  <a:pt x="31610" y="11606"/>
                </a:lnTo>
                <a:lnTo>
                  <a:pt x="32677" y="10532"/>
                </a:lnTo>
                <a:lnTo>
                  <a:pt x="31632" y="7886"/>
                </a:lnTo>
                <a:lnTo>
                  <a:pt x="33006" y="6972"/>
                </a:lnTo>
                <a:lnTo>
                  <a:pt x="34833" y="7996"/>
                </a:lnTo>
                <a:lnTo>
                  <a:pt x="36404" y="7119"/>
                </a:lnTo>
                <a:lnTo>
                  <a:pt x="38641" y="8076"/>
                </a:lnTo>
                <a:lnTo>
                  <a:pt x="39693" y="7024"/>
                </a:lnTo>
                <a:lnTo>
                  <a:pt x="38641" y="4378"/>
                </a:lnTo>
                <a:lnTo>
                  <a:pt x="39964" y="3501"/>
                </a:lnTo>
                <a:lnTo>
                  <a:pt x="41827" y="4319"/>
                </a:lnTo>
                <a:lnTo>
                  <a:pt x="43574" y="3705"/>
                </a:lnTo>
                <a:lnTo>
                  <a:pt x="45292" y="4012"/>
                </a:lnTo>
                <a:lnTo>
                  <a:pt x="47236" y="4012"/>
                </a:lnTo>
                <a:lnTo>
                  <a:pt x="48698" y="4232"/>
                </a:lnTo>
                <a:lnTo>
                  <a:pt x="49728" y="4012"/>
                </a:lnTo>
                <a:lnTo>
                  <a:pt x="50027" y="3939"/>
                </a:lnTo>
                <a:lnTo>
                  <a:pt x="49464" y="767"/>
                </a:lnTo>
                <a:lnTo>
                  <a:pt x="50115" y="124"/>
                </a:lnTo>
                <a:lnTo>
                  <a:pt x="52666" y="591"/>
                </a:lnTo>
                <a:lnTo>
                  <a:pt x="56525" y="0"/>
                </a:lnTo>
                <a:lnTo>
                  <a:pt x="60420" y="504"/>
                </a:lnTo>
                <a:lnTo>
                  <a:pt x="79963" y="504"/>
                </a:lnTo>
                <a:lnTo>
                  <a:pt x="82682" y="65"/>
                </a:lnTo>
                <a:lnTo>
                  <a:pt x="85079" y="562"/>
                </a:lnTo>
                <a:lnTo>
                  <a:pt x="84553" y="3763"/>
                </a:lnTo>
                <a:lnTo>
                  <a:pt x="85233" y="4443"/>
                </a:lnTo>
                <a:lnTo>
                  <a:pt x="87696" y="3858"/>
                </a:lnTo>
                <a:lnTo>
                  <a:pt x="90466" y="4553"/>
                </a:lnTo>
                <a:lnTo>
                  <a:pt x="93221" y="3310"/>
                </a:lnTo>
                <a:lnTo>
                  <a:pt x="95699" y="4136"/>
                </a:lnTo>
                <a:lnTo>
                  <a:pt x="95012" y="7206"/>
                </a:lnTo>
                <a:lnTo>
                  <a:pt x="95662" y="7849"/>
                </a:lnTo>
                <a:lnTo>
                  <a:pt x="98323" y="7491"/>
                </a:lnTo>
                <a:lnTo>
                  <a:pt x="99631" y="7557"/>
                </a:lnTo>
                <a:lnTo>
                  <a:pt x="101648" y="7140"/>
                </a:lnTo>
                <a:lnTo>
                  <a:pt x="102839" y="7790"/>
                </a:lnTo>
                <a:lnTo>
                  <a:pt x="101904" y="10597"/>
                </a:lnTo>
                <a:lnTo>
                  <a:pt x="102920" y="11606"/>
                </a:lnTo>
                <a:lnTo>
                  <a:pt x="105259" y="10436"/>
                </a:lnTo>
                <a:lnTo>
                  <a:pt x="106421" y="11606"/>
                </a:lnTo>
                <a:lnTo>
                  <a:pt x="105259" y="13944"/>
                </a:lnTo>
                <a:lnTo>
                  <a:pt x="106414" y="15099"/>
                </a:lnTo>
                <a:lnTo>
                  <a:pt x="108643" y="14091"/>
                </a:lnTo>
                <a:lnTo>
                  <a:pt x="110046" y="14967"/>
                </a:lnTo>
                <a:lnTo>
                  <a:pt x="112275" y="13952"/>
                </a:lnTo>
                <a:lnTo>
                  <a:pt x="113335" y="15019"/>
                </a:lnTo>
                <a:lnTo>
                  <a:pt x="112290" y="17664"/>
                </a:lnTo>
                <a:lnTo>
                  <a:pt x="113554" y="18505"/>
                </a:lnTo>
                <a:lnTo>
                  <a:pt x="115769" y="17452"/>
                </a:lnTo>
                <a:lnTo>
                  <a:pt x="116938" y="18622"/>
                </a:lnTo>
                <a:lnTo>
                  <a:pt x="115769" y="20960"/>
                </a:lnTo>
                <a:lnTo>
                  <a:pt x="116843" y="22035"/>
                </a:lnTo>
                <a:lnTo>
                  <a:pt x="119489" y="20982"/>
                </a:lnTo>
                <a:lnTo>
                  <a:pt x="120402" y="22356"/>
                </a:lnTo>
                <a:lnTo>
                  <a:pt x="119335" y="24228"/>
                </a:lnTo>
                <a:lnTo>
                  <a:pt x="120315" y="25762"/>
                </a:lnTo>
                <a:lnTo>
                  <a:pt x="119277" y="27977"/>
                </a:lnTo>
                <a:lnTo>
                  <a:pt x="120337" y="29037"/>
                </a:lnTo>
                <a:lnTo>
                  <a:pt x="123019" y="28006"/>
                </a:lnTo>
                <a:lnTo>
                  <a:pt x="123816" y="29263"/>
                </a:lnTo>
                <a:lnTo>
                  <a:pt x="122785" y="31485"/>
                </a:lnTo>
                <a:lnTo>
                  <a:pt x="123852" y="32559"/>
                </a:lnTo>
                <a:lnTo>
                  <a:pt x="126498" y="31507"/>
                </a:lnTo>
                <a:lnTo>
                  <a:pt x="127412" y="32881"/>
                </a:lnTo>
                <a:lnTo>
                  <a:pt x="126345" y="34752"/>
                </a:lnTo>
                <a:lnTo>
                  <a:pt x="127324" y="36287"/>
                </a:lnTo>
                <a:lnTo>
                  <a:pt x="126293" y="38508"/>
                </a:lnTo>
                <a:lnTo>
                  <a:pt x="127251" y="39466"/>
                </a:lnTo>
                <a:lnTo>
                  <a:pt x="130167" y="38633"/>
                </a:lnTo>
                <a:lnTo>
                  <a:pt x="131227" y="40979"/>
                </a:lnTo>
                <a:lnTo>
                  <a:pt x="129867" y="44063"/>
                </a:lnTo>
                <a:lnTo>
                  <a:pt x="130525" y="46723"/>
                </a:lnTo>
                <a:lnTo>
                  <a:pt x="129940" y="49179"/>
                </a:lnTo>
                <a:lnTo>
                  <a:pt x="130620" y="49859"/>
                </a:lnTo>
                <a:lnTo>
                  <a:pt x="133828" y="49333"/>
                </a:lnTo>
                <a:lnTo>
                  <a:pt x="134523" y="52753"/>
                </a:lnTo>
                <a:lnTo>
                  <a:pt x="133880" y="56919"/>
                </a:lnTo>
                <a:lnTo>
                  <a:pt x="133880" y="79875"/>
                </a:lnTo>
                <a:lnTo>
                  <a:pt x="134282" y="82543"/>
                </a:lnTo>
                <a:lnTo>
                  <a:pt x="133829" y="84955"/>
                </a:lnTo>
                <a:lnTo>
                  <a:pt x="130613" y="84443"/>
                </a:lnTo>
                <a:lnTo>
                  <a:pt x="129940" y="85123"/>
                </a:lnTo>
                <a:lnTo>
                  <a:pt x="130525" y="87578"/>
                </a:lnTo>
                <a:lnTo>
                  <a:pt x="129867" y="90232"/>
                </a:lnTo>
                <a:lnTo>
                  <a:pt x="131227" y="93316"/>
                </a:lnTo>
                <a:lnTo>
                  <a:pt x="130167" y="95662"/>
                </a:lnTo>
                <a:lnTo>
                  <a:pt x="127243" y="94829"/>
                </a:lnTo>
                <a:lnTo>
                  <a:pt x="126535" y="95545"/>
                </a:lnTo>
                <a:lnTo>
                  <a:pt x="126893" y="98205"/>
                </a:lnTo>
                <a:lnTo>
                  <a:pt x="126834" y="99404"/>
                </a:lnTo>
                <a:lnTo>
                  <a:pt x="127243" y="101677"/>
                </a:lnTo>
                <a:lnTo>
                  <a:pt x="126483" y="102788"/>
                </a:lnTo>
                <a:lnTo>
                  <a:pt x="123860" y="101728"/>
                </a:lnTo>
                <a:lnTo>
                  <a:pt x="122778" y="102810"/>
                </a:lnTo>
                <a:lnTo>
                  <a:pt x="123947" y="105149"/>
                </a:lnTo>
                <a:lnTo>
                  <a:pt x="122778" y="106318"/>
                </a:lnTo>
                <a:lnTo>
                  <a:pt x="120446" y="105149"/>
                </a:lnTo>
                <a:lnTo>
                  <a:pt x="119284" y="106311"/>
                </a:lnTo>
                <a:lnTo>
                  <a:pt x="120300" y="108533"/>
                </a:lnTo>
                <a:lnTo>
                  <a:pt x="119423" y="109951"/>
                </a:lnTo>
                <a:lnTo>
                  <a:pt x="120432" y="112172"/>
                </a:lnTo>
                <a:lnTo>
                  <a:pt x="119372" y="113239"/>
                </a:lnTo>
                <a:lnTo>
                  <a:pt x="116726" y="112187"/>
                </a:lnTo>
                <a:lnTo>
                  <a:pt x="115893" y="113452"/>
                </a:lnTo>
                <a:lnTo>
                  <a:pt x="116938" y="115673"/>
                </a:lnTo>
                <a:lnTo>
                  <a:pt x="115769" y="116843"/>
                </a:lnTo>
                <a:lnTo>
                  <a:pt x="113430" y="115673"/>
                </a:lnTo>
                <a:lnTo>
                  <a:pt x="112480" y="116623"/>
                </a:lnTo>
                <a:lnTo>
                  <a:pt x="113291" y="119576"/>
                </a:lnTo>
                <a:lnTo>
                  <a:pt x="111142" y="120497"/>
                </a:lnTo>
                <a:lnTo>
                  <a:pt x="107291" y="118677"/>
                </a:lnTo>
                <a:lnTo>
                  <a:pt x="105252" y="120205"/>
                </a:lnTo>
                <a:lnTo>
                  <a:pt x="106355" y="122748"/>
                </a:lnTo>
                <a:lnTo>
                  <a:pt x="105347" y="123764"/>
                </a:lnTo>
                <a:lnTo>
                  <a:pt x="102694" y="122712"/>
                </a:lnTo>
                <a:lnTo>
                  <a:pt x="101970" y="123815"/>
                </a:lnTo>
                <a:lnTo>
                  <a:pt x="102832" y="126439"/>
                </a:lnTo>
                <a:lnTo>
                  <a:pt x="101056" y="127645"/>
                </a:lnTo>
                <a:lnTo>
                  <a:pt x="96247" y="125643"/>
                </a:lnTo>
                <a:lnTo>
                  <a:pt x="94983" y="127177"/>
                </a:lnTo>
                <a:lnTo>
                  <a:pt x="95736" y="130101"/>
                </a:lnTo>
                <a:lnTo>
                  <a:pt x="93412" y="131146"/>
                </a:lnTo>
                <a:lnTo>
                  <a:pt x="90327" y="129779"/>
                </a:lnTo>
                <a:lnTo>
                  <a:pt x="87674" y="130444"/>
                </a:lnTo>
                <a:lnTo>
                  <a:pt x="85219" y="129860"/>
                </a:lnTo>
                <a:lnTo>
                  <a:pt x="84539" y="130539"/>
                </a:lnTo>
                <a:lnTo>
                  <a:pt x="85065" y="133740"/>
                </a:lnTo>
                <a:lnTo>
                  <a:pt x="81645" y="1344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18269" y="91706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5">
                <a:moveTo>
                  <a:pt x="73394" y="127375"/>
                </a:moveTo>
                <a:lnTo>
                  <a:pt x="71347" y="126784"/>
                </a:lnTo>
                <a:lnTo>
                  <a:pt x="68394" y="127339"/>
                </a:lnTo>
                <a:lnTo>
                  <a:pt x="65734" y="126937"/>
                </a:lnTo>
                <a:lnTo>
                  <a:pt x="55509" y="126937"/>
                </a:lnTo>
                <a:lnTo>
                  <a:pt x="53975" y="127200"/>
                </a:lnTo>
                <a:lnTo>
                  <a:pt x="52681" y="126849"/>
                </a:lnTo>
                <a:lnTo>
                  <a:pt x="53295" y="123714"/>
                </a:lnTo>
                <a:lnTo>
                  <a:pt x="52681" y="123100"/>
                </a:lnTo>
                <a:lnTo>
                  <a:pt x="50021" y="123458"/>
                </a:lnTo>
                <a:lnTo>
                  <a:pt x="48464" y="123378"/>
                </a:lnTo>
                <a:lnTo>
                  <a:pt x="46995" y="123714"/>
                </a:lnTo>
                <a:lnTo>
                  <a:pt x="45357" y="123246"/>
                </a:lnTo>
                <a:lnTo>
                  <a:pt x="42946" y="123882"/>
                </a:lnTo>
                <a:lnTo>
                  <a:pt x="42010" y="122939"/>
                </a:lnTo>
                <a:lnTo>
                  <a:pt x="43063" y="120293"/>
                </a:lnTo>
                <a:lnTo>
                  <a:pt x="41835" y="119482"/>
                </a:lnTo>
                <a:lnTo>
                  <a:pt x="39796" y="120074"/>
                </a:lnTo>
                <a:lnTo>
                  <a:pt x="37925" y="119723"/>
                </a:lnTo>
                <a:lnTo>
                  <a:pt x="36573" y="119921"/>
                </a:lnTo>
                <a:lnTo>
                  <a:pt x="34738" y="119921"/>
                </a:lnTo>
                <a:lnTo>
                  <a:pt x="32618" y="120271"/>
                </a:lnTo>
                <a:lnTo>
                  <a:pt x="31478" y="119643"/>
                </a:lnTo>
                <a:lnTo>
                  <a:pt x="32421" y="116844"/>
                </a:lnTo>
                <a:lnTo>
                  <a:pt x="31398" y="115828"/>
                </a:lnTo>
                <a:lnTo>
                  <a:pt x="29066" y="116997"/>
                </a:lnTo>
                <a:lnTo>
                  <a:pt x="27897" y="115828"/>
                </a:lnTo>
                <a:lnTo>
                  <a:pt x="29066" y="113489"/>
                </a:lnTo>
                <a:lnTo>
                  <a:pt x="27897" y="112319"/>
                </a:lnTo>
                <a:lnTo>
                  <a:pt x="25675" y="113364"/>
                </a:lnTo>
                <a:lnTo>
                  <a:pt x="24418" y="112531"/>
                </a:lnTo>
                <a:lnTo>
                  <a:pt x="25463" y="109886"/>
                </a:lnTo>
                <a:lnTo>
                  <a:pt x="24644" y="109060"/>
                </a:lnTo>
                <a:lnTo>
                  <a:pt x="21984" y="109418"/>
                </a:lnTo>
                <a:lnTo>
                  <a:pt x="20961" y="109367"/>
                </a:lnTo>
                <a:lnTo>
                  <a:pt x="18293" y="109725"/>
                </a:lnTo>
                <a:lnTo>
                  <a:pt x="16897" y="108329"/>
                </a:lnTo>
                <a:lnTo>
                  <a:pt x="18586" y="103827"/>
                </a:lnTo>
                <a:lnTo>
                  <a:pt x="17782" y="101934"/>
                </a:lnTo>
                <a:lnTo>
                  <a:pt x="14822" y="102745"/>
                </a:lnTo>
                <a:lnTo>
                  <a:pt x="13872" y="101788"/>
                </a:lnTo>
                <a:lnTo>
                  <a:pt x="15034" y="99485"/>
                </a:lnTo>
                <a:lnTo>
                  <a:pt x="13915" y="98279"/>
                </a:lnTo>
                <a:lnTo>
                  <a:pt x="11533" y="99449"/>
                </a:lnTo>
                <a:lnTo>
                  <a:pt x="10466" y="98382"/>
                </a:lnTo>
                <a:lnTo>
                  <a:pt x="11518" y="95736"/>
                </a:lnTo>
                <a:lnTo>
                  <a:pt x="10502" y="95056"/>
                </a:lnTo>
                <a:lnTo>
                  <a:pt x="7688" y="95802"/>
                </a:lnTo>
                <a:lnTo>
                  <a:pt x="6709" y="93996"/>
                </a:lnTo>
                <a:lnTo>
                  <a:pt x="7454" y="89933"/>
                </a:lnTo>
                <a:lnTo>
                  <a:pt x="7454" y="87338"/>
                </a:lnTo>
                <a:lnTo>
                  <a:pt x="7718" y="85804"/>
                </a:lnTo>
                <a:lnTo>
                  <a:pt x="7359" y="84510"/>
                </a:lnTo>
                <a:lnTo>
                  <a:pt x="4231" y="85124"/>
                </a:lnTo>
                <a:lnTo>
                  <a:pt x="3617" y="84510"/>
                </a:lnTo>
                <a:lnTo>
                  <a:pt x="3975" y="81842"/>
                </a:lnTo>
                <a:lnTo>
                  <a:pt x="3888" y="80293"/>
                </a:lnTo>
                <a:lnTo>
                  <a:pt x="4231" y="78824"/>
                </a:lnTo>
                <a:lnTo>
                  <a:pt x="3764" y="77186"/>
                </a:lnTo>
                <a:lnTo>
                  <a:pt x="4399" y="74775"/>
                </a:lnTo>
                <a:lnTo>
                  <a:pt x="3457" y="73832"/>
                </a:lnTo>
                <a:lnTo>
                  <a:pt x="811" y="74884"/>
                </a:lnTo>
                <a:lnTo>
                  <a:pt x="0" y="73664"/>
                </a:lnTo>
                <a:lnTo>
                  <a:pt x="599" y="71610"/>
                </a:lnTo>
                <a:lnTo>
                  <a:pt x="36" y="68657"/>
                </a:lnTo>
                <a:lnTo>
                  <a:pt x="445" y="65997"/>
                </a:lnTo>
                <a:lnTo>
                  <a:pt x="445" y="55772"/>
                </a:lnTo>
                <a:lnTo>
                  <a:pt x="182" y="54245"/>
                </a:lnTo>
                <a:lnTo>
                  <a:pt x="533" y="52944"/>
                </a:lnTo>
                <a:lnTo>
                  <a:pt x="3661" y="53558"/>
                </a:lnTo>
                <a:lnTo>
                  <a:pt x="4282" y="52944"/>
                </a:lnTo>
                <a:lnTo>
                  <a:pt x="3917" y="50276"/>
                </a:lnTo>
                <a:lnTo>
                  <a:pt x="4005" y="48727"/>
                </a:lnTo>
                <a:lnTo>
                  <a:pt x="3661" y="47250"/>
                </a:lnTo>
                <a:lnTo>
                  <a:pt x="4129" y="45613"/>
                </a:lnTo>
                <a:lnTo>
                  <a:pt x="3493" y="43201"/>
                </a:lnTo>
                <a:lnTo>
                  <a:pt x="4436" y="42258"/>
                </a:lnTo>
                <a:lnTo>
                  <a:pt x="7081" y="43311"/>
                </a:lnTo>
                <a:lnTo>
                  <a:pt x="7893" y="42090"/>
                </a:lnTo>
                <a:lnTo>
                  <a:pt x="7301" y="40036"/>
                </a:lnTo>
                <a:lnTo>
                  <a:pt x="7652" y="38173"/>
                </a:lnTo>
                <a:lnTo>
                  <a:pt x="7454" y="36813"/>
                </a:lnTo>
                <a:lnTo>
                  <a:pt x="7454" y="34986"/>
                </a:lnTo>
                <a:lnTo>
                  <a:pt x="7104" y="32859"/>
                </a:lnTo>
                <a:lnTo>
                  <a:pt x="7732" y="31712"/>
                </a:lnTo>
                <a:lnTo>
                  <a:pt x="10531" y="32655"/>
                </a:lnTo>
                <a:lnTo>
                  <a:pt x="11540" y="31639"/>
                </a:lnTo>
                <a:lnTo>
                  <a:pt x="10371" y="29300"/>
                </a:lnTo>
                <a:lnTo>
                  <a:pt x="11540" y="28131"/>
                </a:lnTo>
                <a:lnTo>
                  <a:pt x="13879" y="29300"/>
                </a:lnTo>
                <a:lnTo>
                  <a:pt x="15048" y="28131"/>
                </a:lnTo>
                <a:lnTo>
                  <a:pt x="14003" y="25909"/>
                </a:lnTo>
                <a:lnTo>
                  <a:pt x="14836" y="24644"/>
                </a:lnTo>
                <a:lnTo>
                  <a:pt x="17482" y="25697"/>
                </a:lnTo>
                <a:lnTo>
                  <a:pt x="18301" y="24878"/>
                </a:lnTo>
                <a:lnTo>
                  <a:pt x="17935" y="22211"/>
                </a:lnTo>
                <a:lnTo>
                  <a:pt x="17994" y="21187"/>
                </a:lnTo>
                <a:lnTo>
                  <a:pt x="17635" y="18520"/>
                </a:lnTo>
                <a:lnTo>
                  <a:pt x="19031" y="17124"/>
                </a:lnTo>
                <a:lnTo>
                  <a:pt x="23541" y="18805"/>
                </a:lnTo>
                <a:lnTo>
                  <a:pt x="25426" y="18001"/>
                </a:lnTo>
                <a:lnTo>
                  <a:pt x="24615" y="15048"/>
                </a:lnTo>
                <a:lnTo>
                  <a:pt x="25573" y="14091"/>
                </a:lnTo>
                <a:lnTo>
                  <a:pt x="27875" y="15253"/>
                </a:lnTo>
                <a:lnTo>
                  <a:pt x="29081" y="14127"/>
                </a:lnTo>
                <a:lnTo>
                  <a:pt x="27911" y="11752"/>
                </a:lnTo>
                <a:lnTo>
                  <a:pt x="28978" y="10685"/>
                </a:lnTo>
                <a:lnTo>
                  <a:pt x="31624" y="11737"/>
                </a:lnTo>
                <a:lnTo>
                  <a:pt x="32282" y="10736"/>
                </a:lnTo>
                <a:lnTo>
                  <a:pt x="31566" y="7886"/>
                </a:lnTo>
                <a:lnTo>
                  <a:pt x="33758" y="6753"/>
                </a:lnTo>
                <a:lnTo>
                  <a:pt x="37055" y="8149"/>
                </a:lnTo>
                <a:lnTo>
                  <a:pt x="39634" y="7513"/>
                </a:lnTo>
                <a:lnTo>
                  <a:pt x="42090" y="8098"/>
                </a:lnTo>
                <a:lnTo>
                  <a:pt x="42777" y="7396"/>
                </a:lnTo>
                <a:lnTo>
                  <a:pt x="42215" y="4224"/>
                </a:lnTo>
                <a:lnTo>
                  <a:pt x="45803" y="3355"/>
                </a:lnTo>
                <a:lnTo>
                  <a:pt x="49677" y="4743"/>
                </a:lnTo>
                <a:lnTo>
                  <a:pt x="53024" y="4165"/>
                </a:lnTo>
                <a:lnTo>
                  <a:pt x="53273" y="4122"/>
                </a:lnTo>
                <a:lnTo>
                  <a:pt x="52783" y="898"/>
                </a:lnTo>
                <a:lnTo>
                  <a:pt x="53353" y="328"/>
                </a:lnTo>
                <a:lnTo>
                  <a:pt x="56013" y="687"/>
                </a:lnTo>
                <a:lnTo>
                  <a:pt x="57687" y="599"/>
                </a:lnTo>
                <a:lnTo>
                  <a:pt x="63176" y="613"/>
                </a:lnTo>
                <a:lnTo>
                  <a:pt x="67488" y="0"/>
                </a:lnTo>
                <a:lnTo>
                  <a:pt x="71157" y="796"/>
                </a:lnTo>
                <a:lnTo>
                  <a:pt x="73649" y="248"/>
                </a:lnTo>
                <a:lnTo>
                  <a:pt x="74541" y="1154"/>
                </a:lnTo>
                <a:lnTo>
                  <a:pt x="73496" y="3800"/>
                </a:lnTo>
                <a:lnTo>
                  <a:pt x="74767" y="4641"/>
                </a:lnTo>
                <a:lnTo>
                  <a:pt x="76719" y="3946"/>
                </a:lnTo>
                <a:lnTo>
                  <a:pt x="78729" y="4472"/>
                </a:lnTo>
                <a:lnTo>
                  <a:pt x="83881" y="3318"/>
                </a:lnTo>
                <a:lnTo>
                  <a:pt x="84817" y="4465"/>
                </a:lnTo>
                <a:lnTo>
                  <a:pt x="84276" y="7593"/>
                </a:lnTo>
                <a:lnTo>
                  <a:pt x="86556" y="8214"/>
                </a:lnTo>
                <a:lnTo>
                  <a:pt x="89531" y="7674"/>
                </a:lnTo>
                <a:lnTo>
                  <a:pt x="92359" y="7674"/>
                </a:lnTo>
                <a:lnTo>
                  <a:pt x="94435" y="7323"/>
                </a:lnTo>
                <a:lnTo>
                  <a:pt x="95590" y="7929"/>
                </a:lnTo>
                <a:lnTo>
                  <a:pt x="94676" y="10758"/>
                </a:lnTo>
                <a:lnTo>
                  <a:pt x="95685" y="11766"/>
                </a:lnTo>
                <a:lnTo>
                  <a:pt x="98016" y="10597"/>
                </a:lnTo>
                <a:lnTo>
                  <a:pt x="99186" y="11766"/>
                </a:lnTo>
                <a:lnTo>
                  <a:pt x="98016" y="14105"/>
                </a:lnTo>
                <a:lnTo>
                  <a:pt x="99186" y="15274"/>
                </a:lnTo>
                <a:lnTo>
                  <a:pt x="101408" y="14222"/>
                </a:lnTo>
                <a:lnTo>
                  <a:pt x="102665" y="15063"/>
                </a:lnTo>
                <a:lnTo>
                  <a:pt x="101620" y="17708"/>
                </a:lnTo>
                <a:lnTo>
                  <a:pt x="102438" y="18527"/>
                </a:lnTo>
                <a:lnTo>
                  <a:pt x="105098" y="18169"/>
                </a:lnTo>
                <a:lnTo>
                  <a:pt x="106100" y="18220"/>
                </a:lnTo>
                <a:lnTo>
                  <a:pt x="108811" y="17876"/>
                </a:lnTo>
                <a:lnTo>
                  <a:pt x="110193" y="19331"/>
                </a:lnTo>
                <a:lnTo>
                  <a:pt x="108475" y="23716"/>
                </a:lnTo>
                <a:lnTo>
                  <a:pt x="109301" y="25653"/>
                </a:lnTo>
                <a:lnTo>
                  <a:pt x="112261" y="24849"/>
                </a:lnTo>
                <a:lnTo>
                  <a:pt x="113211" y="25806"/>
                </a:lnTo>
                <a:lnTo>
                  <a:pt x="112049" y="28108"/>
                </a:lnTo>
                <a:lnTo>
                  <a:pt x="113167" y="29314"/>
                </a:lnTo>
                <a:lnTo>
                  <a:pt x="115557" y="28145"/>
                </a:lnTo>
                <a:lnTo>
                  <a:pt x="116617" y="29212"/>
                </a:lnTo>
                <a:lnTo>
                  <a:pt x="115565" y="31858"/>
                </a:lnTo>
                <a:lnTo>
                  <a:pt x="116573" y="32530"/>
                </a:lnTo>
                <a:lnTo>
                  <a:pt x="119409" y="31799"/>
                </a:lnTo>
                <a:lnTo>
                  <a:pt x="120374" y="33634"/>
                </a:lnTo>
                <a:lnTo>
                  <a:pt x="119628" y="37624"/>
                </a:lnTo>
                <a:lnTo>
                  <a:pt x="119628" y="40255"/>
                </a:lnTo>
                <a:lnTo>
                  <a:pt x="119365" y="41783"/>
                </a:lnTo>
                <a:lnTo>
                  <a:pt x="119723" y="43084"/>
                </a:lnTo>
                <a:lnTo>
                  <a:pt x="122851" y="42470"/>
                </a:lnTo>
                <a:lnTo>
                  <a:pt x="123466" y="43084"/>
                </a:lnTo>
                <a:lnTo>
                  <a:pt x="123107" y="45751"/>
                </a:lnTo>
                <a:lnTo>
                  <a:pt x="123195" y="47301"/>
                </a:lnTo>
                <a:lnTo>
                  <a:pt x="122851" y="48777"/>
                </a:lnTo>
                <a:lnTo>
                  <a:pt x="123319" y="50415"/>
                </a:lnTo>
                <a:lnTo>
                  <a:pt x="122683" y="52834"/>
                </a:lnTo>
                <a:lnTo>
                  <a:pt x="123626" y="53769"/>
                </a:lnTo>
                <a:lnTo>
                  <a:pt x="126272" y="52717"/>
                </a:lnTo>
                <a:lnTo>
                  <a:pt x="127083" y="53937"/>
                </a:lnTo>
                <a:lnTo>
                  <a:pt x="126484" y="55991"/>
                </a:lnTo>
                <a:lnTo>
                  <a:pt x="127047" y="58944"/>
                </a:lnTo>
                <a:lnTo>
                  <a:pt x="126637" y="61604"/>
                </a:lnTo>
                <a:lnTo>
                  <a:pt x="126637" y="71829"/>
                </a:lnTo>
                <a:lnTo>
                  <a:pt x="126901" y="73364"/>
                </a:lnTo>
                <a:lnTo>
                  <a:pt x="126550" y="74657"/>
                </a:lnTo>
                <a:lnTo>
                  <a:pt x="123422" y="74043"/>
                </a:lnTo>
                <a:lnTo>
                  <a:pt x="122800" y="74664"/>
                </a:lnTo>
                <a:lnTo>
                  <a:pt x="123166" y="77325"/>
                </a:lnTo>
                <a:lnTo>
                  <a:pt x="123078" y="78882"/>
                </a:lnTo>
                <a:lnTo>
                  <a:pt x="123422" y="80351"/>
                </a:lnTo>
                <a:lnTo>
                  <a:pt x="122954" y="81981"/>
                </a:lnTo>
                <a:lnTo>
                  <a:pt x="123590" y="84400"/>
                </a:lnTo>
                <a:lnTo>
                  <a:pt x="122647" y="85335"/>
                </a:lnTo>
                <a:lnTo>
                  <a:pt x="120001" y="84283"/>
                </a:lnTo>
                <a:lnTo>
                  <a:pt x="119190" y="85503"/>
                </a:lnTo>
                <a:lnTo>
                  <a:pt x="119782" y="87557"/>
                </a:lnTo>
                <a:lnTo>
                  <a:pt x="119431" y="89421"/>
                </a:lnTo>
                <a:lnTo>
                  <a:pt x="119628" y="90773"/>
                </a:lnTo>
                <a:lnTo>
                  <a:pt x="119628" y="92608"/>
                </a:lnTo>
                <a:lnTo>
                  <a:pt x="119979" y="94727"/>
                </a:lnTo>
                <a:lnTo>
                  <a:pt x="119358" y="95867"/>
                </a:lnTo>
                <a:lnTo>
                  <a:pt x="116551" y="94925"/>
                </a:lnTo>
                <a:lnTo>
                  <a:pt x="115543" y="95948"/>
                </a:lnTo>
                <a:lnTo>
                  <a:pt x="116712" y="98286"/>
                </a:lnTo>
                <a:lnTo>
                  <a:pt x="115543" y="99456"/>
                </a:lnTo>
                <a:lnTo>
                  <a:pt x="113204" y="98287"/>
                </a:lnTo>
                <a:lnTo>
                  <a:pt x="112042" y="99456"/>
                </a:lnTo>
                <a:lnTo>
                  <a:pt x="113087" y="101678"/>
                </a:lnTo>
                <a:lnTo>
                  <a:pt x="112246" y="102942"/>
                </a:lnTo>
                <a:lnTo>
                  <a:pt x="109601" y="101890"/>
                </a:lnTo>
                <a:lnTo>
                  <a:pt x="108782" y="102708"/>
                </a:lnTo>
                <a:lnTo>
                  <a:pt x="109148" y="105376"/>
                </a:lnTo>
                <a:lnTo>
                  <a:pt x="109089" y="106399"/>
                </a:lnTo>
                <a:lnTo>
                  <a:pt x="109447" y="109060"/>
                </a:lnTo>
                <a:lnTo>
                  <a:pt x="108051" y="110463"/>
                </a:lnTo>
                <a:lnTo>
                  <a:pt x="103549" y="108775"/>
                </a:lnTo>
                <a:lnTo>
                  <a:pt x="101656" y="109586"/>
                </a:lnTo>
                <a:lnTo>
                  <a:pt x="102467" y="112531"/>
                </a:lnTo>
                <a:lnTo>
                  <a:pt x="101510" y="113496"/>
                </a:lnTo>
                <a:lnTo>
                  <a:pt x="99208" y="112327"/>
                </a:lnTo>
                <a:lnTo>
                  <a:pt x="98002" y="113452"/>
                </a:lnTo>
                <a:lnTo>
                  <a:pt x="99171" y="115835"/>
                </a:lnTo>
                <a:lnTo>
                  <a:pt x="98104" y="116902"/>
                </a:lnTo>
                <a:lnTo>
                  <a:pt x="95459" y="115850"/>
                </a:lnTo>
                <a:lnTo>
                  <a:pt x="94786" y="116866"/>
                </a:lnTo>
                <a:lnTo>
                  <a:pt x="95532" y="119679"/>
                </a:lnTo>
                <a:lnTo>
                  <a:pt x="93726" y="120666"/>
                </a:lnTo>
                <a:lnTo>
                  <a:pt x="89663" y="119921"/>
                </a:lnTo>
                <a:lnTo>
                  <a:pt x="87061" y="119921"/>
                </a:lnTo>
                <a:lnTo>
                  <a:pt x="85533" y="119657"/>
                </a:lnTo>
                <a:lnTo>
                  <a:pt x="84240" y="120008"/>
                </a:lnTo>
                <a:lnTo>
                  <a:pt x="84854" y="123144"/>
                </a:lnTo>
                <a:lnTo>
                  <a:pt x="84240" y="123758"/>
                </a:lnTo>
                <a:lnTo>
                  <a:pt x="81579" y="123400"/>
                </a:lnTo>
                <a:lnTo>
                  <a:pt x="80023" y="123480"/>
                </a:lnTo>
                <a:lnTo>
                  <a:pt x="78546" y="123144"/>
                </a:lnTo>
                <a:lnTo>
                  <a:pt x="76916" y="123611"/>
                </a:lnTo>
                <a:lnTo>
                  <a:pt x="74497" y="122976"/>
                </a:lnTo>
                <a:lnTo>
                  <a:pt x="73569" y="123918"/>
                </a:lnTo>
                <a:lnTo>
                  <a:pt x="74614" y="126564"/>
                </a:lnTo>
                <a:lnTo>
                  <a:pt x="73394" y="127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35511" y="98774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43340" y="113569"/>
                </a:moveTo>
                <a:lnTo>
                  <a:pt x="42522" y="112560"/>
                </a:lnTo>
                <a:lnTo>
                  <a:pt x="43062" y="109432"/>
                </a:lnTo>
                <a:lnTo>
                  <a:pt x="40782" y="108811"/>
                </a:lnTo>
                <a:lnTo>
                  <a:pt x="37815" y="109352"/>
                </a:lnTo>
                <a:lnTo>
                  <a:pt x="34855" y="109352"/>
                </a:lnTo>
                <a:lnTo>
                  <a:pt x="33064" y="109673"/>
                </a:lnTo>
                <a:lnTo>
                  <a:pt x="31829" y="109191"/>
                </a:lnTo>
                <a:lnTo>
                  <a:pt x="32589" y="106187"/>
                </a:lnTo>
                <a:lnTo>
                  <a:pt x="31661" y="105259"/>
                </a:lnTo>
                <a:lnTo>
                  <a:pt x="29432" y="106311"/>
                </a:lnTo>
                <a:lnTo>
                  <a:pt x="28043" y="105376"/>
                </a:lnTo>
                <a:lnTo>
                  <a:pt x="25821" y="106428"/>
                </a:lnTo>
                <a:lnTo>
                  <a:pt x="24688" y="105295"/>
                </a:lnTo>
                <a:lnTo>
                  <a:pt x="25821" y="102818"/>
                </a:lnTo>
                <a:lnTo>
                  <a:pt x="24572" y="101794"/>
                </a:lnTo>
                <a:lnTo>
                  <a:pt x="22328" y="102934"/>
                </a:lnTo>
                <a:lnTo>
                  <a:pt x="21144" y="101750"/>
                </a:lnTo>
                <a:lnTo>
                  <a:pt x="22313" y="99412"/>
                </a:lnTo>
                <a:lnTo>
                  <a:pt x="21144" y="98242"/>
                </a:lnTo>
                <a:lnTo>
                  <a:pt x="18805" y="99411"/>
                </a:lnTo>
                <a:lnTo>
                  <a:pt x="17643" y="98242"/>
                </a:lnTo>
                <a:lnTo>
                  <a:pt x="18805" y="95903"/>
                </a:lnTo>
                <a:lnTo>
                  <a:pt x="17643" y="94734"/>
                </a:lnTo>
                <a:lnTo>
                  <a:pt x="15304" y="95903"/>
                </a:lnTo>
                <a:lnTo>
                  <a:pt x="14135" y="94734"/>
                </a:lnTo>
                <a:lnTo>
                  <a:pt x="15304" y="92395"/>
                </a:lnTo>
                <a:lnTo>
                  <a:pt x="14135" y="91226"/>
                </a:lnTo>
                <a:lnTo>
                  <a:pt x="11796" y="92395"/>
                </a:lnTo>
                <a:lnTo>
                  <a:pt x="10619" y="91211"/>
                </a:lnTo>
                <a:lnTo>
                  <a:pt x="11752" y="88960"/>
                </a:lnTo>
                <a:lnTo>
                  <a:pt x="10736" y="87710"/>
                </a:lnTo>
                <a:lnTo>
                  <a:pt x="8251" y="88850"/>
                </a:lnTo>
                <a:lnTo>
                  <a:pt x="7126" y="87718"/>
                </a:lnTo>
                <a:lnTo>
                  <a:pt x="8178" y="85496"/>
                </a:lnTo>
                <a:lnTo>
                  <a:pt x="7243" y="84092"/>
                </a:lnTo>
                <a:lnTo>
                  <a:pt x="8295" y="81871"/>
                </a:lnTo>
                <a:lnTo>
                  <a:pt x="7352" y="80935"/>
                </a:lnTo>
                <a:lnTo>
                  <a:pt x="4378" y="81724"/>
                </a:lnTo>
                <a:lnTo>
                  <a:pt x="2974" y="78297"/>
                </a:lnTo>
                <a:lnTo>
                  <a:pt x="5481" y="73736"/>
                </a:lnTo>
                <a:lnTo>
                  <a:pt x="4019" y="70330"/>
                </a:lnTo>
                <a:lnTo>
                  <a:pt x="1067" y="71141"/>
                </a:lnTo>
                <a:lnTo>
                  <a:pt x="321" y="70396"/>
                </a:lnTo>
                <a:lnTo>
                  <a:pt x="781" y="67831"/>
                </a:lnTo>
                <a:lnTo>
                  <a:pt x="219" y="63950"/>
                </a:lnTo>
                <a:lnTo>
                  <a:pt x="701" y="60091"/>
                </a:lnTo>
                <a:lnTo>
                  <a:pt x="701" y="54441"/>
                </a:lnTo>
                <a:lnTo>
                  <a:pt x="489" y="52015"/>
                </a:lnTo>
                <a:lnTo>
                  <a:pt x="796" y="48696"/>
                </a:lnTo>
                <a:lnTo>
                  <a:pt x="0" y="43274"/>
                </a:lnTo>
                <a:lnTo>
                  <a:pt x="1037" y="42426"/>
                </a:lnTo>
                <a:lnTo>
                  <a:pt x="4085" y="43054"/>
                </a:lnTo>
                <a:lnTo>
                  <a:pt x="4509" y="41827"/>
                </a:lnTo>
                <a:lnTo>
                  <a:pt x="4202" y="40131"/>
                </a:lnTo>
                <a:lnTo>
                  <a:pt x="4202" y="38304"/>
                </a:lnTo>
                <a:lnTo>
                  <a:pt x="3880" y="36506"/>
                </a:lnTo>
                <a:lnTo>
                  <a:pt x="4472" y="35008"/>
                </a:lnTo>
                <a:lnTo>
                  <a:pt x="3712" y="32676"/>
                </a:lnTo>
                <a:lnTo>
                  <a:pt x="4692" y="31689"/>
                </a:lnTo>
                <a:lnTo>
                  <a:pt x="7345" y="32742"/>
                </a:lnTo>
                <a:lnTo>
                  <a:pt x="8251" y="31368"/>
                </a:lnTo>
                <a:lnTo>
                  <a:pt x="7184" y="29497"/>
                </a:lnTo>
                <a:lnTo>
                  <a:pt x="8163" y="27962"/>
                </a:lnTo>
                <a:lnTo>
                  <a:pt x="7133" y="25740"/>
                </a:lnTo>
                <a:lnTo>
                  <a:pt x="8200" y="24666"/>
                </a:lnTo>
                <a:lnTo>
                  <a:pt x="10838" y="25725"/>
                </a:lnTo>
                <a:lnTo>
                  <a:pt x="11686" y="24461"/>
                </a:lnTo>
                <a:lnTo>
                  <a:pt x="10627" y="22239"/>
                </a:lnTo>
                <a:lnTo>
                  <a:pt x="11701" y="21165"/>
                </a:lnTo>
                <a:lnTo>
                  <a:pt x="14354" y="22217"/>
                </a:lnTo>
                <a:lnTo>
                  <a:pt x="15224" y="20894"/>
                </a:lnTo>
                <a:lnTo>
                  <a:pt x="14135" y="18841"/>
                </a:lnTo>
                <a:lnTo>
                  <a:pt x="15216" y="17554"/>
                </a:lnTo>
                <a:lnTo>
                  <a:pt x="17672" y="18702"/>
                </a:lnTo>
                <a:lnTo>
                  <a:pt x="18812" y="17554"/>
                </a:lnTo>
                <a:lnTo>
                  <a:pt x="17650" y="15252"/>
                </a:lnTo>
                <a:lnTo>
                  <a:pt x="18776" y="14046"/>
                </a:lnTo>
                <a:lnTo>
                  <a:pt x="21151" y="15216"/>
                </a:lnTo>
                <a:lnTo>
                  <a:pt x="22313" y="14054"/>
                </a:lnTo>
                <a:lnTo>
                  <a:pt x="21144" y="11715"/>
                </a:lnTo>
                <a:lnTo>
                  <a:pt x="22313" y="10545"/>
                </a:lnTo>
                <a:lnTo>
                  <a:pt x="24652" y="11715"/>
                </a:lnTo>
                <a:lnTo>
                  <a:pt x="25683" y="10684"/>
                </a:lnTo>
                <a:lnTo>
                  <a:pt x="24710" y="7922"/>
                </a:lnTo>
                <a:lnTo>
                  <a:pt x="26523" y="6884"/>
                </a:lnTo>
                <a:lnTo>
                  <a:pt x="31361" y="8704"/>
                </a:lnTo>
                <a:lnTo>
                  <a:pt x="32494" y="7322"/>
                </a:lnTo>
                <a:lnTo>
                  <a:pt x="31946" y="4194"/>
                </a:lnTo>
                <a:lnTo>
                  <a:pt x="35542" y="3237"/>
                </a:lnTo>
                <a:lnTo>
                  <a:pt x="39488" y="4918"/>
                </a:lnTo>
                <a:lnTo>
                  <a:pt x="42763" y="4114"/>
                </a:lnTo>
                <a:lnTo>
                  <a:pt x="43062" y="4041"/>
                </a:lnTo>
                <a:lnTo>
                  <a:pt x="42500" y="869"/>
                </a:lnTo>
                <a:lnTo>
                  <a:pt x="43172" y="197"/>
                </a:lnTo>
                <a:lnTo>
                  <a:pt x="45672" y="730"/>
                </a:lnTo>
                <a:lnTo>
                  <a:pt x="48398" y="175"/>
                </a:lnTo>
                <a:lnTo>
                  <a:pt x="51109" y="606"/>
                </a:lnTo>
                <a:lnTo>
                  <a:pt x="63549" y="606"/>
                </a:lnTo>
                <a:lnTo>
                  <a:pt x="67641" y="0"/>
                </a:lnTo>
                <a:lnTo>
                  <a:pt x="71091" y="657"/>
                </a:lnTo>
                <a:lnTo>
                  <a:pt x="70579" y="3866"/>
                </a:lnTo>
                <a:lnTo>
                  <a:pt x="71252" y="4545"/>
                </a:lnTo>
                <a:lnTo>
                  <a:pt x="73707" y="3961"/>
                </a:lnTo>
                <a:lnTo>
                  <a:pt x="76485" y="4655"/>
                </a:lnTo>
                <a:lnTo>
                  <a:pt x="79240" y="3413"/>
                </a:lnTo>
                <a:lnTo>
                  <a:pt x="81718" y="4238"/>
                </a:lnTo>
                <a:lnTo>
                  <a:pt x="81031" y="7308"/>
                </a:lnTo>
                <a:lnTo>
                  <a:pt x="81674" y="7951"/>
                </a:lnTo>
                <a:lnTo>
                  <a:pt x="84342" y="7593"/>
                </a:lnTo>
                <a:lnTo>
                  <a:pt x="85591" y="7659"/>
                </a:lnTo>
                <a:lnTo>
                  <a:pt x="87740" y="7242"/>
                </a:lnTo>
                <a:lnTo>
                  <a:pt x="88895" y="7951"/>
                </a:lnTo>
                <a:lnTo>
                  <a:pt x="87894" y="10663"/>
                </a:lnTo>
                <a:lnTo>
                  <a:pt x="88844" y="11620"/>
                </a:lnTo>
                <a:lnTo>
                  <a:pt x="91489" y="10568"/>
                </a:lnTo>
                <a:lnTo>
                  <a:pt x="92367" y="11890"/>
                </a:lnTo>
                <a:lnTo>
                  <a:pt x="91277" y="13944"/>
                </a:lnTo>
                <a:lnTo>
                  <a:pt x="92352" y="15230"/>
                </a:lnTo>
                <a:lnTo>
                  <a:pt x="94808" y="14083"/>
                </a:lnTo>
                <a:lnTo>
                  <a:pt x="95948" y="15223"/>
                </a:lnTo>
                <a:lnTo>
                  <a:pt x="94779" y="17562"/>
                </a:lnTo>
                <a:lnTo>
                  <a:pt x="95948" y="18731"/>
                </a:lnTo>
                <a:lnTo>
                  <a:pt x="98287" y="17562"/>
                </a:lnTo>
                <a:lnTo>
                  <a:pt x="99354" y="18636"/>
                </a:lnTo>
                <a:lnTo>
                  <a:pt x="98309" y="21282"/>
                </a:lnTo>
                <a:lnTo>
                  <a:pt x="99631" y="22159"/>
                </a:lnTo>
                <a:lnTo>
                  <a:pt x="101685" y="21070"/>
                </a:lnTo>
                <a:lnTo>
                  <a:pt x="102964" y="22152"/>
                </a:lnTo>
                <a:lnTo>
                  <a:pt x="101824" y="24607"/>
                </a:lnTo>
                <a:lnTo>
                  <a:pt x="102898" y="25696"/>
                </a:lnTo>
                <a:lnTo>
                  <a:pt x="105435" y="24578"/>
                </a:lnTo>
                <a:lnTo>
                  <a:pt x="106831" y="26398"/>
                </a:lnTo>
                <a:lnTo>
                  <a:pt x="104711" y="31222"/>
                </a:lnTo>
                <a:lnTo>
                  <a:pt x="106290" y="32515"/>
                </a:lnTo>
                <a:lnTo>
                  <a:pt x="109177" y="31741"/>
                </a:lnTo>
                <a:lnTo>
                  <a:pt x="110105" y="33685"/>
                </a:lnTo>
                <a:lnTo>
                  <a:pt x="109381" y="37492"/>
                </a:lnTo>
                <a:lnTo>
                  <a:pt x="109381" y="40050"/>
                </a:lnTo>
                <a:lnTo>
                  <a:pt x="109052" y="41929"/>
                </a:lnTo>
                <a:lnTo>
                  <a:pt x="109564" y="43149"/>
                </a:lnTo>
                <a:lnTo>
                  <a:pt x="112524" y="42338"/>
                </a:lnTo>
                <a:lnTo>
                  <a:pt x="113262" y="43076"/>
                </a:lnTo>
                <a:lnTo>
                  <a:pt x="112802" y="45649"/>
                </a:lnTo>
                <a:lnTo>
                  <a:pt x="113350" y="49544"/>
                </a:lnTo>
                <a:lnTo>
                  <a:pt x="112889" y="53374"/>
                </a:lnTo>
                <a:lnTo>
                  <a:pt x="112889" y="59024"/>
                </a:lnTo>
                <a:lnTo>
                  <a:pt x="113124" y="61472"/>
                </a:lnTo>
                <a:lnTo>
                  <a:pt x="112773" y="64790"/>
                </a:lnTo>
                <a:lnTo>
                  <a:pt x="113598" y="70191"/>
                </a:lnTo>
                <a:lnTo>
                  <a:pt x="112590" y="71017"/>
                </a:lnTo>
                <a:lnTo>
                  <a:pt x="109462" y="70469"/>
                </a:lnTo>
                <a:lnTo>
                  <a:pt x="108840" y="72749"/>
                </a:lnTo>
                <a:lnTo>
                  <a:pt x="109381" y="75724"/>
                </a:lnTo>
                <a:lnTo>
                  <a:pt x="109381" y="78684"/>
                </a:lnTo>
                <a:lnTo>
                  <a:pt x="109703" y="80467"/>
                </a:lnTo>
                <a:lnTo>
                  <a:pt x="109228" y="81702"/>
                </a:lnTo>
                <a:lnTo>
                  <a:pt x="106217" y="80942"/>
                </a:lnTo>
                <a:lnTo>
                  <a:pt x="105296" y="81878"/>
                </a:lnTo>
                <a:lnTo>
                  <a:pt x="106341" y="84100"/>
                </a:lnTo>
                <a:lnTo>
                  <a:pt x="105413" y="85496"/>
                </a:lnTo>
                <a:lnTo>
                  <a:pt x="106458" y="87717"/>
                </a:lnTo>
                <a:lnTo>
                  <a:pt x="105332" y="88850"/>
                </a:lnTo>
                <a:lnTo>
                  <a:pt x="102855" y="87710"/>
                </a:lnTo>
                <a:lnTo>
                  <a:pt x="101831" y="88960"/>
                </a:lnTo>
                <a:lnTo>
                  <a:pt x="102972" y="91211"/>
                </a:lnTo>
                <a:lnTo>
                  <a:pt x="101788" y="92395"/>
                </a:lnTo>
                <a:lnTo>
                  <a:pt x="99449" y="91226"/>
                </a:lnTo>
                <a:lnTo>
                  <a:pt x="98287" y="92395"/>
                </a:lnTo>
                <a:lnTo>
                  <a:pt x="99449" y="94734"/>
                </a:lnTo>
                <a:lnTo>
                  <a:pt x="98287" y="95903"/>
                </a:lnTo>
                <a:lnTo>
                  <a:pt x="95948" y="94734"/>
                </a:lnTo>
                <a:lnTo>
                  <a:pt x="94778" y="95903"/>
                </a:lnTo>
                <a:lnTo>
                  <a:pt x="95948" y="98242"/>
                </a:lnTo>
                <a:lnTo>
                  <a:pt x="94779" y="99412"/>
                </a:lnTo>
                <a:lnTo>
                  <a:pt x="92440" y="98242"/>
                </a:lnTo>
                <a:lnTo>
                  <a:pt x="91270" y="99411"/>
                </a:lnTo>
                <a:lnTo>
                  <a:pt x="92440" y="101750"/>
                </a:lnTo>
                <a:lnTo>
                  <a:pt x="91263" y="102934"/>
                </a:lnTo>
                <a:lnTo>
                  <a:pt x="89012" y="101794"/>
                </a:lnTo>
                <a:lnTo>
                  <a:pt x="87762" y="102818"/>
                </a:lnTo>
                <a:lnTo>
                  <a:pt x="88902" y="105295"/>
                </a:lnTo>
                <a:lnTo>
                  <a:pt x="87769" y="106428"/>
                </a:lnTo>
                <a:lnTo>
                  <a:pt x="85548" y="105376"/>
                </a:lnTo>
                <a:lnTo>
                  <a:pt x="84144" y="106311"/>
                </a:lnTo>
                <a:lnTo>
                  <a:pt x="81930" y="105259"/>
                </a:lnTo>
                <a:lnTo>
                  <a:pt x="80994" y="106187"/>
                </a:lnTo>
                <a:lnTo>
                  <a:pt x="81762" y="109191"/>
                </a:lnTo>
                <a:lnTo>
                  <a:pt x="78319" y="110521"/>
                </a:lnTo>
                <a:lnTo>
                  <a:pt x="73795" y="108080"/>
                </a:lnTo>
                <a:lnTo>
                  <a:pt x="70382" y="109542"/>
                </a:lnTo>
                <a:lnTo>
                  <a:pt x="71193" y="112494"/>
                </a:lnTo>
                <a:lnTo>
                  <a:pt x="70448" y="113232"/>
                </a:lnTo>
                <a:lnTo>
                  <a:pt x="67882" y="112779"/>
                </a:lnTo>
                <a:lnTo>
                  <a:pt x="63987" y="113320"/>
                </a:lnTo>
                <a:lnTo>
                  <a:pt x="60164" y="112860"/>
                </a:lnTo>
                <a:lnTo>
                  <a:pt x="54508" y="112860"/>
                </a:lnTo>
                <a:lnTo>
                  <a:pt x="52059" y="113101"/>
                </a:lnTo>
                <a:lnTo>
                  <a:pt x="48741" y="112750"/>
                </a:lnTo>
                <a:lnTo>
                  <a:pt x="43340" y="1135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53002" y="105761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36345" y="99565"/>
                </a:moveTo>
                <a:lnTo>
                  <a:pt x="35519" y="98557"/>
                </a:lnTo>
                <a:lnTo>
                  <a:pt x="36067" y="95429"/>
                </a:lnTo>
                <a:lnTo>
                  <a:pt x="33780" y="94807"/>
                </a:lnTo>
                <a:lnTo>
                  <a:pt x="30812" y="95348"/>
                </a:lnTo>
                <a:lnTo>
                  <a:pt x="28005" y="95348"/>
                </a:lnTo>
                <a:lnTo>
                  <a:pt x="25864" y="95699"/>
                </a:lnTo>
                <a:lnTo>
                  <a:pt x="24731" y="95063"/>
                </a:lnTo>
                <a:lnTo>
                  <a:pt x="25681" y="92279"/>
                </a:lnTo>
                <a:lnTo>
                  <a:pt x="24753" y="91351"/>
                </a:lnTo>
                <a:lnTo>
                  <a:pt x="22107" y="92403"/>
                </a:lnTo>
                <a:lnTo>
                  <a:pt x="21275" y="91138"/>
                </a:lnTo>
                <a:lnTo>
                  <a:pt x="22320" y="88917"/>
                </a:lnTo>
                <a:lnTo>
                  <a:pt x="21150" y="87747"/>
                </a:lnTo>
                <a:lnTo>
                  <a:pt x="18819" y="88916"/>
                </a:lnTo>
                <a:lnTo>
                  <a:pt x="17744" y="87842"/>
                </a:lnTo>
                <a:lnTo>
                  <a:pt x="18789" y="85197"/>
                </a:lnTo>
                <a:lnTo>
                  <a:pt x="17525" y="84356"/>
                </a:lnTo>
                <a:lnTo>
                  <a:pt x="15318" y="85408"/>
                </a:lnTo>
                <a:lnTo>
                  <a:pt x="14141" y="84239"/>
                </a:lnTo>
                <a:lnTo>
                  <a:pt x="15311" y="81900"/>
                </a:lnTo>
                <a:lnTo>
                  <a:pt x="14236" y="80826"/>
                </a:lnTo>
                <a:lnTo>
                  <a:pt x="11590" y="81878"/>
                </a:lnTo>
                <a:lnTo>
                  <a:pt x="10757" y="80614"/>
                </a:lnTo>
                <a:lnTo>
                  <a:pt x="11810" y="78392"/>
                </a:lnTo>
                <a:lnTo>
                  <a:pt x="10640" y="77222"/>
                </a:lnTo>
                <a:lnTo>
                  <a:pt x="8302" y="78392"/>
                </a:lnTo>
                <a:lnTo>
                  <a:pt x="7227" y="77318"/>
                </a:lnTo>
                <a:lnTo>
                  <a:pt x="8280" y="74672"/>
                </a:lnTo>
                <a:lnTo>
                  <a:pt x="7249" y="73992"/>
                </a:lnTo>
                <a:lnTo>
                  <a:pt x="4465" y="74760"/>
                </a:lnTo>
                <a:lnTo>
                  <a:pt x="3463" y="72991"/>
                </a:lnTo>
                <a:lnTo>
                  <a:pt x="4216" y="68840"/>
                </a:lnTo>
                <a:lnTo>
                  <a:pt x="4216" y="66435"/>
                </a:lnTo>
                <a:lnTo>
                  <a:pt x="4545" y="64549"/>
                </a:lnTo>
                <a:lnTo>
                  <a:pt x="4026" y="63343"/>
                </a:lnTo>
                <a:lnTo>
                  <a:pt x="1074" y="64155"/>
                </a:lnTo>
                <a:lnTo>
                  <a:pt x="306" y="63380"/>
                </a:lnTo>
                <a:lnTo>
                  <a:pt x="825" y="60873"/>
                </a:lnTo>
                <a:lnTo>
                  <a:pt x="95" y="57102"/>
                </a:lnTo>
                <a:lnTo>
                  <a:pt x="708" y="52994"/>
                </a:lnTo>
                <a:lnTo>
                  <a:pt x="708" y="47462"/>
                </a:lnTo>
                <a:lnTo>
                  <a:pt x="467" y="45013"/>
                </a:lnTo>
                <a:lnTo>
                  <a:pt x="825" y="41695"/>
                </a:lnTo>
                <a:lnTo>
                  <a:pt x="0" y="36294"/>
                </a:lnTo>
                <a:lnTo>
                  <a:pt x="1045" y="35439"/>
                </a:lnTo>
                <a:lnTo>
                  <a:pt x="4099" y="36068"/>
                </a:lnTo>
                <a:lnTo>
                  <a:pt x="4516" y="34840"/>
                </a:lnTo>
                <a:lnTo>
                  <a:pt x="4216" y="33144"/>
                </a:lnTo>
                <a:lnTo>
                  <a:pt x="4216" y="31419"/>
                </a:lnTo>
                <a:lnTo>
                  <a:pt x="3866" y="29395"/>
                </a:lnTo>
                <a:lnTo>
                  <a:pt x="4567" y="27992"/>
                </a:lnTo>
                <a:lnTo>
                  <a:pt x="3676" y="25733"/>
                </a:lnTo>
                <a:lnTo>
                  <a:pt x="4794" y="24608"/>
                </a:lnTo>
                <a:lnTo>
                  <a:pt x="7132" y="25777"/>
                </a:lnTo>
                <a:lnTo>
                  <a:pt x="8302" y="24608"/>
                </a:lnTo>
                <a:lnTo>
                  <a:pt x="7132" y="22269"/>
                </a:lnTo>
                <a:lnTo>
                  <a:pt x="8236" y="21165"/>
                </a:lnTo>
                <a:lnTo>
                  <a:pt x="10801" y="22261"/>
                </a:lnTo>
                <a:lnTo>
                  <a:pt x="11722" y="20997"/>
                </a:lnTo>
                <a:lnTo>
                  <a:pt x="10633" y="18768"/>
                </a:lnTo>
                <a:lnTo>
                  <a:pt x="11707" y="17686"/>
                </a:lnTo>
                <a:lnTo>
                  <a:pt x="14361" y="18739"/>
                </a:lnTo>
                <a:lnTo>
                  <a:pt x="15230" y="17416"/>
                </a:lnTo>
                <a:lnTo>
                  <a:pt x="14141" y="15362"/>
                </a:lnTo>
                <a:lnTo>
                  <a:pt x="15223" y="14076"/>
                </a:lnTo>
                <a:lnTo>
                  <a:pt x="17679" y="15223"/>
                </a:lnTo>
                <a:lnTo>
                  <a:pt x="18826" y="14076"/>
                </a:lnTo>
                <a:lnTo>
                  <a:pt x="17657" y="11774"/>
                </a:lnTo>
                <a:lnTo>
                  <a:pt x="18789" y="10568"/>
                </a:lnTo>
                <a:lnTo>
                  <a:pt x="21165" y="11737"/>
                </a:lnTo>
                <a:lnTo>
                  <a:pt x="22320" y="10575"/>
                </a:lnTo>
                <a:lnTo>
                  <a:pt x="21150" y="8236"/>
                </a:lnTo>
                <a:lnTo>
                  <a:pt x="22320" y="7067"/>
                </a:lnTo>
                <a:lnTo>
                  <a:pt x="24659" y="8236"/>
                </a:lnTo>
                <a:lnTo>
                  <a:pt x="25674" y="7220"/>
                </a:lnTo>
                <a:lnTo>
                  <a:pt x="24739" y="4414"/>
                </a:lnTo>
                <a:lnTo>
                  <a:pt x="26617" y="3405"/>
                </a:lnTo>
                <a:lnTo>
                  <a:pt x="30651" y="4143"/>
                </a:lnTo>
                <a:lnTo>
                  <a:pt x="33283" y="4143"/>
                </a:lnTo>
                <a:lnTo>
                  <a:pt x="34817" y="4363"/>
                </a:lnTo>
                <a:lnTo>
                  <a:pt x="35760" y="4143"/>
                </a:lnTo>
                <a:lnTo>
                  <a:pt x="36089" y="4056"/>
                </a:lnTo>
                <a:lnTo>
                  <a:pt x="35482" y="913"/>
                </a:lnTo>
                <a:lnTo>
                  <a:pt x="36170" y="226"/>
                </a:lnTo>
                <a:lnTo>
                  <a:pt x="38669" y="760"/>
                </a:lnTo>
                <a:lnTo>
                  <a:pt x="41395" y="204"/>
                </a:lnTo>
                <a:lnTo>
                  <a:pt x="44106" y="635"/>
                </a:lnTo>
                <a:lnTo>
                  <a:pt x="56524" y="635"/>
                </a:lnTo>
                <a:lnTo>
                  <a:pt x="60668" y="0"/>
                </a:lnTo>
                <a:lnTo>
                  <a:pt x="64096" y="687"/>
                </a:lnTo>
                <a:lnTo>
                  <a:pt x="63577" y="3895"/>
                </a:lnTo>
                <a:lnTo>
                  <a:pt x="64257" y="4575"/>
                </a:lnTo>
                <a:lnTo>
                  <a:pt x="66713" y="3990"/>
                </a:lnTo>
                <a:lnTo>
                  <a:pt x="69358" y="4648"/>
                </a:lnTo>
                <a:lnTo>
                  <a:pt x="72450" y="3281"/>
                </a:lnTo>
                <a:lnTo>
                  <a:pt x="74796" y="4348"/>
                </a:lnTo>
                <a:lnTo>
                  <a:pt x="73956" y="7264"/>
                </a:lnTo>
                <a:lnTo>
                  <a:pt x="74928" y="8236"/>
                </a:lnTo>
                <a:lnTo>
                  <a:pt x="77266" y="7067"/>
                </a:lnTo>
                <a:lnTo>
                  <a:pt x="78428" y="8236"/>
                </a:lnTo>
                <a:lnTo>
                  <a:pt x="77266" y="10575"/>
                </a:lnTo>
                <a:lnTo>
                  <a:pt x="78414" y="11730"/>
                </a:lnTo>
                <a:lnTo>
                  <a:pt x="80818" y="10568"/>
                </a:lnTo>
                <a:lnTo>
                  <a:pt x="81922" y="11781"/>
                </a:lnTo>
                <a:lnTo>
                  <a:pt x="80760" y="14076"/>
                </a:lnTo>
                <a:lnTo>
                  <a:pt x="81841" y="15158"/>
                </a:lnTo>
                <a:lnTo>
                  <a:pt x="84487" y="14105"/>
                </a:lnTo>
                <a:lnTo>
                  <a:pt x="85328" y="15384"/>
                </a:lnTo>
                <a:lnTo>
                  <a:pt x="84275" y="17569"/>
                </a:lnTo>
                <a:lnTo>
                  <a:pt x="85430" y="18768"/>
                </a:lnTo>
                <a:lnTo>
                  <a:pt x="87783" y="17591"/>
                </a:lnTo>
                <a:lnTo>
                  <a:pt x="88850" y="18666"/>
                </a:lnTo>
                <a:lnTo>
                  <a:pt x="87798" y="21311"/>
                </a:lnTo>
                <a:lnTo>
                  <a:pt x="89062" y="22152"/>
                </a:lnTo>
                <a:lnTo>
                  <a:pt x="91284" y="21100"/>
                </a:lnTo>
                <a:lnTo>
                  <a:pt x="92453" y="22269"/>
                </a:lnTo>
                <a:lnTo>
                  <a:pt x="91284" y="24608"/>
                </a:lnTo>
                <a:lnTo>
                  <a:pt x="92351" y="25682"/>
                </a:lnTo>
                <a:lnTo>
                  <a:pt x="95004" y="24630"/>
                </a:lnTo>
                <a:lnTo>
                  <a:pt x="95910" y="26011"/>
                </a:lnTo>
                <a:lnTo>
                  <a:pt x="94880" y="27845"/>
                </a:lnTo>
                <a:lnTo>
                  <a:pt x="96115" y="29987"/>
                </a:lnTo>
                <a:lnTo>
                  <a:pt x="94288" y="34825"/>
                </a:lnTo>
                <a:lnTo>
                  <a:pt x="95640" y="35936"/>
                </a:lnTo>
                <a:lnTo>
                  <a:pt x="98827" y="35461"/>
                </a:lnTo>
                <a:lnTo>
                  <a:pt x="99323" y="37829"/>
                </a:lnTo>
                <a:lnTo>
                  <a:pt x="98877" y="40570"/>
                </a:lnTo>
                <a:lnTo>
                  <a:pt x="98877" y="58790"/>
                </a:lnTo>
                <a:lnTo>
                  <a:pt x="99447" y="61853"/>
                </a:lnTo>
                <a:lnTo>
                  <a:pt x="98768" y="64133"/>
                </a:lnTo>
                <a:lnTo>
                  <a:pt x="95669" y="63490"/>
                </a:lnTo>
                <a:lnTo>
                  <a:pt x="94901" y="64257"/>
                </a:lnTo>
                <a:lnTo>
                  <a:pt x="95603" y="66625"/>
                </a:lnTo>
                <a:lnTo>
                  <a:pt x="94661" y="69337"/>
                </a:lnTo>
                <a:lnTo>
                  <a:pt x="96217" y="72318"/>
                </a:lnTo>
                <a:lnTo>
                  <a:pt x="95186" y="74745"/>
                </a:lnTo>
                <a:lnTo>
                  <a:pt x="92227" y="73934"/>
                </a:lnTo>
                <a:lnTo>
                  <a:pt x="91269" y="74898"/>
                </a:lnTo>
                <a:lnTo>
                  <a:pt x="92380" y="77135"/>
                </a:lnTo>
                <a:lnTo>
                  <a:pt x="91415" y="78392"/>
                </a:lnTo>
                <a:lnTo>
                  <a:pt x="88886" y="77281"/>
                </a:lnTo>
                <a:lnTo>
                  <a:pt x="87776" y="78392"/>
                </a:lnTo>
                <a:lnTo>
                  <a:pt x="88945" y="80731"/>
                </a:lnTo>
                <a:lnTo>
                  <a:pt x="87776" y="81900"/>
                </a:lnTo>
                <a:lnTo>
                  <a:pt x="85444" y="80731"/>
                </a:lnTo>
                <a:lnTo>
                  <a:pt x="84268" y="81907"/>
                </a:lnTo>
                <a:lnTo>
                  <a:pt x="85437" y="84217"/>
                </a:lnTo>
                <a:lnTo>
                  <a:pt x="84290" y="85416"/>
                </a:lnTo>
                <a:lnTo>
                  <a:pt x="81929" y="84239"/>
                </a:lnTo>
                <a:lnTo>
                  <a:pt x="80767" y="85408"/>
                </a:lnTo>
                <a:lnTo>
                  <a:pt x="81936" y="87747"/>
                </a:lnTo>
                <a:lnTo>
                  <a:pt x="80767" y="88917"/>
                </a:lnTo>
                <a:lnTo>
                  <a:pt x="78428" y="87747"/>
                </a:lnTo>
                <a:lnTo>
                  <a:pt x="77281" y="88902"/>
                </a:lnTo>
                <a:lnTo>
                  <a:pt x="78443" y="91299"/>
                </a:lnTo>
                <a:lnTo>
                  <a:pt x="77222" y="92410"/>
                </a:lnTo>
                <a:lnTo>
                  <a:pt x="74935" y="91241"/>
                </a:lnTo>
                <a:lnTo>
                  <a:pt x="73853" y="92330"/>
                </a:lnTo>
                <a:lnTo>
                  <a:pt x="74906" y="94975"/>
                </a:lnTo>
                <a:lnTo>
                  <a:pt x="73561" y="95874"/>
                </a:lnTo>
                <a:lnTo>
                  <a:pt x="71727" y="94983"/>
                </a:lnTo>
                <a:lnTo>
                  <a:pt x="68847" y="96174"/>
                </a:lnTo>
                <a:lnTo>
                  <a:pt x="65806" y="94501"/>
                </a:lnTo>
                <a:lnTo>
                  <a:pt x="63380" y="95538"/>
                </a:lnTo>
                <a:lnTo>
                  <a:pt x="64191" y="98484"/>
                </a:lnTo>
                <a:lnTo>
                  <a:pt x="63424" y="99251"/>
                </a:lnTo>
                <a:lnTo>
                  <a:pt x="60902" y="98747"/>
                </a:lnTo>
                <a:lnTo>
                  <a:pt x="57109" y="99441"/>
                </a:lnTo>
                <a:lnTo>
                  <a:pt x="53067" y="98857"/>
                </a:lnTo>
                <a:lnTo>
                  <a:pt x="47513" y="98857"/>
                </a:lnTo>
                <a:lnTo>
                  <a:pt x="45057" y="99098"/>
                </a:lnTo>
                <a:lnTo>
                  <a:pt x="41739" y="98747"/>
                </a:lnTo>
                <a:lnTo>
                  <a:pt x="36345" y="99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70872" y="11255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2288" y="85446"/>
                </a:moveTo>
                <a:lnTo>
                  <a:pt x="31390" y="84547"/>
                </a:lnTo>
                <a:lnTo>
                  <a:pt x="32442" y="81901"/>
                </a:lnTo>
                <a:lnTo>
                  <a:pt x="31112" y="81017"/>
                </a:lnTo>
                <a:lnTo>
                  <a:pt x="29255" y="81850"/>
                </a:lnTo>
                <a:lnTo>
                  <a:pt x="27143" y="81075"/>
                </a:lnTo>
                <a:lnTo>
                  <a:pt x="22130" y="82464"/>
                </a:lnTo>
                <a:lnTo>
                  <a:pt x="20938" y="81017"/>
                </a:lnTo>
                <a:lnTo>
                  <a:pt x="21888" y="78363"/>
                </a:lnTo>
                <a:lnTo>
                  <a:pt x="20653" y="77567"/>
                </a:lnTo>
                <a:lnTo>
                  <a:pt x="18431" y="78605"/>
                </a:lnTo>
                <a:lnTo>
                  <a:pt x="17364" y="77530"/>
                </a:lnTo>
                <a:lnTo>
                  <a:pt x="18417" y="74885"/>
                </a:lnTo>
                <a:lnTo>
                  <a:pt x="17101" y="74008"/>
                </a:lnTo>
                <a:lnTo>
                  <a:pt x="15018" y="75096"/>
                </a:lnTo>
                <a:lnTo>
                  <a:pt x="13754" y="73993"/>
                </a:lnTo>
                <a:lnTo>
                  <a:pt x="14909" y="71566"/>
                </a:lnTo>
                <a:lnTo>
                  <a:pt x="13863" y="70514"/>
                </a:lnTo>
                <a:lnTo>
                  <a:pt x="11210" y="71566"/>
                </a:lnTo>
                <a:lnTo>
                  <a:pt x="10377" y="70302"/>
                </a:lnTo>
                <a:lnTo>
                  <a:pt x="11430" y="68080"/>
                </a:lnTo>
                <a:lnTo>
                  <a:pt x="10260" y="66918"/>
                </a:lnTo>
                <a:lnTo>
                  <a:pt x="7922" y="68087"/>
                </a:lnTo>
                <a:lnTo>
                  <a:pt x="6855" y="67013"/>
                </a:lnTo>
                <a:lnTo>
                  <a:pt x="7900" y="64367"/>
                </a:lnTo>
                <a:lnTo>
                  <a:pt x="6884" y="63688"/>
                </a:lnTo>
                <a:lnTo>
                  <a:pt x="4085" y="64440"/>
                </a:lnTo>
                <a:lnTo>
                  <a:pt x="3091" y="62657"/>
                </a:lnTo>
                <a:lnTo>
                  <a:pt x="3836" y="58550"/>
                </a:lnTo>
                <a:lnTo>
                  <a:pt x="3836" y="55970"/>
                </a:lnTo>
                <a:lnTo>
                  <a:pt x="4099" y="54442"/>
                </a:lnTo>
                <a:lnTo>
                  <a:pt x="3741" y="53141"/>
                </a:lnTo>
                <a:lnTo>
                  <a:pt x="613" y="53755"/>
                </a:lnTo>
                <a:lnTo>
                  <a:pt x="0" y="53141"/>
                </a:lnTo>
                <a:lnTo>
                  <a:pt x="358" y="50473"/>
                </a:lnTo>
                <a:lnTo>
                  <a:pt x="270" y="48800"/>
                </a:lnTo>
                <a:lnTo>
                  <a:pt x="401" y="47623"/>
                </a:lnTo>
                <a:lnTo>
                  <a:pt x="131" y="42982"/>
                </a:lnTo>
                <a:lnTo>
                  <a:pt x="328" y="39415"/>
                </a:lnTo>
                <a:lnTo>
                  <a:pt x="328" y="35074"/>
                </a:lnTo>
                <a:lnTo>
                  <a:pt x="0" y="33196"/>
                </a:lnTo>
                <a:lnTo>
                  <a:pt x="518" y="31982"/>
                </a:lnTo>
                <a:lnTo>
                  <a:pt x="3471" y="32786"/>
                </a:lnTo>
                <a:lnTo>
                  <a:pt x="4326" y="31924"/>
                </a:lnTo>
                <a:lnTo>
                  <a:pt x="3573" y="29593"/>
                </a:lnTo>
                <a:lnTo>
                  <a:pt x="4319" y="27670"/>
                </a:lnTo>
                <a:lnTo>
                  <a:pt x="2871" y="22679"/>
                </a:lnTo>
                <a:lnTo>
                  <a:pt x="4487" y="21370"/>
                </a:lnTo>
                <a:lnTo>
                  <a:pt x="6767" y="22496"/>
                </a:lnTo>
                <a:lnTo>
                  <a:pt x="7922" y="21290"/>
                </a:lnTo>
                <a:lnTo>
                  <a:pt x="6752" y="18980"/>
                </a:lnTo>
                <a:lnTo>
                  <a:pt x="7878" y="17847"/>
                </a:lnTo>
                <a:lnTo>
                  <a:pt x="10385" y="18980"/>
                </a:lnTo>
                <a:lnTo>
                  <a:pt x="11372" y="17716"/>
                </a:lnTo>
                <a:lnTo>
                  <a:pt x="10246" y="15479"/>
                </a:lnTo>
                <a:lnTo>
                  <a:pt x="11335" y="14390"/>
                </a:lnTo>
                <a:lnTo>
                  <a:pt x="13981" y="15443"/>
                </a:lnTo>
                <a:lnTo>
                  <a:pt x="14857" y="14120"/>
                </a:lnTo>
                <a:lnTo>
                  <a:pt x="13768" y="12066"/>
                </a:lnTo>
                <a:lnTo>
                  <a:pt x="14843" y="10780"/>
                </a:lnTo>
                <a:lnTo>
                  <a:pt x="17306" y="11927"/>
                </a:lnTo>
                <a:lnTo>
                  <a:pt x="18366" y="10860"/>
                </a:lnTo>
                <a:lnTo>
                  <a:pt x="17277" y="8280"/>
                </a:lnTo>
                <a:lnTo>
                  <a:pt x="18548" y="7367"/>
                </a:lnTo>
                <a:lnTo>
                  <a:pt x="20770" y="8456"/>
                </a:lnTo>
                <a:lnTo>
                  <a:pt x="21845" y="7374"/>
                </a:lnTo>
                <a:lnTo>
                  <a:pt x="20799" y="4728"/>
                </a:lnTo>
                <a:lnTo>
                  <a:pt x="22020" y="3917"/>
                </a:lnTo>
                <a:lnTo>
                  <a:pt x="24066" y="4502"/>
                </a:lnTo>
                <a:lnTo>
                  <a:pt x="25930" y="4158"/>
                </a:lnTo>
                <a:lnTo>
                  <a:pt x="27282" y="4356"/>
                </a:lnTo>
                <a:lnTo>
                  <a:pt x="29394" y="4356"/>
                </a:lnTo>
                <a:lnTo>
                  <a:pt x="30856" y="4575"/>
                </a:lnTo>
                <a:lnTo>
                  <a:pt x="31887" y="4363"/>
                </a:lnTo>
                <a:lnTo>
                  <a:pt x="32201" y="4282"/>
                </a:lnTo>
                <a:lnTo>
                  <a:pt x="31609" y="1132"/>
                </a:lnTo>
                <a:lnTo>
                  <a:pt x="32223" y="526"/>
                </a:lnTo>
                <a:lnTo>
                  <a:pt x="34883" y="877"/>
                </a:lnTo>
                <a:lnTo>
                  <a:pt x="36557" y="796"/>
                </a:lnTo>
                <a:lnTo>
                  <a:pt x="41278" y="738"/>
                </a:lnTo>
                <a:lnTo>
                  <a:pt x="45641" y="1176"/>
                </a:lnTo>
                <a:lnTo>
                  <a:pt x="49793" y="0"/>
                </a:lnTo>
                <a:lnTo>
                  <a:pt x="53250" y="942"/>
                </a:lnTo>
                <a:lnTo>
                  <a:pt x="52636" y="4078"/>
                </a:lnTo>
                <a:lnTo>
                  <a:pt x="53257" y="4692"/>
                </a:lnTo>
                <a:lnTo>
                  <a:pt x="55917" y="4334"/>
                </a:lnTo>
                <a:lnTo>
                  <a:pt x="57284" y="4407"/>
                </a:lnTo>
                <a:lnTo>
                  <a:pt x="59177" y="3997"/>
                </a:lnTo>
                <a:lnTo>
                  <a:pt x="60639" y="4699"/>
                </a:lnTo>
                <a:lnTo>
                  <a:pt x="62904" y="3829"/>
                </a:lnTo>
                <a:lnTo>
                  <a:pt x="63928" y="4852"/>
                </a:lnTo>
                <a:lnTo>
                  <a:pt x="62875" y="7498"/>
                </a:lnTo>
                <a:lnTo>
                  <a:pt x="64140" y="8339"/>
                </a:lnTo>
                <a:lnTo>
                  <a:pt x="66354" y="7286"/>
                </a:lnTo>
                <a:lnTo>
                  <a:pt x="67524" y="8456"/>
                </a:lnTo>
                <a:lnTo>
                  <a:pt x="66354" y="10794"/>
                </a:lnTo>
                <a:lnTo>
                  <a:pt x="67429" y="11869"/>
                </a:lnTo>
                <a:lnTo>
                  <a:pt x="70081" y="10816"/>
                </a:lnTo>
                <a:lnTo>
                  <a:pt x="70907" y="12073"/>
                </a:lnTo>
                <a:lnTo>
                  <a:pt x="69862" y="14310"/>
                </a:lnTo>
                <a:lnTo>
                  <a:pt x="71032" y="15472"/>
                </a:lnTo>
                <a:lnTo>
                  <a:pt x="73363" y="14303"/>
                </a:lnTo>
                <a:lnTo>
                  <a:pt x="74437" y="15377"/>
                </a:lnTo>
                <a:lnTo>
                  <a:pt x="73392" y="18022"/>
                </a:lnTo>
                <a:lnTo>
                  <a:pt x="74656" y="18863"/>
                </a:lnTo>
                <a:lnTo>
                  <a:pt x="76871" y="17811"/>
                </a:lnTo>
                <a:lnTo>
                  <a:pt x="78040" y="18980"/>
                </a:lnTo>
                <a:lnTo>
                  <a:pt x="76871" y="21319"/>
                </a:lnTo>
                <a:lnTo>
                  <a:pt x="77945" y="22393"/>
                </a:lnTo>
                <a:lnTo>
                  <a:pt x="80591" y="21341"/>
                </a:lnTo>
                <a:lnTo>
                  <a:pt x="81497" y="22707"/>
                </a:lnTo>
                <a:lnTo>
                  <a:pt x="80525" y="24528"/>
                </a:lnTo>
                <a:lnTo>
                  <a:pt x="81578" y="26691"/>
                </a:lnTo>
                <a:lnTo>
                  <a:pt x="79926" y="31580"/>
                </a:lnTo>
                <a:lnTo>
                  <a:pt x="81300" y="32706"/>
                </a:lnTo>
                <a:lnTo>
                  <a:pt x="84348" y="32077"/>
                </a:lnTo>
                <a:lnTo>
                  <a:pt x="84764" y="33305"/>
                </a:lnTo>
                <a:lnTo>
                  <a:pt x="84464" y="35001"/>
                </a:lnTo>
                <a:lnTo>
                  <a:pt x="84391" y="38290"/>
                </a:lnTo>
                <a:lnTo>
                  <a:pt x="84574" y="41849"/>
                </a:lnTo>
                <a:lnTo>
                  <a:pt x="84143" y="46198"/>
                </a:lnTo>
                <a:lnTo>
                  <a:pt x="85320" y="50342"/>
                </a:lnTo>
                <a:lnTo>
                  <a:pt x="84369" y="53806"/>
                </a:lnTo>
                <a:lnTo>
                  <a:pt x="81242" y="53192"/>
                </a:lnTo>
                <a:lnTo>
                  <a:pt x="80628" y="53813"/>
                </a:lnTo>
                <a:lnTo>
                  <a:pt x="80986" y="56474"/>
                </a:lnTo>
                <a:lnTo>
                  <a:pt x="80913" y="57841"/>
                </a:lnTo>
                <a:lnTo>
                  <a:pt x="81329" y="59733"/>
                </a:lnTo>
                <a:lnTo>
                  <a:pt x="80620" y="61195"/>
                </a:lnTo>
                <a:lnTo>
                  <a:pt x="81490" y="63468"/>
                </a:lnTo>
                <a:lnTo>
                  <a:pt x="80474" y="64484"/>
                </a:lnTo>
                <a:lnTo>
                  <a:pt x="77821" y="63432"/>
                </a:lnTo>
                <a:lnTo>
                  <a:pt x="76988" y="64696"/>
                </a:lnTo>
                <a:lnTo>
                  <a:pt x="78040" y="66918"/>
                </a:lnTo>
                <a:lnTo>
                  <a:pt x="76871" y="68088"/>
                </a:lnTo>
                <a:lnTo>
                  <a:pt x="74532" y="66918"/>
                </a:lnTo>
                <a:lnTo>
                  <a:pt x="73458" y="67992"/>
                </a:lnTo>
                <a:lnTo>
                  <a:pt x="74511" y="70638"/>
                </a:lnTo>
                <a:lnTo>
                  <a:pt x="73253" y="71471"/>
                </a:lnTo>
                <a:lnTo>
                  <a:pt x="71024" y="70419"/>
                </a:lnTo>
                <a:lnTo>
                  <a:pt x="69862" y="71596"/>
                </a:lnTo>
                <a:lnTo>
                  <a:pt x="71032" y="73927"/>
                </a:lnTo>
                <a:lnTo>
                  <a:pt x="69957" y="75001"/>
                </a:lnTo>
                <a:lnTo>
                  <a:pt x="67311" y="73949"/>
                </a:lnTo>
                <a:lnTo>
                  <a:pt x="66478" y="75213"/>
                </a:lnTo>
                <a:lnTo>
                  <a:pt x="67524" y="77435"/>
                </a:lnTo>
                <a:lnTo>
                  <a:pt x="66354" y="78605"/>
                </a:lnTo>
                <a:lnTo>
                  <a:pt x="64023" y="77435"/>
                </a:lnTo>
                <a:lnTo>
                  <a:pt x="62948" y="78510"/>
                </a:lnTo>
                <a:lnTo>
                  <a:pt x="64001" y="81155"/>
                </a:lnTo>
                <a:lnTo>
                  <a:pt x="62634" y="82069"/>
                </a:lnTo>
                <a:lnTo>
                  <a:pt x="60814" y="81097"/>
                </a:lnTo>
                <a:lnTo>
                  <a:pt x="58651" y="82149"/>
                </a:lnTo>
                <a:lnTo>
                  <a:pt x="53754" y="80490"/>
                </a:lnTo>
                <a:lnTo>
                  <a:pt x="52643" y="81864"/>
                </a:lnTo>
                <a:lnTo>
                  <a:pt x="53272" y="84912"/>
                </a:lnTo>
                <a:lnTo>
                  <a:pt x="52036" y="85343"/>
                </a:lnTo>
                <a:lnTo>
                  <a:pt x="50341" y="85036"/>
                </a:lnTo>
                <a:lnTo>
                  <a:pt x="37828" y="85036"/>
                </a:lnTo>
                <a:lnTo>
                  <a:pt x="36411" y="85263"/>
                </a:lnTo>
                <a:lnTo>
                  <a:pt x="34781" y="84905"/>
                </a:lnTo>
                <a:lnTo>
                  <a:pt x="32288" y="854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8399" y="119757"/>
            <a:ext cx="71090" cy="71128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2709331" y="130208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4" h="50800">
                <a:moveTo>
                  <a:pt x="19543" y="50546"/>
                </a:moveTo>
                <a:lnTo>
                  <a:pt x="17474" y="49662"/>
                </a:lnTo>
                <a:lnTo>
                  <a:pt x="18293" y="46710"/>
                </a:lnTo>
                <a:lnTo>
                  <a:pt x="17372" y="45803"/>
                </a:lnTo>
                <a:lnTo>
                  <a:pt x="15121" y="46709"/>
                </a:lnTo>
                <a:lnTo>
                  <a:pt x="13703" y="45986"/>
                </a:lnTo>
                <a:lnTo>
                  <a:pt x="11452" y="46892"/>
                </a:lnTo>
                <a:lnTo>
                  <a:pt x="10421" y="45854"/>
                </a:lnTo>
                <a:lnTo>
                  <a:pt x="11467" y="43209"/>
                </a:lnTo>
                <a:lnTo>
                  <a:pt x="10202" y="42368"/>
                </a:lnTo>
                <a:lnTo>
                  <a:pt x="8002" y="43428"/>
                </a:lnTo>
                <a:lnTo>
                  <a:pt x="6818" y="42266"/>
                </a:lnTo>
                <a:lnTo>
                  <a:pt x="7988" y="39920"/>
                </a:lnTo>
                <a:lnTo>
                  <a:pt x="6921" y="38845"/>
                </a:lnTo>
                <a:lnTo>
                  <a:pt x="4268" y="39898"/>
                </a:lnTo>
                <a:lnTo>
                  <a:pt x="3362" y="38516"/>
                </a:lnTo>
                <a:lnTo>
                  <a:pt x="4377" y="36689"/>
                </a:lnTo>
                <a:lnTo>
                  <a:pt x="3507" y="35118"/>
                </a:lnTo>
                <a:lnTo>
                  <a:pt x="4458" y="32881"/>
                </a:lnTo>
                <a:lnTo>
                  <a:pt x="3412" y="31829"/>
                </a:lnTo>
                <a:lnTo>
                  <a:pt x="767" y="32881"/>
                </a:lnTo>
                <a:lnTo>
                  <a:pt x="0" y="31726"/>
                </a:lnTo>
                <a:lnTo>
                  <a:pt x="467" y="29541"/>
                </a:lnTo>
                <a:lnTo>
                  <a:pt x="182" y="26523"/>
                </a:lnTo>
                <a:lnTo>
                  <a:pt x="394" y="24096"/>
                </a:lnTo>
                <a:lnTo>
                  <a:pt x="394" y="20785"/>
                </a:lnTo>
                <a:lnTo>
                  <a:pt x="131" y="19258"/>
                </a:lnTo>
                <a:lnTo>
                  <a:pt x="489" y="17957"/>
                </a:lnTo>
                <a:lnTo>
                  <a:pt x="3617" y="18571"/>
                </a:lnTo>
                <a:lnTo>
                  <a:pt x="4239" y="17957"/>
                </a:lnTo>
                <a:lnTo>
                  <a:pt x="3873" y="15289"/>
                </a:lnTo>
                <a:lnTo>
                  <a:pt x="3939" y="14098"/>
                </a:lnTo>
                <a:lnTo>
                  <a:pt x="3529" y="11818"/>
                </a:lnTo>
                <a:lnTo>
                  <a:pt x="4289" y="10699"/>
                </a:lnTo>
                <a:lnTo>
                  <a:pt x="6906" y="11766"/>
                </a:lnTo>
                <a:lnTo>
                  <a:pt x="7893" y="10780"/>
                </a:lnTo>
                <a:lnTo>
                  <a:pt x="6848" y="8134"/>
                </a:lnTo>
                <a:lnTo>
                  <a:pt x="8215" y="7220"/>
                </a:lnTo>
                <a:lnTo>
                  <a:pt x="10093" y="8295"/>
                </a:lnTo>
                <a:lnTo>
                  <a:pt x="11467" y="7403"/>
                </a:lnTo>
                <a:lnTo>
                  <a:pt x="10429" y="4735"/>
                </a:lnTo>
                <a:lnTo>
                  <a:pt x="11240" y="3924"/>
                </a:lnTo>
                <a:lnTo>
                  <a:pt x="13907" y="4282"/>
                </a:lnTo>
                <a:lnTo>
                  <a:pt x="15369" y="4180"/>
                </a:lnTo>
                <a:lnTo>
                  <a:pt x="16977" y="4618"/>
                </a:lnTo>
                <a:lnTo>
                  <a:pt x="17912" y="4253"/>
                </a:lnTo>
                <a:lnTo>
                  <a:pt x="18132" y="4173"/>
                </a:lnTo>
                <a:lnTo>
                  <a:pt x="17708" y="760"/>
                </a:lnTo>
                <a:lnTo>
                  <a:pt x="20039" y="555"/>
                </a:lnTo>
                <a:lnTo>
                  <a:pt x="22817" y="438"/>
                </a:lnTo>
                <a:lnTo>
                  <a:pt x="25996" y="898"/>
                </a:lnTo>
                <a:lnTo>
                  <a:pt x="31339" y="0"/>
                </a:lnTo>
                <a:lnTo>
                  <a:pt x="32274" y="1147"/>
                </a:lnTo>
                <a:lnTo>
                  <a:pt x="31514" y="4056"/>
                </a:lnTo>
                <a:lnTo>
                  <a:pt x="33217" y="4838"/>
                </a:lnTo>
                <a:lnTo>
                  <a:pt x="38136" y="3245"/>
                </a:lnTo>
                <a:lnTo>
                  <a:pt x="39488" y="4904"/>
                </a:lnTo>
                <a:lnTo>
                  <a:pt x="38363" y="7191"/>
                </a:lnTo>
                <a:lnTo>
                  <a:pt x="39568" y="8339"/>
                </a:lnTo>
                <a:lnTo>
                  <a:pt x="41878" y="7169"/>
                </a:lnTo>
                <a:lnTo>
                  <a:pt x="43062" y="8361"/>
                </a:lnTo>
                <a:lnTo>
                  <a:pt x="41900" y="10641"/>
                </a:lnTo>
                <a:lnTo>
                  <a:pt x="42996" y="11861"/>
                </a:lnTo>
                <a:lnTo>
                  <a:pt x="45408" y="10707"/>
                </a:lnTo>
                <a:lnTo>
                  <a:pt x="46307" y="11599"/>
                </a:lnTo>
                <a:lnTo>
                  <a:pt x="45941" y="14266"/>
                </a:lnTo>
                <a:lnTo>
                  <a:pt x="46014" y="15574"/>
                </a:lnTo>
                <a:lnTo>
                  <a:pt x="45598" y="17606"/>
                </a:lnTo>
                <a:lnTo>
                  <a:pt x="46248" y="18798"/>
                </a:lnTo>
                <a:lnTo>
                  <a:pt x="49048" y="17855"/>
                </a:lnTo>
                <a:lnTo>
                  <a:pt x="49837" y="18651"/>
                </a:lnTo>
                <a:lnTo>
                  <a:pt x="49413" y="21246"/>
                </a:lnTo>
                <a:lnTo>
                  <a:pt x="49690" y="23687"/>
                </a:lnTo>
                <a:lnTo>
                  <a:pt x="49932" y="26969"/>
                </a:lnTo>
                <a:lnTo>
                  <a:pt x="49325" y="29432"/>
                </a:lnTo>
                <a:lnTo>
                  <a:pt x="49910" y="31887"/>
                </a:lnTo>
                <a:lnTo>
                  <a:pt x="49128" y="32669"/>
                </a:lnTo>
                <a:lnTo>
                  <a:pt x="46131" y="31902"/>
                </a:lnTo>
                <a:lnTo>
                  <a:pt x="45181" y="34328"/>
                </a:lnTo>
                <a:lnTo>
                  <a:pt x="46819" y="37354"/>
                </a:lnTo>
                <a:lnTo>
                  <a:pt x="45788" y="39781"/>
                </a:lnTo>
                <a:lnTo>
                  <a:pt x="42828" y="38970"/>
                </a:lnTo>
                <a:lnTo>
                  <a:pt x="41885" y="39927"/>
                </a:lnTo>
                <a:lnTo>
                  <a:pt x="43047" y="42251"/>
                </a:lnTo>
                <a:lnTo>
                  <a:pt x="41892" y="43428"/>
                </a:lnTo>
                <a:lnTo>
                  <a:pt x="39546" y="42258"/>
                </a:lnTo>
                <a:lnTo>
                  <a:pt x="38589" y="43208"/>
                </a:lnTo>
                <a:lnTo>
                  <a:pt x="39407" y="46161"/>
                </a:lnTo>
                <a:lnTo>
                  <a:pt x="36988" y="47192"/>
                </a:lnTo>
                <a:lnTo>
                  <a:pt x="33919" y="45489"/>
                </a:lnTo>
                <a:lnTo>
                  <a:pt x="31500" y="46541"/>
                </a:lnTo>
                <a:lnTo>
                  <a:pt x="32318" y="49479"/>
                </a:lnTo>
                <a:lnTo>
                  <a:pt x="31609" y="50181"/>
                </a:lnTo>
                <a:lnTo>
                  <a:pt x="28949" y="49823"/>
                </a:lnTo>
                <a:lnTo>
                  <a:pt x="27282" y="49911"/>
                </a:lnTo>
                <a:lnTo>
                  <a:pt x="23146" y="49845"/>
                </a:lnTo>
                <a:lnTo>
                  <a:pt x="19543" y="50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29569" y="141032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10">
                <a:moveTo>
                  <a:pt x="12307" y="28964"/>
                </a:moveTo>
                <a:lnTo>
                  <a:pt x="11115" y="28138"/>
                </a:lnTo>
                <a:lnTo>
                  <a:pt x="12102" y="25543"/>
                </a:lnTo>
                <a:lnTo>
                  <a:pt x="11664" y="25002"/>
                </a:lnTo>
                <a:lnTo>
                  <a:pt x="10392" y="24125"/>
                </a:lnTo>
                <a:lnTo>
                  <a:pt x="5583" y="26150"/>
                </a:lnTo>
                <a:lnTo>
                  <a:pt x="4070" y="24301"/>
                </a:lnTo>
                <a:lnTo>
                  <a:pt x="5100" y="22291"/>
                </a:lnTo>
                <a:lnTo>
                  <a:pt x="4647" y="21494"/>
                </a:lnTo>
                <a:lnTo>
                  <a:pt x="4179" y="20793"/>
                </a:lnTo>
                <a:lnTo>
                  <a:pt x="5224" y="18571"/>
                </a:lnTo>
                <a:lnTo>
                  <a:pt x="4062" y="17401"/>
                </a:lnTo>
                <a:lnTo>
                  <a:pt x="1797" y="18425"/>
                </a:lnTo>
                <a:lnTo>
                  <a:pt x="1147" y="17986"/>
                </a:lnTo>
                <a:lnTo>
                  <a:pt x="2024" y="16722"/>
                </a:lnTo>
                <a:lnTo>
                  <a:pt x="0" y="11905"/>
                </a:lnTo>
                <a:lnTo>
                  <a:pt x="1849" y="10400"/>
                </a:lnTo>
                <a:lnTo>
                  <a:pt x="3866" y="11430"/>
                </a:lnTo>
                <a:lnTo>
                  <a:pt x="4655" y="10970"/>
                </a:lnTo>
                <a:lnTo>
                  <a:pt x="5532" y="9705"/>
                </a:lnTo>
                <a:lnTo>
                  <a:pt x="3507" y="4889"/>
                </a:lnTo>
                <a:lnTo>
                  <a:pt x="5357" y="3384"/>
                </a:lnTo>
                <a:lnTo>
                  <a:pt x="7366" y="4414"/>
                </a:lnTo>
                <a:lnTo>
                  <a:pt x="8857" y="3486"/>
                </a:lnTo>
                <a:lnTo>
                  <a:pt x="11079" y="4538"/>
                </a:lnTo>
                <a:lnTo>
                  <a:pt x="11971" y="3647"/>
                </a:lnTo>
                <a:lnTo>
                  <a:pt x="11298" y="562"/>
                </a:lnTo>
                <a:lnTo>
                  <a:pt x="12950" y="36"/>
                </a:lnTo>
                <a:lnTo>
                  <a:pt x="17401" y="0"/>
                </a:lnTo>
                <a:lnTo>
                  <a:pt x="19060" y="577"/>
                </a:lnTo>
                <a:lnTo>
                  <a:pt x="18358" y="3632"/>
                </a:lnTo>
                <a:lnTo>
                  <a:pt x="19009" y="4283"/>
                </a:lnTo>
                <a:lnTo>
                  <a:pt x="21669" y="3932"/>
                </a:lnTo>
                <a:lnTo>
                  <a:pt x="22722" y="3983"/>
                </a:lnTo>
                <a:lnTo>
                  <a:pt x="25331" y="3610"/>
                </a:lnTo>
                <a:lnTo>
                  <a:pt x="26274" y="4502"/>
                </a:lnTo>
                <a:lnTo>
                  <a:pt x="25221" y="6789"/>
                </a:lnTo>
                <a:lnTo>
                  <a:pt x="26149" y="8164"/>
                </a:lnTo>
                <a:lnTo>
                  <a:pt x="25104" y="10385"/>
                </a:lnTo>
                <a:lnTo>
                  <a:pt x="26054" y="11335"/>
                </a:lnTo>
                <a:lnTo>
                  <a:pt x="29007" y="10532"/>
                </a:lnTo>
                <a:lnTo>
                  <a:pt x="29519" y="11730"/>
                </a:lnTo>
                <a:lnTo>
                  <a:pt x="29643" y="17343"/>
                </a:lnTo>
                <a:lnTo>
                  <a:pt x="28810" y="18535"/>
                </a:lnTo>
                <a:lnTo>
                  <a:pt x="26222" y="17548"/>
                </a:lnTo>
                <a:lnTo>
                  <a:pt x="25689" y="17986"/>
                </a:lnTo>
                <a:lnTo>
                  <a:pt x="24812" y="19251"/>
                </a:lnTo>
                <a:lnTo>
                  <a:pt x="26829" y="24067"/>
                </a:lnTo>
                <a:lnTo>
                  <a:pt x="24987" y="25580"/>
                </a:lnTo>
                <a:lnTo>
                  <a:pt x="22978" y="24549"/>
                </a:lnTo>
                <a:lnTo>
                  <a:pt x="22181" y="25002"/>
                </a:lnTo>
                <a:lnTo>
                  <a:pt x="21479" y="25470"/>
                </a:lnTo>
                <a:lnTo>
                  <a:pt x="19265" y="24418"/>
                </a:lnTo>
                <a:lnTo>
                  <a:pt x="18307" y="25375"/>
                </a:lnTo>
                <a:lnTo>
                  <a:pt x="19119" y="28328"/>
                </a:lnTo>
                <a:lnTo>
                  <a:pt x="17920" y="28832"/>
                </a:lnTo>
                <a:lnTo>
                  <a:pt x="12307" y="28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95279" y="189847"/>
            <a:ext cx="141605" cy="142240"/>
          </a:xfrm>
          <a:custGeom>
            <a:avLst/>
            <a:gdLst/>
            <a:ahLst/>
            <a:cxnLst/>
            <a:rect l="l" t="t" r="r" b="b"/>
            <a:pathLst>
              <a:path w="141605" h="142240">
                <a:moveTo>
                  <a:pt x="85124" y="141664"/>
                </a:moveTo>
                <a:lnTo>
                  <a:pt x="81075" y="141072"/>
                </a:lnTo>
                <a:lnTo>
                  <a:pt x="58089" y="141072"/>
                </a:lnTo>
                <a:lnTo>
                  <a:pt x="55393" y="141496"/>
                </a:lnTo>
                <a:lnTo>
                  <a:pt x="52981" y="141021"/>
                </a:lnTo>
                <a:lnTo>
                  <a:pt x="53500" y="137812"/>
                </a:lnTo>
                <a:lnTo>
                  <a:pt x="52820" y="137133"/>
                </a:lnTo>
                <a:lnTo>
                  <a:pt x="50364" y="137717"/>
                </a:lnTo>
                <a:lnTo>
                  <a:pt x="47660" y="137045"/>
                </a:lnTo>
                <a:lnTo>
                  <a:pt x="44707" y="138375"/>
                </a:lnTo>
                <a:lnTo>
                  <a:pt x="42296" y="137388"/>
                </a:lnTo>
                <a:lnTo>
                  <a:pt x="43085" y="134414"/>
                </a:lnTo>
                <a:lnTo>
                  <a:pt x="42398" y="133727"/>
                </a:lnTo>
                <a:lnTo>
                  <a:pt x="39730" y="134085"/>
                </a:lnTo>
                <a:lnTo>
                  <a:pt x="38356" y="134012"/>
                </a:lnTo>
                <a:lnTo>
                  <a:pt x="36478" y="134421"/>
                </a:lnTo>
                <a:lnTo>
                  <a:pt x="35242" y="133836"/>
                </a:lnTo>
                <a:lnTo>
                  <a:pt x="36105" y="130942"/>
                </a:lnTo>
                <a:lnTo>
                  <a:pt x="35381" y="130218"/>
                </a:lnTo>
                <a:lnTo>
                  <a:pt x="32714" y="130577"/>
                </a:lnTo>
                <a:lnTo>
                  <a:pt x="31508" y="130511"/>
                </a:lnTo>
                <a:lnTo>
                  <a:pt x="29249" y="130920"/>
                </a:lnTo>
                <a:lnTo>
                  <a:pt x="28131" y="130167"/>
                </a:lnTo>
                <a:lnTo>
                  <a:pt x="29183" y="127529"/>
                </a:lnTo>
                <a:lnTo>
                  <a:pt x="28204" y="126549"/>
                </a:lnTo>
                <a:lnTo>
                  <a:pt x="25558" y="127602"/>
                </a:lnTo>
                <a:lnTo>
                  <a:pt x="24681" y="126279"/>
                </a:lnTo>
                <a:lnTo>
                  <a:pt x="25770" y="124225"/>
                </a:lnTo>
                <a:lnTo>
                  <a:pt x="24689" y="122939"/>
                </a:lnTo>
                <a:lnTo>
                  <a:pt x="22233" y="124086"/>
                </a:lnTo>
                <a:lnTo>
                  <a:pt x="21093" y="122946"/>
                </a:lnTo>
                <a:lnTo>
                  <a:pt x="22262" y="120607"/>
                </a:lnTo>
                <a:lnTo>
                  <a:pt x="21093" y="119438"/>
                </a:lnTo>
                <a:lnTo>
                  <a:pt x="18754" y="120607"/>
                </a:lnTo>
                <a:lnTo>
                  <a:pt x="17680" y="119533"/>
                </a:lnTo>
                <a:lnTo>
                  <a:pt x="18732" y="116887"/>
                </a:lnTo>
                <a:lnTo>
                  <a:pt x="17409" y="116010"/>
                </a:lnTo>
                <a:lnTo>
                  <a:pt x="15355" y="117099"/>
                </a:lnTo>
                <a:lnTo>
                  <a:pt x="14069" y="116017"/>
                </a:lnTo>
                <a:lnTo>
                  <a:pt x="15216" y="113562"/>
                </a:lnTo>
                <a:lnTo>
                  <a:pt x="14157" y="112502"/>
                </a:lnTo>
                <a:lnTo>
                  <a:pt x="11547" y="113576"/>
                </a:lnTo>
                <a:lnTo>
                  <a:pt x="10276" y="111742"/>
                </a:lnTo>
                <a:lnTo>
                  <a:pt x="12300" y="106925"/>
                </a:lnTo>
                <a:lnTo>
                  <a:pt x="10743" y="105654"/>
                </a:lnTo>
                <a:lnTo>
                  <a:pt x="7849" y="106428"/>
                </a:lnTo>
                <a:lnTo>
                  <a:pt x="7038" y="104718"/>
                </a:lnTo>
                <a:lnTo>
                  <a:pt x="8668" y="99807"/>
                </a:lnTo>
                <a:lnTo>
                  <a:pt x="7264" y="98667"/>
                </a:lnTo>
                <a:lnTo>
                  <a:pt x="4297" y="99376"/>
                </a:lnTo>
                <a:lnTo>
                  <a:pt x="3318" y="97000"/>
                </a:lnTo>
                <a:lnTo>
                  <a:pt x="4655" y="94041"/>
                </a:lnTo>
                <a:lnTo>
                  <a:pt x="3983" y="91336"/>
                </a:lnTo>
                <a:lnTo>
                  <a:pt x="4567" y="88881"/>
                </a:lnTo>
                <a:lnTo>
                  <a:pt x="3888" y="88201"/>
                </a:lnTo>
                <a:lnTo>
                  <a:pt x="679" y="88720"/>
                </a:lnTo>
                <a:lnTo>
                  <a:pt x="0" y="85285"/>
                </a:lnTo>
                <a:lnTo>
                  <a:pt x="628" y="81155"/>
                </a:lnTo>
                <a:lnTo>
                  <a:pt x="628" y="58184"/>
                </a:lnTo>
                <a:lnTo>
                  <a:pt x="226" y="55531"/>
                </a:lnTo>
                <a:lnTo>
                  <a:pt x="672" y="53105"/>
                </a:lnTo>
                <a:lnTo>
                  <a:pt x="3895" y="53609"/>
                </a:lnTo>
                <a:lnTo>
                  <a:pt x="4567" y="52937"/>
                </a:lnTo>
                <a:lnTo>
                  <a:pt x="3983" y="50481"/>
                </a:lnTo>
                <a:lnTo>
                  <a:pt x="4670" y="47711"/>
                </a:lnTo>
                <a:lnTo>
                  <a:pt x="3413" y="44934"/>
                </a:lnTo>
                <a:lnTo>
                  <a:pt x="4268" y="42463"/>
                </a:lnTo>
                <a:lnTo>
                  <a:pt x="7323" y="43165"/>
                </a:lnTo>
                <a:lnTo>
                  <a:pt x="7973" y="42515"/>
                </a:lnTo>
                <a:lnTo>
                  <a:pt x="7615" y="39847"/>
                </a:lnTo>
                <a:lnTo>
                  <a:pt x="7688" y="38473"/>
                </a:lnTo>
                <a:lnTo>
                  <a:pt x="7279" y="36595"/>
                </a:lnTo>
                <a:lnTo>
                  <a:pt x="7864" y="35359"/>
                </a:lnTo>
                <a:lnTo>
                  <a:pt x="10758" y="36222"/>
                </a:lnTo>
                <a:lnTo>
                  <a:pt x="11482" y="35498"/>
                </a:lnTo>
                <a:lnTo>
                  <a:pt x="11123" y="32831"/>
                </a:lnTo>
                <a:lnTo>
                  <a:pt x="11189" y="31632"/>
                </a:lnTo>
                <a:lnTo>
                  <a:pt x="10780" y="29359"/>
                </a:lnTo>
                <a:lnTo>
                  <a:pt x="11540" y="28241"/>
                </a:lnTo>
                <a:lnTo>
                  <a:pt x="14164" y="29308"/>
                </a:lnTo>
                <a:lnTo>
                  <a:pt x="15150" y="28321"/>
                </a:lnTo>
                <a:lnTo>
                  <a:pt x="14098" y="25675"/>
                </a:lnTo>
                <a:lnTo>
                  <a:pt x="15363" y="24835"/>
                </a:lnTo>
                <a:lnTo>
                  <a:pt x="17584" y="25887"/>
                </a:lnTo>
                <a:lnTo>
                  <a:pt x="18754" y="24718"/>
                </a:lnTo>
                <a:lnTo>
                  <a:pt x="17584" y="22379"/>
                </a:lnTo>
                <a:lnTo>
                  <a:pt x="18659" y="21305"/>
                </a:lnTo>
                <a:lnTo>
                  <a:pt x="21304" y="22357"/>
                </a:lnTo>
                <a:lnTo>
                  <a:pt x="22131" y="21122"/>
                </a:lnTo>
                <a:lnTo>
                  <a:pt x="21100" y="18820"/>
                </a:lnTo>
                <a:lnTo>
                  <a:pt x="22291" y="17716"/>
                </a:lnTo>
                <a:lnTo>
                  <a:pt x="24593" y="18878"/>
                </a:lnTo>
                <a:lnTo>
                  <a:pt x="25675" y="17796"/>
                </a:lnTo>
                <a:lnTo>
                  <a:pt x="24623" y="15151"/>
                </a:lnTo>
                <a:lnTo>
                  <a:pt x="25997" y="14237"/>
                </a:lnTo>
                <a:lnTo>
                  <a:pt x="27875" y="15311"/>
                </a:lnTo>
                <a:lnTo>
                  <a:pt x="29249" y="14420"/>
                </a:lnTo>
                <a:lnTo>
                  <a:pt x="28211" y="11752"/>
                </a:lnTo>
                <a:lnTo>
                  <a:pt x="29023" y="10941"/>
                </a:lnTo>
                <a:lnTo>
                  <a:pt x="31690" y="11291"/>
                </a:lnTo>
                <a:lnTo>
                  <a:pt x="32962" y="11226"/>
                </a:lnTo>
                <a:lnTo>
                  <a:pt x="35067" y="11642"/>
                </a:lnTo>
                <a:lnTo>
                  <a:pt x="36236" y="10963"/>
                </a:lnTo>
                <a:lnTo>
                  <a:pt x="35257" y="8215"/>
                </a:lnTo>
                <a:lnTo>
                  <a:pt x="36039" y="7432"/>
                </a:lnTo>
                <a:lnTo>
                  <a:pt x="38707" y="7783"/>
                </a:lnTo>
                <a:lnTo>
                  <a:pt x="40008" y="7717"/>
                </a:lnTo>
                <a:lnTo>
                  <a:pt x="42047" y="8134"/>
                </a:lnTo>
                <a:lnTo>
                  <a:pt x="43238" y="7476"/>
                </a:lnTo>
                <a:lnTo>
                  <a:pt x="42296" y="4684"/>
                </a:lnTo>
                <a:lnTo>
                  <a:pt x="43180" y="3800"/>
                </a:lnTo>
                <a:lnTo>
                  <a:pt x="45592" y="4443"/>
                </a:lnTo>
                <a:lnTo>
                  <a:pt x="48354" y="3595"/>
                </a:lnTo>
                <a:lnTo>
                  <a:pt x="51059" y="4765"/>
                </a:lnTo>
                <a:lnTo>
                  <a:pt x="53265" y="4253"/>
                </a:lnTo>
                <a:lnTo>
                  <a:pt x="53558" y="4187"/>
                </a:lnTo>
                <a:lnTo>
                  <a:pt x="53002" y="1008"/>
                </a:lnTo>
                <a:lnTo>
                  <a:pt x="53638" y="372"/>
                </a:lnTo>
                <a:lnTo>
                  <a:pt x="56211" y="818"/>
                </a:lnTo>
                <a:lnTo>
                  <a:pt x="62394" y="0"/>
                </a:lnTo>
                <a:lnTo>
                  <a:pt x="68643" y="745"/>
                </a:lnTo>
                <a:lnTo>
                  <a:pt x="83516" y="745"/>
                </a:lnTo>
                <a:lnTo>
                  <a:pt x="86205" y="321"/>
                </a:lnTo>
                <a:lnTo>
                  <a:pt x="88617" y="796"/>
                </a:lnTo>
                <a:lnTo>
                  <a:pt x="88098" y="4005"/>
                </a:lnTo>
                <a:lnTo>
                  <a:pt x="88778" y="4684"/>
                </a:lnTo>
                <a:lnTo>
                  <a:pt x="91234" y="4100"/>
                </a:lnTo>
                <a:lnTo>
                  <a:pt x="93938" y="4772"/>
                </a:lnTo>
                <a:lnTo>
                  <a:pt x="96883" y="3442"/>
                </a:lnTo>
                <a:lnTo>
                  <a:pt x="99295" y="4428"/>
                </a:lnTo>
                <a:lnTo>
                  <a:pt x="98506" y="7403"/>
                </a:lnTo>
                <a:lnTo>
                  <a:pt x="99200" y="8090"/>
                </a:lnTo>
                <a:lnTo>
                  <a:pt x="101860" y="7732"/>
                </a:lnTo>
                <a:lnTo>
                  <a:pt x="103227" y="7805"/>
                </a:lnTo>
                <a:lnTo>
                  <a:pt x="105113" y="7396"/>
                </a:lnTo>
                <a:lnTo>
                  <a:pt x="106341" y="7981"/>
                </a:lnTo>
                <a:lnTo>
                  <a:pt x="105478" y="10875"/>
                </a:lnTo>
                <a:lnTo>
                  <a:pt x="106209" y="11599"/>
                </a:lnTo>
                <a:lnTo>
                  <a:pt x="108869" y="11240"/>
                </a:lnTo>
                <a:lnTo>
                  <a:pt x="110075" y="11306"/>
                </a:lnTo>
                <a:lnTo>
                  <a:pt x="112334" y="10897"/>
                </a:lnTo>
                <a:lnTo>
                  <a:pt x="113445" y="11650"/>
                </a:lnTo>
                <a:lnTo>
                  <a:pt x="112392" y="14281"/>
                </a:lnTo>
                <a:lnTo>
                  <a:pt x="113372" y="15267"/>
                </a:lnTo>
                <a:lnTo>
                  <a:pt x="116025" y="14215"/>
                </a:lnTo>
                <a:lnTo>
                  <a:pt x="116894" y="15538"/>
                </a:lnTo>
                <a:lnTo>
                  <a:pt x="115806" y="17592"/>
                </a:lnTo>
                <a:lnTo>
                  <a:pt x="116887" y="18878"/>
                </a:lnTo>
                <a:lnTo>
                  <a:pt x="119343" y="17731"/>
                </a:lnTo>
                <a:lnTo>
                  <a:pt x="120476" y="18871"/>
                </a:lnTo>
                <a:lnTo>
                  <a:pt x="119314" y="21209"/>
                </a:lnTo>
                <a:lnTo>
                  <a:pt x="120476" y="22379"/>
                </a:lnTo>
                <a:lnTo>
                  <a:pt x="122814" y="21210"/>
                </a:lnTo>
                <a:lnTo>
                  <a:pt x="123889" y="22284"/>
                </a:lnTo>
                <a:lnTo>
                  <a:pt x="122836" y="24930"/>
                </a:lnTo>
                <a:lnTo>
                  <a:pt x="124159" y="25807"/>
                </a:lnTo>
                <a:lnTo>
                  <a:pt x="126213" y="24718"/>
                </a:lnTo>
                <a:lnTo>
                  <a:pt x="127499" y="25799"/>
                </a:lnTo>
                <a:lnTo>
                  <a:pt x="126352" y="28255"/>
                </a:lnTo>
                <a:lnTo>
                  <a:pt x="127390" y="29300"/>
                </a:lnTo>
                <a:lnTo>
                  <a:pt x="130043" y="28248"/>
                </a:lnTo>
                <a:lnTo>
                  <a:pt x="131249" y="30082"/>
                </a:lnTo>
                <a:lnTo>
                  <a:pt x="129276" y="34899"/>
                </a:lnTo>
                <a:lnTo>
                  <a:pt x="130825" y="36163"/>
                </a:lnTo>
                <a:lnTo>
                  <a:pt x="133712" y="35388"/>
                </a:lnTo>
                <a:lnTo>
                  <a:pt x="134516" y="37099"/>
                </a:lnTo>
                <a:lnTo>
                  <a:pt x="132886" y="42003"/>
                </a:lnTo>
                <a:lnTo>
                  <a:pt x="134289" y="43150"/>
                </a:lnTo>
                <a:lnTo>
                  <a:pt x="137257" y="42449"/>
                </a:lnTo>
                <a:lnTo>
                  <a:pt x="138229" y="44824"/>
                </a:lnTo>
                <a:lnTo>
                  <a:pt x="136898" y="47776"/>
                </a:lnTo>
                <a:lnTo>
                  <a:pt x="137571" y="50480"/>
                </a:lnTo>
                <a:lnTo>
                  <a:pt x="136986" y="52936"/>
                </a:lnTo>
                <a:lnTo>
                  <a:pt x="137666" y="53616"/>
                </a:lnTo>
                <a:lnTo>
                  <a:pt x="140874" y="53097"/>
                </a:lnTo>
                <a:lnTo>
                  <a:pt x="141547" y="56532"/>
                </a:lnTo>
                <a:lnTo>
                  <a:pt x="140926" y="60661"/>
                </a:lnTo>
                <a:lnTo>
                  <a:pt x="140926" y="83640"/>
                </a:lnTo>
                <a:lnTo>
                  <a:pt x="141320" y="86286"/>
                </a:lnTo>
                <a:lnTo>
                  <a:pt x="140875" y="88712"/>
                </a:lnTo>
                <a:lnTo>
                  <a:pt x="137659" y="88208"/>
                </a:lnTo>
                <a:lnTo>
                  <a:pt x="136986" y="88880"/>
                </a:lnTo>
                <a:lnTo>
                  <a:pt x="137571" y="91336"/>
                </a:lnTo>
                <a:lnTo>
                  <a:pt x="136898" y="94040"/>
                </a:lnTo>
                <a:lnTo>
                  <a:pt x="138229" y="96993"/>
                </a:lnTo>
                <a:lnTo>
                  <a:pt x="137242" y="99404"/>
                </a:lnTo>
                <a:lnTo>
                  <a:pt x="134267" y="98615"/>
                </a:lnTo>
                <a:lnTo>
                  <a:pt x="133580" y="99302"/>
                </a:lnTo>
                <a:lnTo>
                  <a:pt x="133938" y="101970"/>
                </a:lnTo>
                <a:lnTo>
                  <a:pt x="133865" y="103344"/>
                </a:lnTo>
                <a:lnTo>
                  <a:pt x="134282" y="105222"/>
                </a:lnTo>
                <a:lnTo>
                  <a:pt x="133690" y="106457"/>
                </a:lnTo>
                <a:lnTo>
                  <a:pt x="130796" y="105595"/>
                </a:lnTo>
                <a:lnTo>
                  <a:pt x="130072" y="106319"/>
                </a:lnTo>
                <a:lnTo>
                  <a:pt x="130437" y="108986"/>
                </a:lnTo>
                <a:lnTo>
                  <a:pt x="130372" y="110192"/>
                </a:lnTo>
                <a:lnTo>
                  <a:pt x="130781" y="112451"/>
                </a:lnTo>
                <a:lnTo>
                  <a:pt x="130028" y="113569"/>
                </a:lnTo>
                <a:lnTo>
                  <a:pt x="127397" y="112517"/>
                </a:lnTo>
                <a:lnTo>
                  <a:pt x="126418" y="113496"/>
                </a:lnTo>
                <a:lnTo>
                  <a:pt x="127463" y="116141"/>
                </a:lnTo>
                <a:lnTo>
                  <a:pt x="126147" y="117019"/>
                </a:lnTo>
                <a:lnTo>
                  <a:pt x="124086" y="115930"/>
                </a:lnTo>
                <a:lnTo>
                  <a:pt x="122807" y="117011"/>
                </a:lnTo>
                <a:lnTo>
                  <a:pt x="123955" y="119467"/>
                </a:lnTo>
                <a:lnTo>
                  <a:pt x="122815" y="120607"/>
                </a:lnTo>
                <a:lnTo>
                  <a:pt x="120476" y="119438"/>
                </a:lnTo>
                <a:lnTo>
                  <a:pt x="119314" y="120607"/>
                </a:lnTo>
                <a:lnTo>
                  <a:pt x="120476" y="122946"/>
                </a:lnTo>
                <a:lnTo>
                  <a:pt x="119409" y="124020"/>
                </a:lnTo>
                <a:lnTo>
                  <a:pt x="116756" y="122968"/>
                </a:lnTo>
                <a:lnTo>
                  <a:pt x="115886" y="124291"/>
                </a:lnTo>
                <a:lnTo>
                  <a:pt x="116975" y="126345"/>
                </a:lnTo>
                <a:lnTo>
                  <a:pt x="115893" y="127631"/>
                </a:lnTo>
                <a:lnTo>
                  <a:pt x="113437" y="126484"/>
                </a:lnTo>
                <a:lnTo>
                  <a:pt x="112385" y="127543"/>
                </a:lnTo>
                <a:lnTo>
                  <a:pt x="113452" y="130153"/>
                </a:lnTo>
                <a:lnTo>
                  <a:pt x="111617" y="131424"/>
                </a:lnTo>
                <a:lnTo>
                  <a:pt x="106808" y="129400"/>
                </a:lnTo>
                <a:lnTo>
                  <a:pt x="105530" y="130957"/>
                </a:lnTo>
                <a:lnTo>
                  <a:pt x="106312" y="133851"/>
                </a:lnTo>
                <a:lnTo>
                  <a:pt x="104594" y="134662"/>
                </a:lnTo>
                <a:lnTo>
                  <a:pt x="99690" y="133032"/>
                </a:lnTo>
                <a:lnTo>
                  <a:pt x="98543" y="134428"/>
                </a:lnTo>
                <a:lnTo>
                  <a:pt x="99251" y="137403"/>
                </a:lnTo>
                <a:lnTo>
                  <a:pt x="96876" y="138382"/>
                </a:lnTo>
                <a:lnTo>
                  <a:pt x="93916" y="137045"/>
                </a:lnTo>
                <a:lnTo>
                  <a:pt x="91212" y="137717"/>
                </a:lnTo>
                <a:lnTo>
                  <a:pt x="88756" y="137133"/>
                </a:lnTo>
                <a:lnTo>
                  <a:pt x="88091" y="137805"/>
                </a:lnTo>
                <a:lnTo>
                  <a:pt x="88596" y="141028"/>
                </a:lnTo>
                <a:lnTo>
                  <a:pt x="85124" y="141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09437" y="193647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57051" y="134209"/>
                </a:moveTo>
                <a:lnTo>
                  <a:pt x="56357" y="133515"/>
                </a:lnTo>
                <a:lnTo>
                  <a:pt x="56854" y="130292"/>
                </a:lnTo>
                <a:lnTo>
                  <a:pt x="54427" y="129860"/>
                </a:lnTo>
                <a:lnTo>
                  <a:pt x="51789" y="130248"/>
                </a:lnTo>
                <a:lnTo>
                  <a:pt x="47630" y="130248"/>
                </a:lnTo>
                <a:lnTo>
                  <a:pt x="44393" y="130869"/>
                </a:lnTo>
                <a:lnTo>
                  <a:pt x="42186" y="130116"/>
                </a:lnTo>
                <a:lnTo>
                  <a:pt x="42880" y="127054"/>
                </a:lnTo>
                <a:lnTo>
                  <a:pt x="42230" y="126411"/>
                </a:lnTo>
                <a:lnTo>
                  <a:pt x="39569" y="126769"/>
                </a:lnTo>
                <a:lnTo>
                  <a:pt x="38202" y="126696"/>
                </a:lnTo>
                <a:lnTo>
                  <a:pt x="36317" y="127105"/>
                </a:lnTo>
                <a:lnTo>
                  <a:pt x="35089" y="126520"/>
                </a:lnTo>
                <a:lnTo>
                  <a:pt x="35951" y="123626"/>
                </a:lnTo>
                <a:lnTo>
                  <a:pt x="35220" y="122902"/>
                </a:lnTo>
                <a:lnTo>
                  <a:pt x="32560" y="123261"/>
                </a:lnTo>
                <a:lnTo>
                  <a:pt x="31339" y="123195"/>
                </a:lnTo>
                <a:lnTo>
                  <a:pt x="29125" y="123604"/>
                </a:lnTo>
                <a:lnTo>
                  <a:pt x="27992" y="122873"/>
                </a:lnTo>
                <a:lnTo>
                  <a:pt x="29023" y="120205"/>
                </a:lnTo>
                <a:lnTo>
                  <a:pt x="28058" y="119234"/>
                </a:lnTo>
                <a:lnTo>
                  <a:pt x="25412" y="120286"/>
                </a:lnTo>
                <a:lnTo>
                  <a:pt x="24535" y="118963"/>
                </a:lnTo>
                <a:lnTo>
                  <a:pt x="25624" y="116909"/>
                </a:lnTo>
                <a:lnTo>
                  <a:pt x="24542" y="115623"/>
                </a:lnTo>
                <a:lnTo>
                  <a:pt x="22087" y="116770"/>
                </a:lnTo>
                <a:lnTo>
                  <a:pt x="20954" y="115630"/>
                </a:lnTo>
                <a:lnTo>
                  <a:pt x="22123" y="113291"/>
                </a:lnTo>
                <a:lnTo>
                  <a:pt x="20954" y="112122"/>
                </a:lnTo>
                <a:lnTo>
                  <a:pt x="18615" y="113291"/>
                </a:lnTo>
                <a:lnTo>
                  <a:pt x="17541" y="112217"/>
                </a:lnTo>
                <a:lnTo>
                  <a:pt x="18593" y="109571"/>
                </a:lnTo>
                <a:lnTo>
                  <a:pt x="17270" y="108694"/>
                </a:lnTo>
                <a:lnTo>
                  <a:pt x="15216" y="109783"/>
                </a:lnTo>
                <a:lnTo>
                  <a:pt x="13937" y="108701"/>
                </a:lnTo>
                <a:lnTo>
                  <a:pt x="15078" y="106246"/>
                </a:lnTo>
                <a:lnTo>
                  <a:pt x="14025" y="105186"/>
                </a:lnTo>
                <a:lnTo>
                  <a:pt x="11408" y="106260"/>
                </a:lnTo>
                <a:lnTo>
                  <a:pt x="10144" y="104426"/>
                </a:lnTo>
                <a:lnTo>
                  <a:pt x="12169" y="99609"/>
                </a:lnTo>
                <a:lnTo>
                  <a:pt x="10604" y="98338"/>
                </a:lnTo>
                <a:lnTo>
                  <a:pt x="7725" y="99112"/>
                </a:lnTo>
                <a:lnTo>
                  <a:pt x="6914" y="97402"/>
                </a:lnTo>
                <a:lnTo>
                  <a:pt x="8544" y="92498"/>
                </a:lnTo>
                <a:lnTo>
                  <a:pt x="7162" y="91365"/>
                </a:lnTo>
                <a:lnTo>
                  <a:pt x="4144" y="92023"/>
                </a:lnTo>
                <a:lnTo>
                  <a:pt x="3362" y="89904"/>
                </a:lnTo>
                <a:lnTo>
                  <a:pt x="4012" y="86527"/>
                </a:lnTo>
                <a:lnTo>
                  <a:pt x="4012" y="82464"/>
                </a:lnTo>
                <a:lnTo>
                  <a:pt x="4443" y="79759"/>
                </a:lnTo>
                <a:lnTo>
                  <a:pt x="3954" y="77355"/>
                </a:lnTo>
                <a:lnTo>
                  <a:pt x="752" y="77874"/>
                </a:lnTo>
                <a:lnTo>
                  <a:pt x="73" y="77194"/>
                </a:lnTo>
                <a:lnTo>
                  <a:pt x="665" y="74738"/>
                </a:lnTo>
                <a:lnTo>
                  <a:pt x="0" y="72093"/>
                </a:lnTo>
                <a:lnTo>
                  <a:pt x="511" y="69213"/>
                </a:lnTo>
                <a:lnTo>
                  <a:pt x="511" y="65003"/>
                </a:lnTo>
                <a:lnTo>
                  <a:pt x="0" y="62124"/>
                </a:lnTo>
                <a:lnTo>
                  <a:pt x="665" y="59471"/>
                </a:lnTo>
                <a:lnTo>
                  <a:pt x="73" y="57015"/>
                </a:lnTo>
                <a:lnTo>
                  <a:pt x="752" y="56335"/>
                </a:lnTo>
                <a:lnTo>
                  <a:pt x="3961" y="56861"/>
                </a:lnTo>
                <a:lnTo>
                  <a:pt x="4443" y="54450"/>
                </a:lnTo>
                <a:lnTo>
                  <a:pt x="4012" y="51746"/>
                </a:lnTo>
                <a:lnTo>
                  <a:pt x="4012" y="47624"/>
                </a:lnTo>
                <a:lnTo>
                  <a:pt x="3391" y="44379"/>
                </a:lnTo>
                <a:lnTo>
                  <a:pt x="4144" y="42171"/>
                </a:lnTo>
                <a:lnTo>
                  <a:pt x="7206" y="42873"/>
                </a:lnTo>
                <a:lnTo>
                  <a:pt x="7849" y="42222"/>
                </a:lnTo>
                <a:lnTo>
                  <a:pt x="7491" y="39555"/>
                </a:lnTo>
                <a:lnTo>
                  <a:pt x="7564" y="38181"/>
                </a:lnTo>
                <a:lnTo>
                  <a:pt x="7155" y="36302"/>
                </a:lnTo>
                <a:lnTo>
                  <a:pt x="7739" y="35067"/>
                </a:lnTo>
                <a:lnTo>
                  <a:pt x="10634" y="35930"/>
                </a:lnTo>
                <a:lnTo>
                  <a:pt x="11357" y="35206"/>
                </a:lnTo>
                <a:lnTo>
                  <a:pt x="10992" y="32538"/>
                </a:lnTo>
                <a:lnTo>
                  <a:pt x="11058" y="31318"/>
                </a:lnTo>
                <a:lnTo>
                  <a:pt x="10648" y="29096"/>
                </a:lnTo>
                <a:lnTo>
                  <a:pt x="11386" y="27963"/>
                </a:lnTo>
                <a:lnTo>
                  <a:pt x="14047" y="29001"/>
                </a:lnTo>
                <a:lnTo>
                  <a:pt x="15114" y="27934"/>
                </a:lnTo>
                <a:lnTo>
                  <a:pt x="13945" y="25595"/>
                </a:lnTo>
                <a:lnTo>
                  <a:pt x="15114" y="24425"/>
                </a:lnTo>
                <a:lnTo>
                  <a:pt x="17445" y="25595"/>
                </a:lnTo>
                <a:lnTo>
                  <a:pt x="18615" y="24426"/>
                </a:lnTo>
                <a:lnTo>
                  <a:pt x="17446" y="22087"/>
                </a:lnTo>
                <a:lnTo>
                  <a:pt x="18615" y="20917"/>
                </a:lnTo>
                <a:lnTo>
                  <a:pt x="20954" y="22087"/>
                </a:lnTo>
                <a:lnTo>
                  <a:pt x="22123" y="20917"/>
                </a:lnTo>
                <a:lnTo>
                  <a:pt x="20954" y="18579"/>
                </a:lnTo>
                <a:lnTo>
                  <a:pt x="22116" y="17409"/>
                </a:lnTo>
                <a:lnTo>
                  <a:pt x="24454" y="18578"/>
                </a:lnTo>
                <a:lnTo>
                  <a:pt x="25573" y="17460"/>
                </a:lnTo>
                <a:lnTo>
                  <a:pt x="24455" y="14946"/>
                </a:lnTo>
                <a:lnTo>
                  <a:pt x="25712" y="13959"/>
                </a:lnTo>
                <a:lnTo>
                  <a:pt x="27948" y="15085"/>
                </a:lnTo>
                <a:lnTo>
                  <a:pt x="28913" y="14113"/>
                </a:lnTo>
                <a:lnTo>
                  <a:pt x="28102" y="11167"/>
                </a:lnTo>
                <a:lnTo>
                  <a:pt x="30462" y="10159"/>
                </a:lnTo>
                <a:lnTo>
                  <a:pt x="33737" y="11957"/>
                </a:lnTo>
                <a:lnTo>
                  <a:pt x="36068" y="10700"/>
                </a:lnTo>
                <a:lnTo>
                  <a:pt x="35133" y="7900"/>
                </a:lnTo>
                <a:lnTo>
                  <a:pt x="36148" y="6885"/>
                </a:lnTo>
                <a:lnTo>
                  <a:pt x="38370" y="7937"/>
                </a:lnTo>
                <a:lnTo>
                  <a:pt x="39759" y="7001"/>
                </a:lnTo>
                <a:lnTo>
                  <a:pt x="41988" y="8054"/>
                </a:lnTo>
                <a:lnTo>
                  <a:pt x="42887" y="7155"/>
                </a:lnTo>
                <a:lnTo>
                  <a:pt x="42200" y="4078"/>
                </a:lnTo>
                <a:lnTo>
                  <a:pt x="44429" y="3354"/>
                </a:lnTo>
                <a:lnTo>
                  <a:pt x="47616" y="3961"/>
                </a:lnTo>
                <a:lnTo>
                  <a:pt x="51855" y="3961"/>
                </a:lnTo>
                <a:lnTo>
                  <a:pt x="54413" y="4326"/>
                </a:lnTo>
                <a:lnTo>
                  <a:pt x="56612" y="3961"/>
                </a:lnTo>
                <a:lnTo>
                  <a:pt x="56853" y="3924"/>
                </a:lnTo>
                <a:lnTo>
                  <a:pt x="56386" y="679"/>
                </a:lnTo>
                <a:lnTo>
                  <a:pt x="56941" y="117"/>
                </a:lnTo>
                <a:lnTo>
                  <a:pt x="59609" y="475"/>
                </a:lnTo>
                <a:lnTo>
                  <a:pt x="63599" y="270"/>
                </a:lnTo>
                <a:lnTo>
                  <a:pt x="67159" y="453"/>
                </a:lnTo>
                <a:lnTo>
                  <a:pt x="71617" y="453"/>
                </a:lnTo>
                <a:lnTo>
                  <a:pt x="73218" y="168"/>
                </a:lnTo>
                <a:lnTo>
                  <a:pt x="74789" y="643"/>
                </a:lnTo>
                <a:lnTo>
                  <a:pt x="77194" y="0"/>
                </a:lnTo>
                <a:lnTo>
                  <a:pt x="77881" y="694"/>
                </a:lnTo>
                <a:lnTo>
                  <a:pt x="77391" y="3917"/>
                </a:lnTo>
                <a:lnTo>
                  <a:pt x="79817" y="4348"/>
                </a:lnTo>
                <a:lnTo>
                  <a:pt x="82449" y="3961"/>
                </a:lnTo>
                <a:lnTo>
                  <a:pt x="86614" y="3961"/>
                </a:lnTo>
                <a:lnTo>
                  <a:pt x="89845" y="3340"/>
                </a:lnTo>
                <a:lnTo>
                  <a:pt x="92059" y="4085"/>
                </a:lnTo>
                <a:lnTo>
                  <a:pt x="91358" y="7148"/>
                </a:lnTo>
                <a:lnTo>
                  <a:pt x="92015" y="7798"/>
                </a:lnTo>
                <a:lnTo>
                  <a:pt x="94676" y="7440"/>
                </a:lnTo>
                <a:lnTo>
                  <a:pt x="96043" y="7513"/>
                </a:lnTo>
                <a:lnTo>
                  <a:pt x="97928" y="7104"/>
                </a:lnTo>
                <a:lnTo>
                  <a:pt x="99156" y="7688"/>
                </a:lnTo>
                <a:lnTo>
                  <a:pt x="98294" y="10583"/>
                </a:lnTo>
                <a:lnTo>
                  <a:pt x="99024" y="11306"/>
                </a:lnTo>
                <a:lnTo>
                  <a:pt x="101685" y="10948"/>
                </a:lnTo>
                <a:lnTo>
                  <a:pt x="102905" y="11014"/>
                </a:lnTo>
                <a:lnTo>
                  <a:pt x="105120" y="10605"/>
                </a:lnTo>
                <a:lnTo>
                  <a:pt x="106253" y="11336"/>
                </a:lnTo>
                <a:lnTo>
                  <a:pt x="105222" y="14003"/>
                </a:lnTo>
                <a:lnTo>
                  <a:pt x="106187" y="14975"/>
                </a:lnTo>
                <a:lnTo>
                  <a:pt x="108833" y="13923"/>
                </a:lnTo>
                <a:lnTo>
                  <a:pt x="109710" y="15246"/>
                </a:lnTo>
                <a:lnTo>
                  <a:pt x="108621" y="17299"/>
                </a:lnTo>
                <a:lnTo>
                  <a:pt x="109695" y="18586"/>
                </a:lnTo>
                <a:lnTo>
                  <a:pt x="112158" y="17438"/>
                </a:lnTo>
                <a:lnTo>
                  <a:pt x="113291" y="18578"/>
                </a:lnTo>
                <a:lnTo>
                  <a:pt x="112122" y="20917"/>
                </a:lnTo>
                <a:lnTo>
                  <a:pt x="113291" y="22087"/>
                </a:lnTo>
                <a:lnTo>
                  <a:pt x="115630" y="20917"/>
                </a:lnTo>
                <a:lnTo>
                  <a:pt x="116697" y="21992"/>
                </a:lnTo>
                <a:lnTo>
                  <a:pt x="115652" y="24637"/>
                </a:lnTo>
                <a:lnTo>
                  <a:pt x="116975" y="25515"/>
                </a:lnTo>
                <a:lnTo>
                  <a:pt x="119029" y="24426"/>
                </a:lnTo>
                <a:lnTo>
                  <a:pt x="120307" y="25507"/>
                </a:lnTo>
                <a:lnTo>
                  <a:pt x="119167" y="27963"/>
                </a:lnTo>
                <a:lnTo>
                  <a:pt x="120220" y="29023"/>
                </a:lnTo>
                <a:lnTo>
                  <a:pt x="122836" y="27948"/>
                </a:lnTo>
                <a:lnTo>
                  <a:pt x="124101" y="29783"/>
                </a:lnTo>
                <a:lnTo>
                  <a:pt x="122076" y="34599"/>
                </a:lnTo>
                <a:lnTo>
                  <a:pt x="123633" y="35871"/>
                </a:lnTo>
                <a:lnTo>
                  <a:pt x="126520" y="35096"/>
                </a:lnTo>
                <a:lnTo>
                  <a:pt x="127331" y="36806"/>
                </a:lnTo>
                <a:lnTo>
                  <a:pt x="125701" y="41718"/>
                </a:lnTo>
                <a:lnTo>
                  <a:pt x="127075" y="42836"/>
                </a:lnTo>
                <a:lnTo>
                  <a:pt x="130101" y="42186"/>
                </a:lnTo>
                <a:lnTo>
                  <a:pt x="130883" y="44305"/>
                </a:lnTo>
                <a:lnTo>
                  <a:pt x="130233" y="47682"/>
                </a:lnTo>
                <a:lnTo>
                  <a:pt x="130233" y="51745"/>
                </a:lnTo>
                <a:lnTo>
                  <a:pt x="129802" y="54449"/>
                </a:lnTo>
                <a:lnTo>
                  <a:pt x="130291" y="56861"/>
                </a:lnTo>
                <a:lnTo>
                  <a:pt x="133485" y="56335"/>
                </a:lnTo>
                <a:lnTo>
                  <a:pt x="134165" y="57014"/>
                </a:lnTo>
                <a:lnTo>
                  <a:pt x="133580" y="59470"/>
                </a:lnTo>
                <a:lnTo>
                  <a:pt x="134238" y="62123"/>
                </a:lnTo>
                <a:lnTo>
                  <a:pt x="133734" y="65003"/>
                </a:lnTo>
                <a:lnTo>
                  <a:pt x="133734" y="69213"/>
                </a:lnTo>
                <a:lnTo>
                  <a:pt x="134238" y="72092"/>
                </a:lnTo>
                <a:lnTo>
                  <a:pt x="133580" y="74745"/>
                </a:lnTo>
                <a:lnTo>
                  <a:pt x="134165" y="77201"/>
                </a:lnTo>
                <a:lnTo>
                  <a:pt x="133485" y="77873"/>
                </a:lnTo>
                <a:lnTo>
                  <a:pt x="130284" y="77355"/>
                </a:lnTo>
                <a:lnTo>
                  <a:pt x="129802" y="79759"/>
                </a:lnTo>
                <a:lnTo>
                  <a:pt x="130233" y="82463"/>
                </a:lnTo>
                <a:lnTo>
                  <a:pt x="130233" y="86585"/>
                </a:lnTo>
                <a:lnTo>
                  <a:pt x="130854" y="89830"/>
                </a:lnTo>
                <a:lnTo>
                  <a:pt x="130101" y="92037"/>
                </a:lnTo>
                <a:lnTo>
                  <a:pt x="127039" y="91336"/>
                </a:lnTo>
                <a:lnTo>
                  <a:pt x="126396" y="91986"/>
                </a:lnTo>
                <a:lnTo>
                  <a:pt x="126754" y="94654"/>
                </a:lnTo>
                <a:lnTo>
                  <a:pt x="126681" y="96028"/>
                </a:lnTo>
                <a:lnTo>
                  <a:pt x="127090" y="97906"/>
                </a:lnTo>
                <a:lnTo>
                  <a:pt x="126505" y="99141"/>
                </a:lnTo>
                <a:lnTo>
                  <a:pt x="123611" y="98279"/>
                </a:lnTo>
                <a:lnTo>
                  <a:pt x="122888" y="99003"/>
                </a:lnTo>
                <a:lnTo>
                  <a:pt x="123253" y="101670"/>
                </a:lnTo>
                <a:lnTo>
                  <a:pt x="123187" y="102891"/>
                </a:lnTo>
                <a:lnTo>
                  <a:pt x="123596" y="105113"/>
                </a:lnTo>
                <a:lnTo>
                  <a:pt x="122858" y="106246"/>
                </a:lnTo>
                <a:lnTo>
                  <a:pt x="120198" y="105208"/>
                </a:lnTo>
                <a:lnTo>
                  <a:pt x="119226" y="106180"/>
                </a:lnTo>
                <a:lnTo>
                  <a:pt x="120278" y="108825"/>
                </a:lnTo>
                <a:lnTo>
                  <a:pt x="118955" y="109703"/>
                </a:lnTo>
                <a:lnTo>
                  <a:pt x="116902" y="108614"/>
                </a:lnTo>
                <a:lnTo>
                  <a:pt x="115623" y="109695"/>
                </a:lnTo>
                <a:lnTo>
                  <a:pt x="116763" y="112151"/>
                </a:lnTo>
                <a:lnTo>
                  <a:pt x="115630" y="113291"/>
                </a:lnTo>
                <a:lnTo>
                  <a:pt x="113291" y="112122"/>
                </a:lnTo>
                <a:lnTo>
                  <a:pt x="112122" y="113291"/>
                </a:lnTo>
                <a:lnTo>
                  <a:pt x="113291" y="115630"/>
                </a:lnTo>
                <a:lnTo>
                  <a:pt x="112217" y="116704"/>
                </a:lnTo>
                <a:lnTo>
                  <a:pt x="109571" y="115652"/>
                </a:lnTo>
                <a:lnTo>
                  <a:pt x="108701" y="116975"/>
                </a:lnTo>
                <a:lnTo>
                  <a:pt x="109783" y="119029"/>
                </a:lnTo>
                <a:lnTo>
                  <a:pt x="108709" y="120315"/>
                </a:lnTo>
                <a:lnTo>
                  <a:pt x="106253" y="119168"/>
                </a:lnTo>
                <a:lnTo>
                  <a:pt x="105200" y="120227"/>
                </a:lnTo>
                <a:lnTo>
                  <a:pt x="106267" y="122837"/>
                </a:lnTo>
                <a:lnTo>
                  <a:pt x="104433" y="124108"/>
                </a:lnTo>
                <a:lnTo>
                  <a:pt x="99617" y="122084"/>
                </a:lnTo>
                <a:lnTo>
                  <a:pt x="98345" y="123641"/>
                </a:lnTo>
                <a:lnTo>
                  <a:pt x="99120" y="126535"/>
                </a:lnTo>
                <a:lnTo>
                  <a:pt x="97409" y="127346"/>
                </a:lnTo>
                <a:lnTo>
                  <a:pt x="92498" y="125716"/>
                </a:lnTo>
                <a:lnTo>
                  <a:pt x="91372" y="127090"/>
                </a:lnTo>
                <a:lnTo>
                  <a:pt x="92038" y="130109"/>
                </a:lnTo>
                <a:lnTo>
                  <a:pt x="89925" y="130905"/>
                </a:lnTo>
                <a:lnTo>
                  <a:pt x="86527" y="130248"/>
                </a:lnTo>
                <a:lnTo>
                  <a:pt x="82566" y="130248"/>
                </a:lnTo>
                <a:lnTo>
                  <a:pt x="79635" y="129722"/>
                </a:lnTo>
                <a:lnTo>
                  <a:pt x="77311" y="130335"/>
                </a:lnTo>
                <a:lnTo>
                  <a:pt x="77910" y="133478"/>
                </a:lnTo>
                <a:lnTo>
                  <a:pt x="77296" y="134085"/>
                </a:lnTo>
                <a:lnTo>
                  <a:pt x="74636" y="133734"/>
                </a:lnTo>
                <a:lnTo>
                  <a:pt x="70645" y="133939"/>
                </a:lnTo>
                <a:lnTo>
                  <a:pt x="67086" y="133756"/>
                </a:lnTo>
                <a:lnTo>
                  <a:pt x="62628" y="133756"/>
                </a:lnTo>
                <a:lnTo>
                  <a:pt x="61027" y="134041"/>
                </a:lnTo>
                <a:lnTo>
                  <a:pt x="59456" y="133559"/>
                </a:lnTo>
                <a:lnTo>
                  <a:pt x="57051" y="1342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26730" y="200590"/>
            <a:ext cx="121285" cy="120650"/>
          </a:xfrm>
          <a:custGeom>
            <a:avLst/>
            <a:gdLst/>
            <a:ahLst/>
            <a:cxnLst/>
            <a:rect l="l" t="t" r="r" b="b"/>
            <a:pathLst>
              <a:path w="121285" h="120650">
                <a:moveTo>
                  <a:pt x="69966" y="120542"/>
                </a:moveTo>
                <a:lnTo>
                  <a:pt x="64762" y="119804"/>
                </a:lnTo>
                <a:lnTo>
                  <a:pt x="56971" y="119804"/>
                </a:lnTo>
                <a:lnTo>
                  <a:pt x="53097" y="120293"/>
                </a:lnTo>
                <a:lnTo>
                  <a:pt x="47791" y="119504"/>
                </a:lnTo>
                <a:lnTo>
                  <a:pt x="44619" y="120593"/>
                </a:lnTo>
                <a:lnTo>
                  <a:pt x="42332" y="119614"/>
                </a:lnTo>
                <a:lnTo>
                  <a:pt x="43150" y="116661"/>
                </a:lnTo>
                <a:lnTo>
                  <a:pt x="42237" y="115747"/>
                </a:lnTo>
                <a:lnTo>
                  <a:pt x="39978" y="116661"/>
                </a:lnTo>
                <a:lnTo>
                  <a:pt x="38560" y="115930"/>
                </a:lnTo>
                <a:lnTo>
                  <a:pt x="36309" y="116844"/>
                </a:lnTo>
                <a:lnTo>
                  <a:pt x="35279" y="115806"/>
                </a:lnTo>
                <a:lnTo>
                  <a:pt x="36331" y="113160"/>
                </a:lnTo>
                <a:lnTo>
                  <a:pt x="34957" y="112247"/>
                </a:lnTo>
                <a:lnTo>
                  <a:pt x="33145" y="113226"/>
                </a:lnTo>
                <a:lnTo>
                  <a:pt x="31559" y="112437"/>
                </a:lnTo>
                <a:lnTo>
                  <a:pt x="29300" y="113328"/>
                </a:lnTo>
                <a:lnTo>
                  <a:pt x="28270" y="112298"/>
                </a:lnTo>
                <a:lnTo>
                  <a:pt x="29322" y="109652"/>
                </a:lnTo>
                <a:lnTo>
                  <a:pt x="27941" y="108731"/>
                </a:lnTo>
                <a:lnTo>
                  <a:pt x="26114" y="109754"/>
                </a:lnTo>
                <a:lnTo>
                  <a:pt x="24542" y="108885"/>
                </a:lnTo>
                <a:lnTo>
                  <a:pt x="22306" y="109835"/>
                </a:lnTo>
                <a:lnTo>
                  <a:pt x="21261" y="108790"/>
                </a:lnTo>
                <a:lnTo>
                  <a:pt x="22313" y="106144"/>
                </a:lnTo>
                <a:lnTo>
                  <a:pt x="21005" y="105281"/>
                </a:lnTo>
                <a:lnTo>
                  <a:pt x="18893" y="106363"/>
                </a:lnTo>
                <a:lnTo>
                  <a:pt x="17650" y="105237"/>
                </a:lnTo>
                <a:lnTo>
                  <a:pt x="18812" y="102833"/>
                </a:lnTo>
                <a:lnTo>
                  <a:pt x="17657" y="101678"/>
                </a:lnTo>
                <a:lnTo>
                  <a:pt x="15326" y="102847"/>
                </a:lnTo>
                <a:lnTo>
                  <a:pt x="14156" y="101678"/>
                </a:lnTo>
                <a:lnTo>
                  <a:pt x="15326" y="99339"/>
                </a:lnTo>
                <a:lnTo>
                  <a:pt x="14237" y="98250"/>
                </a:lnTo>
                <a:lnTo>
                  <a:pt x="11628" y="99325"/>
                </a:lnTo>
                <a:lnTo>
                  <a:pt x="10356" y="97490"/>
                </a:lnTo>
                <a:lnTo>
                  <a:pt x="12381" y="92674"/>
                </a:lnTo>
                <a:lnTo>
                  <a:pt x="10773" y="91358"/>
                </a:lnTo>
                <a:lnTo>
                  <a:pt x="8010" y="92228"/>
                </a:lnTo>
                <a:lnTo>
                  <a:pt x="6724" y="89955"/>
                </a:lnTo>
                <a:lnTo>
                  <a:pt x="8543" y="86615"/>
                </a:lnTo>
                <a:lnTo>
                  <a:pt x="7542" y="84276"/>
                </a:lnTo>
                <a:lnTo>
                  <a:pt x="4589" y="85087"/>
                </a:lnTo>
                <a:lnTo>
                  <a:pt x="3683" y="84174"/>
                </a:lnTo>
                <a:lnTo>
                  <a:pt x="4589" y="81923"/>
                </a:lnTo>
                <a:lnTo>
                  <a:pt x="3859" y="80505"/>
                </a:lnTo>
                <a:lnTo>
                  <a:pt x="4772" y="78254"/>
                </a:lnTo>
                <a:lnTo>
                  <a:pt x="3734" y="77216"/>
                </a:lnTo>
                <a:lnTo>
                  <a:pt x="1089" y="78268"/>
                </a:lnTo>
                <a:lnTo>
                  <a:pt x="277" y="77041"/>
                </a:lnTo>
                <a:lnTo>
                  <a:pt x="876" y="74994"/>
                </a:lnTo>
                <a:lnTo>
                  <a:pt x="306" y="72049"/>
                </a:lnTo>
                <a:lnTo>
                  <a:pt x="723" y="69374"/>
                </a:lnTo>
                <a:lnTo>
                  <a:pt x="723" y="61488"/>
                </a:lnTo>
                <a:lnTo>
                  <a:pt x="21" y="55290"/>
                </a:lnTo>
                <a:lnTo>
                  <a:pt x="855" y="48588"/>
                </a:lnTo>
                <a:lnTo>
                  <a:pt x="0" y="43216"/>
                </a:lnTo>
                <a:lnTo>
                  <a:pt x="1132" y="42288"/>
                </a:lnTo>
                <a:lnTo>
                  <a:pt x="4019" y="43063"/>
                </a:lnTo>
                <a:lnTo>
                  <a:pt x="4831" y="41353"/>
                </a:lnTo>
                <a:lnTo>
                  <a:pt x="3201" y="36448"/>
                </a:lnTo>
                <a:lnTo>
                  <a:pt x="4633" y="35279"/>
                </a:lnTo>
                <a:lnTo>
                  <a:pt x="7535" y="36039"/>
                </a:lnTo>
                <a:lnTo>
                  <a:pt x="8310" y="34336"/>
                </a:lnTo>
                <a:lnTo>
                  <a:pt x="6716" y="29418"/>
                </a:lnTo>
                <a:lnTo>
                  <a:pt x="8068" y="28314"/>
                </a:lnTo>
                <a:lnTo>
                  <a:pt x="11116" y="28943"/>
                </a:lnTo>
                <a:lnTo>
                  <a:pt x="11810" y="26933"/>
                </a:lnTo>
                <a:lnTo>
                  <a:pt x="10188" y="22928"/>
                </a:lnTo>
                <a:lnTo>
                  <a:pt x="11686" y="20991"/>
                </a:lnTo>
                <a:lnTo>
                  <a:pt x="14208" y="22109"/>
                </a:lnTo>
                <a:lnTo>
                  <a:pt x="15231" y="21086"/>
                </a:lnTo>
                <a:lnTo>
                  <a:pt x="14178" y="18440"/>
                </a:lnTo>
                <a:lnTo>
                  <a:pt x="15443" y="17600"/>
                </a:lnTo>
                <a:lnTo>
                  <a:pt x="17665" y="18652"/>
                </a:lnTo>
                <a:lnTo>
                  <a:pt x="18827" y="17483"/>
                </a:lnTo>
                <a:lnTo>
                  <a:pt x="17665" y="15144"/>
                </a:lnTo>
                <a:lnTo>
                  <a:pt x="18732" y="14070"/>
                </a:lnTo>
                <a:lnTo>
                  <a:pt x="21377" y="15122"/>
                </a:lnTo>
                <a:lnTo>
                  <a:pt x="22086" y="14048"/>
                </a:lnTo>
                <a:lnTo>
                  <a:pt x="21268" y="11358"/>
                </a:lnTo>
                <a:lnTo>
                  <a:pt x="23029" y="10247"/>
                </a:lnTo>
                <a:lnTo>
                  <a:pt x="27853" y="12169"/>
                </a:lnTo>
                <a:lnTo>
                  <a:pt x="29044" y="10715"/>
                </a:lnTo>
                <a:lnTo>
                  <a:pt x="28416" y="7667"/>
                </a:lnTo>
                <a:lnTo>
                  <a:pt x="29644" y="7236"/>
                </a:lnTo>
                <a:lnTo>
                  <a:pt x="31339" y="7543"/>
                </a:lnTo>
                <a:lnTo>
                  <a:pt x="33130" y="7543"/>
                </a:lnTo>
                <a:lnTo>
                  <a:pt x="34994" y="7872"/>
                </a:lnTo>
                <a:lnTo>
                  <a:pt x="36214" y="7360"/>
                </a:lnTo>
                <a:lnTo>
                  <a:pt x="35410" y="4393"/>
                </a:lnTo>
                <a:lnTo>
                  <a:pt x="36112" y="3706"/>
                </a:lnTo>
                <a:lnTo>
                  <a:pt x="38772" y="4056"/>
                </a:lnTo>
                <a:lnTo>
                  <a:pt x="40373" y="3961"/>
                </a:lnTo>
                <a:lnTo>
                  <a:pt x="41761" y="4327"/>
                </a:lnTo>
                <a:lnTo>
                  <a:pt x="42792" y="4034"/>
                </a:lnTo>
                <a:lnTo>
                  <a:pt x="43113" y="3954"/>
                </a:lnTo>
                <a:lnTo>
                  <a:pt x="42514" y="804"/>
                </a:lnTo>
                <a:lnTo>
                  <a:pt x="43179" y="138"/>
                </a:lnTo>
                <a:lnTo>
                  <a:pt x="45723" y="621"/>
                </a:lnTo>
                <a:lnTo>
                  <a:pt x="49567" y="0"/>
                </a:lnTo>
                <a:lnTo>
                  <a:pt x="53499" y="526"/>
                </a:lnTo>
                <a:lnTo>
                  <a:pt x="72984" y="526"/>
                </a:lnTo>
                <a:lnTo>
                  <a:pt x="75798" y="51"/>
                </a:lnTo>
                <a:lnTo>
                  <a:pt x="78165" y="591"/>
                </a:lnTo>
                <a:lnTo>
                  <a:pt x="77603" y="3771"/>
                </a:lnTo>
                <a:lnTo>
                  <a:pt x="78202" y="4363"/>
                </a:lnTo>
                <a:lnTo>
                  <a:pt x="80863" y="4005"/>
                </a:lnTo>
                <a:lnTo>
                  <a:pt x="82229" y="4078"/>
                </a:lnTo>
                <a:lnTo>
                  <a:pt x="84115" y="3669"/>
                </a:lnTo>
                <a:lnTo>
                  <a:pt x="85343" y="4253"/>
                </a:lnTo>
                <a:lnTo>
                  <a:pt x="84480" y="7147"/>
                </a:lnTo>
                <a:lnTo>
                  <a:pt x="85211" y="7871"/>
                </a:lnTo>
                <a:lnTo>
                  <a:pt x="87872" y="7513"/>
                </a:lnTo>
                <a:lnTo>
                  <a:pt x="89194" y="7586"/>
                </a:lnTo>
                <a:lnTo>
                  <a:pt x="91175" y="7169"/>
                </a:lnTo>
                <a:lnTo>
                  <a:pt x="92381" y="7798"/>
                </a:lnTo>
                <a:lnTo>
                  <a:pt x="91467" y="10634"/>
                </a:lnTo>
                <a:lnTo>
                  <a:pt x="92220" y="11379"/>
                </a:lnTo>
                <a:lnTo>
                  <a:pt x="94881" y="11021"/>
                </a:lnTo>
                <a:lnTo>
                  <a:pt x="96182" y="11094"/>
                </a:lnTo>
                <a:lnTo>
                  <a:pt x="98221" y="10678"/>
                </a:lnTo>
                <a:lnTo>
                  <a:pt x="99405" y="11328"/>
                </a:lnTo>
                <a:lnTo>
                  <a:pt x="98462" y="14120"/>
                </a:lnTo>
                <a:lnTo>
                  <a:pt x="99492" y="15151"/>
                </a:lnTo>
                <a:lnTo>
                  <a:pt x="101780" y="13996"/>
                </a:lnTo>
                <a:lnTo>
                  <a:pt x="102993" y="15092"/>
                </a:lnTo>
                <a:lnTo>
                  <a:pt x="101831" y="17497"/>
                </a:lnTo>
                <a:lnTo>
                  <a:pt x="102986" y="18651"/>
                </a:lnTo>
                <a:lnTo>
                  <a:pt x="105325" y="17482"/>
                </a:lnTo>
                <a:lnTo>
                  <a:pt x="106487" y="18651"/>
                </a:lnTo>
                <a:lnTo>
                  <a:pt x="105325" y="20990"/>
                </a:lnTo>
                <a:lnTo>
                  <a:pt x="106407" y="22079"/>
                </a:lnTo>
                <a:lnTo>
                  <a:pt x="109016" y="21005"/>
                </a:lnTo>
                <a:lnTo>
                  <a:pt x="110287" y="22839"/>
                </a:lnTo>
                <a:lnTo>
                  <a:pt x="108263" y="27656"/>
                </a:lnTo>
                <a:lnTo>
                  <a:pt x="109871" y="28971"/>
                </a:lnTo>
                <a:lnTo>
                  <a:pt x="112641" y="28102"/>
                </a:lnTo>
                <a:lnTo>
                  <a:pt x="113920" y="30374"/>
                </a:lnTo>
                <a:lnTo>
                  <a:pt x="112108" y="33714"/>
                </a:lnTo>
                <a:lnTo>
                  <a:pt x="113101" y="36053"/>
                </a:lnTo>
                <a:lnTo>
                  <a:pt x="116054" y="35242"/>
                </a:lnTo>
                <a:lnTo>
                  <a:pt x="116960" y="36156"/>
                </a:lnTo>
                <a:lnTo>
                  <a:pt x="116054" y="38407"/>
                </a:lnTo>
                <a:lnTo>
                  <a:pt x="116785" y="39825"/>
                </a:lnTo>
                <a:lnTo>
                  <a:pt x="115879" y="42083"/>
                </a:lnTo>
                <a:lnTo>
                  <a:pt x="116909" y="43113"/>
                </a:lnTo>
                <a:lnTo>
                  <a:pt x="119555" y="42061"/>
                </a:lnTo>
                <a:lnTo>
                  <a:pt x="120366" y="43289"/>
                </a:lnTo>
                <a:lnTo>
                  <a:pt x="119774" y="45328"/>
                </a:lnTo>
                <a:lnTo>
                  <a:pt x="120337" y="48281"/>
                </a:lnTo>
                <a:lnTo>
                  <a:pt x="119928" y="50956"/>
                </a:lnTo>
                <a:lnTo>
                  <a:pt x="119928" y="58835"/>
                </a:lnTo>
                <a:lnTo>
                  <a:pt x="120644" y="65054"/>
                </a:lnTo>
                <a:lnTo>
                  <a:pt x="119672" y="72670"/>
                </a:lnTo>
                <a:lnTo>
                  <a:pt x="120695" y="75893"/>
                </a:lnTo>
                <a:lnTo>
                  <a:pt x="119738" y="78144"/>
                </a:lnTo>
                <a:lnTo>
                  <a:pt x="116785" y="77340"/>
                </a:lnTo>
                <a:lnTo>
                  <a:pt x="115879" y="78246"/>
                </a:lnTo>
                <a:lnTo>
                  <a:pt x="116785" y="80504"/>
                </a:lnTo>
                <a:lnTo>
                  <a:pt x="116054" y="81922"/>
                </a:lnTo>
                <a:lnTo>
                  <a:pt x="116960" y="84173"/>
                </a:lnTo>
                <a:lnTo>
                  <a:pt x="115930" y="85211"/>
                </a:lnTo>
                <a:lnTo>
                  <a:pt x="113284" y="84159"/>
                </a:lnTo>
                <a:lnTo>
                  <a:pt x="112378" y="85533"/>
                </a:lnTo>
                <a:lnTo>
                  <a:pt x="113357" y="87345"/>
                </a:lnTo>
                <a:lnTo>
                  <a:pt x="112561" y="88939"/>
                </a:lnTo>
                <a:lnTo>
                  <a:pt x="113452" y="91197"/>
                </a:lnTo>
                <a:lnTo>
                  <a:pt x="112429" y="92228"/>
                </a:lnTo>
                <a:lnTo>
                  <a:pt x="109776" y="91175"/>
                </a:lnTo>
                <a:lnTo>
                  <a:pt x="108870" y="92557"/>
                </a:lnTo>
                <a:lnTo>
                  <a:pt x="109886" y="94384"/>
                </a:lnTo>
                <a:lnTo>
                  <a:pt x="109016" y="95955"/>
                </a:lnTo>
                <a:lnTo>
                  <a:pt x="109966" y="98192"/>
                </a:lnTo>
                <a:lnTo>
                  <a:pt x="108921" y="99244"/>
                </a:lnTo>
                <a:lnTo>
                  <a:pt x="106275" y="98192"/>
                </a:lnTo>
                <a:lnTo>
                  <a:pt x="105413" y="99493"/>
                </a:lnTo>
                <a:lnTo>
                  <a:pt x="106494" y="101612"/>
                </a:lnTo>
                <a:lnTo>
                  <a:pt x="105376" y="102855"/>
                </a:lnTo>
                <a:lnTo>
                  <a:pt x="102964" y="101693"/>
                </a:lnTo>
                <a:lnTo>
                  <a:pt x="101817" y="102847"/>
                </a:lnTo>
                <a:lnTo>
                  <a:pt x="102986" y="105186"/>
                </a:lnTo>
                <a:lnTo>
                  <a:pt x="101817" y="106356"/>
                </a:lnTo>
                <a:lnTo>
                  <a:pt x="99478" y="105186"/>
                </a:lnTo>
                <a:lnTo>
                  <a:pt x="98396" y="106275"/>
                </a:lnTo>
                <a:lnTo>
                  <a:pt x="99463" y="108884"/>
                </a:lnTo>
                <a:lnTo>
                  <a:pt x="97629" y="110164"/>
                </a:lnTo>
                <a:lnTo>
                  <a:pt x="92820" y="108132"/>
                </a:lnTo>
                <a:lnTo>
                  <a:pt x="91497" y="109740"/>
                </a:lnTo>
                <a:lnTo>
                  <a:pt x="92367" y="112510"/>
                </a:lnTo>
                <a:lnTo>
                  <a:pt x="90101" y="113796"/>
                </a:lnTo>
                <a:lnTo>
                  <a:pt x="86761" y="111976"/>
                </a:lnTo>
                <a:lnTo>
                  <a:pt x="84422" y="112977"/>
                </a:lnTo>
                <a:lnTo>
                  <a:pt x="85234" y="115930"/>
                </a:lnTo>
                <a:lnTo>
                  <a:pt x="84320" y="116844"/>
                </a:lnTo>
                <a:lnTo>
                  <a:pt x="82062" y="115930"/>
                </a:lnTo>
                <a:lnTo>
                  <a:pt x="80658" y="116661"/>
                </a:lnTo>
                <a:lnTo>
                  <a:pt x="78400" y="115747"/>
                </a:lnTo>
                <a:lnTo>
                  <a:pt x="77362" y="116785"/>
                </a:lnTo>
                <a:lnTo>
                  <a:pt x="78414" y="119431"/>
                </a:lnTo>
                <a:lnTo>
                  <a:pt x="77208" y="120235"/>
                </a:lnTo>
                <a:lnTo>
                  <a:pt x="75133" y="119672"/>
                </a:lnTo>
                <a:lnTo>
                  <a:pt x="69966" y="120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44198" y="207621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68840" y="106261"/>
                </a:moveTo>
                <a:lnTo>
                  <a:pt x="65968" y="105756"/>
                </a:lnTo>
                <a:lnTo>
                  <a:pt x="40709" y="105756"/>
                </a:lnTo>
                <a:lnTo>
                  <a:pt x="37815" y="106268"/>
                </a:lnTo>
                <a:lnTo>
                  <a:pt x="35476" y="105676"/>
                </a:lnTo>
                <a:lnTo>
                  <a:pt x="36068" y="102526"/>
                </a:lnTo>
                <a:lnTo>
                  <a:pt x="35461" y="101919"/>
                </a:lnTo>
                <a:lnTo>
                  <a:pt x="32801" y="102277"/>
                </a:lnTo>
                <a:lnTo>
                  <a:pt x="31427" y="102204"/>
                </a:lnTo>
                <a:lnTo>
                  <a:pt x="29549" y="102614"/>
                </a:lnTo>
                <a:lnTo>
                  <a:pt x="28313" y="102029"/>
                </a:lnTo>
                <a:lnTo>
                  <a:pt x="29176" y="99135"/>
                </a:lnTo>
                <a:lnTo>
                  <a:pt x="28452" y="98411"/>
                </a:lnTo>
                <a:lnTo>
                  <a:pt x="25785" y="98762"/>
                </a:lnTo>
                <a:lnTo>
                  <a:pt x="24601" y="98703"/>
                </a:lnTo>
                <a:lnTo>
                  <a:pt x="22306" y="99113"/>
                </a:lnTo>
                <a:lnTo>
                  <a:pt x="21202" y="98345"/>
                </a:lnTo>
                <a:lnTo>
                  <a:pt x="22276" y="95736"/>
                </a:lnTo>
                <a:lnTo>
                  <a:pt x="21188" y="94647"/>
                </a:lnTo>
                <a:lnTo>
                  <a:pt x="18856" y="95816"/>
                </a:lnTo>
                <a:lnTo>
                  <a:pt x="17686" y="94647"/>
                </a:lnTo>
                <a:lnTo>
                  <a:pt x="18856" y="92308"/>
                </a:lnTo>
                <a:lnTo>
                  <a:pt x="17687" y="91139"/>
                </a:lnTo>
                <a:lnTo>
                  <a:pt x="15348" y="92308"/>
                </a:lnTo>
                <a:lnTo>
                  <a:pt x="14178" y="91139"/>
                </a:lnTo>
                <a:lnTo>
                  <a:pt x="15348" y="88800"/>
                </a:lnTo>
                <a:lnTo>
                  <a:pt x="14178" y="87631"/>
                </a:lnTo>
                <a:lnTo>
                  <a:pt x="11847" y="88800"/>
                </a:lnTo>
                <a:lnTo>
                  <a:pt x="10677" y="87631"/>
                </a:lnTo>
                <a:lnTo>
                  <a:pt x="11847" y="85292"/>
                </a:lnTo>
                <a:lnTo>
                  <a:pt x="10758" y="84203"/>
                </a:lnTo>
                <a:lnTo>
                  <a:pt x="8141" y="85277"/>
                </a:lnTo>
                <a:lnTo>
                  <a:pt x="6884" y="83443"/>
                </a:lnTo>
                <a:lnTo>
                  <a:pt x="8894" y="78626"/>
                </a:lnTo>
                <a:lnTo>
                  <a:pt x="7345" y="77355"/>
                </a:lnTo>
                <a:lnTo>
                  <a:pt x="4458" y="78129"/>
                </a:lnTo>
                <a:lnTo>
                  <a:pt x="3646" y="76419"/>
                </a:lnTo>
                <a:lnTo>
                  <a:pt x="5276" y="71508"/>
                </a:lnTo>
                <a:lnTo>
                  <a:pt x="3968" y="70441"/>
                </a:lnTo>
                <a:lnTo>
                  <a:pt x="811" y="70960"/>
                </a:lnTo>
                <a:lnTo>
                  <a:pt x="241" y="68636"/>
                </a:lnTo>
                <a:lnTo>
                  <a:pt x="745" y="65763"/>
                </a:lnTo>
                <a:lnTo>
                  <a:pt x="745" y="52133"/>
                </a:lnTo>
                <a:lnTo>
                  <a:pt x="109" y="47068"/>
                </a:lnTo>
                <a:lnTo>
                  <a:pt x="898" y="41543"/>
                </a:lnTo>
                <a:lnTo>
                  <a:pt x="0" y="36200"/>
                </a:lnTo>
                <a:lnTo>
                  <a:pt x="1081" y="35316"/>
                </a:lnTo>
                <a:lnTo>
                  <a:pt x="4129" y="35944"/>
                </a:lnTo>
                <a:lnTo>
                  <a:pt x="4553" y="34716"/>
                </a:lnTo>
                <a:lnTo>
                  <a:pt x="4253" y="33021"/>
                </a:lnTo>
                <a:lnTo>
                  <a:pt x="4253" y="31310"/>
                </a:lnTo>
                <a:lnTo>
                  <a:pt x="3902" y="29257"/>
                </a:lnTo>
                <a:lnTo>
                  <a:pt x="4502" y="28087"/>
                </a:lnTo>
                <a:lnTo>
                  <a:pt x="7345" y="28994"/>
                </a:lnTo>
                <a:lnTo>
                  <a:pt x="8339" y="27992"/>
                </a:lnTo>
                <a:lnTo>
                  <a:pt x="7294" y="25770"/>
                </a:lnTo>
                <a:lnTo>
                  <a:pt x="8222" y="24367"/>
                </a:lnTo>
                <a:lnTo>
                  <a:pt x="7169" y="22145"/>
                </a:lnTo>
                <a:lnTo>
                  <a:pt x="8280" y="21034"/>
                </a:lnTo>
                <a:lnTo>
                  <a:pt x="10816" y="22145"/>
                </a:lnTo>
                <a:lnTo>
                  <a:pt x="11774" y="20881"/>
                </a:lnTo>
                <a:lnTo>
                  <a:pt x="10663" y="18652"/>
                </a:lnTo>
                <a:lnTo>
                  <a:pt x="11745" y="17563"/>
                </a:lnTo>
                <a:lnTo>
                  <a:pt x="14397" y="18615"/>
                </a:lnTo>
                <a:lnTo>
                  <a:pt x="15267" y="17292"/>
                </a:lnTo>
                <a:lnTo>
                  <a:pt x="14178" y="15238"/>
                </a:lnTo>
                <a:lnTo>
                  <a:pt x="15260" y="13952"/>
                </a:lnTo>
                <a:lnTo>
                  <a:pt x="17716" y="15099"/>
                </a:lnTo>
                <a:lnTo>
                  <a:pt x="18805" y="14011"/>
                </a:lnTo>
                <a:lnTo>
                  <a:pt x="17679" y="11496"/>
                </a:lnTo>
                <a:lnTo>
                  <a:pt x="18944" y="10510"/>
                </a:lnTo>
                <a:lnTo>
                  <a:pt x="21180" y="11635"/>
                </a:lnTo>
                <a:lnTo>
                  <a:pt x="22145" y="10670"/>
                </a:lnTo>
                <a:lnTo>
                  <a:pt x="21326" y="7718"/>
                </a:lnTo>
                <a:lnTo>
                  <a:pt x="23702" y="6702"/>
                </a:lnTo>
                <a:lnTo>
                  <a:pt x="26939" y="8492"/>
                </a:lnTo>
                <a:lnTo>
                  <a:pt x="29285" y="7272"/>
                </a:lnTo>
                <a:lnTo>
                  <a:pt x="28364" y="4436"/>
                </a:lnTo>
                <a:lnTo>
                  <a:pt x="29125" y="3690"/>
                </a:lnTo>
                <a:lnTo>
                  <a:pt x="31785" y="4041"/>
                </a:lnTo>
                <a:lnTo>
                  <a:pt x="33320" y="3946"/>
                </a:lnTo>
                <a:lnTo>
                  <a:pt x="34781" y="4312"/>
                </a:lnTo>
                <a:lnTo>
                  <a:pt x="35812" y="4019"/>
                </a:lnTo>
                <a:lnTo>
                  <a:pt x="36163" y="3917"/>
                </a:lnTo>
                <a:lnTo>
                  <a:pt x="35520" y="811"/>
                </a:lnTo>
                <a:lnTo>
                  <a:pt x="36199" y="131"/>
                </a:lnTo>
                <a:lnTo>
                  <a:pt x="38743" y="599"/>
                </a:lnTo>
                <a:lnTo>
                  <a:pt x="42602" y="0"/>
                </a:lnTo>
                <a:lnTo>
                  <a:pt x="46512" y="511"/>
                </a:lnTo>
                <a:lnTo>
                  <a:pt x="65982" y="511"/>
                </a:lnTo>
                <a:lnTo>
                  <a:pt x="68847" y="14"/>
                </a:lnTo>
                <a:lnTo>
                  <a:pt x="71200" y="584"/>
                </a:lnTo>
                <a:lnTo>
                  <a:pt x="70623" y="3749"/>
                </a:lnTo>
                <a:lnTo>
                  <a:pt x="71222" y="4348"/>
                </a:lnTo>
                <a:lnTo>
                  <a:pt x="73883" y="3990"/>
                </a:lnTo>
                <a:lnTo>
                  <a:pt x="75249" y="4063"/>
                </a:lnTo>
                <a:lnTo>
                  <a:pt x="77135" y="3654"/>
                </a:lnTo>
                <a:lnTo>
                  <a:pt x="78363" y="4239"/>
                </a:lnTo>
                <a:lnTo>
                  <a:pt x="77501" y="7133"/>
                </a:lnTo>
                <a:lnTo>
                  <a:pt x="78232" y="7857"/>
                </a:lnTo>
                <a:lnTo>
                  <a:pt x="80892" y="7498"/>
                </a:lnTo>
                <a:lnTo>
                  <a:pt x="82076" y="7564"/>
                </a:lnTo>
                <a:lnTo>
                  <a:pt x="84378" y="7155"/>
                </a:lnTo>
                <a:lnTo>
                  <a:pt x="85474" y="7922"/>
                </a:lnTo>
                <a:lnTo>
                  <a:pt x="84407" y="10532"/>
                </a:lnTo>
                <a:lnTo>
                  <a:pt x="85489" y="11620"/>
                </a:lnTo>
                <a:lnTo>
                  <a:pt x="87828" y="10451"/>
                </a:lnTo>
                <a:lnTo>
                  <a:pt x="88997" y="11620"/>
                </a:lnTo>
                <a:lnTo>
                  <a:pt x="87828" y="13959"/>
                </a:lnTo>
                <a:lnTo>
                  <a:pt x="88997" y="15129"/>
                </a:lnTo>
                <a:lnTo>
                  <a:pt x="91336" y="13959"/>
                </a:lnTo>
                <a:lnTo>
                  <a:pt x="92506" y="15129"/>
                </a:lnTo>
                <a:lnTo>
                  <a:pt x="91336" y="17467"/>
                </a:lnTo>
                <a:lnTo>
                  <a:pt x="92498" y="18637"/>
                </a:lnTo>
                <a:lnTo>
                  <a:pt x="94837" y="17468"/>
                </a:lnTo>
                <a:lnTo>
                  <a:pt x="96006" y="18637"/>
                </a:lnTo>
                <a:lnTo>
                  <a:pt x="94837" y="20976"/>
                </a:lnTo>
                <a:lnTo>
                  <a:pt x="95919" y="22057"/>
                </a:lnTo>
                <a:lnTo>
                  <a:pt x="98542" y="20990"/>
                </a:lnTo>
                <a:lnTo>
                  <a:pt x="99799" y="22825"/>
                </a:lnTo>
                <a:lnTo>
                  <a:pt x="97782" y="27641"/>
                </a:lnTo>
                <a:lnTo>
                  <a:pt x="99339" y="28913"/>
                </a:lnTo>
                <a:lnTo>
                  <a:pt x="102226" y="28138"/>
                </a:lnTo>
                <a:lnTo>
                  <a:pt x="103037" y="29848"/>
                </a:lnTo>
                <a:lnTo>
                  <a:pt x="101407" y="34760"/>
                </a:lnTo>
                <a:lnTo>
                  <a:pt x="102716" y="35827"/>
                </a:lnTo>
                <a:lnTo>
                  <a:pt x="105873" y="35308"/>
                </a:lnTo>
                <a:lnTo>
                  <a:pt x="106436" y="37632"/>
                </a:lnTo>
                <a:lnTo>
                  <a:pt x="105939" y="40497"/>
                </a:lnTo>
                <a:lnTo>
                  <a:pt x="105939" y="65763"/>
                </a:lnTo>
                <a:lnTo>
                  <a:pt x="106443" y="68650"/>
                </a:lnTo>
                <a:lnTo>
                  <a:pt x="105859" y="70981"/>
                </a:lnTo>
                <a:lnTo>
                  <a:pt x="102701" y="70397"/>
                </a:lnTo>
                <a:lnTo>
                  <a:pt x="102102" y="71003"/>
                </a:lnTo>
                <a:lnTo>
                  <a:pt x="102460" y="73671"/>
                </a:lnTo>
                <a:lnTo>
                  <a:pt x="102387" y="75045"/>
                </a:lnTo>
                <a:lnTo>
                  <a:pt x="102796" y="76923"/>
                </a:lnTo>
                <a:lnTo>
                  <a:pt x="102211" y="78158"/>
                </a:lnTo>
                <a:lnTo>
                  <a:pt x="99317" y="77296"/>
                </a:lnTo>
                <a:lnTo>
                  <a:pt x="98594" y="78020"/>
                </a:lnTo>
                <a:lnTo>
                  <a:pt x="98952" y="80687"/>
                </a:lnTo>
                <a:lnTo>
                  <a:pt x="98893" y="81878"/>
                </a:lnTo>
                <a:lnTo>
                  <a:pt x="99303" y="84166"/>
                </a:lnTo>
                <a:lnTo>
                  <a:pt x="98535" y="85277"/>
                </a:lnTo>
                <a:lnTo>
                  <a:pt x="95919" y="84203"/>
                </a:lnTo>
                <a:lnTo>
                  <a:pt x="94837" y="85292"/>
                </a:lnTo>
                <a:lnTo>
                  <a:pt x="96006" y="87631"/>
                </a:lnTo>
                <a:lnTo>
                  <a:pt x="94837" y="88800"/>
                </a:lnTo>
                <a:lnTo>
                  <a:pt x="92498" y="87631"/>
                </a:lnTo>
                <a:lnTo>
                  <a:pt x="91336" y="88800"/>
                </a:lnTo>
                <a:lnTo>
                  <a:pt x="92505" y="91139"/>
                </a:lnTo>
                <a:lnTo>
                  <a:pt x="91336" y="92308"/>
                </a:lnTo>
                <a:lnTo>
                  <a:pt x="88997" y="91139"/>
                </a:lnTo>
                <a:lnTo>
                  <a:pt x="87828" y="92308"/>
                </a:lnTo>
                <a:lnTo>
                  <a:pt x="88997" y="94647"/>
                </a:lnTo>
                <a:lnTo>
                  <a:pt x="87828" y="95817"/>
                </a:lnTo>
                <a:lnTo>
                  <a:pt x="85489" y="94647"/>
                </a:lnTo>
                <a:lnTo>
                  <a:pt x="84407" y="95736"/>
                </a:lnTo>
                <a:lnTo>
                  <a:pt x="85474" y="98345"/>
                </a:lnTo>
                <a:lnTo>
                  <a:pt x="83640" y="99624"/>
                </a:lnTo>
                <a:lnTo>
                  <a:pt x="78831" y="97592"/>
                </a:lnTo>
                <a:lnTo>
                  <a:pt x="77552" y="99149"/>
                </a:lnTo>
                <a:lnTo>
                  <a:pt x="78334" y="102043"/>
                </a:lnTo>
                <a:lnTo>
                  <a:pt x="76616" y="102855"/>
                </a:lnTo>
                <a:lnTo>
                  <a:pt x="71712" y="101225"/>
                </a:lnTo>
                <a:lnTo>
                  <a:pt x="70645" y="102533"/>
                </a:lnTo>
                <a:lnTo>
                  <a:pt x="71157" y="105691"/>
                </a:lnTo>
                <a:lnTo>
                  <a:pt x="68840" y="1062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2161844" y="214613"/>
            <a:ext cx="92710" cy="92710"/>
            <a:chOff x="2161844" y="214613"/>
            <a:chExt cx="92710" cy="92710"/>
          </a:xfrm>
        </p:grpSpPr>
        <p:sp>
          <p:nvSpPr>
            <p:cNvPr id="32" name="object 32"/>
            <p:cNvSpPr/>
            <p:nvPr/>
          </p:nvSpPr>
          <p:spPr>
            <a:xfrm>
              <a:off x="2161832" y="214616"/>
              <a:ext cx="92710" cy="91440"/>
            </a:xfrm>
            <a:custGeom>
              <a:avLst/>
              <a:gdLst/>
              <a:ahLst/>
              <a:cxnLst/>
              <a:rect l="l" t="t" r="r" b="b"/>
              <a:pathLst>
                <a:path w="92710" h="91439">
                  <a:moveTo>
                    <a:pt x="92240" y="29210"/>
                  </a:moveTo>
                  <a:lnTo>
                    <a:pt x="91808" y="29210"/>
                  </a:lnTo>
                  <a:lnTo>
                    <a:pt x="91808" y="27940"/>
                  </a:lnTo>
                  <a:lnTo>
                    <a:pt x="90119" y="27940"/>
                  </a:lnTo>
                  <a:lnTo>
                    <a:pt x="90119" y="29210"/>
                  </a:lnTo>
                  <a:lnTo>
                    <a:pt x="88277" y="29210"/>
                  </a:lnTo>
                  <a:lnTo>
                    <a:pt x="88277" y="27940"/>
                  </a:lnTo>
                  <a:lnTo>
                    <a:pt x="88049" y="27940"/>
                  </a:lnTo>
                  <a:lnTo>
                    <a:pt x="88049" y="26670"/>
                  </a:lnTo>
                  <a:lnTo>
                    <a:pt x="88646" y="26670"/>
                  </a:lnTo>
                  <a:lnTo>
                    <a:pt x="88646" y="25400"/>
                  </a:lnTo>
                  <a:lnTo>
                    <a:pt x="88087" y="25400"/>
                  </a:lnTo>
                  <a:lnTo>
                    <a:pt x="88087" y="24130"/>
                  </a:lnTo>
                  <a:lnTo>
                    <a:pt x="88252" y="24130"/>
                  </a:lnTo>
                  <a:lnTo>
                    <a:pt x="88252" y="22860"/>
                  </a:lnTo>
                  <a:lnTo>
                    <a:pt x="88849" y="22860"/>
                  </a:lnTo>
                  <a:lnTo>
                    <a:pt x="88849" y="21590"/>
                  </a:lnTo>
                  <a:lnTo>
                    <a:pt x="84289" y="21590"/>
                  </a:lnTo>
                  <a:lnTo>
                    <a:pt x="84289" y="20320"/>
                  </a:lnTo>
                  <a:lnTo>
                    <a:pt x="84874" y="20320"/>
                  </a:lnTo>
                  <a:lnTo>
                    <a:pt x="84874" y="19050"/>
                  </a:lnTo>
                  <a:lnTo>
                    <a:pt x="85140" y="19050"/>
                  </a:lnTo>
                  <a:lnTo>
                    <a:pt x="85140" y="17780"/>
                  </a:lnTo>
                  <a:lnTo>
                    <a:pt x="82359" y="17780"/>
                  </a:lnTo>
                  <a:lnTo>
                    <a:pt x="82359" y="19050"/>
                  </a:lnTo>
                  <a:lnTo>
                    <a:pt x="81635" y="19050"/>
                  </a:lnTo>
                  <a:lnTo>
                    <a:pt x="81635" y="17780"/>
                  </a:lnTo>
                  <a:lnTo>
                    <a:pt x="81191" y="17780"/>
                  </a:lnTo>
                  <a:lnTo>
                    <a:pt x="81191" y="15240"/>
                  </a:lnTo>
                  <a:lnTo>
                    <a:pt x="81330" y="15240"/>
                  </a:lnTo>
                  <a:lnTo>
                    <a:pt x="81330" y="13970"/>
                  </a:lnTo>
                  <a:lnTo>
                    <a:pt x="79451" y="13970"/>
                  </a:lnTo>
                  <a:lnTo>
                    <a:pt x="79451" y="15240"/>
                  </a:lnTo>
                  <a:lnTo>
                    <a:pt x="77838" y="15240"/>
                  </a:lnTo>
                  <a:lnTo>
                    <a:pt x="77838" y="13970"/>
                  </a:lnTo>
                  <a:lnTo>
                    <a:pt x="77838" y="11430"/>
                  </a:lnTo>
                  <a:lnTo>
                    <a:pt x="77533" y="11430"/>
                  </a:lnTo>
                  <a:lnTo>
                    <a:pt x="77533" y="10160"/>
                  </a:lnTo>
                  <a:lnTo>
                    <a:pt x="76555" y="10160"/>
                  </a:lnTo>
                  <a:lnTo>
                    <a:pt x="76555" y="11430"/>
                  </a:lnTo>
                  <a:lnTo>
                    <a:pt x="74028" y="11430"/>
                  </a:lnTo>
                  <a:lnTo>
                    <a:pt x="74028" y="10160"/>
                  </a:lnTo>
                  <a:lnTo>
                    <a:pt x="74485" y="10160"/>
                  </a:lnTo>
                  <a:lnTo>
                    <a:pt x="74485" y="7620"/>
                  </a:lnTo>
                  <a:lnTo>
                    <a:pt x="73723" y="7620"/>
                  </a:lnTo>
                  <a:lnTo>
                    <a:pt x="73723" y="6350"/>
                  </a:lnTo>
                  <a:lnTo>
                    <a:pt x="73609" y="7620"/>
                  </a:lnTo>
                  <a:lnTo>
                    <a:pt x="70218" y="7620"/>
                  </a:lnTo>
                  <a:lnTo>
                    <a:pt x="70218" y="6350"/>
                  </a:lnTo>
                  <a:lnTo>
                    <a:pt x="70802" y="6350"/>
                  </a:lnTo>
                  <a:lnTo>
                    <a:pt x="70802" y="5080"/>
                  </a:lnTo>
                  <a:lnTo>
                    <a:pt x="71183" y="5080"/>
                  </a:lnTo>
                  <a:lnTo>
                    <a:pt x="71183" y="3810"/>
                  </a:lnTo>
                  <a:lnTo>
                    <a:pt x="68097" y="3810"/>
                  </a:lnTo>
                  <a:lnTo>
                    <a:pt x="68097" y="5080"/>
                  </a:lnTo>
                  <a:lnTo>
                    <a:pt x="67881" y="5080"/>
                  </a:lnTo>
                  <a:lnTo>
                    <a:pt x="67881" y="3810"/>
                  </a:lnTo>
                  <a:lnTo>
                    <a:pt x="64719" y="3810"/>
                  </a:lnTo>
                  <a:lnTo>
                    <a:pt x="64719" y="5080"/>
                  </a:lnTo>
                  <a:lnTo>
                    <a:pt x="64173" y="5080"/>
                  </a:lnTo>
                  <a:lnTo>
                    <a:pt x="64173" y="3810"/>
                  </a:lnTo>
                  <a:lnTo>
                    <a:pt x="63715" y="3810"/>
                  </a:lnTo>
                  <a:lnTo>
                    <a:pt x="63715" y="1270"/>
                  </a:lnTo>
                  <a:lnTo>
                    <a:pt x="64096" y="1270"/>
                  </a:lnTo>
                  <a:lnTo>
                    <a:pt x="64096" y="0"/>
                  </a:lnTo>
                  <a:lnTo>
                    <a:pt x="31737" y="0"/>
                  </a:lnTo>
                  <a:lnTo>
                    <a:pt x="31737" y="1270"/>
                  </a:lnTo>
                  <a:lnTo>
                    <a:pt x="31000" y="1270"/>
                  </a:lnTo>
                  <a:lnTo>
                    <a:pt x="31000" y="0"/>
                  </a:lnTo>
                  <a:lnTo>
                    <a:pt x="28511" y="0"/>
                  </a:lnTo>
                  <a:lnTo>
                    <a:pt x="28511" y="1270"/>
                  </a:lnTo>
                  <a:lnTo>
                    <a:pt x="28765" y="1270"/>
                  </a:lnTo>
                  <a:lnTo>
                    <a:pt x="28765" y="3810"/>
                  </a:lnTo>
                  <a:lnTo>
                    <a:pt x="28295" y="3810"/>
                  </a:lnTo>
                  <a:lnTo>
                    <a:pt x="28295" y="5080"/>
                  </a:lnTo>
                  <a:lnTo>
                    <a:pt x="27736" y="5080"/>
                  </a:lnTo>
                  <a:lnTo>
                    <a:pt x="27736" y="3810"/>
                  </a:lnTo>
                  <a:lnTo>
                    <a:pt x="24587" y="3810"/>
                  </a:lnTo>
                  <a:lnTo>
                    <a:pt x="24587" y="5080"/>
                  </a:lnTo>
                  <a:lnTo>
                    <a:pt x="24371" y="5080"/>
                  </a:lnTo>
                  <a:lnTo>
                    <a:pt x="24371" y="3810"/>
                  </a:lnTo>
                  <a:lnTo>
                    <a:pt x="21285" y="3810"/>
                  </a:lnTo>
                  <a:lnTo>
                    <a:pt x="21285" y="5080"/>
                  </a:lnTo>
                  <a:lnTo>
                    <a:pt x="21666" y="5080"/>
                  </a:lnTo>
                  <a:lnTo>
                    <a:pt x="21666" y="6350"/>
                  </a:lnTo>
                  <a:lnTo>
                    <a:pt x="22225" y="6350"/>
                  </a:lnTo>
                  <a:lnTo>
                    <a:pt x="22225" y="7620"/>
                  </a:lnTo>
                  <a:lnTo>
                    <a:pt x="18846" y="7620"/>
                  </a:lnTo>
                  <a:lnTo>
                    <a:pt x="18846" y="6350"/>
                  </a:lnTo>
                  <a:lnTo>
                    <a:pt x="18732" y="7620"/>
                  </a:lnTo>
                  <a:lnTo>
                    <a:pt x="17995" y="7620"/>
                  </a:lnTo>
                  <a:lnTo>
                    <a:pt x="17995" y="10160"/>
                  </a:lnTo>
                  <a:lnTo>
                    <a:pt x="18491" y="10160"/>
                  </a:lnTo>
                  <a:lnTo>
                    <a:pt x="18491" y="11430"/>
                  </a:lnTo>
                  <a:lnTo>
                    <a:pt x="15900" y="11430"/>
                  </a:lnTo>
                  <a:lnTo>
                    <a:pt x="15900" y="10160"/>
                  </a:lnTo>
                  <a:lnTo>
                    <a:pt x="15062" y="10160"/>
                  </a:lnTo>
                  <a:lnTo>
                    <a:pt x="15062" y="11430"/>
                  </a:lnTo>
                  <a:lnTo>
                    <a:pt x="14617" y="11430"/>
                  </a:lnTo>
                  <a:lnTo>
                    <a:pt x="14617" y="13970"/>
                  </a:lnTo>
                  <a:lnTo>
                    <a:pt x="14630" y="15240"/>
                  </a:lnTo>
                  <a:lnTo>
                    <a:pt x="13017" y="15240"/>
                  </a:lnTo>
                  <a:lnTo>
                    <a:pt x="13017" y="13970"/>
                  </a:lnTo>
                  <a:lnTo>
                    <a:pt x="11137" y="13970"/>
                  </a:lnTo>
                  <a:lnTo>
                    <a:pt x="11137" y="15240"/>
                  </a:lnTo>
                  <a:lnTo>
                    <a:pt x="11277" y="15240"/>
                  </a:lnTo>
                  <a:lnTo>
                    <a:pt x="11277" y="17780"/>
                  </a:lnTo>
                  <a:lnTo>
                    <a:pt x="10820" y="17780"/>
                  </a:lnTo>
                  <a:lnTo>
                    <a:pt x="10820" y="19050"/>
                  </a:lnTo>
                  <a:lnTo>
                    <a:pt x="10109" y="19050"/>
                  </a:lnTo>
                  <a:lnTo>
                    <a:pt x="10109" y="17780"/>
                  </a:lnTo>
                  <a:lnTo>
                    <a:pt x="7315" y="17780"/>
                  </a:lnTo>
                  <a:lnTo>
                    <a:pt x="7315" y="19050"/>
                  </a:lnTo>
                  <a:lnTo>
                    <a:pt x="7594" y="19050"/>
                  </a:lnTo>
                  <a:lnTo>
                    <a:pt x="7594" y="20320"/>
                  </a:lnTo>
                  <a:lnTo>
                    <a:pt x="8229" y="20320"/>
                  </a:lnTo>
                  <a:lnTo>
                    <a:pt x="8229" y="21590"/>
                  </a:lnTo>
                  <a:lnTo>
                    <a:pt x="3746" y="21590"/>
                  </a:lnTo>
                  <a:lnTo>
                    <a:pt x="3746" y="22860"/>
                  </a:lnTo>
                  <a:lnTo>
                    <a:pt x="3276" y="22860"/>
                  </a:lnTo>
                  <a:lnTo>
                    <a:pt x="3276" y="24130"/>
                  </a:lnTo>
                  <a:lnTo>
                    <a:pt x="3873" y="24130"/>
                  </a:lnTo>
                  <a:lnTo>
                    <a:pt x="3873" y="25400"/>
                  </a:lnTo>
                  <a:lnTo>
                    <a:pt x="4457" y="25400"/>
                  </a:lnTo>
                  <a:lnTo>
                    <a:pt x="4457" y="26670"/>
                  </a:lnTo>
                  <a:lnTo>
                    <a:pt x="4610" y="26670"/>
                  </a:lnTo>
                  <a:lnTo>
                    <a:pt x="4610" y="27940"/>
                  </a:lnTo>
                  <a:lnTo>
                    <a:pt x="4178" y="27940"/>
                  </a:lnTo>
                  <a:lnTo>
                    <a:pt x="4178" y="29210"/>
                  </a:lnTo>
                  <a:lnTo>
                    <a:pt x="2247" y="29210"/>
                  </a:lnTo>
                  <a:lnTo>
                    <a:pt x="2247" y="27940"/>
                  </a:lnTo>
                  <a:lnTo>
                    <a:pt x="673" y="27940"/>
                  </a:lnTo>
                  <a:lnTo>
                    <a:pt x="673" y="29210"/>
                  </a:lnTo>
                  <a:lnTo>
                    <a:pt x="0" y="29210"/>
                  </a:lnTo>
                  <a:lnTo>
                    <a:pt x="0" y="30480"/>
                  </a:lnTo>
                  <a:lnTo>
                    <a:pt x="457" y="30480"/>
                  </a:lnTo>
                  <a:lnTo>
                    <a:pt x="457" y="34290"/>
                  </a:lnTo>
                  <a:lnTo>
                    <a:pt x="355" y="40640"/>
                  </a:lnTo>
                  <a:lnTo>
                    <a:pt x="381" y="45720"/>
                  </a:lnTo>
                  <a:lnTo>
                    <a:pt x="660" y="45720"/>
                  </a:lnTo>
                  <a:lnTo>
                    <a:pt x="660" y="58420"/>
                  </a:lnTo>
                  <a:lnTo>
                    <a:pt x="355" y="58420"/>
                  </a:lnTo>
                  <a:lnTo>
                    <a:pt x="355" y="62230"/>
                  </a:lnTo>
                  <a:lnTo>
                    <a:pt x="419" y="63500"/>
                  </a:lnTo>
                  <a:lnTo>
                    <a:pt x="4622" y="63500"/>
                  </a:lnTo>
                  <a:lnTo>
                    <a:pt x="4622" y="64770"/>
                  </a:lnTo>
                  <a:lnTo>
                    <a:pt x="4203" y="64770"/>
                  </a:lnTo>
                  <a:lnTo>
                    <a:pt x="4203" y="66040"/>
                  </a:lnTo>
                  <a:lnTo>
                    <a:pt x="3822" y="66040"/>
                  </a:lnTo>
                  <a:lnTo>
                    <a:pt x="3822" y="67310"/>
                  </a:lnTo>
                  <a:lnTo>
                    <a:pt x="4292" y="67310"/>
                  </a:lnTo>
                  <a:lnTo>
                    <a:pt x="4292" y="69850"/>
                  </a:lnTo>
                  <a:lnTo>
                    <a:pt x="3949" y="69850"/>
                  </a:lnTo>
                  <a:lnTo>
                    <a:pt x="3949" y="71120"/>
                  </a:lnTo>
                  <a:lnTo>
                    <a:pt x="6350" y="71120"/>
                  </a:lnTo>
                  <a:lnTo>
                    <a:pt x="6350" y="69850"/>
                  </a:lnTo>
                  <a:lnTo>
                    <a:pt x="7505" y="69850"/>
                  </a:lnTo>
                  <a:lnTo>
                    <a:pt x="7505" y="71120"/>
                  </a:lnTo>
                  <a:lnTo>
                    <a:pt x="7683" y="71120"/>
                  </a:lnTo>
                  <a:lnTo>
                    <a:pt x="7683" y="73660"/>
                  </a:lnTo>
                  <a:lnTo>
                    <a:pt x="7759" y="74930"/>
                  </a:lnTo>
                  <a:lnTo>
                    <a:pt x="9232" y="74930"/>
                  </a:lnTo>
                  <a:lnTo>
                    <a:pt x="9232" y="73660"/>
                  </a:lnTo>
                  <a:lnTo>
                    <a:pt x="11264" y="73660"/>
                  </a:lnTo>
                  <a:lnTo>
                    <a:pt x="11264" y="74930"/>
                  </a:lnTo>
                  <a:lnTo>
                    <a:pt x="11049" y="74930"/>
                  </a:lnTo>
                  <a:lnTo>
                    <a:pt x="11049" y="77470"/>
                  </a:lnTo>
                  <a:lnTo>
                    <a:pt x="11569" y="77470"/>
                  </a:lnTo>
                  <a:lnTo>
                    <a:pt x="11569" y="78740"/>
                  </a:lnTo>
                  <a:lnTo>
                    <a:pt x="12128" y="78740"/>
                  </a:lnTo>
                  <a:lnTo>
                    <a:pt x="12128" y="77470"/>
                  </a:lnTo>
                  <a:lnTo>
                    <a:pt x="15074" y="77470"/>
                  </a:lnTo>
                  <a:lnTo>
                    <a:pt x="15074" y="78740"/>
                  </a:lnTo>
                  <a:lnTo>
                    <a:pt x="14719" y="78740"/>
                  </a:lnTo>
                  <a:lnTo>
                    <a:pt x="14719" y="80010"/>
                  </a:lnTo>
                  <a:lnTo>
                    <a:pt x="14097" y="80010"/>
                  </a:lnTo>
                  <a:lnTo>
                    <a:pt x="14097" y="81280"/>
                  </a:lnTo>
                  <a:lnTo>
                    <a:pt x="17564" y="81280"/>
                  </a:lnTo>
                  <a:lnTo>
                    <a:pt x="17564" y="80010"/>
                  </a:lnTo>
                  <a:lnTo>
                    <a:pt x="17614" y="81280"/>
                  </a:lnTo>
                  <a:lnTo>
                    <a:pt x="18389" y="81280"/>
                  </a:lnTo>
                  <a:lnTo>
                    <a:pt x="18389" y="83820"/>
                  </a:lnTo>
                  <a:lnTo>
                    <a:pt x="17907" y="83820"/>
                  </a:lnTo>
                  <a:lnTo>
                    <a:pt x="17907" y="85090"/>
                  </a:lnTo>
                  <a:lnTo>
                    <a:pt x="20485" y="85090"/>
                  </a:lnTo>
                  <a:lnTo>
                    <a:pt x="20485" y="83820"/>
                  </a:lnTo>
                  <a:lnTo>
                    <a:pt x="21361" y="83820"/>
                  </a:lnTo>
                  <a:lnTo>
                    <a:pt x="21361" y="85090"/>
                  </a:lnTo>
                  <a:lnTo>
                    <a:pt x="21742" y="85090"/>
                  </a:lnTo>
                  <a:lnTo>
                    <a:pt x="21742" y="87630"/>
                  </a:lnTo>
                  <a:lnTo>
                    <a:pt x="21717" y="88900"/>
                  </a:lnTo>
                  <a:lnTo>
                    <a:pt x="23431" y="88900"/>
                  </a:lnTo>
                  <a:lnTo>
                    <a:pt x="23431" y="87630"/>
                  </a:lnTo>
                  <a:lnTo>
                    <a:pt x="25234" y="87630"/>
                  </a:lnTo>
                  <a:lnTo>
                    <a:pt x="25234" y="88900"/>
                  </a:lnTo>
                  <a:lnTo>
                    <a:pt x="26797" y="88900"/>
                  </a:lnTo>
                  <a:lnTo>
                    <a:pt x="26797" y="87630"/>
                  </a:lnTo>
                  <a:lnTo>
                    <a:pt x="28727" y="87630"/>
                  </a:lnTo>
                  <a:lnTo>
                    <a:pt x="28727" y="88900"/>
                  </a:lnTo>
                  <a:lnTo>
                    <a:pt x="28638" y="91440"/>
                  </a:lnTo>
                  <a:lnTo>
                    <a:pt x="63817" y="91440"/>
                  </a:lnTo>
                  <a:lnTo>
                    <a:pt x="63817" y="88900"/>
                  </a:lnTo>
                  <a:lnTo>
                    <a:pt x="63741" y="87630"/>
                  </a:lnTo>
                  <a:lnTo>
                    <a:pt x="65659" y="87630"/>
                  </a:lnTo>
                  <a:lnTo>
                    <a:pt x="65659" y="88900"/>
                  </a:lnTo>
                  <a:lnTo>
                    <a:pt x="67221" y="88900"/>
                  </a:lnTo>
                  <a:lnTo>
                    <a:pt x="67221" y="87630"/>
                  </a:lnTo>
                  <a:lnTo>
                    <a:pt x="69024" y="87630"/>
                  </a:lnTo>
                  <a:lnTo>
                    <a:pt x="69024" y="88900"/>
                  </a:lnTo>
                  <a:lnTo>
                    <a:pt x="70739" y="88900"/>
                  </a:lnTo>
                  <a:lnTo>
                    <a:pt x="70739" y="87630"/>
                  </a:lnTo>
                  <a:lnTo>
                    <a:pt x="70713" y="85090"/>
                  </a:lnTo>
                  <a:lnTo>
                    <a:pt x="71107" y="85090"/>
                  </a:lnTo>
                  <a:lnTo>
                    <a:pt x="71107" y="83820"/>
                  </a:lnTo>
                  <a:lnTo>
                    <a:pt x="71970" y="83820"/>
                  </a:lnTo>
                  <a:lnTo>
                    <a:pt x="71970" y="85090"/>
                  </a:lnTo>
                  <a:lnTo>
                    <a:pt x="74549" y="85090"/>
                  </a:lnTo>
                  <a:lnTo>
                    <a:pt x="74549" y="83820"/>
                  </a:lnTo>
                  <a:lnTo>
                    <a:pt x="74066" y="83820"/>
                  </a:lnTo>
                  <a:lnTo>
                    <a:pt x="74066" y="81280"/>
                  </a:lnTo>
                  <a:lnTo>
                    <a:pt x="74853" y="81280"/>
                  </a:lnTo>
                  <a:lnTo>
                    <a:pt x="74853" y="80010"/>
                  </a:lnTo>
                  <a:lnTo>
                    <a:pt x="74891" y="81280"/>
                  </a:lnTo>
                  <a:lnTo>
                    <a:pt x="78359" y="81280"/>
                  </a:lnTo>
                  <a:lnTo>
                    <a:pt x="78359" y="80010"/>
                  </a:lnTo>
                  <a:lnTo>
                    <a:pt x="77749" y="80010"/>
                  </a:lnTo>
                  <a:lnTo>
                    <a:pt x="77749" y="78740"/>
                  </a:lnTo>
                  <a:lnTo>
                    <a:pt x="77393" y="78740"/>
                  </a:lnTo>
                  <a:lnTo>
                    <a:pt x="77393" y="77470"/>
                  </a:lnTo>
                  <a:lnTo>
                    <a:pt x="80327" y="77470"/>
                  </a:lnTo>
                  <a:lnTo>
                    <a:pt x="80327" y="78740"/>
                  </a:lnTo>
                  <a:lnTo>
                    <a:pt x="80899" y="78740"/>
                  </a:lnTo>
                  <a:lnTo>
                    <a:pt x="80899" y="77470"/>
                  </a:lnTo>
                  <a:lnTo>
                    <a:pt x="81419" y="77470"/>
                  </a:lnTo>
                  <a:lnTo>
                    <a:pt x="81419" y="74930"/>
                  </a:lnTo>
                  <a:lnTo>
                    <a:pt x="81191" y="74930"/>
                  </a:lnTo>
                  <a:lnTo>
                    <a:pt x="81191" y="73660"/>
                  </a:lnTo>
                  <a:lnTo>
                    <a:pt x="83235" y="73660"/>
                  </a:lnTo>
                  <a:lnTo>
                    <a:pt x="83235" y="74930"/>
                  </a:lnTo>
                  <a:lnTo>
                    <a:pt x="84696" y="74930"/>
                  </a:lnTo>
                  <a:lnTo>
                    <a:pt x="84696" y="73660"/>
                  </a:lnTo>
                  <a:lnTo>
                    <a:pt x="84785" y="71120"/>
                  </a:lnTo>
                  <a:lnTo>
                    <a:pt x="84963" y="71120"/>
                  </a:lnTo>
                  <a:lnTo>
                    <a:pt x="84963" y="69850"/>
                  </a:lnTo>
                  <a:lnTo>
                    <a:pt x="86118" y="69850"/>
                  </a:lnTo>
                  <a:lnTo>
                    <a:pt x="86118" y="71120"/>
                  </a:lnTo>
                  <a:lnTo>
                    <a:pt x="88506" y="71120"/>
                  </a:lnTo>
                  <a:lnTo>
                    <a:pt x="88506" y="69850"/>
                  </a:lnTo>
                  <a:lnTo>
                    <a:pt x="88163" y="69850"/>
                  </a:lnTo>
                  <a:lnTo>
                    <a:pt x="88163" y="67310"/>
                  </a:lnTo>
                  <a:lnTo>
                    <a:pt x="88646" y="67310"/>
                  </a:lnTo>
                  <a:lnTo>
                    <a:pt x="88646" y="66040"/>
                  </a:lnTo>
                  <a:lnTo>
                    <a:pt x="88252" y="66040"/>
                  </a:lnTo>
                  <a:lnTo>
                    <a:pt x="88252" y="64770"/>
                  </a:lnTo>
                  <a:lnTo>
                    <a:pt x="87833" y="64770"/>
                  </a:lnTo>
                  <a:lnTo>
                    <a:pt x="87833" y="63500"/>
                  </a:lnTo>
                  <a:lnTo>
                    <a:pt x="92075" y="63500"/>
                  </a:lnTo>
                  <a:lnTo>
                    <a:pt x="92075" y="62230"/>
                  </a:lnTo>
                  <a:lnTo>
                    <a:pt x="92138" y="58420"/>
                  </a:lnTo>
                  <a:lnTo>
                    <a:pt x="91808" y="58420"/>
                  </a:lnTo>
                  <a:lnTo>
                    <a:pt x="91808" y="45720"/>
                  </a:lnTo>
                  <a:lnTo>
                    <a:pt x="91808" y="40640"/>
                  </a:lnTo>
                  <a:lnTo>
                    <a:pt x="91808" y="34290"/>
                  </a:lnTo>
                  <a:lnTo>
                    <a:pt x="92049" y="34290"/>
                  </a:lnTo>
                  <a:lnTo>
                    <a:pt x="92049" y="30480"/>
                  </a:lnTo>
                  <a:lnTo>
                    <a:pt x="92240" y="30480"/>
                  </a:lnTo>
                  <a:lnTo>
                    <a:pt x="92240" y="292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90470" y="303516"/>
              <a:ext cx="35560" cy="3810"/>
            </a:xfrm>
            <a:custGeom>
              <a:avLst/>
              <a:gdLst/>
              <a:ahLst/>
              <a:cxnLst/>
              <a:rect l="l" t="t" r="r" b="b"/>
              <a:pathLst>
                <a:path w="35560" h="3810">
                  <a:moveTo>
                    <a:pt x="35179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1041" y="2540"/>
                  </a:lnTo>
                  <a:lnTo>
                    <a:pt x="1041" y="3810"/>
                  </a:lnTo>
                  <a:lnTo>
                    <a:pt x="3378" y="3810"/>
                  </a:lnTo>
                  <a:lnTo>
                    <a:pt x="3378" y="2540"/>
                  </a:lnTo>
                  <a:lnTo>
                    <a:pt x="31813" y="2540"/>
                  </a:lnTo>
                  <a:lnTo>
                    <a:pt x="31813" y="3810"/>
                  </a:lnTo>
                  <a:lnTo>
                    <a:pt x="34137" y="3810"/>
                  </a:lnTo>
                  <a:lnTo>
                    <a:pt x="34137" y="2540"/>
                  </a:lnTo>
                  <a:lnTo>
                    <a:pt x="35179" y="2540"/>
                  </a:lnTo>
                  <a:lnTo>
                    <a:pt x="351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9156" y="221734"/>
            <a:ext cx="78691" cy="7837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7063" y="228414"/>
            <a:ext cx="63972" cy="64389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2818171" y="23939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18293" y="42953"/>
                </a:moveTo>
                <a:lnTo>
                  <a:pt x="17591" y="42098"/>
                </a:lnTo>
                <a:lnTo>
                  <a:pt x="18132" y="38970"/>
                </a:lnTo>
                <a:lnTo>
                  <a:pt x="15852" y="38348"/>
                </a:lnTo>
                <a:lnTo>
                  <a:pt x="12878" y="38889"/>
                </a:lnTo>
                <a:lnTo>
                  <a:pt x="10107" y="38889"/>
                </a:lnTo>
                <a:lnTo>
                  <a:pt x="7907" y="39240"/>
                </a:lnTo>
                <a:lnTo>
                  <a:pt x="6804" y="38582"/>
                </a:lnTo>
                <a:lnTo>
                  <a:pt x="7725" y="35856"/>
                </a:lnTo>
                <a:lnTo>
                  <a:pt x="7315" y="35381"/>
                </a:lnTo>
                <a:lnTo>
                  <a:pt x="6840" y="34971"/>
                </a:lnTo>
                <a:lnTo>
                  <a:pt x="4107" y="35892"/>
                </a:lnTo>
                <a:lnTo>
                  <a:pt x="2857" y="33765"/>
                </a:lnTo>
                <a:lnTo>
                  <a:pt x="4268" y="30214"/>
                </a:lnTo>
                <a:lnTo>
                  <a:pt x="3654" y="27743"/>
                </a:lnTo>
                <a:lnTo>
                  <a:pt x="4239" y="25288"/>
                </a:lnTo>
                <a:lnTo>
                  <a:pt x="3479" y="24527"/>
                </a:lnTo>
                <a:lnTo>
                  <a:pt x="438" y="25251"/>
                </a:lnTo>
                <a:lnTo>
                  <a:pt x="0" y="23994"/>
                </a:lnTo>
                <a:lnTo>
                  <a:pt x="299" y="22276"/>
                </a:lnTo>
                <a:lnTo>
                  <a:pt x="299" y="20223"/>
                </a:lnTo>
                <a:lnTo>
                  <a:pt x="168" y="18966"/>
                </a:lnTo>
                <a:lnTo>
                  <a:pt x="329" y="17613"/>
                </a:lnTo>
                <a:lnTo>
                  <a:pt x="3712" y="18103"/>
                </a:lnTo>
                <a:lnTo>
                  <a:pt x="4604" y="15852"/>
                </a:lnTo>
                <a:lnTo>
                  <a:pt x="3289" y="12929"/>
                </a:lnTo>
                <a:lnTo>
                  <a:pt x="3961" y="10210"/>
                </a:lnTo>
                <a:lnTo>
                  <a:pt x="3376" y="7754"/>
                </a:lnTo>
                <a:lnTo>
                  <a:pt x="4392" y="6738"/>
                </a:lnTo>
                <a:lnTo>
                  <a:pt x="6614" y="7791"/>
                </a:lnTo>
                <a:lnTo>
                  <a:pt x="7315" y="7323"/>
                </a:lnTo>
                <a:lnTo>
                  <a:pt x="7725" y="6848"/>
                </a:lnTo>
                <a:lnTo>
                  <a:pt x="6804" y="4114"/>
                </a:lnTo>
                <a:lnTo>
                  <a:pt x="8931" y="2864"/>
                </a:lnTo>
                <a:lnTo>
                  <a:pt x="12475" y="4275"/>
                </a:lnTo>
                <a:lnTo>
                  <a:pt x="14953" y="3661"/>
                </a:lnTo>
                <a:lnTo>
                  <a:pt x="17409" y="4246"/>
                </a:lnTo>
                <a:lnTo>
                  <a:pt x="18161" y="3486"/>
                </a:lnTo>
                <a:lnTo>
                  <a:pt x="17445" y="445"/>
                </a:lnTo>
                <a:lnTo>
                  <a:pt x="18695" y="0"/>
                </a:lnTo>
                <a:lnTo>
                  <a:pt x="20420" y="306"/>
                </a:lnTo>
                <a:lnTo>
                  <a:pt x="22466" y="306"/>
                </a:lnTo>
                <a:lnTo>
                  <a:pt x="23723" y="167"/>
                </a:lnTo>
                <a:lnTo>
                  <a:pt x="25075" y="336"/>
                </a:lnTo>
                <a:lnTo>
                  <a:pt x="24593" y="3712"/>
                </a:lnTo>
                <a:lnTo>
                  <a:pt x="26837" y="4611"/>
                </a:lnTo>
                <a:lnTo>
                  <a:pt x="29760" y="3288"/>
                </a:lnTo>
                <a:lnTo>
                  <a:pt x="32486" y="3968"/>
                </a:lnTo>
                <a:lnTo>
                  <a:pt x="34942" y="3383"/>
                </a:lnTo>
                <a:lnTo>
                  <a:pt x="35951" y="4399"/>
                </a:lnTo>
                <a:lnTo>
                  <a:pt x="34898" y="6621"/>
                </a:lnTo>
                <a:lnTo>
                  <a:pt x="35366" y="7323"/>
                </a:lnTo>
                <a:lnTo>
                  <a:pt x="38874" y="7323"/>
                </a:lnTo>
                <a:lnTo>
                  <a:pt x="39298" y="9559"/>
                </a:lnTo>
                <a:lnTo>
                  <a:pt x="38326" y="12139"/>
                </a:lnTo>
                <a:lnTo>
                  <a:pt x="39028" y="14960"/>
                </a:lnTo>
                <a:lnTo>
                  <a:pt x="38443" y="17416"/>
                </a:lnTo>
                <a:lnTo>
                  <a:pt x="39203" y="18176"/>
                </a:lnTo>
                <a:lnTo>
                  <a:pt x="42251" y="17460"/>
                </a:lnTo>
                <a:lnTo>
                  <a:pt x="42689" y="18717"/>
                </a:lnTo>
                <a:lnTo>
                  <a:pt x="42382" y="20435"/>
                </a:lnTo>
                <a:lnTo>
                  <a:pt x="42382" y="22488"/>
                </a:lnTo>
                <a:lnTo>
                  <a:pt x="42521" y="23738"/>
                </a:lnTo>
                <a:lnTo>
                  <a:pt x="42353" y="25090"/>
                </a:lnTo>
                <a:lnTo>
                  <a:pt x="38969" y="24608"/>
                </a:lnTo>
                <a:lnTo>
                  <a:pt x="38078" y="26852"/>
                </a:lnTo>
                <a:lnTo>
                  <a:pt x="39401" y="29775"/>
                </a:lnTo>
                <a:lnTo>
                  <a:pt x="38721" y="32494"/>
                </a:lnTo>
                <a:lnTo>
                  <a:pt x="39306" y="34957"/>
                </a:lnTo>
                <a:lnTo>
                  <a:pt x="38290" y="35965"/>
                </a:lnTo>
                <a:lnTo>
                  <a:pt x="36068" y="34913"/>
                </a:lnTo>
                <a:lnTo>
                  <a:pt x="35373" y="35381"/>
                </a:lnTo>
                <a:lnTo>
                  <a:pt x="34957" y="35849"/>
                </a:lnTo>
                <a:lnTo>
                  <a:pt x="35878" y="38589"/>
                </a:lnTo>
                <a:lnTo>
                  <a:pt x="33751" y="39839"/>
                </a:lnTo>
                <a:lnTo>
                  <a:pt x="30206" y="38429"/>
                </a:lnTo>
                <a:lnTo>
                  <a:pt x="27729" y="39042"/>
                </a:lnTo>
                <a:lnTo>
                  <a:pt x="25273" y="38458"/>
                </a:lnTo>
                <a:lnTo>
                  <a:pt x="24652" y="39086"/>
                </a:lnTo>
                <a:lnTo>
                  <a:pt x="25039" y="42383"/>
                </a:lnTo>
                <a:lnTo>
                  <a:pt x="18293" y="42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41837" y="252591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1394" y="15436"/>
                </a:moveTo>
                <a:lnTo>
                  <a:pt x="4852" y="15428"/>
                </a:lnTo>
                <a:lnTo>
                  <a:pt x="4078" y="14478"/>
                </a:lnTo>
                <a:lnTo>
                  <a:pt x="5108" y="12461"/>
                </a:lnTo>
                <a:lnTo>
                  <a:pt x="4648" y="11672"/>
                </a:lnTo>
                <a:lnTo>
                  <a:pt x="3859" y="11218"/>
                </a:lnTo>
                <a:lnTo>
                  <a:pt x="1841" y="12249"/>
                </a:lnTo>
                <a:lnTo>
                  <a:pt x="0" y="10736"/>
                </a:lnTo>
                <a:lnTo>
                  <a:pt x="2024" y="5920"/>
                </a:lnTo>
                <a:lnTo>
                  <a:pt x="1147" y="4655"/>
                </a:lnTo>
                <a:lnTo>
                  <a:pt x="4648" y="4655"/>
                </a:lnTo>
                <a:lnTo>
                  <a:pt x="4648" y="1147"/>
                </a:lnTo>
                <a:lnTo>
                  <a:pt x="5919" y="2031"/>
                </a:lnTo>
                <a:lnTo>
                  <a:pt x="10728" y="0"/>
                </a:lnTo>
                <a:lnTo>
                  <a:pt x="12234" y="1849"/>
                </a:lnTo>
                <a:lnTo>
                  <a:pt x="11211" y="3866"/>
                </a:lnTo>
                <a:lnTo>
                  <a:pt x="11664" y="4655"/>
                </a:lnTo>
                <a:lnTo>
                  <a:pt x="12461" y="5116"/>
                </a:lnTo>
                <a:lnTo>
                  <a:pt x="14478" y="4085"/>
                </a:lnTo>
                <a:lnTo>
                  <a:pt x="15421" y="4860"/>
                </a:lnTo>
                <a:lnTo>
                  <a:pt x="15428" y="11401"/>
                </a:lnTo>
                <a:lnTo>
                  <a:pt x="14617" y="12256"/>
                </a:lnTo>
                <a:lnTo>
                  <a:pt x="12336" y="11211"/>
                </a:lnTo>
                <a:lnTo>
                  <a:pt x="11664" y="11672"/>
                </a:lnTo>
                <a:lnTo>
                  <a:pt x="11204" y="12351"/>
                </a:lnTo>
                <a:lnTo>
                  <a:pt x="12249" y="14624"/>
                </a:lnTo>
                <a:lnTo>
                  <a:pt x="11394" y="15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95360"/>
            <a:ext cx="68776" cy="141504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1400757" y="295106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4">
                <a:moveTo>
                  <a:pt x="83940" y="141497"/>
                </a:moveTo>
                <a:lnTo>
                  <a:pt x="81893" y="140905"/>
                </a:lnTo>
                <a:lnTo>
                  <a:pt x="78897" y="141467"/>
                </a:lnTo>
                <a:lnTo>
                  <a:pt x="76331" y="140963"/>
                </a:lnTo>
                <a:lnTo>
                  <a:pt x="70587" y="141197"/>
                </a:lnTo>
                <a:lnTo>
                  <a:pt x="61414" y="141058"/>
                </a:lnTo>
                <a:lnTo>
                  <a:pt x="58630" y="141518"/>
                </a:lnTo>
                <a:lnTo>
                  <a:pt x="56255" y="140992"/>
                </a:lnTo>
                <a:lnTo>
                  <a:pt x="56803" y="137806"/>
                </a:lnTo>
                <a:lnTo>
                  <a:pt x="56211" y="137221"/>
                </a:lnTo>
                <a:lnTo>
                  <a:pt x="53550" y="137579"/>
                </a:lnTo>
                <a:lnTo>
                  <a:pt x="52111" y="137506"/>
                </a:lnTo>
                <a:lnTo>
                  <a:pt x="50393" y="137893"/>
                </a:lnTo>
                <a:lnTo>
                  <a:pt x="48851" y="137280"/>
                </a:lnTo>
                <a:lnTo>
                  <a:pt x="46527" y="138054"/>
                </a:lnTo>
                <a:lnTo>
                  <a:pt x="45679" y="137199"/>
                </a:lnTo>
                <a:lnTo>
                  <a:pt x="46454" y="134210"/>
                </a:lnTo>
                <a:lnTo>
                  <a:pt x="44780" y="133545"/>
                </a:lnTo>
                <a:lnTo>
                  <a:pt x="39803" y="135006"/>
                </a:lnTo>
                <a:lnTo>
                  <a:pt x="38736" y="133706"/>
                </a:lnTo>
                <a:lnTo>
                  <a:pt x="39372" y="130658"/>
                </a:lnTo>
                <a:lnTo>
                  <a:pt x="37077" y="129868"/>
                </a:lnTo>
                <a:lnTo>
                  <a:pt x="33773" y="131505"/>
                </a:lnTo>
                <a:lnTo>
                  <a:pt x="31486" y="130256"/>
                </a:lnTo>
                <a:lnTo>
                  <a:pt x="32436" y="127464"/>
                </a:lnTo>
                <a:lnTo>
                  <a:pt x="31508" y="126536"/>
                </a:lnTo>
                <a:lnTo>
                  <a:pt x="28862" y="127588"/>
                </a:lnTo>
                <a:lnTo>
                  <a:pt x="28226" y="126623"/>
                </a:lnTo>
                <a:lnTo>
                  <a:pt x="28884" y="123693"/>
                </a:lnTo>
                <a:lnTo>
                  <a:pt x="27744" y="123181"/>
                </a:lnTo>
                <a:lnTo>
                  <a:pt x="25821" y="123517"/>
                </a:lnTo>
                <a:lnTo>
                  <a:pt x="24484" y="123517"/>
                </a:lnTo>
                <a:lnTo>
                  <a:pt x="21816" y="123831"/>
                </a:lnTo>
                <a:lnTo>
                  <a:pt x="20895" y="122962"/>
                </a:lnTo>
                <a:lnTo>
                  <a:pt x="22057" y="120586"/>
                </a:lnTo>
                <a:lnTo>
                  <a:pt x="20998" y="119519"/>
                </a:lnTo>
                <a:lnTo>
                  <a:pt x="18345" y="120572"/>
                </a:lnTo>
                <a:lnTo>
                  <a:pt x="17438" y="119190"/>
                </a:lnTo>
                <a:lnTo>
                  <a:pt x="18454" y="117363"/>
                </a:lnTo>
                <a:lnTo>
                  <a:pt x="17585" y="115792"/>
                </a:lnTo>
                <a:lnTo>
                  <a:pt x="18534" y="113555"/>
                </a:lnTo>
                <a:lnTo>
                  <a:pt x="17490" y="112503"/>
                </a:lnTo>
                <a:lnTo>
                  <a:pt x="14844" y="113555"/>
                </a:lnTo>
                <a:lnTo>
                  <a:pt x="13930" y="112181"/>
                </a:lnTo>
                <a:lnTo>
                  <a:pt x="14990" y="110317"/>
                </a:lnTo>
                <a:lnTo>
                  <a:pt x="14135" y="108936"/>
                </a:lnTo>
                <a:lnTo>
                  <a:pt x="11438" y="109952"/>
                </a:lnTo>
                <a:lnTo>
                  <a:pt x="10634" y="109155"/>
                </a:lnTo>
                <a:lnTo>
                  <a:pt x="10999" y="106488"/>
                </a:lnTo>
                <a:lnTo>
                  <a:pt x="10926" y="105179"/>
                </a:lnTo>
                <a:lnTo>
                  <a:pt x="11343" y="103155"/>
                </a:lnTo>
                <a:lnTo>
                  <a:pt x="10692" y="101956"/>
                </a:lnTo>
                <a:lnTo>
                  <a:pt x="7893" y="102906"/>
                </a:lnTo>
                <a:lnTo>
                  <a:pt x="6950" y="101956"/>
                </a:lnTo>
                <a:lnTo>
                  <a:pt x="7769" y="99654"/>
                </a:lnTo>
                <a:lnTo>
                  <a:pt x="7162" y="98265"/>
                </a:lnTo>
                <a:lnTo>
                  <a:pt x="7981" y="95970"/>
                </a:lnTo>
                <a:lnTo>
                  <a:pt x="6980" y="94962"/>
                </a:lnTo>
                <a:lnTo>
                  <a:pt x="4326" y="96014"/>
                </a:lnTo>
                <a:lnTo>
                  <a:pt x="3515" y="94793"/>
                </a:lnTo>
                <a:lnTo>
                  <a:pt x="4114" y="92740"/>
                </a:lnTo>
                <a:lnTo>
                  <a:pt x="3544" y="89728"/>
                </a:lnTo>
                <a:lnTo>
                  <a:pt x="4560" y="87083"/>
                </a:lnTo>
                <a:lnTo>
                  <a:pt x="3866" y="84598"/>
                </a:lnTo>
                <a:lnTo>
                  <a:pt x="745" y="85212"/>
                </a:lnTo>
                <a:lnTo>
                  <a:pt x="124" y="84598"/>
                </a:lnTo>
                <a:lnTo>
                  <a:pt x="482" y="81930"/>
                </a:lnTo>
                <a:lnTo>
                  <a:pt x="153" y="75608"/>
                </a:lnTo>
                <a:lnTo>
                  <a:pt x="460" y="69696"/>
                </a:lnTo>
                <a:lnTo>
                  <a:pt x="453" y="62899"/>
                </a:lnTo>
                <a:lnTo>
                  <a:pt x="175" y="61305"/>
                </a:lnTo>
                <a:lnTo>
                  <a:pt x="650" y="59727"/>
                </a:lnTo>
                <a:lnTo>
                  <a:pt x="0" y="57322"/>
                </a:lnTo>
                <a:lnTo>
                  <a:pt x="745" y="56584"/>
                </a:lnTo>
                <a:lnTo>
                  <a:pt x="3873" y="57205"/>
                </a:lnTo>
                <a:lnTo>
                  <a:pt x="4509" y="54903"/>
                </a:lnTo>
                <a:lnTo>
                  <a:pt x="3961" y="51906"/>
                </a:lnTo>
                <a:lnTo>
                  <a:pt x="3961" y="48997"/>
                </a:lnTo>
                <a:lnTo>
                  <a:pt x="3625" y="47119"/>
                </a:lnTo>
                <a:lnTo>
                  <a:pt x="4144" y="45906"/>
                </a:lnTo>
                <a:lnTo>
                  <a:pt x="7104" y="46710"/>
                </a:lnTo>
                <a:lnTo>
                  <a:pt x="7981" y="45825"/>
                </a:lnTo>
                <a:lnTo>
                  <a:pt x="7155" y="43530"/>
                </a:lnTo>
                <a:lnTo>
                  <a:pt x="7776" y="42142"/>
                </a:lnTo>
                <a:lnTo>
                  <a:pt x="6950" y="39847"/>
                </a:lnTo>
                <a:lnTo>
                  <a:pt x="7952" y="38838"/>
                </a:lnTo>
                <a:lnTo>
                  <a:pt x="10604" y="39891"/>
                </a:lnTo>
                <a:lnTo>
                  <a:pt x="11511" y="38517"/>
                </a:lnTo>
                <a:lnTo>
                  <a:pt x="10444" y="36646"/>
                </a:lnTo>
                <a:lnTo>
                  <a:pt x="11423" y="35111"/>
                </a:lnTo>
                <a:lnTo>
                  <a:pt x="10393" y="32896"/>
                </a:lnTo>
                <a:lnTo>
                  <a:pt x="11423" y="31858"/>
                </a:lnTo>
                <a:lnTo>
                  <a:pt x="14164" y="32845"/>
                </a:lnTo>
                <a:lnTo>
                  <a:pt x="14895" y="31603"/>
                </a:lnTo>
                <a:lnTo>
                  <a:pt x="13908" y="29373"/>
                </a:lnTo>
                <a:lnTo>
                  <a:pt x="14844" y="28438"/>
                </a:lnTo>
                <a:lnTo>
                  <a:pt x="17796" y="29249"/>
                </a:lnTo>
                <a:lnTo>
                  <a:pt x="18622" y="27298"/>
                </a:lnTo>
                <a:lnTo>
                  <a:pt x="16905" y="22934"/>
                </a:lnTo>
                <a:lnTo>
                  <a:pt x="18534" y="21195"/>
                </a:lnTo>
                <a:lnTo>
                  <a:pt x="20910" y="22365"/>
                </a:lnTo>
                <a:lnTo>
                  <a:pt x="21853" y="21422"/>
                </a:lnTo>
                <a:lnTo>
                  <a:pt x="21041" y="18469"/>
                </a:lnTo>
                <a:lnTo>
                  <a:pt x="23190" y="17548"/>
                </a:lnTo>
                <a:lnTo>
                  <a:pt x="27049" y="19368"/>
                </a:lnTo>
                <a:lnTo>
                  <a:pt x="29081" y="17840"/>
                </a:lnTo>
                <a:lnTo>
                  <a:pt x="27977" y="15297"/>
                </a:lnTo>
                <a:lnTo>
                  <a:pt x="28986" y="14281"/>
                </a:lnTo>
                <a:lnTo>
                  <a:pt x="31639" y="15333"/>
                </a:lnTo>
                <a:lnTo>
                  <a:pt x="32333" y="14288"/>
                </a:lnTo>
                <a:lnTo>
                  <a:pt x="31544" y="11540"/>
                </a:lnTo>
                <a:lnTo>
                  <a:pt x="33744" y="10232"/>
                </a:lnTo>
                <a:lnTo>
                  <a:pt x="37150" y="12066"/>
                </a:lnTo>
                <a:lnTo>
                  <a:pt x="39467" y="11072"/>
                </a:lnTo>
                <a:lnTo>
                  <a:pt x="38655" y="8120"/>
                </a:lnTo>
                <a:lnTo>
                  <a:pt x="39569" y="7206"/>
                </a:lnTo>
                <a:lnTo>
                  <a:pt x="41827" y="8120"/>
                </a:lnTo>
                <a:lnTo>
                  <a:pt x="43231" y="7389"/>
                </a:lnTo>
                <a:lnTo>
                  <a:pt x="45489" y="8302"/>
                </a:lnTo>
                <a:lnTo>
                  <a:pt x="46519" y="7265"/>
                </a:lnTo>
                <a:lnTo>
                  <a:pt x="45474" y="4619"/>
                </a:lnTo>
                <a:lnTo>
                  <a:pt x="46790" y="3742"/>
                </a:lnTo>
                <a:lnTo>
                  <a:pt x="48661" y="4553"/>
                </a:lnTo>
                <a:lnTo>
                  <a:pt x="51584" y="3515"/>
                </a:lnTo>
                <a:lnTo>
                  <a:pt x="54435" y="4684"/>
                </a:lnTo>
                <a:lnTo>
                  <a:pt x="56540" y="4239"/>
                </a:lnTo>
                <a:lnTo>
                  <a:pt x="56803" y="4188"/>
                </a:lnTo>
                <a:lnTo>
                  <a:pt x="56291" y="972"/>
                </a:lnTo>
                <a:lnTo>
                  <a:pt x="56898" y="372"/>
                </a:lnTo>
                <a:lnTo>
                  <a:pt x="59500" y="789"/>
                </a:lnTo>
                <a:lnTo>
                  <a:pt x="63432" y="350"/>
                </a:lnTo>
                <a:lnTo>
                  <a:pt x="67159" y="730"/>
                </a:lnTo>
                <a:lnTo>
                  <a:pt x="72838" y="730"/>
                </a:lnTo>
                <a:lnTo>
                  <a:pt x="75330" y="438"/>
                </a:lnTo>
                <a:lnTo>
                  <a:pt x="78641" y="869"/>
                </a:lnTo>
                <a:lnTo>
                  <a:pt x="83998" y="0"/>
                </a:lnTo>
                <a:lnTo>
                  <a:pt x="84875" y="1066"/>
                </a:lnTo>
                <a:lnTo>
                  <a:pt x="84247" y="4114"/>
                </a:lnTo>
                <a:lnTo>
                  <a:pt x="85475" y="4546"/>
                </a:lnTo>
                <a:lnTo>
                  <a:pt x="87170" y="4239"/>
                </a:lnTo>
                <a:lnTo>
                  <a:pt x="89041" y="4239"/>
                </a:lnTo>
                <a:lnTo>
                  <a:pt x="90722" y="3932"/>
                </a:lnTo>
                <a:lnTo>
                  <a:pt x="92272" y="4465"/>
                </a:lnTo>
                <a:lnTo>
                  <a:pt x="94640" y="3764"/>
                </a:lnTo>
                <a:lnTo>
                  <a:pt x="95480" y="4604"/>
                </a:lnTo>
                <a:lnTo>
                  <a:pt x="94669" y="7557"/>
                </a:lnTo>
                <a:lnTo>
                  <a:pt x="97066" y="8580"/>
                </a:lnTo>
                <a:lnTo>
                  <a:pt x="100224" y="6819"/>
                </a:lnTo>
                <a:lnTo>
                  <a:pt x="102606" y="7981"/>
                </a:lnTo>
                <a:lnTo>
                  <a:pt x="101722" y="10853"/>
                </a:lnTo>
                <a:lnTo>
                  <a:pt x="102709" y="11840"/>
                </a:lnTo>
                <a:lnTo>
                  <a:pt x="104938" y="10787"/>
                </a:lnTo>
                <a:lnTo>
                  <a:pt x="106327" y="11723"/>
                </a:lnTo>
                <a:lnTo>
                  <a:pt x="108556" y="10670"/>
                </a:lnTo>
                <a:lnTo>
                  <a:pt x="109601" y="11723"/>
                </a:lnTo>
                <a:lnTo>
                  <a:pt x="108592" y="14427"/>
                </a:lnTo>
                <a:lnTo>
                  <a:pt x="109849" y="15202"/>
                </a:lnTo>
                <a:lnTo>
                  <a:pt x="112064" y="14186"/>
                </a:lnTo>
                <a:lnTo>
                  <a:pt x="113014" y="15129"/>
                </a:lnTo>
                <a:lnTo>
                  <a:pt x="112195" y="18081"/>
                </a:lnTo>
                <a:lnTo>
                  <a:pt x="114147" y="18915"/>
                </a:lnTo>
                <a:lnTo>
                  <a:pt x="118510" y="17190"/>
                </a:lnTo>
                <a:lnTo>
                  <a:pt x="120249" y="18827"/>
                </a:lnTo>
                <a:lnTo>
                  <a:pt x="119087" y="21202"/>
                </a:lnTo>
                <a:lnTo>
                  <a:pt x="120147" y="22269"/>
                </a:lnTo>
                <a:lnTo>
                  <a:pt x="122793" y="21217"/>
                </a:lnTo>
                <a:lnTo>
                  <a:pt x="123707" y="22598"/>
                </a:lnTo>
                <a:lnTo>
                  <a:pt x="122683" y="24425"/>
                </a:lnTo>
                <a:lnTo>
                  <a:pt x="123560" y="25997"/>
                </a:lnTo>
                <a:lnTo>
                  <a:pt x="122603" y="28241"/>
                </a:lnTo>
                <a:lnTo>
                  <a:pt x="123648" y="29286"/>
                </a:lnTo>
                <a:lnTo>
                  <a:pt x="126301" y="28233"/>
                </a:lnTo>
                <a:lnTo>
                  <a:pt x="127207" y="29607"/>
                </a:lnTo>
                <a:lnTo>
                  <a:pt x="126148" y="31471"/>
                </a:lnTo>
                <a:lnTo>
                  <a:pt x="127010" y="32853"/>
                </a:lnTo>
                <a:lnTo>
                  <a:pt x="129700" y="31837"/>
                </a:lnTo>
                <a:lnTo>
                  <a:pt x="130504" y="32633"/>
                </a:lnTo>
                <a:lnTo>
                  <a:pt x="130146" y="35301"/>
                </a:lnTo>
                <a:lnTo>
                  <a:pt x="130219" y="36609"/>
                </a:lnTo>
                <a:lnTo>
                  <a:pt x="129795" y="38641"/>
                </a:lnTo>
                <a:lnTo>
                  <a:pt x="130452" y="39832"/>
                </a:lnTo>
                <a:lnTo>
                  <a:pt x="133252" y="38890"/>
                </a:lnTo>
                <a:lnTo>
                  <a:pt x="134187" y="39840"/>
                </a:lnTo>
                <a:lnTo>
                  <a:pt x="133376" y="42135"/>
                </a:lnTo>
                <a:lnTo>
                  <a:pt x="133983" y="43523"/>
                </a:lnTo>
                <a:lnTo>
                  <a:pt x="133164" y="45826"/>
                </a:lnTo>
                <a:lnTo>
                  <a:pt x="134165" y="46827"/>
                </a:lnTo>
                <a:lnTo>
                  <a:pt x="136811" y="45775"/>
                </a:lnTo>
                <a:lnTo>
                  <a:pt x="137622" y="46995"/>
                </a:lnTo>
                <a:lnTo>
                  <a:pt x="137030" y="49049"/>
                </a:lnTo>
                <a:lnTo>
                  <a:pt x="137601" y="52060"/>
                </a:lnTo>
                <a:lnTo>
                  <a:pt x="136577" y="54706"/>
                </a:lnTo>
                <a:lnTo>
                  <a:pt x="137279" y="57198"/>
                </a:lnTo>
                <a:lnTo>
                  <a:pt x="140400" y="56577"/>
                </a:lnTo>
                <a:lnTo>
                  <a:pt x="141021" y="57198"/>
                </a:lnTo>
                <a:lnTo>
                  <a:pt x="140656" y="59858"/>
                </a:lnTo>
                <a:lnTo>
                  <a:pt x="140992" y="66173"/>
                </a:lnTo>
                <a:lnTo>
                  <a:pt x="140685" y="72093"/>
                </a:lnTo>
                <a:lnTo>
                  <a:pt x="140685" y="78890"/>
                </a:lnTo>
                <a:lnTo>
                  <a:pt x="140970" y="80483"/>
                </a:lnTo>
                <a:lnTo>
                  <a:pt x="140495" y="82069"/>
                </a:lnTo>
                <a:lnTo>
                  <a:pt x="141138" y="84466"/>
                </a:lnTo>
                <a:lnTo>
                  <a:pt x="140400" y="85219"/>
                </a:lnTo>
                <a:lnTo>
                  <a:pt x="137272" y="84591"/>
                </a:lnTo>
                <a:lnTo>
                  <a:pt x="136636" y="86893"/>
                </a:lnTo>
                <a:lnTo>
                  <a:pt x="137184" y="89889"/>
                </a:lnTo>
                <a:lnTo>
                  <a:pt x="137184" y="92798"/>
                </a:lnTo>
                <a:lnTo>
                  <a:pt x="137513" y="94677"/>
                </a:lnTo>
                <a:lnTo>
                  <a:pt x="136994" y="95897"/>
                </a:lnTo>
                <a:lnTo>
                  <a:pt x="134041" y="95079"/>
                </a:lnTo>
                <a:lnTo>
                  <a:pt x="133164" y="95970"/>
                </a:lnTo>
                <a:lnTo>
                  <a:pt x="133983" y="98265"/>
                </a:lnTo>
                <a:lnTo>
                  <a:pt x="133369" y="99654"/>
                </a:lnTo>
                <a:lnTo>
                  <a:pt x="134195" y="101949"/>
                </a:lnTo>
                <a:lnTo>
                  <a:pt x="133186" y="102958"/>
                </a:lnTo>
                <a:lnTo>
                  <a:pt x="130540" y="101905"/>
                </a:lnTo>
                <a:lnTo>
                  <a:pt x="129634" y="103279"/>
                </a:lnTo>
                <a:lnTo>
                  <a:pt x="130694" y="105150"/>
                </a:lnTo>
                <a:lnTo>
                  <a:pt x="129722" y="106685"/>
                </a:lnTo>
                <a:lnTo>
                  <a:pt x="130752" y="108907"/>
                </a:lnTo>
                <a:lnTo>
                  <a:pt x="129722" y="109938"/>
                </a:lnTo>
                <a:lnTo>
                  <a:pt x="126974" y="108951"/>
                </a:lnTo>
                <a:lnTo>
                  <a:pt x="126243" y="110193"/>
                </a:lnTo>
                <a:lnTo>
                  <a:pt x="127237" y="112422"/>
                </a:lnTo>
                <a:lnTo>
                  <a:pt x="126301" y="113358"/>
                </a:lnTo>
                <a:lnTo>
                  <a:pt x="123348" y="112554"/>
                </a:lnTo>
                <a:lnTo>
                  <a:pt x="122515" y="114498"/>
                </a:lnTo>
                <a:lnTo>
                  <a:pt x="124240" y="118861"/>
                </a:lnTo>
                <a:lnTo>
                  <a:pt x="122610" y="120601"/>
                </a:lnTo>
                <a:lnTo>
                  <a:pt x="120235" y="119431"/>
                </a:lnTo>
                <a:lnTo>
                  <a:pt x="119168" y="120498"/>
                </a:lnTo>
                <a:lnTo>
                  <a:pt x="120220" y="123144"/>
                </a:lnTo>
                <a:lnTo>
                  <a:pt x="118846" y="124058"/>
                </a:lnTo>
                <a:lnTo>
                  <a:pt x="116975" y="122991"/>
                </a:lnTo>
                <a:lnTo>
                  <a:pt x="115448" y="123970"/>
                </a:lnTo>
                <a:lnTo>
                  <a:pt x="113226" y="122940"/>
                </a:lnTo>
                <a:lnTo>
                  <a:pt x="112173" y="123999"/>
                </a:lnTo>
                <a:lnTo>
                  <a:pt x="113204" y="126674"/>
                </a:lnTo>
                <a:lnTo>
                  <a:pt x="111940" y="127478"/>
                </a:lnTo>
                <a:lnTo>
                  <a:pt x="109725" y="126448"/>
                </a:lnTo>
                <a:lnTo>
                  <a:pt x="108658" y="127515"/>
                </a:lnTo>
                <a:lnTo>
                  <a:pt x="109703" y="130161"/>
                </a:lnTo>
                <a:lnTo>
                  <a:pt x="108336" y="131074"/>
                </a:lnTo>
                <a:lnTo>
                  <a:pt x="106465" y="130007"/>
                </a:lnTo>
                <a:lnTo>
                  <a:pt x="104931" y="130987"/>
                </a:lnTo>
                <a:lnTo>
                  <a:pt x="102716" y="129956"/>
                </a:lnTo>
                <a:lnTo>
                  <a:pt x="101737" y="130928"/>
                </a:lnTo>
                <a:lnTo>
                  <a:pt x="102606" y="133815"/>
                </a:lnTo>
                <a:lnTo>
                  <a:pt x="100859" y="134648"/>
                </a:lnTo>
                <a:lnTo>
                  <a:pt x="95955" y="133018"/>
                </a:lnTo>
                <a:lnTo>
                  <a:pt x="94844" y="134378"/>
                </a:lnTo>
                <a:lnTo>
                  <a:pt x="95473" y="137426"/>
                </a:lnTo>
                <a:lnTo>
                  <a:pt x="94245" y="137857"/>
                </a:lnTo>
                <a:lnTo>
                  <a:pt x="92542" y="137550"/>
                </a:lnTo>
                <a:lnTo>
                  <a:pt x="90642" y="137550"/>
                </a:lnTo>
                <a:lnTo>
                  <a:pt x="89027" y="137265"/>
                </a:lnTo>
                <a:lnTo>
                  <a:pt x="87455" y="137755"/>
                </a:lnTo>
                <a:lnTo>
                  <a:pt x="85058" y="137097"/>
                </a:lnTo>
                <a:lnTo>
                  <a:pt x="84115" y="138039"/>
                </a:lnTo>
                <a:lnTo>
                  <a:pt x="85168" y="140685"/>
                </a:lnTo>
                <a:lnTo>
                  <a:pt x="83940" y="1414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618131" y="302341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4">
                <a:moveTo>
                  <a:pt x="78012" y="127383"/>
                </a:moveTo>
                <a:lnTo>
                  <a:pt x="73978" y="126798"/>
                </a:lnTo>
                <a:lnTo>
                  <a:pt x="50956" y="126798"/>
                </a:lnTo>
                <a:lnTo>
                  <a:pt x="48317" y="127193"/>
                </a:lnTo>
                <a:lnTo>
                  <a:pt x="45891" y="126754"/>
                </a:lnTo>
                <a:lnTo>
                  <a:pt x="46388" y="123532"/>
                </a:lnTo>
                <a:lnTo>
                  <a:pt x="45715" y="122859"/>
                </a:lnTo>
                <a:lnTo>
                  <a:pt x="43260" y="123444"/>
                </a:lnTo>
                <a:lnTo>
                  <a:pt x="40534" y="122764"/>
                </a:lnTo>
                <a:lnTo>
                  <a:pt x="37647" y="124072"/>
                </a:lnTo>
                <a:lnTo>
                  <a:pt x="35213" y="123137"/>
                </a:lnTo>
                <a:lnTo>
                  <a:pt x="35973" y="120125"/>
                </a:lnTo>
                <a:lnTo>
                  <a:pt x="35293" y="119453"/>
                </a:lnTo>
                <a:lnTo>
                  <a:pt x="32633" y="119811"/>
                </a:lnTo>
                <a:lnTo>
                  <a:pt x="31332" y="119745"/>
                </a:lnTo>
                <a:lnTo>
                  <a:pt x="29300" y="120155"/>
                </a:lnTo>
                <a:lnTo>
                  <a:pt x="28109" y="119504"/>
                </a:lnTo>
                <a:lnTo>
                  <a:pt x="29059" y="116712"/>
                </a:lnTo>
                <a:lnTo>
                  <a:pt x="28021" y="115674"/>
                </a:lnTo>
                <a:lnTo>
                  <a:pt x="25770" y="116815"/>
                </a:lnTo>
                <a:lnTo>
                  <a:pt x="24520" y="115791"/>
                </a:lnTo>
                <a:lnTo>
                  <a:pt x="25660" y="113314"/>
                </a:lnTo>
                <a:lnTo>
                  <a:pt x="24528" y="112181"/>
                </a:lnTo>
                <a:lnTo>
                  <a:pt x="22196" y="113350"/>
                </a:lnTo>
                <a:lnTo>
                  <a:pt x="21026" y="112181"/>
                </a:lnTo>
                <a:lnTo>
                  <a:pt x="22196" y="109842"/>
                </a:lnTo>
                <a:lnTo>
                  <a:pt x="21027" y="108672"/>
                </a:lnTo>
                <a:lnTo>
                  <a:pt x="18688" y="109842"/>
                </a:lnTo>
                <a:lnTo>
                  <a:pt x="17518" y="108673"/>
                </a:lnTo>
                <a:lnTo>
                  <a:pt x="18688" y="106334"/>
                </a:lnTo>
                <a:lnTo>
                  <a:pt x="17614" y="105260"/>
                </a:lnTo>
                <a:lnTo>
                  <a:pt x="14968" y="106312"/>
                </a:lnTo>
                <a:lnTo>
                  <a:pt x="14098" y="104989"/>
                </a:lnTo>
                <a:lnTo>
                  <a:pt x="15187" y="102935"/>
                </a:lnTo>
                <a:lnTo>
                  <a:pt x="14105" y="101649"/>
                </a:lnTo>
                <a:lnTo>
                  <a:pt x="11650" y="102796"/>
                </a:lnTo>
                <a:lnTo>
                  <a:pt x="10502" y="101642"/>
                </a:lnTo>
                <a:lnTo>
                  <a:pt x="11613" y="99412"/>
                </a:lnTo>
                <a:lnTo>
                  <a:pt x="10641" y="98148"/>
                </a:lnTo>
                <a:lnTo>
                  <a:pt x="8119" y="99266"/>
                </a:lnTo>
                <a:lnTo>
                  <a:pt x="7009" y="98148"/>
                </a:lnTo>
                <a:lnTo>
                  <a:pt x="8054" y="95926"/>
                </a:lnTo>
                <a:lnTo>
                  <a:pt x="7125" y="94523"/>
                </a:lnTo>
                <a:lnTo>
                  <a:pt x="8178" y="92301"/>
                </a:lnTo>
                <a:lnTo>
                  <a:pt x="7242" y="91373"/>
                </a:lnTo>
                <a:lnTo>
                  <a:pt x="4238" y="92125"/>
                </a:lnTo>
                <a:lnTo>
                  <a:pt x="3310" y="89699"/>
                </a:lnTo>
                <a:lnTo>
                  <a:pt x="4611" y="86812"/>
                </a:lnTo>
                <a:lnTo>
                  <a:pt x="3931" y="84079"/>
                </a:lnTo>
                <a:lnTo>
                  <a:pt x="4516" y="81623"/>
                </a:lnTo>
                <a:lnTo>
                  <a:pt x="3851" y="80951"/>
                </a:lnTo>
                <a:lnTo>
                  <a:pt x="621" y="81455"/>
                </a:lnTo>
                <a:lnTo>
                  <a:pt x="0" y="77976"/>
                </a:lnTo>
                <a:lnTo>
                  <a:pt x="584" y="73942"/>
                </a:lnTo>
                <a:lnTo>
                  <a:pt x="584" y="50963"/>
                </a:lnTo>
                <a:lnTo>
                  <a:pt x="131" y="48223"/>
                </a:lnTo>
                <a:lnTo>
                  <a:pt x="643" y="45825"/>
                </a:lnTo>
                <a:lnTo>
                  <a:pt x="3836" y="46366"/>
                </a:lnTo>
                <a:lnTo>
                  <a:pt x="4538" y="45657"/>
                </a:lnTo>
                <a:lnTo>
                  <a:pt x="3895" y="43245"/>
                </a:lnTo>
                <a:lnTo>
                  <a:pt x="4443" y="41411"/>
                </a:lnTo>
                <a:lnTo>
                  <a:pt x="3208" y="36310"/>
                </a:lnTo>
                <a:lnTo>
                  <a:pt x="4421" y="35308"/>
                </a:lnTo>
                <a:lnTo>
                  <a:pt x="7476" y="35937"/>
                </a:lnTo>
                <a:lnTo>
                  <a:pt x="8214" y="33795"/>
                </a:lnTo>
                <a:lnTo>
                  <a:pt x="6555" y="30119"/>
                </a:lnTo>
                <a:lnTo>
                  <a:pt x="7966" y="28007"/>
                </a:lnTo>
                <a:lnTo>
                  <a:pt x="10612" y="29059"/>
                </a:lnTo>
                <a:lnTo>
                  <a:pt x="11584" y="28080"/>
                </a:lnTo>
                <a:lnTo>
                  <a:pt x="10539" y="25434"/>
                </a:lnTo>
                <a:lnTo>
                  <a:pt x="11854" y="24557"/>
                </a:lnTo>
                <a:lnTo>
                  <a:pt x="13915" y="25646"/>
                </a:lnTo>
                <a:lnTo>
                  <a:pt x="15194" y="24565"/>
                </a:lnTo>
                <a:lnTo>
                  <a:pt x="14047" y="22109"/>
                </a:lnTo>
                <a:lnTo>
                  <a:pt x="15172" y="20983"/>
                </a:lnTo>
                <a:lnTo>
                  <a:pt x="17562" y="22145"/>
                </a:lnTo>
                <a:lnTo>
                  <a:pt x="18673" y="20932"/>
                </a:lnTo>
                <a:lnTo>
                  <a:pt x="17511" y="18644"/>
                </a:lnTo>
                <a:lnTo>
                  <a:pt x="18593" y="17556"/>
                </a:lnTo>
                <a:lnTo>
                  <a:pt x="21238" y="18608"/>
                </a:lnTo>
                <a:lnTo>
                  <a:pt x="22116" y="17285"/>
                </a:lnTo>
                <a:lnTo>
                  <a:pt x="21027" y="15231"/>
                </a:lnTo>
                <a:lnTo>
                  <a:pt x="22108" y="13945"/>
                </a:lnTo>
                <a:lnTo>
                  <a:pt x="24564" y="15092"/>
                </a:lnTo>
                <a:lnTo>
                  <a:pt x="25675" y="13974"/>
                </a:lnTo>
                <a:lnTo>
                  <a:pt x="24520" y="11540"/>
                </a:lnTo>
                <a:lnTo>
                  <a:pt x="25755" y="10473"/>
                </a:lnTo>
                <a:lnTo>
                  <a:pt x="28021" y="11628"/>
                </a:lnTo>
                <a:lnTo>
                  <a:pt x="29110" y="10539"/>
                </a:lnTo>
                <a:lnTo>
                  <a:pt x="28058" y="7893"/>
                </a:lnTo>
                <a:lnTo>
                  <a:pt x="29432" y="6980"/>
                </a:lnTo>
                <a:lnTo>
                  <a:pt x="31303" y="8047"/>
                </a:lnTo>
                <a:lnTo>
                  <a:pt x="32830" y="7067"/>
                </a:lnTo>
                <a:lnTo>
                  <a:pt x="35052" y="8098"/>
                </a:lnTo>
                <a:lnTo>
                  <a:pt x="36017" y="7133"/>
                </a:lnTo>
                <a:lnTo>
                  <a:pt x="35169" y="4224"/>
                </a:lnTo>
                <a:lnTo>
                  <a:pt x="36368" y="3676"/>
                </a:lnTo>
                <a:lnTo>
                  <a:pt x="38312" y="4012"/>
                </a:lnTo>
                <a:lnTo>
                  <a:pt x="41250" y="4012"/>
                </a:lnTo>
                <a:lnTo>
                  <a:pt x="44100" y="4524"/>
                </a:lnTo>
                <a:lnTo>
                  <a:pt x="46147" y="4019"/>
                </a:lnTo>
                <a:lnTo>
                  <a:pt x="46461" y="3939"/>
                </a:lnTo>
                <a:lnTo>
                  <a:pt x="45876" y="782"/>
                </a:lnTo>
                <a:lnTo>
                  <a:pt x="46534" y="131"/>
                </a:lnTo>
                <a:lnTo>
                  <a:pt x="49085" y="599"/>
                </a:lnTo>
                <a:lnTo>
                  <a:pt x="52944" y="0"/>
                </a:lnTo>
                <a:lnTo>
                  <a:pt x="56847" y="511"/>
                </a:lnTo>
                <a:lnTo>
                  <a:pt x="76397" y="511"/>
                </a:lnTo>
                <a:lnTo>
                  <a:pt x="79086" y="95"/>
                </a:lnTo>
                <a:lnTo>
                  <a:pt x="81498" y="562"/>
                </a:lnTo>
                <a:lnTo>
                  <a:pt x="80979" y="3771"/>
                </a:lnTo>
                <a:lnTo>
                  <a:pt x="81659" y="4451"/>
                </a:lnTo>
                <a:lnTo>
                  <a:pt x="84115" y="3866"/>
                </a:lnTo>
                <a:lnTo>
                  <a:pt x="86841" y="4546"/>
                </a:lnTo>
                <a:lnTo>
                  <a:pt x="89735" y="3237"/>
                </a:lnTo>
                <a:lnTo>
                  <a:pt x="92162" y="4180"/>
                </a:lnTo>
                <a:lnTo>
                  <a:pt x="91401" y="7184"/>
                </a:lnTo>
                <a:lnTo>
                  <a:pt x="92081" y="7857"/>
                </a:lnTo>
                <a:lnTo>
                  <a:pt x="94742" y="7498"/>
                </a:lnTo>
                <a:lnTo>
                  <a:pt x="96043" y="7572"/>
                </a:lnTo>
                <a:lnTo>
                  <a:pt x="98082" y="7155"/>
                </a:lnTo>
                <a:lnTo>
                  <a:pt x="99266" y="7805"/>
                </a:lnTo>
                <a:lnTo>
                  <a:pt x="98323" y="10604"/>
                </a:lnTo>
                <a:lnTo>
                  <a:pt x="99353" y="11635"/>
                </a:lnTo>
                <a:lnTo>
                  <a:pt x="101605" y="10495"/>
                </a:lnTo>
                <a:lnTo>
                  <a:pt x="102854" y="11518"/>
                </a:lnTo>
                <a:lnTo>
                  <a:pt x="101714" y="13996"/>
                </a:lnTo>
                <a:lnTo>
                  <a:pt x="102847" y="15129"/>
                </a:lnTo>
                <a:lnTo>
                  <a:pt x="105178" y="13959"/>
                </a:lnTo>
                <a:lnTo>
                  <a:pt x="106348" y="15129"/>
                </a:lnTo>
                <a:lnTo>
                  <a:pt x="105179" y="17467"/>
                </a:lnTo>
                <a:lnTo>
                  <a:pt x="106348" y="18637"/>
                </a:lnTo>
                <a:lnTo>
                  <a:pt x="108687" y="17468"/>
                </a:lnTo>
                <a:lnTo>
                  <a:pt x="109856" y="18637"/>
                </a:lnTo>
                <a:lnTo>
                  <a:pt x="108687" y="20976"/>
                </a:lnTo>
                <a:lnTo>
                  <a:pt x="109761" y="22050"/>
                </a:lnTo>
                <a:lnTo>
                  <a:pt x="112407" y="20998"/>
                </a:lnTo>
                <a:lnTo>
                  <a:pt x="113276" y="22321"/>
                </a:lnTo>
                <a:lnTo>
                  <a:pt x="112195" y="24374"/>
                </a:lnTo>
                <a:lnTo>
                  <a:pt x="113269" y="25661"/>
                </a:lnTo>
                <a:lnTo>
                  <a:pt x="115725" y="24513"/>
                </a:lnTo>
                <a:lnTo>
                  <a:pt x="116872" y="25668"/>
                </a:lnTo>
                <a:lnTo>
                  <a:pt x="115761" y="27904"/>
                </a:lnTo>
                <a:lnTo>
                  <a:pt x="116734" y="29162"/>
                </a:lnTo>
                <a:lnTo>
                  <a:pt x="119255" y="28043"/>
                </a:lnTo>
                <a:lnTo>
                  <a:pt x="120366" y="29162"/>
                </a:lnTo>
                <a:lnTo>
                  <a:pt x="119321" y="31383"/>
                </a:lnTo>
                <a:lnTo>
                  <a:pt x="120249" y="32787"/>
                </a:lnTo>
                <a:lnTo>
                  <a:pt x="119197" y="35009"/>
                </a:lnTo>
                <a:lnTo>
                  <a:pt x="120132" y="35937"/>
                </a:lnTo>
                <a:lnTo>
                  <a:pt x="123136" y="35184"/>
                </a:lnTo>
                <a:lnTo>
                  <a:pt x="124064" y="37611"/>
                </a:lnTo>
                <a:lnTo>
                  <a:pt x="122763" y="40497"/>
                </a:lnTo>
                <a:lnTo>
                  <a:pt x="123443" y="43231"/>
                </a:lnTo>
                <a:lnTo>
                  <a:pt x="122858" y="45686"/>
                </a:lnTo>
                <a:lnTo>
                  <a:pt x="123531" y="46359"/>
                </a:lnTo>
                <a:lnTo>
                  <a:pt x="126754" y="45855"/>
                </a:lnTo>
                <a:lnTo>
                  <a:pt x="127375" y="49334"/>
                </a:lnTo>
                <a:lnTo>
                  <a:pt x="126790" y="53368"/>
                </a:lnTo>
                <a:lnTo>
                  <a:pt x="126790" y="76383"/>
                </a:lnTo>
                <a:lnTo>
                  <a:pt x="127185" y="79028"/>
                </a:lnTo>
                <a:lnTo>
                  <a:pt x="126746" y="81455"/>
                </a:lnTo>
                <a:lnTo>
                  <a:pt x="123531" y="80951"/>
                </a:lnTo>
                <a:lnTo>
                  <a:pt x="122858" y="81623"/>
                </a:lnTo>
                <a:lnTo>
                  <a:pt x="123443" y="84079"/>
                </a:lnTo>
                <a:lnTo>
                  <a:pt x="122763" y="86812"/>
                </a:lnTo>
                <a:lnTo>
                  <a:pt x="124064" y="89699"/>
                </a:lnTo>
                <a:lnTo>
                  <a:pt x="123136" y="92125"/>
                </a:lnTo>
                <a:lnTo>
                  <a:pt x="120125" y="91373"/>
                </a:lnTo>
                <a:lnTo>
                  <a:pt x="119452" y="92045"/>
                </a:lnTo>
                <a:lnTo>
                  <a:pt x="119810" y="94713"/>
                </a:lnTo>
                <a:lnTo>
                  <a:pt x="119737" y="96014"/>
                </a:lnTo>
                <a:lnTo>
                  <a:pt x="120161" y="98053"/>
                </a:lnTo>
                <a:lnTo>
                  <a:pt x="119504" y="99244"/>
                </a:lnTo>
                <a:lnTo>
                  <a:pt x="116712" y="98301"/>
                </a:lnTo>
                <a:lnTo>
                  <a:pt x="115681" y="99332"/>
                </a:lnTo>
                <a:lnTo>
                  <a:pt x="116821" y="101583"/>
                </a:lnTo>
                <a:lnTo>
                  <a:pt x="115798" y="102833"/>
                </a:lnTo>
                <a:lnTo>
                  <a:pt x="113320" y="101693"/>
                </a:lnTo>
                <a:lnTo>
                  <a:pt x="112188" y="102825"/>
                </a:lnTo>
                <a:lnTo>
                  <a:pt x="113357" y="105164"/>
                </a:lnTo>
                <a:lnTo>
                  <a:pt x="112188" y="106334"/>
                </a:lnTo>
                <a:lnTo>
                  <a:pt x="109856" y="105164"/>
                </a:lnTo>
                <a:lnTo>
                  <a:pt x="108687" y="106334"/>
                </a:lnTo>
                <a:lnTo>
                  <a:pt x="109856" y="108672"/>
                </a:lnTo>
                <a:lnTo>
                  <a:pt x="108687" y="109842"/>
                </a:lnTo>
                <a:lnTo>
                  <a:pt x="106348" y="108673"/>
                </a:lnTo>
                <a:lnTo>
                  <a:pt x="105274" y="109747"/>
                </a:lnTo>
                <a:lnTo>
                  <a:pt x="106326" y="112393"/>
                </a:lnTo>
                <a:lnTo>
                  <a:pt x="105003" y="113277"/>
                </a:lnTo>
                <a:lnTo>
                  <a:pt x="102949" y="112181"/>
                </a:lnTo>
                <a:lnTo>
                  <a:pt x="101670" y="113262"/>
                </a:lnTo>
                <a:lnTo>
                  <a:pt x="102810" y="115718"/>
                </a:lnTo>
                <a:lnTo>
                  <a:pt x="101663" y="116873"/>
                </a:lnTo>
                <a:lnTo>
                  <a:pt x="99426" y="115755"/>
                </a:lnTo>
                <a:lnTo>
                  <a:pt x="98169" y="116727"/>
                </a:lnTo>
                <a:lnTo>
                  <a:pt x="99288" y="119248"/>
                </a:lnTo>
                <a:lnTo>
                  <a:pt x="98169" y="120367"/>
                </a:lnTo>
                <a:lnTo>
                  <a:pt x="95948" y="119314"/>
                </a:lnTo>
                <a:lnTo>
                  <a:pt x="94544" y="120250"/>
                </a:lnTo>
                <a:lnTo>
                  <a:pt x="92330" y="119197"/>
                </a:lnTo>
                <a:lnTo>
                  <a:pt x="91401" y="120125"/>
                </a:lnTo>
                <a:lnTo>
                  <a:pt x="92162" y="123129"/>
                </a:lnTo>
                <a:lnTo>
                  <a:pt x="89728" y="124072"/>
                </a:lnTo>
                <a:lnTo>
                  <a:pt x="86841" y="122764"/>
                </a:lnTo>
                <a:lnTo>
                  <a:pt x="84108" y="123444"/>
                </a:lnTo>
                <a:lnTo>
                  <a:pt x="81652" y="122859"/>
                </a:lnTo>
                <a:lnTo>
                  <a:pt x="80987" y="123531"/>
                </a:lnTo>
                <a:lnTo>
                  <a:pt x="81484" y="126754"/>
                </a:lnTo>
                <a:lnTo>
                  <a:pt x="78012" y="1273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31996" y="305557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4">
                <a:moveTo>
                  <a:pt x="54895" y="120768"/>
                </a:moveTo>
                <a:lnTo>
                  <a:pt x="52827" y="119892"/>
                </a:lnTo>
                <a:lnTo>
                  <a:pt x="53645" y="116932"/>
                </a:lnTo>
                <a:lnTo>
                  <a:pt x="52878" y="116179"/>
                </a:lnTo>
                <a:lnTo>
                  <a:pt x="50349" y="116668"/>
                </a:lnTo>
                <a:lnTo>
                  <a:pt x="47594" y="116186"/>
                </a:lnTo>
                <a:lnTo>
                  <a:pt x="44970" y="116566"/>
                </a:lnTo>
                <a:lnTo>
                  <a:pt x="41835" y="116566"/>
                </a:lnTo>
                <a:lnTo>
                  <a:pt x="40103" y="116873"/>
                </a:lnTo>
                <a:lnTo>
                  <a:pt x="38853" y="116420"/>
                </a:lnTo>
                <a:lnTo>
                  <a:pt x="39584" y="113394"/>
                </a:lnTo>
                <a:lnTo>
                  <a:pt x="38918" y="112729"/>
                </a:lnTo>
                <a:lnTo>
                  <a:pt x="36251" y="113087"/>
                </a:lnTo>
                <a:lnTo>
                  <a:pt x="34884" y="113014"/>
                </a:lnTo>
                <a:lnTo>
                  <a:pt x="33006" y="113423"/>
                </a:lnTo>
                <a:lnTo>
                  <a:pt x="31771" y="112838"/>
                </a:lnTo>
                <a:lnTo>
                  <a:pt x="32633" y="109944"/>
                </a:lnTo>
                <a:lnTo>
                  <a:pt x="31902" y="109220"/>
                </a:lnTo>
                <a:lnTo>
                  <a:pt x="29242" y="109579"/>
                </a:lnTo>
                <a:lnTo>
                  <a:pt x="28058" y="109513"/>
                </a:lnTo>
                <a:lnTo>
                  <a:pt x="25763" y="109922"/>
                </a:lnTo>
                <a:lnTo>
                  <a:pt x="24659" y="109155"/>
                </a:lnTo>
                <a:lnTo>
                  <a:pt x="25734" y="106546"/>
                </a:lnTo>
                <a:lnTo>
                  <a:pt x="24645" y="105457"/>
                </a:lnTo>
                <a:lnTo>
                  <a:pt x="22306" y="106626"/>
                </a:lnTo>
                <a:lnTo>
                  <a:pt x="21144" y="105457"/>
                </a:lnTo>
                <a:lnTo>
                  <a:pt x="22306" y="103118"/>
                </a:lnTo>
                <a:lnTo>
                  <a:pt x="21144" y="101948"/>
                </a:lnTo>
                <a:lnTo>
                  <a:pt x="18805" y="103118"/>
                </a:lnTo>
                <a:lnTo>
                  <a:pt x="17635" y="101948"/>
                </a:lnTo>
                <a:lnTo>
                  <a:pt x="18805" y="99610"/>
                </a:lnTo>
                <a:lnTo>
                  <a:pt x="17636" y="98440"/>
                </a:lnTo>
                <a:lnTo>
                  <a:pt x="15297" y="99609"/>
                </a:lnTo>
                <a:lnTo>
                  <a:pt x="14135" y="98440"/>
                </a:lnTo>
                <a:lnTo>
                  <a:pt x="15297" y="96101"/>
                </a:lnTo>
                <a:lnTo>
                  <a:pt x="14215" y="95020"/>
                </a:lnTo>
                <a:lnTo>
                  <a:pt x="11599" y="96087"/>
                </a:lnTo>
                <a:lnTo>
                  <a:pt x="10341" y="94252"/>
                </a:lnTo>
                <a:lnTo>
                  <a:pt x="12351" y="89436"/>
                </a:lnTo>
                <a:lnTo>
                  <a:pt x="10794" y="88164"/>
                </a:lnTo>
                <a:lnTo>
                  <a:pt x="7915" y="88939"/>
                </a:lnTo>
                <a:lnTo>
                  <a:pt x="7104" y="87229"/>
                </a:lnTo>
                <a:lnTo>
                  <a:pt x="8733" y="82325"/>
                </a:lnTo>
                <a:lnTo>
                  <a:pt x="7359" y="81199"/>
                </a:lnTo>
                <a:lnTo>
                  <a:pt x="4326" y="81850"/>
                </a:lnTo>
                <a:lnTo>
                  <a:pt x="3559" y="79708"/>
                </a:lnTo>
                <a:lnTo>
                  <a:pt x="4202" y="76368"/>
                </a:lnTo>
                <a:lnTo>
                  <a:pt x="4202" y="72385"/>
                </a:lnTo>
                <a:lnTo>
                  <a:pt x="4728" y="69454"/>
                </a:lnTo>
                <a:lnTo>
                  <a:pt x="4114" y="67130"/>
                </a:lnTo>
                <a:lnTo>
                  <a:pt x="972" y="67729"/>
                </a:lnTo>
                <a:lnTo>
                  <a:pt x="365" y="67123"/>
                </a:lnTo>
                <a:lnTo>
                  <a:pt x="723" y="64455"/>
                </a:lnTo>
                <a:lnTo>
                  <a:pt x="694" y="58645"/>
                </a:lnTo>
                <a:lnTo>
                  <a:pt x="0" y="55034"/>
                </a:lnTo>
                <a:lnTo>
                  <a:pt x="884" y="52981"/>
                </a:lnTo>
                <a:lnTo>
                  <a:pt x="3837" y="53792"/>
                </a:lnTo>
                <a:lnTo>
                  <a:pt x="4597" y="53032"/>
                </a:lnTo>
                <a:lnTo>
                  <a:pt x="4100" y="50496"/>
                </a:lnTo>
                <a:lnTo>
                  <a:pt x="4582" y="47740"/>
                </a:lnTo>
                <a:lnTo>
                  <a:pt x="4202" y="45116"/>
                </a:lnTo>
                <a:lnTo>
                  <a:pt x="4202" y="41959"/>
                </a:lnTo>
                <a:lnTo>
                  <a:pt x="3895" y="40271"/>
                </a:lnTo>
                <a:lnTo>
                  <a:pt x="4334" y="39014"/>
                </a:lnTo>
                <a:lnTo>
                  <a:pt x="7389" y="39715"/>
                </a:lnTo>
                <a:lnTo>
                  <a:pt x="8039" y="39065"/>
                </a:lnTo>
                <a:lnTo>
                  <a:pt x="7681" y="36397"/>
                </a:lnTo>
                <a:lnTo>
                  <a:pt x="7754" y="35023"/>
                </a:lnTo>
                <a:lnTo>
                  <a:pt x="7345" y="33145"/>
                </a:lnTo>
                <a:lnTo>
                  <a:pt x="7930" y="31910"/>
                </a:lnTo>
                <a:lnTo>
                  <a:pt x="10824" y="32772"/>
                </a:lnTo>
                <a:lnTo>
                  <a:pt x="11547" y="32048"/>
                </a:lnTo>
                <a:lnTo>
                  <a:pt x="11182" y="29381"/>
                </a:lnTo>
                <a:lnTo>
                  <a:pt x="11248" y="28190"/>
                </a:lnTo>
                <a:lnTo>
                  <a:pt x="10838" y="25909"/>
                </a:lnTo>
                <a:lnTo>
                  <a:pt x="11599" y="24798"/>
                </a:lnTo>
                <a:lnTo>
                  <a:pt x="14222" y="25858"/>
                </a:lnTo>
                <a:lnTo>
                  <a:pt x="15297" y="24776"/>
                </a:lnTo>
                <a:lnTo>
                  <a:pt x="14135" y="22437"/>
                </a:lnTo>
                <a:lnTo>
                  <a:pt x="15297" y="21268"/>
                </a:lnTo>
                <a:lnTo>
                  <a:pt x="17635" y="22437"/>
                </a:lnTo>
                <a:lnTo>
                  <a:pt x="18790" y="21283"/>
                </a:lnTo>
                <a:lnTo>
                  <a:pt x="17628" y="18885"/>
                </a:lnTo>
                <a:lnTo>
                  <a:pt x="18841" y="17774"/>
                </a:lnTo>
                <a:lnTo>
                  <a:pt x="21129" y="18944"/>
                </a:lnTo>
                <a:lnTo>
                  <a:pt x="22211" y="17855"/>
                </a:lnTo>
                <a:lnTo>
                  <a:pt x="21166" y="15209"/>
                </a:lnTo>
                <a:lnTo>
                  <a:pt x="22518" y="14310"/>
                </a:lnTo>
                <a:lnTo>
                  <a:pt x="24469" y="15399"/>
                </a:lnTo>
                <a:lnTo>
                  <a:pt x="25807" y="14405"/>
                </a:lnTo>
                <a:lnTo>
                  <a:pt x="24710" y="11847"/>
                </a:lnTo>
                <a:lnTo>
                  <a:pt x="25814" y="10743"/>
                </a:lnTo>
                <a:lnTo>
                  <a:pt x="28036" y="11796"/>
                </a:lnTo>
                <a:lnTo>
                  <a:pt x="29439" y="10860"/>
                </a:lnTo>
                <a:lnTo>
                  <a:pt x="31654" y="11913"/>
                </a:lnTo>
                <a:lnTo>
                  <a:pt x="32677" y="10889"/>
                </a:lnTo>
                <a:lnTo>
                  <a:pt x="31727" y="8105"/>
                </a:lnTo>
                <a:lnTo>
                  <a:pt x="33525" y="7104"/>
                </a:lnTo>
                <a:lnTo>
                  <a:pt x="38370" y="8894"/>
                </a:lnTo>
                <a:lnTo>
                  <a:pt x="39510" y="7506"/>
                </a:lnTo>
                <a:lnTo>
                  <a:pt x="38933" y="4414"/>
                </a:lnTo>
                <a:lnTo>
                  <a:pt x="41169" y="3727"/>
                </a:lnTo>
                <a:lnTo>
                  <a:pt x="44261" y="4312"/>
                </a:lnTo>
                <a:lnTo>
                  <a:pt x="48536" y="4312"/>
                </a:lnTo>
                <a:lnTo>
                  <a:pt x="51021" y="4604"/>
                </a:lnTo>
                <a:lnTo>
                  <a:pt x="53294" y="4312"/>
                </a:lnTo>
                <a:lnTo>
                  <a:pt x="53521" y="4282"/>
                </a:lnTo>
                <a:lnTo>
                  <a:pt x="53082" y="1023"/>
                </a:lnTo>
                <a:lnTo>
                  <a:pt x="53601" y="496"/>
                </a:lnTo>
                <a:lnTo>
                  <a:pt x="57899" y="818"/>
                </a:lnTo>
                <a:lnTo>
                  <a:pt x="59229" y="606"/>
                </a:lnTo>
                <a:lnTo>
                  <a:pt x="62335" y="1169"/>
                </a:lnTo>
                <a:lnTo>
                  <a:pt x="65441" y="0"/>
                </a:lnTo>
                <a:lnTo>
                  <a:pt x="67765" y="993"/>
                </a:lnTo>
                <a:lnTo>
                  <a:pt x="66954" y="3939"/>
                </a:lnTo>
                <a:lnTo>
                  <a:pt x="67714" y="4706"/>
                </a:lnTo>
                <a:lnTo>
                  <a:pt x="70243" y="4209"/>
                </a:lnTo>
                <a:lnTo>
                  <a:pt x="73006" y="4692"/>
                </a:lnTo>
                <a:lnTo>
                  <a:pt x="75622" y="4312"/>
                </a:lnTo>
                <a:lnTo>
                  <a:pt x="78779" y="4312"/>
                </a:lnTo>
                <a:lnTo>
                  <a:pt x="80468" y="4005"/>
                </a:lnTo>
                <a:lnTo>
                  <a:pt x="81732" y="4443"/>
                </a:lnTo>
                <a:lnTo>
                  <a:pt x="81023" y="7498"/>
                </a:lnTo>
                <a:lnTo>
                  <a:pt x="81681" y="8149"/>
                </a:lnTo>
                <a:lnTo>
                  <a:pt x="84341" y="7798"/>
                </a:lnTo>
                <a:lnTo>
                  <a:pt x="85708" y="7864"/>
                </a:lnTo>
                <a:lnTo>
                  <a:pt x="87594" y="7454"/>
                </a:lnTo>
                <a:lnTo>
                  <a:pt x="88822" y="8039"/>
                </a:lnTo>
                <a:lnTo>
                  <a:pt x="87959" y="10933"/>
                </a:lnTo>
                <a:lnTo>
                  <a:pt x="88690" y="11657"/>
                </a:lnTo>
                <a:lnTo>
                  <a:pt x="91350" y="11299"/>
                </a:lnTo>
                <a:lnTo>
                  <a:pt x="92549" y="11365"/>
                </a:lnTo>
                <a:lnTo>
                  <a:pt x="94815" y="10955"/>
                </a:lnTo>
                <a:lnTo>
                  <a:pt x="95933" y="11708"/>
                </a:lnTo>
                <a:lnTo>
                  <a:pt x="94873" y="14339"/>
                </a:lnTo>
                <a:lnTo>
                  <a:pt x="95948" y="15421"/>
                </a:lnTo>
                <a:lnTo>
                  <a:pt x="98286" y="14252"/>
                </a:lnTo>
                <a:lnTo>
                  <a:pt x="99456" y="15421"/>
                </a:lnTo>
                <a:lnTo>
                  <a:pt x="98287" y="17760"/>
                </a:lnTo>
                <a:lnTo>
                  <a:pt x="99456" y="18929"/>
                </a:lnTo>
                <a:lnTo>
                  <a:pt x="101795" y="17760"/>
                </a:lnTo>
                <a:lnTo>
                  <a:pt x="102957" y="18929"/>
                </a:lnTo>
                <a:lnTo>
                  <a:pt x="101795" y="21268"/>
                </a:lnTo>
                <a:lnTo>
                  <a:pt x="102957" y="22437"/>
                </a:lnTo>
                <a:lnTo>
                  <a:pt x="105295" y="21268"/>
                </a:lnTo>
                <a:lnTo>
                  <a:pt x="106465" y="22437"/>
                </a:lnTo>
                <a:lnTo>
                  <a:pt x="105296" y="24776"/>
                </a:lnTo>
                <a:lnTo>
                  <a:pt x="106363" y="25843"/>
                </a:lnTo>
                <a:lnTo>
                  <a:pt x="109023" y="24805"/>
                </a:lnTo>
                <a:lnTo>
                  <a:pt x="110222" y="26640"/>
                </a:lnTo>
                <a:lnTo>
                  <a:pt x="108256" y="31449"/>
                </a:lnTo>
                <a:lnTo>
                  <a:pt x="109798" y="32713"/>
                </a:lnTo>
                <a:lnTo>
                  <a:pt x="112685" y="31939"/>
                </a:lnTo>
                <a:lnTo>
                  <a:pt x="113496" y="33649"/>
                </a:lnTo>
                <a:lnTo>
                  <a:pt x="111866" y="38560"/>
                </a:lnTo>
                <a:lnTo>
                  <a:pt x="113225" y="39671"/>
                </a:lnTo>
                <a:lnTo>
                  <a:pt x="116273" y="39042"/>
                </a:lnTo>
                <a:lnTo>
                  <a:pt x="117465" y="42478"/>
                </a:lnTo>
                <a:lnTo>
                  <a:pt x="115696" y="46709"/>
                </a:lnTo>
                <a:lnTo>
                  <a:pt x="116529" y="50524"/>
                </a:lnTo>
                <a:lnTo>
                  <a:pt x="115981" y="53009"/>
                </a:lnTo>
                <a:lnTo>
                  <a:pt x="116880" y="53908"/>
                </a:lnTo>
                <a:lnTo>
                  <a:pt x="119533" y="52856"/>
                </a:lnTo>
                <a:lnTo>
                  <a:pt x="120271" y="53974"/>
                </a:lnTo>
                <a:lnTo>
                  <a:pt x="119869" y="56240"/>
                </a:lnTo>
                <a:lnTo>
                  <a:pt x="119993" y="58951"/>
                </a:lnTo>
                <a:lnTo>
                  <a:pt x="120388" y="61977"/>
                </a:lnTo>
                <a:lnTo>
                  <a:pt x="119745" y="64564"/>
                </a:lnTo>
                <a:lnTo>
                  <a:pt x="120330" y="67020"/>
                </a:lnTo>
                <a:lnTo>
                  <a:pt x="119650" y="67700"/>
                </a:lnTo>
                <a:lnTo>
                  <a:pt x="116441" y="67174"/>
                </a:lnTo>
                <a:lnTo>
                  <a:pt x="115966" y="69585"/>
                </a:lnTo>
                <a:lnTo>
                  <a:pt x="116398" y="72289"/>
                </a:lnTo>
                <a:lnTo>
                  <a:pt x="116398" y="76375"/>
                </a:lnTo>
                <a:lnTo>
                  <a:pt x="117041" y="79708"/>
                </a:lnTo>
                <a:lnTo>
                  <a:pt x="116244" y="81878"/>
                </a:lnTo>
                <a:lnTo>
                  <a:pt x="113218" y="81155"/>
                </a:lnTo>
                <a:lnTo>
                  <a:pt x="112560" y="81813"/>
                </a:lnTo>
                <a:lnTo>
                  <a:pt x="112919" y="84480"/>
                </a:lnTo>
                <a:lnTo>
                  <a:pt x="112845" y="85854"/>
                </a:lnTo>
                <a:lnTo>
                  <a:pt x="113255" y="87733"/>
                </a:lnTo>
                <a:lnTo>
                  <a:pt x="112670" y="88968"/>
                </a:lnTo>
                <a:lnTo>
                  <a:pt x="109776" y="88106"/>
                </a:lnTo>
                <a:lnTo>
                  <a:pt x="109052" y="88829"/>
                </a:lnTo>
                <a:lnTo>
                  <a:pt x="109410" y="91497"/>
                </a:lnTo>
                <a:lnTo>
                  <a:pt x="109352" y="92688"/>
                </a:lnTo>
                <a:lnTo>
                  <a:pt x="109761" y="94976"/>
                </a:lnTo>
                <a:lnTo>
                  <a:pt x="108994" y="96087"/>
                </a:lnTo>
                <a:lnTo>
                  <a:pt x="106377" y="95020"/>
                </a:lnTo>
                <a:lnTo>
                  <a:pt x="105296" y="96101"/>
                </a:lnTo>
                <a:lnTo>
                  <a:pt x="106465" y="98440"/>
                </a:lnTo>
                <a:lnTo>
                  <a:pt x="105296" y="99610"/>
                </a:lnTo>
                <a:lnTo>
                  <a:pt x="102957" y="98440"/>
                </a:lnTo>
                <a:lnTo>
                  <a:pt x="101795" y="99609"/>
                </a:lnTo>
                <a:lnTo>
                  <a:pt x="102957" y="101948"/>
                </a:lnTo>
                <a:lnTo>
                  <a:pt x="101795" y="103118"/>
                </a:lnTo>
                <a:lnTo>
                  <a:pt x="99456" y="101948"/>
                </a:lnTo>
                <a:lnTo>
                  <a:pt x="98286" y="103118"/>
                </a:lnTo>
                <a:lnTo>
                  <a:pt x="99456" y="105456"/>
                </a:lnTo>
                <a:lnTo>
                  <a:pt x="98287" y="106626"/>
                </a:lnTo>
                <a:lnTo>
                  <a:pt x="95948" y="105457"/>
                </a:lnTo>
                <a:lnTo>
                  <a:pt x="94866" y="106546"/>
                </a:lnTo>
                <a:lnTo>
                  <a:pt x="95933" y="109155"/>
                </a:lnTo>
                <a:lnTo>
                  <a:pt x="94098" y="110434"/>
                </a:lnTo>
                <a:lnTo>
                  <a:pt x="89289" y="108402"/>
                </a:lnTo>
                <a:lnTo>
                  <a:pt x="88011" y="109959"/>
                </a:lnTo>
                <a:lnTo>
                  <a:pt x="88793" y="112853"/>
                </a:lnTo>
                <a:lnTo>
                  <a:pt x="87075" y="113664"/>
                </a:lnTo>
                <a:lnTo>
                  <a:pt x="82171" y="112034"/>
                </a:lnTo>
                <a:lnTo>
                  <a:pt x="81053" y="113401"/>
                </a:lnTo>
                <a:lnTo>
                  <a:pt x="81696" y="116434"/>
                </a:lnTo>
                <a:lnTo>
                  <a:pt x="79562" y="117209"/>
                </a:lnTo>
                <a:lnTo>
                  <a:pt x="76222" y="116566"/>
                </a:lnTo>
                <a:lnTo>
                  <a:pt x="72239" y="116566"/>
                </a:lnTo>
                <a:lnTo>
                  <a:pt x="69301" y="116040"/>
                </a:lnTo>
                <a:lnTo>
                  <a:pt x="66976" y="116654"/>
                </a:lnTo>
                <a:lnTo>
                  <a:pt x="67576" y="119796"/>
                </a:lnTo>
                <a:lnTo>
                  <a:pt x="66969" y="120410"/>
                </a:lnTo>
                <a:lnTo>
                  <a:pt x="64302" y="120052"/>
                </a:lnTo>
                <a:lnTo>
                  <a:pt x="62635" y="120140"/>
                </a:lnTo>
                <a:lnTo>
                  <a:pt x="58506" y="120074"/>
                </a:lnTo>
                <a:lnTo>
                  <a:pt x="54895" y="1207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2049653" y="312403"/>
            <a:ext cx="106680" cy="106680"/>
            <a:chOff x="2049653" y="312403"/>
            <a:chExt cx="106680" cy="106680"/>
          </a:xfrm>
        </p:grpSpPr>
        <p:sp>
          <p:nvSpPr>
            <p:cNvPr id="43" name="object 43"/>
            <p:cNvSpPr/>
            <p:nvPr/>
          </p:nvSpPr>
          <p:spPr>
            <a:xfrm>
              <a:off x="2049653" y="312406"/>
              <a:ext cx="106680" cy="86360"/>
            </a:xfrm>
            <a:custGeom>
              <a:avLst/>
              <a:gdLst/>
              <a:ahLst/>
              <a:cxnLst/>
              <a:rect l="l" t="t" r="r" b="b"/>
              <a:pathLst>
                <a:path w="106680" h="86360">
                  <a:moveTo>
                    <a:pt x="81559" y="7620"/>
                  </a:moveTo>
                  <a:lnTo>
                    <a:pt x="75006" y="7620"/>
                  </a:lnTo>
                  <a:lnTo>
                    <a:pt x="75006" y="8890"/>
                  </a:lnTo>
                  <a:lnTo>
                    <a:pt x="74447" y="8890"/>
                  </a:lnTo>
                  <a:lnTo>
                    <a:pt x="74447" y="7620"/>
                  </a:lnTo>
                  <a:lnTo>
                    <a:pt x="74168" y="7620"/>
                  </a:lnTo>
                  <a:lnTo>
                    <a:pt x="74168" y="5080"/>
                  </a:lnTo>
                  <a:lnTo>
                    <a:pt x="74091" y="3810"/>
                  </a:lnTo>
                  <a:lnTo>
                    <a:pt x="71780" y="3810"/>
                  </a:lnTo>
                  <a:lnTo>
                    <a:pt x="71780" y="5080"/>
                  </a:lnTo>
                  <a:lnTo>
                    <a:pt x="63449" y="5080"/>
                  </a:lnTo>
                  <a:lnTo>
                    <a:pt x="63449" y="3810"/>
                  </a:lnTo>
                  <a:lnTo>
                    <a:pt x="62750" y="3810"/>
                  </a:lnTo>
                  <a:lnTo>
                    <a:pt x="62750" y="5080"/>
                  </a:lnTo>
                  <a:lnTo>
                    <a:pt x="60121" y="5080"/>
                  </a:lnTo>
                  <a:lnTo>
                    <a:pt x="60121" y="3810"/>
                  </a:lnTo>
                  <a:lnTo>
                    <a:pt x="60223" y="1270"/>
                  </a:lnTo>
                  <a:lnTo>
                    <a:pt x="59372" y="1270"/>
                  </a:lnTo>
                  <a:lnTo>
                    <a:pt x="59372" y="0"/>
                  </a:lnTo>
                  <a:lnTo>
                    <a:pt x="56692" y="0"/>
                  </a:lnTo>
                  <a:lnTo>
                    <a:pt x="56692" y="1270"/>
                  </a:lnTo>
                  <a:lnTo>
                    <a:pt x="49161" y="1270"/>
                  </a:lnTo>
                  <a:lnTo>
                    <a:pt x="49161" y="0"/>
                  </a:lnTo>
                  <a:lnTo>
                    <a:pt x="46405" y="0"/>
                  </a:lnTo>
                  <a:lnTo>
                    <a:pt x="46405" y="1270"/>
                  </a:lnTo>
                  <a:lnTo>
                    <a:pt x="46101" y="1270"/>
                  </a:lnTo>
                  <a:lnTo>
                    <a:pt x="46101" y="3810"/>
                  </a:lnTo>
                  <a:lnTo>
                    <a:pt x="46342" y="3810"/>
                  </a:lnTo>
                  <a:lnTo>
                    <a:pt x="46342" y="5080"/>
                  </a:lnTo>
                  <a:lnTo>
                    <a:pt x="37045" y="5080"/>
                  </a:lnTo>
                  <a:lnTo>
                    <a:pt x="37045" y="3810"/>
                  </a:lnTo>
                  <a:lnTo>
                    <a:pt x="32207" y="3810"/>
                  </a:lnTo>
                  <a:lnTo>
                    <a:pt x="32207" y="5080"/>
                  </a:lnTo>
                  <a:lnTo>
                    <a:pt x="32105" y="7620"/>
                  </a:lnTo>
                  <a:lnTo>
                    <a:pt x="31889" y="7620"/>
                  </a:lnTo>
                  <a:lnTo>
                    <a:pt x="31889" y="8890"/>
                  </a:lnTo>
                  <a:lnTo>
                    <a:pt x="29083" y="8890"/>
                  </a:lnTo>
                  <a:lnTo>
                    <a:pt x="29083" y="7620"/>
                  </a:lnTo>
                  <a:lnTo>
                    <a:pt x="24726" y="7620"/>
                  </a:lnTo>
                  <a:lnTo>
                    <a:pt x="24726" y="8890"/>
                  </a:lnTo>
                  <a:lnTo>
                    <a:pt x="25196" y="8890"/>
                  </a:lnTo>
                  <a:lnTo>
                    <a:pt x="25196" y="11430"/>
                  </a:lnTo>
                  <a:lnTo>
                    <a:pt x="81026" y="11430"/>
                  </a:lnTo>
                  <a:lnTo>
                    <a:pt x="81026" y="8890"/>
                  </a:lnTo>
                  <a:lnTo>
                    <a:pt x="81559" y="8890"/>
                  </a:lnTo>
                  <a:lnTo>
                    <a:pt x="81559" y="7620"/>
                  </a:lnTo>
                  <a:close/>
                </a:path>
                <a:path w="106680" h="86360">
                  <a:moveTo>
                    <a:pt x="106184" y="54610"/>
                  </a:moveTo>
                  <a:lnTo>
                    <a:pt x="105981" y="54610"/>
                  </a:lnTo>
                  <a:lnTo>
                    <a:pt x="105981" y="52070"/>
                  </a:lnTo>
                  <a:lnTo>
                    <a:pt x="105765" y="52070"/>
                  </a:lnTo>
                  <a:lnTo>
                    <a:pt x="105765" y="49530"/>
                  </a:lnTo>
                  <a:lnTo>
                    <a:pt x="105778" y="48260"/>
                  </a:lnTo>
                  <a:lnTo>
                    <a:pt x="106006" y="48260"/>
                  </a:lnTo>
                  <a:lnTo>
                    <a:pt x="106006" y="46990"/>
                  </a:lnTo>
                  <a:lnTo>
                    <a:pt x="105587" y="46990"/>
                  </a:lnTo>
                  <a:lnTo>
                    <a:pt x="105587" y="45720"/>
                  </a:lnTo>
                  <a:lnTo>
                    <a:pt x="104495" y="45720"/>
                  </a:lnTo>
                  <a:lnTo>
                    <a:pt x="104495" y="46990"/>
                  </a:lnTo>
                  <a:lnTo>
                    <a:pt x="101993" y="46990"/>
                  </a:lnTo>
                  <a:lnTo>
                    <a:pt x="101993" y="45720"/>
                  </a:lnTo>
                  <a:lnTo>
                    <a:pt x="102184" y="45720"/>
                  </a:lnTo>
                  <a:lnTo>
                    <a:pt x="102184" y="43180"/>
                  </a:lnTo>
                  <a:lnTo>
                    <a:pt x="102108" y="41910"/>
                  </a:lnTo>
                  <a:lnTo>
                    <a:pt x="102120" y="40640"/>
                  </a:lnTo>
                  <a:lnTo>
                    <a:pt x="102222" y="38100"/>
                  </a:lnTo>
                  <a:lnTo>
                    <a:pt x="102400" y="38100"/>
                  </a:lnTo>
                  <a:lnTo>
                    <a:pt x="102400" y="35560"/>
                  </a:lnTo>
                  <a:lnTo>
                    <a:pt x="102768" y="35560"/>
                  </a:lnTo>
                  <a:lnTo>
                    <a:pt x="102768" y="34290"/>
                  </a:lnTo>
                  <a:lnTo>
                    <a:pt x="102692" y="33020"/>
                  </a:lnTo>
                  <a:lnTo>
                    <a:pt x="102158" y="33020"/>
                  </a:lnTo>
                  <a:lnTo>
                    <a:pt x="102158" y="31750"/>
                  </a:lnTo>
                  <a:lnTo>
                    <a:pt x="101066" y="31750"/>
                  </a:lnTo>
                  <a:lnTo>
                    <a:pt x="101066" y="33020"/>
                  </a:lnTo>
                  <a:lnTo>
                    <a:pt x="98513" y="33020"/>
                  </a:lnTo>
                  <a:lnTo>
                    <a:pt x="98513" y="31750"/>
                  </a:lnTo>
                  <a:lnTo>
                    <a:pt x="98031" y="31750"/>
                  </a:lnTo>
                  <a:lnTo>
                    <a:pt x="98031" y="29210"/>
                  </a:lnTo>
                  <a:lnTo>
                    <a:pt x="98869" y="29210"/>
                  </a:lnTo>
                  <a:lnTo>
                    <a:pt x="98869" y="27940"/>
                  </a:lnTo>
                  <a:lnTo>
                    <a:pt x="99415" y="27940"/>
                  </a:lnTo>
                  <a:lnTo>
                    <a:pt x="99415" y="26670"/>
                  </a:lnTo>
                  <a:lnTo>
                    <a:pt x="99098" y="26670"/>
                  </a:lnTo>
                  <a:lnTo>
                    <a:pt x="99098" y="25400"/>
                  </a:lnTo>
                  <a:lnTo>
                    <a:pt x="95059" y="25400"/>
                  </a:lnTo>
                  <a:lnTo>
                    <a:pt x="95059" y="22860"/>
                  </a:lnTo>
                  <a:lnTo>
                    <a:pt x="95402" y="22860"/>
                  </a:lnTo>
                  <a:lnTo>
                    <a:pt x="95402" y="21590"/>
                  </a:lnTo>
                  <a:lnTo>
                    <a:pt x="93040" y="21590"/>
                  </a:lnTo>
                  <a:lnTo>
                    <a:pt x="93040" y="22860"/>
                  </a:lnTo>
                  <a:lnTo>
                    <a:pt x="91884" y="22860"/>
                  </a:lnTo>
                  <a:lnTo>
                    <a:pt x="91884" y="21590"/>
                  </a:lnTo>
                  <a:lnTo>
                    <a:pt x="91655" y="21590"/>
                  </a:lnTo>
                  <a:lnTo>
                    <a:pt x="91655" y="19050"/>
                  </a:lnTo>
                  <a:lnTo>
                    <a:pt x="91643" y="17780"/>
                  </a:lnTo>
                  <a:lnTo>
                    <a:pt x="90170" y="17780"/>
                  </a:lnTo>
                  <a:lnTo>
                    <a:pt x="90170" y="19050"/>
                  </a:lnTo>
                  <a:lnTo>
                    <a:pt x="88099" y="19050"/>
                  </a:lnTo>
                  <a:lnTo>
                    <a:pt x="88099" y="17780"/>
                  </a:lnTo>
                  <a:lnTo>
                    <a:pt x="88315" y="17780"/>
                  </a:lnTo>
                  <a:lnTo>
                    <a:pt x="88315" y="15240"/>
                  </a:lnTo>
                  <a:lnTo>
                    <a:pt x="87833" y="15240"/>
                  </a:lnTo>
                  <a:lnTo>
                    <a:pt x="87833" y="13970"/>
                  </a:lnTo>
                  <a:lnTo>
                    <a:pt x="87274" y="13970"/>
                  </a:lnTo>
                  <a:lnTo>
                    <a:pt x="87274" y="15240"/>
                  </a:lnTo>
                  <a:lnTo>
                    <a:pt x="84289" y="15240"/>
                  </a:lnTo>
                  <a:lnTo>
                    <a:pt x="84289" y="13970"/>
                  </a:lnTo>
                  <a:lnTo>
                    <a:pt x="84658" y="13970"/>
                  </a:lnTo>
                  <a:lnTo>
                    <a:pt x="84658" y="12700"/>
                  </a:lnTo>
                  <a:lnTo>
                    <a:pt x="81813" y="12700"/>
                  </a:lnTo>
                  <a:lnTo>
                    <a:pt x="81813" y="11430"/>
                  </a:lnTo>
                  <a:lnTo>
                    <a:pt x="81749" y="12700"/>
                  </a:lnTo>
                  <a:lnTo>
                    <a:pt x="24726" y="12700"/>
                  </a:lnTo>
                  <a:lnTo>
                    <a:pt x="24726" y="11430"/>
                  </a:lnTo>
                  <a:lnTo>
                    <a:pt x="21018" y="11430"/>
                  </a:lnTo>
                  <a:lnTo>
                    <a:pt x="21018" y="12700"/>
                  </a:lnTo>
                  <a:lnTo>
                    <a:pt x="21628" y="12700"/>
                  </a:lnTo>
                  <a:lnTo>
                    <a:pt x="21628" y="13970"/>
                  </a:lnTo>
                  <a:lnTo>
                    <a:pt x="21983" y="13970"/>
                  </a:lnTo>
                  <a:lnTo>
                    <a:pt x="21983" y="15240"/>
                  </a:lnTo>
                  <a:lnTo>
                    <a:pt x="18923" y="15240"/>
                  </a:lnTo>
                  <a:lnTo>
                    <a:pt x="18923" y="13970"/>
                  </a:lnTo>
                  <a:lnTo>
                    <a:pt x="18681" y="13970"/>
                  </a:lnTo>
                  <a:lnTo>
                    <a:pt x="18681" y="15240"/>
                  </a:lnTo>
                  <a:lnTo>
                    <a:pt x="17970" y="15240"/>
                  </a:lnTo>
                  <a:lnTo>
                    <a:pt x="17970" y="17780"/>
                  </a:lnTo>
                  <a:lnTo>
                    <a:pt x="18186" y="17780"/>
                  </a:lnTo>
                  <a:lnTo>
                    <a:pt x="18186" y="19050"/>
                  </a:lnTo>
                  <a:lnTo>
                    <a:pt x="16129" y="19050"/>
                  </a:lnTo>
                  <a:lnTo>
                    <a:pt x="16129" y="17780"/>
                  </a:lnTo>
                  <a:lnTo>
                    <a:pt x="14668" y="17780"/>
                  </a:lnTo>
                  <a:lnTo>
                    <a:pt x="14668" y="19050"/>
                  </a:lnTo>
                  <a:lnTo>
                    <a:pt x="14566" y="21590"/>
                  </a:lnTo>
                  <a:lnTo>
                    <a:pt x="14439" y="21590"/>
                  </a:lnTo>
                  <a:lnTo>
                    <a:pt x="14439" y="22860"/>
                  </a:lnTo>
                  <a:lnTo>
                    <a:pt x="13296" y="22860"/>
                  </a:lnTo>
                  <a:lnTo>
                    <a:pt x="13296" y="21590"/>
                  </a:lnTo>
                  <a:lnTo>
                    <a:pt x="10871" y="21590"/>
                  </a:lnTo>
                  <a:lnTo>
                    <a:pt x="10871" y="22860"/>
                  </a:lnTo>
                  <a:lnTo>
                    <a:pt x="11226" y="22860"/>
                  </a:lnTo>
                  <a:lnTo>
                    <a:pt x="11226" y="25400"/>
                  </a:lnTo>
                  <a:lnTo>
                    <a:pt x="10706" y="25400"/>
                  </a:lnTo>
                  <a:lnTo>
                    <a:pt x="10706" y="26670"/>
                  </a:lnTo>
                  <a:lnTo>
                    <a:pt x="10477" y="26670"/>
                  </a:lnTo>
                  <a:lnTo>
                    <a:pt x="10477" y="25400"/>
                  </a:lnTo>
                  <a:lnTo>
                    <a:pt x="7061" y="25400"/>
                  </a:lnTo>
                  <a:lnTo>
                    <a:pt x="7061" y="26670"/>
                  </a:lnTo>
                  <a:lnTo>
                    <a:pt x="7543" y="26670"/>
                  </a:lnTo>
                  <a:lnTo>
                    <a:pt x="7543" y="27940"/>
                  </a:lnTo>
                  <a:lnTo>
                    <a:pt x="7874" y="27940"/>
                  </a:lnTo>
                  <a:lnTo>
                    <a:pt x="7874" y="29210"/>
                  </a:lnTo>
                  <a:lnTo>
                    <a:pt x="7454" y="29210"/>
                  </a:lnTo>
                  <a:lnTo>
                    <a:pt x="7454" y="31750"/>
                  </a:lnTo>
                  <a:lnTo>
                    <a:pt x="7734" y="31750"/>
                  </a:lnTo>
                  <a:lnTo>
                    <a:pt x="7734" y="33020"/>
                  </a:lnTo>
                  <a:lnTo>
                    <a:pt x="5257" y="33020"/>
                  </a:lnTo>
                  <a:lnTo>
                    <a:pt x="5257" y="31750"/>
                  </a:lnTo>
                  <a:lnTo>
                    <a:pt x="4127" y="31750"/>
                  </a:lnTo>
                  <a:lnTo>
                    <a:pt x="4127" y="33020"/>
                  </a:lnTo>
                  <a:lnTo>
                    <a:pt x="3784" y="33020"/>
                  </a:lnTo>
                  <a:lnTo>
                    <a:pt x="3784" y="34290"/>
                  </a:lnTo>
                  <a:lnTo>
                    <a:pt x="4013" y="34290"/>
                  </a:lnTo>
                  <a:lnTo>
                    <a:pt x="4013" y="35560"/>
                  </a:lnTo>
                  <a:lnTo>
                    <a:pt x="4064" y="38100"/>
                  </a:lnTo>
                  <a:lnTo>
                    <a:pt x="4216" y="38100"/>
                  </a:lnTo>
                  <a:lnTo>
                    <a:pt x="4216" y="40640"/>
                  </a:lnTo>
                  <a:lnTo>
                    <a:pt x="4368" y="40640"/>
                  </a:lnTo>
                  <a:lnTo>
                    <a:pt x="4368" y="41910"/>
                  </a:lnTo>
                  <a:lnTo>
                    <a:pt x="4152" y="41910"/>
                  </a:lnTo>
                  <a:lnTo>
                    <a:pt x="4152" y="43180"/>
                  </a:lnTo>
                  <a:lnTo>
                    <a:pt x="4114" y="45720"/>
                  </a:lnTo>
                  <a:lnTo>
                    <a:pt x="4279" y="45720"/>
                  </a:lnTo>
                  <a:lnTo>
                    <a:pt x="4279" y="46990"/>
                  </a:lnTo>
                  <a:lnTo>
                    <a:pt x="1549" y="46990"/>
                  </a:lnTo>
                  <a:lnTo>
                    <a:pt x="1549" y="45720"/>
                  </a:lnTo>
                  <a:lnTo>
                    <a:pt x="647" y="45720"/>
                  </a:lnTo>
                  <a:lnTo>
                    <a:pt x="647" y="46990"/>
                  </a:lnTo>
                  <a:lnTo>
                    <a:pt x="101" y="46990"/>
                  </a:lnTo>
                  <a:lnTo>
                    <a:pt x="101" y="48260"/>
                  </a:lnTo>
                  <a:lnTo>
                    <a:pt x="0" y="49530"/>
                  </a:lnTo>
                  <a:lnTo>
                    <a:pt x="368" y="49530"/>
                  </a:lnTo>
                  <a:lnTo>
                    <a:pt x="368" y="52070"/>
                  </a:lnTo>
                  <a:lnTo>
                    <a:pt x="533" y="52070"/>
                  </a:lnTo>
                  <a:lnTo>
                    <a:pt x="533" y="54610"/>
                  </a:lnTo>
                  <a:lnTo>
                    <a:pt x="508" y="55880"/>
                  </a:lnTo>
                  <a:lnTo>
                    <a:pt x="520" y="57150"/>
                  </a:lnTo>
                  <a:lnTo>
                    <a:pt x="469" y="59690"/>
                  </a:lnTo>
                  <a:lnTo>
                    <a:pt x="266" y="59690"/>
                  </a:lnTo>
                  <a:lnTo>
                    <a:pt x="266" y="60960"/>
                  </a:lnTo>
                  <a:lnTo>
                    <a:pt x="3759" y="60960"/>
                  </a:lnTo>
                  <a:lnTo>
                    <a:pt x="3759" y="59690"/>
                  </a:lnTo>
                  <a:lnTo>
                    <a:pt x="3987" y="59690"/>
                  </a:lnTo>
                  <a:lnTo>
                    <a:pt x="3987" y="60960"/>
                  </a:lnTo>
                  <a:lnTo>
                    <a:pt x="4318" y="60960"/>
                  </a:lnTo>
                  <a:lnTo>
                    <a:pt x="4318" y="62230"/>
                  </a:lnTo>
                  <a:lnTo>
                    <a:pt x="4318" y="66040"/>
                  </a:lnTo>
                  <a:lnTo>
                    <a:pt x="4064" y="66040"/>
                  </a:lnTo>
                  <a:lnTo>
                    <a:pt x="4064" y="69850"/>
                  </a:lnTo>
                  <a:lnTo>
                    <a:pt x="3733" y="69850"/>
                  </a:lnTo>
                  <a:lnTo>
                    <a:pt x="3733" y="72390"/>
                  </a:lnTo>
                  <a:lnTo>
                    <a:pt x="3378" y="72390"/>
                  </a:lnTo>
                  <a:lnTo>
                    <a:pt x="3378" y="73660"/>
                  </a:lnTo>
                  <a:lnTo>
                    <a:pt x="3911" y="73660"/>
                  </a:lnTo>
                  <a:lnTo>
                    <a:pt x="3911" y="74930"/>
                  </a:lnTo>
                  <a:lnTo>
                    <a:pt x="7124" y="74930"/>
                  </a:lnTo>
                  <a:lnTo>
                    <a:pt x="7124" y="73660"/>
                  </a:lnTo>
                  <a:lnTo>
                    <a:pt x="7226" y="74930"/>
                  </a:lnTo>
                  <a:lnTo>
                    <a:pt x="7696" y="74930"/>
                  </a:lnTo>
                  <a:lnTo>
                    <a:pt x="7696" y="77470"/>
                  </a:lnTo>
                  <a:lnTo>
                    <a:pt x="7531" y="77470"/>
                  </a:lnTo>
                  <a:lnTo>
                    <a:pt x="7531" y="78740"/>
                  </a:lnTo>
                  <a:lnTo>
                    <a:pt x="7480" y="81280"/>
                  </a:lnTo>
                  <a:lnTo>
                    <a:pt x="7823" y="81280"/>
                  </a:lnTo>
                  <a:lnTo>
                    <a:pt x="7823" y="82550"/>
                  </a:lnTo>
                  <a:lnTo>
                    <a:pt x="8737" y="82550"/>
                  </a:lnTo>
                  <a:lnTo>
                    <a:pt x="8737" y="81280"/>
                  </a:lnTo>
                  <a:lnTo>
                    <a:pt x="11290" y="81280"/>
                  </a:lnTo>
                  <a:lnTo>
                    <a:pt x="11290" y="82550"/>
                  </a:lnTo>
                  <a:lnTo>
                    <a:pt x="10845" y="82550"/>
                  </a:lnTo>
                  <a:lnTo>
                    <a:pt x="10845" y="85090"/>
                  </a:lnTo>
                  <a:lnTo>
                    <a:pt x="11633" y="85090"/>
                  </a:lnTo>
                  <a:lnTo>
                    <a:pt x="11633" y="86360"/>
                  </a:lnTo>
                  <a:lnTo>
                    <a:pt x="11696" y="85090"/>
                  </a:lnTo>
                  <a:lnTo>
                    <a:pt x="15138" y="85090"/>
                  </a:lnTo>
                  <a:lnTo>
                    <a:pt x="15138" y="86360"/>
                  </a:lnTo>
                  <a:lnTo>
                    <a:pt x="91147" y="86360"/>
                  </a:lnTo>
                  <a:lnTo>
                    <a:pt x="91147" y="85090"/>
                  </a:lnTo>
                  <a:lnTo>
                    <a:pt x="95427" y="85090"/>
                  </a:lnTo>
                  <a:lnTo>
                    <a:pt x="95427" y="82550"/>
                  </a:lnTo>
                  <a:lnTo>
                    <a:pt x="94996" y="82550"/>
                  </a:lnTo>
                  <a:lnTo>
                    <a:pt x="94996" y="81280"/>
                  </a:lnTo>
                  <a:lnTo>
                    <a:pt x="97548" y="81280"/>
                  </a:lnTo>
                  <a:lnTo>
                    <a:pt x="97548" y="82550"/>
                  </a:lnTo>
                  <a:lnTo>
                    <a:pt x="98463" y="82550"/>
                  </a:lnTo>
                  <a:lnTo>
                    <a:pt x="98463" y="81280"/>
                  </a:lnTo>
                  <a:lnTo>
                    <a:pt x="98806" y="81280"/>
                  </a:lnTo>
                  <a:lnTo>
                    <a:pt x="98806" y="78740"/>
                  </a:lnTo>
                  <a:lnTo>
                    <a:pt x="98742" y="77470"/>
                  </a:lnTo>
                  <a:lnTo>
                    <a:pt x="98590" y="77470"/>
                  </a:lnTo>
                  <a:lnTo>
                    <a:pt x="98590" y="74930"/>
                  </a:lnTo>
                  <a:lnTo>
                    <a:pt x="99060" y="74930"/>
                  </a:lnTo>
                  <a:lnTo>
                    <a:pt x="99060" y="73660"/>
                  </a:lnTo>
                  <a:lnTo>
                    <a:pt x="99123" y="74930"/>
                  </a:lnTo>
                  <a:lnTo>
                    <a:pt x="102362" y="74930"/>
                  </a:lnTo>
                  <a:lnTo>
                    <a:pt x="102362" y="73660"/>
                  </a:lnTo>
                  <a:lnTo>
                    <a:pt x="102895" y="73660"/>
                  </a:lnTo>
                  <a:lnTo>
                    <a:pt x="102895" y="72390"/>
                  </a:lnTo>
                  <a:lnTo>
                    <a:pt x="102552" y="72390"/>
                  </a:lnTo>
                  <a:lnTo>
                    <a:pt x="102552" y="69850"/>
                  </a:lnTo>
                  <a:lnTo>
                    <a:pt x="102222" y="69850"/>
                  </a:lnTo>
                  <a:lnTo>
                    <a:pt x="102222" y="66040"/>
                  </a:lnTo>
                  <a:lnTo>
                    <a:pt x="102019" y="66040"/>
                  </a:lnTo>
                  <a:lnTo>
                    <a:pt x="102019" y="62230"/>
                  </a:lnTo>
                  <a:lnTo>
                    <a:pt x="102019" y="60960"/>
                  </a:lnTo>
                  <a:lnTo>
                    <a:pt x="102260" y="60960"/>
                  </a:lnTo>
                  <a:lnTo>
                    <a:pt x="102260" y="59690"/>
                  </a:lnTo>
                  <a:lnTo>
                    <a:pt x="105740" y="59690"/>
                  </a:lnTo>
                  <a:lnTo>
                    <a:pt x="105740" y="57150"/>
                  </a:lnTo>
                  <a:lnTo>
                    <a:pt x="105867" y="57150"/>
                  </a:lnTo>
                  <a:lnTo>
                    <a:pt x="105867" y="55880"/>
                  </a:lnTo>
                  <a:lnTo>
                    <a:pt x="106184" y="55880"/>
                  </a:lnTo>
                  <a:lnTo>
                    <a:pt x="106184" y="546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63826" y="397496"/>
              <a:ext cx="80645" cy="21590"/>
            </a:xfrm>
            <a:custGeom>
              <a:avLst/>
              <a:gdLst/>
              <a:ahLst/>
              <a:cxnLst/>
              <a:rect l="l" t="t" r="r" b="b"/>
              <a:pathLst>
                <a:path w="80644" h="21590">
                  <a:moveTo>
                    <a:pt x="77939" y="2540"/>
                  </a:moveTo>
                  <a:lnTo>
                    <a:pt x="77571" y="2540"/>
                  </a:lnTo>
                  <a:lnTo>
                    <a:pt x="77571" y="1270"/>
                  </a:lnTo>
                  <a:lnTo>
                    <a:pt x="76974" y="1270"/>
                  </a:lnTo>
                  <a:lnTo>
                    <a:pt x="76974" y="0"/>
                  </a:lnTo>
                  <a:lnTo>
                    <a:pt x="965" y="0"/>
                  </a:lnTo>
                  <a:lnTo>
                    <a:pt x="965" y="1270"/>
                  </a:lnTo>
                  <a:lnTo>
                    <a:pt x="368" y="1270"/>
                  </a:lnTo>
                  <a:lnTo>
                    <a:pt x="368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2959" y="3810"/>
                  </a:lnTo>
                  <a:lnTo>
                    <a:pt x="2959" y="2540"/>
                  </a:lnTo>
                  <a:lnTo>
                    <a:pt x="3492" y="2540"/>
                  </a:lnTo>
                  <a:lnTo>
                    <a:pt x="3492" y="3810"/>
                  </a:lnTo>
                  <a:lnTo>
                    <a:pt x="4038" y="3810"/>
                  </a:lnTo>
                  <a:lnTo>
                    <a:pt x="4038" y="6350"/>
                  </a:lnTo>
                  <a:lnTo>
                    <a:pt x="3797" y="6350"/>
                  </a:lnTo>
                  <a:lnTo>
                    <a:pt x="3797" y="7620"/>
                  </a:lnTo>
                  <a:lnTo>
                    <a:pt x="5867" y="7620"/>
                  </a:lnTo>
                  <a:lnTo>
                    <a:pt x="5867" y="6350"/>
                  </a:lnTo>
                  <a:lnTo>
                    <a:pt x="7302" y="6350"/>
                  </a:lnTo>
                  <a:lnTo>
                    <a:pt x="7302" y="7620"/>
                  </a:lnTo>
                  <a:lnTo>
                    <a:pt x="7391" y="10160"/>
                  </a:lnTo>
                  <a:lnTo>
                    <a:pt x="7607" y="10160"/>
                  </a:lnTo>
                  <a:lnTo>
                    <a:pt x="7607" y="11430"/>
                  </a:lnTo>
                  <a:lnTo>
                    <a:pt x="8801" y="11430"/>
                  </a:lnTo>
                  <a:lnTo>
                    <a:pt x="8801" y="10160"/>
                  </a:lnTo>
                  <a:lnTo>
                    <a:pt x="11163" y="10160"/>
                  </a:lnTo>
                  <a:lnTo>
                    <a:pt x="11163" y="11430"/>
                  </a:lnTo>
                  <a:lnTo>
                    <a:pt x="10769" y="11430"/>
                  </a:lnTo>
                  <a:lnTo>
                    <a:pt x="10769" y="13970"/>
                  </a:lnTo>
                  <a:lnTo>
                    <a:pt x="11417" y="13970"/>
                  </a:lnTo>
                  <a:lnTo>
                    <a:pt x="11417" y="15240"/>
                  </a:lnTo>
                  <a:lnTo>
                    <a:pt x="11684" y="15240"/>
                  </a:lnTo>
                  <a:lnTo>
                    <a:pt x="11684" y="13970"/>
                  </a:lnTo>
                  <a:lnTo>
                    <a:pt x="18249" y="13970"/>
                  </a:lnTo>
                  <a:lnTo>
                    <a:pt x="18249" y="15240"/>
                  </a:lnTo>
                  <a:lnTo>
                    <a:pt x="17741" y="15240"/>
                  </a:lnTo>
                  <a:lnTo>
                    <a:pt x="17741" y="17780"/>
                  </a:lnTo>
                  <a:lnTo>
                    <a:pt x="32004" y="17780"/>
                  </a:lnTo>
                  <a:lnTo>
                    <a:pt x="32004" y="20320"/>
                  </a:lnTo>
                  <a:lnTo>
                    <a:pt x="31788" y="20320"/>
                  </a:lnTo>
                  <a:lnTo>
                    <a:pt x="31788" y="21590"/>
                  </a:lnTo>
                  <a:lnTo>
                    <a:pt x="46228" y="21590"/>
                  </a:lnTo>
                  <a:lnTo>
                    <a:pt x="46228" y="20320"/>
                  </a:lnTo>
                  <a:lnTo>
                    <a:pt x="45872" y="20320"/>
                  </a:lnTo>
                  <a:lnTo>
                    <a:pt x="45872" y="17780"/>
                  </a:lnTo>
                  <a:lnTo>
                    <a:pt x="60198" y="17780"/>
                  </a:lnTo>
                  <a:lnTo>
                    <a:pt x="60198" y="15240"/>
                  </a:lnTo>
                  <a:lnTo>
                    <a:pt x="59677" y="15240"/>
                  </a:lnTo>
                  <a:lnTo>
                    <a:pt x="59677" y="13970"/>
                  </a:lnTo>
                  <a:lnTo>
                    <a:pt x="66255" y="13970"/>
                  </a:lnTo>
                  <a:lnTo>
                    <a:pt x="66255" y="15240"/>
                  </a:lnTo>
                  <a:lnTo>
                    <a:pt x="66522" y="15240"/>
                  </a:lnTo>
                  <a:lnTo>
                    <a:pt x="66522" y="13970"/>
                  </a:lnTo>
                  <a:lnTo>
                    <a:pt x="67170" y="13970"/>
                  </a:lnTo>
                  <a:lnTo>
                    <a:pt x="67170" y="11430"/>
                  </a:lnTo>
                  <a:lnTo>
                    <a:pt x="66776" y="11430"/>
                  </a:lnTo>
                  <a:lnTo>
                    <a:pt x="66776" y="10160"/>
                  </a:lnTo>
                  <a:lnTo>
                    <a:pt x="69126" y="10160"/>
                  </a:lnTo>
                  <a:lnTo>
                    <a:pt x="69126" y="11430"/>
                  </a:lnTo>
                  <a:lnTo>
                    <a:pt x="70319" y="11430"/>
                  </a:lnTo>
                  <a:lnTo>
                    <a:pt x="70319" y="10160"/>
                  </a:lnTo>
                  <a:lnTo>
                    <a:pt x="70548" y="10160"/>
                  </a:lnTo>
                  <a:lnTo>
                    <a:pt x="70548" y="7620"/>
                  </a:lnTo>
                  <a:lnTo>
                    <a:pt x="70624" y="6350"/>
                  </a:lnTo>
                  <a:lnTo>
                    <a:pt x="72072" y="6350"/>
                  </a:lnTo>
                  <a:lnTo>
                    <a:pt x="72072" y="7620"/>
                  </a:lnTo>
                  <a:lnTo>
                    <a:pt x="74129" y="7620"/>
                  </a:lnTo>
                  <a:lnTo>
                    <a:pt x="74129" y="6350"/>
                  </a:lnTo>
                  <a:lnTo>
                    <a:pt x="73901" y="6350"/>
                  </a:lnTo>
                  <a:lnTo>
                    <a:pt x="73901" y="3810"/>
                  </a:lnTo>
                  <a:lnTo>
                    <a:pt x="74434" y="3810"/>
                  </a:lnTo>
                  <a:lnTo>
                    <a:pt x="74434" y="2540"/>
                  </a:lnTo>
                  <a:lnTo>
                    <a:pt x="74968" y="2540"/>
                  </a:lnTo>
                  <a:lnTo>
                    <a:pt x="74968" y="3810"/>
                  </a:lnTo>
                  <a:lnTo>
                    <a:pt x="77939" y="3810"/>
                  </a:lnTo>
                  <a:lnTo>
                    <a:pt x="77939" y="2540"/>
                  </a:lnTo>
                  <a:close/>
                </a:path>
                <a:path w="80644" h="21590">
                  <a:moveTo>
                    <a:pt x="80479" y="0"/>
                  </a:moveTo>
                  <a:lnTo>
                    <a:pt x="80403" y="1270"/>
                  </a:lnTo>
                  <a:lnTo>
                    <a:pt x="804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2267363" y="319860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09">
                <a:moveTo>
                  <a:pt x="43924" y="92389"/>
                </a:moveTo>
                <a:lnTo>
                  <a:pt x="41951" y="91548"/>
                </a:lnTo>
                <a:lnTo>
                  <a:pt x="42770" y="88596"/>
                </a:lnTo>
                <a:lnTo>
                  <a:pt x="42002" y="87843"/>
                </a:lnTo>
                <a:lnTo>
                  <a:pt x="39473" y="88333"/>
                </a:lnTo>
                <a:lnTo>
                  <a:pt x="36718" y="87850"/>
                </a:lnTo>
                <a:lnTo>
                  <a:pt x="34094" y="88230"/>
                </a:lnTo>
                <a:lnTo>
                  <a:pt x="31009" y="88230"/>
                </a:lnTo>
                <a:lnTo>
                  <a:pt x="29160" y="88559"/>
                </a:lnTo>
                <a:lnTo>
                  <a:pt x="27940" y="88055"/>
                </a:lnTo>
                <a:lnTo>
                  <a:pt x="28729" y="85080"/>
                </a:lnTo>
                <a:lnTo>
                  <a:pt x="28043" y="84393"/>
                </a:lnTo>
                <a:lnTo>
                  <a:pt x="25375" y="84751"/>
                </a:lnTo>
                <a:lnTo>
                  <a:pt x="24198" y="84686"/>
                </a:lnTo>
                <a:lnTo>
                  <a:pt x="21881" y="85095"/>
                </a:lnTo>
                <a:lnTo>
                  <a:pt x="20792" y="84313"/>
                </a:lnTo>
                <a:lnTo>
                  <a:pt x="21866" y="81726"/>
                </a:lnTo>
                <a:lnTo>
                  <a:pt x="20778" y="80629"/>
                </a:lnTo>
                <a:lnTo>
                  <a:pt x="18439" y="81798"/>
                </a:lnTo>
                <a:lnTo>
                  <a:pt x="17277" y="80629"/>
                </a:lnTo>
                <a:lnTo>
                  <a:pt x="18446" y="78290"/>
                </a:lnTo>
                <a:lnTo>
                  <a:pt x="17277" y="77121"/>
                </a:lnTo>
                <a:lnTo>
                  <a:pt x="14938" y="78290"/>
                </a:lnTo>
                <a:lnTo>
                  <a:pt x="13769" y="77121"/>
                </a:lnTo>
                <a:lnTo>
                  <a:pt x="14938" y="74782"/>
                </a:lnTo>
                <a:lnTo>
                  <a:pt x="13769" y="73613"/>
                </a:lnTo>
                <a:lnTo>
                  <a:pt x="11430" y="74782"/>
                </a:lnTo>
                <a:lnTo>
                  <a:pt x="10261" y="73613"/>
                </a:lnTo>
                <a:lnTo>
                  <a:pt x="11430" y="71274"/>
                </a:lnTo>
                <a:lnTo>
                  <a:pt x="10327" y="70170"/>
                </a:lnTo>
                <a:lnTo>
                  <a:pt x="7776" y="71274"/>
                </a:lnTo>
                <a:lnTo>
                  <a:pt x="6416" y="69439"/>
                </a:lnTo>
                <a:lnTo>
                  <a:pt x="8507" y="64623"/>
                </a:lnTo>
                <a:lnTo>
                  <a:pt x="6965" y="63366"/>
                </a:lnTo>
                <a:lnTo>
                  <a:pt x="4005" y="64075"/>
                </a:lnTo>
                <a:lnTo>
                  <a:pt x="3150" y="62021"/>
                </a:lnTo>
                <a:lnTo>
                  <a:pt x="3837" y="58469"/>
                </a:lnTo>
                <a:lnTo>
                  <a:pt x="3837" y="54574"/>
                </a:lnTo>
                <a:lnTo>
                  <a:pt x="4363" y="51643"/>
                </a:lnTo>
                <a:lnTo>
                  <a:pt x="3756" y="49319"/>
                </a:lnTo>
                <a:lnTo>
                  <a:pt x="614" y="49918"/>
                </a:lnTo>
                <a:lnTo>
                  <a:pt x="0" y="49304"/>
                </a:lnTo>
                <a:lnTo>
                  <a:pt x="365" y="46644"/>
                </a:lnTo>
                <a:lnTo>
                  <a:pt x="343" y="42463"/>
                </a:lnTo>
                <a:lnTo>
                  <a:pt x="3661" y="42807"/>
                </a:lnTo>
                <a:lnTo>
                  <a:pt x="4173" y="42288"/>
                </a:lnTo>
                <a:lnTo>
                  <a:pt x="3815" y="39628"/>
                </a:lnTo>
                <a:lnTo>
                  <a:pt x="3902" y="37954"/>
                </a:lnTo>
                <a:lnTo>
                  <a:pt x="3771" y="36777"/>
                </a:lnTo>
                <a:lnTo>
                  <a:pt x="3910" y="34453"/>
                </a:lnTo>
                <a:lnTo>
                  <a:pt x="3837" y="31193"/>
                </a:lnTo>
                <a:lnTo>
                  <a:pt x="3530" y="29454"/>
                </a:lnTo>
                <a:lnTo>
                  <a:pt x="3990" y="28204"/>
                </a:lnTo>
                <a:lnTo>
                  <a:pt x="7016" y="28935"/>
                </a:lnTo>
                <a:lnTo>
                  <a:pt x="7930" y="28021"/>
                </a:lnTo>
                <a:lnTo>
                  <a:pt x="6877" y="25799"/>
                </a:lnTo>
                <a:lnTo>
                  <a:pt x="7805" y="24396"/>
                </a:lnTo>
                <a:lnTo>
                  <a:pt x="6760" y="22174"/>
                </a:lnTo>
                <a:lnTo>
                  <a:pt x="7856" y="21070"/>
                </a:lnTo>
                <a:lnTo>
                  <a:pt x="10429" y="22174"/>
                </a:lnTo>
                <a:lnTo>
                  <a:pt x="11350" y="20903"/>
                </a:lnTo>
                <a:lnTo>
                  <a:pt x="10254" y="18673"/>
                </a:lnTo>
                <a:lnTo>
                  <a:pt x="11335" y="17592"/>
                </a:lnTo>
                <a:lnTo>
                  <a:pt x="13988" y="18644"/>
                </a:lnTo>
                <a:lnTo>
                  <a:pt x="14822" y="17380"/>
                </a:lnTo>
                <a:lnTo>
                  <a:pt x="13769" y="15158"/>
                </a:lnTo>
                <a:lnTo>
                  <a:pt x="14938" y="13988"/>
                </a:lnTo>
                <a:lnTo>
                  <a:pt x="17277" y="15158"/>
                </a:lnTo>
                <a:lnTo>
                  <a:pt x="18439" y="13988"/>
                </a:lnTo>
                <a:lnTo>
                  <a:pt x="17277" y="11650"/>
                </a:lnTo>
                <a:lnTo>
                  <a:pt x="18439" y="10480"/>
                </a:lnTo>
                <a:lnTo>
                  <a:pt x="20778" y="11649"/>
                </a:lnTo>
                <a:lnTo>
                  <a:pt x="21866" y="10561"/>
                </a:lnTo>
                <a:lnTo>
                  <a:pt x="20792" y="7959"/>
                </a:lnTo>
                <a:lnTo>
                  <a:pt x="22627" y="6672"/>
                </a:lnTo>
                <a:lnTo>
                  <a:pt x="27436" y="8704"/>
                </a:lnTo>
                <a:lnTo>
                  <a:pt x="28649" y="7228"/>
                </a:lnTo>
                <a:lnTo>
                  <a:pt x="28028" y="4173"/>
                </a:lnTo>
                <a:lnTo>
                  <a:pt x="30199" y="3427"/>
                </a:lnTo>
                <a:lnTo>
                  <a:pt x="33451" y="4048"/>
                </a:lnTo>
                <a:lnTo>
                  <a:pt x="37661" y="4048"/>
                </a:lnTo>
                <a:lnTo>
                  <a:pt x="40146" y="4268"/>
                </a:lnTo>
                <a:lnTo>
                  <a:pt x="42412" y="4041"/>
                </a:lnTo>
                <a:lnTo>
                  <a:pt x="42331" y="540"/>
                </a:lnTo>
                <a:lnTo>
                  <a:pt x="45247" y="204"/>
                </a:lnTo>
                <a:lnTo>
                  <a:pt x="46621" y="877"/>
                </a:lnTo>
                <a:lnTo>
                  <a:pt x="48887" y="0"/>
                </a:lnTo>
                <a:lnTo>
                  <a:pt x="49910" y="1023"/>
                </a:lnTo>
                <a:lnTo>
                  <a:pt x="48858" y="3668"/>
                </a:lnTo>
                <a:lnTo>
                  <a:pt x="50100" y="4494"/>
                </a:lnTo>
                <a:lnTo>
                  <a:pt x="52110" y="3866"/>
                </a:lnTo>
                <a:lnTo>
                  <a:pt x="55026" y="4494"/>
                </a:lnTo>
                <a:lnTo>
                  <a:pt x="57789" y="4041"/>
                </a:lnTo>
                <a:lnTo>
                  <a:pt x="60829" y="4041"/>
                </a:lnTo>
                <a:lnTo>
                  <a:pt x="62627" y="3720"/>
                </a:lnTo>
                <a:lnTo>
                  <a:pt x="63870" y="4202"/>
                </a:lnTo>
                <a:lnTo>
                  <a:pt x="63095" y="7206"/>
                </a:lnTo>
                <a:lnTo>
                  <a:pt x="63782" y="7878"/>
                </a:lnTo>
                <a:lnTo>
                  <a:pt x="66442" y="7528"/>
                </a:lnTo>
                <a:lnTo>
                  <a:pt x="67597" y="7586"/>
                </a:lnTo>
                <a:lnTo>
                  <a:pt x="69965" y="7184"/>
                </a:lnTo>
                <a:lnTo>
                  <a:pt x="71040" y="7981"/>
                </a:lnTo>
                <a:lnTo>
                  <a:pt x="69936" y="10539"/>
                </a:lnTo>
                <a:lnTo>
                  <a:pt x="71040" y="11642"/>
                </a:lnTo>
                <a:lnTo>
                  <a:pt x="73378" y="10473"/>
                </a:lnTo>
                <a:lnTo>
                  <a:pt x="74547" y="11642"/>
                </a:lnTo>
                <a:lnTo>
                  <a:pt x="73378" y="13981"/>
                </a:lnTo>
                <a:lnTo>
                  <a:pt x="74548" y="15151"/>
                </a:lnTo>
                <a:lnTo>
                  <a:pt x="76886" y="13981"/>
                </a:lnTo>
                <a:lnTo>
                  <a:pt x="78048" y="15151"/>
                </a:lnTo>
                <a:lnTo>
                  <a:pt x="76886" y="17489"/>
                </a:lnTo>
                <a:lnTo>
                  <a:pt x="78048" y="18659"/>
                </a:lnTo>
                <a:lnTo>
                  <a:pt x="80387" y="17490"/>
                </a:lnTo>
                <a:lnTo>
                  <a:pt x="81556" y="18659"/>
                </a:lnTo>
                <a:lnTo>
                  <a:pt x="80387" y="20998"/>
                </a:lnTo>
                <a:lnTo>
                  <a:pt x="81476" y="22094"/>
                </a:lnTo>
                <a:lnTo>
                  <a:pt x="84078" y="21012"/>
                </a:lnTo>
                <a:lnTo>
                  <a:pt x="85371" y="22847"/>
                </a:lnTo>
                <a:lnTo>
                  <a:pt x="83325" y="27663"/>
                </a:lnTo>
                <a:lnTo>
                  <a:pt x="84838" y="28898"/>
                </a:lnTo>
                <a:lnTo>
                  <a:pt x="87835" y="28211"/>
                </a:lnTo>
                <a:lnTo>
                  <a:pt x="89172" y="31632"/>
                </a:lnTo>
                <a:lnTo>
                  <a:pt x="87030" y="35987"/>
                </a:lnTo>
                <a:lnTo>
                  <a:pt x="88171" y="39766"/>
                </a:lnTo>
                <a:lnTo>
                  <a:pt x="87527" y="42171"/>
                </a:lnTo>
                <a:lnTo>
                  <a:pt x="88163" y="42814"/>
                </a:lnTo>
                <a:lnTo>
                  <a:pt x="91481" y="42449"/>
                </a:lnTo>
                <a:lnTo>
                  <a:pt x="91584" y="44298"/>
                </a:lnTo>
                <a:lnTo>
                  <a:pt x="92139" y="48113"/>
                </a:lnTo>
                <a:lnTo>
                  <a:pt x="91298" y="50079"/>
                </a:lnTo>
                <a:lnTo>
                  <a:pt x="88346" y="49267"/>
                </a:lnTo>
                <a:lnTo>
                  <a:pt x="87586" y="50027"/>
                </a:lnTo>
                <a:lnTo>
                  <a:pt x="88083" y="52564"/>
                </a:lnTo>
                <a:lnTo>
                  <a:pt x="87593" y="55326"/>
                </a:lnTo>
                <a:lnTo>
                  <a:pt x="87980" y="57950"/>
                </a:lnTo>
                <a:lnTo>
                  <a:pt x="87980" y="61027"/>
                </a:lnTo>
                <a:lnTo>
                  <a:pt x="88309" y="62883"/>
                </a:lnTo>
                <a:lnTo>
                  <a:pt x="87805" y="64104"/>
                </a:lnTo>
                <a:lnTo>
                  <a:pt x="84830" y="63307"/>
                </a:lnTo>
                <a:lnTo>
                  <a:pt x="84144" y="64002"/>
                </a:lnTo>
                <a:lnTo>
                  <a:pt x="84502" y="66669"/>
                </a:lnTo>
                <a:lnTo>
                  <a:pt x="84443" y="67824"/>
                </a:lnTo>
                <a:lnTo>
                  <a:pt x="84845" y="70192"/>
                </a:lnTo>
                <a:lnTo>
                  <a:pt x="84041" y="71274"/>
                </a:lnTo>
                <a:lnTo>
                  <a:pt x="81490" y="70170"/>
                </a:lnTo>
                <a:lnTo>
                  <a:pt x="80387" y="71274"/>
                </a:lnTo>
                <a:lnTo>
                  <a:pt x="81556" y="73613"/>
                </a:lnTo>
                <a:lnTo>
                  <a:pt x="80387" y="74782"/>
                </a:lnTo>
                <a:lnTo>
                  <a:pt x="78048" y="73613"/>
                </a:lnTo>
                <a:lnTo>
                  <a:pt x="76886" y="74782"/>
                </a:lnTo>
                <a:lnTo>
                  <a:pt x="78048" y="77121"/>
                </a:lnTo>
                <a:lnTo>
                  <a:pt x="76886" y="78290"/>
                </a:lnTo>
                <a:lnTo>
                  <a:pt x="74548" y="77121"/>
                </a:lnTo>
                <a:lnTo>
                  <a:pt x="73378" y="78290"/>
                </a:lnTo>
                <a:lnTo>
                  <a:pt x="74548" y="80629"/>
                </a:lnTo>
                <a:lnTo>
                  <a:pt x="73378" y="81799"/>
                </a:lnTo>
                <a:lnTo>
                  <a:pt x="71039" y="80629"/>
                </a:lnTo>
                <a:lnTo>
                  <a:pt x="69951" y="81726"/>
                </a:lnTo>
                <a:lnTo>
                  <a:pt x="71032" y="84313"/>
                </a:lnTo>
                <a:lnTo>
                  <a:pt x="69198" y="85614"/>
                </a:lnTo>
                <a:lnTo>
                  <a:pt x="64381" y="83575"/>
                </a:lnTo>
                <a:lnTo>
                  <a:pt x="63146" y="85080"/>
                </a:lnTo>
                <a:lnTo>
                  <a:pt x="63818" y="88084"/>
                </a:lnTo>
                <a:lnTo>
                  <a:pt x="60391" y="89414"/>
                </a:lnTo>
                <a:lnTo>
                  <a:pt x="56057" y="87280"/>
                </a:lnTo>
                <a:lnTo>
                  <a:pt x="52271" y="88428"/>
                </a:lnTo>
                <a:lnTo>
                  <a:pt x="49866" y="87777"/>
                </a:lnTo>
                <a:lnTo>
                  <a:pt x="49223" y="88420"/>
                </a:lnTo>
                <a:lnTo>
                  <a:pt x="49588" y="91731"/>
                </a:lnTo>
                <a:lnTo>
                  <a:pt x="47739" y="91834"/>
                </a:lnTo>
                <a:lnTo>
                  <a:pt x="43924" y="923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87968" y="330443"/>
            <a:ext cx="71456" cy="71215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2705918" y="337451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5">
                <a:moveTo>
                  <a:pt x="26288" y="57227"/>
                </a:moveTo>
                <a:lnTo>
                  <a:pt x="24395" y="56416"/>
                </a:lnTo>
                <a:lnTo>
                  <a:pt x="25207" y="53463"/>
                </a:lnTo>
                <a:lnTo>
                  <a:pt x="24432" y="52696"/>
                </a:lnTo>
                <a:lnTo>
                  <a:pt x="21925" y="53214"/>
                </a:lnTo>
                <a:lnTo>
                  <a:pt x="20281" y="52886"/>
                </a:lnTo>
                <a:lnTo>
                  <a:pt x="18899" y="53097"/>
                </a:lnTo>
                <a:lnTo>
                  <a:pt x="17087" y="53097"/>
                </a:lnTo>
                <a:lnTo>
                  <a:pt x="14945" y="53448"/>
                </a:lnTo>
                <a:lnTo>
                  <a:pt x="13812" y="52812"/>
                </a:lnTo>
                <a:lnTo>
                  <a:pt x="14763" y="50028"/>
                </a:lnTo>
                <a:lnTo>
                  <a:pt x="13776" y="49041"/>
                </a:lnTo>
                <a:lnTo>
                  <a:pt x="11305" y="50181"/>
                </a:lnTo>
                <a:lnTo>
                  <a:pt x="10275" y="48931"/>
                </a:lnTo>
                <a:lnTo>
                  <a:pt x="11415" y="46680"/>
                </a:lnTo>
                <a:lnTo>
                  <a:pt x="10231" y="45496"/>
                </a:lnTo>
                <a:lnTo>
                  <a:pt x="7900" y="46666"/>
                </a:lnTo>
                <a:lnTo>
                  <a:pt x="6730" y="45496"/>
                </a:lnTo>
                <a:lnTo>
                  <a:pt x="7900" y="43158"/>
                </a:lnTo>
                <a:lnTo>
                  <a:pt x="6862" y="42120"/>
                </a:lnTo>
                <a:lnTo>
                  <a:pt x="4114" y="43099"/>
                </a:lnTo>
                <a:lnTo>
                  <a:pt x="3391" y="41864"/>
                </a:lnTo>
                <a:lnTo>
                  <a:pt x="3924" y="39898"/>
                </a:lnTo>
                <a:lnTo>
                  <a:pt x="3661" y="37998"/>
                </a:lnTo>
                <a:lnTo>
                  <a:pt x="4546" y="32648"/>
                </a:lnTo>
                <a:lnTo>
                  <a:pt x="3471" y="31771"/>
                </a:lnTo>
                <a:lnTo>
                  <a:pt x="423" y="32399"/>
                </a:lnTo>
                <a:lnTo>
                  <a:pt x="0" y="31171"/>
                </a:lnTo>
                <a:lnTo>
                  <a:pt x="306" y="29476"/>
                </a:lnTo>
                <a:lnTo>
                  <a:pt x="306" y="27393"/>
                </a:lnTo>
                <a:lnTo>
                  <a:pt x="190" y="26165"/>
                </a:lnTo>
                <a:lnTo>
                  <a:pt x="328" y="24827"/>
                </a:lnTo>
                <a:lnTo>
                  <a:pt x="3603" y="25237"/>
                </a:lnTo>
                <a:lnTo>
                  <a:pt x="4246" y="24601"/>
                </a:lnTo>
                <a:lnTo>
                  <a:pt x="3654" y="22145"/>
                </a:lnTo>
                <a:lnTo>
                  <a:pt x="4289" y="19602"/>
                </a:lnTo>
                <a:lnTo>
                  <a:pt x="2887" y="16225"/>
                </a:lnTo>
                <a:lnTo>
                  <a:pt x="4085" y="14003"/>
                </a:lnTo>
                <a:lnTo>
                  <a:pt x="6891" y="14939"/>
                </a:lnTo>
                <a:lnTo>
                  <a:pt x="7900" y="13923"/>
                </a:lnTo>
                <a:lnTo>
                  <a:pt x="6730" y="11584"/>
                </a:lnTo>
                <a:lnTo>
                  <a:pt x="7900" y="10422"/>
                </a:lnTo>
                <a:lnTo>
                  <a:pt x="10231" y="11591"/>
                </a:lnTo>
                <a:lnTo>
                  <a:pt x="11408" y="10415"/>
                </a:lnTo>
                <a:lnTo>
                  <a:pt x="10239" y="8091"/>
                </a:lnTo>
                <a:lnTo>
                  <a:pt x="11393" y="6914"/>
                </a:lnTo>
                <a:lnTo>
                  <a:pt x="13740" y="8083"/>
                </a:lnTo>
                <a:lnTo>
                  <a:pt x="14704" y="7118"/>
                </a:lnTo>
                <a:lnTo>
                  <a:pt x="13871" y="4195"/>
                </a:lnTo>
                <a:lnTo>
                  <a:pt x="15896" y="3289"/>
                </a:lnTo>
                <a:lnTo>
                  <a:pt x="19594" y="3990"/>
                </a:lnTo>
                <a:lnTo>
                  <a:pt x="22437" y="3990"/>
                </a:lnTo>
                <a:lnTo>
                  <a:pt x="23753" y="4209"/>
                </a:lnTo>
                <a:lnTo>
                  <a:pt x="24834" y="3990"/>
                </a:lnTo>
                <a:lnTo>
                  <a:pt x="25053" y="3954"/>
                </a:lnTo>
                <a:lnTo>
                  <a:pt x="24622" y="526"/>
                </a:lnTo>
                <a:lnTo>
                  <a:pt x="25587" y="336"/>
                </a:lnTo>
                <a:lnTo>
                  <a:pt x="31455" y="0"/>
                </a:lnTo>
                <a:lnTo>
                  <a:pt x="32099" y="782"/>
                </a:lnTo>
                <a:lnTo>
                  <a:pt x="31558" y="3910"/>
                </a:lnTo>
                <a:lnTo>
                  <a:pt x="33838" y="4531"/>
                </a:lnTo>
                <a:lnTo>
                  <a:pt x="36805" y="3990"/>
                </a:lnTo>
                <a:lnTo>
                  <a:pt x="39612" y="3990"/>
                </a:lnTo>
                <a:lnTo>
                  <a:pt x="41753" y="3639"/>
                </a:lnTo>
                <a:lnTo>
                  <a:pt x="42886" y="4283"/>
                </a:lnTo>
                <a:lnTo>
                  <a:pt x="41936" y="7060"/>
                </a:lnTo>
                <a:lnTo>
                  <a:pt x="42923" y="8047"/>
                </a:lnTo>
                <a:lnTo>
                  <a:pt x="45393" y="6906"/>
                </a:lnTo>
                <a:lnTo>
                  <a:pt x="46423" y="8156"/>
                </a:lnTo>
                <a:lnTo>
                  <a:pt x="45284" y="10407"/>
                </a:lnTo>
                <a:lnTo>
                  <a:pt x="46468" y="11591"/>
                </a:lnTo>
                <a:lnTo>
                  <a:pt x="48799" y="10422"/>
                </a:lnTo>
                <a:lnTo>
                  <a:pt x="49968" y="11591"/>
                </a:lnTo>
                <a:lnTo>
                  <a:pt x="48799" y="13930"/>
                </a:lnTo>
                <a:lnTo>
                  <a:pt x="49822" y="14946"/>
                </a:lnTo>
                <a:lnTo>
                  <a:pt x="52606" y="13996"/>
                </a:lnTo>
                <a:lnTo>
                  <a:pt x="53206" y="15078"/>
                </a:lnTo>
                <a:lnTo>
                  <a:pt x="52329" y="24572"/>
                </a:lnTo>
                <a:lnTo>
                  <a:pt x="53111" y="25207"/>
                </a:lnTo>
                <a:lnTo>
                  <a:pt x="56385" y="24849"/>
                </a:lnTo>
                <a:lnTo>
                  <a:pt x="57014" y="30601"/>
                </a:lnTo>
                <a:lnTo>
                  <a:pt x="56210" y="32487"/>
                </a:lnTo>
                <a:lnTo>
                  <a:pt x="53250" y="31675"/>
                </a:lnTo>
                <a:lnTo>
                  <a:pt x="52482" y="32450"/>
                </a:lnTo>
                <a:lnTo>
                  <a:pt x="53016" y="34957"/>
                </a:lnTo>
                <a:lnTo>
                  <a:pt x="52680" y="36609"/>
                </a:lnTo>
                <a:lnTo>
                  <a:pt x="52892" y="37990"/>
                </a:lnTo>
                <a:lnTo>
                  <a:pt x="52892" y="39781"/>
                </a:lnTo>
                <a:lnTo>
                  <a:pt x="53242" y="41966"/>
                </a:lnTo>
                <a:lnTo>
                  <a:pt x="52585" y="43099"/>
                </a:lnTo>
                <a:lnTo>
                  <a:pt x="49829" y="42120"/>
                </a:lnTo>
                <a:lnTo>
                  <a:pt x="48799" y="43157"/>
                </a:lnTo>
                <a:lnTo>
                  <a:pt x="49968" y="45496"/>
                </a:lnTo>
                <a:lnTo>
                  <a:pt x="48799" y="46666"/>
                </a:lnTo>
                <a:lnTo>
                  <a:pt x="46468" y="45496"/>
                </a:lnTo>
                <a:lnTo>
                  <a:pt x="45284" y="46680"/>
                </a:lnTo>
                <a:lnTo>
                  <a:pt x="46423" y="48931"/>
                </a:lnTo>
                <a:lnTo>
                  <a:pt x="45393" y="50181"/>
                </a:lnTo>
                <a:lnTo>
                  <a:pt x="42922" y="49041"/>
                </a:lnTo>
                <a:lnTo>
                  <a:pt x="41936" y="50028"/>
                </a:lnTo>
                <a:lnTo>
                  <a:pt x="42886" y="52812"/>
                </a:lnTo>
                <a:lnTo>
                  <a:pt x="41805" y="53412"/>
                </a:lnTo>
                <a:lnTo>
                  <a:pt x="32318" y="52535"/>
                </a:lnTo>
                <a:lnTo>
                  <a:pt x="31675" y="53317"/>
                </a:lnTo>
                <a:lnTo>
                  <a:pt x="32033" y="56591"/>
                </a:lnTo>
                <a:lnTo>
                  <a:pt x="26288" y="572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930395" y="351250"/>
            <a:ext cx="29209" cy="29845"/>
          </a:xfrm>
          <a:custGeom>
            <a:avLst/>
            <a:gdLst/>
            <a:ahLst/>
            <a:cxnLst/>
            <a:rect l="l" t="t" r="r" b="b"/>
            <a:pathLst>
              <a:path w="29210" h="29845">
                <a:moveTo>
                  <a:pt x="24886" y="4224"/>
                </a:moveTo>
                <a:lnTo>
                  <a:pt x="3844" y="4224"/>
                </a:lnTo>
                <a:lnTo>
                  <a:pt x="4180" y="3851"/>
                </a:lnTo>
                <a:lnTo>
                  <a:pt x="3403" y="825"/>
                </a:lnTo>
                <a:lnTo>
                  <a:pt x="19060" y="825"/>
                </a:lnTo>
                <a:lnTo>
                  <a:pt x="24294" y="0"/>
                </a:lnTo>
                <a:lnTo>
                  <a:pt x="25456" y="1417"/>
                </a:lnTo>
                <a:lnTo>
                  <a:pt x="24432" y="3435"/>
                </a:lnTo>
                <a:lnTo>
                  <a:pt x="24886" y="4224"/>
                </a:lnTo>
                <a:close/>
              </a:path>
              <a:path w="29210" h="29845">
                <a:moveTo>
                  <a:pt x="6395" y="825"/>
                </a:moveTo>
                <a:lnTo>
                  <a:pt x="3578" y="825"/>
                </a:lnTo>
                <a:lnTo>
                  <a:pt x="4739" y="343"/>
                </a:lnTo>
                <a:lnTo>
                  <a:pt x="6395" y="825"/>
                </a:lnTo>
                <a:close/>
              </a:path>
              <a:path w="29210" h="29845">
                <a:moveTo>
                  <a:pt x="18740" y="825"/>
                </a:moveTo>
                <a:lnTo>
                  <a:pt x="6395" y="825"/>
                </a:lnTo>
                <a:lnTo>
                  <a:pt x="10744" y="343"/>
                </a:lnTo>
                <a:lnTo>
                  <a:pt x="14741" y="343"/>
                </a:lnTo>
                <a:lnTo>
                  <a:pt x="18740" y="825"/>
                </a:lnTo>
                <a:close/>
              </a:path>
              <a:path w="29210" h="29845">
                <a:moveTo>
                  <a:pt x="1012" y="25814"/>
                </a:moveTo>
                <a:lnTo>
                  <a:pt x="876" y="25814"/>
                </a:lnTo>
                <a:lnTo>
                  <a:pt x="0" y="24937"/>
                </a:lnTo>
                <a:lnTo>
                  <a:pt x="316" y="22634"/>
                </a:lnTo>
                <a:lnTo>
                  <a:pt x="365" y="22276"/>
                </a:lnTo>
                <a:lnTo>
                  <a:pt x="29" y="15932"/>
                </a:lnTo>
                <a:lnTo>
                  <a:pt x="570" y="10056"/>
                </a:lnTo>
                <a:lnTo>
                  <a:pt x="336" y="4224"/>
                </a:lnTo>
                <a:lnTo>
                  <a:pt x="28386" y="4224"/>
                </a:lnTo>
                <a:lnTo>
                  <a:pt x="28386" y="22634"/>
                </a:lnTo>
                <a:lnTo>
                  <a:pt x="28715" y="24476"/>
                </a:lnTo>
                <a:lnTo>
                  <a:pt x="28582" y="24805"/>
                </a:lnTo>
                <a:lnTo>
                  <a:pt x="3135" y="24805"/>
                </a:lnTo>
                <a:lnTo>
                  <a:pt x="1012" y="25814"/>
                </a:lnTo>
                <a:close/>
              </a:path>
              <a:path w="29210" h="29845">
                <a:moveTo>
                  <a:pt x="4918" y="29534"/>
                </a:moveTo>
                <a:lnTo>
                  <a:pt x="3296" y="28401"/>
                </a:lnTo>
                <a:lnTo>
                  <a:pt x="4282" y="25814"/>
                </a:lnTo>
                <a:lnTo>
                  <a:pt x="3844" y="25273"/>
                </a:lnTo>
                <a:lnTo>
                  <a:pt x="3135" y="24805"/>
                </a:lnTo>
                <a:lnTo>
                  <a:pt x="28582" y="24805"/>
                </a:lnTo>
                <a:lnTo>
                  <a:pt x="28528" y="24937"/>
                </a:lnTo>
                <a:lnTo>
                  <a:pt x="25259" y="24937"/>
                </a:lnTo>
                <a:lnTo>
                  <a:pt x="24886" y="25273"/>
                </a:lnTo>
                <a:lnTo>
                  <a:pt x="24613" y="25682"/>
                </a:lnTo>
                <a:lnTo>
                  <a:pt x="24525" y="25814"/>
                </a:lnTo>
                <a:lnTo>
                  <a:pt x="24341" y="25814"/>
                </a:lnTo>
                <a:lnTo>
                  <a:pt x="25470" y="28196"/>
                </a:lnTo>
                <a:lnTo>
                  <a:pt x="24910" y="28752"/>
                </a:lnTo>
                <a:lnTo>
                  <a:pt x="9663" y="28752"/>
                </a:lnTo>
                <a:lnTo>
                  <a:pt x="4918" y="29534"/>
                </a:lnTo>
                <a:close/>
              </a:path>
              <a:path w="29210" h="29845">
                <a:moveTo>
                  <a:pt x="28226" y="25682"/>
                </a:moveTo>
                <a:lnTo>
                  <a:pt x="25222" y="24937"/>
                </a:lnTo>
                <a:lnTo>
                  <a:pt x="28528" y="24937"/>
                </a:lnTo>
                <a:lnTo>
                  <a:pt x="28226" y="25682"/>
                </a:lnTo>
                <a:close/>
              </a:path>
              <a:path w="29210" h="29845">
                <a:moveTo>
                  <a:pt x="24549" y="29110"/>
                </a:moveTo>
                <a:lnTo>
                  <a:pt x="21889" y="28752"/>
                </a:lnTo>
                <a:lnTo>
                  <a:pt x="24910" y="28752"/>
                </a:lnTo>
                <a:lnTo>
                  <a:pt x="24549" y="291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509299" y="404084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652" y="134436"/>
                </a:moveTo>
                <a:lnTo>
                  <a:pt x="77486" y="133793"/>
                </a:lnTo>
                <a:lnTo>
                  <a:pt x="54537" y="133793"/>
                </a:lnTo>
                <a:lnTo>
                  <a:pt x="51876" y="134195"/>
                </a:lnTo>
                <a:lnTo>
                  <a:pt x="49457" y="133742"/>
                </a:lnTo>
                <a:lnTo>
                  <a:pt x="49962" y="130526"/>
                </a:lnTo>
                <a:lnTo>
                  <a:pt x="49289" y="129853"/>
                </a:lnTo>
                <a:lnTo>
                  <a:pt x="46834" y="130438"/>
                </a:lnTo>
                <a:lnTo>
                  <a:pt x="44180" y="129780"/>
                </a:lnTo>
                <a:lnTo>
                  <a:pt x="41096" y="131147"/>
                </a:lnTo>
                <a:lnTo>
                  <a:pt x="38743" y="130080"/>
                </a:lnTo>
                <a:lnTo>
                  <a:pt x="39584" y="127156"/>
                </a:lnTo>
                <a:lnTo>
                  <a:pt x="38867" y="126448"/>
                </a:lnTo>
                <a:lnTo>
                  <a:pt x="36207" y="126806"/>
                </a:lnTo>
                <a:lnTo>
                  <a:pt x="35001" y="126747"/>
                </a:lnTo>
                <a:lnTo>
                  <a:pt x="32735" y="127156"/>
                </a:lnTo>
                <a:lnTo>
                  <a:pt x="31624" y="126396"/>
                </a:lnTo>
                <a:lnTo>
                  <a:pt x="32684" y="123773"/>
                </a:lnTo>
                <a:lnTo>
                  <a:pt x="31602" y="122691"/>
                </a:lnTo>
                <a:lnTo>
                  <a:pt x="29271" y="123860"/>
                </a:lnTo>
                <a:lnTo>
                  <a:pt x="28101" y="122691"/>
                </a:lnTo>
                <a:lnTo>
                  <a:pt x="29271" y="120352"/>
                </a:lnTo>
                <a:lnTo>
                  <a:pt x="28109" y="119197"/>
                </a:lnTo>
                <a:lnTo>
                  <a:pt x="25880" y="120213"/>
                </a:lnTo>
                <a:lnTo>
                  <a:pt x="24469" y="119336"/>
                </a:lnTo>
                <a:lnTo>
                  <a:pt x="22247" y="120345"/>
                </a:lnTo>
                <a:lnTo>
                  <a:pt x="21187" y="119285"/>
                </a:lnTo>
                <a:lnTo>
                  <a:pt x="22232" y="116639"/>
                </a:lnTo>
                <a:lnTo>
                  <a:pt x="20968" y="115799"/>
                </a:lnTo>
                <a:lnTo>
                  <a:pt x="18754" y="116851"/>
                </a:lnTo>
                <a:lnTo>
                  <a:pt x="17584" y="115682"/>
                </a:lnTo>
                <a:lnTo>
                  <a:pt x="18754" y="113343"/>
                </a:lnTo>
                <a:lnTo>
                  <a:pt x="17804" y="112393"/>
                </a:lnTo>
                <a:lnTo>
                  <a:pt x="14851" y="113204"/>
                </a:lnTo>
                <a:lnTo>
                  <a:pt x="13930" y="111055"/>
                </a:lnTo>
                <a:lnTo>
                  <a:pt x="15757" y="107204"/>
                </a:lnTo>
                <a:lnTo>
                  <a:pt x="14222" y="105157"/>
                </a:lnTo>
                <a:lnTo>
                  <a:pt x="11686" y="106268"/>
                </a:lnTo>
                <a:lnTo>
                  <a:pt x="10670" y="105252"/>
                </a:lnTo>
                <a:lnTo>
                  <a:pt x="11723" y="102607"/>
                </a:lnTo>
                <a:lnTo>
                  <a:pt x="10619" y="101876"/>
                </a:lnTo>
                <a:lnTo>
                  <a:pt x="7995" y="102738"/>
                </a:lnTo>
                <a:lnTo>
                  <a:pt x="6796" y="100962"/>
                </a:lnTo>
                <a:lnTo>
                  <a:pt x="8792" y="96153"/>
                </a:lnTo>
                <a:lnTo>
                  <a:pt x="7257" y="94896"/>
                </a:lnTo>
                <a:lnTo>
                  <a:pt x="4341" y="95641"/>
                </a:lnTo>
                <a:lnTo>
                  <a:pt x="3296" y="93325"/>
                </a:lnTo>
                <a:lnTo>
                  <a:pt x="4655" y="90240"/>
                </a:lnTo>
                <a:lnTo>
                  <a:pt x="3997" y="87580"/>
                </a:lnTo>
                <a:lnTo>
                  <a:pt x="4582" y="85124"/>
                </a:lnTo>
                <a:lnTo>
                  <a:pt x="3902" y="84437"/>
                </a:lnTo>
                <a:lnTo>
                  <a:pt x="701" y="84971"/>
                </a:lnTo>
                <a:lnTo>
                  <a:pt x="0" y="81550"/>
                </a:lnTo>
                <a:lnTo>
                  <a:pt x="650" y="77384"/>
                </a:lnTo>
                <a:lnTo>
                  <a:pt x="650" y="54428"/>
                </a:lnTo>
                <a:lnTo>
                  <a:pt x="241" y="51761"/>
                </a:lnTo>
                <a:lnTo>
                  <a:pt x="694" y="49341"/>
                </a:lnTo>
                <a:lnTo>
                  <a:pt x="3910" y="49853"/>
                </a:lnTo>
                <a:lnTo>
                  <a:pt x="4582" y="49181"/>
                </a:lnTo>
                <a:lnTo>
                  <a:pt x="3997" y="46725"/>
                </a:lnTo>
                <a:lnTo>
                  <a:pt x="4670" y="44006"/>
                </a:lnTo>
                <a:lnTo>
                  <a:pt x="3354" y="41075"/>
                </a:lnTo>
                <a:lnTo>
                  <a:pt x="4319" y="38663"/>
                </a:lnTo>
                <a:lnTo>
                  <a:pt x="7308" y="39438"/>
                </a:lnTo>
                <a:lnTo>
                  <a:pt x="8244" y="38503"/>
                </a:lnTo>
                <a:lnTo>
                  <a:pt x="7191" y="36281"/>
                </a:lnTo>
                <a:lnTo>
                  <a:pt x="8119" y="34877"/>
                </a:lnTo>
                <a:lnTo>
                  <a:pt x="7074" y="32656"/>
                </a:lnTo>
                <a:lnTo>
                  <a:pt x="8119" y="31610"/>
                </a:lnTo>
                <a:lnTo>
                  <a:pt x="10831" y="32619"/>
                </a:lnTo>
                <a:lnTo>
                  <a:pt x="11606" y="31369"/>
                </a:lnTo>
                <a:lnTo>
                  <a:pt x="10582" y="29147"/>
                </a:lnTo>
                <a:lnTo>
                  <a:pt x="11533" y="28205"/>
                </a:lnTo>
                <a:lnTo>
                  <a:pt x="14478" y="29016"/>
                </a:lnTo>
                <a:lnTo>
                  <a:pt x="15348" y="26977"/>
                </a:lnTo>
                <a:lnTo>
                  <a:pt x="13572" y="22840"/>
                </a:lnTo>
                <a:lnTo>
                  <a:pt x="15165" y="20962"/>
                </a:lnTo>
                <a:lnTo>
                  <a:pt x="17614" y="22109"/>
                </a:lnTo>
                <a:lnTo>
                  <a:pt x="18754" y="20969"/>
                </a:lnTo>
                <a:lnTo>
                  <a:pt x="17584" y="18630"/>
                </a:lnTo>
                <a:lnTo>
                  <a:pt x="18754" y="17461"/>
                </a:lnTo>
                <a:lnTo>
                  <a:pt x="21092" y="18630"/>
                </a:lnTo>
                <a:lnTo>
                  <a:pt x="22174" y="17541"/>
                </a:lnTo>
                <a:lnTo>
                  <a:pt x="21107" y="14940"/>
                </a:lnTo>
                <a:lnTo>
                  <a:pt x="22942" y="13653"/>
                </a:lnTo>
                <a:lnTo>
                  <a:pt x="27750" y="15685"/>
                </a:lnTo>
                <a:lnTo>
                  <a:pt x="29117" y="14018"/>
                </a:lnTo>
                <a:lnTo>
                  <a:pt x="28160" y="11380"/>
                </a:lnTo>
                <a:lnTo>
                  <a:pt x="29395" y="10569"/>
                </a:lnTo>
                <a:lnTo>
                  <a:pt x="31617" y="11614"/>
                </a:lnTo>
                <a:lnTo>
                  <a:pt x="32684" y="10540"/>
                </a:lnTo>
                <a:lnTo>
                  <a:pt x="31639" y="7894"/>
                </a:lnTo>
                <a:lnTo>
                  <a:pt x="33013" y="6980"/>
                </a:lnTo>
                <a:lnTo>
                  <a:pt x="34840" y="7996"/>
                </a:lnTo>
                <a:lnTo>
                  <a:pt x="36411" y="7126"/>
                </a:lnTo>
                <a:lnTo>
                  <a:pt x="38648" y="8084"/>
                </a:lnTo>
                <a:lnTo>
                  <a:pt x="39693" y="7031"/>
                </a:lnTo>
                <a:lnTo>
                  <a:pt x="38648" y="4386"/>
                </a:lnTo>
                <a:lnTo>
                  <a:pt x="39963" y="3508"/>
                </a:lnTo>
                <a:lnTo>
                  <a:pt x="41834" y="4320"/>
                </a:lnTo>
                <a:lnTo>
                  <a:pt x="43581" y="3706"/>
                </a:lnTo>
                <a:lnTo>
                  <a:pt x="45291" y="4013"/>
                </a:lnTo>
                <a:lnTo>
                  <a:pt x="47236" y="4013"/>
                </a:lnTo>
                <a:lnTo>
                  <a:pt x="48697" y="4232"/>
                </a:lnTo>
                <a:lnTo>
                  <a:pt x="49735" y="4012"/>
                </a:lnTo>
                <a:lnTo>
                  <a:pt x="50027" y="3946"/>
                </a:lnTo>
                <a:lnTo>
                  <a:pt x="49471" y="767"/>
                </a:lnTo>
                <a:lnTo>
                  <a:pt x="50115" y="124"/>
                </a:lnTo>
                <a:lnTo>
                  <a:pt x="52665" y="591"/>
                </a:lnTo>
                <a:lnTo>
                  <a:pt x="56532" y="0"/>
                </a:lnTo>
                <a:lnTo>
                  <a:pt x="60427" y="504"/>
                </a:lnTo>
                <a:lnTo>
                  <a:pt x="79963" y="504"/>
                </a:lnTo>
                <a:lnTo>
                  <a:pt x="82689" y="65"/>
                </a:lnTo>
                <a:lnTo>
                  <a:pt x="85087" y="562"/>
                </a:lnTo>
                <a:lnTo>
                  <a:pt x="84560" y="3764"/>
                </a:lnTo>
                <a:lnTo>
                  <a:pt x="85240" y="4443"/>
                </a:lnTo>
                <a:lnTo>
                  <a:pt x="87696" y="3859"/>
                </a:lnTo>
                <a:lnTo>
                  <a:pt x="90473" y="4553"/>
                </a:lnTo>
                <a:lnTo>
                  <a:pt x="93228" y="3310"/>
                </a:lnTo>
                <a:lnTo>
                  <a:pt x="95706" y="4136"/>
                </a:lnTo>
                <a:lnTo>
                  <a:pt x="95012" y="7206"/>
                </a:lnTo>
                <a:lnTo>
                  <a:pt x="95662" y="7849"/>
                </a:lnTo>
                <a:lnTo>
                  <a:pt x="98322" y="7498"/>
                </a:lnTo>
                <a:lnTo>
                  <a:pt x="99631" y="7564"/>
                </a:lnTo>
                <a:lnTo>
                  <a:pt x="101655" y="7148"/>
                </a:lnTo>
                <a:lnTo>
                  <a:pt x="102847" y="7798"/>
                </a:lnTo>
                <a:lnTo>
                  <a:pt x="101911" y="10597"/>
                </a:lnTo>
                <a:lnTo>
                  <a:pt x="102927" y="11613"/>
                </a:lnTo>
                <a:lnTo>
                  <a:pt x="105258" y="10444"/>
                </a:lnTo>
                <a:lnTo>
                  <a:pt x="106428" y="11613"/>
                </a:lnTo>
                <a:lnTo>
                  <a:pt x="105259" y="13952"/>
                </a:lnTo>
                <a:lnTo>
                  <a:pt x="106421" y="15114"/>
                </a:lnTo>
                <a:lnTo>
                  <a:pt x="108650" y="14098"/>
                </a:lnTo>
                <a:lnTo>
                  <a:pt x="110053" y="14975"/>
                </a:lnTo>
                <a:lnTo>
                  <a:pt x="112282" y="13959"/>
                </a:lnTo>
                <a:lnTo>
                  <a:pt x="113342" y="15026"/>
                </a:lnTo>
                <a:lnTo>
                  <a:pt x="112297" y="17672"/>
                </a:lnTo>
                <a:lnTo>
                  <a:pt x="113561" y="18513"/>
                </a:lnTo>
                <a:lnTo>
                  <a:pt x="115776" y="17460"/>
                </a:lnTo>
                <a:lnTo>
                  <a:pt x="116945" y="18629"/>
                </a:lnTo>
                <a:lnTo>
                  <a:pt x="115776" y="20968"/>
                </a:lnTo>
                <a:lnTo>
                  <a:pt x="116843" y="22043"/>
                </a:lnTo>
                <a:lnTo>
                  <a:pt x="119496" y="20990"/>
                </a:lnTo>
                <a:lnTo>
                  <a:pt x="120402" y="22364"/>
                </a:lnTo>
                <a:lnTo>
                  <a:pt x="119342" y="24235"/>
                </a:lnTo>
                <a:lnTo>
                  <a:pt x="120315" y="25770"/>
                </a:lnTo>
                <a:lnTo>
                  <a:pt x="119284" y="27992"/>
                </a:lnTo>
                <a:lnTo>
                  <a:pt x="120336" y="29052"/>
                </a:lnTo>
                <a:lnTo>
                  <a:pt x="123019" y="28021"/>
                </a:lnTo>
                <a:lnTo>
                  <a:pt x="123823" y="29278"/>
                </a:lnTo>
                <a:lnTo>
                  <a:pt x="122785" y="31500"/>
                </a:lnTo>
                <a:lnTo>
                  <a:pt x="123859" y="32567"/>
                </a:lnTo>
                <a:lnTo>
                  <a:pt x="126505" y="31515"/>
                </a:lnTo>
                <a:lnTo>
                  <a:pt x="127411" y="32889"/>
                </a:lnTo>
                <a:lnTo>
                  <a:pt x="126344" y="34760"/>
                </a:lnTo>
                <a:lnTo>
                  <a:pt x="127324" y="36287"/>
                </a:lnTo>
                <a:lnTo>
                  <a:pt x="126293" y="38509"/>
                </a:lnTo>
                <a:lnTo>
                  <a:pt x="127258" y="39467"/>
                </a:lnTo>
                <a:lnTo>
                  <a:pt x="130174" y="38634"/>
                </a:lnTo>
                <a:lnTo>
                  <a:pt x="131234" y="40980"/>
                </a:lnTo>
                <a:lnTo>
                  <a:pt x="129867" y="44064"/>
                </a:lnTo>
                <a:lnTo>
                  <a:pt x="130532" y="46724"/>
                </a:lnTo>
                <a:lnTo>
                  <a:pt x="129948" y="49180"/>
                </a:lnTo>
                <a:lnTo>
                  <a:pt x="130627" y="49860"/>
                </a:lnTo>
                <a:lnTo>
                  <a:pt x="133828" y="49334"/>
                </a:lnTo>
                <a:lnTo>
                  <a:pt x="134530" y="52754"/>
                </a:lnTo>
                <a:lnTo>
                  <a:pt x="133879" y="56920"/>
                </a:lnTo>
                <a:lnTo>
                  <a:pt x="133879" y="79876"/>
                </a:lnTo>
                <a:lnTo>
                  <a:pt x="134289" y="82537"/>
                </a:lnTo>
                <a:lnTo>
                  <a:pt x="133828" y="84956"/>
                </a:lnTo>
                <a:lnTo>
                  <a:pt x="130620" y="84451"/>
                </a:lnTo>
                <a:lnTo>
                  <a:pt x="129948" y="85124"/>
                </a:lnTo>
                <a:lnTo>
                  <a:pt x="130532" y="87579"/>
                </a:lnTo>
                <a:lnTo>
                  <a:pt x="129867" y="90240"/>
                </a:lnTo>
                <a:lnTo>
                  <a:pt x="131234" y="93324"/>
                </a:lnTo>
                <a:lnTo>
                  <a:pt x="130174" y="95670"/>
                </a:lnTo>
                <a:lnTo>
                  <a:pt x="127251" y="94837"/>
                </a:lnTo>
                <a:lnTo>
                  <a:pt x="126541" y="95546"/>
                </a:lnTo>
                <a:lnTo>
                  <a:pt x="126900" y="98214"/>
                </a:lnTo>
                <a:lnTo>
                  <a:pt x="126834" y="99412"/>
                </a:lnTo>
                <a:lnTo>
                  <a:pt x="127251" y="101685"/>
                </a:lnTo>
                <a:lnTo>
                  <a:pt x="126483" y="102804"/>
                </a:lnTo>
                <a:lnTo>
                  <a:pt x="123859" y="101737"/>
                </a:lnTo>
                <a:lnTo>
                  <a:pt x="122785" y="102818"/>
                </a:lnTo>
                <a:lnTo>
                  <a:pt x="123954" y="105157"/>
                </a:lnTo>
                <a:lnTo>
                  <a:pt x="122785" y="106326"/>
                </a:lnTo>
                <a:lnTo>
                  <a:pt x="120446" y="105157"/>
                </a:lnTo>
                <a:lnTo>
                  <a:pt x="119291" y="106319"/>
                </a:lnTo>
                <a:lnTo>
                  <a:pt x="120300" y="108541"/>
                </a:lnTo>
                <a:lnTo>
                  <a:pt x="119423" y="109959"/>
                </a:lnTo>
                <a:lnTo>
                  <a:pt x="120439" y="112181"/>
                </a:lnTo>
                <a:lnTo>
                  <a:pt x="119372" y="113248"/>
                </a:lnTo>
                <a:lnTo>
                  <a:pt x="116726" y="112195"/>
                </a:lnTo>
                <a:lnTo>
                  <a:pt x="115893" y="113460"/>
                </a:lnTo>
                <a:lnTo>
                  <a:pt x="116945" y="115682"/>
                </a:lnTo>
                <a:lnTo>
                  <a:pt x="115776" y="116851"/>
                </a:lnTo>
                <a:lnTo>
                  <a:pt x="113437" y="115682"/>
                </a:lnTo>
                <a:lnTo>
                  <a:pt x="112487" y="116639"/>
                </a:lnTo>
                <a:lnTo>
                  <a:pt x="113298" y="119585"/>
                </a:lnTo>
                <a:lnTo>
                  <a:pt x="111149" y="120506"/>
                </a:lnTo>
                <a:lnTo>
                  <a:pt x="107290" y="118678"/>
                </a:lnTo>
                <a:lnTo>
                  <a:pt x="105259" y="120213"/>
                </a:lnTo>
                <a:lnTo>
                  <a:pt x="106362" y="122756"/>
                </a:lnTo>
                <a:lnTo>
                  <a:pt x="105346" y="123765"/>
                </a:lnTo>
                <a:lnTo>
                  <a:pt x="102701" y="122713"/>
                </a:lnTo>
                <a:lnTo>
                  <a:pt x="101970" y="123816"/>
                </a:lnTo>
                <a:lnTo>
                  <a:pt x="102839" y="126440"/>
                </a:lnTo>
                <a:lnTo>
                  <a:pt x="101063" y="127646"/>
                </a:lnTo>
                <a:lnTo>
                  <a:pt x="96247" y="125643"/>
                </a:lnTo>
                <a:lnTo>
                  <a:pt x="94990" y="127178"/>
                </a:lnTo>
                <a:lnTo>
                  <a:pt x="95743" y="130102"/>
                </a:lnTo>
                <a:lnTo>
                  <a:pt x="93419" y="131147"/>
                </a:lnTo>
                <a:lnTo>
                  <a:pt x="90334" y="129780"/>
                </a:lnTo>
                <a:lnTo>
                  <a:pt x="87674" y="130438"/>
                </a:lnTo>
                <a:lnTo>
                  <a:pt x="85219" y="129853"/>
                </a:lnTo>
                <a:lnTo>
                  <a:pt x="84546" y="130540"/>
                </a:lnTo>
                <a:lnTo>
                  <a:pt x="85072" y="133741"/>
                </a:lnTo>
                <a:lnTo>
                  <a:pt x="81652" y="134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23251" y="407249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4">
                <a:moveTo>
                  <a:pt x="70484" y="127456"/>
                </a:moveTo>
                <a:lnTo>
                  <a:pt x="67810" y="127105"/>
                </a:lnTo>
                <a:lnTo>
                  <a:pt x="64981" y="127237"/>
                </a:lnTo>
                <a:lnTo>
                  <a:pt x="59280" y="127127"/>
                </a:lnTo>
                <a:lnTo>
                  <a:pt x="57746" y="127390"/>
                </a:lnTo>
                <a:lnTo>
                  <a:pt x="56452" y="127040"/>
                </a:lnTo>
                <a:lnTo>
                  <a:pt x="57066" y="123904"/>
                </a:lnTo>
                <a:lnTo>
                  <a:pt x="56452" y="123290"/>
                </a:lnTo>
                <a:lnTo>
                  <a:pt x="53792" y="123648"/>
                </a:lnTo>
                <a:lnTo>
                  <a:pt x="52242" y="123568"/>
                </a:lnTo>
                <a:lnTo>
                  <a:pt x="50758" y="123919"/>
                </a:lnTo>
                <a:lnTo>
                  <a:pt x="47711" y="123020"/>
                </a:lnTo>
                <a:lnTo>
                  <a:pt x="44729" y="124467"/>
                </a:lnTo>
                <a:lnTo>
                  <a:pt x="42317" y="123436"/>
                </a:lnTo>
                <a:lnTo>
                  <a:pt x="43128" y="120484"/>
                </a:lnTo>
                <a:lnTo>
                  <a:pt x="42251" y="119606"/>
                </a:lnTo>
                <a:lnTo>
                  <a:pt x="39942" y="120418"/>
                </a:lnTo>
                <a:lnTo>
                  <a:pt x="38560" y="119819"/>
                </a:lnTo>
                <a:lnTo>
                  <a:pt x="36258" y="120630"/>
                </a:lnTo>
                <a:lnTo>
                  <a:pt x="35381" y="119753"/>
                </a:lnTo>
                <a:lnTo>
                  <a:pt x="36192" y="116800"/>
                </a:lnTo>
                <a:lnTo>
                  <a:pt x="33956" y="115850"/>
                </a:lnTo>
                <a:lnTo>
                  <a:pt x="30331" y="117684"/>
                </a:lnTo>
                <a:lnTo>
                  <a:pt x="28175" y="116237"/>
                </a:lnTo>
                <a:lnTo>
                  <a:pt x="29227" y="113599"/>
                </a:lnTo>
                <a:lnTo>
                  <a:pt x="28248" y="112619"/>
                </a:lnTo>
                <a:lnTo>
                  <a:pt x="25595" y="113672"/>
                </a:lnTo>
                <a:lnTo>
                  <a:pt x="24725" y="112349"/>
                </a:lnTo>
                <a:lnTo>
                  <a:pt x="25814" y="110295"/>
                </a:lnTo>
                <a:lnTo>
                  <a:pt x="24732" y="109009"/>
                </a:lnTo>
                <a:lnTo>
                  <a:pt x="22277" y="110156"/>
                </a:lnTo>
                <a:lnTo>
                  <a:pt x="21136" y="109016"/>
                </a:lnTo>
                <a:lnTo>
                  <a:pt x="22306" y="106677"/>
                </a:lnTo>
                <a:lnTo>
                  <a:pt x="21136" y="105508"/>
                </a:lnTo>
                <a:lnTo>
                  <a:pt x="18805" y="106677"/>
                </a:lnTo>
                <a:lnTo>
                  <a:pt x="17731" y="105603"/>
                </a:lnTo>
                <a:lnTo>
                  <a:pt x="18783" y="102957"/>
                </a:lnTo>
                <a:lnTo>
                  <a:pt x="17460" y="102080"/>
                </a:lnTo>
                <a:lnTo>
                  <a:pt x="15406" y="103169"/>
                </a:lnTo>
                <a:lnTo>
                  <a:pt x="14120" y="102087"/>
                </a:lnTo>
                <a:lnTo>
                  <a:pt x="15267" y="99632"/>
                </a:lnTo>
                <a:lnTo>
                  <a:pt x="14237" y="98594"/>
                </a:lnTo>
                <a:lnTo>
                  <a:pt x="11562" y="99631"/>
                </a:lnTo>
                <a:lnTo>
                  <a:pt x="10144" y="97432"/>
                </a:lnTo>
                <a:lnTo>
                  <a:pt x="11986" y="93880"/>
                </a:lnTo>
                <a:lnTo>
                  <a:pt x="11021" y="91614"/>
                </a:lnTo>
                <a:lnTo>
                  <a:pt x="8069" y="92433"/>
                </a:lnTo>
                <a:lnTo>
                  <a:pt x="7162" y="91512"/>
                </a:lnTo>
                <a:lnTo>
                  <a:pt x="8068" y="89261"/>
                </a:lnTo>
                <a:lnTo>
                  <a:pt x="7338" y="87843"/>
                </a:lnTo>
                <a:lnTo>
                  <a:pt x="8251" y="85592"/>
                </a:lnTo>
                <a:lnTo>
                  <a:pt x="7213" y="84554"/>
                </a:lnTo>
                <a:lnTo>
                  <a:pt x="4568" y="85606"/>
                </a:lnTo>
                <a:lnTo>
                  <a:pt x="3705" y="84291"/>
                </a:lnTo>
                <a:lnTo>
                  <a:pt x="4480" y="82405"/>
                </a:lnTo>
                <a:lnTo>
                  <a:pt x="3164" y="78356"/>
                </a:lnTo>
                <a:lnTo>
                  <a:pt x="5079" y="74241"/>
                </a:lnTo>
                <a:lnTo>
                  <a:pt x="4107" y="70682"/>
                </a:lnTo>
                <a:lnTo>
                  <a:pt x="979" y="71296"/>
                </a:lnTo>
                <a:lnTo>
                  <a:pt x="365" y="70675"/>
                </a:lnTo>
                <a:lnTo>
                  <a:pt x="723" y="68014"/>
                </a:lnTo>
                <a:lnTo>
                  <a:pt x="694" y="62204"/>
                </a:lnTo>
                <a:lnTo>
                  <a:pt x="0" y="58593"/>
                </a:lnTo>
                <a:lnTo>
                  <a:pt x="884" y="56532"/>
                </a:lnTo>
                <a:lnTo>
                  <a:pt x="3837" y="57343"/>
                </a:lnTo>
                <a:lnTo>
                  <a:pt x="4597" y="56584"/>
                </a:lnTo>
                <a:lnTo>
                  <a:pt x="4100" y="54055"/>
                </a:lnTo>
                <a:lnTo>
                  <a:pt x="4582" y="51292"/>
                </a:lnTo>
                <a:lnTo>
                  <a:pt x="4202" y="48668"/>
                </a:lnTo>
                <a:lnTo>
                  <a:pt x="4202" y="45548"/>
                </a:lnTo>
                <a:lnTo>
                  <a:pt x="3880" y="43786"/>
                </a:lnTo>
                <a:lnTo>
                  <a:pt x="4356" y="42536"/>
                </a:lnTo>
                <a:lnTo>
                  <a:pt x="7374" y="43282"/>
                </a:lnTo>
                <a:lnTo>
                  <a:pt x="8288" y="42361"/>
                </a:lnTo>
                <a:lnTo>
                  <a:pt x="7243" y="40139"/>
                </a:lnTo>
                <a:lnTo>
                  <a:pt x="8171" y="38736"/>
                </a:lnTo>
                <a:lnTo>
                  <a:pt x="7118" y="36514"/>
                </a:lnTo>
                <a:lnTo>
                  <a:pt x="8134" y="35505"/>
                </a:lnTo>
                <a:lnTo>
                  <a:pt x="10941" y="36441"/>
                </a:lnTo>
                <a:lnTo>
                  <a:pt x="12191" y="34109"/>
                </a:lnTo>
                <a:lnTo>
                  <a:pt x="10393" y="30835"/>
                </a:lnTo>
                <a:lnTo>
                  <a:pt x="11394" y="28474"/>
                </a:lnTo>
                <a:lnTo>
                  <a:pt x="14354" y="29286"/>
                </a:lnTo>
                <a:lnTo>
                  <a:pt x="15311" y="28321"/>
                </a:lnTo>
                <a:lnTo>
                  <a:pt x="14193" y="26084"/>
                </a:lnTo>
                <a:lnTo>
                  <a:pt x="15172" y="24827"/>
                </a:lnTo>
                <a:lnTo>
                  <a:pt x="17687" y="25945"/>
                </a:lnTo>
                <a:lnTo>
                  <a:pt x="18805" y="24827"/>
                </a:lnTo>
                <a:lnTo>
                  <a:pt x="17636" y="22489"/>
                </a:lnTo>
                <a:lnTo>
                  <a:pt x="18805" y="21319"/>
                </a:lnTo>
                <a:lnTo>
                  <a:pt x="21144" y="22488"/>
                </a:lnTo>
                <a:lnTo>
                  <a:pt x="22306" y="21319"/>
                </a:lnTo>
                <a:lnTo>
                  <a:pt x="21144" y="18980"/>
                </a:lnTo>
                <a:lnTo>
                  <a:pt x="22306" y="17811"/>
                </a:lnTo>
                <a:lnTo>
                  <a:pt x="24644" y="18980"/>
                </a:lnTo>
                <a:lnTo>
                  <a:pt x="25814" y="17811"/>
                </a:lnTo>
                <a:lnTo>
                  <a:pt x="24645" y="15472"/>
                </a:lnTo>
                <a:lnTo>
                  <a:pt x="25814" y="14302"/>
                </a:lnTo>
                <a:lnTo>
                  <a:pt x="28153" y="15472"/>
                </a:lnTo>
                <a:lnTo>
                  <a:pt x="29227" y="14390"/>
                </a:lnTo>
                <a:lnTo>
                  <a:pt x="28167" y="11774"/>
                </a:lnTo>
                <a:lnTo>
                  <a:pt x="30002" y="10509"/>
                </a:lnTo>
                <a:lnTo>
                  <a:pt x="34811" y="12527"/>
                </a:lnTo>
                <a:lnTo>
                  <a:pt x="36090" y="10970"/>
                </a:lnTo>
                <a:lnTo>
                  <a:pt x="35308" y="8076"/>
                </a:lnTo>
                <a:lnTo>
                  <a:pt x="37026" y="7264"/>
                </a:lnTo>
                <a:lnTo>
                  <a:pt x="41930" y="8894"/>
                </a:lnTo>
                <a:lnTo>
                  <a:pt x="43033" y="7549"/>
                </a:lnTo>
                <a:lnTo>
                  <a:pt x="42427" y="4472"/>
                </a:lnTo>
                <a:lnTo>
                  <a:pt x="44627" y="3756"/>
                </a:lnTo>
                <a:lnTo>
                  <a:pt x="47806" y="4363"/>
                </a:lnTo>
                <a:lnTo>
                  <a:pt x="52052" y="4363"/>
                </a:lnTo>
                <a:lnTo>
                  <a:pt x="54537" y="4655"/>
                </a:lnTo>
                <a:lnTo>
                  <a:pt x="56795" y="4356"/>
                </a:lnTo>
                <a:lnTo>
                  <a:pt x="57015" y="4326"/>
                </a:lnTo>
                <a:lnTo>
                  <a:pt x="56576" y="1067"/>
                </a:lnTo>
                <a:lnTo>
                  <a:pt x="57088" y="548"/>
                </a:lnTo>
                <a:lnTo>
                  <a:pt x="61305" y="869"/>
                </a:lnTo>
                <a:lnTo>
                  <a:pt x="62854" y="555"/>
                </a:lnTo>
                <a:lnTo>
                  <a:pt x="65865" y="1468"/>
                </a:lnTo>
                <a:lnTo>
                  <a:pt x="68847" y="0"/>
                </a:lnTo>
                <a:lnTo>
                  <a:pt x="71259" y="1037"/>
                </a:lnTo>
                <a:lnTo>
                  <a:pt x="70448" y="3990"/>
                </a:lnTo>
                <a:lnTo>
                  <a:pt x="71208" y="4750"/>
                </a:lnTo>
                <a:lnTo>
                  <a:pt x="73744" y="4253"/>
                </a:lnTo>
                <a:lnTo>
                  <a:pt x="76499" y="4736"/>
                </a:lnTo>
                <a:lnTo>
                  <a:pt x="79123" y="4356"/>
                </a:lnTo>
                <a:lnTo>
                  <a:pt x="82251" y="4356"/>
                </a:lnTo>
                <a:lnTo>
                  <a:pt x="83998" y="4041"/>
                </a:lnTo>
                <a:lnTo>
                  <a:pt x="85248" y="4509"/>
                </a:lnTo>
                <a:lnTo>
                  <a:pt x="84510" y="7527"/>
                </a:lnTo>
                <a:lnTo>
                  <a:pt x="85175" y="8193"/>
                </a:lnTo>
                <a:lnTo>
                  <a:pt x="87835" y="7842"/>
                </a:lnTo>
                <a:lnTo>
                  <a:pt x="89209" y="7908"/>
                </a:lnTo>
                <a:lnTo>
                  <a:pt x="91087" y="7498"/>
                </a:lnTo>
                <a:lnTo>
                  <a:pt x="92323" y="8090"/>
                </a:lnTo>
                <a:lnTo>
                  <a:pt x="91460" y="10977"/>
                </a:lnTo>
                <a:lnTo>
                  <a:pt x="92184" y="11701"/>
                </a:lnTo>
                <a:lnTo>
                  <a:pt x="94852" y="11350"/>
                </a:lnTo>
                <a:lnTo>
                  <a:pt x="96035" y="11409"/>
                </a:lnTo>
                <a:lnTo>
                  <a:pt x="98330" y="10999"/>
                </a:lnTo>
                <a:lnTo>
                  <a:pt x="99434" y="11767"/>
                </a:lnTo>
                <a:lnTo>
                  <a:pt x="98360" y="14376"/>
                </a:lnTo>
                <a:lnTo>
                  <a:pt x="99354" y="15370"/>
                </a:lnTo>
                <a:lnTo>
                  <a:pt x="101999" y="14317"/>
                </a:lnTo>
                <a:lnTo>
                  <a:pt x="102869" y="15640"/>
                </a:lnTo>
                <a:lnTo>
                  <a:pt x="101780" y="17694"/>
                </a:lnTo>
                <a:lnTo>
                  <a:pt x="102862" y="18980"/>
                </a:lnTo>
                <a:lnTo>
                  <a:pt x="105318" y="17840"/>
                </a:lnTo>
                <a:lnTo>
                  <a:pt x="106458" y="18973"/>
                </a:lnTo>
                <a:lnTo>
                  <a:pt x="105289" y="21312"/>
                </a:lnTo>
                <a:lnTo>
                  <a:pt x="106458" y="22481"/>
                </a:lnTo>
                <a:lnTo>
                  <a:pt x="108797" y="21312"/>
                </a:lnTo>
                <a:lnTo>
                  <a:pt x="109864" y="22386"/>
                </a:lnTo>
                <a:lnTo>
                  <a:pt x="108819" y="25032"/>
                </a:lnTo>
                <a:lnTo>
                  <a:pt x="110134" y="25909"/>
                </a:lnTo>
                <a:lnTo>
                  <a:pt x="112195" y="24820"/>
                </a:lnTo>
                <a:lnTo>
                  <a:pt x="113474" y="25902"/>
                </a:lnTo>
                <a:lnTo>
                  <a:pt x="112327" y="28357"/>
                </a:lnTo>
                <a:lnTo>
                  <a:pt x="113379" y="29410"/>
                </a:lnTo>
                <a:lnTo>
                  <a:pt x="116003" y="28343"/>
                </a:lnTo>
                <a:lnTo>
                  <a:pt x="117253" y="30177"/>
                </a:lnTo>
                <a:lnTo>
                  <a:pt x="115243" y="34994"/>
                </a:lnTo>
                <a:lnTo>
                  <a:pt x="116800" y="36265"/>
                </a:lnTo>
                <a:lnTo>
                  <a:pt x="119687" y="35491"/>
                </a:lnTo>
                <a:lnTo>
                  <a:pt x="120491" y="37201"/>
                </a:lnTo>
                <a:lnTo>
                  <a:pt x="118868" y="42105"/>
                </a:lnTo>
                <a:lnTo>
                  <a:pt x="120249" y="43238"/>
                </a:lnTo>
                <a:lnTo>
                  <a:pt x="123261" y="42573"/>
                </a:lnTo>
                <a:lnTo>
                  <a:pt x="124050" y="44685"/>
                </a:lnTo>
                <a:lnTo>
                  <a:pt x="123400" y="48083"/>
                </a:lnTo>
                <a:lnTo>
                  <a:pt x="123400" y="51021"/>
                </a:lnTo>
                <a:lnTo>
                  <a:pt x="123173" y="52432"/>
                </a:lnTo>
                <a:lnTo>
                  <a:pt x="123531" y="54077"/>
                </a:lnTo>
                <a:lnTo>
                  <a:pt x="122983" y="56562"/>
                </a:lnTo>
                <a:lnTo>
                  <a:pt x="123882" y="57468"/>
                </a:lnTo>
                <a:lnTo>
                  <a:pt x="126535" y="56415"/>
                </a:lnTo>
                <a:lnTo>
                  <a:pt x="127273" y="57534"/>
                </a:lnTo>
                <a:lnTo>
                  <a:pt x="126871" y="59799"/>
                </a:lnTo>
                <a:lnTo>
                  <a:pt x="127003" y="62810"/>
                </a:lnTo>
                <a:lnTo>
                  <a:pt x="126900" y="68511"/>
                </a:lnTo>
                <a:lnTo>
                  <a:pt x="127164" y="70039"/>
                </a:lnTo>
                <a:lnTo>
                  <a:pt x="126805" y="71340"/>
                </a:lnTo>
                <a:lnTo>
                  <a:pt x="123677" y="70726"/>
                </a:lnTo>
                <a:lnTo>
                  <a:pt x="123063" y="71340"/>
                </a:lnTo>
                <a:lnTo>
                  <a:pt x="123421" y="74007"/>
                </a:lnTo>
                <a:lnTo>
                  <a:pt x="123341" y="75557"/>
                </a:lnTo>
                <a:lnTo>
                  <a:pt x="123685" y="77041"/>
                </a:lnTo>
                <a:lnTo>
                  <a:pt x="122793" y="80096"/>
                </a:lnTo>
                <a:lnTo>
                  <a:pt x="124240" y="83078"/>
                </a:lnTo>
                <a:lnTo>
                  <a:pt x="123209" y="85489"/>
                </a:lnTo>
                <a:lnTo>
                  <a:pt x="120257" y="84678"/>
                </a:lnTo>
                <a:lnTo>
                  <a:pt x="119380" y="85555"/>
                </a:lnTo>
                <a:lnTo>
                  <a:pt x="120191" y="87857"/>
                </a:lnTo>
                <a:lnTo>
                  <a:pt x="119592" y="89246"/>
                </a:lnTo>
                <a:lnTo>
                  <a:pt x="120403" y="91548"/>
                </a:lnTo>
                <a:lnTo>
                  <a:pt x="119519" y="92433"/>
                </a:lnTo>
                <a:lnTo>
                  <a:pt x="116573" y="91621"/>
                </a:lnTo>
                <a:lnTo>
                  <a:pt x="115616" y="93858"/>
                </a:lnTo>
                <a:lnTo>
                  <a:pt x="117450" y="97468"/>
                </a:lnTo>
                <a:lnTo>
                  <a:pt x="116010" y="99639"/>
                </a:lnTo>
                <a:lnTo>
                  <a:pt x="113372" y="98587"/>
                </a:lnTo>
                <a:lnTo>
                  <a:pt x="112392" y="99566"/>
                </a:lnTo>
                <a:lnTo>
                  <a:pt x="113445" y="102211"/>
                </a:lnTo>
                <a:lnTo>
                  <a:pt x="112122" y="103096"/>
                </a:lnTo>
                <a:lnTo>
                  <a:pt x="110061" y="102000"/>
                </a:lnTo>
                <a:lnTo>
                  <a:pt x="108782" y="103081"/>
                </a:lnTo>
                <a:lnTo>
                  <a:pt x="109929" y="105537"/>
                </a:lnTo>
                <a:lnTo>
                  <a:pt x="108789" y="106677"/>
                </a:lnTo>
                <a:lnTo>
                  <a:pt x="106458" y="105508"/>
                </a:lnTo>
                <a:lnTo>
                  <a:pt x="105288" y="106677"/>
                </a:lnTo>
                <a:lnTo>
                  <a:pt x="106458" y="109016"/>
                </a:lnTo>
                <a:lnTo>
                  <a:pt x="105384" y="110090"/>
                </a:lnTo>
                <a:lnTo>
                  <a:pt x="102738" y="109038"/>
                </a:lnTo>
                <a:lnTo>
                  <a:pt x="101861" y="110361"/>
                </a:lnTo>
                <a:lnTo>
                  <a:pt x="102949" y="112415"/>
                </a:lnTo>
                <a:lnTo>
                  <a:pt x="101868" y="113701"/>
                </a:lnTo>
                <a:lnTo>
                  <a:pt x="99412" y="112561"/>
                </a:lnTo>
                <a:lnTo>
                  <a:pt x="98367" y="113606"/>
                </a:lnTo>
                <a:lnTo>
                  <a:pt x="99427" y="116230"/>
                </a:lnTo>
                <a:lnTo>
                  <a:pt x="97300" y="117692"/>
                </a:lnTo>
                <a:lnTo>
                  <a:pt x="93617" y="115857"/>
                </a:lnTo>
                <a:lnTo>
                  <a:pt x="91402" y="116800"/>
                </a:lnTo>
                <a:lnTo>
                  <a:pt x="92213" y="119753"/>
                </a:lnTo>
                <a:lnTo>
                  <a:pt x="91300" y="120666"/>
                </a:lnTo>
                <a:lnTo>
                  <a:pt x="89041" y="119760"/>
                </a:lnTo>
                <a:lnTo>
                  <a:pt x="87631" y="120483"/>
                </a:lnTo>
                <a:lnTo>
                  <a:pt x="85380" y="119577"/>
                </a:lnTo>
                <a:lnTo>
                  <a:pt x="84349" y="120608"/>
                </a:lnTo>
                <a:lnTo>
                  <a:pt x="85394" y="123253"/>
                </a:lnTo>
                <a:lnTo>
                  <a:pt x="84086" y="124123"/>
                </a:lnTo>
                <a:lnTo>
                  <a:pt x="82200" y="123341"/>
                </a:lnTo>
                <a:lnTo>
                  <a:pt x="79474" y="124233"/>
                </a:lnTo>
                <a:lnTo>
                  <a:pt x="76288" y="123626"/>
                </a:lnTo>
                <a:lnTo>
                  <a:pt x="73467" y="123626"/>
                </a:lnTo>
                <a:lnTo>
                  <a:pt x="71581" y="123290"/>
                </a:lnTo>
                <a:lnTo>
                  <a:pt x="70368" y="123809"/>
                </a:lnTo>
                <a:lnTo>
                  <a:pt x="71179" y="126762"/>
                </a:lnTo>
                <a:lnTo>
                  <a:pt x="70484" y="1274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40946" y="414660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64082" y="113416"/>
                </a:moveTo>
                <a:lnTo>
                  <a:pt x="59733" y="112700"/>
                </a:lnTo>
                <a:lnTo>
                  <a:pt x="54500" y="112700"/>
                </a:lnTo>
                <a:lnTo>
                  <a:pt x="51613" y="113211"/>
                </a:lnTo>
                <a:lnTo>
                  <a:pt x="48960" y="112546"/>
                </a:lnTo>
                <a:lnTo>
                  <a:pt x="46505" y="113131"/>
                </a:lnTo>
                <a:lnTo>
                  <a:pt x="45781" y="112400"/>
                </a:lnTo>
                <a:lnTo>
                  <a:pt x="46439" y="109301"/>
                </a:lnTo>
                <a:lnTo>
                  <a:pt x="43939" y="108541"/>
                </a:lnTo>
                <a:lnTo>
                  <a:pt x="41243" y="109740"/>
                </a:lnTo>
                <a:lnTo>
                  <a:pt x="38443" y="109045"/>
                </a:lnTo>
                <a:lnTo>
                  <a:pt x="35988" y="109630"/>
                </a:lnTo>
                <a:lnTo>
                  <a:pt x="35198" y="108833"/>
                </a:lnTo>
                <a:lnTo>
                  <a:pt x="36002" y="105866"/>
                </a:lnTo>
                <a:lnTo>
                  <a:pt x="33576" y="104865"/>
                </a:lnTo>
                <a:lnTo>
                  <a:pt x="30528" y="106538"/>
                </a:lnTo>
                <a:lnTo>
                  <a:pt x="28102" y="105508"/>
                </a:lnTo>
                <a:lnTo>
                  <a:pt x="28913" y="102555"/>
                </a:lnTo>
                <a:lnTo>
                  <a:pt x="27999" y="101634"/>
                </a:lnTo>
                <a:lnTo>
                  <a:pt x="25741" y="102548"/>
                </a:lnTo>
                <a:lnTo>
                  <a:pt x="24330" y="101824"/>
                </a:lnTo>
                <a:lnTo>
                  <a:pt x="22079" y="102731"/>
                </a:lnTo>
                <a:lnTo>
                  <a:pt x="21049" y="101693"/>
                </a:lnTo>
                <a:lnTo>
                  <a:pt x="22094" y="99047"/>
                </a:lnTo>
                <a:lnTo>
                  <a:pt x="20793" y="98185"/>
                </a:lnTo>
                <a:lnTo>
                  <a:pt x="18673" y="99266"/>
                </a:lnTo>
                <a:lnTo>
                  <a:pt x="17438" y="98141"/>
                </a:lnTo>
                <a:lnTo>
                  <a:pt x="18600" y="95736"/>
                </a:lnTo>
                <a:lnTo>
                  <a:pt x="17541" y="94676"/>
                </a:lnTo>
                <a:lnTo>
                  <a:pt x="14895" y="95729"/>
                </a:lnTo>
                <a:lnTo>
                  <a:pt x="14018" y="94406"/>
                </a:lnTo>
                <a:lnTo>
                  <a:pt x="15107" y="92352"/>
                </a:lnTo>
                <a:lnTo>
                  <a:pt x="14032" y="91066"/>
                </a:lnTo>
                <a:lnTo>
                  <a:pt x="11577" y="92213"/>
                </a:lnTo>
                <a:lnTo>
                  <a:pt x="10466" y="91102"/>
                </a:lnTo>
                <a:lnTo>
                  <a:pt x="11409" y="88859"/>
                </a:lnTo>
                <a:lnTo>
                  <a:pt x="10634" y="87440"/>
                </a:lnTo>
                <a:lnTo>
                  <a:pt x="11577" y="85197"/>
                </a:lnTo>
                <a:lnTo>
                  <a:pt x="10648" y="84276"/>
                </a:lnTo>
                <a:lnTo>
                  <a:pt x="7703" y="85087"/>
                </a:lnTo>
                <a:lnTo>
                  <a:pt x="6672" y="82668"/>
                </a:lnTo>
                <a:lnTo>
                  <a:pt x="8368" y="79598"/>
                </a:lnTo>
                <a:lnTo>
                  <a:pt x="7330" y="77179"/>
                </a:lnTo>
                <a:lnTo>
                  <a:pt x="4378" y="77998"/>
                </a:lnTo>
                <a:lnTo>
                  <a:pt x="3581" y="77194"/>
                </a:lnTo>
                <a:lnTo>
                  <a:pt x="4165" y="74738"/>
                </a:lnTo>
                <a:lnTo>
                  <a:pt x="3471" y="71939"/>
                </a:lnTo>
                <a:lnTo>
                  <a:pt x="4670" y="69242"/>
                </a:lnTo>
                <a:lnTo>
                  <a:pt x="3902" y="66750"/>
                </a:lnTo>
                <a:lnTo>
                  <a:pt x="811" y="67400"/>
                </a:lnTo>
                <a:lnTo>
                  <a:pt x="73" y="66670"/>
                </a:lnTo>
                <a:lnTo>
                  <a:pt x="657" y="64214"/>
                </a:lnTo>
                <a:lnTo>
                  <a:pt x="0" y="61560"/>
                </a:lnTo>
                <a:lnTo>
                  <a:pt x="504" y="58681"/>
                </a:lnTo>
                <a:lnTo>
                  <a:pt x="504" y="54471"/>
                </a:lnTo>
                <a:lnTo>
                  <a:pt x="0" y="51592"/>
                </a:lnTo>
                <a:lnTo>
                  <a:pt x="657" y="48939"/>
                </a:lnTo>
                <a:lnTo>
                  <a:pt x="73" y="46483"/>
                </a:lnTo>
                <a:lnTo>
                  <a:pt x="774" y="45781"/>
                </a:lnTo>
                <a:lnTo>
                  <a:pt x="3946" y="46351"/>
                </a:lnTo>
                <a:lnTo>
                  <a:pt x="4494" y="43991"/>
                </a:lnTo>
                <a:lnTo>
                  <a:pt x="4012" y="41162"/>
                </a:lnTo>
                <a:lnTo>
                  <a:pt x="4012" y="38122"/>
                </a:lnTo>
                <a:lnTo>
                  <a:pt x="3698" y="36368"/>
                </a:lnTo>
                <a:lnTo>
                  <a:pt x="4165" y="35118"/>
                </a:lnTo>
                <a:lnTo>
                  <a:pt x="7184" y="35863"/>
                </a:lnTo>
                <a:lnTo>
                  <a:pt x="7849" y="35191"/>
                </a:lnTo>
                <a:lnTo>
                  <a:pt x="7491" y="32531"/>
                </a:lnTo>
                <a:lnTo>
                  <a:pt x="7564" y="31157"/>
                </a:lnTo>
                <a:lnTo>
                  <a:pt x="7155" y="29278"/>
                </a:lnTo>
                <a:lnTo>
                  <a:pt x="7739" y="28051"/>
                </a:lnTo>
                <a:lnTo>
                  <a:pt x="10634" y="28913"/>
                </a:lnTo>
                <a:lnTo>
                  <a:pt x="11357" y="28182"/>
                </a:lnTo>
                <a:lnTo>
                  <a:pt x="10992" y="25522"/>
                </a:lnTo>
                <a:lnTo>
                  <a:pt x="11058" y="24374"/>
                </a:lnTo>
                <a:lnTo>
                  <a:pt x="10656" y="21992"/>
                </a:lnTo>
                <a:lnTo>
                  <a:pt x="11460" y="20925"/>
                </a:lnTo>
                <a:lnTo>
                  <a:pt x="14003" y="22028"/>
                </a:lnTo>
                <a:lnTo>
                  <a:pt x="15107" y="20925"/>
                </a:lnTo>
                <a:lnTo>
                  <a:pt x="13945" y="18586"/>
                </a:lnTo>
                <a:lnTo>
                  <a:pt x="15107" y="17416"/>
                </a:lnTo>
                <a:lnTo>
                  <a:pt x="17445" y="18586"/>
                </a:lnTo>
                <a:lnTo>
                  <a:pt x="18556" y="17475"/>
                </a:lnTo>
                <a:lnTo>
                  <a:pt x="17446" y="14946"/>
                </a:lnTo>
                <a:lnTo>
                  <a:pt x="18710" y="13974"/>
                </a:lnTo>
                <a:lnTo>
                  <a:pt x="20939" y="15092"/>
                </a:lnTo>
                <a:lnTo>
                  <a:pt x="21904" y="14127"/>
                </a:lnTo>
                <a:lnTo>
                  <a:pt x="21093" y="11175"/>
                </a:lnTo>
                <a:lnTo>
                  <a:pt x="23453" y="10166"/>
                </a:lnTo>
                <a:lnTo>
                  <a:pt x="26728" y="11971"/>
                </a:lnTo>
                <a:lnTo>
                  <a:pt x="29059" y="10714"/>
                </a:lnTo>
                <a:lnTo>
                  <a:pt x="28124" y="7908"/>
                </a:lnTo>
                <a:lnTo>
                  <a:pt x="29132" y="6892"/>
                </a:lnTo>
                <a:lnTo>
                  <a:pt x="31361" y="7944"/>
                </a:lnTo>
                <a:lnTo>
                  <a:pt x="32750" y="7009"/>
                </a:lnTo>
                <a:lnTo>
                  <a:pt x="34979" y="8061"/>
                </a:lnTo>
                <a:lnTo>
                  <a:pt x="35863" y="7177"/>
                </a:lnTo>
                <a:lnTo>
                  <a:pt x="35206" y="4078"/>
                </a:lnTo>
                <a:lnTo>
                  <a:pt x="38706" y="3018"/>
                </a:lnTo>
                <a:lnTo>
                  <a:pt x="42799" y="4553"/>
                </a:lnTo>
                <a:lnTo>
                  <a:pt x="46081" y="3961"/>
                </a:lnTo>
                <a:lnTo>
                  <a:pt x="46344" y="3917"/>
                </a:lnTo>
                <a:lnTo>
                  <a:pt x="45847" y="694"/>
                </a:lnTo>
                <a:lnTo>
                  <a:pt x="46417" y="124"/>
                </a:lnTo>
                <a:lnTo>
                  <a:pt x="49077" y="482"/>
                </a:lnTo>
                <a:lnTo>
                  <a:pt x="53068" y="270"/>
                </a:lnTo>
                <a:lnTo>
                  <a:pt x="56627" y="453"/>
                </a:lnTo>
                <a:lnTo>
                  <a:pt x="61093" y="453"/>
                </a:lnTo>
                <a:lnTo>
                  <a:pt x="62686" y="168"/>
                </a:lnTo>
                <a:lnTo>
                  <a:pt x="64265" y="650"/>
                </a:lnTo>
                <a:lnTo>
                  <a:pt x="66669" y="0"/>
                </a:lnTo>
                <a:lnTo>
                  <a:pt x="67415" y="752"/>
                </a:lnTo>
                <a:lnTo>
                  <a:pt x="66772" y="3859"/>
                </a:lnTo>
                <a:lnTo>
                  <a:pt x="69271" y="4597"/>
                </a:lnTo>
                <a:lnTo>
                  <a:pt x="71953" y="3413"/>
                </a:lnTo>
                <a:lnTo>
                  <a:pt x="74760" y="4114"/>
                </a:lnTo>
                <a:lnTo>
                  <a:pt x="77216" y="3530"/>
                </a:lnTo>
                <a:lnTo>
                  <a:pt x="78005" y="4326"/>
                </a:lnTo>
                <a:lnTo>
                  <a:pt x="77201" y="7286"/>
                </a:lnTo>
                <a:lnTo>
                  <a:pt x="78897" y="8003"/>
                </a:lnTo>
                <a:lnTo>
                  <a:pt x="83852" y="6490"/>
                </a:lnTo>
                <a:lnTo>
                  <a:pt x="84934" y="7805"/>
                </a:lnTo>
                <a:lnTo>
                  <a:pt x="84305" y="10853"/>
                </a:lnTo>
                <a:lnTo>
                  <a:pt x="86490" y="11613"/>
                </a:lnTo>
                <a:lnTo>
                  <a:pt x="90064" y="9954"/>
                </a:lnTo>
                <a:lnTo>
                  <a:pt x="92220" y="11328"/>
                </a:lnTo>
                <a:lnTo>
                  <a:pt x="91197" y="14011"/>
                </a:lnTo>
                <a:lnTo>
                  <a:pt x="92257" y="15070"/>
                </a:lnTo>
                <a:lnTo>
                  <a:pt x="94595" y="13901"/>
                </a:lnTo>
                <a:lnTo>
                  <a:pt x="95758" y="15070"/>
                </a:lnTo>
                <a:lnTo>
                  <a:pt x="94596" y="17409"/>
                </a:lnTo>
                <a:lnTo>
                  <a:pt x="95743" y="18564"/>
                </a:lnTo>
                <a:lnTo>
                  <a:pt x="98148" y="17402"/>
                </a:lnTo>
                <a:lnTo>
                  <a:pt x="99251" y="18622"/>
                </a:lnTo>
                <a:lnTo>
                  <a:pt x="98089" y="20910"/>
                </a:lnTo>
                <a:lnTo>
                  <a:pt x="99054" y="21867"/>
                </a:lnTo>
                <a:lnTo>
                  <a:pt x="101999" y="21056"/>
                </a:lnTo>
                <a:lnTo>
                  <a:pt x="103030" y="23475"/>
                </a:lnTo>
                <a:lnTo>
                  <a:pt x="101327" y="26545"/>
                </a:lnTo>
                <a:lnTo>
                  <a:pt x="102379" y="28964"/>
                </a:lnTo>
                <a:lnTo>
                  <a:pt x="105325" y="28146"/>
                </a:lnTo>
                <a:lnTo>
                  <a:pt x="106026" y="28847"/>
                </a:lnTo>
                <a:lnTo>
                  <a:pt x="105661" y="31515"/>
                </a:lnTo>
                <a:lnTo>
                  <a:pt x="105741" y="32925"/>
                </a:lnTo>
                <a:lnTo>
                  <a:pt x="105339" y="34709"/>
                </a:lnTo>
                <a:lnTo>
                  <a:pt x="105880" y="35966"/>
                </a:lnTo>
                <a:lnTo>
                  <a:pt x="108833" y="35155"/>
                </a:lnTo>
                <a:lnTo>
                  <a:pt x="109630" y="35958"/>
                </a:lnTo>
                <a:lnTo>
                  <a:pt x="109045" y="38414"/>
                </a:lnTo>
                <a:lnTo>
                  <a:pt x="109732" y="41192"/>
                </a:lnTo>
                <a:lnTo>
                  <a:pt x="108490" y="43947"/>
                </a:lnTo>
                <a:lnTo>
                  <a:pt x="109323" y="46424"/>
                </a:lnTo>
                <a:lnTo>
                  <a:pt x="112392" y="45738"/>
                </a:lnTo>
                <a:lnTo>
                  <a:pt x="113036" y="46381"/>
                </a:lnTo>
                <a:lnTo>
                  <a:pt x="112670" y="49048"/>
                </a:lnTo>
                <a:lnTo>
                  <a:pt x="112882" y="53039"/>
                </a:lnTo>
                <a:lnTo>
                  <a:pt x="112699" y="56598"/>
                </a:lnTo>
                <a:lnTo>
                  <a:pt x="112699" y="61064"/>
                </a:lnTo>
                <a:lnTo>
                  <a:pt x="112984" y="62657"/>
                </a:lnTo>
                <a:lnTo>
                  <a:pt x="112509" y="64236"/>
                </a:lnTo>
                <a:lnTo>
                  <a:pt x="113153" y="66648"/>
                </a:lnTo>
                <a:lnTo>
                  <a:pt x="112407" y="67400"/>
                </a:lnTo>
                <a:lnTo>
                  <a:pt x="109293" y="66757"/>
                </a:lnTo>
                <a:lnTo>
                  <a:pt x="108555" y="69250"/>
                </a:lnTo>
                <a:lnTo>
                  <a:pt x="109739" y="71932"/>
                </a:lnTo>
                <a:lnTo>
                  <a:pt x="109045" y="74738"/>
                </a:lnTo>
                <a:lnTo>
                  <a:pt x="109630" y="77194"/>
                </a:lnTo>
                <a:lnTo>
                  <a:pt x="108826" y="77991"/>
                </a:lnTo>
                <a:lnTo>
                  <a:pt x="105873" y="77187"/>
                </a:lnTo>
                <a:lnTo>
                  <a:pt x="105164" y="78882"/>
                </a:lnTo>
                <a:lnTo>
                  <a:pt x="106677" y="83838"/>
                </a:lnTo>
                <a:lnTo>
                  <a:pt x="105354" y="84919"/>
                </a:lnTo>
                <a:lnTo>
                  <a:pt x="102306" y="84291"/>
                </a:lnTo>
                <a:lnTo>
                  <a:pt x="101553" y="86469"/>
                </a:lnTo>
                <a:lnTo>
                  <a:pt x="103213" y="90050"/>
                </a:lnTo>
                <a:lnTo>
                  <a:pt x="101839" y="92206"/>
                </a:lnTo>
                <a:lnTo>
                  <a:pt x="99156" y="91183"/>
                </a:lnTo>
                <a:lnTo>
                  <a:pt x="98097" y="92242"/>
                </a:lnTo>
                <a:lnTo>
                  <a:pt x="99266" y="94581"/>
                </a:lnTo>
                <a:lnTo>
                  <a:pt x="98097" y="95751"/>
                </a:lnTo>
                <a:lnTo>
                  <a:pt x="95758" y="94581"/>
                </a:lnTo>
                <a:lnTo>
                  <a:pt x="94610" y="95736"/>
                </a:lnTo>
                <a:lnTo>
                  <a:pt x="95772" y="98141"/>
                </a:lnTo>
                <a:lnTo>
                  <a:pt x="94552" y="99244"/>
                </a:lnTo>
                <a:lnTo>
                  <a:pt x="92264" y="98082"/>
                </a:lnTo>
                <a:lnTo>
                  <a:pt x="91299" y="99047"/>
                </a:lnTo>
                <a:lnTo>
                  <a:pt x="92118" y="101992"/>
                </a:lnTo>
                <a:lnTo>
                  <a:pt x="89757" y="103001"/>
                </a:lnTo>
                <a:lnTo>
                  <a:pt x="86483" y="101203"/>
                </a:lnTo>
                <a:lnTo>
                  <a:pt x="84152" y="102460"/>
                </a:lnTo>
                <a:lnTo>
                  <a:pt x="85087" y="105259"/>
                </a:lnTo>
                <a:lnTo>
                  <a:pt x="84071" y="106275"/>
                </a:lnTo>
                <a:lnTo>
                  <a:pt x="81849" y="105230"/>
                </a:lnTo>
                <a:lnTo>
                  <a:pt x="80446" y="106158"/>
                </a:lnTo>
                <a:lnTo>
                  <a:pt x="78232" y="105106"/>
                </a:lnTo>
                <a:lnTo>
                  <a:pt x="77303" y="106034"/>
                </a:lnTo>
                <a:lnTo>
                  <a:pt x="78063" y="109038"/>
                </a:lnTo>
                <a:lnTo>
                  <a:pt x="75630" y="109973"/>
                </a:lnTo>
                <a:lnTo>
                  <a:pt x="72743" y="108673"/>
                </a:lnTo>
                <a:lnTo>
                  <a:pt x="70009" y="109352"/>
                </a:lnTo>
                <a:lnTo>
                  <a:pt x="67554" y="108768"/>
                </a:lnTo>
                <a:lnTo>
                  <a:pt x="66859" y="109462"/>
                </a:lnTo>
                <a:lnTo>
                  <a:pt x="67429" y="112634"/>
                </a:lnTo>
                <a:lnTo>
                  <a:pt x="64082" y="1134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58276" y="421494"/>
            <a:ext cx="99695" cy="100330"/>
          </a:xfrm>
          <a:custGeom>
            <a:avLst/>
            <a:gdLst/>
            <a:ahLst/>
            <a:cxnLst/>
            <a:rect l="l" t="t" r="r" b="b"/>
            <a:pathLst>
              <a:path w="99694" h="100329">
                <a:moveTo>
                  <a:pt x="44728" y="99705"/>
                </a:moveTo>
                <a:lnTo>
                  <a:pt x="42309" y="98674"/>
                </a:lnTo>
                <a:lnTo>
                  <a:pt x="43127" y="95722"/>
                </a:lnTo>
                <a:lnTo>
                  <a:pt x="42360" y="94961"/>
                </a:lnTo>
                <a:lnTo>
                  <a:pt x="39831" y="95451"/>
                </a:lnTo>
                <a:lnTo>
                  <a:pt x="37068" y="94969"/>
                </a:lnTo>
                <a:lnTo>
                  <a:pt x="34452" y="95349"/>
                </a:lnTo>
                <a:lnTo>
                  <a:pt x="31338" y="95349"/>
                </a:lnTo>
                <a:lnTo>
                  <a:pt x="29555" y="95671"/>
                </a:lnTo>
                <a:lnTo>
                  <a:pt x="28312" y="95195"/>
                </a:lnTo>
                <a:lnTo>
                  <a:pt x="29072" y="92184"/>
                </a:lnTo>
                <a:lnTo>
                  <a:pt x="28393" y="91512"/>
                </a:lnTo>
                <a:lnTo>
                  <a:pt x="25733" y="91870"/>
                </a:lnTo>
                <a:lnTo>
                  <a:pt x="24556" y="91804"/>
                </a:lnTo>
                <a:lnTo>
                  <a:pt x="22239" y="92213"/>
                </a:lnTo>
                <a:lnTo>
                  <a:pt x="21150" y="91431"/>
                </a:lnTo>
                <a:lnTo>
                  <a:pt x="22224" y="88844"/>
                </a:lnTo>
                <a:lnTo>
                  <a:pt x="21135" y="87748"/>
                </a:lnTo>
                <a:lnTo>
                  <a:pt x="18797" y="88917"/>
                </a:lnTo>
                <a:lnTo>
                  <a:pt x="17628" y="87748"/>
                </a:lnTo>
                <a:lnTo>
                  <a:pt x="18797" y="85409"/>
                </a:lnTo>
                <a:lnTo>
                  <a:pt x="17627" y="84239"/>
                </a:lnTo>
                <a:lnTo>
                  <a:pt x="15296" y="85409"/>
                </a:lnTo>
                <a:lnTo>
                  <a:pt x="14126" y="84240"/>
                </a:lnTo>
                <a:lnTo>
                  <a:pt x="15296" y="81901"/>
                </a:lnTo>
                <a:lnTo>
                  <a:pt x="14126" y="80731"/>
                </a:lnTo>
                <a:lnTo>
                  <a:pt x="11788" y="81901"/>
                </a:lnTo>
                <a:lnTo>
                  <a:pt x="10619" y="80731"/>
                </a:lnTo>
                <a:lnTo>
                  <a:pt x="11788" y="78393"/>
                </a:lnTo>
                <a:lnTo>
                  <a:pt x="10684" y="77289"/>
                </a:lnTo>
                <a:lnTo>
                  <a:pt x="8126" y="78392"/>
                </a:lnTo>
                <a:lnTo>
                  <a:pt x="6774" y="76565"/>
                </a:lnTo>
                <a:lnTo>
                  <a:pt x="8864" y="71742"/>
                </a:lnTo>
                <a:lnTo>
                  <a:pt x="7322" y="70485"/>
                </a:lnTo>
                <a:lnTo>
                  <a:pt x="4363" y="71193"/>
                </a:lnTo>
                <a:lnTo>
                  <a:pt x="3507" y="69147"/>
                </a:lnTo>
                <a:lnTo>
                  <a:pt x="4194" y="65588"/>
                </a:lnTo>
                <a:lnTo>
                  <a:pt x="4194" y="61692"/>
                </a:lnTo>
                <a:lnTo>
                  <a:pt x="4721" y="58762"/>
                </a:lnTo>
                <a:lnTo>
                  <a:pt x="4107" y="56437"/>
                </a:lnTo>
                <a:lnTo>
                  <a:pt x="971" y="57037"/>
                </a:lnTo>
                <a:lnTo>
                  <a:pt x="357" y="56430"/>
                </a:lnTo>
                <a:lnTo>
                  <a:pt x="723" y="53763"/>
                </a:lnTo>
                <a:lnTo>
                  <a:pt x="628" y="52089"/>
                </a:lnTo>
                <a:lnTo>
                  <a:pt x="694" y="47952"/>
                </a:lnTo>
                <a:lnTo>
                  <a:pt x="0" y="44341"/>
                </a:lnTo>
                <a:lnTo>
                  <a:pt x="876" y="42281"/>
                </a:lnTo>
                <a:lnTo>
                  <a:pt x="3836" y="43092"/>
                </a:lnTo>
                <a:lnTo>
                  <a:pt x="4589" y="42332"/>
                </a:lnTo>
                <a:lnTo>
                  <a:pt x="4092" y="39803"/>
                </a:lnTo>
                <a:lnTo>
                  <a:pt x="4582" y="37040"/>
                </a:lnTo>
                <a:lnTo>
                  <a:pt x="4194" y="34416"/>
                </a:lnTo>
                <a:lnTo>
                  <a:pt x="4194" y="31332"/>
                </a:lnTo>
                <a:lnTo>
                  <a:pt x="3866" y="29483"/>
                </a:lnTo>
                <a:lnTo>
                  <a:pt x="4370" y="28263"/>
                </a:lnTo>
                <a:lnTo>
                  <a:pt x="7352" y="29052"/>
                </a:lnTo>
                <a:lnTo>
                  <a:pt x="8031" y="28358"/>
                </a:lnTo>
                <a:lnTo>
                  <a:pt x="7673" y="25697"/>
                </a:lnTo>
                <a:lnTo>
                  <a:pt x="7739" y="24433"/>
                </a:lnTo>
                <a:lnTo>
                  <a:pt x="7322" y="22313"/>
                </a:lnTo>
                <a:lnTo>
                  <a:pt x="8017" y="21151"/>
                </a:lnTo>
                <a:lnTo>
                  <a:pt x="10750" y="22138"/>
                </a:lnTo>
                <a:lnTo>
                  <a:pt x="11788" y="21100"/>
                </a:lnTo>
                <a:lnTo>
                  <a:pt x="10618" y="18761"/>
                </a:lnTo>
                <a:lnTo>
                  <a:pt x="11788" y="17592"/>
                </a:lnTo>
                <a:lnTo>
                  <a:pt x="14127" y="18761"/>
                </a:lnTo>
                <a:lnTo>
                  <a:pt x="15296" y="17592"/>
                </a:lnTo>
                <a:lnTo>
                  <a:pt x="14126" y="15253"/>
                </a:lnTo>
                <a:lnTo>
                  <a:pt x="15296" y="14091"/>
                </a:lnTo>
                <a:lnTo>
                  <a:pt x="17635" y="15260"/>
                </a:lnTo>
                <a:lnTo>
                  <a:pt x="18797" y="14091"/>
                </a:lnTo>
                <a:lnTo>
                  <a:pt x="17627" y="11752"/>
                </a:lnTo>
                <a:lnTo>
                  <a:pt x="18797" y="10583"/>
                </a:lnTo>
                <a:lnTo>
                  <a:pt x="21136" y="11752"/>
                </a:lnTo>
                <a:lnTo>
                  <a:pt x="22159" y="10729"/>
                </a:lnTo>
                <a:lnTo>
                  <a:pt x="21209" y="7944"/>
                </a:lnTo>
                <a:lnTo>
                  <a:pt x="23007" y="6950"/>
                </a:lnTo>
                <a:lnTo>
                  <a:pt x="27852" y="8734"/>
                </a:lnTo>
                <a:lnTo>
                  <a:pt x="28970" y="7367"/>
                </a:lnTo>
                <a:lnTo>
                  <a:pt x="28444" y="4231"/>
                </a:lnTo>
                <a:lnTo>
                  <a:pt x="30739" y="3625"/>
                </a:lnTo>
                <a:lnTo>
                  <a:pt x="33670" y="4151"/>
                </a:lnTo>
                <a:lnTo>
                  <a:pt x="38019" y="4151"/>
                </a:lnTo>
                <a:lnTo>
                  <a:pt x="40577" y="4516"/>
                </a:lnTo>
                <a:lnTo>
                  <a:pt x="42747" y="4144"/>
                </a:lnTo>
                <a:lnTo>
                  <a:pt x="42966" y="4114"/>
                </a:lnTo>
                <a:lnTo>
                  <a:pt x="42550" y="877"/>
                </a:lnTo>
                <a:lnTo>
                  <a:pt x="43237" y="36"/>
                </a:lnTo>
                <a:lnTo>
                  <a:pt x="50720" y="657"/>
                </a:lnTo>
                <a:lnTo>
                  <a:pt x="56260" y="0"/>
                </a:lnTo>
                <a:lnTo>
                  <a:pt x="57058" y="971"/>
                </a:lnTo>
                <a:lnTo>
                  <a:pt x="56429" y="4019"/>
                </a:lnTo>
                <a:lnTo>
                  <a:pt x="57657" y="4451"/>
                </a:lnTo>
                <a:lnTo>
                  <a:pt x="59360" y="4144"/>
                </a:lnTo>
                <a:lnTo>
                  <a:pt x="61289" y="4144"/>
                </a:lnTo>
                <a:lnTo>
                  <a:pt x="62838" y="3873"/>
                </a:lnTo>
                <a:lnTo>
                  <a:pt x="64965" y="4473"/>
                </a:lnTo>
                <a:lnTo>
                  <a:pt x="70096" y="3281"/>
                </a:lnTo>
                <a:lnTo>
                  <a:pt x="71083" y="4480"/>
                </a:lnTo>
                <a:lnTo>
                  <a:pt x="70454" y="7528"/>
                </a:lnTo>
                <a:lnTo>
                  <a:pt x="72669" y="8295"/>
                </a:lnTo>
                <a:lnTo>
                  <a:pt x="76162" y="6643"/>
                </a:lnTo>
                <a:lnTo>
                  <a:pt x="78362" y="7981"/>
                </a:lnTo>
                <a:lnTo>
                  <a:pt x="77361" y="10699"/>
                </a:lnTo>
                <a:lnTo>
                  <a:pt x="78406" y="11745"/>
                </a:lnTo>
                <a:lnTo>
                  <a:pt x="80745" y="10575"/>
                </a:lnTo>
                <a:lnTo>
                  <a:pt x="81914" y="11745"/>
                </a:lnTo>
                <a:lnTo>
                  <a:pt x="80745" y="14083"/>
                </a:lnTo>
                <a:lnTo>
                  <a:pt x="81914" y="15253"/>
                </a:lnTo>
                <a:lnTo>
                  <a:pt x="84245" y="14084"/>
                </a:lnTo>
                <a:lnTo>
                  <a:pt x="85415" y="15253"/>
                </a:lnTo>
                <a:lnTo>
                  <a:pt x="84245" y="17584"/>
                </a:lnTo>
                <a:lnTo>
                  <a:pt x="85415" y="18754"/>
                </a:lnTo>
                <a:lnTo>
                  <a:pt x="87754" y="17584"/>
                </a:lnTo>
                <a:lnTo>
                  <a:pt x="88923" y="18754"/>
                </a:lnTo>
                <a:lnTo>
                  <a:pt x="87753" y="21092"/>
                </a:lnTo>
                <a:lnTo>
                  <a:pt x="88857" y="22196"/>
                </a:lnTo>
                <a:lnTo>
                  <a:pt x="91415" y="21093"/>
                </a:lnTo>
                <a:lnTo>
                  <a:pt x="92767" y="22920"/>
                </a:lnTo>
                <a:lnTo>
                  <a:pt x="90677" y="27743"/>
                </a:lnTo>
                <a:lnTo>
                  <a:pt x="92219" y="29000"/>
                </a:lnTo>
                <a:lnTo>
                  <a:pt x="95186" y="28292"/>
                </a:lnTo>
                <a:lnTo>
                  <a:pt x="96034" y="30353"/>
                </a:lnTo>
                <a:lnTo>
                  <a:pt x="95347" y="33890"/>
                </a:lnTo>
                <a:lnTo>
                  <a:pt x="95347" y="36769"/>
                </a:lnTo>
                <a:lnTo>
                  <a:pt x="95120" y="38180"/>
                </a:lnTo>
                <a:lnTo>
                  <a:pt x="95479" y="39825"/>
                </a:lnTo>
                <a:lnTo>
                  <a:pt x="94930" y="42310"/>
                </a:lnTo>
                <a:lnTo>
                  <a:pt x="95837" y="43216"/>
                </a:lnTo>
                <a:lnTo>
                  <a:pt x="98483" y="42163"/>
                </a:lnTo>
                <a:lnTo>
                  <a:pt x="99228" y="43289"/>
                </a:lnTo>
                <a:lnTo>
                  <a:pt x="98811" y="45540"/>
                </a:lnTo>
                <a:lnTo>
                  <a:pt x="98958" y="48252"/>
                </a:lnTo>
                <a:lnTo>
                  <a:pt x="99338" y="51299"/>
                </a:lnTo>
                <a:lnTo>
                  <a:pt x="98694" y="53872"/>
                </a:lnTo>
                <a:lnTo>
                  <a:pt x="99279" y="56328"/>
                </a:lnTo>
                <a:lnTo>
                  <a:pt x="98599" y="57007"/>
                </a:lnTo>
                <a:lnTo>
                  <a:pt x="95398" y="56481"/>
                </a:lnTo>
                <a:lnTo>
                  <a:pt x="94916" y="58893"/>
                </a:lnTo>
                <a:lnTo>
                  <a:pt x="95347" y="61597"/>
                </a:lnTo>
                <a:lnTo>
                  <a:pt x="95347" y="65588"/>
                </a:lnTo>
                <a:lnTo>
                  <a:pt x="96034" y="69140"/>
                </a:lnTo>
                <a:lnTo>
                  <a:pt x="95172" y="71222"/>
                </a:lnTo>
                <a:lnTo>
                  <a:pt x="92197" y="70433"/>
                </a:lnTo>
                <a:lnTo>
                  <a:pt x="91510" y="71120"/>
                </a:lnTo>
                <a:lnTo>
                  <a:pt x="91868" y="73788"/>
                </a:lnTo>
                <a:lnTo>
                  <a:pt x="91810" y="74943"/>
                </a:lnTo>
                <a:lnTo>
                  <a:pt x="92212" y="77318"/>
                </a:lnTo>
                <a:lnTo>
                  <a:pt x="91408" y="78392"/>
                </a:lnTo>
                <a:lnTo>
                  <a:pt x="88857" y="77289"/>
                </a:lnTo>
                <a:lnTo>
                  <a:pt x="87753" y="78392"/>
                </a:lnTo>
                <a:lnTo>
                  <a:pt x="88923" y="80731"/>
                </a:lnTo>
                <a:lnTo>
                  <a:pt x="87753" y="81901"/>
                </a:lnTo>
                <a:lnTo>
                  <a:pt x="85415" y="80731"/>
                </a:lnTo>
                <a:lnTo>
                  <a:pt x="84246" y="81901"/>
                </a:lnTo>
                <a:lnTo>
                  <a:pt x="85415" y="84239"/>
                </a:lnTo>
                <a:lnTo>
                  <a:pt x="84245" y="85409"/>
                </a:lnTo>
                <a:lnTo>
                  <a:pt x="81914" y="84240"/>
                </a:lnTo>
                <a:lnTo>
                  <a:pt x="80745" y="85409"/>
                </a:lnTo>
                <a:lnTo>
                  <a:pt x="81914" y="87748"/>
                </a:lnTo>
                <a:lnTo>
                  <a:pt x="80745" y="88917"/>
                </a:lnTo>
                <a:lnTo>
                  <a:pt x="78406" y="87748"/>
                </a:lnTo>
                <a:lnTo>
                  <a:pt x="77317" y="88844"/>
                </a:lnTo>
                <a:lnTo>
                  <a:pt x="78391" y="91439"/>
                </a:lnTo>
                <a:lnTo>
                  <a:pt x="76564" y="92739"/>
                </a:lnTo>
                <a:lnTo>
                  <a:pt x="71748" y="90693"/>
                </a:lnTo>
                <a:lnTo>
                  <a:pt x="70513" y="92199"/>
                </a:lnTo>
                <a:lnTo>
                  <a:pt x="71185" y="95203"/>
                </a:lnTo>
                <a:lnTo>
                  <a:pt x="69088" y="96014"/>
                </a:lnTo>
                <a:lnTo>
                  <a:pt x="65652" y="95349"/>
                </a:lnTo>
                <a:lnTo>
                  <a:pt x="62721" y="95349"/>
                </a:lnTo>
                <a:lnTo>
                  <a:pt x="61311" y="95122"/>
                </a:lnTo>
                <a:lnTo>
                  <a:pt x="59681" y="95480"/>
                </a:lnTo>
                <a:lnTo>
                  <a:pt x="57189" y="94940"/>
                </a:lnTo>
                <a:lnTo>
                  <a:pt x="56290" y="95838"/>
                </a:lnTo>
                <a:lnTo>
                  <a:pt x="57343" y="98484"/>
                </a:lnTo>
                <a:lnTo>
                  <a:pt x="56224" y="99230"/>
                </a:lnTo>
                <a:lnTo>
                  <a:pt x="53966" y="98828"/>
                </a:lnTo>
                <a:lnTo>
                  <a:pt x="52343" y="98901"/>
                </a:lnTo>
                <a:lnTo>
                  <a:pt x="50655" y="99127"/>
                </a:lnTo>
                <a:lnTo>
                  <a:pt x="47710" y="98236"/>
                </a:lnTo>
                <a:lnTo>
                  <a:pt x="44728" y="99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79150" y="432128"/>
            <a:ext cx="78742" cy="7849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96712" y="439151"/>
            <a:ext cx="64608" cy="64411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2817726" y="449456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11839" y="43552"/>
                </a:moveTo>
                <a:lnTo>
                  <a:pt x="10831" y="42324"/>
                </a:lnTo>
                <a:lnTo>
                  <a:pt x="11781" y="39671"/>
                </a:lnTo>
                <a:lnTo>
                  <a:pt x="10546" y="38875"/>
                </a:lnTo>
                <a:lnTo>
                  <a:pt x="8331" y="39912"/>
                </a:lnTo>
                <a:lnTo>
                  <a:pt x="7264" y="38838"/>
                </a:lnTo>
                <a:lnTo>
                  <a:pt x="8309" y="36192"/>
                </a:lnTo>
                <a:lnTo>
                  <a:pt x="7301" y="35513"/>
                </a:lnTo>
                <a:lnTo>
                  <a:pt x="4480" y="36258"/>
                </a:lnTo>
                <a:lnTo>
                  <a:pt x="3756" y="34913"/>
                </a:lnTo>
                <a:lnTo>
                  <a:pt x="4641" y="33269"/>
                </a:lnTo>
                <a:lnTo>
                  <a:pt x="4246" y="32311"/>
                </a:lnTo>
                <a:lnTo>
                  <a:pt x="3544" y="31844"/>
                </a:lnTo>
                <a:lnTo>
                  <a:pt x="1322" y="32896"/>
                </a:lnTo>
                <a:lnTo>
                  <a:pt x="285" y="31858"/>
                </a:lnTo>
                <a:lnTo>
                  <a:pt x="935" y="29454"/>
                </a:lnTo>
                <a:lnTo>
                  <a:pt x="460" y="27868"/>
                </a:lnTo>
                <a:lnTo>
                  <a:pt x="738" y="26274"/>
                </a:lnTo>
                <a:lnTo>
                  <a:pt x="738" y="23037"/>
                </a:lnTo>
                <a:lnTo>
                  <a:pt x="431" y="20508"/>
                </a:lnTo>
                <a:lnTo>
                  <a:pt x="891" y="17212"/>
                </a:lnTo>
                <a:lnTo>
                  <a:pt x="0" y="11869"/>
                </a:lnTo>
                <a:lnTo>
                  <a:pt x="1439" y="10685"/>
                </a:lnTo>
                <a:lnTo>
                  <a:pt x="3457" y="11716"/>
                </a:lnTo>
                <a:lnTo>
                  <a:pt x="4246" y="11262"/>
                </a:lnTo>
                <a:lnTo>
                  <a:pt x="4648" y="10312"/>
                </a:lnTo>
                <a:lnTo>
                  <a:pt x="3749" y="8646"/>
                </a:lnTo>
                <a:lnTo>
                  <a:pt x="4531" y="7235"/>
                </a:lnTo>
                <a:lnTo>
                  <a:pt x="7315" y="8193"/>
                </a:lnTo>
                <a:lnTo>
                  <a:pt x="8236" y="7265"/>
                </a:lnTo>
                <a:lnTo>
                  <a:pt x="7191" y="4619"/>
                </a:lnTo>
                <a:lnTo>
                  <a:pt x="8558" y="3734"/>
                </a:lnTo>
                <a:lnTo>
                  <a:pt x="10385" y="4684"/>
                </a:lnTo>
                <a:lnTo>
                  <a:pt x="11255" y="4246"/>
                </a:lnTo>
                <a:lnTo>
                  <a:pt x="11723" y="3544"/>
                </a:lnTo>
                <a:lnTo>
                  <a:pt x="10670" y="1323"/>
                </a:lnTo>
                <a:lnTo>
                  <a:pt x="11708" y="285"/>
                </a:lnTo>
                <a:lnTo>
                  <a:pt x="14120" y="928"/>
                </a:lnTo>
                <a:lnTo>
                  <a:pt x="15691" y="453"/>
                </a:lnTo>
                <a:lnTo>
                  <a:pt x="17291" y="738"/>
                </a:lnTo>
                <a:lnTo>
                  <a:pt x="20522" y="738"/>
                </a:lnTo>
                <a:lnTo>
                  <a:pt x="23043" y="423"/>
                </a:lnTo>
                <a:lnTo>
                  <a:pt x="26347" y="891"/>
                </a:lnTo>
                <a:lnTo>
                  <a:pt x="31697" y="0"/>
                </a:lnTo>
                <a:lnTo>
                  <a:pt x="32866" y="1439"/>
                </a:lnTo>
                <a:lnTo>
                  <a:pt x="31843" y="3449"/>
                </a:lnTo>
                <a:lnTo>
                  <a:pt x="32296" y="4246"/>
                </a:lnTo>
                <a:lnTo>
                  <a:pt x="33166" y="4677"/>
                </a:lnTo>
                <a:lnTo>
                  <a:pt x="35008" y="3698"/>
                </a:lnTo>
                <a:lnTo>
                  <a:pt x="36367" y="4626"/>
                </a:lnTo>
                <a:lnTo>
                  <a:pt x="35307" y="7257"/>
                </a:lnTo>
                <a:lnTo>
                  <a:pt x="36353" y="8310"/>
                </a:lnTo>
                <a:lnTo>
                  <a:pt x="38808" y="7162"/>
                </a:lnTo>
                <a:lnTo>
                  <a:pt x="39853" y="8405"/>
                </a:lnTo>
                <a:lnTo>
                  <a:pt x="38713" y="10663"/>
                </a:lnTo>
                <a:lnTo>
                  <a:pt x="39795" y="11752"/>
                </a:lnTo>
                <a:lnTo>
                  <a:pt x="42441" y="10700"/>
                </a:lnTo>
                <a:lnTo>
                  <a:pt x="43266" y="11949"/>
                </a:lnTo>
                <a:lnTo>
                  <a:pt x="42623" y="13945"/>
                </a:lnTo>
                <a:lnTo>
                  <a:pt x="43040" y="15794"/>
                </a:lnTo>
                <a:lnTo>
                  <a:pt x="42813" y="17226"/>
                </a:lnTo>
                <a:lnTo>
                  <a:pt x="42813" y="20544"/>
                </a:lnTo>
                <a:lnTo>
                  <a:pt x="43113" y="23059"/>
                </a:lnTo>
                <a:lnTo>
                  <a:pt x="42660" y="26362"/>
                </a:lnTo>
                <a:lnTo>
                  <a:pt x="43552" y="31712"/>
                </a:lnTo>
                <a:lnTo>
                  <a:pt x="42302" y="32728"/>
                </a:lnTo>
                <a:lnTo>
                  <a:pt x="39641" y="31785"/>
                </a:lnTo>
                <a:lnTo>
                  <a:pt x="38852" y="33013"/>
                </a:lnTo>
                <a:lnTo>
                  <a:pt x="39890" y="35235"/>
                </a:lnTo>
                <a:lnTo>
                  <a:pt x="38815" y="36309"/>
                </a:lnTo>
                <a:lnTo>
                  <a:pt x="36170" y="35257"/>
                </a:lnTo>
                <a:lnTo>
                  <a:pt x="35497" y="36273"/>
                </a:lnTo>
                <a:lnTo>
                  <a:pt x="36243" y="39094"/>
                </a:lnTo>
                <a:lnTo>
                  <a:pt x="34898" y="39817"/>
                </a:lnTo>
                <a:lnTo>
                  <a:pt x="33247" y="38933"/>
                </a:lnTo>
                <a:lnTo>
                  <a:pt x="32296" y="39328"/>
                </a:lnTo>
                <a:lnTo>
                  <a:pt x="31836" y="40029"/>
                </a:lnTo>
                <a:lnTo>
                  <a:pt x="32881" y="42251"/>
                </a:lnTo>
                <a:lnTo>
                  <a:pt x="31843" y="43289"/>
                </a:lnTo>
                <a:lnTo>
                  <a:pt x="29431" y="42639"/>
                </a:lnTo>
                <a:lnTo>
                  <a:pt x="26873" y="43413"/>
                </a:lnTo>
                <a:lnTo>
                  <a:pt x="23789" y="42836"/>
                </a:lnTo>
                <a:lnTo>
                  <a:pt x="20646" y="42836"/>
                </a:lnTo>
                <a:lnTo>
                  <a:pt x="19397" y="42967"/>
                </a:lnTo>
                <a:lnTo>
                  <a:pt x="17226" y="42712"/>
                </a:lnTo>
                <a:lnTo>
                  <a:pt x="11839" y="43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042977" y="464227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400575" y="505579"/>
            <a:ext cx="141605" cy="142240"/>
          </a:xfrm>
          <a:custGeom>
            <a:avLst/>
            <a:gdLst/>
            <a:ahLst/>
            <a:cxnLst/>
            <a:rect l="l" t="t" r="r" b="b"/>
            <a:pathLst>
              <a:path w="141605" h="142240">
                <a:moveTo>
                  <a:pt x="85072" y="141627"/>
                </a:moveTo>
                <a:lnTo>
                  <a:pt x="81023" y="141043"/>
                </a:lnTo>
                <a:lnTo>
                  <a:pt x="58030" y="141043"/>
                </a:lnTo>
                <a:lnTo>
                  <a:pt x="55334" y="141467"/>
                </a:lnTo>
                <a:lnTo>
                  <a:pt x="52929" y="140991"/>
                </a:lnTo>
                <a:lnTo>
                  <a:pt x="53448" y="137783"/>
                </a:lnTo>
                <a:lnTo>
                  <a:pt x="52768" y="137103"/>
                </a:lnTo>
                <a:lnTo>
                  <a:pt x="50313" y="137688"/>
                </a:lnTo>
                <a:lnTo>
                  <a:pt x="47608" y="137015"/>
                </a:lnTo>
                <a:lnTo>
                  <a:pt x="44663" y="138346"/>
                </a:lnTo>
                <a:lnTo>
                  <a:pt x="42251" y="137359"/>
                </a:lnTo>
                <a:lnTo>
                  <a:pt x="43041" y="134384"/>
                </a:lnTo>
                <a:lnTo>
                  <a:pt x="42346" y="133690"/>
                </a:lnTo>
                <a:lnTo>
                  <a:pt x="39686" y="134048"/>
                </a:lnTo>
                <a:lnTo>
                  <a:pt x="38312" y="133982"/>
                </a:lnTo>
                <a:lnTo>
                  <a:pt x="36434" y="134391"/>
                </a:lnTo>
                <a:lnTo>
                  <a:pt x="35206" y="133807"/>
                </a:lnTo>
                <a:lnTo>
                  <a:pt x="36068" y="130913"/>
                </a:lnTo>
                <a:lnTo>
                  <a:pt x="35337" y="130189"/>
                </a:lnTo>
                <a:lnTo>
                  <a:pt x="32677" y="130540"/>
                </a:lnTo>
                <a:lnTo>
                  <a:pt x="31471" y="130481"/>
                </a:lnTo>
                <a:lnTo>
                  <a:pt x="29220" y="130891"/>
                </a:lnTo>
                <a:lnTo>
                  <a:pt x="28102" y="130138"/>
                </a:lnTo>
                <a:lnTo>
                  <a:pt x="29154" y="127499"/>
                </a:lnTo>
                <a:lnTo>
                  <a:pt x="28175" y="126520"/>
                </a:lnTo>
                <a:lnTo>
                  <a:pt x="25529" y="127572"/>
                </a:lnTo>
                <a:lnTo>
                  <a:pt x="24652" y="126250"/>
                </a:lnTo>
                <a:lnTo>
                  <a:pt x="25741" y="124196"/>
                </a:lnTo>
                <a:lnTo>
                  <a:pt x="24659" y="122909"/>
                </a:lnTo>
                <a:lnTo>
                  <a:pt x="22203" y="124057"/>
                </a:lnTo>
                <a:lnTo>
                  <a:pt x="21071" y="122917"/>
                </a:lnTo>
                <a:lnTo>
                  <a:pt x="22233" y="120578"/>
                </a:lnTo>
                <a:lnTo>
                  <a:pt x="21071" y="119409"/>
                </a:lnTo>
                <a:lnTo>
                  <a:pt x="18732" y="120578"/>
                </a:lnTo>
                <a:lnTo>
                  <a:pt x="17658" y="119504"/>
                </a:lnTo>
                <a:lnTo>
                  <a:pt x="18710" y="116858"/>
                </a:lnTo>
                <a:lnTo>
                  <a:pt x="17387" y="115981"/>
                </a:lnTo>
                <a:lnTo>
                  <a:pt x="15333" y="117070"/>
                </a:lnTo>
                <a:lnTo>
                  <a:pt x="14054" y="115988"/>
                </a:lnTo>
                <a:lnTo>
                  <a:pt x="15194" y="113532"/>
                </a:lnTo>
                <a:lnTo>
                  <a:pt x="14142" y="112480"/>
                </a:lnTo>
                <a:lnTo>
                  <a:pt x="11525" y="113554"/>
                </a:lnTo>
                <a:lnTo>
                  <a:pt x="10261" y="111720"/>
                </a:lnTo>
                <a:lnTo>
                  <a:pt x="12286" y="106903"/>
                </a:lnTo>
                <a:lnTo>
                  <a:pt x="10721" y="105632"/>
                </a:lnTo>
                <a:lnTo>
                  <a:pt x="7834" y="106406"/>
                </a:lnTo>
                <a:lnTo>
                  <a:pt x="7030" y="104689"/>
                </a:lnTo>
                <a:lnTo>
                  <a:pt x="8660" y="99785"/>
                </a:lnTo>
                <a:lnTo>
                  <a:pt x="7257" y="98645"/>
                </a:lnTo>
                <a:lnTo>
                  <a:pt x="4290" y="99354"/>
                </a:lnTo>
                <a:lnTo>
                  <a:pt x="3318" y="96978"/>
                </a:lnTo>
                <a:lnTo>
                  <a:pt x="4648" y="94018"/>
                </a:lnTo>
                <a:lnTo>
                  <a:pt x="3975" y="91314"/>
                </a:lnTo>
                <a:lnTo>
                  <a:pt x="4560" y="88859"/>
                </a:lnTo>
                <a:lnTo>
                  <a:pt x="3880" y="88179"/>
                </a:lnTo>
                <a:lnTo>
                  <a:pt x="672" y="88705"/>
                </a:lnTo>
                <a:lnTo>
                  <a:pt x="0" y="85263"/>
                </a:lnTo>
                <a:lnTo>
                  <a:pt x="621" y="81133"/>
                </a:lnTo>
                <a:lnTo>
                  <a:pt x="621" y="58155"/>
                </a:lnTo>
                <a:lnTo>
                  <a:pt x="226" y="55509"/>
                </a:lnTo>
                <a:lnTo>
                  <a:pt x="672" y="53083"/>
                </a:lnTo>
                <a:lnTo>
                  <a:pt x="3888" y="53587"/>
                </a:lnTo>
                <a:lnTo>
                  <a:pt x="4560" y="52915"/>
                </a:lnTo>
                <a:lnTo>
                  <a:pt x="3975" y="50459"/>
                </a:lnTo>
                <a:lnTo>
                  <a:pt x="4662" y="47689"/>
                </a:lnTo>
                <a:lnTo>
                  <a:pt x="3405" y="44912"/>
                </a:lnTo>
                <a:lnTo>
                  <a:pt x="4261" y="42441"/>
                </a:lnTo>
                <a:lnTo>
                  <a:pt x="7316" y="43143"/>
                </a:lnTo>
                <a:lnTo>
                  <a:pt x="7966" y="42493"/>
                </a:lnTo>
                <a:lnTo>
                  <a:pt x="7608" y="39825"/>
                </a:lnTo>
                <a:lnTo>
                  <a:pt x="7681" y="38451"/>
                </a:lnTo>
                <a:lnTo>
                  <a:pt x="7272" y="36573"/>
                </a:lnTo>
                <a:lnTo>
                  <a:pt x="7856" y="35337"/>
                </a:lnTo>
                <a:lnTo>
                  <a:pt x="10751" y="36200"/>
                </a:lnTo>
                <a:lnTo>
                  <a:pt x="11474" y="35469"/>
                </a:lnTo>
                <a:lnTo>
                  <a:pt x="11109" y="32809"/>
                </a:lnTo>
                <a:lnTo>
                  <a:pt x="11175" y="31610"/>
                </a:lnTo>
                <a:lnTo>
                  <a:pt x="10765" y="29329"/>
                </a:lnTo>
                <a:lnTo>
                  <a:pt x="11525" y="28226"/>
                </a:lnTo>
                <a:lnTo>
                  <a:pt x="14149" y="29286"/>
                </a:lnTo>
                <a:lnTo>
                  <a:pt x="15128" y="28299"/>
                </a:lnTo>
                <a:lnTo>
                  <a:pt x="14083" y="25653"/>
                </a:lnTo>
                <a:lnTo>
                  <a:pt x="15348" y="24820"/>
                </a:lnTo>
                <a:lnTo>
                  <a:pt x="17562" y="25872"/>
                </a:lnTo>
                <a:lnTo>
                  <a:pt x="18732" y="24703"/>
                </a:lnTo>
                <a:lnTo>
                  <a:pt x="17562" y="22364"/>
                </a:lnTo>
                <a:lnTo>
                  <a:pt x="18637" y="21290"/>
                </a:lnTo>
                <a:lnTo>
                  <a:pt x="21282" y="22342"/>
                </a:lnTo>
                <a:lnTo>
                  <a:pt x="22101" y="21107"/>
                </a:lnTo>
                <a:lnTo>
                  <a:pt x="21078" y="18812"/>
                </a:lnTo>
                <a:lnTo>
                  <a:pt x="22269" y="17701"/>
                </a:lnTo>
                <a:lnTo>
                  <a:pt x="24564" y="18871"/>
                </a:lnTo>
                <a:lnTo>
                  <a:pt x="25646" y="17789"/>
                </a:lnTo>
                <a:lnTo>
                  <a:pt x="24593" y="15143"/>
                </a:lnTo>
                <a:lnTo>
                  <a:pt x="25967" y="14230"/>
                </a:lnTo>
                <a:lnTo>
                  <a:pt x="27846" y="15304"/>
                </a:lnTo>
                <a:lnTo>
                  <a:pt x="29213" y="14412"/>
                </a:lnTo>
                <a:lnTo>
                  <a:pt x="28182" y="11745"/>
                </a:lnTo>
                <a:lnTo>
                  <a:pt x="28993" y="10933"/>
                </a:lnTo>
                <a:lnTo>
                  <a:pt x="31654" y="11291"/>
                </a:lnTo>
                <a:lnTo>
                  <a:pt x="32925" y="11226"/>
                </a:lnTo>
                <a:lnTo>
                  <a:pt x="35030" y="11635"/>
                </a:lnTo>
                <a:lnTo>
                  <a:pt x="36200" y="10955"/>
                </a:lnTo>
                <a:lnTo>
                  <a:pt x="35220" y="8207"/>
                </a:lnTo>
                <a:lnTo>
                  <a:pt x="36002" y="7425"/>
                </a:lnTo>
                <a:lnTo>
                  <a:pt x="38663" y="7783"/>
                </a:lnTo>
                <a:lnTo>
                  <a:pt x="39964" y="7717"/>
                </a:lnTo>
                <a:lnTo>
                  <a:pt x="42003" y="8127"/>
                </a:lnTo>
                <a:lnTo>
                  <a:pt x="43187" y="7476"/>
                </a:lnTo>
                <a:lnTo>
                  <a:pt x="42244" y="4684"/>
                </a:lnTo>
                <a:lnTo>
                  <a:pt x="43136" y="3793"/>
                </a:lnTo>
                <a:lnTo>
                  <a:pt x="45548" y="4436"/>
                </a:lnTo>
                <a:lnTo>
                  <a:pt x="48303" y="3588"/>
                </a:lnTo>
                <a:lnTo>
                  <a:pt x="51007" y="4757"/>
                </a:lnTo>
                <a:lnTo>
                  <a:pt x="53214" y="4253"/>
                </a:lnTo>
                <a:lnTo>
                  <a:pt x="53506" y="4187"/>
                </a:lnTo>
                <a:lnTo>
                  <a:pt x="52958" y="1008"/>
                </a:lnTo>
                <a:lnTo>
                  <a:pt x="53587" y="372"/>
                </a:lnTo>
                <a:lnTo>
                  <a:pt x="56159" y="818"/>
                </a:lnTo>
                <a:lnTo>
                  <a:pt x="62343" y="0"/>
                </a:lnTo>
                <a:lnTo>
                  <a:pt x="68591" y="745"/>
                </a:lnTo>
                <a:lnTo>
                  <a:pt x="83464" y="745"/>
                </a:lnTo>
                <a:lnTo>
                  <a:pt x="86154" y="321"/>
                </a:lnTo>
                <a:lnTo>
                  <a:pt x="88566" y="796"/>
                </a:lnTo>
                <a:lnTo>
                  <a:pt x="88047" y="4005"/>
                </a:lnTo>
                <a:lnTo>
                  <a:pt x="88719" y="4684"/>
                </a:lnTo>
                <a:lnTo>
                  <a:pt x="91182" y="4100"/>
                </a:lnTo>
                <a:lnTo>
                  <a:pt x="93879" y="4779"/>
                </a:lnTo>
                <a:lnTo>
                  <a:pt x="96832" y="3442"/>
                </a:lnTo>
                <a:lnTo>
                  <a:pt x="99243" y="4428"/>
                </a:lnTo>
                <a:lnTo>
                  <a:pt x="98454" y="7403"/>
                </a:lnTo>
                <a:lnTo>
                  <a:pt x="99148" y="8097"/>
                </a:lnTo>
                <a:lnTo>
                  <a:pt x="101809" y="7739"/>
                </a:lnTo>
                <a:lnTo>
                  <a:pt x="103176" y="7805"/>
                </a:lnTo>
                <a:lnTo>
                  <a:pt x="105054" y="7396"/>
                </a:lnTo>
                <a:lnTo>
                  <a:pt x="106289" y="7988"/>
                </a:lnTo>
                <a:lnTo>
                  <a:pt x="105427" y="10875"/>
                </a:lnTo>
                <a:lnTo>
                  <a:pt x="106157" y="11599"/>
                </a:lnTo>
                <a:lnTo>
                  <a:pt x="108818" y="11248"/>
                </a:lnTo>
                <a:lnTo>
                  <a:pt x="110017" y="11306"/>
                </a:lnTo>
                <a:lnTo>
                  <a:pt x="112275" y="10897"/>
                </a:lnTo>
                <a:lnTo>
                  <a:pt x="113393" y="11650"/>
                </a:lnTo>
                <a:lnTo>
                  <a:pt x="112341" y="14288"/>
                </a:lnTo>
                <a:lnTo>
                  <a:pt x="113320" y="15268"/>
                </a:lnTo>
                <a:lnTo>
                  <a:pt x="115966" y="14215"/>
                </a:lnTo>
                <a:lnTo>
                  <a:pt x="116843" y="15538"/>
                </a:lnTo>
                <a:lnTo>
                  <a:pt x="115754" y="17592"/>
                </a:lnTo>
                <a:lnTo>
                  <a:pt x="116828" y="18878"/>
                </a:lnTo>
                <a:lnTo>
                  <a:pt x="119291" y="17731"/>
                </a:lnTo>
                <a:lnTo>
                  <a:pt x="120424" y="18871"/>
                </a:lnTo>
                <a:lnTo>
                  <a:pt x="119255" y="21209"/>
                </a:lnTo>
                <a:lnTo>
                  <a:pt x="120424" y="22371"/>
                </a:lnTo>
                <a:lnTo>
                  <a:pt x="122763" y="21202"/>
                </a:lnTo>
                <a:lnTo>
                  <a:pt x="123830" y="22276"/>
                </a:lnTo>
                <a:lnTo>
                  <a:pt x="122785" y="24922"/>
                </a:lnTo>
                <a:lnTo>
                  <a:pt x="124108" y="25799"/>
                </a:lnTo>
                <a:lnTo>
                  <a:pt x="126162" y="24710"/>
                </a:lnTo>
                <a:lnTo>
                  <a:pt x="127441" y="25792"/>
                </a:lnTo>
                <a:lnTo>
                  <a:pt x="126300" y="28248"/>
                </a:lnTo>
                <a:lnTo>
                  <a:pt x="127338" y="29286"/>
                </a:lnTo>
                <a:lnTo>
                  <a:pt x="129991" y="28241"/>
                </a:lnTo>
                <a:lnTo>
                  <a:pt x="131197" y="30075"/>
                </a:lnTo>
                <a:lnTo>
                  <a:pt x="129224" y="34884"/>
                </a:lnTo>
                <a:lnTo>
                  <a:pt x="130766" y="36148"/>
                </a:lnTo>
                <a:lnTo>
                  <a:pt x="133653" y="35374"/>
                </a:lnTo>
                <a:lnTo>
                  <a:pt x="134464" y="37084"/>
                </a:lnTo>
                <a:lnTo>
                  <a:pt x="132834" y="41988"/>
                </a:lnTo>
                <a:lnTo>
                  <a:pt x="134230" y="43135"/>
                </a:lnTo>
                <a:lnTo>
                  <a:pt x="137205" y="42434"/>
                </a:lnTo>
                <a:lnTo>
                  <a:pt x="138170" y="44802"/>
                </a:lnTo>
                <a:lnTo>
                  <a:pt x="136847" y="47755"/>
                </a:lnTo>
                <a:lnTo>
                  <a:pt x="137519" y="50466"/>
                </a:lnTo>
                <a:lnTo>
                  <a:pt x="136935" y="52921"/>
                </a:lnTo>
                <a:lnTo>
                  <a:pt x="137607" y="53601"/>
                </a:lnTo>
                <a:lnTo>
                  <a:pt x="140823" y="53082"/>
                </a:lnTo>
                <a:lnTo>
                  <a:pt x="141495" y="56518"/>
                </a:lnTo>
                <a:lnTo>
                  <a:pt x="140867" y="60647"/>
                </a:lnTo>
                <a:lnTo>
                  <a:pt x="140867" y="83625"/>
                </a:lnTo>
                <a:lnTo>
                  <a:pt x="141269" y="86271"/>
                </a:lnTo>
                <a:lnTo>
                  <a:pt x="140823" y="88697"/>
                </a:lnTo>
                <a:lnTo>
                  <a:pt x="137600" y="88193"/>
                </a:lnTo>
                <a:lnTo>
                  <a:pt x="136935" y="88865"/>
                </a:lnTo>
                <a:lnTo>
                  <a:pt x="137519" y="91321"/>
                </a:lnTo>
                <a:lnTo>
                  <a:pt x="136847" y="94033"/>
                </a:lnTo>
                <a:lnTo>
                  <a:pt x="138170" y="96985"/>
                </a:lnTo>
                <a:lnTo>
                  <a:pt x="137191" y="99390"/>
                </a:lnTo>
                <a:lnTo>
                  <a:pt x="134209" y="98600"/>
                </a:lnTo>
                <a:lnTo>
                  <a:pt x="133529" y="99288"/>
                </a:lnTo>
                <a:lnTo>
                  <a:pt x="133887" y="101955"/>
                </a:lnTo>
                <a:lnTo>
                  <a:pt x="133814" y="103329"/>
                </a:lnTo>
                <a:lnTo>
                  <a:pt x="134223" y="105208"/>
                </a:lnTo>
                <a:lnTo>
                  <a:pt x="133638" y="106443"/>
                </a:lnTo>
                <a:lnTo>
                  <a:pt x="130744" y="105580"/>
                </a:lnTo>
                <a:lnTo>
                  <a:pt x="130021" y="106304"/>
                </a:lnTo>
                <a:lnTo>
                  <a:pt x="130379" y="108972"/>
                </a:lnTo>
                <a:lnTo>
                  <a:pt x="130320" y="110170"/>
                </a:lnTo>
                <a:lnTo>
                  <a:pt x="130729" y="112429"/>
                </a:lnTo>
                <a:lnTo>
                  <a:pt x="129977" y="113547"/>
                </a:lnTo>
                <a:lnTo>
                  <a:pt x="127338" y="112495"/>
                </a:lnTo>
                <a:lnTo>
                  <a:pt x="126359" y="113474"/>
                </a:lnTo>
                <a:lnTo>
                  <a:pt x="127411" y="116119"/>
                </a:lnTo>
                <a:lnTo>
                  <a:pt x="126088" y="116997"/>
                </a:lnTo>
                <a:lnTo>
                  <a:pt x="124035" y="115900"/>
                </a:lnTo>
                <a:lnTo>
                  <a:pt x="122756" y="116982"/>
                </a:lnTo>
                <a:lnTo>
                  <a:pt x="123896" y="119438"/>
                </a:lnTo>
                <a:lnTo>
                  <a:pt x="122763" y="120578"/>
                </a:lnTo>
                <a:lnTo>
                  <a:pt x="120424" y="119409"/>
                </a:lnTo>
                <a:lnTo>
                  <a:pt x="119255" y="120578"/>
                </a:lnTo>
                <a:lnTo>
                  <a:pt x="120424" y="122917"/>
                </a:lnTo>
                <a:lnTo>
                  <a:pt x="119350" y="123991"/>
                </a:lnTo>
                <a:lnTo>
                  <a:pt x="116704" y="122939"/>
                </a:lnTo>
                <a:lnTo>
                  <a:pt x="115834" y="124262"/>
                </a:lnTo>
                <a:lnTo>
                  <a:pt x="116916" y="126315"/>
                </a:lnTo>
                <a:lnTo>
                  <a:pt x="115842" y="127602"/>
                </a:lnTo>
                <a:lnTo>
                  <a:pt x="113386" y="126454"/>
                </a:lnTo>
                <a:lnTo>
                  <a:pt x="112334" y="127507"/>
                </a:lnTo>
                <a:lnTo>
                  <a:pt x="113401" y="130123"/>
                </a:lnTo>
                <a:lnTo>
                  <a:pt x="111566" y="131395"/>
                </a:lnTo>
                <a:lnTo>
                  <a:pt x="106750" y="129370"/>
                </a:lnTo>
                <a:lnTo>
                  <a:pt x="105478" y="130927"/>
                </a:lnTo>
                <a:lnTo>
                  <a:pt x="106253" y="133821"/>
                </a:lnTo>
                <a:lnTo>
                  <a:pt x="104542" y="134633"/>
                </a:lnTo>
                <a:lnTo>
                  <a:pt x="99631" y="133003"/>
                </a:lnTo>
                <a:lnTo>
                  <a:pt x="98491" y="134399"/>
                </a:lnTo>
                <a:lnTo>
                  <a:pt x="99200" y="137373"/>
                </a:lnTo>
                <a:lnTo>
                  <a:pt x="96825" y="138346"/>
                </a:lnTo>
                <a:lnTo>
                  <a:pt x="93865" y="137015"/>
                </a:lnTo>
                <a:lnTo>
                  <a:pt x="91161" y="137688"/>
                </a:lnTo>
                <a:lnTo>
                  <a:pt x="88705" y="137103"/>
                </a:lnTo>
                <a:lnTo>
                  <a:pt x="88040" y="137775"/>
                </a:lnTo>
                <a:lnTo>
                  <a:pt x="88537" y="140991"/>
                </a:lnTo>
                <a:lnTo>
                  <a:pt x="85072" y="1416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614498" y="509000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65778" y="134604"/>
                </a:moveTo>
                <a:lnTo>
                  <a:pt x="63176" y="133961"/>
                </a:lnTo>
                <a:lnTo>
                  <a:pt x="60720" y="134546"/>
                </a:lnTo>
                <a:lnTo>
                  <a:pt x="60048" y="133866"/>
                </a:lnTo>
                <a:lnTo>
                  <a:pt x="60567" y="130657"/>
                </a:lnTo>
                <a:lnTo>
                  <a:pt x="55838" y="129714"/>
                </a:lnTo>
                <a:lnTo>
                  <a:pt x="50678" y="131695"/>
                </a:lnTo>
                <a:lnTo>
                  <a:pt x="45957" y="130526"/>
                </a:lnTo>
                <a:lnTo>
                  <a:pt x="46534" y="127368"/>
                </a:lnTo>
                <a:lnTo>
                  <a:pt x="45833" y="126667"/>
                </a:lnTo>
                <a:lnTo>
                  <a:pt x="43377" y="127251"/>
                </a:lnTo>
                <a:lnTo>
                  <a:pt x="40738" y="126594"/>
                </a:lnTo>
                <a:lnTo>
                  <a:pt x="37610" y="127968"/>
                </a:lnTo>
                <a:lnTo>
                  <a:pt x="35279" y="126879"/>
                </a:lnTo>
                <a:lnTo>
                  <a:pt x="36134" y="123977"/>
                </a:lnTo>
                <a:lnTo>
                  <a:pt x="35155" y="123005"/>
                </a:lnTo>
                <a:lnTo>
                  <a:pt x="32823" y="124174"/>
                </a:lnTo>
                <a:lnTo>
                  <a:pt x="31654" y="123005"/>
                </a:lnTo>
                <a:lnTo>
                  <a:pt x="32823" y="120666"/>
                </a:lnTo>
                <a:lnTo>
                  <a:pt x="31661" y="119504"/>
                </a:lnTo>
                <a:lnTo>
                  <a:pt x="29432" y="120520"/>
                </a:lnTo>
                <a:lnTo>
                  <a:pt x="28021" y="119643"/>
                </a:lnTo>
                <a:lnTo>
                  <a:pt x="25799" y="120659"/>
                </a:lnTo>
                <a:lnTo>
                  <a:pt x="24740" y="119592"/>
                </a:lnTo>
                <a:lnTo>
                  <a:pt x="25785" y="116946"/>
                </a:lnTo>
                <a:lnTo>
                  <a:pt x="24491" y="116084"/>
                </a:lnTo>
                <a:lnTo>
                  <a:pt x="22357" y="117158"/>
                </a:lnTo>
                <a:lnTo>
                  <a:pt x="21129" y="116032"/>
                </a:lnTo>
                <a:lnTo>
                  <a:pt x="22291" y="113635"/>
                </a:lnTo>
                <a:lnTo>
                  <a:pt x="21231" y="112576"/>
                </a:lnTo>
                <a:lnTo>
                  <a:pt x="18586" y="113628"/>
                </a:lnTo>
                <a:lnTo>
                  <a:pt x="17716" y="112305"/>
                </a:lnTo>
                <a:lnTo>
                  <a:pt x="18805" y="110251"/>
                </a:lnTo>
                <a:lnTo>
                  <a:pt x="17723" y="108972"/>
                </a:lnTo>
                <a:lnTo>
                  <a:pt x="15268" y="110120"/>
                </a:lnTo>
                <a:lnTo>
                  <a:pt x="14120" y="108965"/>
                </a:lnTo>
                <a:lnTo>
                  <a:pt x="15224" y="106736"/>
                </a:lnTo>
                <a:lnTo>
                  <a:pt x="14208" y="105376"/>
                </a:lnTo>
                <a:lnTo>
                  <a:pt x="15311" y="103147"/>
                </a:lnTo>
                <a:lnTo>
                  <a:pt x="14127" y="101971"/>
                </a:lnTo>
                <a:lnTo>
                  <a:pt x="11796" y="103140"/>
                </a:lnTo>
                <a:lnTo>
                  <a:pt x="10626" y="101971"/>
                </a:lnTo>
                <a:lnTo>
                  <a:pt x="11796" y="99632"/>
                </a:lnTo>
                <a:lnTo>
                  <a:pt x="10809" y="98652"/>
                </a:lnTo>
                <a:lnTo>
                  <a:pt x="7930" y="99522"/>
                </a:lnTo>
                <a:lnTo>
                  <a:pt x="6826" y="97205"/>
                </a:lnTo>
                <a:lnTo>
                  <a:pt x="8200" y="94033"/>
                </a:lnTo>
                <a:lnTo>
                  <a:pt x="7549" y="91410"/>
                </a:lnTo>
                <a:lnTo>
                  <a:pt x="8134" y="88954"/>
                </a:lnTo>
                <a:lnTo>
                  <a:pt x="7440" y="88252"/>
                </a:lnTo>
                <a:lnTo>
                  <a:pt x="4268" y="88829"/>
                </a:lnTo>
                <a:lnTo>
                  <a:pt x="3135" y="84115"/>
                </a:lnTo>
                <a:lnTo>
                  <a:pt x="5350" y="78875"/>
                </a:lnTo>
                <a:lnTo>
                  <a:pt x="4114" y="74168"/>
                </a:lnTo>
                <a:lnTo>
                  <a:pt x="972" y="74775"/>
                </a:lnTo>
                <a:lnTo>
                  <a:pt x="358" y="74161"/>
                </a:lnTo>
                <a:lnTo>
                  <a:pt x="723" y="71493"/>
                </a:lnTo>
                <a:lnTo>
                  <a:pt x="694" y="65683"/>
                </a:lnTo>
                <a:lnTo>
                  <a:pt x="0" y="62072"/>
                </a:lnTo>
                <a:lnTo>
                  <a:pt x="884" y="60019"/>
                </a:lnTo>
                <a:lnTo>
                  <a:pt x="3836" y="60822"/>
                </a:lnTo>
                <a:lnTo>
                  <a:pt x="4597" y="60063"/>
                </a:lnTo>
                <a:lnTo>
                  <a:pt x="4092" y="57534"/>
                </a:lnTo>
                <a:lnTo>
                  <a:pt x="4787" y="53594"/>
                </a:lnTo>
                <a:lnTo>
                  <a:pt x="3405" y="49735"/>
                </a:lnTo>
                <a:lnTo>
                  <a:pt x="4275" y="46118"/>
                </a:lnTo>
                <a:lnTo>
                  <a:pt x="7440" y="46695"/>
                </a:lnTo>
                <a:lnTo>
                  <a:pt x="8134" y="45993"/>
                </a:lnTo>
                <a:lnTo>
                  <a:pt x="7549" y="43538"/>
                </a:lnTo>
                <a:lnTo>
                  <a:pt x="8215" y="40877"/>
                </a:lnTo>
                <a:lnTo>
                  <a:pt x="6855" y="37800"/>
                </a:lnTo>
                <a:lnTo>
                  <a:pt x="7908" y="35447"/>
                </a:lnTo>
                <a:lnTo>
                  <a:pt x="10831" y="36280"/>
                </a:lnTo>
                <a:lnTo>
                  <a:pt x="11701" y="35410"/>
                </a:lnTo>
                <a:lnTo>
                  <a:pt x="10648" y="32765"/>
                </a:lnTo>
                <a:lnTo>
                  <a:pt x="11613" y="32121"/>
                </a:lnTo>
                <a:lnTo>
                  <a:pt x="14544" y="32772"/>
                </a:lnTo>
                <a:lnTo>
                  <a:pt x="15048" y="31639"/>
                </a:lnTo>
                <a:lnTo>
                  <a:pt x="14712" y="29717"/>
                </a:lnTo>
                <a:lnTo>
                  <a:pt x="14712" y="28292"/>
                </a:lnTo>
                <a:lnTo>
                  <a:pt x="14376" y="25814"/>
                </a:lnTo>
                <a:lnTo>
                  <a:pt x="15165" y="24791"/>
                </a:lnTo>
                <a:lnTo>
                  <a:pt x="17687" y="25909"/>
                </a:lnTo>
                <a:lnTo>
                  <a:pt x="18710" y="24886"/>
                </a:lnTo>
                <a:lnTo>
                  <a:pt x="17657" y="22240"/>
                </a:lnTo>
                <a:lnTo>
                  <a:pt x="18980" y="21363"/>
                </a:lnTo>
                <a:lnTo>
                  <a:pt x="21034" y="22459"/>
                </a:lnTo>
                <a:lnTo>
                  <a:pt x="22313" y="21378"/>
                </a:lnTo>
                <a:lnTo>
                  <a:pt x="21173" y="18922"/>
                </a:lnTo>
                <a:lnTo>
                  <a:pt x="22313" y="17774"/>
                </a:lnTo>
                <a:lnTo>
                  <a:pt x="24549" y="18878"/>
                </a:lnTo>
                <a:lnTo>
                  <a:pt x="25807" y="17935"/>
                </a:lnTo>
                <a:lnTo>
                  <a:pt x="24703" y="15384"/>
                </a:lnTo>
                <a:lnTo>
                  <a:pt x="25558" y="14529"/>
                </a:lnTo>
                <a:lnTo>
                  <a:pt x="28218" y="14887"/>
                </a:lnTo>
                <a:lnTo>
                  <a:pt x="29519" y="14821"/>
                </a:lnTo>
                <a:lnTo>
                  <a:pt x="31559" y="15238"/>
                </a:lnTo>
                <a:lnTo>
                  <a:pt x="32743" y="14580"/>
                </a:lnTo>
                <a:lnTo>
                  <a:pt x="31800" y="11789"/>
                </a:lnTo>
                <a:lnTo>
                  <a:pt x="32772" y="10824"/>
                </a:lnTo>
                <a:lnTo>
                  <a:pt x="35045" y="11708"/>
                </a:lnTo>
                <a:lnTo>
                  <a:pt x="36222" y="11116"/>
                </a:lnTo>
                <a:lnTo>
                  <a:pt x="35337" y="8258"/>
                </a:lnTo>
                <a:lnTo>
                  <a:pt x="36075" y="7520"/>
                </a:lnTo>
                <a:lnTo>
                  <a:pt x="38736" y="7878"/>
                </a:lnTo>
                <a:lnTo>
                  <a:pt x="40176" y="7805"/>
                </a:lnTo>
                <a:lnTo>
                  <a:pt x="41893" y="8192"/>
                </a:lnTo>
                <a:lnTo>
                  <a:pt x="43435" y="7579"/>
                </a:lnTo>
                <a:lnTo>
                  <a:pt x="45759" y="8353"/>
                </a:lnTo>
                <a:lnTo>
                  <a:pt x="46512" y="7586"/>
                </a:lnTo>
                <a:lnTo>
                  <a:pt x="45964" y="4407"/>
                </a:lnTo>
                <a:lnTo>
                  <a:pt x="48339" y="3873"/>
                </a:lnTo>
                <a:lnTo>
                  <a:pt x="51131" y="4341"/>
                </a:lnTo>
                <a:lnTo>
                  <a:pt x="55538" y="4341"/>
                </a:lnTo>
                <a:lnTo>
                  <a:pt x="58023" y="4633"/>
                </a:lnTo>
                <a:lnTo>
                  <a:pt x="60303" y="4341"/>
                </a:lnTo>
                <a:lnTo>
                  <a:pt x="60515" y="4319"/>
                </a:lnTo>
                <a:lnTo>
                  <a:pt x="60092" y="1045"/>
                </a:lnTo>
                <a:lnTo>
                  <a:pt x="60603" y="533"/>
                </a:lnTo>
                <a:lnTo>
                  <a:pt x="64864" y="855"/>
                </a:lnTo>
                <a:lnTo>
                  <a:pt x="66304" y="584"/>
                </a:lnTo>
                <a:lnTo>
                  <a:pt x="68467" y="1118"/>
                </a:lnTo>
                <a:lnTo>
                  <a:pt x="73649" y="0"/>
                </a:lnTo>
                <a:lnTo>
                  <a:pt x="74570" y="1132"/>
                </a:lnTo>
                <a:lnTo>
                  <a:pt x="74029" y="4261"/>
                </a:lnTo>
                <a:lnTo>
                  <a:pt x="77596" y="5233"/>
                </a:lnTo>
                <a:lnTo>
                  <a:pt x="81564" y="3508"/>
                </a:lnTo>
                <a:lnTo>
                  <a:pt x="85474" y="4502"/>
                </a:lnTo>
                <a:lnTo>
                  <a:pt x="87930" y="3910"/>
                </a:lnTo>
                <a:lnTo>
                  <a:pt x="88844" y="4831"/>
                </a:lnTo>
                <a:lnTo>
                  <a:pt x="87799" y="7476"/>
                </a:lnTo>
                <a:lnTo>
                  <a:pt x="89019" y="8288"/>
                </a:lnTo>
                <a:lnTo>
                  <a:pt x="91066" y="7703"/>
                </a:lnTo>
                <a:lnTo>
                  <a:pt x="92929" y="8047"/>
                </a:lnTo>
                <a:lnTo>
                  <a:pt x="94281" y="7849"/>
                </a:lnTo>
                <a:lnTo>
                  <a:pt x="96160" y="7849"/>
                </a:lnTo>
                <a:lnTo>
                  <a:pt x="98162" y="7513"/>
                </a:lnTo>
                <a:lnTo>
                  <a:pt x="99339" y="8083"/>
                </a:lnTo>
                <a:lnTo>
                  <a:pt x="98469" y="10963"/>
                </a:lnTo>
                <a:lnTo>
                  <a:pt x="99456" y="11942"/>
                </a:lnTo>
                <a:lnTo>
                  <a:pt x="101787" y="10773"/>
                </a:lnTo>
                <a:lnTo>
                  <a:pt x="102957" y="11942"/>
                </a:lnTo>
                <a:lnTo>
                  <a:pt x="101788" y="14281"/>
                </a:lnTo>
                <a:lnTo>
                  <a:pt x="102950" y="15436"/>
                </a:lnTo>
                <a:lnTo>
                  <a:pt x="105179" y="14427"/>
                </a:lnTo>
                <a:lnTo>
                  <a:pt x="106589" y="15304"/>
                </a:lnTo>
                <a:lnTo>
                  <a:pt x="108811" y="14288"/>
                </a:lnTo>
                <a:lnTo>
                  <a:pt x="109871" y="15355"/>
                </a:lnTo>
                <a:lnTo>
                  <a:pt x="108826" y="18001"/>
                </a:lnTo>
                <a:lnTo>
                  <a:pt x="110112" y="18856"/>
                </a:lnTo>
                <a:lnTo>
                  <a:pt x="112261" y="17782"/>
                </a:lnTo>
                <a:lnTo>
                  <a:pt x="113481" y="18915"/>
                </a:lnTo>
                <a:lnTo>
                  <a:pt x="112312" y="21305"/>
                </a:lnTo>
                <a:lnTo>
                  <a:pt x="113379" y="22372"/>
                </a:lnTo>
                <a:lnTo>
                  <a:pt x="116010" y="21305"/>
                </a:lnTo>
                <a:lnTo>
                  <a:pt x="116865" y="22569"/>
                </a:lnTo>
                <a:lnTo>
                  <a:pt x="115806" y="24791"/>
                </a:lnTo>
                <a:lnTo>
                  <a:pt x="116763" y="25748"/>
                </a:lnTo>
                <a:lnTo>
                  <a:pt x="119709" y="24937"/>
                </a:lnTo>
                <a:lnTo>
                  <a:pt x="120630" y="27086"/>
                </a:lnTo>
                <a:lnTo>
                  <a:pt x="118810" y="30937"/>
                </a:lnTo>
                <a:lnTo>
                  <a:pt x="120337" y="32976"/>
                </a:lnTo>
                <a:lnTo>
                  <a:pt x="122880" y="31866"/>
                </a:lnTo>
                <a:lnTo>
                  <a:pt x="123889" y="32881"/>
                </a:lnTo>
                <a:lnTo>
                  <a:pt x="122844" y="35527"/>
                </a:lnTo>
                <a:lnTo>
                  <a:pt x="123816" y="36178"/>
                </a:lnTo>
                <a:lnTo>
                  <a:pt x="126718" y="35498"/>
                </a:lnTo>
                <a:lnTo>
                  <a:pt x="127785" y="37742"/>
                </a:lnTo>
                <a:lnTo>
                  <a:pt x="126411" y="40914"/>
                </a:lnTo>
                <a:lnTo>
                  <a:pt x="127061" y="43537"/>
                </a:lnTo>
                <a:lnTo>
                  <a:pt x="126477" y="45993"/>
                </a:lnTo>
                <a:lnTo>
                  <a:pt x="127171" y="46695"/>
                </a:lnTo>
                <a:lnTo>
                  <a:pt x="130343" y="46118"/>
                </a:lnTo>
                <a:lnTo>
                  <a:pt x="131198" y="49750"/>
                </a:lnTo>
                <a:lnTo>
                  <a:pt x="129685" y="53609"/>
                </a:lnTo>
                <a:lnTo>
                  <a:pt x="130547" y="57556"/>
                </a:lnTo>
                <a:lnTo>
                  <a:pt x="129999" y="60041"/>
                </a:lnTo>
                <a:lnTo>
                  <a:pt x="130898" y="60947"/>
                </a:lnTo>
                <a:lnTo>
                  <a:pt x="133544" y="59894"/>
                </a:lnTo>
                <a:lnTo>
                  <a:pt x="134282" y="61005"/>
                </a:lnTo>
                <a:lnTo>
                  <a:pt x="133888" y="63278"/>
                </a:lnTo>
                <a:lnTo>
                  <a:pt x="133997" y="66004"/>
                </a:lnTo>
                <a:lnTo>
                  <a:pt x="134406" y="69008"/>
                </a:lnTo>
                <a:lnTo>
                  <a:pt x="133763" y="71603"/>
                </a:lnTo>
                <a:lnTo>
                  <a:pt x="134348" y="74058"/>
                </a:lnTo>
                <a:lnTo>
                  <a:pt x="133668" y="74738"/>
                </a:lnTo>
                <a:lnTo>
                  <a:pt x="130460" y="74212"/>
                </a:lnTo>
                <a:lnTo>
                  <a:pt x="129517" y="78955"/>
                </a:lnTo>
                <a:lnTo>
                  <a:pt x="131497" y="84108"/>
                </a:lnTo>
                <a:lnTo>
                  <a:pt x="130335" y="88829"/>
                </a:lnTo>
                <a:lnTo>
                  <a:pt x="127178" y="88252"/>
                </a:lnTo>
                <a:lnTo>
                  <a:pt x="126477" y="88954"/>
                </a:lnTo>
                <a:lnTo>
                  <a:pt x="127061" y="91409"/>
                </a:lnTo>
                <a:lnTo>
                  <a:pt x="126403" y="94048"/>
                </a:lnTo>
                <a:lnTo>
                  <a:pt x="127777" y="97176"/>
                </a:lnTo>
                <a:lnTo>
                  <a:pt x="126696" y="99507"/>
                </a:lnTo>
                <a:lnTo>
                  <a:pt x="123787" y="98659"/>
                </a:lnTo>
                <a:lnTo>
                  <a:pt x="122815" y="99631"/>
                </a:lnTo>
                <a:lnTo>
                  <a:pt x="123984" y="101970"/>
                </a:lnTo>
                <a:lnTo>
                  <a:pt x="122815" y="103140"/>
                </a:lnTo>
                <a:lnTo>
                  <a:pt x="120483" y="101971"/>
                </a:lnTo>
                <a:lnTo>
                  <a:pt x="119321" y="103125"/>
                </a:lnTo>
                <a:lnTo>
                  <a:pt x="120337" y="105354"/>
                </a:lnTo>
                <a:lnTo>
                  <a:pt x="119460" y="106765"/>
                </a:lnTo>
                <a:lnTo>
                  <a:pt x="120469" y="108987"/>
                </a:lnTo>
                <a:lnTo>
                  <a:pt x="119409" y="110054"/>
                </a:lnTo>
                <a:lnTo>
                  <a:pt x="116763" y="109001"/>
                </a:lnTo>
                <a:lnTo>
                  <a:pt x="115908" y="110295"/>
                </a:lnTo>
                <a:lnTo>
                  <a:pt x="116982" y="112429"/>
                </a:lnTo>
                <a:lnTo>
                  <a:pt x="115849" y="113657"/>
                </a:lnTo>
                <a:lnTo>
                  <a:pt x="113460" y="112495"/>
                </a:lnTo>
                <a:lnTo>
                  <a:pt x="112400" y="113555"/>
                </a:lnTo>
                <a:lnTo>
                  <a:pt x="113445" y="116200"/>
                </a:lnTo>
                <a:lnTo>
                  <a:pt x="112129" y="117078"/>
                </a:lnTo>
                <a:lnTo>
                  <a:pt x="110076" y="115989"/>
                </a:lnTo>
                <a:lnTo>
                  <a:pt x="108789" y="117070"/>
                </a:lnTo>
                <a:lnTo>
                  <a:pt x="109937" y="119526"/>
                </a:lnTo>
                <a:lnTo>
                  <a:pt x="108789" y="120673"/>
                </a:lnTo>
                <a:lnTo>
                  <a:pt x="106553" y="119570"/>
                </a:lnTo>
                <a:lnTo>
                  <a:pt x="105194" y="120593"/>
                </a:lnTo>
                <a:lnTo>
                  <a:pt x="102964" y="119482"/>
                </a:lnTo>
                <a:lnTo>
                  <a:pt x="101788" y="120666"/>
                </a:lnTo>
                <a:lnTo>
                  <a:pt x="102957" y="123005"/>
                </a:lnTo>
                <a:lnTo>
                  <a:pt x="101788" y="124175"/>
                </a:lnTo>
                <a:lnTo>
                  <a:pt x="99456" y="123005"/>
                </a:lnTo>
                <a:lnTo>
                  <a:pt x="98469" y="123984"/>
                </a:lnTo>
                <a:lnTo>
                  <a:pt x="99339" y="126871"/>
                </a:lnTo>
                <a:lnTo>
                  <a:pt x="97022" y="127975"/>
                </a:lnTo>
                <a:lnTo>
                  <a:pt x="93858" y="126594"/>
                </a:lnTo>
                <a:lnTo>
                  <a:pt x="91227" y="127251"/>
                </a:lnTo>
                <a:lnTo>
                  <a:pt x="88771" y="126667"/>
                </a:lnTo>
                <a:lnTo>
                  <a:pt x="88084" y="127368"/>
                </a:lnTo>
                <a:lnTo>
                  <a:pt x="88654" y="130533"/>
                </a:lnTo>
                <a:lnTo>
                  <a:pt x="85029" y="131396"/>
                </a:lnTo>
                <a:lnTo>
                  <a:pt x="81163" y="129875"/>
                </a:lnTo>
                <a:lnTo>
                  <a:pt x="77223" y="130738"/>
                </a:lnTo>
                <a:lnTo>
                  <a:pt x="74731" y="130190"/>
                </a:lnTo>
                <a:lnTo>
                  <a:pt x="73832" y="131096"/>
                </a:lnTo>
                <a:lnTo>
                  <a:pt x="74884" y="133741"/>
                </a:lnTo>
                <a:lnTo>
                  <a:pt x="73773" y="134480"/>
                </a:lnTo>
                <a:lnTo>
                  <a:pt x="71493" y="134093"/>
                </a:lnTo>
                <a:lnTo>
                  <a:pt x="68782" y="134188"/>
                </a:lnTo>
                <a:lnTo>
                  <a:pt x="65778" y="134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1832383" y="516873"/>
            <a:ext cx="120014" cy="119380"/>
            <a:chOff x="1832383" y="516873"/>
            <a:chExt cx="120014" cy="119380"/>
          </a:xfrm>
        </p:grpSpPr>
        <p:sp>
          <p:nvSpPr>
            <p:cNvPr id="60" name="object 60"/>
            <p:cNvSpPr/>
            <p:nvPr/>
          </p:nvSpPr>
          <p:spPr>
            <a:xfrm>
              <a:off x="1832381" y="516876"/>
              <a:ext cx="120014" cy="97790"/>
            </a:xfrm>
            <a:custGeom>
              <a:avLst/>
              <a:gdLst/>
              <a:ahLst/>
              <a:cxnLst/>
              <a:rect l="l" t="t" r="r" b="b"/>
              <a:pathLst>
                <a:path w="120014" h="97790">
                  <a:moveTo>
                    <a:pt x="119824" y="62230"/>
                  </a:moveTo>
                  <a:lnTo>
                    <a:pt x="119507" y="62230"/>
                  </a:lnTo>
                  <a:lnTo>
                    <a:pt x="119507" y="57150"/>
                  </a:lnTo>
                  <a:lnTo>
                    <a:pt x="119786" y="57150"/>
                  </a:lnTo>
                  <a:lnTo>
                    <a:pt x="119786" y="54610"/>
                  </a:lnTo>
                  <a:lnTo>
                    <a:pt x="119697" y="52070"/>
                  </a:lnTo>
                  <a:lnTo>
                    <a:pt x="119634" y="49530"/>
                  </a:lnTo>
                  <a:lnTo>
                    <a:pt x="119329" y="49530"/>
                  </a:lnTo>
                  <a:lnTo>
                    <a:pt x="119329" y="48260"/>
                  </a:lnTo>
                  <a:lnTo>
                    <a:pt x="118846" y="48260"/>
                  </a:lnTo>
                  <a:lnTo>
                    <a:pt x="118846" y="49530"/>
                  </a:lnTo>
                  <a:lnTo>
                    <a:pt x="115963" y="49530"/>
                  </a:lnTo>
                  <a:lnTo>
                    <a:pt x="115963" y="48260"/>
                  </a:lnTo>
                  <a:lnTo>
                    <a:pt x="115709" y="48260"/>
                  </a:lnTo>
                  <a:lnTo>
                    <a:pt x="115709" y="46990"/>
                  </a:lnTo>
                  <a:lnTo>
                    <a:pt x="115773" y="44450"/>
                  </a:lnTo>
                  <a:lnTo>
                    <a:pt x="116001" y="44450"/>
                  </a:lnTo>
                  <a:lnTo>
                    <a:pt x="116001" y="40640"/>
                  </a:lnTo>
                  <a:lnTo>
                    <a:pt x="116281" y="40640"/>
                  </a:lnTo>
                  <a:lnTo>
                    <a:pt x="116281" y="36830"/>
                  </a:lnTo>
                  <a:lnTo>
                    <a:pt x="116433" y="36830"/>
                  </a:lnTo>
                  <a:lnTo>
                    <a:pt x="116433" y="35560"/>
                  </a:lnTo>
                  <a:lnTo>
                    <a:pt x="115963" y="35560"/>
                  </a:lnTo>
                  <a:lnTo>
                    <a:pt x="115963" y="34290"/>
                  </a:lnTo>
                  <a:lnTo>
                    <a:pt x="114693" y="34290"/>
                  </a:lnTo>
                  <a:lnTo>
                    <a:pt x="114693" y="35560"/>
                  </a:lnTo>
                  <a:lnTo>
                    <a:pt x="112382" y="35560"/>
                  </a:lnTo>
                  <a:lnTo>
                    <a:pt x="112382" y="34290"/>
                  </a:lnTo>
                  <a:lnTo>
                    <a:pt x="112598" y="34290"/>
                  </a:lnTo>
                  <a:lnTo>
                    <a:pt x="112598" y="31750"/>
                  </a:lnTo>
                  <a:lnTo>
                    <a:pt x="112217" y="31750"/>
                  </a:lnTo>
                  <a:lnTo>
                    <a:pt x="112217" y="30480"/>
                  </a:lnTo>
                  <a:lnTo>
                    <a:pt x="112496" y="30480"/>
                  </a:lnTo>
                  <a:lnTo>
                    <a:pt x="112496" y="29210"/>
                  </a:lnTo>
                  <a:lnTo>
                    <a:pt x="113042" y="29210"/>
                  </a:lnTo>
                  <a:lnTo>
                    <a:pt x="113042" y="27940"/>
                  </a:lnTo>
                  <a:lnTo>
                    <a:pt x="109524" y="27940"/>
                  </a:lnTo>
                  <a:lnTo>
                    <a:pt x="109524" y="29210"/>
                  </a:lnTo>
                  <a:lnTo>
                    <a:pt x="109410" y="27940"/>
                  </a:lnTo>
                  <a:lnTo>
                    <a:pt x="108813" y="27940"/>
                  </a:lnTo>
                  <a:lnTo>
                    <a:pt x="108813" y="25400"/>
                  </a:lnTo>
                  <a:lnTo>
                    <a:pt x="109245" y="25400"/>
                  </a:lnTo>
                  <a:lnTo>
                    <a:pt x="109245" y="24130"/>
                  </a:lnTo>
                  <a:lnTo>
                    <a:pt x="106730" y="24130"/>
                  </a:lnTo>
                  <a:lnTo>
                    <a:pt x="106730" y="25400"/>
                  </a:lnTo>
                  <a:lnTo>
                    <a:pt x="105702" y="25400"/>
                  </a:lnTo>
                  <a:lnTo>
                    <a:pt x="105702" y="24130"/>
                  </a:lnTo>
                  <a:lnTo>
                    <a:pt x="105422" y="24130"/>
                  </a:lnTo>
                  <a:lnTo>
                    <a:pt x="105422" y="21590"/>
                  </a:lnTo>
                  <a:lnTo>
                    <a:pt x="105460" y="20320"/>
                  </a:lnTo>
                  <a:lnTo>
                    <a:pt x="103847" y="20320"/>
                  </a:lnTo>
                  <a:lnTo>
                    <a:pt x="103847" y="21590"/>
                  </a:lnTo>
                  <a:lnTo>
                    <a:pt x="101930" y="21590"/>
                  </a:lnTo>
                  <a:lnTo>
                    <a:pt x="101930" y="20320"/>
                  </a:lnTo>
                  <a:lnTo>
                    <a:pt x="102082" y="20320"/>
                  </a:lnTo>
                  <a:lnTo>
                    <a:pt x="102082" y="17780"/>
                  </a:lnTo>
                  <a:lnTo>
                    <a:pt x="101625" y="17780"/>
                  </a:lnTo>
                  <a:lnTo>
                    <a:pt x="101625" y="16510"/>
                  </a:lnTo>
                  <a:lnTo>
                    <a:pt x="100952" y="16510"/>
                  </a:lnTo>
                  <a:lnTo>
                    <a:pt x="100952" y="17780"/>
                  </a:lnTo>
                  <a:lnTo>
                    <a:pt x="98120" y="17780"/>
                  </a:lnTo>
                  <a:lnTo>
                    <a:pt x="98120" y="16510"/>
                  </a:lnTo>
                  <a:lnTo>
                    <a:pt x="98742" y="16510"/>
                  </a:lnTo>
                  <a:lnTo>
                    <a:pt x="98742" y="13970"/>
                  </a:lnTo>
                  <a:lnTo>
                    <a:pt x="94780" y="13970"/>
                  </a:lnTo>
                  <a:lnTo>
                    <a:pt x="94780" y="11430"/>
                  </a:lnTo>
                  <a:lnTo>
                    <a:pt x="95338" y="11430"/>
                  </a:lnTo>
                  <a:lnTo>
                    <a:pt x="95338" y="10160"/>
                  </a:lnTo>
                  <a:lnTo>
                    <a:pt x="92659" y="10160"/>
                  </a:lnTo>
                  <a:lnTo>
                    <a:pt x="92659" y="11430"/>
                  </a:lnTo>
                  <a:lnTo>
                    <a:pt x="91770" y="11430"/>
                  </a:lnTo>
                  <a:lnTo>
                    <a:pt x="91770" y="10160"/>
                  </a:lnTo>
                  <a:lnTo>
                    <a:pt x="91427" y="10160"/>
                  </a:lnTo>
                  <a:lnTo>
                    <a:pt x="91427" y="7620"/>
                  </a:lnTo>
                  <a:lnTo>
                    <a:pt x="91452" y="6350"/>
                  </a:lnTo>
                  <a:lnTo>
                    <a:pt x="88976" y="6350"/>
                  </a:lnTo>
                  <a:lnTo>
                    <a:pt x="88976" y="7620"/>
                  </a:lnTo>
                  <a:lnTo>
                    <a:pt x="87884" y="7620"/>
                  </a:lnTo>
                  <a:lnTo>
                    <a:pt x="87884" y="6350"/>
                  </a:lnTo>
                  <a:lnTo>
                    <a:pt x="87299" y="6350"/>
                  </a:lnTo>
                  <a:lnTo>
                    <a:pt x="87299" y="7620"/>
                  </a:lnTo>
                  <a:lnTo>
                    <a:pt x="84455" y="7620"/>
                  </a:lnTo>
                  <a:lnTo>
                    <a:pt x="84455" y="6350"/>
                  </a:lnTo>
                  <a:lnTo>
                    <a:pt x="84505" y="3810"/>
                  </a:lnTo>
                  <a:lnTo>
                    <a:pt x="83654" y="3810"/>
                  </a:lnTo>
                  <a:lnTo>
                    <a:pt x="83654" y="2540"/>
                  </a:lnTo>
                  <a:lnTo>
                    <a:pt x="80924" y="2540"/>
                  </a:lnTo>
                  <a:lnTo>
                    <a:pt x="80924" y="3810"/>
                  </a:lnTo>
                  <a:lnTo>
                    <a:pt x="70218" y="3810"/>
                  </a:lnTo>
                  <a:lnTo>
                    <a:pt x="70218" y="2540"/>
                  </a:lnTo>
                  <a:lnTo>
                    <a:pt x="70510" y="2540"/>
                  </a:lnTo>
                  <a:lnTo>
                    <a:pt x="70510" y="0"/>
                  </a:lnTo>
                  <a:lnTo>
                    <a:pt x="49314" y="0"/>
                  </a:lnTo>
                  <a:lnTo>
                    <a:pt x="49314" y="2540"/>
                  </a:lnTo>
                  <a:lnTo>
                    <a:pt x="49618" y="2540"/>
                  </a:lnTo>
                  <a:lnTo>
                    <a:pt x="49618" y="3810"/>
                  </a:lnTo>
                  <a:lnTo>
                    <a:pt x="38925" y="3810"/>
                  </a:lnTo>
                  <a:lnTo>
                    <a:pt x="38925" y="2540"/>
                  </a:lnTo>
                  <a:lnTo>
                    <a:pt x="36131" y="2540"/>
                  </a:lnTo>
                  <a:lnTo>
                    <a:pt x="36131" y="3810"/>
                  </a:lnTo>
                  <a:lnTo>
                    <a:pt x="35306" y="3810"/>
                  </a:lnTo>
                  <a:lnTo>
                    <a:pt x="35306" y="6350"/>
                  </a:lnTo>
                  <a:lnTo>
                    <a:pt x="35369" y="7620"/>
                  </a:lnTo>
                  <a:lnTo>
                    <a:pt x="33528" y="7620"/>
                  </a:lnTo>
                  <a:lnTo>
                    <a:pt x="33528" y="6350"/>
                  </a:lnTo>
                  <a:lnTo>
                    <a:pt x="31864" y="6350"/>
                  </a:lnTo>
                  <a:lnTo>
                    <a:pt x="31864" y="7620"/>
                  </a:lnTo>
                  <a:lnTo>
                    <a:pt x="30162" y="7620"/>
                  </a:lnTo>
                  <a:lnTo>
                    <a:pt x="30162" y="6350"/>
                  </a:lnTo>
                  <a:lnTo>
                    <a:pt x="28359" y="6350"/>
                  </a:lnTo>
                  <a:lnTo>
                    <a:pt x="28359" y="7620"/>
                  </a:lnTo>
                  <a:lnTo>
                    <a:pt x="28422" y="10160"/>
                  </a:lnTo>
                  <a:lnTo>
                    <a:pt x="27965" y="10160"/>
                  </a:lnTo>
                  <a:lnTo>
                    <a:pt x="27965" y="11430"/>
                  </a:lnTo>
                  <a:lnTo>
                    <a:pt x="27241" y="11430"/>
                  </a:lnTo>
                  <a:lnTo>
                    <a:pt x="27241" y="10160"/>
                  </a:lnTo>
                  <a:lnTo>
                    <a:pt x="24549" y="10160"/>
                  </a:lnTo>
                  <a:lnTo>
                    <a:pt x="24549" y="11430"/>
                  </a:lnTo>
                  <a:lnTo>
                    <a:pt x="25057" y="11430"/>
                  </a:lnTo>
                  <a:lnTo>
                    <a:pt x="25057" y="13970"/>
                  </a:lnTo>
                  <a:lnTo>
                    <a:pt x="21132" y="13970"/>
                  </a:lnTo>
                  <a:lnTo>
                    <a:pt x="21132" y="16510"/>
                  </a:lnTo>
                  <a:lnTo>
                    <a:pt x="21691" y="16510"/>
                  </a:lnTo>
                  <a:lnTo>
                    <a:pt x="21691" y="17780"/>
                  </a:lnTo>
                  <a:lnTo>
                    <a:pt x="18872" y="17780"/>
                  </a:lnTo>
                  <a:lnTo>
                    <a:pt x="18872" y="16510"/>
                  </a:lnTo>
                  <a:lnTo>
                    <a:pt x="18199" y="16510"/>
                  </a:lnTo>
                  <a:lnTo>
                    <a:pt x="18199" y="17780"/>
                  </a:lnTo>
                  <a:lnTo>
                    <a:pt x="17729" y="17780"/>
                  </a:lnTo>
                  <a:lnTo>
                    <a:pt x="17729" y="20320"/>
                  </a:lnTo>
                  <a:lnTo>
                    <a:pt x="17894" y="20320"/>
                  </a:lnTo>
                  <a:lnTo>
                    <a:pt x="17894" y="21590"/>
                  </a:lnTo>
                  <a:lnTo>
                    <a:pt x="15976" y="21590"/>
                  </a:lnTo>
                  <a:lnTo>
                    <a:pt x="15976" y="20320"/>
                  </a:lnTo>
                  <a:lnTo>
                    <a:pt x="14389" y="20320"/>
                  </a:lnTo>
                  <a:lnTo>
                    <a:pt x="14389" y="21590"/>
                  </a:lnTo>
                  <a:lnTo>
                    <a:pt x="14376" y="24130"/>
                  </a:lnTo>
                  <a:lnTo>
                    <a:pt x="14084" y="24130"/>
                  </a:lnTo>
                  <a:lnTo>
                    <a:pt x="14084" y="25400"/>
                  </a:lnTo>
                  <a:lnTo>
                    <a:pt x="13131" y="25400"/>
                  </a:lnTo>
                  <a:lnTo>
                    <a:pt x="13131" y="24130"/>
                  </a:lnTo>
                  <a:lnTo>
                    <a:pt x="10629" y="24130"/>
                  </a:lnTo>
                  <a:lnTo>
                    <a:pt x="10629" y="25400"/>
                  </a:lnTo>
                  <a:lnTo>
                    <a:pt x="11049" y="25400"/>
                  </a:lnTo>
                  <a:lnTo>
                    <a:pt x="11049" y="27940"/>
                  </a:lnTo>
                  <a:lnTo>
                    <a:pt x="7023" y="27940"/>
                  </a:lnTo>
                  <a:lnTo>
                    <a:pt x="7023" y="29210"/>
                  </a:lnTo>
                  <a:lnTo>
                    <a:pt x="7175" y="29210"/>
                  </a:lnTo>
                  <a:lnTo>
                    <a:pt x="7175" y="30480"/>
                  </a:lnTo>
                  <a:lnTo>
                    <a:pt x="7340" y="30480"/>
                  </a:lnTo>
                  <a:lnTo>
                    <a:pt x="7340" y="31750"/>
                  </a:lnTo>
                  <a:lnTo>
                    <a:pt x="7429" y="34290"/>
                  </a:lnTo>
                  <a:lnTo>
                    <a:pt x="7429" y="35560"/>
                  </a:lnTo>
                  <a:lnTo>
                    <a:pt x="5130" y="35560"/>
                  </a:lnTo>
                  <a:lnTo>
                    <a:pt x="5130" y="34290"/>
                  </a:lnTo>
                  <a:lnTo>
                    <a:pt x="3860" y="34290"/>
                  </a:lnTo>
                  <a:lnTo>
                    <a:pt x="3860" y="35560"/>
                  </a:lnTo>
                  <a:lnTo>
                    <a:pt x="3390" y="35560"/>
                  </a:lnTo>
                  <a:lnTo>
                    <a:pt x="3390" y="36830"/>
                  </a:lnTo>
                  <a:lnTo>
                    <a:pt x="3543" y="36830"/>
                  </a:lnTo>
                  <a:lnTo>
                    <a:pt x="3543" y="40640"/>
                  </a:lnTo>
                  <a:lnTo>
                    <a:pt x="3822" y="40640"/>
                  </a:lnTo>
                  <a:lnTo>
                    <a:pt x="3822" y="44450"/>
                  </a:lnTo>
                  <a:lnTo>
                    <a:pt x="4051" y="44450"/>
                  </a:lnTo>
                  <a:lnTo>
                    <a:pt x="4051" y="46990"/>
                  </a:lnTo>
                  <a:lnTo>
                    <a:pt x="4114" y="48260"/>
                  </a:lnTo>
                  <a:lnTo>
                    <a:pt x="3860" y="48260"/>
                  </a:lnTo>
                  <a:lnTo>
                    <a:pt x="3860" y="49530"/>
                  </a:lnTo>
                  <a:lnTo>
                    <a:pt x="965" y="49530"/>
                  </a:lnTo>
                  <a:lnTo>
                    <a:pt x="965" y="48260"/>
                  </a:lnTo>
                  <a:lnTo>
                    <a:pt x="495" y="48260"/>
                  </a:lnTo>
                  <a:lnTo>
                    <a:pt x="495" y="49530"/>
                  </a:lnTo>
                  <a:lnTo>
                    <a:pt x="190" y="49530"/>
                  </a:lnTo>
                  <a:lnTo>
                    <a:pt x="190" y="52070"/>
                  </a:lnTo>
                  <a:lnTo>
                    <a:pt x="127" y="54610"/>
                  </a:lnTo>
                  <a:lnTo>
                    <a:pt x="25" y="57150"/>
                  </a:lnTo>
                  <a:lnTo>
                    <a:pt x="304" y="57150"/>
                  </a:lnTo>
                  <a:lnTo>
                    <a:pt x="304" y="62230"/>
                  </a:lnTo>
                  <a:lnTo>
                    <a:pt x="0" y="62230"/>
                  </a:lnTo>
                  <a:lnTo>
                    <a:pt x="0" y="64770"/>
                  </a:lnTo>
                  <a:lnTo>
                    <a:pt x="165" y="64770"/>
                  </a:lnTo>
                  <a:lnTo>
                    <a:pt x="165" y="67310"/>
                  </a:lnTo>
                  <a:lnTo>
                    <a:pt x="139" y="69850"/>
                  </a:lnTo>
                  <a:lnTo>
                    <a:pt x="4013" y="69850"/>
                  </a:lnTo>
                  <a:lnTo>
                    <a:pt x="4013" y="72390"/>
                  </a:lnTo>
                  <a:lnTo>
                    <a:pt x="4025" y="74930"/>
                  </a:lnTo>
                  <a:lnTo>
                    <a:pt x="3822" y="74930"/>
                  </a:lnTo>
                  <a:lnTo>
                    <a:pt x="3822" y="78740"/>
                  </a:lnTo>
                  <a:lnTo>
                    <a:pt x="3505" y="78740"/>
                  </a:lnTo>
                  <a:lnTo>
                    <a:pt x="3505" y="82550"/>
                  </a:lnTo>
                  <a:lnTo>
                    <a:pt x="3454" y="83820"/>
                  </a:lnTo>
                  <a:lnTo>
                    <a:pt x="3924" y="83820"/>
                  </a:lnTo>
                  <a:lnTo>
                    <a:pt x="3924" y="85090"/>
                  </a:lnTo>
                  <a:lnTo>
                    <a:pt x="4394" y="85090"/>
                  </a:lnTo>
                  <a:lnTo>
                    <a:pt x="4394" y="83820"/>
                  </a:lnTo>
                  <a:lnTo>
                    <a:pt x="7620" y="83820"/>
                  </a:lnTo>
                  <a:lnTo>
                    <a:pt x="7620" y="85090"/>
                  </a:lnTo>
                  <a:lnTo>
                    <a:pt x="7442" y="85090"/>
                  </a:lnTo>
                  <a:lnTo>
                    <a:pt x="7442" y="86360"/>
                  </a:lnTo>
                  <a:lnTo>
                    <a:pt x="6883" y="86360"/>
                  </a:lnTo>
                  <a:lnTo>
                    <a:pt x="6883" y="87630"/>
                  </a:lnTo>
                  <a:lnTo>
                    <a:pt x="7721" y="87630"/>
                  </a:lnTo>
                  <a:lnTo>
                    <a:pt x="7721" y="88900"/>
                  </a:lnTo>
                  <a:lnTo>
                    <a:pt x="7239" y="88900"/>
                  </a:lnTo>
                  <a:lnTo>
                    <a:pt x="7239" y="90170"/>
                  </a:lnTo>
                  <a:lnTo>
                    <a:pt x="6946" y="90170"/>
                  </a:lnTo>
                  <a:lnTo>
                    <a:pt x="6946" y="91440"/>
                  </a:lnTo>
                  <a:lnTo>
                    <a:pt x="9893" y="91440"/>
                  </a:lnTo>
                  <a:lnTo>
                    <a:pt x="9893" y="90170"/>
                  </a:lnTo>
                  <a:lnTo>
                    <a:pt x="10541" y="90170"/>
                  </a:lnTo>
                  <a:lnTo>
                    <a:pt x="10541" y="91440"/>
                  </a:lnTo>
                  <a:lnTo>
                    <a:pt x="10909" y="91440"/>
                  </a:lnTo>
                  <a:lnTo>
                    <a:pt x="10909" y="93980"/>
                  </a:lnTo>
                  <a:lnTo>
                    <a:pt x="10756" y="93980"/>
                  </a:lnTo>
                  <a:lnTo>
                    <a:pt x="10756" y="95250"/>
                  </a:lnTo>
                  <a:lnTo>
                    <a:pt x="12700" y="95250"/>
                  </a:lnTo>
                  <a:lnTo>
                    <a:pt x="12700" y="93980"/>
                  </a:lnTo>
                  <a:lnTo>
                    <a:pt x="14274" y="93980"/>
                  </a:lnTo>
                  <a:lnTo>
                    <a:pt x="14274" y="95250"/>
                  </a:lnTo>
                  <a:lnTo>
                    <a:pt x="14300" y="97790"/>
                  </a:lnTo>
                  <a:lnTo>
                    <a:pt x="105537" y="97790"/>
                  </a:lnTo>
                  <a:lnTo>
                    <a:pt x="105537" y="95250"/>
                  </a:lnTo>
                  <a:lnTo>
                    <a:pt x="105562" y="93980"/>
                  </a:lnTo>
                  <a:lnTo>
                    <a:pt x="107086" y="93980"/>
                  </a:lnTo>
                  <a:lnTo>
                    <a:pt x="107086" y="95250"/>
                  </a:lnTo>
                  <a:lnTo>
                    <a:pt x="109054" y="95250"/>
                  </a:lnTo>
                  <a:lnTo>
                    <a:pt x="109054" y="93980"/>
                  </a:lnTo>
                  <a:lnTo>
                    <a:pt x="108864" y="93980"/>
                  </a:lnTo>
                  <a:lnTo>
                    <a:pt x="108864" y="91440"/>
                  </a:lnTo>
                  <a:lnTo>
                    <a:pt x="109359" y="91440"/>
                  </a:lnTo>
                  <a:lnTo>
                    <a:pt x="109359" y="90170"/>
                  </a:lnTo>
                  <a:lnTo>
                    <a:pt x="109613" y="90170"/>
                  </a:lnTo>
                  <a:lnTo>
                    <a:pt x="109613" y="91440"/>
                  </a:lnTo>
                  <a:lnTo>
                    <a:pt x="112699" y="91440"/>
                  </a:lnTo>
                  <a:lnTo>
                    <a:pt x="112699" y="90170"/>
                  </a:lnTo>
                  <a:lnTo>
                    <a:pt x="112674" y="88900"/>
                  </a:lnTo>
                  <a:lnTo>
                    <a:pt x="112471" y="88900"/>
                  </a:lnTo>
                  <a:lnTo>
                    <a:pt x="112471" y="87630"/>
                  </a:lnTo>
                  <a:lnTo>
                    <a:pt x="112509" y="86360"/>
                  </a:lnTo>
                  <a:lnTo>
                    <a:pt x="112331" y="86360"/>
                  </a:lnTo>
                  <a:lnTo>
                    <a:pt x="112331" y="85090"/>
                  </a:lnTo>
                  <a:lnTo>
                    <a:pt x="112204" y="85090"/>
                  </a:lnTo>
                  <a:lnTo>
                    <a:pt x="112204" y="83820"/>
                  </a:lnTo>
                  <a:lnTo>
                    <a:pt x="115430" y="83820"/>
                  </a:lnTo>
                  <a:lnTo>
                    <a:pt x="115430" y="85090"/>
                  </a:lnTo>
                  <a:lnTo>
                    <a:pt x="115887" y="85090"/>
                  </a:lnTo>
                  <a:lnTo>
                    <a:pt x="115887" y="83820"/>
                  </a:lnTo>
                  <a:lnTo>
                    <a:pt x="116370" y="83820"/>
                  </a:lnTo>
                  <a:lnTo>
                    <a:pt x="116370" y="82550"/>
                  </a:lnTo>
                  <a:lnTo>
                    <a:pt x="116319" y="78740"/>
                  </a:lnTo>
                  <a:lnTo>
                    <a:pt x="116001" y="78740"/>
                  </a:lnTo>
                  <a:lnTo>
                    <a:pt x="116001" y="74930"/>
                  </a:lnTo>
                  <a:lnTo>
                    <a:pt x="115798" y="74930"/>
                  </a:lnTo>
                  <a:lnTo>
                    <a:pt x="115798" y="72390"/>
                  </a:lnTo>
                  <a:lnTo>
                    <a:pt x="115798" y="69850"/>
                  </a:lnTo>
                  <a:lnTo>
                    <a:pt x="119672" y="69850"/>
                  </a:lnTo>
                  <a:lnTo>
                    <a:pt x="119672" y="67310"/>
                  </a:lnTo>
                  <a:lnTo>
                    <a:pt x="119646" y="64770"/>
                  </a:lnTo>
                  <a:lnTo>
                    <a:pt x="119824" y="64770"/>
                  </a:lnTo>
                  <a:lnTo>
                    <a:pt x="119824" y="62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46681" y="612126"/>
              <a:ext cx="91440" cy="24130"/>
            </a:xfrm>
            <a:custGeom>
              <a:avLst/>
              <a:gdLst/>
              <a:ahLst/>
              <a:cxnLst/>
              <a:rect l="l" t="t" r="r" b="b"/>
              <a:pathLst>
                <a:path w="91439" h="24129">
                  <a:moveTo>
                    <a:pt x="91236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190" y="2540"/>
                  </a:lnTo>
                  <a:lnTo>
                    <a:pt x="190" y="3810"/>
                  </a:lnTo>
                  <a:lnTo>
                    <a:pt x="1206" y="3810"/>
                  </a:lnTo>
                  <a:lnTo>
                    <a:pt x="1206" y="2540"/>
                  </a:lnTo>
                  <a:lnTo>
                    <a:pt x="3784" y="2540"/>
                  </a:lnTo>
                  <a:lnTo>
                    <a:pt x="3784" y="3810"/>
                  </a:lnTo>
                  <a:lnTo>
                    <a:pt x="3340" y="3810"/>
                  </a:lnTo>
                  <a:lnTo>
                    <a:pt x="3340" y="6350"/>
                  </a:lnTo>
                  <a:lnTo>
                    <a:pt x="4076" y="6350"/>
                  </a:lnTo>
                  <a:lnTo>
                    <a:pt x="4076" y="7620"/>
                  </a:lnTo>
                  <a:lnTo>
                    <a:pt x="4203" y="7620"/>
                  </a:lnTo>
                  <a:lnTo>
                    <a:pt x="4203" y="6350"/>
                  </a:lnTo>
                  <a:lnTo>
                    <a:pt x="7594" y="6350"/>
                  </a:lnTo>
                  <a:lnTo>
                    <a:pt x="7594" y="7620"/>
                  </a:lnTo>
                  <a:lnTo>
                    <a:pt x="7010" y="7620"/>
                  </a:lnTo>
                  <a:lnTo>
                    <a:pt x="7010" y="8890"/>
                  </a:lnTo>
                  <a:lnTo>
                    <a:pt x="6629" y="8890"/>
                  </a:lnTo>
                  <a:lnTo>
                    <a:pt x="6629" y="10160"/>
                  </a:lnTo>
                  <a:lnTo>
                    <a:pt x="9626" y="10160"/>
                  </a:lnTo>
                  <a:lnTo>
                    <a:pt x="9626" y="8890"/>
                  </a:lnTo>
                  <a:lnTo>
                    <a:pt x="10134" y="8890"/>
                  </a:lnTo>
                  <a:lnTo>
                    <a:pt x="10134" y="10160"/>
                  </a:lnTo>
                  <a:lnTo>
                    <a:pt x="10655" y="10160"/>
                  </a:lnTo>
                  <a:lnTo>
                    <a:pt x="10655" y="12700"/>
                  </a:lnTo>
                  <a:lnTo>
                    <a:pt x="10401" y="12700"/>
                  </a:lnTo>
                  <a:lnTo>
                    <a:pt x="10401" y="13970"/>
                  </a:lnTo>
                  <a:lnTo>
                    <a:pt x="12496" y="13970"/>
                  </a:lnTo>
                  <a:lnTo>
                    <a:pt x="12496" y="12700"/>
                  </a:lnTo>
                  <a:lnTo>
                    <a:pt x="13944" y="12700"/>
                  </a:lnTo>
                  <a:lnTo>
                    <a:pt x="13944" y="13970"/>
                  </a:lnTo>
                  <a:lnTo>
                    <a:pt x="14020" y="16510"/>
                  </a:lnTo>
                  <a:lnTo>
                    <a:pt x="14389" y="16510"/>
                  </a:lnTo>
                  <a:lnTo>
                    <a:pt x="14389" y="17780"/>
                  </a:lnTo>
                  <a:lnTo>
                    <a:pt x="15633" y="17780"/>
                  </a:lnTo>
                  <a:lnTo>
                    <a:pt x="15633" y="16510"/>
                  </a:lnTo>
                  <a:lnTo>
                    <a:pt x="21247" y="16510"/>
                  </a:lnTo>
                  <a:lnTo>
                    <a:pt x="21247" y="17780"/>
                  </a:lnTo>
                  <a:lnTo>
                    <a:pt x="20967" y="17780"/>
                  </a:lnTo>
                  <a:lnTo>
                    <a:pt x="20967" y="20320"/>
                  </a:lnTo>
                  <a:lnTo>
                    <a:pt x="22377" y="20320"/>
                  </a:lnTo>
                  <a:lnTo>
                    <a:pt x="22377" y="21590"/>
                  </a:lnTo>
                  <a:lnTo>
                    <a:pt x="23647" y="21590"/>
                  </a:lnTo>
                  <a:lnTo>
                    <a:pt x="23647" y="20320"/>
                  </a:lnTo>
                  <a:lnTo>
                    <a:pt x="35280" y="20320"/>
                  </a:lnTo>
                  <a:lnTo>
                    <a:pt x="35280" y="21590"/>
                  </a:lnTo>
                  <a:lnTo>
                    <a:pt x="34988" y="21590"/>
                  </a:lnTo>
                  <a:lnTo>
                    <a:pt x="34988" y="24130"/>
                  </a:lnTo>
                  <a:lnTo>
                    <a:pt x="56248" y="24130"/>
                  </a:lnTo>
                  <a:lnTo>
                    <a:pt x="56248" y="21590"/>
                  </a:lnTo>
                  <a:lnTo>
                    <a:pt x="55880" y="21590"/>
                  </a:lnTo>
                  <a:lnTo>
                    <a:pt x="55880" y="20320"/>
                  </a:lnTo>
                  <a:lnTo>
                    <a:pt x="67564" y="20320"/>
                  </a:lnTo>
                  <a:lnTo>
                    <a:pt x="67564" y="21590"/>
                  </a:lnTo>
                  <a:lnTo>
                    <a:pt x="68846" y="21590"/>
                  </a:lnTo>
                  <a:lnTo>
                    <a:pt x="68846" y="20320"/>
                  </a:lnTo>
                  <a:lnTo>
                    <a:pt x="70256" y="20320"/>
                  </a:lnTo>
                  <a:lnTo>
                    <a:pt x="70256" y="17780"/>
                  </a:lnTo>
                  <a:lnTo>
                    <a:pt x="69977" y="17780"/>
                  </a:lnTo>
                  <a:lnTo>
                    <a:pt x="69977" y="16510"/>
                  </a:lnTo>
                  <a:lnTo>
                    <a:pt x="72364" y="16510"/>
                  </a:lnTo>
                  <a:lnTo>
                    <a:pt x="72364" y="17780"/>
                  </a:lnTo>
                  <a:lnTo>
                    <a:pt x="73380" y="17780"/>
                  </a:lnTo>
                  <a:lnTo>
                    <a:pt x="73380" y="16510"/>
                  </a:lnTo>
                  <a:lnTo>
                    <a:pt x="75742" y="16510"/>
                  </a:lnTo>
                  <a:lnTo>
                    <a:pt x="75742" y="17780"/>
                  </a:lnTo>
                  <a:lnTo>
                    <a:pt x="76987" y="17780"/>
                  </a:lnTo>
                  <a:lnTo>
                    <a:pt x="76987" y="16510"/>
                  </a:lnTo>
                  <a:lnTo>
                    <a:pt x="77177" y="16510"/>
                  </a:lnTo>
                  <a:lnTo>
                    <a:pt x="77177" y="13970"/>
                  </a:lnTo>
                  <a:lnTo>
                    <a:pt x="77317" y="13970"/>
                  </a:lnTo>
                  <a:lnTo>
                    <a:pt x="77317" y="12700"/>
                  </a:lnTo>
                  <a:lnTo>
                    <a:pt x="78651" y="12700"/>
                  </a:lnTo>
                  <a:lnTo>
                    <a:pt x="78651" y="13970"/>
                  </a:lnTo>
                  <a:lnTo>
                    <a:pt x="80784" y="13970"/>
                  </a:lnTo>
                  <a:lnTo>
                    <a:pt x="80784" y="12700"/>
                  </a:lnTo>
                  <a:lnTo>
                    <a:pt x="80543" y="12700"/>
                  </a:lnTo>
                  <a:lnTo>
                    <a:pt x="80543" y="10160"/>
                  </a:lnTo>
                  <a:lnTo>
                    <a:pt x="81165" y="10160"/>
                  </a:lnTo>
                  <a:lnTo>
                    <a:pt x="81165" y="8890"/>
                  </a:lnTo>
                  <a:lnTo>
                    <a:pt x="81686" y="8890"/>
                  </a:lnTo>
                  <a:lnTo>
                    <a:pt x="81686" y="10160"/>
                  </a:lnTo>
                  <a:lnTo>
                    <a:pt x="84721" y="10160"/>
                  </a:lnTo>
                  <a:lnTo>
                    <a:pt x="84721" y="8890"/>
                  </a:lnTo>
                  <a:lnTo>
                    <a:pt x="84213" y="8890"/>
                  </a:lnTo>
                  <a:lnTo>
                    <a:pt x="84213" y="7620"/>
                  </a:lnTo>
                  <a:lnTo>
                    <a:pt x="83718" y="7620"/>
                  </a:lnTo>
                  <a:lnTo>
                    <a:pt x="83718" y="6350"/>
                  </a:lnTo>
                  <a:lnTo>
                    <a:pt x="87020" y="6350"/>
                  </a:lnTo>
                  <a:lnTo>
                    <a:pt x="87020" y="7620"/>
                  </a:lnTo>
                  <a:lnTo>
                    <a:pt x="87147" y="7620"/>
                  </a:lnTo>
                  <a:lnTo>
                    <a:pt x="87147" y="6350"/>
                  </a:lnTo>
                  <a:lnTo>
                    <a:pt x="87884" y="6350"/>
                  </a:lnTo>
                  <a:lnTo>
                    <a:pt x="87884" y="3810"/>
                  </a:lnTo>
                  <a:lnTo>
                    <a:pt x="87439" y="3810"/>
                  </a:lnTo>
                  <a:lnTo>
                    <a:pt x="87439" y="2540"/>
                  </a:lnTo>
                  <a:lnTo>
                    <a:pt x="89916" y="2540"/>
                  </a:lnTo>
                  <a:lnTo>
                    <a:pt x="89916" y="3810"/>
                  </a:lnTo>
                  <a:lnTo>
                    <a:pt x="90944" y="3810"/>
                  </a:lnTo>
                  <a:lnTo>
                    <a:pt x="90944" y="2540"/>
                  </a:lnTo>
                  <a:lnTo>
                    <a:pt x="91236" y="2540"/>
                  </a:lnTo>
                  <a:lnTo>
                    <a:pt x="91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/>
          <p:nvPr/>
        </p:nvSpPr>
        <p:spPr>
          <a:xfrm>
            <a:off x="2049479" y="523442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44925" y="106078"/>
                </a:moveTo>
                <a:lnTo>
                  <a:pt x="42513" y="105595"/>
                </a:lnTo>
                <a:lnTo>
                  <a:pt x="43040" y="102394"/>
                </a:lnTo>
                <a:lnTo>
                  <a:pt x="42360" y="101715"/>
                </a:lnTo>
                <a:lnTo>
                  <a:pt x="39904" y="102299"/>
                </a:lnTo>
                <a:lnTo>
                  <a:pt x="37193" y="101620"/>
                </a:lnTo>
                <a:lnTo>
                  <a:pt x="34255" y="102942"/>
                </a:lnTo>
                <a:lnTo>
                  <a:pt x="31843" y="101977"/>
                </a:lnTo>
                <a:lnTo>
                  <a:pt x="32625" y="98988"/>
                </a:lnTo>
                <a:lnTo>
                  <a:pt x="31682" y="98053"/>
                </a:lnTo>
                <a:lnTo>
                  <a:pt x="29461" y="99105"/>
                </a:lnTo>
                <a:lnTo>
                  <a:pt x="28064" y="98177"/>
                </a:lnTo>
                <a:lnTo>
                  <a:pt x="25842" y="99222"/>
                </a:lnTo>
                <a:lnTo>
                  <a:pt x="24790" y="98170"/>
                </a:lnTo>
                <a:lnTo>
                  <a:pt x="25806" y="95466"/>
                </a:lnTo>
                <a:lnTo>
                  <a:pt x="24549" y="94691"/>
                </a:lnTo>
                <a:lnTo>
                  <a:pt x="22327" y="95714"/>
                </a:lnTo>
                <a:lnTo>
                  <a:pt x="21384" y="94764"/>
                </a:lnTo>
                <a:lnTo>
                  <a:pt x="22203" y="91818"/>
                </a:lnTo>
                <a:lnTo>
                  <a:pt x="20303" y="91007"/>
                </a:lnTo>
                <a:lnTo>
                  <a:pt x="15815" y="92695"/>
                </a:lnTo>
                <a:lnTo>
                  <a:pt x="13674" y="90569"/>
                </a:lnTo>
                <a:lnTo>
                  <a:pt x="15355" y="86059"/>
                </a:lnTo>
                <a:lnTo>
                  <a:pt x="14551" y="84174"/>
                </a:lnTo>
                <a:lnTo>
                  <a:pt x="11598" y="84985"/>
                </a:lnTo>
                <a:lnTo>
                  <a:pt x="10663" y="84035"/>
                </a:lnTo>
                <a:lnTo>
                  <a:pt x="11678" y="81813"/>
                </a:lnTo>
                <a:lnTo>
                  <a:pt x="10896" y="80556"/>
                </a:lnTo>
                <a:lnTo>
                  <a:pt x="8200" y="81572"/>
                </a:lnTo>
                <a:lnTo>
                  <a:pt x="7147" y="80519"/>
                </a:lnTo>
                <a:lnTo>
                  <a:pt x="8192" y="78297"/>
                </a:lnTo>
                <a:lnTo>
                  <a:pt x="7264" y="76894"/>
                </a:lnTo>
                <a:lnTo>
                  <a:pt x="8317" y="74672"/>
                </a:lnTo>
                <a:lnTo>
                  <a:pt x="7367" y="73729"/>
                </a:lnTo>
                <a:lnTo>
                  <a:pt x="4399" y="74519"/>
                </a:lnTo>
                <a:lnTo>
                  <a:pt x="3412" y="72121"/>
                </a:lnTo>
                <a:lnTo>
                  <a:pt x="4743" y="69154"/>
                </a:lnTo>
                <a:lnTo>
                  <a:pt x="4070" y="66450"/>
                </a:lnTo>
                <a:lnTo>
                  <a:pt x="4655" y="63994"/>
                </a:lnTo>
                <a:lnTo>
                  <a:pt x="3961" y="63300"/>
                </a:lnTo>
                <a:lnTo>
                  <a:pt x="789" y="63863"/>
                </a:lnTo>
                <a:lnTo>
                  <a:pt x="0" y="60523"/>
                </a:lnTo>
                <a:lnTo>
                  <a:pt x="723" y="56174"/>
                </a:lnTo>
                <a:lnTo>
                  <a:pt x="723" y="45167"/>
                </a:lnTo>
                <a:lnTo>
                  <a:pt x="387" y="43289"/>
                </a:lnTo>
                <a:lnTo>
                  <a:pt x="906" y="42068"/>
                </a:lnTo>
                <a:lnTo>
                  <a:pt x="3859" y="42880"/>
                </a:lnTo>
                <a:lnTo>
                  <a:pt x="4677" y="42061"/>
                </a:lnTo>
                <a:lnTo>
                  <a:pt x="4027" y="39657"/>
                </a:lnTo>
                <a:lnTo>
                  <a:pt x="4597" y="37807"/>
                </a:lnTo>
                <a:lnTo>
                  <a:pt x="3340" y="32721"/>
                </a:lnTo>
                <a:lnTo>
                  <a:pt x="4560" y="31712"/>
                </a:lnTo>
                <a:lnTo>
                  <a:pt x="7615" y="32341"/>
                </a:lnTo>
                <a:lnTo>
                  <a:pt x="8404" y="30046"/>
                </a:lnTo>
                <a:lnTo>
                  <a:pt x="6760" y="26757"/>
                </a:lnTo>
                <a:lnTo>
                  <a:pt x="8002" y="24462"/>
                </a:lnTo>
                <a:lnTo>
                  <a:pt x="10809" y="25405"/>
                </a:lnTo>
                <a:lnTo>
                  <a:pt x="11723" y="24484"/>
                </a:lnTo>
                <a:lnTo>
                  <a:pt x="10677" y="21838"/>
                </a:lnTo>
                <a:lnTo>
                  <a:pt x="11635" y="21195"/>
                </a:lnTo>
                <a:lnTo>
                  <a:pt x="14565" y="21853"/>
                </a:lnTo>
                <a:lnTo>
                  <a:pt x="15077" y="20713"/>
                </a:lnTo>
                <a:lnTo>
                  <a:pt x="14741" y="18790"/>
                </a:lnTo>
                <a:lnTo>
                  <a:pt x="14741" y="17482"/>
                </a:lnTo>
                <a:lnTo>
                  <a:pt x="14434" y="14749"/>
                </a:lnTo>
                <a:lnTo>
                  <a:pt x="15852" y="13360"/>
                </a:lnTo>
                <a:lnTo>
                  <a:pt x="20785" y="15633"/>
                </a:lnTo>
                <a:lnTo>
                  <a:pt x="22181" y="13937"/>
                </a:lnTo>
                <a:lnTo>
                  <a:pt x="21231" y="11284"/>
                </a:lnTo>
                <a:lnTo>
                  <a:pt x="22459" y="10487"/>
                </a:lnTo>
                <a:lnTo>
                  <a:pt x="24681" y="11525"/>
                </a:lnTo>
                <a:lnTo>
                  <a:pt x="25748" y="10451"/>
                </a:lnTo>
                <a:lnTo>
                  <a:pt x="24703" y="7805"/>
                </a:lnTo>
                <a:lnTo>
                  <a:pt x="26062" y="6906"/>
                </a:lnTo>
                <a:lnTo>
                  <a:pt x="27882" y="7849"/>
                </a:lnTo>
                <a:lnTo>
                  <a:pt x="29468" y="7118"/>
                </a:lnTo>
                <a:lnTo>
                  <a:pt x="31748" y="7966"/>
                </a:lnTo>
                <a:lnTo>
                  <a:pt x="32757" y="6950"/>
                </a:lnTo>
                <a:lnTo>
                  <a:pt x="31712" y="4304"/>
                </a:lnTo>
                <a:lnTo>
                  <a:pt x="32932" y="3493"/>
                </a:lnTo>
                <a:lnTo>
                  <a:pt x="34978" y="4085"/>
                </a:lnTo>
                <a:lnTo>
                  <a:pt x="38041" y="3493"/>
                </a:lnTo>
                <a:lnTo>
                  <a:pt x="40526" y="4370"/>
                </a:lnTo>
                <a:lnTo>
                  <a:pt x="42791" y="3932"/>
                </a:lnTo>
                <a:lnTo>
                  <a:pt x="43062" y="3880"/>
                </a:lnTo>
                <a:lnTo>
                  <a:pt x="42543" y="672"/>
                </a:lnTo>
                <a:lnTo>
                  <a:pt x="43120" y="95"/>
                </a:lnTo>
                <a:lnTo>
                  <a:pt x="45788" y="452"/>
                </a:lnTo>
                <a:lnTo>
                  <a:pt x="49778" y="248"/>
                </a:lnTo>
                <a:lnTo>
                  <a:pt x="53338" y="431"/>
                </a:lnTo>
                <a:lnTo>
                  <a:pt x="59002" y="431"/>
                </a:lnTo>
                <a:lnTo>
                  <a:pt x="61699" y="0"/>
                </a:lnTo>
                <a:lnTo>
                  <a:pt x="64103" y="482"/>
                </a:lnTo>
                <a:lnTo>
                  <a:pt x="63585" y="3690"/>
                </a:lnTo>
                <a:lnTo>
                  <a:pt x="64264" y="4363"/>
                </a:lnTo>
                <a:lnTo>
                  <a:pt x="66720" y="3778"/>
                </a:lnTo>
                <a:lnTo>
                  <a:pt x="69431" y="4458"/>
                </a:lnTo>
                <a:lnTo>
                  <a:pt x="72362" y="3135"/>
                </a:lnTo>
                <a:lnTo>
                  <a:pt x="74781" y="4100"/>
                </a:lnTo>
                <a:lnTo>
                  <a:pt x="73999" y="7089"/>
                </a:lnTo>
                <a:lnTo>
                  <a:pt x="74935" y="8024"/>
                </a:lnTo>
                <a:lnTo>
                  <a:pt x="77164" y="6972"/>
                </a:lnTo>
                <a:lnTo>
                  <a:pt x="78560" y="7900"/>
                </a:lnTo>
                <a:lnTo>
                  <a:pt x="80782" y="6855"/>
                </a:lnTo>
                <a:lnTo>
                  <a:pt x="81827" y="7907"/>
                </a:lnTo>
                <a:lnTo>
                  <a:pt x="80818" y="10612"/>
                </a:lnTo>
                <a:lnTo>
                  <a:pt x="82075" y="11386"/>
                </a:lnTo>
                <a:lnTo>
                  <a:pt x="84297" y="10371"/>
                </a:lnTo>
                <a:lnTo>
                  <a:pt x="85240" y="11313"/>
                </a:lnTo>
                <a:lnTo>
                  <a:pt x="84422" y="14266"/>
                </a:lnTo>
                <a:lnTo>
                  <a:pt x="86321" y="15070"/>
                </a:lnTo>
                <a:lnTo>
                  <a:pt x="90802" y="13382"/>
                </a:lnTo>
                <a:lnTo>
                  <a:pt x="92951" y="15501"/>
                </a:lnTo>
                <a:lnTo>
                  <a:pt x="91270" y="20025"/>
                </a:lnTo>
                <a:lnTo>
                  <a:pt x="92074" y="21904"/>
                </a:lnTo>
                <a:lnTo>
                  <a:pt x="95026" y="21092"/>
                </a:lnTo>
                <a:lnTo>
                  <a:pt x="95947" y="22020"/>
                </a:lnTo>
                <a:lnTo>
                  <a:pt x="94990" y="24264"/>
                </a:lnTo>
                <a:lnTo>
                  <a:pt x="95677" y="25485"/>
                </a:lnTo>
                <a:lnTo>
                  <a:pt x="98461" y="24535"/>
                </a:lnTo>
                <a:lnTo>
                  <a:pt x="99229" y="25302"/>
                </a:lnTo>
                <a:lnTo>
                  <a:pt x="98863" y="27970"/>
                </a:lnTo>
                <a:lnTo>
                  <a:pt x="98944" y="29351"/>
                </a:lnTo>
                <a:lnTo>
                  <a:pt x="98534" y="31215"/>
                </a:lnTo>
                <a:lnTo>
                  <a:pt x="99112" y="32450"/>
                </a:lnTo>
                <a:lnTo>
                  <a:pt x="102013" y="31602"/>
                </a:lnTo>
                <a:lnTo>
                  <a:pt x="102832" y="32421"/>
                </a:lnTo>
                <a:lnTo>
                  <a:pt x="102247" y="34877"/>
                </a:lnTo>
                <a:lnTo>
                  <a:pt x="102934" y="37654"/>
                </a:lnTo>
                <a:lnTo>
                  <a:pt x="101692" y="40409"/>
                </a:lnTo>
                <a:lnTo>
                  <a:pt x="102525" y="42887"/>
                </a:lnTo>
                <a:lnTo>
                  <a:pt x="105595" y="42200"/>
                </a:lnTo>
                <a:lnTo>
                  <a:pt x="106238" y="42843"/>
                </a:lnTo>
                <a:lnTo>
                  <a:pt x="105872" y="45511"/>
                </a:lnTo>
                <a:lnTo>
                  <a:pt x="106084" y="49501"/>
                </a:lnTo>
                <a:lnTo>
                  <a:pt x="105901" y="53061"/>
                </a:lnTo>
                <a:lnTo>
                  <a:pt x="105901" y="58725"/>
                </a:lnTo>
                <a:lnTo>
                  <a:pt x="106333" y="61429"/>
                </a:lnTo>
                <a:lnTo>
                  <a:pt x="105850" y="63841"/>
                </a:lnTo>
                <a:lnTo>
                  <a:pt x="102642" y="63315"/>
                </a:lnTo>
                <a:lnTo>
                  <a:pt x="101969" y="63994"/>
                </a:lnTo>
                <a:lnTo>
                  <a:pt x="102554" y="66450"/>
                </a:lnTo>
                <a:lnTo>
                  <a:pt x="101874" y="69169"/>
                </a:lnTo>
                <a:lnTo>
                  <a:pt x="103197" y="72099"/>
                </a:lnTo>
                <a:lnTo>
                  <a:pt x="102232" y="74511"/>
                </a:lnTo>
                <a:lnTo>
                  <a:pt x="99243" y="73737"/>
                </a:lnTo>
                <a:lnTo>
                  <a:pt x="98308" y="74672"/>
                </a:lnTo>
                <a:lnTo>
                  <a:pt x="99360" y="76894"/>
                </a:lnTo>
                <a:lnTo>
                  <a:pt x="98432" y="78297"/>
                </a:lnTo>
                <a:lnTo>
                  <a:pt x="99477" y="80519"/>
                </a:lnTo>
                <a:lnTo>
                  <a:pt x="98425" y="81572"/>
                </a:lnTo>
                <a:lnTo>
                  <a:pt x="95721" y="80563"/>
                </a:lnTo>
                <a:lnTo>
                  <a:pt x="94946" y="81813"/>
                </a:lnTo>
                <a:lnTo>
                  <a:pt x="95962" y="84035"/>
                </a:lnTo>
                <a:lnTo>
                  <a:pt x="95019" y="84985"/>
                </a:lnTo>
                <a:lnTo>
                  <a:pt x="92074" y="84174"/>
                </a:lnTo>
                <a:lnTo>
                  <a:pt x="91262" y="86067"/>
                </a:lnTo>
                <a:lnTo>
                  <a:pt x="92951" y="90554"/>
                </a:lnTo>
                <a:lnTo>
                  <a:pt x="90824" y="92695"/>
                </a:lnTo>
                <a:lnTo>
                  <a:pt x="86307" y="91014"/>
                </a:lnTo>
                <a:lnTo>
                  <a:pt x="84422" y="91818"/>
                </a:lnTo>
                <a:lnTo>
                  <a:pt x="85240" y="94771"/>
                </a:lnTo>
                <a:lnTo>
                  <a:pt x="84312" y="95692"/>
                </a:lnTo>
                <a:lnTo>
                  <a:pt x="82068" y="94742"/>
                </a:lnTo>
                <a:lnTo>
                  <a:pt x="80848" y="95422"/>
                </a:lnTo>
                <a:lnTo>
                  <a:pt x="81805" y="98206"/>
                </a:lnTo>
                <a:lnTo>
                  <a:pt x="81030" y="98974"/>
                </a:lnTo>
                <a:lnTo>
                  <a:pt x="78370" y="98616"/>
                </a:lnTo>
                <a:lnTo>
                  <a:pt x="76989" y="98688"/>
                </a:lnTo>
                <a:lnTo>
                  <a:pt x="75125" y="98279"/>
                </a:lnTo>
                <a:lnTo>
                  <a:pt x="73890" y="98857"/>
                </a:lnTo>
                <a:lnTo>
                  <a:pt x="74745" y="101758"/>
                </a:lnTo>
                <a:lnTo>
                  <a:pt x="73926" y="102577"/>
                </a:lnTo>
                <a:lnTo>
                  <a:pt x="71463" y="101992"/>
                </a:lnTo>
                <a:lnTo>
                  <a:pt x="68694" y="102687"/>
                </a:lnTo>
                <a:lnTo>
                  <a:pt x="65938" y="101444"/>
                </a:lnTo>
                <a:lnTo>
                  <a:pt x="63460" y="102270"/>
                </a:lnTo>
                <a:lnTo>
                  <a:pt x="64148" y="105340"/>
                </a:lnTo>
                <a:lnTo>
                  <a:pt x="63497" y="105983"/>
                </a:lnTo>
                <a:lnTo>
                  <a:pt x="60837" y="105625"/>
                </a:lnTo>
                <a:lnTo>
                  <a:pt x="56846" y="105837"/>
                </a:lnTo>
                <a:lnTo>
                  <a:pt x="53287" y="105654"/>
                </a:lnTo>
                <a:lnTo>
                  <a:pt x="47622" y="105654"/>
                </a:lnTo>
                <a:lnTo>
                  <a:pt x="44925" y="1060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267094" y="530217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09">
                <a:moveTo>
                  <a:pt x="44626" y="92345"/>
                </a:moveTo>
                <a:lnTo>
                  <a:pt x="42060" y="91709"/>
                </a:lnTo>
                <a:lnTo>
                  <a:pt x="39605" y="92294"/>
                </a:lnTo>
                <a:lnTo>
                  <a:pt x="38910" y="91600"/>
                </a:lnTo>
                <a:lnTo>
                  <a:pt x="39480" y="88428"/>
                </a:lnTo>
                <a:lnTo>
                  <a:pt x="37120" y="87879"/>
                </a:lnTo>
                <a:lnTo>
                  <a:pt x="34291" y="88362"/>
                </a:lnTo>
                <a:lnTo>
                  <a:pt x="31316" y="88362"/>
                </a:lnTo>
                <a:lnTo>
                  <a:pt x="29416" y="88691"/>
                </a:lnTo>
                <a:lnTo>
                  <a:pt x="28211" y="88164"/>
                </a:lnTo>
                <a:lnTo>
                  <a:pt x="29029" y="85227"/>
                </a:lnTo>
                <a:lnTo>
                  <a:pt x="28071" y="84269"/>
                </a:lnTo>
                <a:lnTo>
                  <a:pt x="25850" y="85321"/>
                </a:lnTo>
                <a:lnTo>
                  <a:pt x="24447" y="84386"/>
                </a:lnTo>
                <a:lnTo>
                  <a:pt x="22232" y="85438"/>
                </a:lnTo>
                <a:lnTo>
                  <a:pt x="21129" y="84335"/>
                </a:lnTo>
                <a:lnTo>
                  <a:pt x="22225" y="81769"/>
                </a:lnTo>
                <a:lnTo>
                  <a:pt x="20960" y="80849"/>
                </a:lnTo>
                <a:lnTo>
                  <a:pt x="18731" y="81945"/>
                </a:lnTo>
                <a:lnTo>
                  <a:pt x="17657" y="80863"/>
                </a:lnTo>
                <a:lnTo>
                  <a:pt x="18702" y="78218"/>
                </a:lnTo>
                <a:lnTo>
                  <a:pt x="17438" y="77377"/>
                </a:lnTo>
                <a:lnTo>
                  <a:pt x="15223" y="78429"/>
                </a:lnTo>
                <a:lnTo>
                  <a:pt x="14054" y="77260"/>
                </a:lnTo>
                <a:lnTo>
                  <a:pt x="15223" y="74921"/>
                </a:lnTo>
                <a:lnTo>
                  <a:pt x="14054" y="73752"/>
                </a:lnTo>
                <a:lnTo>
                  <a:pt x="11715" y="74921"/>
                </a:lnTo>
                <a:lnTo>
                  <a:pt x="10546" y="73752"/>
                </a:lnTo>
                <a:lnTo>
                  <a:pt x="11715" y="71413"/>
                </a:lnTo>
                <a:lnTo>
                  <a:pt x="10634" y="70324"/>
                </a:lnTo>
                <a:lnTo>
                  <a:pt x="8025" y="71398"/>
                </a:lnTo>
                <a:lnTo>
                  <a:pt x="6746" y="69564"/>
                </a:lnTo>
                <a:lnTo>
                  <a:pt x="8777" y="64755"/>
                </a:lnTo>
                <a:lnTo>
                  <a:pt x="7235" y="63490"/>
                </a:lnTo>
                <a:lnTo>
                  <a:pt x="4312" y="64236"/>
                </a:lnTo>
                <a:lnTo>
                  <a:pt x="3420" y="62233"/>
                </a:lnTo>
                <a:lnTo>
                  <a:pt x="4122" y="58550"/>
                </a:lnTo>
                <a:lnTo>
                  <a:pt x="4122" y="55787"/>
                </a:lnTo>
                <a:lnTo>
                  <a:pt x="4385" y="54260"/>
                </a:lnTo>
                <a:lnTo>
                  <a:pt x="4034" y="52959"/>
                </a:lnTo>
                <a:lnTo>
                  <a:pt x="906" y="53573"/>
                </a:lnTo>
                <a:lnTo>
                  <a:pt x="285" y="52959"/>
                </a:lnTo>
                <a:lnTo>
                  <a:pt x="650" y="50291"/>
                </a:lnTo>
                <a:lnTo>
                  <a:pt x="555" y="48617"/>
                </a:lnTo>
                <a:lnTo>
                  <a:pt x="621" y="45336"/>
                </a:lnTo>
                <a:lnTo>
                  <a:pt x="0" y="39759"/>
                </a:lnTo>
                <a:lnTo>
                  <a:pt x="921" y="39014"/>
                </a:lnTo>
                <a:lnTo>
                  <a:pt x="4049" y="39554"/>
                </a:lnTo>
                <a:lnTo>
                  <a:pt x="4662" y="37274"/>
                </a:lnTo>
                <a:lnTo>
                  <a:pt x="4122" y="34307"/>
                </a:lnTo>
                <a:lnTo>
                  <a:pt x="4122" y="31413"/>
                </a:lnTo>
                <a:lnTo>
                  <a:pt x="3785" y="29476"/>
                </a:lnTo>
                <a:lnTo>
                  <a:pt x="4334" y="28270"/>
                </a:lnTo>
                <a:lnTo>
                  <a:pt x="7250" y="29118"/>
                </a:lnTo>
                <a:lnTo>
                  <a:pt x="7966" y="28394"/>
                </a:lnTo>
                <a:lnTo>
                  <a:pt x="7600" y="25734"/>
                </a:lnTo>
                <a:lnTo>
                  <a:pt x="7666" y="24579"/>
                </a:lnTo>
                <a:lnTo>
                  <a:pt x="7264" y="22204"/>
                </a:lnTo>
                <a:lnTo>
                  <a:pt x="8068" y="21129"/>
                </a:lnTo>
                <a:lnTo>
                  <a:pt x="10612" y="22240"/>
                </a:lnTo>
                <a:lnTo>
                  <a:pt x="11620" y="21224"/>
                </a:lnTo>
                <a:lnTo>
                  <a:pt x="10575" y="18579"/>
                </a:lnTo>
                <a:lnTo>
                  <a:pt x="11803" y="17760"/>
                </a:lnTo>
                <a:lnTo>
                  <a:pt x="14113" y="18783"/>
                </a:lnTo>
                <a:lnTo>
                  <a:pt x="15209" y="17585"/>
                </a:lnTo>
                <a:lnTo>
                  <a:pt x="14047" y="15290"/>
                </a:lnTo>
                <a:lnTo>
                  <a:pt x="15128" y="14208"/>
                </a:lnTo>
                <a:lnTo>
                  <a:pt x="17774" y="15260"/>
                </a:lnTo>
                <a:lnTo>
                  <a:pt x="18607" y="13996"/>
                </a:lnTo>
                <a:lnTo>
                  <a:pt x="17562" y="11774"/>
                </a:lnTo>
                <a:lnTo>
                  <a:pt x="18724" y="10605"/>
                </a:lnTo>
                <a:lnTo>
                  <a:pt x="21063" y="11774"/>
                </a:lnTo>
                <a:lnTo>
                  <a:pt x="22137" y="10700"/>
                </a:lnTo>
                <a:lnTo>
                  <a:pt x="21084" y="8054"/>
                </a:lnTo>
                <a:lnTo>
                  <a:pt x="22459" y="7140"/>
                </a:lnTo>
                <a:lnTo>
                  <a:pt x="24278" y="8134"/>
                </a:lnTo>
                <a:lnTo>
                  <a:pt x="25865" y="7316"/>
                </a:lnTo>
                <a:lnTo>
                  <a:pt x="28116" y="8229"/>
                </a:lnTo>
                <a:lnTo>
                  <a:pt x="29146" y="7191"/>
                </a:lnTo>
                <a:lnTo>
                  <a:pt x="28093" y="4546"/>
                </a:lnTo>
                <a:lnTo>
                  <a:pt x="29314" y="3734"/>
                </a:lnTo>
                <a:lnTo>
                  <a:pt x="31368" y="4326"/>
                </a:lnTo>
                <a:lnTo>
                  <a:pt x="34430" y="3734"/>
                </a:lnTo>
                <a:lnTo>
                  <a:pt x="36915" y="4538"/>
                </a:lnTo>
                <a:lnTo>
                  <a:pt x="39173" y="4173"/>
                </a:lnTo>
                <a:lnTo>
                  <a:pt x="39429" y="4129"/>
                </a:lnTo>
                <a:lnTo>
                  <a:pt x="38932" y="906"/>
                </a:lnTo>
                <a:lnTo>
                  <a:pt x="39502" y="336"/>
                </a:lnTo>
                <a:lnTo>
                  <a:pt x="42162" y="694"/>
                </a:lnTo>
                <a:lnTo>
                  <a:pt x="45049" y="599"/>
                </a:lnTo>
                <a:lnTo>
                  <a:pt x="47176" y="730"/>
                </a:lnTo>
                <a:lnTo>
                  <a:pt x="52650" y="0"/>
                </a:lnTo>
                <a:lnTo>
                  <a:pt x="53440" y="972"/>
                </a:lnTo>
                <a:lnTo>
                  <a:pt x="52892" y="4100"/>
                </a:lnTo>
                <a:lnTo>
                  <a:pt x="56407" y="5050"/>
                </a:lnTo>
                <a:lnTo>
                  <a:pt x="60580" y="3106"/>
                </a:lnTo>
                <a:lnTo>
                  <a:pt x="64096" y="4304"/>
                </a:lnTo>
                <a:lnTo>
                  <a:pt x="63394" y="7367"/>
                </a:lnTo>
                <a:lnTo>
                  <a:pt x="64052" y="8010"/>
                </a:lnTo>
                <a:lnTo>
                  <a:pt x="66712" y="7652"/>
                </a:lnTo>
                <a:lnTo>
                  <a:pt x="67940" y="7718"/>
                </a:lnTo>
                <a:lnTo>
                  <a:pt x="70147" y="7301"/>
                </a:lnTo>
                <a:lnTo>
                  <a:pt x="71280" y="8039"/>
                </a:lnTo>
                <a:lnTo>
                  <a:pt x="70250" y="10707"/>
                </a:lnTo>
                <a:lnTo>
                  <a:pt x="71309" y="11774"/>
                </a:lnTo>
                <a:lnTo>
                  <a:pt x="73648" y="10605"/>
                </a:lnTo>
                <a:lnTo>
                  <a:pt x="74817" y="11774"/>
                </a:lnTo>
                <a:lnTo>
                  <a:pt x="73648" y="14113"/>
                </a:lnTo>
                <a:lnTo>
                  <a:pt x="74817" y="15282"/>
                </a:lnTo>
                <a:lnTo>
                  <a:pt x="77156" y="14113"/>
                </a:lnTo>
                <a:lnTo>
                  <a:pt x="78318" y="15282"/>
                </a:lnTo>
                <a:lnTo>
                  <a:pt x="77156" y="17621"/>
                </a:lnTo>
                <a:lnTo>
                  <a:pt x="78318" y="18790"/>
                </a:lnTo>
                <a:lnTo>
                  <a:pt x="80657" y="17621"/>
                </a:lnTo>
                <a:lnTo>
                  <a:pt x="81826" y="18790"/>
                </a:lnTo>
                <a:lnTo>
                  <a:pt x="80657" y="21129"/>
                </a:lnTo>
                <a:lnTo>
                  <a:pt x="81709" y="22189"/>
                </a:lnTo>
                <a:lnTo>
                  <a:pt x="84406" y="21166"/>
                </a:lnTo>
                <a:lnTo>
                  <a:pt x="85802" y="23380"/>
                </a:lnTo>
                <a:lnTo>
                  <a:pt x="83960" y="26896"/>
                </a:lnTo>
                <a:lnTo>
                  <a:pt x="84932" y="29169"/>
                </a:lnTo>
                <a:lnTo>
                  <a:pt x="87885" y="28365"/>
                </a:lnTo>
                <a:lnTo>
                  <a:pt x="88733" y="29213"/>
                </a:lnTo>
                <a:lnTo>
                  <a:pt x="88009" y="31566"/>
                </a:lnTo>
                <a:lnTo>
                  <a:pt x="88996" y="34270"/>
                </a:lnTo>
                <a:lnTo>
                  <a:pt x="87402" y="37267"/>
                </a:lnTo>
                <a:lnTo>
                  <a:pt x="88433" y="39693"/>
                </a:lnTo>
                <a:lnTo>
                  <a:pt x="91393" y="38889"/>
                </a:lnTo>
                <a:lnTo>
                  <a:pt x="92088" y="39591"/>
                </a:lnTo>
                <a:lnTo>
                  <a:pt x="91722" y="42251"/>
                </a:lnTo>
                <a:lnTo>
                  <a:pt x="91876" y="44765"/>
                </a:lnTo>
                <a:lnTo>
                  <a:pt x="92233" y="47835"/>
                </a:lnTo>
                <a:lnTo>
                  <a:pt x="91598" y="50400"/>
                </a:lnTo>
                <a:lnTo>
                  <a:pt x="92190" y="52856"/>
                </a:lnTo>
                <a:lnTo>
                  <a:pt x="91488" y="53558"/>
                </a:lnTo>
                <a:lnTo>
                  <a:pt x="88316" y="52988"/>
                </a:lnTo>
                <a:lnTo>
                  <a:pt x="87768" y="55348"/>
                </a:lnTo>
                <a:lnTo>
                  <a:pt x="88250" y="58177"/>
                </a:lnTo>
                <a:lnTo>
                  <a:pt x="88250" y="61137"/>
                </a:lnTo>
                <a:lnTo>
                  <a:pt x="88587" y="63059"/>
                </a:lnTo>
                <a:lnTo>
                  <a:pt x="88046" y="64265"/>
                </a:lnTo>
                <a:lnTo>
                  <a:pt x="85122" y="63432"/>
                </a:lnTo>
                <a:lnTo>
                  <a:pt x="84414" y="64148"/>
                </a:lnTo>
                <a:lnTo>
                  <a:pt x="84772" y="66808"/>
                </a:lnTo>
                <a:lnTo>
                  <a:pt x="84713" y="67956"/>
                </a:lnTo>
                <a:lnTo>
                  <a:pt x="85115" y="70338"/>
                </a:lnTo>
                <a:lnTo>
                  <a:pt x="84304" y="71413"/>
                </a:lnTo>
                <a:lnTo>
                  <a:pt x="81760" y="70309"/>
                </a:lnTo>
                <a:lnTo>
                  <a:pt x="80752" y="71318"/>
                </a:lnTo>
                <a:lnTo>
                  <a:pt x="81804" y="73963"/>
                </a:lnTo>
                <a:lnTo>
                  <a:pt x="80583" y="74775"/>
                </a:lnTo>
                <a:lnTo>
                  <a:pt x="78245" y="73766"/>
                </a:lnTo>
                <a:lnTo>
                  <a:pt x="77170" y="74965"/>
                </a:lnTo>
                <a:lnTo>
                  <a:pt x="78333" y="77252"/>
                </a:lnTo>
                <a:lnTo>
                  <a:pt x="77156" y="78429"/>
                </a:lnTo>
                <a:lnTo>
                  <a:pt x="74817" y="77260"/>
                </a:lnTo>
                <a:lnTo>
                  <a:pt x="73648" y="78429"/>
                </a:lnTo>
                <a:lnTo>
                  <a:pt x="74817" y="80768"/>
                </a:lnTo>
                <a:lnTo>
                  <a:pt x="73648" y="81938"/>
                </a:lnTo>
                <a:lnTo>
                  <a:pt x="71419" y="80885"/>
                </a:lnTo>
                <a:lnTo>
                  <a:pt x="70169" y="81726"/>
                </a:lnTo>
                <a:lnTo>
                  <a:pt x="71214" y="84371"/>
                </a:lnTo>
                <a:lnTo>
                  <a:pt x="70396" y="85190"/>
                </a:lnTo>
                <a:lnTo>
                  <a:pt x="67728" y="84832"/>
                </a:lnTo>
                <a:lnTo>
                  <a:pt x="66405" y="84898"/>
                </a:lnTo>
                <a:lnTo>
                  <a:pt x="64425" y="84481"/>
                </a:lnTo>
                <a:lnTo>
                  <a:pt x="63226" y="85117"/>
                </a:lnTo>
                <a:lnTo>
                  <a:pt x="64140" y="87945"/>
                </a:lnTo>
                <a:lnTo>
                  <a:pt x="63387" y="88691"/>
                </a:lnTo>
                <a:lnTo>
                  <a:pt x="60727" y="88333"/>
                </a:lnTo>
                <a:lnTo>
                  <a:pt x="59279" y="88406"/>
                </a:lnTo>
                <a:lnTo>
                  <a:pt x="57562" y="88018"/>
                </a:lnTo>
                <a:lnTo>
                  <a:pt x="56020" y="88632"/>
                </a:lnTo>
                <a:lnTo>
                  <a:pt x="53703" y="87858"/>
                </a:lnTo>
                <a:lnTo>
                  <a:pt x="52716" y="88851"/>
                </a:lnTo>
                <a:lnTo>
                  <a:pt x="53761" y="91497"/>
                </a:lnTo>
                <a:lnTo>
                  <a:pt x="52643" y="92243"/>
                </a:lnTo>
                <a:lnTo>
                  <a:pt x="50392" y="91826"/>
                </a:lnTo>
                <a:lnTo>
                  <a:pt x="47696" y="91980"/>
                </a:lnTo>
                <a:lnTo>
                  <a:pt x="44626" y="923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87968" y="540938"/>
            <a:ext cx="71456" cy="71215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2705765" y="547641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3109" y="57607"/>
                </a:moveTo>
                <a:lnTo>
                  <a:pt x="21041" y="56722"/>
                </a:lnTo>
                <a:lnTo>
                  <a:pt x="21859" y="53777"/>
                </a:lnTo>
                <a:lnTo>
                  <a:pt x="20938" y="52863"/>
                </a:lnTo>
                <a:lnTo>
                  <a:pt x="18687" y="53770"/>
                </a:lnTo>
                <a:lnTo>
                  <a:pt x="17269" y="53039"/>
                </a:lnTo>
                <a:lnTo>
                  <a:pt x="15018" y="53953"/>
                </a:lnTo>
                <a:lnTo>
                  <a:pt x="13988" y="52915"/>
                </a:lnTo>
                <a:lnTo>
                  <a:pt x="15041" y="50269"/>
                </a:lnTo>
                <a:lnTo>
                  <a:pt x="13717" y="49392"/>
                </a:lnTo>
                <a:lnTo>
                  <a:pt x="11649" y="50481"/>
                </a:lnTo>
                <a:lnTo>
                  <a:pt x="10378" y="49392"/>
                </a:lnTo>
                <a:lnTo>
                  <a:pt x="11525" y="46943"/>
                </a:lnTo>
                <a:lnTo>
                  <a:pt x="10385" y="45803"/>
                </a:lnTo>
                <a:lnTo>
                  <a:pt x="8054" y="46972"/>
                </a:lnTo>
                <a:lnTo>
                  <a:pt x="6884" y="45803"/>
                </a:lnTo>
                <a:lnTo>
                  <a:pt x="8054" y="43464"/>
                </a:lnTo>
                <a:lnTo>
                  <a:pt x="6979" y="42390"/>
                </a:lnTo>
                <a:lnTo>
                  <a:pt x="4333" y="43442"/>
                </a:lnTo>
                <a:lnTo>
                  <a:pt x="2894" y="41279"/>
                </a:lnTo>
                <a:lnTo>
                  <a:pt x="4728" y="37661"/>
                </a:lnTo>
                <a:lnTo>
                  <a:pt x="3778" y="35425"/>
                </a:lnTo>
                <a:lnTo>
                  <a:pt x="825" y="36229"/>
                </a:lnTo>
                <a:lnTo>
                  <a:pt x="102" y="35513"/>
                </a:lnTo>
                <a:lnTo>
                  <a:pt x="518" y="32896"/>
                </a:lnTo>
                <a:lnTo>
                  <a:pt x="0" y="27203"/>
                </a:lnTo>
                <a:lnTo>
                  <a:pt x="613" y="24718"/>
                </a:lnTo>
                <a:lnTo>
                  <a:pt x="29" y="22262"/>
                </a:lnTo>
                <a:lnTo>
                  <a:pt x="847" y="21443"/>
                </a:lnTo>
                <a:lnTo>
                  <a:pt x="3756" y="22291"/>
                </a:lnTo>
                <a:lnTo>
                  <a:pt x="4553" y="20559"/>
                </a:lnTo>
                <a:lnTo>
                  <a:pt x="2945" y="15640"/>
                </a:lnTo>
                <a:lnTo>
                  <a:pt x="4524" y="14354"/>
                </a:lnTo>
                <a:lnTo>
                  <a:pt x="7060" y="15377"/>
                </a:lnTo>
                <a:lnTo>
                  <a:pt x="7973" y="14128"/>
                </a:lnTo>
                <a:lnTo>
                  <a:pt x="6877" y="11899"/>
                </a:lnTo>
                <a:lnTo>
                  <a:pt x="8054" y="10722"/>
                </a:lnTo>
                <a:lnTo>
                  <a:pt x="10385" y="11891"/>
                </a:lnTo>
                <a:lnTo>
                  <a:pt x="11554" y="10722"/>
                </a:lnTo>
                <a:lnTo>
                  <a:pt x="10385" y="8383"/>
                </a:lnTo>
                <a:lnTo>
                  <a:pt x="11554" y="7213"/>
                </a:lnTo>
                <a:lnTo>
                  <a:pt x="13783" y="8258"/>
                </a:lnTo>
                <a:lnTo>
                  <a:pt x="15033" y="7425"/>
                </a:lnTo>
                <a:lnTo>
                  <a:pt x="13988" y="4780"/>
                </a:lnTo>
                <a:lnTo>
                  <a:pt x="14806" y="3954"/>
                </a:lnTo>
                <a:lnTo>
                  <a:pt x="17474" y="4312"/>
                </a:lnTo>
                <a:lnTo>
                  <a:pt x="19009" y="4217"/>
                </a:lnTo>
                <a:lnTo>
                  <a:pt x="20543" y="4582"/>
                </a:lnTo>
                <a:lnTo>
                  <a:pt x="21479" y="4290"/>
                </a:lnTo>
                <a:lnTo>
                  <a:pt x="21654" y="4239"/>
                </a:lnTo>
                <a:lnTo>
                  <a:pt x="21325" y="789"/>
                </a:lnTo>
                <a:lnTo>
                  <a:pt x="23621" y="694"/>
                </a:lnTo>
                <a:lnTo>
                  <a:pt x="26397" y="387"/>
                </a:lnTo>
                <a:lnTo>
                  <a:pt x="29606" y="993"/>
                </a:lnTo>
                <a:lnTo>
                  <a:pt x="34876" y="0"/>
                </a:lnTo>
                <a:lnTo>
                  <a:pt x="35790" y="1118"/>
                </a:lnTo>
                <a:lnTo>
                  <a:pt x="35161" y="4165"/>
                </a:lnTo>
                <a:lnTo>
                  <a:pt x="37332" y="4918"/>
                </a:lnTo>
                <a:lnTo>
                  <a:pt x="40935" y="3259"/>
                </a:lnTo>
                <a:lnTo>
                  <a:pt x="43084" y="4641"/>
                </a:lnTo>
                <a:lnTo>
                  <a:pt x="42053" y="7315"/>
                </a:lnTo>
                <a:lnTo>
                  <a:pt x="43105" y="8375"/>
                </a:lnTo>
                <a:lnTo>
                  <a:pt x="45466" y="7206"/>
                </a:lnTo>
                <a:lnTo>
                  <a:pt x="46613" y="8405"/>
                </a:lnTo>
                <a:lnTo>
                  <a:pt x="45444" y="10714"/>
                </a:lnTo>
                <a:lnTo>
                  <a:pt x="46621" y="11891"/>
                </a:lnTo>
                <a:lnTo>
                  <a:pt x="48952" y="10722"/>
                </a:lnTo>
                <a:lnTo>
                  <a:pt x="50122" y="11891"/>
                </a:lnTo>
                <a:lnTo>
                  <a:pt x="48952" y="14230"/>
                </a:lnTo>
                <a:lnTo>
                  <a:pt x="50027" y="15304"/>
                </a:lnTo>
                <a:lnTo>
                  <a:pt x="52673" y="14252"/>
                </a:lnTo>
                <a:lnTo>
                  <a:pt x="54112" y="16415"/>
                </a:lnTo>
                <a:lnTo>
                  <a:pt x="52278" y="20033"/>
                </a:lnTo>
                <a:lnTo>
                  <a:pt x="53228" y="22269"/>
                </a:lnTo>
                <a:lnTo>
                  <a:pt x="56181" y="21465"/>
                </a:lnTo>
                <a:lnTo>
                  <a:pt x="56904" y="22181"/>
                </a:lnTo>
                <a:lnTo>
                  <a:pt x="56487" y="24798"/>
                </a:lnTo>
                <a:lnTo>
                  <a:pt x="56773" y="27619"/>
                </a:lnTo>
                <a:lnTo>
                  <a:pt x="56546" y="30060"/>
                </a:lnTo>
                <a:lnTo>
                  <a:pt x="56546" y="33210"/>
                </a:lnTo>
                <a:lnTo>
                  <a:pt x="56882" y="35088"/>
                </a:lnTo>
                <a:lnTo>
                  <a:pt x="56363" y="36302"/>
                </a:lnTo>
                <a:lnTo>
                  <a:pt x="53403" y="35498"/>
                </a:lnTo>
                <a:lnTo>
                  <a:pt x="52504" y="36404"/>
                </a:lnTo>
                <a:lnTo>
                  <a:pt x="53403" y="38662"/>
                </a:lnTo>
                <a:lnTo>
                  <a:pt x="52680" y="40080"/>
                </a:lnTo>
                <a:lnTo>
                  <a:pt x="53586" y="42339"/>
                </a:lnTo>
                <a:lnTo>
                  <a:pt x="52555" y="43369"/>
                </a:lnTo>
                <a:lnTo>
                  <a:pt x="49910" y="42317"/>
                </a:lnTo>
                <a:lnTo>
                  <a:pt x="49033" y="43640"/>
                </a:lnTo>
                <a:lnTo>
                  <a:pt x="50122" y="45694"/>
                </a:lnTo>
                <a:lnTo>
                  <a:pt x="49040" y="46980"/>
                </a:lnTo>
                <a:lnTo>
                  <a:pt x="46584" y="45832"/>
                </a:lnTo>
                <a:lnTo>
                  <a:pt x="45473" y="46951"/>
                </a:lnTo>
                <a:lnTo>
                  <a:pt x="46628" y="49384"/>
                </a:lnTo>
                <a:lnTo>
                  <a:pt x="45393" y="50451"/>
                </a:lnTo>
                <a:lnTo>
                  <a:pt x="43127" y="49297"/>
                </a:lnTo>
                <a:lnTo>
                  <a:pt x="42155" y="50269"/>
                </a:lnTo>
                <a:lnTo>
                  <a:pt x="42974" y="53221"/>
                </a:lnTo>
                <a:lnTo>
                  <a:pt x="40555" y="54252"/>
                </a:lnTo>
                <a:lnTo>
                  <a:pt x="37485" y="52549"/>
                </a:lnTo>
                <a:lnTo>
                  <a:pt x="35066" y="53602"/>
                </a:lnTo>
                <a:lnTo>
                  <a:pt x="35885" y="56540"/>
                </a:lnTo>
                <a:lnTo>
                  <a:pt x="35175" y="57242"/>
                </a:lnTo>
                <a:lnTo>
                  <a:pt x="32515" y="56891"/>
                </a:lnTo>
                <a:lnTo>
                  <a:pt x="30849" y="56971"/>
                </a:lnTo>
                <a:lnTo>
                  <a:pt x="26712" y="56913"/>
                </a:lnTo>
                <a:lnTo>
                  <a:pt x="23109" y="57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926755" y="55868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5">
                <a:moveTo>
                  <a:pt x="20449" y="35805"/>
                </a:moveTo>
                <a:lnTo>
                  <a:pt x="15603" y="35732"/>
                </a:lnTo>
                <a:lnTo>
                  <a:pt x="14127" y="35213"/>
                </a:lnTo>
                <a:lnTo>
                  <a:pt x="14792" y="32173"/>
                </a:lnTo>
                <a:lnTo>
                  <a:pt x="14500" y="31836"/>
                </a:lnTo>
                <a:lnTo>
                  <a:pt x="13228" y="30959"/>
                </a:lnTo>
                <a:lnTo>
                  <a:pt x="8419" y="32984"/>
                </a:lnTo>
                <a:lnTo>
                  <a:pt x="6906" y="31135"/>
                </a:lnTo>
                <a:lnTo>
                  <a:pt x="7937" y="29125"/>
                </a:lnTo>
                <a:lnTo>
                  <a:pt x="7483" y="28328"/>
                </a:lnTo>
                <a:lnTo>
                  <a:pt x="6965" y="27897"/>
                </a:lnTo>
                <a:lnTo>
                  <a:pt x="4333" y="28869"/>
                </a:lnTo>
                <a:lnTo>
                  <a:pt x="3603" y="27765"/>
                </a:lnTo>
                <a:lnTo>
                  <a:pt x="4012" y="25514"/>
                </a:lnTo>
                <a:lnTo>
                  <a:pt x="3946" y="24308"/>
                </a:lnTo>
                <a:lnTo>
                  <a:pt x="4312" y="21648"/>
                </a:lnTo>
                <a:lnTo>
                  <a:pt x="3727" y="21063"/>
                </a:lnTo>
                <a:lnTo>
                  <a:pt x="526" y="21589"/>
                </a:lnTo>
                <a:lnTo>
                  <a:pt x="321" y="20573"/>
                </a:lnTo>
                <a:lnTo>
                  <a:pt x="0" y="14683"/>
                </a:lnTo>
                <a:lnTo>
                  <a:pt x="811" y="14018"/>
                </a:lnTo>
                <a:lnTo>
                  <a:pt x="3859" y="14646"/>
                </a:lnTo>
                <a:lnTo>
                  <a:pt x="4509" y="12746"/>
                </a:lnTo>
                <a:lnTo>
                  <a:pt x="2937" y="8470"/>
                </a:lnTo>
                <a:lnTo>
                  <a:pt x="4472" y="6702"/>
                </a:lnTo>
                <a:lnTo>
                  <a:pt x="6855" y="7739"/>
                </a:lnTo>
                <a:lnTo>
                  <a:pt x="7483" y="7279"/>
                </a:lnTo>
                <a:lnTo>
                  <a:pt x="7937" y="6482"/>
                </a:lnTo>
                <a:lnTo>
                  <a:pt x="6906" y="4473"/>
                </a:lnTo>
                <a:lnTo>
                  <a:pt x="8419" y="2623"/>
                </a:lnTo>
                <a:lnTo>
                  <a:pt x="13228" y="4648"/>
                </a:lnTo>
                <a:lnTo>
                  <a:pt x="14500" y="3771"/>
                </a:lnTo>
                <a:lnTo>
                  <a:pt x="14960" y="3091"/>
                </a:lnTo>
                <a:lnTo>
                  <a:pt x="13915" y="818"/>
                </a:lnTo>
                <a:lnTo>
                  <a:pt x="14770" y="0"/>
                </a:lnTo>
                <a:lnTo>
                  <a:pt x="21312" y="14"/>
                </a:lnTo>
                <a:lnTo>
                  <a:pt x="22086" y="964"/>
                </a:lnTo>
                <a:lnTo>
                  <a:pt x="21056" y="2974"/>
                </a:lnTo>
                <a:lnTo>
                  <a:pt x="21516" y="3771"/>
                </a:lnTo>
                <a:lnTo>
                  <a:pt x="22780" y="4648"/>
                </a:lnTo>
                <a:lnTo>
                  <a:pt x="27590" y="2623"/>
                </a:lnTo>
                <a:lnTo>
                  <a:pt x="29103" y="4473"/>
                </a:lnTo>
                <a:lnTo>
                  <a:pt x="28080" y="6482"/>
                </a:lnTo>
                <a:lnTo>
                  <a:pt x="28533" y="7279"/>
                </a:lnTo>
                <a:lnTo>
                  <a:pt x="29234" y="7747"/>
                </a:lnTo>
                <a:lnTo>
                  <a:pt x="31456" y="6695"/>
                </a:lnTo>
                <a:lnTo>
                  <a:pt x="32370" y="7608"/>
                </a:lnTo>
                <a:lnTo>
                  <a:pt x="32012" y="10276"/>
                </a:lnTo>
                <a:lnTo>
                  <a:pt x="32085" y="11650"/>
                </a:lnTo>
                <a:lnTo>
                  <a:pt x="31668" y="13528"/>
                </a:lnTo>
                <a:lnTo>
                  <a:pt x="32253" y="14763"/>
                </a:lnTo>
                <a:lnTo>
                  <a:pt x="35154" y="13901"/>
                </a:lnTo>
                <a:lnTo>
                  <a:pt x="35878" y="14625"/>
                </a:lnTo>
                <a:lnTo>
                  <a:pt x="35512" y="17292"/>
                </a:lnTo>
                <a:lnTo>
                  <a:pt x="35585" y="18681"/>
                </a:lnTo>
                <a:lnTo>
                  <a:pt x="35827" y="20493"/>
                </a:lnTo>
                <a:lnTo>
                  <a:pt x="35395" y="21677"/>
                </a:lnTo>
                <a:lnTo>
                  <a:pt x="32399" y="21020"/>
                </a:lnTo>
                <a:lnTo>
                  <a:pt x="32026" y="21312"/>
                </a:lnTo>
                <a:lnTo>
                  <a:pt x="31149" y="22576"/>
                </a:lnTo>
                <a:lnTo>
                  <a:pt x="33173" y="27393"/>
                </a:lnTo>
                <a:lnTo>
                  <a:pt x="31324" y="28905"/>
                </a:lnTo>
                <a:lnTo>
                  <a:pt x="29315" y="27875"/>
                </a:lnTo>
                <a:lnTo>
                  <a:pt x="28525" y="28328"/>
                </a:lnTo>
                <a:lnTo>
                  <a:pt x="28057" y="29030"/>
                </a:lnTo>
                <a:lnTo>
                  <a:pt x="29110" y="31251"/>
                </a:lnTo>
                <a:lnTo>
                  <a:pt x="27940" y="32421"/>
                </a:lnTo>
                <a:lnTo>
                  <a:pt x="25719" y="31383"/>
                </a:lnTo>
                <a:lnTo>
                  <a:pt x="24316" y="32289"/>
                </a:lnTo>
                <a:lnTo>
                  <a:pt x="22094" y="31252"/>
                </a:lnTo>
                <a:lnTo>
                  <a:pt x="21143" y="32209"/>
                </a:lnTo>
                <a:lnTo>
                  <a:pt x="21955" y="35154"/>
                </a:lnTo>
                <a:lnTo>
                  <a:pt x="20449" y="358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509232" y="614602"/>
            <a:ext cx="135255" cy="134620"/>
          </a:xfrm>
          <a:custGeom>
            <a:avLst/>
            <a:gdLst/>
            <a:ahLst/>
            <a:cxnLst/>
            <a:rect l="l" t="t" r="r" b="b"/>
            <a:pathLst>
              <a:path w="135255" h="134620">
                <a:moveTo>
                  <a:pt x="85314" y="134473"/>
                </a:moveTo>
                <a:lnTo>
                  <a:pt x="81009" y="133771"/>
                </a:lnTo>
                <a:lnTo>
                  <a:pt x="53675" y="133771"/>
                </a:lnTo>
                <a:lnTo>
                  <a:pt x="49326" y="134487"/>
                </a:lnTo>
                <a:lnTo>
                  <a:pt x="45986" y="133698"/>
                </a:lnTo>
                <a:lnTo>
                  <a:pt x="46556" y="130533"/>
                </a:lnTo>
                <a:lnTo>
                  <a:pt x="45957" y="129934"/>
                </a:lnTo>
                <a:lnTo>
                  <a:pt x="43296" y="130285"/>
                </a:lnTo>
                <a:lnTo>
                  <a:pt x="41995" y="130219"/>
                </a:lnTo>
                <a:lnTo>
                  <a:pt x="39956" y="130635"/>
                </a:lnTo>
                <a:lnTo>
                  <a:pt x="38772" y="129985"/>
                </a:lnTo>
                <a:lnTo>
                  <a:pt x="39715" y="127186"/>
                </a:lnTo>
                <a:lnTo>
                  <a:pt x="38750" y="126228"/>
                </a:lnTo>
                <a:lnTo>
                  <a:pt x="36470" y="127076"/>
                </a:lnTo>
                <a:lnTo>
                  <a:pt x="35081" y="126433"/>
                </a:lnTo>
                <a:lnTo>
                  <a:pt x="32794" y="127281"/>
                </a:lnTo>
                <a:lnTo>
                  <a:pt x="31902" y="126382"/>
                </a:lnTo>
                <a:lnTo>
                  <a:pt x="32713" y="123436"/>
                </a:lnTo>
                <a:lnTo>
                  <a:pt x="30535" y="122501"/>
                </a:lnTo>
                <a:lnTo>
                  <a:pt x="26757" y="124335"/>
                </a:lnTo>
                <a:lnTo>
                  <a:pt x="24674" y="122830"/>
                </a:lnTo>
                <a:lnTo>
                  <a:pt x="25763" y="120250"/>
                </a:lnTo>
                <a:lnTo>
                  <a:pt x="24667" y="119153"/>
                </a:lnTo>
                <a:lnTo>
                  <a:pt x="22335" y="120323"/>
                </a:lnTo>
                <a:lnTo>
                  <a:pt x="21166" y="119153"/>
                </a:lnTo>
                <a:lnTo>
                  <a:pt x="22335" y="116815"/>
                </a:lnTo>
                <a:lnTo>
                  <a:pt x="21166" y="115645"/>
                </a:lnTo>
                <a:lnTo>
                  <a:pt x="18827" y="116814"/>
                </a:lnTo>
                <a:lnTo>
                  <a:pt x="17657" y="115645"/>
                </a:lnTo>
                <a:lnTo>
                  <a:pt x="18827" y="113306"/>
                </a:lnTo>
                <a:lnTo>
                  <a:pt x="17658" y="112137"/>
                </a:lnTo>
                <a:lnTo>
                  <a:pt x="15326" y="113306"/>
                </a:lnTo>
                <a:lnTo>
                  <a:pt x="14156" y="112137"/>
                </a:lnTo>
                <a:lnTo>
                  <a:pt x="15326" y="109798"/>
                </a:lnTo>
                <a:lnTo>
                  <a:pt x="14237" y="108709"/>
                </a:lnTo>
                <a:lnTo>
                  <a:pt x="11628" y="109783"/>
                </a:lnTo>
                <a:lnTo>
                  <a:pt x="10356" y="107949"/>
                </a:lnTo>
                <a:lnTo>
                  <a:pt x="12381" y="103133"/>
                </a:lnTo>
                <a:lnTo>
                  <a:pt x="10897" y="101919"/>
                </a:lnTo>
                <a:lnTo>
                  <a:pt x="7849" y="102548"/>
                </a:lnTo>
                <a:lnTo>
                  <a:pt x="7045" y="100224"/>
                </a:lnTo>
                <a:lnTo>
                  <a:pt x="8675" y="97023"/>
                </a:lnTo>
                <a:lnTo>
                  <a:pt x="7476" y="94691"/>
                </a:lnTo>
                <a:lnTo>
                  <a:pt x="4633" y="95598"/>
                </a:lnTo>
                <a:lnTo>
                  <a:pt x="3639" y="94596"/>
                </a:lnTo>
                <a:lnTo>
                  <a:pt x="4692" y="92374"/>
                </a:lnTo>
                <a:lnTo>
                  <a:pt x="3764" y="90978"/>
                </a:lnTo>
                <a:lnTo>
                  <a:pt x="4809" y="88757"/>
                </a:lnTo>
                <a:lnTo>
                  <a:pt x="3961" y="87909"/>
                </a:lnTo>
                <a:lnTo>
                  <a:pt x="789" y="88479"/>
                </a:lnTo>
                <a:lnTo>
                  <a:pt x="0" y="85132"/>
                </a:lnTo>
                <a:lnTo>
                  <a:pt x="723" y="80783"/>
                </a:lnTo>
                <a:lnTo>
                  <a:pt x="723" y="53449"/>
                </a:lnTo>
                <a:lnTo>
                  <a:pt x="14" y="49136"/>
                </a:lnTo>
                <a:lnTo>
                  <a:pt x="789" y="45775"/>
                </a:lnTo>
                <a:lnTo>
                  <a:pt x="3961" y="46337"/>
                </a:lnTo>
                <a:lnTo>
                  <a:pt x="4560" y="45745"/>
                </a:lnTo>
                <a:lnTo>
                  <a:pt x="4195" y="43078"/>
                </a:lnTo>
                <a:lnTo>
                  <a:pt x="4268" y="41769"/>
                </a:lnTo>
                <a:lnTo>
                  <a:pt x="3851" y="39738"/>
                </a:lnTo>
                <a:lnTo>
                  <a:pt x="4502" y="38546"/>
                </a:lnTo>
                <a:lnTo>
                  <a:pt x="7301" y="39489"/>
                </a:lnTo>
                <a:lnTo>
                  <a:pt x="8251" y="38532"/>
                </a:lnTo>
                <a:lnTo>
                  <a:pt x="7403" y="36251"/>
                </a:lnTo>
                <a:lnTo>
                  <a:pt x="8054" y="34848"/>
                </a:lnTo>
                <a:lnTo>
                  <a:pt x="7206" y="32568"/>
                </a:lnTo>
                <a:lnTo>
                  <a:pt x="8098" y="31676"/>
                </a:lnTo>
                <a:lnTo>
                  <a:pt x="11050" y="32480"/>
                </a:lnTo>
                <a:lnTo>
                  <a:pt x="11978" y="30302"/>
                </a:lnTo>
                <a:lnTo>
                  <a:pt x="10151" y="26531"/>
                </a:lnTo>
                <a:lnTo>
                  <a:pt x="11650" y="24448"/>
                </a:lnTo>
                <a:lnTo>
                  <a:pt x="14230" y="25537"/>
                </a:lnTo>
                <a:lnTo>
                  <a:pt x="15326" y="24440"/>
                </a:lnTo>
                <a:lnTo>
                  <a:pt x="14157" y="22102"/>
                </a:lnTo>
                <a:lnTo>
                  <a:pt x="15326" y="20932"/>
                </a:lnTo>
                <a:lnTo>
                  <a:pt x="17657" y="22101"/>
                </a:lnTo>
                <a:lnTo>
                  <a:pt x="18812" y="20947"/>
                </a:lnTo>
                <a:lnTo>
                  <a:pt x="17650" y="18549"/>
                </a:lnTo>
                <a:lnTo>
                  <a:pt x="18871" y="17438"/>
                </a:lnTo>
                <a:lnTo>
                  <a:pt x="21151" y="18601"/>
                </a:lnTo>
                <a:lnTo>
                  <a:pt x="22240" y="17519"/>
                </a:lnTo>
                <a:lnTo>
                  <a:pt x="21188" y="14873"/>
                </a:lnTo>
                <a:lnTo>
                  <a:pt x="22547" y="13967"/>
                </a:lnTo>
                <a:lnTo>
                  <a:pt x="24469" y="15049"/>
                </a:lnTo>
                <a:lnTo>
                  <a:pt x="25821" y="14098"/>
                </a:lnTo>
                <a:lnTo>
                  <a:pt x="24747" y="11496"/>
                </a:lnTo>
                <a:lnTo>
                  <a:pt x="25587" y="10656"/>
                </a:lnTo>
                <a:lnTo>
                  <a:pt x="28248" y="11014"/>
                </a:lnTo>
                <a:lnTo>
                  <a:pt x="29615" y="10948"/>
                </a:lnTo>
                <a:lnTo>
                  <a:pt x="31500" y="11357"/>
                </a:lnTo>
                <a:lnTo>
                  <a:pt x="32728" y="10766"/>
                </a:lnTo>
                <a:lnTo>
                  <a:pt x="31866" y="7879"/>
                </a:lnTo>
                <a:lnTo>
                  <a:pt x="32596" y="7155"/>
                </a:lnTo>
                <a:lnTo>
                  <a:pt x="35257" y="7513"/>
                </a:lnTo>
                <a:lnTo>
                  <a:pt x="36667" y="7440"/>
                </a:lnTo>
                <a:lnTo>
                  <a:pt x="38458" y="7842"/>
                </a:lnTo>
                <a:lnTo>
                  <a:pt x="39715" y="7294"/>
                </a:lnTo>
                <a:lnTo>
                  <a:pt x="38897" y="4349"/>
                </a:lnTo>
                <a:lnTo>
                  <a:pt x="39605" y="3647"/>
                </a:lnTo>
                <a:lnTo>
                  <a:pt x="42266" y="4005"/>
                </a:lnTo>
                <a:lnTo>
                  <a:pt x="43801" y="3910"/>
                </a:lnTo>
                <a:lnTo>
                  <a:pt x="45262" y="4275"/>
                </a:lnTo>
                <a:lnTo>
                  <a:pt x="46293" y="3983"/>
                </a:lnTo>
                <a:lnTo>
                  <a:pt x="46622" y="3895"/>
                </a:lnTo>
                <a:lnTo>
                  <a:pt x="46015" y="760"/>
                </a:lnTo>
                <a:lnTo>
                  <a:pt x="46665" y="109"/>
                </a:lnTo>
                <a:lnTo>
                  <a:pt x="49245" y="548"/>
                </a:lnTo>
                <a:lnTo>
                  <a:pt x="53170" y="65"/>
                </a:lnTo>
                <a:lnTo>
                  <a:pt x="56934" y="475"/>
                </a:lnTo>
                <a:lnTo>
                  <a:pt x="83508" y="475"/>
                </a:lnTo>
                <a:lnTo>
                  <a:pt x="86315" y="0"/>
                </a:lnTo>
                <a:lnTo>
                  <a:pt x="88683" y="548"/>
                </a:lnTo>
                <a:lnTo>
                  <a:pt x="88127" y="3720"/>
                </a:lnTo>
                <a:lnTo>
                  <a:pt x="88719" y="4312"/>
                </a:lnTo>
                <a:lnTo>
                  <a:pt x="91380" y="3954"/>
                </a:lnTo>
                <a:lnTo>
                  <a:pt x="92681" y="4019"/>
                </a:lnTo>
                <a:lnTo>
                  <a:pt x="94720" y="3610"/>
                </a:lnTo>
                <a:lnTo>
                  <a:pt x="95904" y="4261"/>
                </a:lnTo>
                <a:lnTo>
                  <a:pt x="94961" y="7053"/>
                </a:lnTo>
                <a:lnTo>
                  <a:pt x="95919" y="8010"/>
                </a:lnTo>
                <a:lnTo>
                  <a:pt x="98206" y="7162"/>
                </a:lnTo>
                <a:lnTo>
                  <a:pt x="99602" y="7805"/>
                </a:lnTo>
                <a:lnTo>
                  <a:pt x="101882" y="6958"/>
                </a:lnTo>
                <a:lnTo>
                  <a:pt x="102774" y="7856"/>
                </a:lnTo>
                <a:lnTo>
                  <a:pt x="101963" y="10809"/>
                </a:lnTo>
                <a:lnTo>
                  <a:pt x="104141" y="11737"/>
                </a:lnTo>
                <a:lnTo>
                  <a:pt x="107919" y="9903"/>
                </a:lnTo>
                <a:lnTo>
                  <a:pt x="110002" y="11409"/>
                </a:lnTo>
                <a:lnTo>
                  <a:pt x="108913" y="13981"/>
                </a:lnTo>
                <a:lnTo>
                  <a:pt x="109907" y="14990"/>
                </a:lnTo>
                <a:lnTo>
                  <a:pt x="112560" y="13937"/>
                </a:lnTo>
                <a:lnTo>
                  <a:pt x="113430" y="15260"/>
                </a:lnTo>
                <a:lnTo>
                  <a:pt x="112341" y="17314"/>
                </a:lnTo>
                <a:lnTo>
                  <a:pt x="113423" y="18600"/>
                </a:lnTo>
                <a:lnTo>
                  <a:pt x="115878" y="17453"/>
                </a:lnTo>
                <a:lnTo>
                  <a:pt x="117026" y="18600"/>
                </a:lnTo>
                <a:lnTo>
                  <a:pt x="115856" y="20903"/>
                </a:lnTo>
                <a:lnTo>
                  <a:pt x="116989" y="22109"/>
                </a:lnTo>
                <a:lnTo>
                  <a:pt x="119365" y="20939"/>
                </a:lnTo>
                <a:lnTo>
                  <a:pt x="120519" y="22101"/>
                </a:lnTo>
                <a:lnTo>
                  <a:pt x="119350" y="24440"/>
                </a:lnTo>
                <a:lnTo>
                  <a:pt x="120519" y="25610"/>
                </a:lnTo>
                <a:lnTo>
                  <a:pt x="122858" y="24440"/>
                </a:lnTo>
                <a:lnTo>
                  <a:pt x="124020" y="25609"/>
                </a:lnTo>
                <a:lnTo>
                  <a:pt x="122983" y="27831"/>
                </a:lnTo>
                <a:lnTo>
                  <a:pt x="123896" y="29235"/>
                </a:lnTo>
                <a:lnTo>
                  <a:pt x="122858" y="31456"/>
                </a:lnTo>
                <a:lnTo>
                  <a:pt x="123808" y="32407"/>
                </a:lnTo>
                <a:lnTo>
                  <a:pt x="126761" y="31595"/>
                </a:lnTo>
                <a:lnTo>
                  <a:pt x="127762" y="33956"/>
                </a:lnTo>
                <a:lnTo>
                  <a:pt x="125964" y="37230"/>
                </a:lnTo>
                <a:lnTo>
                  <a:pt x="127214" y="39562"/>
                </a:lnTo>
                <a:lnTo>
                  <a:pt x="130028" y="38626"/>
                </a:lnTo>
                <a:lnTo>
                  <a:pt x="131037" y="39642"/>
                </a:lnTo>
                <a:lnTo>
                  <a:pt x="129984" y="41864"/>
                </a:lnTo>
                <a:lnTo>
                  <a:pt x="130912" y="43267"/>
                </a:lnTo>
                <a:lnTo>
                  <a:pt x="129868" y="45489"/>
                </a:lnTo>
                <a:lnTo>
                  <a:pt x="130715" y="46337"/>
                </a:lnTo>
                <a:lnTo>
                  <a:pt x="133887" y="45774"/>
                </a:lnTo>
                <a:lnTo>
                  <a:pt x="134677" y="49114"/>
                </a:lnTo>
                <a:lnTo>
                  <a:pt x="133953" y="53463"/>
                </a:lnTo>
                <a:lnTo>
                  <a:pt x="133953" y="80805"/>
                </a:lnTo>
                <a:lnTo>
                  <a:pt x="134655" y="85109"/>
                </a:lnTo>
                <a:lnTo>
                  <a:pt x="133887" y="88471"/>
                </a:lnTo>
                <a:lnTo>
                  <a:pt x="130715" y="87908"/>
                </a:lnTo>
                <a:lnTo>
                  <a:pt x="130116" y="88508"/>
                </a:lnTo>
                <a:lnTo>
                  <a:pt x="130481" y="91168"/>
                </a:lnTo>
                <a:lnTo>
                  <a:pt x="130408" y="92469"/>
                </a:lnTo>
                <a:lnTo>
                  <a:pt x="130825" y="94501"/>
                </a:lnTo>
                <a:lnTo>
                  <a:pt x="130174" y="95692"/>
                </a:lnTo>
                <a:lnTo>
                  <a:pt x="127375" y="94750"/>
                </a:lnTo>
                <a:lnTo>
                  <a:pt x="126425" y="95707"/>
                </a:lnTo>
                <a:lnTo>
                  <a:pt x="127273" y="97995"/>
                </a:lnTo>
                <a:lnTo>
                  <a:pt x="126622" y="99391"/>
                </a:lnTo>
                <a:lnTo>
                  <a:pt x="127470" y="101671"/>
                </a:lnTo>
                <a:lnTo>
                  <a:pt x="126579" y="102563"/>
                </a:lnTo>
                <a:lnTo>
                  <a:pt x="123626" y="101751"/>
                </a:lnTo>
                <a:lnTo>
                  <a:pt x="122690" y="103929"/>
                </a:lnTo>
                <a:lnTo>
                  <a:pt x="124525" y="107708"/>
                </a:lnTo>
                <a:lnTo>
                  <a:pt x="123019" y="109791"/>
                </a:lnTo>
                <a:lnTo>
                  <a:pt x="120446" y="108694"/>
                </a:lnTo>
                <a:lnTo>
                  <a:pt x="119350" y="109798"/>
                </a:lnTo>
                <a:lnTo>
                  <a:pt x="120519" y="112137"/>
                </a:lnTo>
                <a:lnTo>
                  <a:pt x="119350" y="113306"/>
                </a:lnTo>
                <a:lnTo>
                  <a:pt x="117019" y="112137"/>
                </a:lnTo>
                <a:lnTo>
                  <a:pt x="115849" y="113306"/>
                </a:lnTo>
                <a:lnTo>
                  <a:pt x="117018" y="115645"/>
                </a:lnTo>
                <a:lnTo>
                  <a:pt x="115849" y="116815"/>
                </a:lnTo>
                <a:lnTo>
                  <a:pt x="113511" y="115645"/>
                </a:lnTo>
                <a:lnTo>
                  <a:pt x="112341" y="116814"/>
                </a:lnTo>
                <a:lnTo>
                  <a:pt x="113510" y="119153"/>
                </a:lnTo>
                <a:lnTo>
                  <a:pt x="112341" y="120323"/>
                </a:lnTo>
                <a:lnTo>
                  <a:pt x="110010" y="119153"/>
                </a:lnTo>
                <a:lnTo>
                  <a:pt x="108921" y="120242"/>
                </a:lnTo>
                <a:lnTo>
                  <a:pt x="109988" y="122852"/>
                </a:lnTo>
                <a:lnTo>
                  <a:pt x="108153" y="124123"/>
                </a:lnTo>
                <a:lnTo>
                  <a:pt x="103344" y="122099"/>
                </a:lnTo>
                <a:lnTo>
                  <a:pt x="102131" y="123582"/>
                </a:lnTo>
                <a:lnTo>
                  <a:pt x="102759" y="126630"/>
                </a:lnTo>
                <a:lnTo>
                  <a:pt x="100428" y="127434"/>
                </a:lnTo>
                <a:lnTo>
                  <a:pt x="97234" y="125812"/>
                </a:lnTo>
                <a:lnTo>
                  <a:pt x="94903" y="127003"/>
                </a:lnTo>
                <a:lnTo>
                  <a:pt x="95809" y="129846"/>
                </a:lnTo>
                <a:lnTo>
                  <a:pt x="94808" y="130847"/>
                </a:lnTo>
                <a:lnTo>
                  <a:pt x="92579" y="129795"/>
                </a:lnTo>
                <a:lnTo>
                  <a:pt x="91190" y="130730"/>
                </a:lnTo>
                <a:lnTo>
                  <a:pt x="88968" y="129678"/>
                </a:lnTo>
                <a:lnTo>
                  <a:pt x="88120" y="130526"/>
                </a:lnTo>
                <a:lnTo>
                  <a:pt x="88676" y="133705"/>
                </a:lnTo>
                <a:lnTo>
                  <a:pt x="85314" y="1344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723426" y="618139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4">
                <a:moveTo>
                  <a:pt x="68599" y="127237"/>
                </a:moveTo>
                <a:lnTo>
                  <a:pt x="65712" y="126732"/>
                </a:lnTo>
                <a:lnTo>
                  <a:pt x="61509" y="126732"/>
                </a:lnTo>
                <a:lnTo>
                  <a:pt x="58622" y="127237"/>
                </a:lnTo>
                <a:lnTo>
                  <a:pt x="55970" y="126579"/>
                </a:lnTo>
                <a:lnTo>
                  <a:pt x="53514" y="127164"/>
                </a:lnTo>
                <a:lnTo>
                  <a:pt x="52841" y="126484"/>
                </a:lnTo>
                <a:lnTo>
                  <a:pt x="53368" y="123275"/>
                </a:lnTo>
                <a:lnTo>
                  <a:pt x="50956" y="122793"/>
                </a:lnTo>
                <a:lnTo>
                  <a:pt x="48259" y="123224"/>
                </a:lnTo>
                <a:lnTo>
                  <a:pt x="44203" y="123224"/>
                </a:lnTo>
                <a:lnTo>
                  <a:pt x="40782" y="123882"/>
                </a:lnTo>
                <a:lnTo>
                  <a:pt x="38648" y="123071"/>
                </a:lnTo>
                <a:lnTo>
                  <a:pt x="39401" y="120059"/>
                </a:lnTo>
                <a:lnTo>
                  <a:pt x="38721" y="119387"/>
                </a:lnTo>
                <a:lnTo>
                  <a:pt x="36061" y="119738"/>
                </a:lnTo>
                <a:lnTo>
                  <a:pt x="34862" y="119679"/>
                </a:lnTo>
                <a:lnTo>
                  <a:pt x="32597" y="120089"/>
                </a:lnTo>
                <a:lnTo>
                  <a:pt x="31486" y="119329"/>
                </a:lnTo>
                <a:lnTo>
                  <a:pt x="32545" y="116705"/>
                </a:lnTo>
                <a:lnTo>
                  <a:pt x="31464" y="115623"/>
                </a:lnTo>
                <a:lnTo>
                  <a:pt x="29125" y="116792"/>
                </a:lnTo>
                <a:lnTo>
                  <a:pt x="27955" y="115623"/>
                </a:lnTo>
                <a:lnTo>
                  <a:pt x="29125" y="113284"/>
                </a:lnTo>
                <a:lnTo>
                  <a:pt x="27970" y="112122"/>
                </a:lnTo>
                <a:lnTo>
                  <a:pt x="25741" y="113138"/>
                </a:lnTo>
                <a:lnTo>
                  <a:pt x="24338" y="112261"/>
                </a:lnTo>
                <a:lnTo>
                  <a:pt x="22109" y="113277"/>
                </a:lnTo>
                <a:lnTo>
                  <a:pt x="21049" y="112210"/>
                </a:lnTo>
                <a:lnTo>
                  <a:pt x="22094" y="109564"/>
                </a:lnTo>
                <a:lnTo>
                  <a:pt x="20829" y="108724"/>
                </a:lnTo>
                <a:lnTo>
                  <a:pt x="18615" y="109776"/>
                </a:lnTo>
                <a:lnTo>
                  <a:pt x="17445" y="108607"/>
                </a:lnTo>
                <a:lnTo>
                  <a:pt x="18615" y="106268"/>
                </a:lnTo>
                <a:lnTo>
                  <a:pt x="17658" y="105310"/>
                </a:lnTo>
                <a:lnTo>
                  <a:pt x="14712" y="106122"/>
                </a:lnTo>
                <a:lnTo>
                  <a:pt x="13791" y="103973"/>
                </a:lnTo>
                <a:lnTo>
                  <a:pt x="15611" y="100121"/>
                </a:lnTo>
                <a:lnTo>
                  <a:pt x="14083" y="98082"/>
                </a:lnTo>
                <a:lnTo>
                  <a:pt x="11540" y="99193"/>
                </a:lnTo>
                <a:lnTo>
                  <a:pt x="10532" y="98177"/>
                </a:lnTo>
                <a:lnTo>
                  <a:pt x="11584" y="95532"/>
                </a:lnTo>
                <a:lnTo>
                  <a:pt x="10480" y="94800"/>
                </a:lnTo>
                <a:lnTo>
                  <a:pt x="7856" y="95663"/>
                </a:lnTo>
                <a:lnTo>
                  <a:pt x="6650" y="93887"/>
                </a:lnTo>
                <a:lnTo>
                  <a:pt x="8653" y="89071"/>
                </a:lnTo>
                <a:lnTo>
                  <a:pt x="7155" y="87850"/>
                </a:lnTo>
                <a:lnTo>
                  <a:pt x="4151" y="88515"/>
                </a:lnTo>
                <a:lnTo>
                  <a:pt x="3347" y="86418"/>
                </a:lnTo>
                <a:lnTo>
                  <a:pt x="4012" y="82997"/>
                </a:lnTo>
                <a:lnTo>
                  <a:pt x="4012" y="78941"/>
                </a:lnTo>
                <a:lnTo>
                  <a:pt x="4443" y="76244"/>
                </a:lnTo>
                <a:lnTo>
                  <a:pt x="3954" y="73832"/>
                </a:lnTo>
                <a:lnTo>
                  <a:pt x="752" y="74358"/>
                </a:lnTo>
                <a:lnTo>
                  <a:pt x="73" y="73679"/>
                </a:lnTo>
                <a:lnTo>
                  <a:pt x="657" y="71223"/>
                </a:lnTo>
                <a:lnTo>
                  <a:pt x="0" y="68570"/>
                </a:lnTo>
                <a:lnTo>
                  <a:pt x="504" y="65690"/>
                </a:lnTo>
                <a:lnTo>
                  <a:pt x="504" y="61481"/>
                </a:lnTo>
                <a:lnTo>
                  <a:pt x="0" y="58601"/>
                </a:lnTo>
                <a:lnTo>
                  <a:pt x="657" y="55948"/>
                </a:lnTo>
                <a:lnTo>
                  <a:pt x="73" y="53493"/>
                </a:lnTo>
                <a:lnTo>
                  <a:pt x="752" y="52813"/>
                </a:lnTo>
                <a:lnTo>
                  <a:pt x="3961" y="53339"/>
                </a:lnTo>
                <a:lnTo>
                  <a:pt x="4443" y="50927"/>
                </a:lnTo>
                <a:lnTo>
                  <a:pt x="4012" y="48223"/>
                </a:lnTo>
                <a:lnTo>
                  <a:pt x="4012" y="44174"/>
                </a:lnTo>
                <a:lnTo>
                  <a:pt x="3347" y="40753"/>
                </a:lnTo>
                <a:lnTo>
                  <a:pt x="4165" y="38619"/>
                </a:lnTo>
                <a:lnTo>
                  <a:pt x="7177" y="39372"/>
                </a:lnTo>
                <a:lnTo>
                  <a:pt x="7849" y="38700"/>
                </a:lnTo>
                <a:lnTo>
                  <a:pt x="7491" y="36032"/>
                </a:lnTo>
                <a:lnTo>
                  <a:pt x="7549" y="34841"/>
                </a:lnTo>
                <a:lnTo>
                  <a:pt x="7140" y="32553"/>
                </a:lnTo>
                <a:lnTo>
                  <a:pt x="7907" y="31442"/>
                </a:lnTo>
                <a:lnTo>
                  <a:pt x="10524" y="32509"/>
                </a:lnTo>
                <a:lnTo>
                  <a:pt x="11511" y="31523"/>
                </a:lnTo>
                <a:lnTo>
                  <a:pt x="10458" y="28877"/>
                </a:lnTo>
                <a:lnTo>
                  <a:pt x="11423" y="28234"/>
                </a:lnTo>
                <a:lnTo>
                  <a:pt x="14354" y="28891"/>
                </a:lnTo>
                <a:lnTo>
                  <a:pt x="14865" y="27751"/>
                </a:lnTo>
                <a:lnTo>
                  <a:pt x="14522" y="25829"/>
                </a:lnTo>
                <a:lnTo>
                  <a:pt x="14522" y="24448"/>
                </a:lnTo>
                <a:lnTo>
                  <a:pt x="14193" y="21882"/>
                </a:lnTo>
                <a:lnTo>
                  <a:pt x="15026" y="20896"/>
                </a:lnTo>
                <a:lnTo>
                  <a:pt x="17475" y="22043"/>
                </a:lnTo>
                <a:lnTo>
                  <a:pt x="18520" y="20998"/>
                </a:lnTo>
                <a:lnTo>
                  <a:pt x="17467" y="18352"/>
                </a:lnTo>
                <a:lnTo>
                  <a:pt x="18841" y="17438"/>
                </a:lnTo>
                <a:lnTo>
                  <a:pt x="20720" y="18506"/>
                </a:lnTo>
                <a:lnTo>
                  <a:pt x="22086" y="17621"/>
                </a:lnTo>
                <a:lnTo>
                  <a:pt x="21056" y="14954"/>
                </a:lnTo>
                <a:lnTo>
                  <a:pt x="21867" y="14135"/>
                </a:lnTo>
                <a:lnTo>
                  <a:pt x="24528" y="14493"/>
                </a:lnTo>
                <a:lnTo>
                  <a:pt x="25726" y="14435"/>
                </a:lnTo>
                <a:lnTo>
                  <a:pt x="27999" y="14844"/>
                </a:lnTo>
                <a:lnTo>
                  <a:pt x="29110" y="14084"/>
                </a:lnTo>
                <a:lnTo>
                  <a:pt x="28043" y="11460"/>
                </a:lnTo>
                <a:lnTo>
                  <a:pt x="29030" y="10473"/>
                </a:lnTo>
                <a:lnTo>
                  <a:pt x="31683" y="11526"/>
                </a:lnTo>
                <a:lnTo>
                  <a:pt x="32436" y="10378"/>
                </a:lnTo>
                <a:lnTo>
                  <a:pt x="31515" y="7857"/>
                </a:lnTo>
                <a:lnTo>
                  <a:pt x="33291" y="6519"/>
                </a:lnTo>
                <a:lnTo>
                  <a:pt x="38114" y="8617"/>
                </a:lnTo>
                <a:lnTo>
                  <a:pt x="39335" y="7126"/>
                </a:lnTo>
                <a:lnTo>
                  <a:pt x="38721" y="4056"/>
                </a:lnTo>
                <a:lnTo>
                  <a:pt x="40914" y="3340"/>
                </a:lnTo>
                <a:lnTo>
                  <a:pt x="44115" y="3946"/>
                </a:lnTo>
                <a:lnTo>
                  <a:pt x="48346" y="3946"/>
                </a:lnTo>
                <a:lnTo>
                  <a:pt x="50905" y="4312"/>
                </a:lnTo>
                <a:lnTo>
                  <a:pt x="53111" y="3954"/>
                </a:lnTo>
                <a:lnTo>
                  <a:pt x="53360" y="3917"/>
                </a:lnTo>
                <a:lnTo>
                  <a:pt x="52885" y="679"/>
                </a:lnTo>
                <a:lnTo>
                  <a:pt x="53447" y="117"/>
                </a:lnTo>
                <a:lnTo>
                  <a:pt x="56108" y="475"/>
                </a:lnTo>
                <a:lnTo>
                  <a:pt x="60098" y="270"/>
                </a:lnTo>
                <a:lnTo>
                  <a:pt x="63658" y="453"/>
                </a:lnTo>
                <a:lnTo>
                  <a:pt x="68116" y="453"/>
                </a:lnTo>
                <a:lnTo>
                  <a:pt x="69716" y="168"/>
                </a:lnTo>
                <a:lnTo>
                  <a:pt x="71288" y="643"/>
                </a:lnTo>
                <a:lnTo>
                  <a:pt x="73700" y="0"/>
                </a:lnTo>
                <a:lnTo>
                  <a:pt x="74387" y="687"/>
                </a:lnTo>
                <a:lnTo>
                  <a:pt x="73890" y="3917"/>
                </a:lnTo>
                <a:lnTo>
                  <a:pt x="76316" y="4341"/>
                </a:lnTo>
                <a:lnTo>
                  <a:pt x="78955" y="3954"/>
                </a:lnTo>
                <a:lnTo>
                  <a:pt x="83047" y="3954"/>
                </a:lnTo>
                <a:lnTo>
                  <a:pt x="86439" y="3303"/>
                </a:lnTo>
                <a:lnTo>
                  <a:pt x="88587" y="4107"/>
                </a:lnTo>
                <a:lnTo>
                  <a:pt x="87842" y="7125"/>
                </a:lnTo>
                <a:lnTo>
                  <a:pt x="88514" y="7791"/>
                </a:lnTo>
                <a:lnTo>
                  <a:pt x="91175" y="7433"/>
                </a:lnTo>
                <a:lnTo>
                  <a:pt x="92476" y="7498"/>
                </a:lnTo>
                <a:lnTo>
                  <a:pt x="94515" y="7089"/>
                </a:lnTo>
                <a:lnTo>
                  <a:pt x="95699" y="7739"/>
                </a:lnTo>
                <a:lnTo>
                  <a:pt x="94756" y="10532"/>
                </a:lnTo>
                <a:lnTo>
                  <a:pt x="95772" y="11547"/>
                </a:lnTo>
                <a:lnTo>
                  <a:pt x="97994" y="10517"/>
                </a:lnTo>
                <a:lnTo>
                  <a:pt x="99244" y="11321"/>
                </a:lnTo>
                <a:lnTo>
                  <a:pt x="98220" y="13996"/>
                </a:lnTo>
                <a:lnTo>
                  <a:pt x="99024" y="14807"/>
                </a:lnTo>
                <a:lnTo>
                  <a:pt x="101685" y="14449"/>
                </a:lnTo>
                <a:lnTo>
                  <a:pt x="102986" y="14515"/>
                </a:lnTo>
                <a:lnTo>
                  <a:pt x="105025" y="14106"/>
                </a:lnTo>
                <a:lnTo>
                  <a:pt x="106216" y="14756"/>
                </a:lnTo>
                <a:lnTo>
                  <a:pt x="105266" y="17548"/>
                </a:lnTo>
                <a:lnTo>
                  <a:pt x="106289" y="18571"/>
                </a:lnTo>
                <a:lnTo>
                  <a:pt x="108628" y="17402"/>
                </a:lnTo>
                <a:lnTo>
                  <a:pt x="109790" y="18571"/>
                </a:lnTo>
                <a:lnTo>
                  <a:pt x="108628" y="20910"/>
                </a:lnTo>
                <a:lnTo>
                  <a:pt x="109578" y="21860"/>
                </a:lnTo>
                <a:lnTo>
                  <a:pt x="112524" y="21049"/>
                </a:lnTo>
                <a:lnTo>
                  <a:pt x="113444" y="23198"/>
                </a:lnTo>
                <a:lnTo>
                  <a:pt x="111625" y="27056"/>
                </a:lnTo>
                <a:lnTo>
                  <a:pt x="113152" y="29096"/>
                </a:lnTo>
                <a:lnTo>
                  <a:pt x="115695" y="27985"/>
                </a:lnTo>
                <a:lnTo>
                  <a:pt x="116704" y="29000"/>
                </a:lnTo>
                <a:lnTo>
                  <a:pt x="115659" y="31646"/>
                </a:lnTo>
                <a:lnTo>
                  <a:pt x="116755" y="32377"/>
                </a:lnTo>
                <a:lnTo>
                  <a:pt x="119386" y="31515"/>
                </a:lnTo>
                <a:lnTo>
                  <a:pt x="120585" y="33284"/>
                </a:lnTo>
                <a:lnTo>
                  <a:pt x="118582" y="38107"/>
                </a:lnTo>
                <a:lnTo>
                  <a:pt x="120088" y="39335"/>
                </a:lnTo>
                <a:lnTo>
                  <a:pt x="123085" y="38655"/>
                </a:lnTo>
                <a:lnTo>
                  <a:pt x="123896" y="40746"/>
                </a:lnTo>
                <a:lnTo>
                  <a:pt x="123231" y="44195"/>
                </a:lnTo>
                <a:lnTo>
                  <a:pt x="123231" y="48135"/>
                </a:lnTo>
                <a:lnTo>
                  <a:pt x="122705" y="51065"/>
                </a:lnTo>
                <a:lnTo>
                  <a:pt x="123311" y="53389"/>
                </a:lnTo>
                <a:lnTo>
                  <a:pt x="126454" y="52790"/>
                </a:lnTo>
                <a:lnTo>
                  <a:pt x="127068" y="53397"/>
                </a:lnTo>
                <a:lnTo>
                  <a:pt x="126702" y="56064"/>
                </a:lnTo>
                <a:lnTo>
                  <a:pt x="126914" y="60062"/>
                </a:lnTo>
                <a:lnTo>
                  <a:pt x="126732" y="63614"/>
                </a:lnTo>
                <a:lnTo>
                  <a:pt x="126732" y="68080"/>
                </a:lnTo>
                <a:lnTo>
                  <a:pt x="127017" y="69680"/>
                </a:lnTo>
                <a:lnTo>
                  <a:pt x="126542" y="71259"/>
                </a:lnTo>
                <a:lnTo>
                  <a:pt x="127185" y="73664"/>
                </a:lnTo>
                <a:lnTo>
                  <a:pt x="126498" y="74358"/>
                </a:lnTo>
                <a:lnTo>
                  <a:pt x="123267" y="73861"/>
                </a:lnTo>
                <a:lnTo>
                  <a:pt x="122836" y="76288"/>
                </a:lnTo>
                <a:lnTo>
                  <a:pt x="123231" y="78926"/>
                </a:lnTo>
                <a:lnTo>
                  <a:pt x="123231" y="83011"/>
                </a:lnTo>
                <a:lnTo>
                  <a:pt x="123881" y="86403"/>
                </a:lnTo>
                <a:lnTo>
                  <a:pt x="123077" y="88551"/>
                </a:lnTo>
                <a:lnTo>
                  <a:pt x="120052" y="87813"/>
                </a:lnTo>
                <a:lnTo>
                  <a:pt x="119386" y="88478"/>
                </a:lnTo>
                <a:lnTo>
                  <a:pt x="119752" y="91146"/>
                </a:lnTo>
                <a:lnTo>
                  <a:pt x="119686" y="92337"/>
                </a:lnTo>
                <a:lnTo>
                  <a:pt x="120095" y="94610"/>
                </a:lnTo>
                <a:lnTo>
                  <a:pt x="119335" y="95721"/>
                </a:lnTo>
                <a:lnTo>
                  <a:pt x="116712" y="94661"/>
                </a:lnTo>
                <a:lnTo>
                  <a:pt x="115637" y="95743"/>
                </a:lnTo>
                <a:lnTo>
                  <a:pt x="116799" y="98082"/>
                </a:lnTo>
                <a:lnTo>
                  <a:pt x="115630" y="99251"/>
                </a:lnTo>
                <a:lnTo>
                  <a:pt x="113298" y="98082"/>
                </a:lnTo>
                <a:lnTo>
                  <a:pt x="112136" y="99244"/>
                </a:lnTo>
                <a:lnTo>
                  <a:pt x="113152" y="101466"/>
                </a:lnTo>
                <a:lnTo>
                  <a:pt x="112275" y="102884"/>
                </a:lnTo>
                <a:lnTo>
                  <a:pt x="113284" y="105106"/>
                </a:lnTo>
                <a:lnTo>
                  <a:pt x="112224" y="106173"/>
                </a:lnTo>
                <a:lnTo>
                  <a:pt x="109578" y="105120"/>
                </a:lnTo>
                <a:lnTo>
                  <a:pt x="108745" y="106385"/>
                </a:lnTo>
                <a:lnTo>
                  <a:pt x="109790" y="108606"/>
                </a:lnTo>
                <a:lnTo>
                  <a:pt x="108621" y="109776"/>
                </a:lnTo>
                <a:lnTo>
                  <a:pt x="106289" y="108607"/>
                </a:lnTo>
                <a:lnTo>
                  <a:pt x="105332" y="109557"/>
                </a:lnTo>
                <a:lnTo>
                  <a:pt x="106150" y="112510"/>
                </a:lnTo>
                <a:lnTo>
                  <a:pt x="104002" y="113430"/>
                </a:lnTo>
                <a:lnTo>
                  <a:pt x="100143" y="111611"/>
                </a:lnTo>
                <a:lnTo>
                  <a:pt x="98104" y="113138"/>
                </a:lnTo>
                <a:lnTo>
                  <a:pt x="99207" y="115681"/>
                </a:lnTo>
                <a:lnTo>
                  <a:pt x="98199" y="116697"/>
                </a:lnTo>
                <a:lnTo>
                  <a:pt x="95553" y="115645"/>
                </a:lnTo>
                <a:lnTo>
                  <a:pt x="94822" y="116749"/>
                </a:lnTo>
                <a:lnTo>
                  <a:pt x="95684" y="119372"/>
                </a:lnTo>
                <a:lnTo>
                  <a:pt x="93916" y="120578"/>
                </a:lnTo>
                <a:lnTo>
                  <a:pt x="89099" y="118576"/>
                </a:lnTo>
                <a:lnTo>
                  <a:pt x="87871" y="120074"/>
                </a:lnTo>
                <a:lnTo>
                  <a:pt x="88544" y="123078"/>
                </a:lnTo>
                <a:lnTo>
                  <a:pt x="86439" y="123882"/>
                </a:lnTo>
                <a:lnTo>
                  <a:pt x="83018" y="123224"/>
                </a:lnTo>
                <a:lnTo>
                  <a:pt x="78970" y="123224"/>
                </a:lnTo>
                <a:lnTo>
                  <a:pt x="76265" y="122793"/>
                </a:lnTo>
                <a:lnTo>
                  <a:pt x="73861" y="123275"/>
                </a:lnTo>
                <a:lnTo>
                  <a:pt x="74380" y="126484"/>
                </a:lnTo>
                <a:lnTo>
                  <a:pt x="73700" y="127164"/>
                </a:lnTo>
                <a:lnTo>
                  <a:pt x="71245" y="126579"/>
                </a:lnTo>
                <a:lnTo>
                  <a:pt x="68599" y="1272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40755" y="624907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69937" y="113255"/>
                </a:moveTo>
                <a:lnTo>
                  <a:pt x="68241" y="112948"/>
                </a:lnTo>
                <a:lnTo>
                  <a:pt x="45248" y="112948"/>
                </a:lnTo>
                <a:lnTo>
                  <a:pt x="43721" y="113212"/>
                </a:lnTo>
                <a:lnTo>
                  <a:pt x="42427" y="112861"/>
                </a:lnTo>
                <a:lnTo>
                  <a:pt x="43041" y="109725"/>
                </a:lnTo>
                <a:lnTo>
                  <a:pt x="42420" y="109111"/>
                </a:lnTo>
                <a:lnTo>
                  <a:pt x="39759" y="109469"/>
                </a:lnTo>
                <a:lnTo>
                  <a:pt x="38327" y="109389"/>
                </a:lnTo>
                <a:lnTo>
                  <a:pt x="36587" y="109784"/>
                </a:lnTo>
                <a:lnTo>
                  <a:pt x="35052" y="109155"/>
                </a:lnTo>
                <a:lnTo>
                  <a:pt x="32743" y="109944"/>
                </a:lnTo>
                <a:lnTo>
                  <a:pt x="31749" y="108951"/>
                </a:lnTo>
                <a:lnTo>
                  <a:pt x="32801" y="106305"/>
                </a:lnTo>
                <a:lnTo>
                  <a:pt x="31427" y="105391"/>
                </a:lnTo>
                <a:lnTo>
                  <a:pt x="29556" y="106465"/>
                </a:lnTo>
                <a:lnTo>
                  <a:pt x="28182" y="105574"/>
                </a:lnTo>
                <a:lnTo>
                  <a:pt x="29213" y="102906"/>
                </a:lnTo>
                <a:lnTo>
                  <a:pt x="28401" y="102088"/>
                </a:lnTo>
                <a:lnTo>
                  <a:pt x="25741" y="102446"/>
                </a:lnTo>
                <a:lnTo>
                  <a:pt x="24593" y="102387"/>
                </a:lnTo>
                <a:lnTo>
                  <a:pt x="22211" y="102789"/>
                </a:lnTo>
                <a:lnTo>
                  <a:pt x="21144" y="101978"/>
                </a:lnTo>
                <a:lnTo>
                  <a:pt x="22255" y="99442"/>
                </a:lnTo>
                <a:lnTo>
                  <a:pt x="21239" y="98426"/>
                </a:lnTo>
                <a:lnTo>
                  <a:pt x="18593" y="99478"/>
                </a:lnTo>
                <a:lnTo>
                  <a:pt x="17760" y="98214"/>
                </a:lnTo>
                <a:lnTo>
                  <a:pt x="18805" y="95992"/>
                </a:lnTo>
                <a:lnTo>
                  <a:pt x="17636" y="94822"/>
                </a:lnTo>
                <a:lnTo>
                  <a:pt x="15304" y="95992"/>
                </a:lnTo>
                <a:lnTo>
                  <a:pt x="14230" y="94918"/>
                </a:lnTo>
                <a:lnTo>
                  <a:pt x="15275" y="92272"/>
                </a:lnTo>
                <a:lnTo>
                  <a:pt x="14120" y="91497"/>
                </a:lnTo>
                <a:lnTo>
                  <a:pt x="11635" y="92440"/>
                </a:lnTo>
                <a:lnTo>
                  <a:pt x="10246" y="90671"/>
                </a:lnTo>
                <a:lnTo>
                  <a:pt x="12381" y="85840"/>
                </a:lnTo>
                <a:lnTo>
                  <a:pt x="10561" y="84357"/>
                </a:lnTo>
                <a:lnTo>
                  <a:pt x="8280" y="85482"/>
                </a:lnTo>
                <a:lnTo>
                  <a:pt x="7126" y="84276"/>
                </a:lnTo>
                <a:lnTo>
                  <a:pt x="8295" y="81967"/>
                </a:lnTo>
                <a:lnTo>
                  <a:pt x="7338" y="81017"/>
                </a:lnTo>
                <a:lnTo>
                  <a:pt x="4385" y="81821"/>
                </a:lnTo>
                <a:lnTo>
                  <a:pt x="2945" y="78407"/>
                </a:lnTo>
                <a:lnTo>
                  <a:pt x="5474" y="73825"/>
                </a:lnTo>
                <a:lnTo>
                  <a:pt x="4019" y="70419"/>
                </a:lnTo>
                <a:lnTo>
                  <a:pt x="1059" y="71230"/>
                </a:lnTo>
                <a:lnTo>
                  <a:pt x="321" y="70485"/>
                </a:lnTo>
                <a:lnTo>
                  <a:pt x="782" y="67919"/>
                </a:lnTo>
                <a:lnTo>
                  <a:pt x="219" y="64038"/>
                </a:lnTo>
                <a:lnTo>
                  <a:pt x="694" y="60180"/>
                </a:lnTo>
                <a:lnTo>
                  <a:pt x="694" y="54523"/>
                </a:lnTo>
                <a:lnTo>
                  <a:pt x="489" y="52104"/>
                </a:lnTo>
                <a:lnTo>
                  <a:pt x="796" y="48785"/>
                </a:lnTo>
                <a:lnTo>
                  <a:pt x="0" y="43363"/>
                </a:lnTo>
                <a:lnTo>
                  <a:pt x="993" y="42551"/>
                </a:lnTo>
                <a:lnTo>
                  <a:pt x="4129" y="43092"/>
                </a:lnTo>
                <a:lnTo>
                  <a:pt x="4743" y="40812"/>
                </a:lnTo>
                <a:lnTo>
                  <a:pt x="4202" y="37845"/>
                </a:lnTo>
                <a:lnTo>
                  <a:pt x="4202" y="34987"/>
                </a:lnTo>
                <a:lnTo>
                  <a:pt x="3859" y="32970"/>
                </a:lnTo>
                <a:lnTo>
                  <a:pt x="4436" y="31786"/>
                </a:lnTo>
                <a:lnTo>
                  <a:pt x="7308" y="32670"/>
                </a:lnTo>
                <a:lnTo>
                  <a:pt x="8193" y="31778"/>
                </a:lnTo>
                <a:lnTo>
                  <a:pt x="7148" y="29133"/>
                </a:lnTo>
                <a:lnTo>
                  <a:pt x="8288" y="28372"/>
                </a:lnTo>
                <a:lnTo>
                  <a:pt x="10816" y="29293"/>
                </a:lnTo>
                <a:lnTo>
                  <a:pt x="12147" y="27517"/>
                </a:lnTo>
                <a:lnTo>
                  <a:pt x="10049" y="22694"/>
                </a:lnTo>
                <a:lnTo>
                  <a:pt x="11810" y="21254"/>
                </a:lnTo>
                <a:lnTo>
                  <a:pt x="14237" y="22328"/>
                </a:lnTo>
                <a:lnTo>
                  <a:pt x="15260" y="21086"/>
                </a:lnTo>
                <a:lnTo>
                  <a:pt x="14120" y="18835"/>
                </a:lnTo>
                <a:lnTo>
                  <a:pt x="15202" y="17746"/>
                </a:lnTo>
                <a:lnTo>
                  <a:pt x="17855" y="18798"/>
                </a:lnTo>
                <a:lnTo>
                  <a:pt x="18688" y="17534"/>
                </a:lnTo>
                <a:lnTo>
                  <a:pt x="17636" y="15312"/>
                </a:lnTo>
                <a:lnTo>
                  <a:pt x="18805" y="14142"/>
                </a:lnTo>
                <a:lnTo>
                  <a:pt x="21144" y="15312"/>
                </a:lnTo>
                <a:lnTo>
                  <a:pt x="22211" y="14238"/>
                </a:lnTo>
                <a:lnTo>
                  <a:pt x="21166" y="11592"/>
                </a:lnTo>
                <a:lnTo>
                  <a:pt x="22510" y="10693"/>
                </a:lnTo>
                <a:lnTo>
                  <a:pt x="24484" y="11789"/>
                </a:lnTo>
                <a:lnTo>
                  <a:pt x="25909" y="10707"/>
                </a:lnTo>
                <a:lnTo>
                  <a:pt x="28138" y="11818"/>
                </a:lnTo>
                <a:lnTo>
                  <a:pt x="29227" y="10729"/>
                </a:lnTo>
                <a:lnTo>
                  <a:pt x="28175" y="8084"/>
                </a:lnTo>
                <a:lnTo>
                  <a:pt x="29498" y="7206"/>
                </a:lnTo>
                <a:lnTo>
                  <a:pt x="31551" y="8295"/>
                </a:lnTo>
                <a:lnTo>
                  <a:pt x="32830" y="7214"/>
                </a:lnTo>
                <a:lnTo>
                  <a:pt x="31690" y="4758"/>
                </a:lnTo>
                <a:lnTo>
                  <a:pt x="32721" y="3720"/>
                </a:lnTo>
                <a:lnTo>
                  <a:pt x="35081" y="4444"/>
                </a:lnTo>
                <a:lnTo>
                  <a:pt x="37793" y="3472"/>
                </a:lnTo>
                <a:lnTo>
                  <a:pt x="40644" y="4714"/>
                </a:lnTo>
                <a:lnTo>
                  <a:pt x="42763" y="4202"/>
                </a:lnTo>
                <a:lnTo>
                  <a:pt x="43062" y="4129"/>
                </a:lnTo>
                <a:lnTo>
                  <a:pt x="42493" y="964"/>
                </a:lnTo>
                <a:lnTo>
                  <a:pt x="43128" y="328"/>
                </a:lnTo>
                <a:lnTo>
                  <a:pt x="45715" y="760"/>
                </a:lnTo>
                <a:lnTo>
                  <a:pt x="50788" y="153"/>
                </a:lnTo>
                <a:lnTo>
                  <a:pt x="55743" y="694"/>
                </a:lnTo>
                <a:lnTo>
                  <a:pt x="63468" y="694"/>
                </a:lnTo>
                <a:lnTo>
                  <a:pt x="67744" y="0"/>
                </a:lnTo>
                <a:lnTo>
                  <a:pt x="71113" y="760"/>
                </a:lnTo>
                <a:lnTo>
                  <a:pt x="70558" y="3939"/>
                </a:lnTo>
                <a:lnTo>
                  <a:pt x="71252" y="4633"/>
                </a:lnTo>
                <a:lnTo>
                  <a:pt x="73708" y="4049"/>
                </a:lnTo>
                <a:lnTo>
                  <a:pt x="76302" y="4692"/>
                </a:lnTo>
                <a:lnTo>
                  <a:pt x="79540" y="3303"/>
                </a:lnTo>
                <a:lnTo>
                  <a:pt x="81820" y="4443"/>
                </a:lnTo>
                <a:lnTo>
                  <a:pt x="80929" y="7301"/>
                </a:lnTo>
                <a:lnTo>
                  <a:pt x="81828" y="8200"/>
                </a:lnTo>
                <a:lnTo>
                  <a:pt x="84480" y="7147"/>
                </a:lnTo>
                <a:lnTo>
                  <a:pt x="85109" y="8112"/>
                </a:lnTo>
                <a:lnTo>
                  <a:pt x="84459" y="11043"/>
                </a:lnTo>
                <a:lnTo>
                  <a:pt x="85599" y="11555"/>
                </a:lnTo>
                <a:lnTo>
                  <a:pt x="87521" y="11218"/>
                </a:lnTo>
                <a:lnTo>
                  <a:pt x="88917" y="11218"/>
                </a:lnTo>
                <a:lnTo>
                  <a:pt x="91439" y="10882"/>
                </a:lnTo>
                <a:lnTo>
                  <a:pt x="92447" y="11686"/>
                </a:lnTo>
                <a:lnTo>
                  <a:pt x="91314" y="14186"/>
                </a:lnTo>
                <a:lnTo>
                  <a:pt x="92440" y="15311"/>
                </a:lnTo>
                <a:lnTo>
                  <a:pt x="94779" y="14142"/>
                </a:lnTo>
                <a:lnTo>
                  <a:pt x="95941" y="15311"/>
                </a:lnTo>
                <a:lnTo>
                  <a:pt x="94779" y="17650"/>
                </a:lnTo>
                <a:lnTo>
                  <a:pt x="95890" y="18761"/>
                </a:lnTo>
                <a:lnTo>
                  <a:pt x="98418" y="17650"/>
                </a:lnTo>
                <a:lnTo>
                  <a:pt x="99383" y="18915"/>
                </a:lnTo>
                <a:lnTo>
                  <a:pt x="98272" y="21144"/>
                </a:lnTo>
                <a:lnTo>
                  <a:pt x="99237" y="22108"/>
                </a:lnTo>
                <a:lnTo>
                  <a:pt x="102182" y="21297"/>
                </a:lnTo>
                <a:lnTo>
                  <a:pt x="103154" y="23570"/>
                </a:lnTo>
                <a:lnTo>
                  <a:pt x="101313" y="27093"/>
                </a:lnTo>
                <a:lnTo>
                  <a:pt x="102716" y="29308"/>
                </a:lnTo>
                <a:lnTo>
                  <a:pt x="105406" y="28284"/>
                </a:lnTo>
                <a:lnTo>
                  <a:pt x="106458" y="29344"/>
                </a:lnTo>
                <a:lnTo>
                  <a:pt x="105289" y="31683"/>
                </a:lnTo>
                <a:lnTo>
                  <a:pt x="106458" y="32852"/>
                </a:lnTo>
                <a:lnTo>
                  <a:pt x="108797" y="31683"/>
                </a:lnTo>
                <a:lnTo>
                  <a:pt x="109915" y="32808"/>
                </a:lnTo>
                <a:lnTo>
                  <a:pt x="109023" y="35067"/>
                </a:lnTo>
                <a:lnTo>
                  <a:pt x="110325" y="37661"/>
                </a:lnTo>
                <a:lnTo>
                  <a:pt x="108548" y="40848"/>
                </a:lnTo>
                <a:lnTo>
                  <a:pt x="109564" y="43238"/>
                </a:lnTo>
                <a:lnTo>
                  <a:pt x="112524" y="42427"/>
                </a:lnTo>
                <a:lnTo>
                  <a:pt x="113262" y="43165"/>
                </a:lnTo>
                <a:lnTo>
                  <a:pt x="112802" y="45737"/>
                </a:lnTo>
                <a:lnTo>
                  <a:pt x="113197" y="48537"/>
                </a:lnTo>
                <a:lnTo>
                  <a:pt x="112882" y="51058"/>
                </a:lnTo>
                <a:lnTo>
                  <a:pt x="112882" y="68204"/>
                </a:lnTo>
                <a:lnTo>
                  <a:pt x="113219" y="70090"/>
                </a:lnTo>
                <a:lnTo>
                  <a:pt x="112700" y="71303"/>
                </a:lnTo>
                <a:lnTo>
                  <a:pt x="109740" y="70492"/>
                </a:lnTo>
                <a:lnTo>
                  <a:pt x="108907" y="71332"/>
                </a:lnTo>
                <a:lnTo>
                  <a:pt x="109608" y="73700"/>
                </a:lnTo>
                <a:lnTo>
                  <a:pt x="108665" y="76412"/>
                </a:lnTo>
                <a:lnTo>
                  <a:pt x="110230" y="79394"/>
                </a:lnTo>
                <a:lnTo>
                  <a:pt x="109192" y="81820"/>
                </a:lnTo>
                <a:lnTo>
                  <a:pt x="106239" y="81009"/>
                </a:lnTo>
                <a:lnTo>
                  <a:pt x="105318" y="81944"/>
                </a:lnTo>
                <a:lnTo>
                  <a:pt x="106275" y="84181"/>
                </a:lnTo>
                <a:lnTo>
                  <a:pt x="105581" y="85402"/>
                </a:lnTo>
                <a:lnTo>
                  <a:pt x="102804" y="84444"/>
                </a:lnTo>
                <a:lnTo>
                  <a:pt x="102036" y="85219"/>
                </a:lnTo>
                <a:lnTo>
                  <a:pt x="102394" y="87879"/>
                </a:lnTo>
                <a:lnTo>
                  <a:pt x="102329" y="89180"/>
                </a:lnTo>
                <a:lnTo>
                  <a:pt x="102745" y="91212"/>
                </a:lnTo>
                <a:lnTo>
                  <a:pt x="102087" y="92411"/>
                </a:lnTo>
                <a:lnTo>
                  <a:pt x="99296" y="91461"/>
                </a:lnTo>
                <a:lnTo>
                  <a:pt x="98265" y="92498"/>
                </a:lnTo>
                <a:lnTo>
                  <a:pt x="99405" y="94750"/>
                </a:lnTo>
                <a:lnTo>
                  <a:pt x="98382" y="95999"/>
                </a:lnTo>
                <a:lnTo>
                  <a:pt x="95904" y="94859"/>
                </a:lnTo>
                <a:lnTo>
                  <a:pt x="94779" y="95992"/>
                </a:lnTo>
                <a:lnTo>
                  <a:pt x="95948" y="98331"/>
                </a:lnTo>
                <a:lnTo>
                  <a:pt x="94779" y="99500"/>
                </a:lnTo>
                <a:lnTo>
                  <a:pt x="92440" y="98331"/>
                </a:lnTo>
                <a:lnTo>
                  <a:pt x="91329" y="99449"/>
                </a:lnTo>
                <a:lnTo>
                  <a:pt x="92440" y="101971"/>
                </a:lnTo>
                <a:lnTo>
                  <a:pt x="90620" y="103374"/>
                </a:lnTo>
                <a:lnTo>
                  <a:pt x="85796" y="101254"/>
                </a:lnTo>
                <a:lnTo>
                  <a:pt x="84415" y="102935"/>
                </a:lnTo>
                <a:lnTo>
                  <a:pt x="85365" y="105588"/>
                </a:lnTo>
                <a:lnTo>
                  <a:pt x="84130" y="106385"/>
                </a:lnTo>
                <a:lnTo>
                  <a:pt x="81916" y="105347"/>
                </a:lnTo>
                <a:lnTo>
                  <a:pt x="80849" y="106422"/>
                </a:lnTo>
                <a:lnTo>
                  <a:pt x="81893" y="109067"/>
                </a:lnTo>
                <a:lnTo>
                  <a:pt x="80541" y="109966"/>
                </a:lnTo>
                <a:lnTo>
                  <a:pt x="78714" y="109053"/>
                </a:lnTo>
                <a:lnTo>
                  <a:pt x="76565" y="109988"/>
                </a:lnTo>
                <a:lnTo>
                  <a:pt x="71625" y="108446"/>
                </a:lnTo>
                <a:lnTo>
                  <a:pt x="70536" y="109776"/>
                </a:lnTo>
                <a:lnTo>
                  <a:pt x="71164" y="112824"/>
                </a:lnTo>
                <a:lnTo>
                  <a:pt x="69937" y="113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158502" y="632187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59389" y="99098"/>
                </a:moveTo>
                <a:lnTo>
                  <a:pt x="57343" y="98506"/>
                </a:lnTo>
                <a:lnTo>
                  <a:pt x="54390" y="99062"/>
                </a:lnTo>
                <a:lnTo>
                  <a:pt x="51730" y="98660"/>
                </a:lnTo>
                <a:lnTo>
                  <a:pt x="41658" y="98660"/>
                </a:lnTo>
                <a:lnTo>
                  <a:pt x="39780" y="98989"/>
                </a:lnTo>
                <a:lnTo>
                  <a:pt x="38567" y="98470"/>
                </a:lnTo>
                <a:lnTo>
                  <a:pt x="39378" y="95517"/>
                </a:lnTo>
                <a:lnTo>
                  <a:pt x="38552" y="94698"/>
                </a:lnTo>
                <a:lnTo>
                  <a:pt x="36147" y="95349"/>
                </a:lnTo>
                <a:lnTo>
                  <a:pt x="34306" y="94779"/>
                </a:lnTo>
                <a:lnTo>
                  <a:pt x="29219" y="96043"/>
                </a:lnTo>
                <a:lnTo>
                  <a:pt x="28210" y="94815"/>
                </a:lnTo>
                <a:lnTo>
                  <a:pt x="28839" y="91767"/>
                </a:lnTo>
                <a:lnTo>
                  <a:pt x="26661" y="91007"/>
                </a:lnTo>
                <a:lnTo>
                  <a:pt x="23080" y="92667"/>
                </a:lnTo>
                <a:lnTo>
                  <a:pt x="20924" y="91292"/>
                </a:lnTo>
                <a:lnTo>
                  <a:pt x="21947" y="88610"/>
                </a:lnTo>
                <a:lnTo>
                  <a:pt x="20887" y="87550"/>
                </a:lnTo>
                <a:lnTo>
                  <a:pt x="18548" y="88720"/>
                </a:lnTo>
                <a:lnTo>
                  <a:pt x="17379" y="87550"/>
                </a:lnTo>
                <a:lnTo>
                  <a:pt x="18549" y="85212"/>
                </a:lnTo>
                <a:lnTo>
                  <a:pt x="17379" y="84042"/>
                </a:lnTo>
                <a:lnTo>
                  <a:pt x="15048" y="85211"/>
                </a:lnTo>
                <a:lnTo>
                  <a:pt x="13878" y="84042"/>
                </a:lnTo>
                <a:lnTo>
                  <a:pt x="15048" y="81703"/>
                </a:lnTo>
                <a:lnTo>
                  <a:pt x="13878" y="80534"/>
                </a:lnTo>
                <a:lnTo>
                  <a:pt x="11539" y="81703"/>
                </a:lnTo>
                <a:lnTo>
                  <a:pt x="10371" y="80534"/>
                </a:lnTo>
                <a:lnTo>
                  <a:pt x="11540" y="78195"/>
                </a:lnTo>
                <a:lnTo>
                  <a:pt x="10487" y="77143"/>
                </a:lnTo>
                <a:lnTo>
                  <a:pt x="7783" y="78159"/>
                </a:lnTo>
                <a:lnTo>
                  <a:pt x="6657" y="76331"/>
                </a:lnTo>
                <a:lnTo>
                  <a:pt x="8565" y="71508"/>
                </a:lnTo>
                <a:lnTo>
                  <a:pt x="7118" y="70316"/>
                </a:lnTo>
                <a:lnTo>
                  <a:pt x="4063" y="70945"/>
                </a:lnTo>
                <a:lnTo>
                  <a:pt x="3646" y="69717"/>
                </a:lnTo>
                <a:lnTo>
                  <a:pt x="3946" y="68022"/>
                </a:lnTo>
                <a:lnTo>
                  <a:pt x="3946" y="66121"/>
                </a:lnTo>
                <a:lnTo>
                  <a:pt x="4231" y="64506"/>
                </a:lnTo>
                <a:lnTo>
                  <a:pt x="3749" y="62935"/>
                </a:lnTo>
                <a:lnTo>
                  <a:pt x="4399" y="60537"/>
                </a:lnTo>
                <a:lnTo>
                  <a:pt x="3456" y="59587"/>
                </a:lnTo>
                <a:lnTo>
                  <a:pt x="811" y="60640"/>
                </a:lnTo>
                <a:lnTo>
                  <a:pt x="0" y="59419"/>
                </a:lnTo>
                <a:lnTo>
                  <a:pt x="599" y="57365"/>
                </a:lnTo>
                <a:lnTo>
                  <a:pt x="36" y="54413"/>
                </a:lnTo>
                <a:lnTo>
                  <a:pt x="445" y="51752"/>
                </a:lnTo>
                <a:lnTo>
                  <a:pt x="445" y="41528"/>
                </a:lnTo>
                <a:lnTo>
                  <a:pt x="182" y="40000"/>
                </a:lnTo>
                <a:lnTo>
                  <a:pt x="533" y="38699"/>
                </a:lnTo>
                <a:lnTo>
                  <a:pt x="3661" y="39313"/>
                </a:lnTo>
                <a:lnTo>
                  <a:pt x="4282" y="38699"/>
                </a:lnTo>
                <a:lnTo>
                  <a:pt x="3917" y="36031"/>
                </a:lnTo>
                <a:lnTo>
                  <a:pt x="3997" y="34555"/>
                </a:lnTo>
                <a:lnTo>
                  <a:pt x="3617" y="32911"/>
                </a:lnTo>
                <a:lnTo>
                  <a:pt x="4195" y="31339"/>
                </a:lnTo>
                <a:lnTo>
                  <a:pt x="3464" y="28986"/>
                </a:lnTo>
                <a:lnTo>
                  <a:pt x="4436" y="28014"/>
                </a:lnTo>
                <a:lnTo>
                  <a:pt x="7082" y="29066"/>
                </a:lnTo>
                <a:lnTo>
                  <a:pt x="7995" y="27685"/>
                </a:lnTo>
                <a:lnTo>
                  <a:pt x="6979" y="25858"/>
                </a:lnTo>
                <a:lnTo>
                  <a:pt x="7849" y="24286"/>
                </a:lnTo>
                <a:lnTo>
                  <a:pt x="6899" y="22042"/>
                </a:lnTo>
                <a:lnTo>
                  <a:pt x="7944" y="20997"/>
                </a:lnTo>
                <a:lnTo>
                  <a:pt x="10590" y="22050"/>
                </a:lnTo>
                <a:lnTo>
                  <a:pt x="11467" y="20719"/>
                </a:lnTo>
                <a:lnTo>
                  <a:pt x="10378" y="18695"/>
                </a:lnTo>
                <a:lnTo>
                  <a:pt x="11437" y="17387"/>
                </a:lnTo>
                <a:lnTo>
                  <a:pt x="13915" y="18527"/>
                </a:lnTo>
                <a:lnTo>
                  <a:pt x="14953" y="17489"/>
                </a:lnTo>
                <a:lnTo>
                  <a:pt x="13900" y="14843"/>
                </a:lnTo>
                <a:lnTo>
                  <a:pt x="15165" y="14003"/>
                </a:lnTo>
                <a:lnTo>
                  <a:pt x="17379" y="15055"/>
                </a:lnTo>
                <a:lnTo>
                  <a:pt x="18549" y="13886"/>
                </a:lnTo>
                <a:lnTo>
                  <a:pt x="17379" y="11547"/>
                </a:lnTo>
                <a:lnTo>
                  <a:pt x="18454" y="10473"/>
                </a:lnTo>
                <a:lnTo>
                  <a:pt x="21106" y="11525"/>
                </a:lnTo>
                <a:lnTo>
                  <a:pt x="21800" y="10473"/>
                </a:lnTo>
                <a:lnTo>
                  <a:pt x="21004" y="7732"/>
                </a:lnTo>
                <a:lnTo>
                  <a:pt x="22758" y="6687"/>
                </a:lnTo>
                <a:lnTo>
                  <a:pt x="27589" y="8550"/>
                </a:lnTo>
                <a:lnTo>
                  <a:pt x="28729" y="7154"/>
                </a:lnTo>
                <a:lnTo>
                  <a:pt x="28188" y="4026"/>
                </a:lnTo>
                <a:lnTo>
                  <a:pt x="31777" y="3069"/>
                </a:lnTo>
                <a:lnTo>
                  <a:pt x="35724" y="4677"/>
                </a:lnTo>
                <a:lnTo>
                  <a:pt x="39013" y="3939"/>
                </a:lnTo>
                <a:lnTo>
                  <a:pt x="39298" y="3873"/>
                </a:lnTo>
                <a:lnTo>
                  <a:pt x="38757" y="686"/>
                </a:lnTo>
                <a:lnTo>
                  <a:pt x="39341" y="95"/>
                </a:lnTo>
                <a:lnTo>
                  <a:pt x="42002" y="452"/>
                </a:lnTo>
                <a:lnTo>
                  <a:pt x="46000" y="248"/>
                </a:lnTo>
                <a:lnTo>
                  <a:pt x="49552" y="431"/>
                </a:lnTo>
                <a:lnTo>
                  <a:pt x="55216" y="431"/>
                </a:lnTo>
                <a:lnTo>
                  <a:pt x="57920" y="0"/>
                </a:lnTo>
                <a:lnTo>
                  <a:pt x="60325" y="482"/>
                </a:lnTo>
                <a:lnTo>
                  <a:pt x="59806" y="3690"/>
                </a:lnTo>
                <a:lnTo>
                  <a:pt x="60486" y="4370"/>
                </a:lnTo>
                <a:lnTo>
                  <a:pt x="62941" y="3785"/>
                </a:lnTo>
                <a:lnTo>
                  <a:pt x="65675" y="4465"/>
                </a:lnTo>
                <a:lnTo>
                  <a:pt x="68540" y="3171"/>
                </a:lnTo>
                <a:lnTo>
                  <a:pt x="70981" y="4092"/>
                </a:lnTo>
                <a:lnTo>
                  <a:pt x="70228" y="7104"/>
                </a:lnTo>
                <a:lnTo>
                  <a:pt x="70908" y="7776"/>
                </a:lnTo>
                <a:lnTo>
                  <a:pt x="73568" y="7418"/>
                </a:lnTo>
                <a:lnTo>
                  <a:pt x="74810" y="7484"/>
                </a:lnTo>
                <a:lnTo>
                  <a:pt x="76974" y="7067"/>
                </a:lnTo>
                <a:lnTo>
                  <a:pt x="78121" y="7783"/>
                </a:lnTo>
                <a:lnTo>
                  <a:pt x="77113" y="10487"/>
                </a:lnTo>
                <a:lnTo>
                  <a:pt x="78165" y="11540"/>
                </a:lnTo>
                <a:lnTo>
                  <a:pt x="80504" y="10371"/>
                </a:lnTo>
                <a:lnTo>
                  <a:pt x="81673" y="11540"/>
                </a:lnTo>
                <a:lnTo>
                  <a:pt x="80504" y="13879"/>
                </a:lnTo>
                <a:lnTo>
                  <a:pt x="81673" y="15048"/>
                </a:lnTo>
                <a:lnTo>
                  <a:pt x="84005" y="13879"/>
                </a:lnTo>
                <a:lnTo>
                  <a:pt x="85174" y="15048"/>
                </a:lnTo>
                <a:lnTo>
                  <a:pt x="84005" y="17387"/>
                </a:lnTo>
                <a:lnTo>
                  <a:pt x="85174" y="18557"/>
                </a:lnTo>
                <a:lnTo>
                  <a:pt x="87513" y="17387"/>
                </a:lnTo>
                <a:lnTo>
                  <a:pt x="88682" y="18556"/>
                </a:lnTo>
                <a:lnTo>
                  <a:pt x="87513" y="20895"/>
                </a:lnTo>
                <a:lnTo>
                  <a:pt x="88572" y="21955"/>
                </a:lnTo>
                <a:lnTo>
                  <a:pt x="91248" y="20925"/>
                </a:lnTo>
                <a:lnTo>
                  <a:pt x="92424" y="22759"/>
                </a:lnTo>
                <a:lnTo>
                  <a:pt x="90480" y="27575"/>
                </a:lnTo>
                <a:lnTo>
                  <a:pt x="91935" y="28774"/>
                </a:lnTo>
                <a:lnTo>
                  <a:pt x="94989" y="28145"/>
                </a:lnTo>
                <a:lnTo>
                  <a:pt x="95406" y="29373"/>
                </a:lnTo>
                <a:lnTo>
                  <a:pt x="95106" y="31069"/>
                </a:lnTo>
                <a:lnTo>
                  <a:pt x="95106" y="32940"/>
                </a:lnTo>
                <a:lnTo>
                  <a:pt x="94806" y="34628"/>
                </a:lnTo>
                <a:lnTo>
                  <a:pt x="95333" y="36178"/>
                </a:lnTo>
                <a:lnTo>
                  <a:pt x="94638" y="38546"/>
                </a:lnTo>
                <a:lnTo>
                  <a:pt x="95472" y="39386"/>
                </a:lnTo>
                <a:lnTo>
                  <a:pt x="98424" y="38582"/>
                </a:lnTo>
                <a:lnTo>
                  <a:pt x="99345" y="40724"/>
                </a:lnTo>
                <a:lnTo>
                  <a:pt x="98512" y="44166"/>
                </a:lnTo>
                <a:lnTo>
                  <a:pt x="98768" y="49077"/>
                </a:lnTo>
                <a:lnTo>
                  <a:pt x="99258" y="53602"/>
                </a:lnTo>
                <a:lnTo>
                  <a:pt x="98475" y="57168"/>
                </a:lnTo>
                <a:lnTo>
                  <a:pt x="99024" y="59660"/>
                </a:lnTo>
                <a:lnTo>
                  <a:pt x="98117" y="60559"/>
                </a:lnTo>
                <a:lnTo>
                  <a:pt x="95472" y="59507"/>
                </a:lnTo>
                <a:lnTo>
                  <a:pt x="94616" y="60801"/>
                </a:lnTo>
                <a:lnTo>
                  <a:pt x="95355" y="62723"/>
                </a:lnTo>
                <a:lnTo>
                  <a:pt x="94748" y="64769"/>
                </a:lnTo>
                <a:lnTo>
                  <a:pt x="95983" y="69878"/>
                </a:lnTo>
                <a:lnTo>
                  <a:pt x="94770" y="70872"/>
                </a:lnTo>
                <a:lnTo>
                  <a:pt x="91715" y="70243"/>
                </a:lnTo>
                <a:lnTo>
                  <a:pt x="90963" y="72443"/>
                </a:lnTo>
                <a:lnTo>
                  <a:pt x="92622" y="75973"/>
                </a:lnTo>
                <a:lnTo>
                  <a:pt x="91262" y="78159"/>
                </a:lnTo>
                <a:lnTo>
                  <a:pt x="88558" y="77143"/>
                </a:lnTo>
                <a:lnTo>
                  <a:pt x="87513" y="78195"/>
                </a:lnTo>
                <a:lnTo>
                  <a:pt x="88682" y="80534"/>
                </a:lnTo>
                <a:lnTo>
                  <a:pt x="87513" y="81703"/>
                </a:lnTo>
                <a:lnTo>
                  <a:pt x="85174" y="80534"/>
                </a:lnTo>
                <a:lnTo>
                  <a:pt x="84005" y="81703"/>
                </a:lnTo>
                <a:lnTo>
                  <a:pt x="85174" y="84042"/>
                </a:lnTo>
                <a:lnTo>
                  <a:pt x="84005" y="85212"/>
                </a:lnTo>
                <a:lnTo>
                  <a:pt x="81673" y="84042"/>
                </a:lnTo>
                <a:lnTo>
                  <a:pt x="80504" y="85211"/>
                </a:lnTo>
                <a:lnTo>
                  <a:pt x="81673" y="87550"/>
                </a:lnTo>
                <a:lnTo>
                  <a:pt x="80504" y="88720"/>
                </a:lnTo>
                <a:lnTo>
                  <a:pt x="78165" y="87550"/>
                </a:lnTo>
                <a:lnTo>
                  <a:pt x="77105" y="88610"/>
                </a:lnTo>
                <a:lnTo>
                  <a:pt x="78129" y="91292"/>
                </a:lnTo>
                <a:lnTo>
                  <a:pt x="76302" y="92454"/>
                </a:lnTo>
                <a:lnTo>
                  <a:pt x="71485" y="90518"/>
                </a:lnTo>
                <a:lnTo>
                  <a:pt x="70294" y="91979"/>
                </a:lnTo>
                <a:lnTo>
                  <a:pt x="70915" y="95027"/>
                </a:lnTo>
                <a:lnTo>
                  <a:pt x="69687" y="95458"/>
                </a:lnTo>
                <a:lnTo>
                  <a:pt x="67992" y="95151"/>
                </a:lnTo>
                <a:lnTo>
                  <a:pt x="66084" y="95151"/>
                </a:lnTo>
                <a:lnTo>
                  <a:pt x="64476" y="94866"/>
                </a:lnTo>
                <a:lnTo>
                  <a:pt x="62905" y="95349"/>
                </a:lnTo>
                <a:lnTo>
                  <a:pt x="60508" y="94691"/>
                </a:lnTo>
                <a:lnTo>
                  <a:pt x="59565" y="95641"/>
                </a:lnTo>
                <a:lnTo>
                  <a:pt x="60610" y="98287"/>
                </a:lnTo>
                <a:lnTo>
                  <a:pt x="59389" y="99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76095" y="638889"/>
            <a:ext cx="85090" cy="85725"/>
          </a:xfrm>
          <a:custGeom>
            <a:avLst/>
            <a:gdLst/>
            <a:ahLst/>
            <a:cxnLst/>
            <a:rect l="l" t="t" r="r" b="b"/>
            <a:pathLst>
              <a:path w="85089" h="85725">
                <a:moveTo>
                  <a:pt x="48879" y="85307"/>
                </a:moveTo>
                <a:lnTo>
                  <a:pt x="46650" y="84883"/>
                </a:lnTo>
                <a:lnTo>
                  <a:pt x="43631" y="85080"/>
                </a:lnTo>
                <a:lnTo>
                  <a:pt x="41249" y="84927"/>
                </a:lnTo>
                <a:lnTo>
                  <a:pt x="37916" y="84927"/>
                </a:lnTo>
                <a:lnTo>
                  <a:pt x="36388" y="85190"/>
                </a:lnTo>
                <a:lnTo>
                  <a:pt x="35095" y="84839"/>
                </a:lnTo>
                <a:lnTo>
                  <a:pt x="35709" y="81704"/>
                </a:lnTo>
                <a:lnTo>
                  <a:pt x="35095" y="81082"/>
                </a:lnTo>
                <a:lnTo>
                  <a:pt x="32428" y="81440"/>
                </a:lnTo>
                <a:lnTo>
                  <a:pt x="30958" y="81368"/>
                </a:lnTo>
                <a:lnTo>
                  <a:pt x="29314" y="81748"/>
                </a:lnTo>
                <a:lnTo>
                  <a:pt x="27743" y="81170"/>
                </a:lnTo>
                <a:lnTo>
                  <a:pt x="25396" y="81901"/>
                </a:lnTo>
                <a:lnTo>
                  <a:pt x="24424" y="80929"/>
                </a:lnTo>
                <a:lnTo>
                  <a:pt x="25469" y="78283"/>
                </a:lnTo>
                <a:lnTo>
                  <a:pt x="24096" y="77362"/>
                </a:lnTo>
                <a:lnTo>
                  <a:pt x="22268" y="78385"/>
                </a:lnTo>
                <a:lnTo>
                  <a:pt x="20697" y="77516"/>
                </a:lnTo>
                <a:lnTo>
                  <a:pt x="18461" y="78466"/>
                </a:lnTo>
                <a:lnTo>
                  <a:pt x="17415" y="77421"/>
                </a:lnTo>
                <a:lnTo>
                  <a:pt x="18461" y="74775"/>
                </a:lnTo>
                <a:lnTo>
                  <a:pt x="17152" y="73905"/>
                </a:lnTo>
                <a:lnTo>
                  <a:pt x="15055" y="74987"/>
                </a:lnTo>
                <a:lnTo>
                  <a:pt x="13805" y="73883"/>
                </a:lnTo>
                <a:lnTo>
                  <a:pt x="14960" y="71457"/>
                </a:lnTo>
                <a:lnTo>
                  <a:pt x="13907" y="70404"/>
                </a:lnTo>
                <a:lnTo>
                  <a:pt x="11262" y="71457"/>
                </a:lnTo>
                <a:lnTo>
                  <a:pt x="10356" y="70083"/>
                </a:lnTo>
                <a:lnTo>
                  <a:pt x="11423" y="68212"/>
                </a:lnTo>
                <a:lnTo>
                  <a:pt x="10531" y="66838"/>
                </a:lnTo>
                <a:lnTo>
                  <a:pt x="7871" y="67868"/>
                </a:lnTo>
                <a:lnTo>
                  <a:pt x="7060" y="67057"/>
                </a:lnTo>
                <a:lnTo>
                  <a:pt x="7418" y="64397"/>
                </a:lnTo>
                <a:lnTo>
                  <a:pt x="7345" y="63052"/>
                </a:lnTo>
                <a:lnTo>
                  <a:pt x="7761" y="61108"/>
                </a:lnTo>
                <a:lnTo>
                  <a:pt x="7147" y="59894"/>
                </a:lnTo>
                <a:lnTo>
                  <a:pt x="4289" y="60793"/>
                </a:lnTo>
                <a:lnTo>
                  <a:pt x="3552" y="60048"/>
                </a:lnTo>
                <a:lnTo>
                  <a:pt x="3910" y="57387"/>
                </a:lnTo>
                <a:lnTo>
                  <a:pt x="3837" y="55947"/>
                </a:lnTo>
                <a:lnTo>
                  <a:pt x="4231" y="54230"/>
                </a:lnTo>
                <a:lnTo>
                  <a:pt x="3610" y="52688"/>
                </a:lnTo>
                <a:lnTo>
                  <a:pt x="4384" y="50357"/>
                </a:lnTo>
                <a:lnTo>
                  <a:pt x="3398" y="49370"/>
                </a:lnTo>
                <a:lnTo>
                  <a:pt x="753" y="50422"/>
                </a:lnTo>
                <a:lnTo>
                  <a:pt x="0" y="49289"/>
                </a:lnTo>
                <a:lnTo>
                  <a:pt x="431" y="47060"/>
                </a:lnTo>
                <a:lnTo>
                  <a:pt x="226" y="44042"/>
                </a:lnTo>
                <a:lnTo>
                  <a:pt x="380" y="41652"/>
                </a:lnTo>
                <a:lnTo>
                  <a:pt x="380" y="38326"/>
                </a:lnTo>
                <a:lnTo>
                  <a:pt x="116" y="36799"/>
                </a:lnTo>
                <a:lnTo>
                  <a:pt x="475" y="35498"/>
                </a:lnTo>
                <a:lnTo>
                  <a:pt x="3603" y="36112"/>
                </a:lnTo>
                <a:lnTo>
                  <a:pt x="4217" y="35498"/>
                </a:lnTo>
                <a:lnTo>
                  <a:pt x="3859" y="32830"/>
                </a:lnTo>
                <a:lnTo>
                  <a:pt x="3939" y="31368"/>
                </a:lnTo>
                <a:lnTo>
                  <a:pt x="3552" y="29695"/>
                </a:lnTo>
                <a:lnTo>
                  <a:pt x="4144" y="28131"/>
                </a:lnTo>
                <a:lnTo>
                  <a:pt x="3398" y="25792"/>
                </a:lnTo>
                <a:lnTo>
                  <a:pt x="4370" y="24812"/>
                </a:lnTo>
                <a:lnTo>
                  <a:pt x="7023" y="25865"/>
                </a:lnTo>
                <a:lnTo>
                  <a:pt x="7929" y="24491"/>
                </a:lnTo>
                <a:lnTo>
                  <a:pt x="6862" y="22620"/>
                </a:lnTo>
                <a:lnTo>
                  <a:pt x="7842" y="21085"/>
                </a:lnTo>
                <a:lnTo>
                  <a:pt x="6811" y="18863"/>
                </a:lnTo>
                <a:lnTo>
                  <a:pt x="7922" y="17745"/>
                </a:lnTo>
                <a:lnTo>
                  <a:pt x="10429" y="18878"/>
                </a:lnTo>
                <a:lnTo>
                  <a:pt x="11423" y="17613"/>
                </a:lnTo>
                <a:lnTo>
                  <a:pt x="10297" y="15377"/>
                </a:lnTo>
                <a:lnTo>
                  <a:pt x="11379" y="14288"/>
                </a:lnTo>
                <a:lnTo>
                  <a:pt x="14032" y="15340"/>
                </a:lnTo>
                <a:lnTo>
                  <a:pt x="14865" y="14076"/>
                </a:lnTo>
                <a:lnTo>
                  <a:pt x="13812" y="11854"/>
                </a:lnTo>
                <a:lnTo>
                  <a:pt x="14982" y="10684"/>
                </a:lnTo>
                <a:lnTo>
                  <a:pt x="17321" y="11854"/>
                </a:lnTo>
                <a:lnTo>
                  <a:pt x="18395" y="10780"/>
                </a:lnTo>
                <a:lnTo>
                  <a:pt x="17342" y="8134"/>
                </a:lnTo>
                <a:lnTo>
                  <a:pt x="18709" y="7220"/>
                </a:lnTo>
                <a:lnTo>
                  <a:pt x="20536" y="8214"/>
                </a:lnTo>
                <a:lnTo>
                  <a:pt x="22115" y="7396"/>
                </a:lnTo>
                <a:lnTo>
                  <a:pt x="24366" y="8309"/>
                </a:lnTo>
                <a:lnTo>
                  <a:pt x="25396" y="7271"/>
                </a:lnTo>
                <a:lnTo>
                  <a:pt x="24351" y="4626"/>
                </a:lnTo>
                <a:lnTo>
                  <a:pt x="25572" y="3814"/>
                </a:lnTo>
                <a:lnTo>
                  <a:pt x="27618" y="4399"/>
                </a:lnTo>
                <a:lnTo>
                  <a:pt x="30681" y="3814"/>
                </a:lnTo>
                <a:lnTo>
                  <a:pt x="33166" y="4691"/>
                </a:lnTo>
                <a:lnTo>
                  <a:pt x="35416" y="4253"/>
                </a:lnTo>
                <a:lnTo>
                  <a:pt x="35687" y="4202"/>
                </a:lnTo>
                <a:lnTo>
                  <a:pt x="35175" y="986"/>
                </a:lnTo>
                <a:lnTo>
                  <a:pt x="35723" y="438"/>
                </a:lnTo>
                <a:lnTo>
                  <a:pt x="40043" y="760"/>
                </a:lnTo>
                <a:lnTo>
                  <a:pt x="41322" y="584"/>
                </a:lnTo>
                <a:lnTo>
                  <a:pt x="43499" y="898"/>
                </a:lnTo>
                <a:lnTo>
                  <a:pt x="48835" y="0"/>
                </a:lnTo>
                <a:lnTo>
                  <a:pt x="49683" y="1044"/>
                </a:lnTo>
                <a:lnTo>
                  <a:pt x="49142" y="4173"/>
                </a:lnTo>
                <a:lnTo>
                  <a:pt x="51422" y="4794"/>
                </a:lnTo>
                <a:lnTo>
                  <a:pt x="54397" y="4253"/>
                </a:lnTo>
                <a:lnTo>
                  <a:pt x="57284" y="4253"/>
                </a:lnTo>
                <a:lnTo>
                  <a:pt x="59228" y="3917"/>
                </a:lnTo>
                <a:lnTo>
                  <a:pt x="60419" y="4465"/>
                </a:lnTo>
                <a:lnTo>
                  <a:pt x="59579" y="7374"/>
                </a:lnTo>
                <a:lnTo>
                  <a:pt x="60295" y="8090"/>
                </a:lnTo>
                <a:lnTo>
                  <a:pt x="62962" y="7732"/>
                </a:lnTo>
                <a:lnTo>
                  <a:pt x="64110" y="7791"/>
                </a:lnTo>
                <a:lnTo>
                  <a:pt x="66485" y="7396"/>
                </a:lnTo>
                <a:lnTo>
                  <a:pt x="67560" y="8200"/>
                </a:lnTo>
                <a:lnTo>
                  <a:pt x="66449" y="10743"/>
                </a:lnTo>
                <a:lnTo>
                  <a:pt x="67465" y="11759"/>
                </a:lnTo>
                <a:lnTo>
                  <a:pt x="70110" y="10707"/>
                </a:lnTo>
                <a:lnTo>
                  <a:pt x="70944" y="11971"/>
                </a:lnTo>
                <a:lnTo>
                  <a:pt x="69898" y="14193"/>
                </a:lnTo>
                <a:lnTo>
                  <a:pt x="71061" y="15362"/>
                </a:lnTo>
                <a:lnTo>
                  <a:pt x="73399" y="14193"/>
                </a:lnTo>
                <a:lnTo>
                  <a:pt x="74474" y="15267"/>
                </a:lnTo>
                <a:lnTo>
                  <a:pt x="73421" y="17913"/>
                </a:lnTo>
                <a:lnTo>
                  <a:pt x="74561" y="18673"/>
                </a:lnTo>
                <a:lnTo>
                  <a:pt x="77090" y="17753"/>
                </a:lnTo>
                <a:lnTo>
                  <a:pt x="78420" y="19529"/>
                </a:lnTo>
                <a:lnTo>
                  <a:pt x="76323" y="24352"/>
                </a:lnTo>
                <a:lnTo>
                  <a:pt x="77894" y="25631"/>
                </a:lnTo>
                <a:lnTo>
                  <a:pt x="80795" y="24871"/>
                </a:lnTo>
                <a:lnTo>
                  <a:pt x="82330" y="28211"/>
                </a:lnTo>
                <a:lnTo>
                  <a:pt x="79728" y="32881"/>
                </a:lnTo>
                <a:lnTo>
                  <a:pt x="81175" y="36273"/>
                </a:lnTo>
                <a:lnTo>
                  <a:pt x="84135" y="35461"/>
                </a:lnTo>
                <a:lnTo>
                  <a:pt x="84837" y="36163"/>
                </a:lnTo>
                <a:lnTo>
                  <a:pt x="84464" y="38816"/>
                </a:lnTo>
                <a:lnTo>
                  <a:pt x="84654" y="41652"/>
                </a:lnTo>
                <a:lnTo>
                  <a:pt x="84501" y="44034"/>
                </a:lnTo>
                <a:lnTo>
                  <a:pt x="84501" y="47360"/>
                </a:lnTo>
                <a:lnTo>
                  <a:pt x="84756" y="48887"/>
                </a:lnTo>
                <a:lnTo>
                  <a:pt x="84406" y="50188"/>
                </a:lnTo>
                <a:lnTo>
                  <a:pt x="81278" y="49574"/>
                </a:lnTo>
                <a:lnTo>
                  <a:pt x="80656" y="50195"/>
                </a:lnTo>
                <a:lnTo>
                  <a:pt x="81022" y="52856"/>
                </a:lnTo>
                <a:lnTo>
                  <a:pt x="80941" y="54332"/>
                </a:lnTo>
                <a:lnTo>
                  <a:pt x="81321" y="55977"/>
                </a:lnTo>
                <a:lnTo>
                  <a:pt x="80744" y="57555"/>
                </a:lnTo>
                <a:lnTo>
                  <a:pt x="81475" y="59902"/>
                </a:lnTo>
                <a:lnTo>
                  <a:pt x="80503" y="60874"/>
                </a:lnTo>
                <a:lnTo>
                  <a:pt x="77857" y="59821"/>
                </a:lnTo>
                <a:lnTo>
                  <a:pt x="76944" y="61195"/>
                </a:lnTo>
                <a:lnTo>
                  <a:pt x="77967" y="63030"/>
                </a:lnTo>
                <a:lnTo>
                  <a:pt x="77090" y="64594"/>
                </a:lnTo>
                <a:lnTo>
                  <a:pt x="78048" y="66837"/>
                </a:lnTo>
                <a:lnTo>
                  <a:pt x="77002" y="67883"/>
                </a:lnTo>
                <a:lnTo>
                  <a:pt x="74349" y="66830"/>
                </a:lnTo>
                <a:lnTo>
                  <a:pt x="73487" y="68138"/>
                </a:lnTo>
                <a:lnTo>
                  <a:pt x="74569" y="70236"/>
                </a:lnTo>
                <a:lnTo>
                  <a:pt x="73465" y="71493"/>
                </a:lnTo>
                <a:lnTo>
                  <a:pt x="71038" y="70331"/>
                </a:lnTo>
                <a:lnTo>
                  <a:pt x="69993" y="71384"/>
                </a:lnTo>
                <a:lnTo>
                  <a:pt x="71039" y="74029"/>
                </a:lnTo>
                <a:lnTo>
                  <a:pt x="69672" y="74943"/>
                </a:lnTo>
                <a:lnTo>
                  <a:pt x="67793" y="73869"/>
                </a:lnTo>
                <a:lnTo>
                  <a:pt x="66419" y="74760"/>
                </a:lnTo>
                <a:lnTo>
                  <a:pt x="67457" y="77428"/>
                </a:lnTo>
                <a:lnTo>
                  <a:pt x="66639" y="78239"/>
                </a:lnTo>
                <a:lnTo>
                  <a:pt x="63978" y="77881"/>
                </a:lnTo>
                <a:lnTo>
                  <a:pt x="62641" y="77954"/>
                </a:lnTo>
                <a:lnTo>
                  <a:pt x="60690" y="77538"/>
                </a:lnTo>
                <a:lnTo>
                  <a:pt x="59476" y="78159"/>
                </a:lnTo>
                <a:lnTo>
                  <a:pt x="60375" y="81009"/>
                </a:lnTo>
                <a:lnTo>
                  <a:pt x="59630" y="81748"/>
                </a:lnTo>
                <a:lnTo>
                  <a:pt x="56970" y="81389"/>
                </a:lnTo>
                <a:lnTo>
                  <a:pt x="55530" y="81470"/>
                </a:lnTo>
                <a:lnTo>
                  <a:pt x="53812" y="81075"/>
                </a:lnTo>
                <a:lnTo>
                  <a:pt x="52270" y="81689"/>
                </a:lnTo>
                <a:lnTo>
                  <a:pt x="49946" y="80922"/>
                </a:lnTo>
                <a:lnTo>
                  <a:pt x="48967" y="81908"/>
                </a:lnTo>
                <a:lnTo>
                  <a:pt x="50012" y="84554"/>
                </a:lnTo>
                <a:lnTo>
                  <a:pt x="48879" y="853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2" name="object 7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96712" y="649632"/>
            <a:ext cx="64608" cy="64411"/>
          </a:xfrm>
          <a:prstGeom prst="rect">
            <a:avLst/>
          </a:prstGeom>
        </p:spPr>
      </p:pic>
      <p:sp>
        <p:nvSpPr>
          <p:cNvPr id="73" name="object 73"/>
          <p:cNvSpPr/>
          <p:nvPr/>
        </p:nvSpPr>
        <p:spPr>
          <a:xfrm>
            <a:off x="2817747" y="659945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11839" y="43567"/>
                </a:moveTo>
                <a:lnTo>
                  <a:pt x="10663" y="42127"/>
                </a:lnTo>
                <a:lnTo>
                  <a:pt x="11686" y="40117"/>
                </a:lnTo>
                <a:lnTo>
                  <a:pt x="11233" y="39328"/>
                </a:lnTo>
                <a:lnTo>
                  <a:pt x="10531" y="38860"/>
                </a:lnTo>
                <a:lnTo>
                  <a:pt x="8317" y="39912"/>
                </a:lnTo>
                <a:lnTo>
                  <a:pt x="7242" y="38838"/>
                </a:lnTo>
                <a:lnTo>
                  <a:pt x="8287" y="36192"/>
                </a:lnTo>
                <a:lnTo>
                  <a:pt x="7023" y="35352"/>
                </a:lnTo>
                <a:lnTo>
                  <a:pt x="4808" y="36404"/>
                </a:lnTo>
                <a:lnTo>
                  <a:pt x="3640" y="35235"/>
                </a:lnTo>
                <a:lnTo>
                  <a:pt x="4809" y="32896"/>
                </a:lnTo>
                <a:lnTo>
                  <a:pt x="3734" y="31822"/>
                </a:lnTo>
                <a:lnTo>
                  <a:pt x="1088" y="32874"/>
                </a:lnTo>
                <a:lnTo>
                  <a:pt x="263" y="31624"/>
                </a:lnTo>
                <a:lnTo>
                  <a:pt x="906" y="29629"/>
                </a:lnTo>
                <a:lnTo>
                  <a:pt x="489" y="27780"/>
                </a:lnTo>
                <a:lnTo>
                  <a:pt x="716" y="26347"/>
                </a:lnTo>
                <a:lnTo>
                  <a:pt x="716" y="23015"/>
                </a:lnTo>
                <a:lnTo>
                  <a:pt x="460" y="20544"/>
                </a:lnTo>
                <a:lnTo>
                  <a:pt x="840" y="17234"/>
                </a:lnTo>
                <a:lnTo>
                  <a:pt x="0" y="11847"/>
                </a:lnTo>
                <a:lnTo>
                  <a:pt x="1418" y="10692"/>
                </a:lnTo>
                <a:lnTo>
                  <a:pt x="3435" y="11723"/>
                </a:lnTo>
                <a:lnTo>
                  <a:pt x="4224" y="11262"/>
                </a:lnTo>
                <a:lnTo>
                  <a:pt x="4626" y="10312"/>
                </a:lnTo>
                <a:lnTo>
                  <a:pt x="3727" y="8646"/>
                </a:lnTo>
                <a:lnTo>
                  <a:pt x="4509" y="7243"/>
                </a:lnTo>
                <a:lnTo>
                  <a:pt x="7293" y="8193"/>
                </a:lnTo>
                <a:lnTo>
                  <a:pt x="8214" y="7265"/>
                </a:lnTo>
                <a:lnTo>
                  <a:pt x="7169" y="4619"/>
                </a:lnTo>
                <a:lnTo>
                  <a:pt x="8536" y="3734"/>
                </a:lnTo>
                <a:lnTo>
                  <a:pt x="10363" y="4685"/>
                </a:lnTo>
                <a:lnTo>
                  <a:pt x="11233" y="4246"/>
                </a:lnTo>
                <a:lnTo>
                  <a:pt x="11701" y="3544"/>
                </a:lnTo>
                <a:lnTo>
                  <a:pt x="10648" y="1323"/>
                </a:lnTo>
                <a:lnTo>
                  <a:pt x="11686" y="285"/>
                </a:lnTo>
                <a:lnTo>
                  <a:pt x="14098" y="935"/>
                </a:lnTo>
                <a:lnTo>
                  <a:pt x="15669" y="453"/>
                </a:lnTo>
                <a:lnTo>
                  <a:pt x="17270" y="738"/>
                </a:lnTo>
                <a:lnTo>
                  <a:pt x="20500" y="738"/>
                </a:lnTo>
                <a:lnTo>
                  <a:pt x="23021" y="424"/>
                </a:lnTo>
                <a:lnTo>
                  <a:pt x="26325" y="891"/>
                </a:lnTo>
                <a:lnTo>
                  <a:pt x="31675" y="0"/>
                </a:lnTo>
                <a:lnTo>
                  <a:pt x="32845" y="1439"/>
                </a:lnTo>
                <a:lnTo>
                  <a:pt x="31821" y="3449"/>
                </a:lnTo>
                <a:lnTo>
                  <a:pt x="32275" y="4246"/>
                </a:lnTo>
                <a:lnTo>
                  <a:pt x="33144" y="4685"/>
                </a:lnTo>
                <a:lnTo>
                  <a:pt x="34986" y="3705"/>
                </a:lnTo>
                <a:lnTo>
                  <a:pt x="36345" y="4633"/>
                </a:lnTo>
                <a:lnTo>
                  <a:pt x="35286" y="7257"/>
                </a:lnTo>
                <a:lnTo>
                  <a:pt x="36331" y="8310"/>
                </a:lnTo>
                <a:lnTo>
                  <a:pt x="38786" y="7162"/>
                </a:lnTo>
                <a:lnTo>
                  <a:pt x="39832" y="8405"/>
                </a:lnTo>
                <a:lnTo>
                  <a:pt x="38691" y="10663"/>
                </a:lnTo>
                <a:lnTo>
                  <a:pt x="39773" y="11752"/>
                </a:lnTo>
                <a:lnTo>
                  <a:pt x="42419" y="10700"/>
                </a:lnTo>
                <a:lnTo>
                  <a:pt x="43245" y="11949"/>
                </a:lnTo>
                <a:lnTo>
                  <a:pt x="42601" y="13945"/>
                </a:lnTo>
                <a:lnTo>
                  <a:pt x="43018" y="15794"/>
                </a:lnTo>
                <a:lnTo>
                  <a:pt x="42791" y="17226"/>
                </a:lnTo>
                <a:lnTo>
                  <a:pt x="42791" y="20545"/>
                </a:lnTo>
                <a:lnTo>
                  <a:pt x="43091" y="23059"/>
                </a:lnTo>
                <a:lnTo>
                  <a:pt x="42638" y="26362"/>
                </a:lnTo>
                <a:lnTo>
                  <a:pt x="43530" y="31712"/>
                </a:lnTo>
                <a:lnTo>
                  <a:pt x="42280" y="32735"/>
                </a:lnTo>
                <a:lnTo>
                  <a:pt x="39619" y="31785"/>
                </a:lnTo>
                <a:lnTo>
                  <a:pt x="38830" y="33020"/>
                </a:lnTo>
                <a:lnTo>
                  <a:pt x="39868" y="35242"/>
                </a:lnTo>
                <a:lnTo>
                  <a:pt x="38794" y="36309"/>
                </a:lnTo>
                <a:lnTo>
                  <a:pt x="36148" y="35257"/>
                </a:lnTo>
                <a:lnTo>
                  <a:pt x="35476" y="36273"/>
                </a:lnTo>
                <a:lnTo>
                  <a:pt x="36221" y="39094"/>
                </a:lnTo>
                <a:lnTo>
                  <a:pt x="34876" y="39817"/>
                </a:lnTo>
                <a:lnTo>
                  <a:pt x="33225" y="38933"/>
                </a:lnTo>
                <a:lnTo>
                  <a:pt x="32275" y="39328"/>
                </a:lnTo>
                <a:lnTo>
                  <a:pt x="31814" y="40029"/>
                </a:lnTo>
                <a:lnTo>
                  <a:pt x="32859" y="42251"/>
                </a:lnTo>
                <a:lnTo>
                  <a:pt x="31821" y="43282"/>
                </a:lnTo>
                <a:lnTo>
                  <a:pt x="29409" y="42639"/>
                </a:lnTo>
                <a:lnTo>
                  <a:pt x="26851" y="43413"/>
                </a:lnTo>
                <a:lnTo>
                  <a:pt x="23767" y="42829"/>
                </a:lnTo>
                <a:lnTo>
                  <a:pt x="20632" y="42829"/>
                </a:lnTo>
                <a:lnTo>
                  <a:pt x="19353" y="42982"/>
                </a:lnTo>
                <a:lnTo>
                  <a:pt x="17182" y="42683"/>
                </a:lnTo>
                <a:lnTo>
                  <a:pt x="11839" y="43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039097" y="67094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4076" y="21648"/>
                </a:moveTo>
                <a:lnTo>
                  <a:pt x="11408" y="21290"/>
                </a:lnTo>
                <a:lnTo>
                  <a:pt x="10436" y="21334"/>
                </a:lnTo>
                <a:lnTo>
                  <a:pt x="7702" y="21611"/>
                </a:lnTo>
                <a:lnTo>
                  <a:pt x="6818" y="20756"/>
                </a:lnTo>
                <a:lnTo>
                  <a:pt x="7864" y="18483"/>
                </a:lnTo>
                <a:lnTo>
                  <a:pt x="7396" y="17804"/>
                </a:lnTo>
                <a:lnTo>
                  <a:pt x="6519" y="17372"/>
                </a:lnTo>
                <a:lnTo>
                  <a:pt x="4699" y="18344"/>
                </a:lnTo>
                <a:lnTo>
                  <a:pt x="3332" y="17431"/>
                </a:lnTo>
                <a:lnTo>
                  <a:pt x="4385" y="14785"/>
                </a:lnTo>
                <a:lnTo>
                  <a:pt x="3551" y="13959"/>
                </a:lnTo>
                <a:lnTo>
                  <a:pt x="540" y="14697"/>
                </a:lnTo>
                <a:lnTo>
                  <a:pt x="167" y="13696"/>
                </a:lnTo>
                <a:lnTo>
                  <a:pt x="0" y="7593"/>
                </a:lnTo>
                <a:lnTo>
                  <a:pt x="1088" y="6709"/>
                </a:lnTo>
                <a:lnTo>
                  <a:pt x="3098" y="7739"/>
                </a:lnTo>
                <a:lnTo>
                  <a:pt x="3895" y="7279"/>
                </a:lnTo>
                <a:lnTo>
                  <a:pt x="4355" y="6577"/>
                </a:lnTo>
                <a:lnTo>
                  <a:pt x="3310" y="4356"/>
                </a:lnTo>
                <a:lnTo>
                  <a:pt x="4480" y="3186"/>
                </a:lnTo>
                <a:lnTo>
                  <a:pt x="6701" y="4239"/>
                </a:lnTo>
                <a:lnTo>
                  <a:pt x="7396" y="3771"/>
                </a:lnTo>
                <a:lnTo>
                  <a:pt x="7864" y="3091"/>
                </a:lnTo>
                <a:lnTo>
                  <a:pt x="6818" y="818"/>
                </a:lnTo>
                <a:lnTo>
                  <a:pt x="7673" y="0"/>
                </a:lnTo>
                <a:lnTo>
                  <a:pt x="14214" y="14"/>
                </a:lnTo>
                <a:lnTo>
                  <a:pt x="14982" y="964"/>
                </a:lnTo>
                <a:lnTo>
                  <a:pt x="13959" y="2982"/>
                </a:lnTo>
                <a:lnTo>
                  <a:pt x="14412" y="3771"/>
                </a:lnTo>
                <a:lnTo>
                  <a:pt x="15114" y="4239"/>
                </a:lnTo>
                <a:lnTo>
                  <a:pt x="17336" y="3186"/>
                </a:lnTo>
                <a:lnTo>
                  <a:pt x="18410" y="4261"/>
                </a:lnTo>
                <a:lnTo>
                  <a:pt x="17357" y="6906"/>
                </a:lnTo>
                <a:lnTo>
                  <a:pt x="18322" y="7549"/>
                </a:lnTo>
                <a:lnTo>
                  <a:pt x="21253" y="6899"/>
                </a:lnTo>
                <a:lnTo>
                  <a:pt x="21757" y="8025"/>
                </a:lnTo>
                <a:lnTo>
                  <a:pt x="21421" y="9954"/>
                </a:lnTo>
                <a:lnTo>
                  <a:pt x="21421" y="11650"/>
                </a:lnTo>
                <a:lnTo>
                  <a:pt x="21757" y="13513"/>
                </a:lnTo>
                <a:lnTo>
                  <a:pt x="21246" y="14734"/>
                </a:lnTo>
                <a:lnTo>
                  <a:pt x="18278" y="13930"/>
                </a:lnTo>
                <a:lnTo>
                  <a:pt x="17430" y="14785"/>
                </a:lnTo>
                <a:lnTo>
                  <a:pt x="18483" y="17431"/>
                </a:lnTo>
                <a:lnTo>
                  <a:pt x="17116" y="18315"/>
                </a:lnTo>
                <a:lnTo>
                  <a:pt x="15289" y="17365"/>
                </a:lnTo>
                <a:lnTo>
                  <a:pt x="14404" y="17804"/>
                </a:lnTo>
                <a:lnTo>
                  <a:pt x="13944" y="18505"/>
                </a:lnTo>
                <a:lnTo>
                  <a:pt x="14989" y="20727"/>
                </a:lnTo>
                <a:lnTo>
                  <a:pt x="14076" y="2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00655" y="716068"/>
            <a:ext cx="141605" cy="142240"/>
          </a:xfrm>
          <a:custGeom>
            <a:avLst/>
            <a:gdLst/>
            <a:ahLst/>
            <a:cxnLst/>
            <a:rect l="l" t="t" r="r" b="b"/>
            <a:pathLst>
              <a:path w="141605" h="142240">
                <a:moveTo>
                  <a:pt x="54946" y="141847"/>
                </a:moveTo>
                <a:lnTo>
                  <a:pt x="52681" y="140875"/>
                </a:lnTo>
                <a:lnTo>
                  <a:pt x="53499" y="137929"/>
                </a:lnTo>
                <a:lnTo>
                  <a:pt x="52644" y="137074"/>
                </a:lnTo>
                <a:lnTo>
                  <a:pt x="50291" y="137805"/>
                </a:lnTo>
                <a:lnTo>
                  <a:pt x="47594" y="136818"/>
                </a:lnTo>
                <a:lnTo>
                  <a:pt x="44597" y="138412"/>
                </a:lnTo>
                <a:lnTo>
                  <a:pt x="42164" y="137367"/>
                </a:lnTo>
                <a:lnTo>
                  <a:pt x="42975" y="134421"/>
                </a:lnTo>
                <a:lnTo>
                  <a:pt x="42069" y="133507"/>
                </a:lnTo>
                <a:lnTo>
                  <a:pt x="39803" y="134399"/>
                </a:lnTo>
                <a:lnTo>
                  <a:pt x="38399" y="133698"/>
                </a:lnTo>
                <a:lnTo>
                  <a:pt x="36134" y="134589"/>
                </a:lnTo>
                <a:lnTo>
                  <a:pt x="35016" y="133464"/>
                </a:lnTo>
                <a:lnTo>
                  <a:pt x="36185" y="131125"/>
                </a:lnTo>
                <a:lnTo>
                  <a:pt x="35016" y="129955"/>
                </a:lnTo>
                <a:lnTo>
                  <a:pt x="32677" y="131125"/>
                </a:lnTo>
                <a:lnTo>
                  <a:pt x="31603" y="130051"/>
                </a:lnTo>
                <a:lnTo>
                  <a:pt x="32655" y="127405"/>
                </a:lnTo>
                <a:lnTo>
                  <a:pt x="30484" y="125965"/>
                </a:lnTo>
                <a:lnTo>
                  <a:pt x="26874" y="127799"/>
                </a:lnTo>
                <a:lnTo>
                  <a:pt x="24630" y="126842"/>
                </a:lnTo>
                <a:lnTo>
                  <a:pt x="25449" y="123889"/>
                </a:lnTo>
                <a:lnTo>
                  <a:pt x="24484" y="122932"/>
                </a:lnTo>
                <a:lnTo>
                  <a:pt x="22182" y="124101"/>
                </a:lnTo>
                <a:lnTo>
                  <a:pt x="20983" y="122975"/>
                </a:lnTo>
                <a:lnTo>
                  <a:pt x="22145" y="120593"/>
                </a:lnTo>
                <a:lnTo>
                  <a:pt x="21085" y="119526"/>
                </a:lnTo>
                <a:lnTo>
                  <a:pt x="18432" y="120578"/>
                </a:lnTo>
                <a:lnTo>
                  <a:pt x="17562" y="119255"/>
                </a:lnTo>
                <a:lnTo>
                  <a:pt x="18651" y="117202"/>
                </a:lnTo>
                <a:lnTo>
                  <a:pt x="17570" y="115915"/>
                </a:lnTo>
                <a:lnTo>
                  <a:pt x="15114" y="117063"/>
                </a:lnTo>
                <a:lnTo>
                  <a:pt x="13967" y="115908"/>
                </a:lnTo>
                <a:lnTo>
                  <a:pt x="15070" y="113686"/>
                </a:lnTo>
                <a:lnTo>
                  <a:pt x="14054" y="112312"/>
                </a:lnTo>
                <a:lnTo>
                  <a:pt x="15158" y="110090"/>
                </a:lnTo>
                <a:lnTo>
                  <a:pt x="13981" y="108906"/>
                </a:lnTo>
                <a:lnTo>
                  <a:pt x="11643" y="110075"/>
                </a:lnTo>
                <a:lnTo>
                  <a:pt x="10473" y="108906"/>
                </a:lnTo>
                <a:lnTo>
                  <a:pt x="11642" y="106567"/>
                </a:lnTo>
                <a:lnTo>
                  <a:pt x="10619" y="105544"/>
                </a:lnTo>
                <a:lnTo>
                  <a:pt x="7835" y="106494"/>
                </a:lnTo>
                <a:lnTo>
                  <a:pt x="6563" y="104170"/>
                </a:lnTo>
                <a:lnTo>
                  <a:pt x="8368" y="100874"/>
                </a:lnTo>
                <a:lnTo>
                  <a:pt x="7367" y="98521"/>
                </a:lnTo>
                <a:lnTo>
                  <a:pt x="4414" y="99332"/>
                </a:lnTo>
                <a:lnTo>
                  <a:pt x="3566" y="98484"/>
                </a:lnTo>
                <a:lnTo>
                  <a:pt x="4290" y="96131"/>
                </a:lnTo>
                <a:lnTo>
                  <a:pt x="3303" y="93419"/>
                </a:lnTo>
                <a:lnTo>
                  <a:pt x="4896" y="90430"/>
                </a:lnTo>
                <a:lnTo>
                  <a:pt x="3866" y="87996"/>
                </a:lnTo>
                <a:lnTo>
                  <a:pt x="906" y="88807"/>
                </a:lnTo>
                <a:lnTo>
                  <a:pt x="153" y="88055"/>
                </a:lnTo>
                <a:lnTo>
                  <a:pt x="643" y="85511"/>
                </a:lnTo>
                <a:lnTo>
                  <a:pt x="0" y="81681"/>
                </a:lnTo>
                <a:lnTo>
                  <a:pt x="540" y="77713"/>
                </a:lnTo>
                <a:lnTo>
                  <a:pt x="540" y="58177"/>
                </a:lnTo>
                <a:lnTo>
                  <a:pt x="139" y="55516"/>
                </a:lnTo>
                <a:lnTo>
                  <a:pt x="591" y="53097"/>
                </a:lnTo>
                <a:lnTo>
                  <a:pt x="3807" y="53602"/>
                </a:lnTo>
                <a:lnTo>
                  <a:pt x="4385" y="53031"/>
                </a:lnTo>
                <a:lnTo>
                  <a:pt x="4019" y="50364"/>
                </a:lnTo>
                <a:lnTo>
                  <a:pt x="4100" y="48924"/>
                </a:lnTo>
                <a:lnTo>
                  <a:pt x="3705" y="47199"/>
                </a:lnTo>
                <a:lnTo>
                  <a:pt x="4319" y="45657"/>
                </a:lnTo>
                <a:lnTo>
                  <a:pt x="3552" y="43340"/>
                </a:lnTo>
                <a:lnTo>
                  <a:pt x="4538" y="42346"/>
                </a:lnTo>
                <a:lnTo>
                  <a:pt x="7184" y="43398"/>
                </a:lnTo>
                <a:lnTo>
                  <a:pt x="8090" y="42025"/>
                </a:lnTo>
                <a:lnTo>
                  <a:pt x="7104" y="40205"/>
                </a:lnTo>
                <a:lnTo>
                  <a:pt x="7908" y="38619"/>
                </a:lnTo>
                <a:lnTo>
                  <a:pt x="7016" y="36360"/>
                </a:lnTo>
                <a:lnTo>
                  <a:pt x="8039" y="35330"/>
                </a:lnTo>
                <a:lnTo>
                  <a:pt x="10692" y="36382"/>
                </a:lnTo>
                <a:lnTo>
                  <a:pt x="11599" y="35008"/>
                </a:lnTo>
                <a:lnTo>
                  <a:pt x="10532" y="33130"/>
                </a:lnTo>
                <a:lnTo>
                  <a:pt x="11416" y="31756"/>
                </a:lnTo>
                <a:lnTo>
                  <a:pt x="14084" y="32794"/>
                </a:lnTo>
                <a:lnTo>
                  <a:pt x="14895" y="31982"/>
                </a:lnTo>
                <a:lnTo>
                  <a:pt x="14537" y="29315"/>
                </a:lnTo>
                <a:lnTo>
                  <a:pt x="14595" y="28196"/>
                </a:lnTo>
                <a:lnTo>
                  <a:pt x="14200" y="25748"/>
                </a:lnTo>
                <a:lnTo>
                  <a:pt x="15034" y="24703"/>
                </a:lnTo>
                <a:lnTo>
                  <a:pt x="17526" y="25835"/>
                </a:lnTo>
                <a:lnTo>
                  <a:pt x="18651" y="24710"/>
                </a:lnTo>
                <a:lnTo>
                  <a:pt x="17482" y="22371"/>
                </a:lnTo>
                <a:lnTo>
                  <a:pt x="18651" y="21202"/>
                </a:lnTo>
                <a:lnTo>
                  <a:pt x="20990" y="22371"/>
                </a:lnTo>
                <a:lnTo>
                  <a:pt x="22101" y="21253"/>
                </a:lnTo>
                <a:lnTo>
                  <a:pt x="20990" y="18724"/>
                </a:lnTo>
                <a:lnTo>
                  <a:pt x="22247" y="17759"/>
                </a:lnTo>
                <a:lnTo>
                  <a:pt x="24484" y="18878"/>
                </a:lnTo>
                <a:lnTo>
                  <a:pt x="25449" y="17905"/>
                </a:lnTo>
                <a:lnTo>
                  <a:pt x="24630" y="14960"/>
                </a:lnTo>
                <a:lnTo>
                  <a:pt x="26845" y="14010"/>
                </a:lnTo>
                <a:lnTo>
                  <a:pt x="30535" y="15844"/>
                </a:lnTo>
                <a:lnTo>
                  <a:pt x="32662" y="14375"/>
                </a:lnTo>
                <a:lnTo>
                  <a:pt x="31595" y="11766"/>
                </a:lnTo>
                <a:lnTo>
                  <a:pt x="32677" y="10677"/>
                </a:lnTo>
                <a:lnTo>
                  <a:pt x="35015" y="11846"/>
                </a:lnTo>
                <a:lnTo>
                  <a:pt x="36185" y="10677"/>
                </a:lnTo>
                <a:lnTo>
                  <a:pt x="35016" y="8338"/>
                </a:lnTo>
                <a:lnTo>
                  <a:pt x="36170" y="7176"/>
                </a:lnTo>
                <a:lnTo>
                  <a:pt x="38399" y="8192"/>
                </a:lnTo>
                <a:lnTo>
                  <a:pt x="39803" y="7315"/>
                </a:lnTo>
                <a:lnTo>
                  <a:pt x="42032" y="8331"/>
                </a:lnTo>
                <a:lnTo>
                  <a:pt x="43099" y="7264"/>
                </a:lnTo>
                <a:lnTo>
                  <a:pt x="42047" y="4618"/>
                </a:lnTo>
                <a:lnTo>
                  <a:pt x="43370" y="3734"/>
                </a:lnTo>
                <a:lnTo>
                  <a:pt x="45233" y="4560"/>
                </a:lnTo>
                <a:lnTo>
                  <a:pt x="46965" y="3938"/>
                </a:lnTo>
                <a:lnTo>
                  <a:pt x="48698" y="4245"/>
                </a:lnTo>
                <a:lnTo>
                  <a:pt x="50642" y="4245"/>
                </a:lnTo>
                <a:lnTo>
                  <a:pt x="52103" y="4465"/>
                </a:lnTo>
                <a:lnTo>
                  <a:pt x="53134" y="4253"/>
                </a:lnTo>
                <a:lnTo>
                  <a:pt x="53433" y="4187"/>
                </a:lnTo>
                <a:lnTo>
                  <a:pt x="52871" y="1008"/>
                </a:lnTo>
                <a:lnTo>
                  <a:pt x="53507" y="372"/>
                </a:lnTo>
                <a:lnTo>
                  <a:pt x="56079" y="818"/>
                </a:lnTo>
                <a:lnTo>
                  <a:pt x="62262" y="0"/>
                </a:lnTo>
                <a:lnTo>
                  <a:pt x="68511" y="745"/>
                </a:lnTo>
                <a:lnTo>
                  <a:pt x="83370" y="745"/>
                </a:lnTo>
                <a:lnTo>
                  <a:pt x="86088" y="306"/>
                </a:lnTo>
                <a:lnTo>
                  <a:pt x="88493" y="803"/>
                </a:lnTo>
                <a:lnTo>
                  <a:pt x="87959" y="3997"/>
                </a:lnTo>
                <a:lnTo>
                  <a:pt x="88639" y="4684"/>
                </a:lnTo>
                <a:lnTo>
                  <a:pt x="91102" y="4100"/>
                </a:lnTo>
                <a:lnTo>
                  <a:pt x="93755" y="4765"/>
                </a:lnTo>
                <a:lnTo>
                  <a:pt x="96825" y="3398"/>
                </a:lnTo>
                <a:lnTo>
                  <a:pt x="99185" y="4451"/>
                </a:lnTo>
                <a:lnTo>
                  <a:pt x="98352" y="7381"/>
                </a:lnTo>
                <a:lnTo>
                  <a:pt x="99068" y="8090"/>
                </a:lnTo>
                <a:lnTo>
                  <a:pt x="101729" y="7732"/>
                </a:lnTo>
                <a:lnTo>
                  <a:pt x="102920" y="7798"/>
                </a:lnTo>
                <a:lnTo>
                  <a:pt x="105200" y="7389"/>
                </a:lnTo>
                <a:lnTo>
                  <a:pt x="106311" y="8149"/>
                </a:lnTo>
                <a:lnTo>
                  <a:pt x="105244" y="10772"/>
                </a:lnTo>
                <a:lnTo>
                  <a:pt x="106231" y="11759"/>
                </a:lnTo>
                <a:lnTo>
                  <a:pt x="108877" y="10707"/>
                </a:lnTo>
                <a:lnTo>
                  <a:pt x="109513" y="11671"/>
                </a:lnTo>
                <a:lnTo>
                  <a:pt x="108862" y="14602"/>
                </a:lnTo>
                <a:lnTo>
                  <a:pt x="109995" y="15114"/>
                </a:lnTo>
                <a:lnTo>
                  <a:pt x="111924" y="14778"/>
                </a:lnTo>
                <a:lnTo>
                  <a:pt x="113320" y="14778"/>
                </a:lnTo>
                <a:lnTo>
                  <a:pt x="115842" y="14442"/>
                </a:lnTo>
                <a:lnTo>
                  <a:pt x="116843" y="15246"/>
                </a:lnTo>
                <a:lnTo>
                  <a:pt x="115718" y="17745"/>
                </a:lnTo>
                <a:lnTo>
                  <a:pt x="116836" y="18871"/>
                </a:lnTo>
                <a:lnTo>
                  <a:pt x="119175" y="17701"/>
                </a:lnTo>
                <a:lnTo>
                  <a:pt x="120344" y="18871"/>
                </a:lnTo>
                <a:lnTo>
                  <a:pt x="119175" y="21209"/>
                </a:lnTo>
                <a:lnTo>
                  <a:pt x="120330" y="22364"/>
                </a:lnTo>
                <a:lnTo>
                  <a:pt x="122727" y="21202"/>
                </a:lnTo>
                <a:lnTo>
                  <a:pt x="123830" y="22415"/>
                </a:lnTo>
                <a:lnTo>
                  <a:pt x="122668" y="24710"/>
                </a:lnTo>
                <a:lnTo>
                  <a:pt x="123750" y="25792"/>
                </a:lnTo>
                <a:lnTo>
                  <a:pt x="126403" y="24740"/>
                </a:lnTo>
                <a:lnTo>
                  <a:pt x="127302" y="26099"/>
                </a:lnTo>
                <a:lnTo>
                  <a:pt x="126206" y="28043"/>
                </a:lnTo>
                <a:lnTo>
                  <a:pt x="127265" y="29498"/>
                </a:lnTo>
                <a:lnTo>
                  <a:pt x="126177" y="31727"/>
                </a:lnTo>
                <a:lnTo>
                  <a:pt x="127353" y="32903"/>
                </a:lnTo>
                <a:lnTo>
                  <a:pt x="129692" y="31734"/>
                </a:lnTo>
                <a:lnTo>
                  <a:pt x="130862" y="32903"/>
                </a:lnTo>
                <a:lnTo>
                  <a:pt x="129692" y="35242"/>
                </a:lnTo>
                <a:lnTo>
                  <a:pt x="130774" y="36331"/>
                </a:lnTo>
                <a:lnTo>
                  <a:pt x="133390" y="35257"/>
                </a:lnTo>
                <a:lnTo>
                  <a:pt x="134662" y="37092"/>
                </a:lnTo>
                <a:lnTo>
                  <a:pt x="132630" y="41908"/>
                </a:lnTo>
                <a:lnTo>
                  <a:pt x="134165" y="43150"/>
                </a:lnTo>
                <a:lnTo>
                  <a:pt x="137118" y="42441"/>
                </a:lnTo>
                <a:lnTo>
                  <a:pt x="138543" y="45811"/>
                </a:lnTo>
                <a:lnTo>
                  <a:pt x="136014" y="50408"/>
                </a:lnTo>
                <a:lnTo>
                  <a:pt x="137469" y="53814"/>
                </a:lnTo>
                <a:lnTo>
                  <a:pt x="140429" y="53002"/>
                </a:lnTo>
                <a:lnTo>
                  <a:pt x="141181" y="53755"/>
                </a:lnTo>
                <a:lnTo>
                  <a:pt x="140692" y="56299"/>
                </a:lnTo>
                <a:lnTo>
                  <a:pt x="141525" y="61261"/>
                </a:lnTo>
                <a:lnTo>
                  <a:pt x="140787" y="66458"/>
                </a:lnTo>
                <a:lnTo>
                  <a:pt x="140787" y="74322"/>
                </a:lnTo>
                <a:lnTo>
                  <a:pt x="141167" y="78042"/>
                </a:lnTo>
                <a:lnTo>
                  <a:pt x="140567" y="83392"/>
                </a:lnTo>
                <a:lnTo>
                  <a:pt x="141554" y="86651"/>
                </a:lnTo>
                <a:lnTo>
                  <a:pt x="140604" y="88880"/>
                </a:lnTo>
                <a:lnTo>
                  <a:pt x="137644" y="88077"/>
                </a:lnTo>
                <a:lnTo>
                  <a:pt x="136803" y="88924"/>
                </a:lnTo>
                <a:lnTo>
                  <a:pt x="137527" y="91278"/>
                </a:lnTo>
                <a:lnTo>
                  <a:pt x="136540" y="93982"/>
                </a:lnTo>
                <a:lnTo>
                  <a:pt x="138134" y="96978"/>
                </a:lnTo>
                <a:lnTo>
                  <a:pt x="137096" y="99405"/>
                </a:lnTo>
                <a:lnTo>
                  <a:pt x="134143" y="98594"/>
                </a:lnTo>
                <a:lnTo>
                  <a:pt x="133237" y="99507"/>
                </a:lnTo>
                <a:lnTo>
                  <a:pt x="134136" y="101766"/>
                </a:lnTo>
                <a:lnTo>
                  <a:pt x="133427" y="103176"/>
                </a:lnTo>
                <a:lnTo>
                  <a:pt x="134319" y="105442"/>
                </a:lnTo>
                <a:lnTo>
                  <a:pt x="133193" y="106567"/>
                </a:lnTo>
                <a:lnTo>
                  <a:pt x="130862" y="105398"/>
                </a:lnTo>
                <a:lnTo>
                  <a:pt x="129692" y="106567"/>
                </a:lnTo>
                <a:lnTo>
                  <a:pt x="130861" y="108906"/>
                </a:lnTo>
                <a:lnTo>
                  <a:pt x="129787" y="109981"/>
                </a:lnTo>
                <a:lnTo>
                  <a:pt x="127141" y="108928"/>
                </a:lnTo>
                <a:lnTo>
                  <a:pt x="125702" y="111092"/>
                </a:lnTo>
                <a:lnTo>
                  <a:pt x="127536" y="114709"/>
                </a:lnTo>
                <a:lnTo>
                  <a:pt x="126586" y="116946"/>
                </a:lnTo>
                <a:lnTo>
                  <a:pt x="123626" y="116142"/>
                </a:lnTo>
                <a:lnTo>
                  <a:pt x="122676" y="117099"/>
                </a:lnTo>
                <a:lnTo>
                  <a:pt x="123838" y="119401"/>
                </a:lnTo>
                <a:lnTo>
                  <a:pt x="122719" y="120607"/>
                </a:lnTo>
                <a:lnTo>
                  <a:pt x="120330" y="119438"/>
                </a:lnTo>
                <a:lnTo>
                  <a:pt x="119270" y="120505"/>
                </a:lnTo>
                <a:lnTo>
                  <a:pt x="120322" y="123151"/>
                </a:lnTo>
                <a:lnTo>
                  <a:pt x="118999" y="124028"/>
                </a:lnTo>
                <a:lnTo>
                  <a:pt x="116946" y="122939"/>
                </a:lnTo>
                <a:lnTo>
                  <a:pt x="115667" y="124021"/>
                </a:lnTo>
                <a:lnTo>
                  <a:pt x="116807" y="126476"/>
                </a:lnTo>
                <a:lnTo>
                  <a:pt x="115659" y="127631"/>
                </a:lnTo>
                <a:lnTo>
                  <a:pt x="113430" y="126520"/>
                </a:lnTo>
                <a:lnTo>
                  <a:pt x="112071" y="127544"/>
                </a:lnTo>
                <a:lnTo>
                  <a:pt x="109841" y="126440"/>
                </a:lnTo>
                <a:lnTo>
                  <a:pt x="108665" y="127617"/>
                </a:lnTo>
                <a:lnTo>
                  <a:pt x="109827" y="129955"/>
                </a:lnTo>
                <a:lnTo>
                  <a:pt x="108665" y="131125"/>
                </a:lnTo>
                <a:lnTo>
                  <a:pt x="106326" y="129956"/>
                </a:lnTo>
                <a:lnTo>
                  <a:pt x="105303" y="130971"/>
                </a:lnTo>
                <a:lnTo>
                  <a:pt x="106253" y="133770"/>
                </a:lnTo>
                <a:lnTo>
                  <a:pt x="103936" y="135042"/>
                </a:lnTo>
                <a:lnTo>
                  <a:pt x="100633" y="133230"/>
                </a:lnTo>
                <a:lnTo>
                  <a:pt x="98279" y="134238"/>
                </a:lnTo>
                <a:lnTo>
                  <a:pt x="99098" y="137191"/>
                </a:lnTo>
                <a:lnTo>
                  <a:pt x="98243" y="138039"/>
                </a:lnTo>
                <a:lnTo>
                  <a:pt x="95889" y="137316"/>
                </a:lnTo>
                <a:lnTo>
                  <a:pt x="93185" y="138302"/>
                </a:lnTo>
                <a:lnTo>
                  <a:pt x="90196" y="136709"/>
                </a:lnTo>
                <a:lnTo>
                  <a:pt x="87762" y="137747"/>
                </a:lnTo>
                <a:lnTo>
                  <a:pt x="88573" y="140699"/>
                </a:lnTo>
                <a:lnTo>
                  <a:pt x="87821" y="141445"/>
                </a:lnTo>
                <a:lnTo>
                  <a:pt x="85270" y="140977"/>
                </a:lnTo>
                <a:lnTo>
                  <a:pt x="80278" y="141744"/>
                </a:lnTo>
                <a:lnTo>
                  <a:pt x="75147" y="141065"/>
                </a:lnTo>
                <a:lnTo>
                  <a:pt x="67291" y="141065"/>
                </a:lnTo>
                <a:lnTo>
                  <a:pt x="63490" y="141511"/>
                </a:lnTo>
                <a:lnTo>
                  <a:pt x="58162" y="140802"/>
                </a:lnTo>
                <a:lnTo>
                  <a:pt x="54946" y="1418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614521" y="719970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19">
                <a:moveTo>
                  <a:pt x="69227" y="134326"/>
                </a:moveTo>
                <a:lnTo>
                  <a:pt x="65478" y="133727"/>
                </a:lnTo>
                <a:lnTo>
                  <a:pt x="63607" y="133661"/>
                </a:lnTo>
                <a:lnTo>
                  <a:pt x="63943" y="130336"/>
                </a:lnTo>
                <a:lnTo>
                  <a:pt x="63432" y="129824"/>
                </a:lnTo>
                <a:lnTo>
                  <a:pt x="60771" y="130182"/>
                </a:lnTo>
                <a:lnTo>
                  <a:pt x="59105" y="130095"/>
                </a:lnTo>
                <a:lnTo>
                  <a:pt x="57899" y="130292"/>
                </a:lnTo>
                <a:lnTo>
                  <a:pt x="53360" y="129744"/>
                </a:lnTo>
                <a:lnTo>
                  <a:pt x="49574" y="130840"/>
                </a:lnTo>
                <a:lnTo>
                  <a:pt x="45957" y="130095"/>
                </a:lnTo>
                <a:lnTo>
                  <a:pt x="46483" y="126901"/>
                </a:lnTo>
                <a:lnTo>
                  <a:pt x="45803" y="126214"/>
                </a:lnTo>
                <a:lnTo>
                  <a:pt x="43348" y="126798"/>
                </a:lnTo>
                <a:lnTo>
                  <a:pt x="40702" y="126140"/>
                </a:lnTo>
                <a:lnTo>
                  <a:pt x="37596" y="127507"/>
                </a:lnTo>
                <a:lnTo>
                  <a:pt x="35257" y="126433"/>
                </a:lnTo>
                <a:lnTo>
                  <a:pt x="36097" y="123524"/>
                </a:lnTo>
                <a:lnTo>
                  <a:pt x="35125" y="122552"/>
                </a:lnTo>
                <a:lnTo>
                  <a:pt x="32794" y="123721"/>
                </a:lnTo>
                <a:lnTo>
                  <a:pt x="31624" y="122552"/>
                </a:lnTo>
                <a:lnTo>
                  <a:pt x="32794" y="120213"/>
                </a:lnTo>
                <a:lnTo>
                  <a:pt x="31632" y="119051"/>
                </a:lnTo>
                <a:lnTo>
                  <a:pt x="29403" y="120067"/>
                </a:lnTo>
                <a:lnTo>
                  <a:pt x="27999" y="119190"/>
                </a:lnTo>
                <a:lnTo>
                  <a:pt x="25770" y="120206"/>
                </a:lnTo>
                <a:lnTo>
                  <a:pt x="24710" y="119139"/>
                </a:lnTo>
                <a:lnTo>
                  <a:pt x="25755" y="116493"/>
                </a:lnTo>
                <a:lnTo>
                  <a:pt x="24469" y="115638"/>
                </a:lnTo>
                <a:lnTo>
                  <a:pt x="22313" y="116712"/>
                </a:lnTo>
                <a:lnTo>
                  <a:pt x="21100" y="115565"/>
                </a:lnTo>
                <a:lnTo>
                  <a:pt x="22269" y="113189"/>
                </a:lnTo>
                <a:lnTo>
                  <a:pt x="21202" y="112115"/>
                </a:lnTo>
                <a:lnTo>
                  <a:pt x="18571" y="113182"/>
                </a:lnTo>
                <a:lnTo>
                  <a:pt x="17716" y="111910"/>
                </a:lnTo>
                <a:lnTo>
                  <a:pt x="18776" y="109688"/>
                </a:lnTo>
                <a:lnTo>
                  <a:pt x="17818" y="108731"/>
                </a:lnTo>
                <a:lnTo>
                  <a:pt x="14873" y="109549"/>
                </a:lnTo>
                <a:lnTo>
                  <a:pt x="13952" y="107393"/>
                </a:lnTo>
                <a:lnTo>
                  <a:pt x="15772" y="103542"/>
                </a:lnTo>
                <a:lnTo>
                  <a:pt x="14244" y="101503"/>
                </a:lnTo>
                <a:lnTo>
                  <a:pt x="11701" y="102614"/>
                </a:lnTo>
                <a:lnTo>
                  <a:pt x="10692" y="101598"/>
                </a:lnTo>
                <a:lnTo>
                  <a:pt x="11737" y="98952"/>
                </a:lnTo>
                <a:lnTo>
                  <a:pt x="10765" y="98301"/>
                </a:lnTo>
                <a:lnTo>
                  <a:pt x="7864" y="98981"/>
                </a:lnTo>
                <a:lnTo>
                  <a:pt x="6797" y="96730"/>
                </a:lnTo>
                <a:lnTo>
                  <a:pt x="8171" y="93565"/>
                </a:lnTo>
                <a:lnTo>
                  <a:pt x="7520" y="90942"/>
                </a:lnTo>
                <a:lnTo>
                  <a:pt x="8105" y="88486"/>
                </a:lnTo>
                <a:lnTo>
                  <a:pt x="7425" y="87799"/>
                </a:lnTo>
                <a:lnTo>
                  <a:pt x="4224" y="88332"/>
                </a:lnTo>
                <a:lnTo>
                  <a:pt x="3245" y="83560"/>
                </a:lnTo>
                <a:lnTo>
                  <a:pt x="4962" y="78539"/>
                </a:lnTo>
                <a:lnTo>
                  <a:pt x="4063" y="73437"/>
                </a:lnTo>
                <a:lnTo>
                  <a:pt x="4567" y="70901"/>
                </a:lnTo>
                <a:lnTo>
                  <a:pt x="3800" y="70148"/>
                </a:lnTo>
                <a:lnTo>
                  <a:pt x="855" y="70960"/>
                </a:lnTo>
                <a:lnTo>
                  <a:pt x="0" y="68957"/>
                </a:lnTo>
                <a:lnTo>
                  <a:pt x="599" y="65215"/>
                </a:lnTo>
                <a:lnTo>
                  <a:pt x="672" y="63337"/>
                </a:lnTo>
                <a:lnTo>
                  <a:pt x="3990" y="63680"/>
                </a:lnTo>
                <a:lnTo>
                  <a:pt x="4502" y="63169"/>
                </a:lnTo>
                <a:lnTo>
                  <a:pt x="4144" y="60501"/>
                </a:lnTo>
                <a:lnTo>
                  <a:pt x="4231" y="58835"/>
                </a:lnTo>
                <a:lnTo>
                  <a:pt x="4027" y="57629"/>
                </a:lnTo>
                <a:lnTo>
                  <a:pt x="4582" y="53090"/>
                </a:lnTo>
                <a:lnTo>
                  <a:pt x="3486" y="49297"/>
                </a:lnTo>
                <a:lnTo>
                  <a:pt x="4231" y="45679"/>
                </a:lnTo>
                <a:lnTo>
                  <a:pt x="7425" y="46213"/>
                </a:lnTo>
                <a:lnTo>
                  <a:pt x="8105" y="45526"/>
                </a:lnTo>
                <a:lnTo>
                  <a:pt x="7520" y="43070"/>
                </a:lnTo>
                <a:lnTo>
                  <a:pt x="8185" y="40409"/>
                </a:lnTo>
                <a:lnTo>
                  <a:pt x="6826" y="37340"/>
                </a:lnTo>
                <a:lnTo>
                  <a:pt x="7878" y="34979"/>
                </a:lnTo>
                <a:lnTo>
                  <a:pt x="10809" y="35812"/>
                </a:lnTo>
                <a:lnTo>
                  <a:pt x="11671" y="34943"/>
                </a:lnTo>
                <a:lnTo>
                  <a:pt x="10619" y="32297"/>
                </a:lnTo>
                <a:lnTo>
                  <a:pt x="11584" y="31654"/>
                </a:lnTo>
                <a:lnTo>
                  <a:pt x="14515" y="32312"/>
                </a:lnTo>
                <a:lnTo>
                  <a:pt x="15019" y="31179"/>
                </a:lnTo>
                <a:lnTo>
                  <a:pt x="14683" y="29249"/>
                </a:lnTo>
                <a:lnTo>
                  <a:pt x="14683" y="27817"/>
                </a:lnTo>
                <a:lnTo>
                  <a:pt x="14339" y="25361"/>
                </a:lnTo>
                <a:lnTo>
                  <a:pt x="15129" y="24323"/>
                </a:lnTo>
                <a:lnTo>
                  <a:pt x="17665" y="25434"/>
                </a:lnTo>
                <a:lnTo>
                  <a:pt x="18681" y="24418"/>
                </a:lnTo>
                <a:lnTo>
                  <a:pt x="17628" y="21772"/>
                </a:lnTo>
                <a:lnTo>
                  <a:pt x="18893" y="20932"/>
                </a:lnTo>
                <a:lnTo>
                  <a:pt x="21107" y="21984"/>
                </a:lnTo>
                <a:lnTo>
                  <a:pt x="22277" y="20815"/>
                </a:lnTo>
                <a:lnTo>
                  <a:pt x="21107" y="18476"/>
                </a:lnTo>
                <a:lnTo>
                  <a:pt x="22181" y="17402"/>
                </a:lnTo>
                <a:lnTo>
                  <a:pt x="24827" y="18454"/>
                </a:lnTo>
                <a:lnTo>
                  <a:pt x="25602" y="17292"/>
                </a:lnTo>
                <a:lnTo>
                  <a:pt x="24659" y="14807"/>
                </a:lnTo>
                <a:lnTo>
                  <a:pt x="26428" y="13418"/>
                </a:lnTo>
                <a:lnTo>
                  <a:pt x="31252" y="15552"/>
                </a:lnTo>
                <a:lnTo>
                  <a:pt x="32742" y="13733"/>
                </a:lnTo>
                <a:lnTo>
                  <a:pt x="31617" y="11445"/>
                </a:lnTo>
                <a:lnTo>
                  <a:pt x="32816" y="10297"/>
                </a:lnTo>
                <a:lnTo>
                  <a:pt x="35132" y="11467"/>
                </a:lnTo>
                <a:lnTo>
                  <a:pt x="36134" y="10465"/>
                </a:lnTo>
                <a:lnTo>
                  <a:pt x="35235" y="7615"/>
                </a:lnTo>
                <a:lnTo>
                  <a:pt x="37508" y="6460"/>
                </a:lnTo>
                <a:lnTo>
                  <a:pt x="40767" y="7856"/>
                </a:lnTo>
                <a:lnTo>
                  <a:pt x="43362" y="7213"/>
                </a:lnTo>
                <a:lnTo>
                  <a:pt x="45818" y="7798"/>
                </a:lnTo>
                <a:lnTo>
                  <a:pt x="46512" y="7096"/>
                </a:lnTo>
                <a:lnTo>
                  <a:pt x="45935" y="3931"/>
                </a:lnTo>
                <a:lnTo>
                  <a:pt x="48281" y="3354"/>
                </a:lnTo>
                <a:lnTo>
                  <a:pt x="51146" y="3858"/>
                </a:lnTo>
                <a:lnTo>
                  <a:pt x="56693" y="3858"/>
                </a:lnTo>
                <a:lnTo>
                  <a:pt x="60347" y="4078"/>
                </a:lnTo>
                <a:lnTo>
                  <a:pt x="63789" y="3859"/>
                </a:lnTo>
                <a:lnTo>
                  <a:pt x="63972" y="3844"/>
                </a:lnTo>
                <a:lnTo>
                  <a:pt x="63599" y="548"/>
                </a:lnTo>
                <a:lnTo>
                  <a:pt x="64067" y="80"/>
                </a:lnTo>
                <a:lnTo>
                  <a:pt x="67831" y="401"/>
                </a:lnTo>
                <a:lnTo>
                  <a:pt x="70455" y="0"/>
                </a:lnTo>
                <a:lnTo>
                  <a:pt x="71288" y="840"/>
                </a:lnTo>
                <a:lnTo>
                  <a:pt x="70243" y="3486"/>
                </a:lnTo>
                <a:lnTo>
                  <a:pt x="71485" y="4312"/>
                </a:lnTo>
                <a:lnTo>
                  <a:pt x="73488" y="3683"/>
                </a:lnTo>
                <a:lnTo>
                  <a:pt x="77654" y="4589"/>
                </a:lnTo>
                <a:lnTo>
                  <a:pt x="81476" y="3135"/>
                </a:lnTo>
                <a:lnTo>
                  <a:pt x="85430" y="3990"/>
                </a:lnTo>
                <a:lnTo>
                  <a:pt x="87930" y="3449"/>
                </a:lnTo>
                <a:lnTo>
                  <a:pt x="88822" y="4348"/>
                </a:lnTo>
                <a:lnTo>
                  <a:pt x="87777" y="6994"/>
                </a:lnTo>
                <a:lnTo>
                  <a:pt x="88997" y="7805"/>
                </a:lnTo>
                <a:lnTo>
                  <a:pt x="91043" y="7213"/>
                </a:lnTo>
                <a:lnTo>
                  <a:pt x="92907" y="7564"/>
                </a:lnTo>
                <a:lnTo>
                  <a:pt x="94259" y="7367"/>
                </a:lnTo>
                <a:lnTo>
                  <a:pt x="96160" y="7367"/>
                </a:lnTo>
                <a:lnTo>
                  <a:pt x="98118" y="7031"/>
                </a:lnTo>
                <a:lnTo>
                  <a:pt x="99310" y="7579"/>
                </a:lnTo>
                <a:lnTo>
                  <a:pt x="98455" y="10488"/>
                </a:lnTo>
                <a:lnTo>
                  <a:pt x="99332" y="11365"/>
                </a:lnTo>
                <a:lnTo>
                  <a:pt x="101985" y="10312"/>
                </a:lnTo>
                <a:lnTo>
                  <a:pt x="102621" y="11277"/>
                </a:lnTo>
                <a:lnTo>
                  <a:pt x="101963" y="14208"/>
                </a:lnTo>
                <a:lnTo>
                  <a:pt x="103103" y="14719"/>
                </a:lnTo>
                <a:lnTo>
                  <a:pt x="105025" y="14383"/>
                </a:lnTo>
                <a:lnTo>
                  <a:pt x="106472" y="14383"/>
                </a:lnTo>
                <a:lnTo>
                  <a:pt x="108892" y="14040"/>
                </a:lnTo>
                <a:lnTo>
                  <a:pt x="109937" y="14800"/>
                </a:lnTo>
                <a:lnTo>
                  <a:pt x="108848" y="17372"/>
                </a:lnTo>
                <a:lnTo>
                  <a:pt x="109944" y="18476"/>
                </a:lnTo>
                <a:lnTo>
                  <a:pt x="112283" y="17307"/>
                </a:lnTo>
                <a:lnTo>
                  <a:pt x="113452" y="18476"/>
                </a:lnTo>
                <a:lnTo>
                  <a:pt x="112283" y="20815"/>
                </a:lnTo>
                <a:lnTo>
                  <a:pt x="113430" y="21970"/>
                </a:lnTo>
                <a:lnTo>
                  <a:pt x="115835" y="20808"/>
                </a:lnTo>
                <a:lnTo>
                  <a:pt x="116938" y="22021"/>
                </a:lnTo>
                <a:lnTo>
                  <a:pt x="115776" y="24309"/>
                </a:lnTo>
                <a:lnTo>
                  <a:pt x="116741" y="25273"/>
                </a:lnTo>
                <a:lnTo>
                  <a:pt x="119687" y="24469"/>
                </a:lnTo>
                <a:lnTo>
                  <a:pt x="120607" y="26618"/>
                </a:lnTo>
                <a:lnTo>
                  <a:pt x="118788" y="30470"/>
                </a:lnTo>
                <a:lnTo>
                  <a:pt x="120315" y="32509"/>
                </a:lnTo>
                <a:lnTo>
                  <a:pt x="122858" y="31398"/>
                </a:lnTo>
                <a:lnTo>
                  <a:pt x="123867" y="32414"/>
                </a:lnTo>
                <a:lnTo>
                  <a:pt x="122822" y="35059"/>
                </a:lnTo>
                <a:lnTo>
                  <a:pt x="123779" y="35703"/>
                </a:lnTo>
                <a:lnTo>
                  <a:pt x="126717" y="35045"/>
                </a:lnTo>
                <a:lnTo>
                  <a:pt x="127741" y="37333"/>
                </a:lnTo>
                <a:lnTo>
                  <a:pt x="126374" y="40409"/>
                </a:lnTo>
                <a:lnTo>
                  <a:pt x="127039" y="43070"/>
                </a:lnTo>
                <a:lnTo>
                  <a:pt x="126454" y="45525"/>
                </a:lnTo>
                <a:lnTo>
                  <a:pt x="127134" y="46213"/>
                </a:lnTo>
                <a:lnTo>
                  <a:pt x="130335" y="45679"/>
                </a:lnTo>
                <a:lnTo>
                  <a:pt x="131081" y="49297"/>
                </a:lnTo>
                <a:lnTo>
                  <a:pt x="129977" y="53090"/>
                </a:lnTo>
                <a:lnTo>
                  <a:pt x="130518" y="57534"/>
                </a:lnTo>
                <a:lnTo>
                  <a:pt x="129670" y="62913"/>
                </a:lnTo>
                <a:lnTo>
                  <a:pt x="130584" y="63658"/>
                </a:lnTo>
                <a:lnTo>
                  <a:pt x="133887" y="63351"/>
                </a:lnTo>
                <a:lnTo>
                  <a:pt x="133960" y="65215"/>
                </a:lnTo>
                <a:lnTo>
                  <a:pt x="134560" y="68957"/>
                </a:lnTo>
                <a:lnTo>
                  <a:pt x="133705" y="70959"/>
                </a:lnTo>
                <a:lnTo>
                  <a:pt x="130752" y="70148"/>
                </a:lnTo>
                <a:lnTo>
                  <a:pt x="129992" y="70908"/>
                </a:lnTo>
                <a:lnTo>
                  <a:pt x="130496" y="73437"/>
                </a:lnTo>
                <a:lnTo>
                  <a:pt x="129597" y="78539"/>
                </a:lnTo>
                <a:lnTo>
                  <a:pt x="131322" y="83567"/>
                </a:lnTo>
                <a:lnTo>
                  <a:pt x="130328" y="88332"/>
                </a:lnTo>
                <a:lnTo>
                  <a:pt x="127134" y="87799"/>
                </a:lnTo>
                <a:lnTo>
                  <a:pt x="126454" y="88486"/>
                </a:lnTo>
                <a:lnTo>
                  <a:pt x="127039" y="90941"/>
                </a:lnTo>
                <a:lnTo>
                  <a:pt x="126389" y="93565"/>
                </a:lnTo>
                <a:lnTo>
                  <a:pt x="127763" y="96730"/>
                </a:lnTo>
                <a:lnTo>
                  <a:pt x="126659" y="99047"/>
                </a:lnTo>
                <a:lnTo>
                  <a:pt x="123772" y="98184"/>
                </a:lnTo>
                <a:lnTo>
                  <a:pt x="122793" y="99164"/>
                </a:lnTo>
                <a:lnTo>
                  <a:pt x="123962" y="101502"/>
                </a:lnTo>
                <a:lnTo>
                  <a:pt x="122793" y="102672"/>
                </a:lnTo>
                <a:lnTo>
                  <a:pt x="120461" y="101503"/>
                </a:lnTo>
                <a:lnTo>
                  <a:pt x="119299" y="102665"/>
                </a:lnTo>
                <a:lnTo>
                  <a:pt x="120315" y="104886"/>
                </a:lnTo>
                <a:lnTo>
                  <a:pt x="119438" y="106304"/>
                </a:lnTo>
                <a:lnTo>
                  <a:pt x="120447" y="108526"/>
                </a:lnTo>
                <a:lnTo>
                  <a:pt x="119387" y="109593"/>
                </a:lnTo>
                <a:lnTo>
                  <a:pt x="116741" y="108541"/>
                </a:lnTo>
                <a:lnTo>
                  <a:pt x="115835" y="109907"/>
                </a:lnTo>
                <a:lnTo>
                  <a:pt x="116917" y="111815"/>
                </a:lnTo>
                <a:lnTo>
                  <a:pt x="115981" y="113182"/>
                </a:lnTo>
                <a:lnTo>
                  <a:pt x="113357" y="112115"/>
                </a:lnTo>
                <a:lnTo>
                  <a:pt x="112290" y="113189"/>
                </a:lnTo>
                <a:lnTo>
                  <a:pt x="113459" y="115564"/>
                </a:lnTo>
                <a:lnTo>
                  <a:pt x="112253" y="116698"/>
                </a:lnTo>
                <a:lnTo>
                  <a:pt x="109951" y="115528"/>
                </a:lnTo>
                <a:lnTo>
                  <a:pt x="108994" y="116485"/>
                </a:lnTo>
                <a:lnTo>
                  <a:pt x="109805" y="119438"/>
                </a:lnTo>
                <a:lnTo>
                  <a:pt x="107656" y="120359"/>
                </a:lnTo>
                <a:lnTo>
                  <a:pt x="103797" y="118539"/>
                </a:lnTo>
                <a:lnTo>
                  <a:pt x="101766" y="120067"/>
                </a:lnTo>
                <a:lnTo>
                  <a:pt x="102869" y="122610"/>
                </a:lnTo>
                <a:lnTo>
                  <a:pt x="101853" y="123626"/>
                </a:lnTo>
                <a:lnTo>
                  <a:pt x="99208" y="122574"/>
                </a:lnTo>
                <a:lnTo>
                  <a:pt x="98564" y="123553"/>
                </a:lnTo>
                <a:lnTo>
                  <a:pt x="99244" y="126455"/>
                </a:lnTo>
                <a:lnTo>
                  <a:pt x="96993" y="127529"/>
                </a:lnTo>
                <a:lnTo>
                  <a:pt x="93828" y="126148"/>
                </a:lnTo>
                <a:lnTo>
                  <a:pt x="91197" y="126798"/>
                </a:lnTo>
                <a:lnTo>
                  <a:pt x="88742" y="126214"/>
                </a:lnTo>
                <a:lnTo>
                  <a:pt x="88069" y="126901"/>
                </a:lnTo>
                <a:lnTo>
                  <a:pt x="88595" y="130094"/>
                </a:lnTo>
                <a:lnTo>
                  <a:pt x="83830" y="131081"/>
                </a:lnTo>
                <a:lnTo>
                  <a:pt x="78802" y="129356"/>
                </a:lnTo>
                <a:lnTo>
                  <a:pt x="73700" y="130255"/>
                </a:lnTo>
                <a:lnTo>
                  <a:pt x="71164" y="129758"/>
                </a:lnTo>
                <a:lnTo>
                  <a:pt x="70411" y="130526"/>
                </a:lnTo>
                <a:lnTo>
                  <a:pt x="71223" y="133471"/>
                </a:lnTo>
                <a:lnTo>
                  <a:pt x="69227" y="1343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832171" y="726446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4">
                <a:moveTo>
                  <a:pt x="68672" y="120710"/>
                </a:moveTo>
                <a:lnTo>
                  <a:pt x="65697" y="120169"/>
                </a:lnTo>
                <a:lnTo>
                  <a:pt x="58031" y="120169"/>
                </a:lnTo>
                <a:lnTo>
                  <a:pt x="55144" y="120681"/>
                </a:lnTo>
                <a:lnTo>
                  <a:pt x="52491" y="120016"/>
                </a:lnTo>
                <a:lnTo>
                  <a:pt x="50035" y="120601"/>
                </a:lnTo>
                <a:lnTo>
                  <a:pt x="49348" y="119906"/>
                </a:lnTo>
                <a:lnTo>
                  <a:pt x="49911" y="116734"/>
                </a:lnTo>
                <a:lnTo>
                  <a:pt x="47550" y="116179"/>
                </a:lnTo>
                <a:lnTo>
                  <a:pt x="44722" y="116661"/>
                </a:lnTo>
                <a:lnTo>
                  <a:pt x="41689" y="116661"/>
                </a:lnTo>
                <a:lnTo>
                  <a:pt x="39927" y="116975"/>
                </a:lnTo>
                <a:lnTo>
                  <a:pt x="38685" y="116508"/>
                </a:lnTo>
                <a:lnTo>
                  <a:pt x="39430" y="113489"/>
                </a:lnTo>
                <a:lnTo>
                  <a:pt x="38758" y="112824"/>
                </a:lnTo>
                <a:lnTo>
                  <a:pt x="36090" y="113182"/>
                </a:lnTo>
                <a:lnTo>
                  <a:pt x="34723" y="113109"/>
                </a:lnTo>
                <a:lnTo>
                  <a:pt x="32845" y="113518"/>
                </a:lnTo>
                <a:lnTo>
                  <a:pt x="31610" y="112934"/>
                </a:lnTo>
                <a:lnTo>
                  <a:pt x="32472" y="110040"/>
                </a:lnTo>
                <a:lnTo>
                  <a:pt x="31741" y="109316"/>
                </a:lnTo>
                <a:lnTo>
                  <a:pt x="29081" y="109674"/>
                </a:lnTo>
                <a:lnTo>
                  <a:pt x="27897" y="109608"/>
                </a:lnTo>
                <a:lnTo>
                  <a:pt x="25595" y="110017"/>
                </a:lnTo>
                <a:lnTo>
                  <a:pt x="24498" y="109243"/>
                </a:lnTo>
                <a:lnTo>
                  <a:pt x="25573" y="106641"/>
                </a:lnTo>
                <a:lnTo>
                  <a:pt x="24484" y="105552"/>
                </a:lnTo>
                <a:lnTo>
                  <a:pt x="22145" y="106721"/>
                </a:lnTo>
                <a:lnTo>
                  <a:pt x="20983" y="105552"/>
                </a:lnTo>
                <a:lnTo>
                  <a:pt x="22152" y="103213"/>
                </a:lnTo>
                <a:lnTo>
                  <a:pt x="20983" y="102044"/>
                </a:lnTo>
                <a:lnTo>
                  <a:pt x="18644" y="103213"/>
                </a:lnTo>
                <a:lnTo>
                  <a:pt x="17475" y="102044"/>
                </a:lnTo>
                <a:lnTo>
                  <a:pt x="18644" y="99705"/>
                </a:lnTo>
                <a:lnTo>
                  <a:pt x="17475" y="98535"/>
                </a:lnTo>
                <a:lnTo>
                  <a:pt x="15136" y="99705"/>
                </a:lnTo>
                <a:lnTo>
                  <a:pt x="13974" y="98535"/>
                </a:lnTo>
                <a:lnTo>
                  <a:pt x="15136" y="96197"/>
                </a:lnTo>
                <a:lnTo>
                  <a:pt x="14062" y="95122"/>
                </a:lnTo>
                <a:lnTo>
                  <a:pt x="11423" y="96175"/>
                </a:lnTo>
                <a:lnTo>
                  <a:pt x="9983" y="94019"/>
                </a:lnTo>
                <a:lnTo>
                  <a:pt x="11810" y="90386"/>
                </a:lnTo>
                <a:lnTo>
                  <a:pt x="10860" y="88150"/>
                </a:lnTo>
                <a:lnTo>
                  <a:pt x="7908" y="88961"/>
                </a:lnTo>
                <a:lnTo>
                  <a:pt x="7001" y="88047"/>
                </a:lnTo>
                <a:lnTo>
                  <a:pt x="7907" y="85796"/>
                </a:lnTo>
                <a:lnTo>
                  <a:pt x="7184" y="84379"/>
                </a:lnTo>
                <a:lnTo>
                  <a:pt x="8090" y="82120"/>
                </a:lnTo>
                <a:lnTo>
                  <a:pt x="7060" y="81090"/>
                </a:lnTo>
                <a:lnTo>
                  <a:pt x="4407" y="82142"/>
                </a:lnTo>
                <a:lnTo>
                  <a:pt x="3537" y="80819"/>
                </a:lnTo>
                <a:lnTo>
                  <a:pt x="4348" y="78948"/>
                </a:lnTo>
                <a:lnTo>
                  <a:pt x="3610" y="76851"/>
                </a:lnTo>
                <a:lnTo>
                  <a:pt x="4962" y="71808"/>
                </a:lnTo>
                <a:lnTo>
                  <a:pt x="3742" y="70814"/>
                </a:lnTo>
                <a:lnTo>
                  <a:pt x="613" y="71362"/>
                </a:lnTo>
                <a:lnTo>
                  <a:pt x="0" y="69074"/>
                </a:lnTo>
                <a:lnTo>
                  <a:pt x="533" y="66107"/>
                </a:lnTo>
                <a:lnTo>
                  <a:pt x="533" y="58433"/>
                </a:lnTo>
                <a:lnTo>
                  <a:pt x="29" y="55546"/>
                </a:lnTo>
                <a:lnTo>
                  <a:pt x="686" y="52900"/>
                </a:lnTo>
                <a:lnTo>
                  <a:pt x="102" y="50445"/>
                </a:lnTo>
                <a:lnTo>
                  <a:pt x="803" y="49750"/>
                </a:lnTo>
                <a:lnTo>
                  <a:pt x="3975" y="50313"/>
                </a:lnTo>
                <a:lnTo>
                  <a:pt x="4524" y="47952"/>
                </a:lnTo>
                <a:lnTo>
                  <a:pt x="4041" y="45124"/>
                </a:lnTo>
                <a:lnTo>
                  <a:pt x="4041" y="42091"/>
                </a:lnTo>
                <a:lnTo>
                  <a:pt x="3727" y="40329"/>
                </a:lnTo>
                <a:lnTo>
                  <a:pt x="4195" y="39087"/>
                </a:lnTo>
                <a:lnTo>
                  <a:pt x="7213" y="39825"/>
                </a:lnTo>
                <a:lnTo>
                  <a:pt x="7878" y="39160"/>
                </a:lnTo>
                <a:lnTo>
                  <a:pt x="7520" y="36492"/>
                </a:lnTo>
                <a:lnTo>
                  <a:pt x="7593" y="35118"/>
                </a:lnTo>
                <a:lnTo>
                  <a:pt x="7184" y="33240"/>
                </a:lnTo>
                <a:lnTo>
                  <a:pt x="7769" y="32005"/>
                </a:lnTo>
                <a:lnTo>
                  <a:pt x="10663" y="32867"/>
                </a:lnTo>
                <a:lnTo>
                  <a:pt x="11386" y="32143"/>
                </a:lnTo>
                <a:lnTo>
                  <a:pt x="11021" y="29476"/>
                </a:lnTo>
                <a:lnTo>
                  <a:pt x="11087" y="28292"/>
                </a:lnTo>
                <a:lnTo>
                  <a:pt x="10678" y="25989"/>
                </a:lnTo>
                <a:lnTo>
                  <a:pt x="11452" y="24886"/>
                </a:lnTo>
                <a:lnTo>
                  <a:pt x="14054" y="25960"/>
                </a:lnTo>
                <a:lnTo>
                  <a:pt x="15041" y="24966"/>
                </a:lnTo>
                <a:lnTo>
                  <a:pt x="13996" y="22321"/>
                </a:lnTo>
                <a:lnTo>
                  <a:pt x="15319" y="21443"/>
                </a:lnTo>
                <a:lnTo>
                  <a:pt x="17372" y="22532"/>
                </a:lnTo>
                <a:lnTo>
                  <a:pt x="18651" y="21451"/>
                </a:lnTo>
                <a:lnTo>
                  <a:pt x="17504" y="18995"/>
                </a:lnTo>
                <a:lnTo>
                  <a:pt x="18651" y="17848"/>
                </a:lnTo>
                <a:lnTo>
                  <a:pt x="20954" y="19017"/>
                </a:lnTo>
                <a:lnTo>
                  <a:pt x="22152" y="17884"/>
                </a:lnTo>
                <a:lnTo>
                  <a:pt x="20990" y="15509"/>
                </a:lnTo>
                <a:lnTo>
                  <a:pt x="22145" y="14347"/>
                </a:lnTo>
                <a:lnTo>
                  <a:pt x="24484" y="15516"/>
                </a:lnTo>
                <a:lnTo>
                  <a:pt x="25653" y="14347"/>
                </a:lnTo>
                <a:lnTo>
                  <a:pt x="24484" y="12008"/>
                </a:lnTo>
                <a:lnTo>
                  <a:pt x="25639" y="10853"/>
                </a:lnTo>
                <a:lnTo>
                  <a:pt x="27868" y="11847"/>
                </a:lnTo>
                <a:lnTo>
                  <a:pt x="29286" y="10999"/>
                </a:lnTo>
                <a:lnTo>
                  <a:pt x="31507" y="11993"/>
                </a:lnTo>
                <a:lnTo>
                  <a:pt x="32450" y="11058"/>
                </a:lnTo>
                <a:lnTo>
                  <a:pt x="31632" y="8105"/>
                </a:lnTo>
                <a:lnTo>
                  <a:pt x="34058" y="7067"/>
                </a:lnTo>
                <a:lnTo>
                  <a:pt x="37091" y="8704"/>
                </a:lnTo>
                <a:lnTo>
                  <a:pt x="39518" y="7754"/>
                </a:lnTo>
                <a:lnTo>
                  <a:pt x="38743" y="4757"/>
                </a:lnTo>
                <a:lnTo>
                  <a:pt x="39525" y="3975"/>
                </a:lnTo>
                <a:lnTo>
                  <a:pt x="41981" y="4560"/>
                </a:lnTo>
                <a:lnTo>
                  <a:pt x="44795" y="3822"/>
                </a:lnTo>
                <a:lnTo>
                  <a:pt x="47353" y="4772"/>
                </a:lnTo>
                <a:lnTo>
                  <a:pt x="49611" y="4399"/>
                </a:lnTo>
                <a:lnTo>
                  <a:pt x="49867" y="4356"/>
                </a:lnTo>
                <a:lnTo>
                  <a:pt x="49370" y="1133"/>
                </a:lnTo>
                <a:lnTo>
                  <a:pt x="49940" y="562"/>
                </a:lnTo>
                <a:lnTo>
                  <a:pt x="52607" y="913"/>
                </a:lnTo>
                <a:lnTo>
                  <a:pt x="55509" y="782"/>
                </a:lnTo>
                <a:lnTo>
                  <a:pt x="61144" y="1330"/>
                </a:lnTo>
                <a:lnTo>
                  <a:pt x="66202" y="0"/>
                </a:lnTo>
                <a:lnTo>
                  <a:pt x="70923" y="942"/>
                </a:lnTo>
                <a:lnTo>
                  <a:pt x="70404" y="4151"/>
                </a:lnTo>
                <a:lnTo>
                  <a:pt x="71084" y="4831"/>
                </a:lnTo>
                <a:lnTo>
                  <a:pt x="73539" y="4246"/>
                </a:lnTo>
                <a:lnTo>
                  <a:pt x="76280" y="4933"/>
                </a:lnTo>
                <a:lnTo>
                  <a:pt x="79131" y="3639"/>
                </a:lnTo>
                <a:lnTo>
                  <a:pt x="81579" y="4553"/>
                </a:lnTo>
                <a:lnTo>
                  <a:pt x="80834" y="7571"/>
                </a:lnTo>
                <a:lnTo>
                  <a:pt x="81754" y="8492"/>
                </a:lnTo>
                <a:lnTo>
                  <a:pt x="83984" y="7440"/>
                </a:lnTo>
                <a:lnTo>
                  <a:pt x="85372" y="8375"/>
                </a:lnTo>
                <a:lnTo>
                  <a:pt x="87601" y="7323"/>
                </a:lnTo>
                <a:lnTo>
                  <a:pt x="88610" y="8339"/>
                </a:lnTo>
                <a:lnTo>
                  <a:pt x="87674" y="11138"/>
                </a:lnTo>
                <a:lnTo>
                  <a:pt x="90006" y="12395"/>
                </a:lnTo>
                <a:lnTo>
                  <a:pt x="93280" y="10597"/>
                </a:lnTo>
                <a:lnTo>
                  <a:pt x="95641" y="11606"/>
                </a:lnTo>
                <a:lnTo>
                  <a:pt x="94830" y="14551"/>
                </a:lnTo>
                <a:lnTo>
                  <a:pt x="95794" y="15523"/>
                </a:lnTo>
                <a:lnTo>
                  <a:pt x="98053" y="14376"/>
                </a:lnTo>
                <a:lnTo>
                  <a:pt x="99295" y="15421"/>
                </a:lnTo>
                <a:lnTo>
                  <a:pt x="98155" y="17877"/>
                </a:lnTo>
                <a:lnTo>
                  <a:pt x="99193" y="18922"/>
                </a:lnTo>
                <a:lnTo>
                  <a:pt x="101838" y="17870"/>
                </a:lnTo>
                <a:lnTo>
                  <a:pt x="102672" y="19134"/>
                </a:lnTo>
                <a:lnTo>
                  <a:pt x="101627" y="21356"/>
                </a:lnTo>
                <a:lnTo>
                  <a:pt x="102789" y="22525"/>
                </a:lnTo>
                <a:lnTo>
                  <a:pt x="105127" y="21356"/>
                </a:lnTo>
                <a:lnTo>
                  <a:pt x="106202" y="22430"/>
                </a:lnTo>
                <a:lnTo>
                  <a:pt x="105150" y="25076"/>
                </a:lnTo>
                <a:lnTo>
                  <a:pt x="106246" y="25807"/>
                </a:lnTo>
                <a:lnTo>
                  <a:pt x="108884" y="24944"/>
                </a:lnTo>
                <a:lnTo>
                  <a:pt x="110068" y="26721"/>
                </a:lnTo>
                <a:lnTo>
                  <a:pt x="108080" y="31537"/>
                </a:lnTo>
                <a:lnTo>
                  <a:pt x="109630" y="32801"/>
                </a:lnTo>
                <a:lnTo>
                  <a:pt x="112517" y="32026"/>
                </a:lnTo>
                <a:lnTo>
                  <a:pt x="113328" y="33737"/>
                </a:lnTo>
                <a:lnTo>
                  <a:pt x="111698" y="38648"/>
                </a:lnTo>
                <a:lnTo>
                  <a:pt x="113087" y="39781"/>
                </a:lnTo>
                <a:lnTo>
                  <a:pt x="116083" y="39101"/>
                </a:lnTo>
                <a:lnTo>
                  <a:pt x="116895" y="41192"/>
                </a:lnTo>
                <a:lnTo>
                  <a:pt x="116230" y="44641"/>
                </a:lnTo>
                <a:lnTo>
                  <a:pt x="116230" y="47506"/>
                </a:lnTo>
                <a:lnTo>
                  <a:pt x="115966" y="49041"/>
                </a:lnTo>
                <a:lnTo>
                  <a:pt x="116317" y="50335"/>
                </a:lnTo>
                <a:lnTo>
                  <a:pt x="119445" y="49721"/>
                </a:lnTo>
                <a:lnTo>
                  <a:pt x="120067" y="50342"/>
                </a:lnTo>
                <a:lnTo>
                  <a:pt x="119701" y="53002"/>
                </a:lnTo>
                <a:lnTo>
                  <a:pt x="119913" y="57000"/>
                </a:lnTo>
                <a:lnTo>
                  <a:pt x="119730" y="60552"/>
                </a:lnTo>
                <a:lnTo>
                  <a:pt x="119730" y="66121"/>
                </a:lnTo>
                <a:lnTo>
                  <a:pt x="120257" y="69052"/>
                </a:lnTo>
                <a:lnTo>
                  <a:pt x="119643" y="71376"/>
                </a:lnTo>
                <a:lnTo>
                  <a:pt x="116507" y="70777"/>
                </a:lnTo>
                <a:lnTo>
                  <a:pt x="115893" y="71391"/>
                </a:lnTo>
                <a:lnTo>
                  <a:pt x="116251" y="74051"/>
                </a:lnTo>
                <a:lnTo>
                  <a:pt x="116171" y="75557"/>
                </a:lnTo>
                <a:lnTo>
                  <a:pt x="116544" y="77128"/>
                </a:lnTo>
                <a:lnTo>
                  <a:pt x="116010" y="78729"/>
                </a:lnTo>
                <a:lnTo>
                  <a:pt x="116690" y="81111"/>
                </a:lnTo>
                <a:lnTo>
                  <a:pt x="115857" y="81945"/>
                </a:lnTo>
                <a:lnTo>
                  <a:pt x="112904" y="81133"/>
                </a:lnTo>
                <a:lnTo>
                  <a:pt x="111881" y="83552"/>
                </a:lnTo>
                <a:lnTo>
                  <a:pt x="113576" y="86622"/>
                </a:lnTo>
                <a:lnTo>
                  <a:pt x="112531" y="89041"/>
                </a:lnTo>
                <a:lnTo>
                  <a:pt x="109586" y="88223"/>
                </a:lnTo>
                <a:lnTo>
                  <a:pt x="108884" y="88924"/>
                </a:lnTo>
                <a:lnTo>
                  <a:pt x="109242" y="91592"/>
                </a:lnTo>
                <a:lnTo>
                  <a:pt x="109177" y="92791"/>
                </a:lnTo>
                <a:lnTo>
                  <a:pt x="109593" y="95056"/>
                </a:lnTo>
                <a:lnTo>
                  <a:pt x="108833" y="96175"/>
                </a:lnTo>
                <a:lnTo>
                  <a:pt x="106202" y="95115"/>
                </a:lnTo>
                <a:lnTo>
                  <a:pt x="105128" y="96196"/>
                </a:lnTo>
                <a:lnTo>
                  <a:pt x="106297" y="98535"/>
                </a:lnTo>
                <a:lnTo>
                  <a:pt x="105128" y="99705"/>
                </a:lnTo>
                <a:lnTo>
                  <a:pt x="102789" y="98535"/>
                </a:lnTo>
                <a:lnTo>
                  <a:pt x="101627" y="99705"/>
                </a:lnTo>
                <a:lnTo>
                  <a:pt x="102789" y="102043"/>
                </a:lnTo>
                <a:lnTo>
                  <a:pt x="101627" y="103213"/>
                </a:lnTo>
                <a:lnTo>
                  <a:pt x="99288" y="102044"/>
                </a:lnTo>
                <a:lnTo>
                  <a:pt x="98118" y="103213"/>
                </a:lnTo>
                <a:lnTo>
                  <a:pt x="99288" y="105552"/>
                </a:lnTo>
                <a:lnTo>
                  <a:pt x="98119" y="106721"/>
                </a:lnTo>
                <a:lnTo>
                  <a:pt x="95780" y="105552"/>
                </a:lnTo>
                <a:lnTo>
                  <a:pt x="94698" y="106641"/>
                </a:lnTo>
                <a:lnTo>
                  <a:pt x="95772" y="109243"/>
                </a:lnTo>
                <a:lnTo>
                  <a:pt x="93653" y="110727"/>
                </a:lnTo>
                <a:lnTo>
                  <a:pt x="89940" y="108892"/>
                </a:lnTo>
                <a:lnTo>
                  <a:pt x="87740" y="109835"/>
                </a:lnTo>
                <a:lnTo>
                  <a:pt x="88551" y="112787"/>
                </a:lnTo>
                <a:lnTo>
                  <a:pt x="87638" y="113701"/>
                </a:lnTo>
                <a:lnTo>
                  <a:pt x="85380" y="112788"/>
                </a:lnTo>
                <a:lnTo>
                  <a:pt x="83976" y="113518"/>
                </a:lnTo>
                <a:lnTo>
                  <a:pt x="81718" y="112605"/>
                </a:lnTo>
                <a:lnTo>
                  <a:pt x="80687" y="113643"/>
                </a:lnTo>
                <a:lnTo>
                  <a:pt x="81732" y="116288"/>
                </a:lnTo>
                <a:lnTo>
                  <a:pt x="80410" y="117165"/>
                </a:lnTo>
                <a:lnTo>
                  <a:pt x="78546" y="116354"/>
                </a:lnTo>
                <a:lnTo>
                  <a:pt x="76441" y="117092"/>
                </a:lnTo>
                <a:lnTo>
                  <a:pt x="71413" y="115740"/>
                </a:lnTo>
                <a:lnTo>
                  <a:pt x="70411" y="116961"/>
                </a:lnTo>
                <a:lnTo>
                  <a:pt x="70952" y="120089"/>
                </a:lnTo>
                <a:lnTo>
                  <a:pt x="68672" y="1207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049479" y="733923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44918" y="106100"/>
                </a:moveTo>
                <a:lnTo>
                  <a:pt x="42506" y="105625"/>
                </a:lnTo>
                <a:lnTo>
                  <a:pt x="43032" y="102416"/>
                </a:lnTo>
                <a:lnTo>
                  <a:pt x="42352" y="101737"/>
                </a:lnTo>
                <a:lnTo>
                  <a:pt x="39897" y="102321"/>
                </a:lnTo>
                <a:lnTo>
                  <a:pt x="37229" y="101656"/>
                </a:lnTo>
                <a:lnTo>
                  <a:pt x="34182" y="103016"/>
                </a:lnTo>
                <a:lnTo>
                  <a:pt x="31806" y="101971"/>
                </a:lnTo>
                <a:lnTo>
                  <a:pt x="32639" y="99033"/>
                </a:lnTo>
                <a:lnTo>
                  <a:pt x="31675" y="98075"/>
                </a:lnTo>
                <a:lnTo>
                  <a:pt x="29453" y="99127"/>
                </a:lnTo>
                <a:lnTo>
                  <a:pt x="28064" y="98192"/>
                </a:lnTo>
                <a:lnTo>
                  <a:pt x="25835" y="99244"/>
                </a:lnTo>
                <a:lnTo>
                  <a:pt x="24710" y="98112"/>
                </a:lnTo>
                <a:lnTo>
                  <a:pt x="25842" y="95634"/>
                </a:lnTo>
                <a:lnTo>
                  <a:pt x="24593" y="94611"/>
                </a:lnTo>
                <a:lnTo>
                  <a:pt x="22342" y="95751"/>
                </a:lnTo>
                <a:lnTo>
                  <a:pt x="21165" y="94567"/>
                </a:lnTo>
                <a:lnTo>
                  <a:pt x="22334" y="92228"/>
                </a:lnTo>
                <a:lnTo>
                  <a:pt x="21165" y="91058"/>
                </a:lnTo>
                <a:lnTo>
                  <a:pt x="18826" y="92228"/>
                </a:lnTo>
                <a:lnTo>
                  <a:pt x="17657" y="91059"/>
                </a:lnTo>
                <a:lnTo>
                  <a:pt x="18826" y="88720"/>
                </a:lnTo>
                <a:lnTo>
                  <a:pt x="17657" y="87550"/>
                </a:lnTo>
                <a:lnTo>
                  <a:pt x="15326" y="88720"/>
                </a:lnTo>
                <a:lnTo>
                  <a:pt x="14156" y="87550"/>
                </a:lnTo>
                <a:lnTo>
                  <a:pt x="15326" y="85212"/>
                </a:lnTo>
                <a:lnTo>
                  <a:pt x="14156" y="84042"/>
                </a:lnTo>
                <a:lnTo>
                  <a:pt x="11817" y="85211"/>
                </a:lnTo>
                <a:lnTo>
                  <a:pt x="10634" y="84028"/>
                </a:lnTo>
                <a:lnTo>
                  <a:pt x="11773" y="81776"/>
                </a:lnTo>
                <a:lnTo>
                  <a:pt x="10751" y="80527"/>
                </a:lnTo>
                <a:lnTo>
                  <a:pt x="8273" y="81667"/>
                </a:lnTo>
                <a:lnTo>
                  <a:pt x="7147" y="80534"/>
                </a:lnTo>
                <a:lnTo>
                  <a:pt x="8192" y="78312"/>
                </a:lnTo>
                <a:lnTo>
                  <a:pt x="7264" y="76909"/>
                </a:lnTo>
                <a:lnTo>
                  <a:pt x="8317" y="74687"/>
                </a:lnTo>
                <a:lnTo>
                  <a:pt x="7352" y="73722"/>
                </a:lnTo>
                <a:lnTo>
                  <a:pt x="4428" y="74555"/>
                </a:lnTo>
                <a:lnTo>
                  <a:pt x="3376" y="72195"/>
                </a:lnTo>
                <a:lnTo>
                  <a:pt x="4736" y="69125"/>
                </a:lnTo>
                <a:lnTo>
                  <a:pt x="4070" y="66465"/>
                </a:lnTo>
                <a:lnTo>
                  <a:pt x="4655" y="64009"/>
                </a:lnTo>
                <a:lnTo>
                  <a:pt x="3961" y="63315"/>
                </a:lnTo>
                <a:lnTo>
                  <a:pt x="789" y="63885"/>
                </a:lnTo>
                <a:lnTo>
                  <a:pt x="0" y="60537"/>
                </a:lnTo>
                <a:lnTo>
                  <a:pt x="723" y="56189"/>
                </a:lnTo>
                <a:lnTo>
                  <a:pt x="723" y="45189"/>
                </a:lnTo>
                <a:lnTo>
                  <a:pt x="387" y="43311"/>
                </a:lnTo>
                <a:lnTo>
                  <a:pt x="906" y="42098"/>
                </a:lnTo>
                <a:lnTo>
                  <a:pt x="3859" y="42909"/>
                </a:lnTo>
                <a:lnTo>
                  <a:pt x="4677" y="42083"/>
                </a:lnTo>
                <a:lnTo>
                  <a:pt x="4027" y="39679"/>
                </a:lnTo>
                <a:lnTo>
                  <a:pt x="4597" y="37829"/>
                </a:lnTo>
                <a:lnTo>
                  <a:pt x="3340" y="32743"/>
                </a:lnTo>
                <a:lnTo>
                  <a:pt x="4560" y="31734"/>
                </a:lnTo>
                <a:lnTo>
                  <a:pt x="7615" y="32363"/>
                </a:lnTo>
                <a:lnTo>
                  <a:pt x="8375" y="30148"/>
                </a:lnTo>
                <a:lnTo>
                  <a:pt x="6716" y="26662"/>
                </a:lnTo>
                <a:lnTo>
                  <a:pt x="8054" y="24455"/>
                </a:lnTo>
                <a:lnTo>
                  <a:pt x="10772" y="25456"/>
                </a:lnTo>
                <a:lnTo>
                  <a:pt x="11723" y="24506"/>
                </a:lnTo>
                <a:lnTo>
                  <a:pt x="10677" y="21860"/>
                </a:lnTo>
                <a:lnTo>
                  <a:pt x="11993" y="20983"/>
                </a:lnTo>
                <a:lnTo>
                  <a:pt x="14054" y="22072"/>
                </a:lnTo>
                <a:lnTo>
                  <a:pt x="15333" y="20990"/>
                </a:lnTo>
                <a:lnTo>
                  <a:pt x="14185" y="18535"/>
                </a:lnTo>
                <a:lnTo>
                  <a:pt x="15326" y="17395"/>
                </a:lnTo>
                <a:lnTo>
                  <a:pt x="17657" y="18564"/>
                </a:lnTo>
                <a:lnTo>
                  <a:pt x="18826" y="17395"/>
                </a:lnTo>
                <a:lnTo>
                  <a:pt x="17657" y="15056"/>
                </a:lnTo>
                <a:lnTo>
                  <a:pt x="18731" y="13981"/>
                </a:lnTo>
                <a:lnTo>
                  <a:pt x="21377" y="15034"/>
                </a:lnTo>
                <a:lnTo>
                  <a:pt x="22254" y="13711"/>
                </a:lnTo>
                <a:lnTo>
                  <a:pt x="21165" y="11657"/>
                </a:lnTo>
                <a:lnTo>
                  <a:pt x="22247" y="10371"/>
                </a:lnTo>
                <a:lnTo>
                  <a:pt x="24702" y="11518"/>
                </a:lnTo>
                <a:lnTo>
                  <a:pt x="25704" y="10517"/>
                </a:lnTo>
                <a:lnTo>
                  <a:pt x="24732" y="7754"/>
                </a:lnTo>
                <a:lnTo>
                  <a:pt x="26537" y="6716"/>
                </a:lnTo>
                <a:lnTo>
                  <a:pt x="31382" y="8543"/>
                </a:lnTo>
                <a:lnTo>
                  <a:pt x="32508" y="7155"/>
                </a:lnTo>
                <a:lnTo>
                  <a:pt x="31967" y="4027"/>
                </a:lnTo>
                <a:lnTo>
                  <a:pt x="35556" y="3069"/>
                </a:lnTo>
                <a:lnTo>
                  <a:pt x="39502" y="4604"/>
                </a:lnTo>
                <a:lnTo>
                  <a:pt x="42791" y="3939"/>
                </a:lnTo>
                <a:lnTo>
                  <a:pt x="43069" y="3880"/>
                </a:lnTo>
                <a:lnTo>
                  <a:pt x="42536" y="687"/>
                </a:lnTo>
                <a:lnTo>
                  <a:pt x="43120" y="102"/>
                </a:lnTo>
                <a:lnTo>
                  <a:pt x="45788" y="460"/>
                </a:lnTo>
                <a:lnTo>
                  <a:pt x="49778" y="248"/>
                </a:lnTo>
                <a:lnTo>
                  <a:pt x="53338" y="431"/>
                </a:lnTo>
                <a:lnTo>
                  <a:pt x="59002" y="431"/>
                </a:lnTo>
                <a:lnTo>
                  <a:pt x="61699" y="0"/>
                </a:lnTo>
                <a:lnTo>
                  <a:pt x="64103" y="482"/>
                </a:lnTo>
                <a:lnTo>
                  <a:pt x="63585" y="3690"/>
                </a:lnTo>
                <a:lnTo>
                  <a:pt x="64264" y="4370"/>
                </a:lnTo>
                <a:lnTo>
                  <a:pt x="66720" y="3785"/>
                </a:lnTo>
                <a:lnTo>
                  <a:pt x="69395" y="4451"/>
                </a:lnTo>
                <a:lnTo>
                  <a:pt x="72414" y="3106"/>
                </a:lnTo>
                <a:lnTo>
                  <a:pt x="74803" y="4129"/>
                </a:lnTo>
                <a:lnTo>
                  <a:pt x="73985" y="7074"/>
                </a:lnTo>
                <a:lnTo>
                  <a:pt x="74686" y="7776"/>
                </a:lnTo>
                <a:lnTo>
                  <a:pt x="77347" y="7418"/>
                </a:lnTo>
                <a:lnTo>
                  <a:pt x="78582" y="7484"/>
                </a:lnTo>
                <a:lnTo>
                  <a:pt x="80767" y="7074"/>
                </a:lnTo>
                <a:lnTo>
                  <a:pt x="81915" y="7791"/>
                </a:lnTo>
                <a:lnTo>
                  <a:pt x="80891" y="10480"/>
                </a:lnTo>
                <a:lnTo>
                  <a:pt x="81849" y="11445"/>
                </a:lnTo>
                <a:lnTo>
                  <a:pt x="84502" y="10393"/>
                </a:lnTo>
                <a:lnTo>
                  <a:pt x="85371" y="11715"/>
                </a:lnTo>
                <a:lnTo>
                  <a:pt x="84282" y="13769"/>
                </a:lnTo>
                <a:lnTo>
                  <a:pt x="85364" y="15055"/>
                </a:lnTo>
                <a:lnTo>
                  <a:pt x="87820" y="13908"/>
                </a:lnTo>
                <a:lnTo>
                  <a:pt x="88960" y="15048"/>
                </a:lnTo>
                <a:lnTo>
                  <a:pt x="87790" y="17387"/>
                </a:lnTo>
                <a:lnTo>
                  <a:pt x="88952" y="18556"/>
                </a:lnTo>
                <a:lnTo>
                  <a:pt x="91291" y="17387"/>
                </a:lnTo>
                <a:lnTo>
                  <a:pt x="92366" y="18461"/>
                </a:lnTo>
                <a:lnTo>
                  <a:pt x="91321" y="21107"/>
                </a:lnTo>
                <a:lnTo>
                  <a:pt x="92636" y="21984"/>
                </a:lnTo>
                <a:lnTo>
                  <a:pt x="94697" y="20895"/>
                </a:lnTo>
                <a:lnTo>
                  <a:pt x="95976" y="21977"/>
                </a:lnTo>
                <a:lnTo>
                  <a:pt x="94829" y="24433"/>
                </a:lnTo>
                <a:lnTo>
                  <a:pt x="95844" y="25456"/>
                </a:lnTo>
                <a:lnTo>
                  <a:pt x="98556" y="24447"/>
                </a:lnTo>
                <a:lnTo>
                  <a:pt x="99674" y="26267"/>
                </a:lnTo>
                <a:lnTo>
                  <a:pt x="97774" y="31091"/>
                </a:lnTo>
                <a:lnTo>
                  <a:pt x="99221" y="32282"/>
                </a:lnTo>
                <a:lnTo>
                  <a:pt x="102276" y="31654"/>
                </a:lnTo>
                <a:lnTo>
                  <a:pt x="102693" y="32881"/>
                </a:lnTo>
                <a:lnTo>
                  <a:pt x="102393" y="34577"/>
                </a:lnTo>
                <a:lnTo>
                  <a:pt x="102393" y="36455"/>
                </a:lnTo>
                <a:lnTo>
                  <a:pt x="102093" y="38136"/>
                </a:lnTo>
                <a:lnTo>
                  <a:pt x="102612" y="39686"/>
                </a:lnTo>
                <a:lnTo>
                  <a:pt x="101918" y="42061"/>
                </a:lnTo>
                <a:lnTo>
                  <a:pt x="102758" y="42902"/>
                </a:lnTo>
                <a:lnTo>
                  <a:pt x="105711" y="42091"/>
                </a:lnTo>
                <a:lnTo>
                  <a:pt x="106632" y="44232"/>
                </a:lnTo>
                <a:lnTo>
                  <a:pt x="105799" y="47674"/>
                </a:lnTo>
                <a:lnTo>
                  <a:pt x="106018" y="51869"/>
                </a:lnTo>
                <a:lnTo>
                  <a:pt x="105894" y="58747"/>
                </a:lnTo>
                <a:lnTo>
                  <a:pt x="106325" y="61444"/>
                </a:lnTo>
                <a:lnTo>
                  <a:pt x="105843" y="63855"/>
                </a:lnTo>
                <a:lnTo>
                  <a:pt x="102634" y="63329"/>
                </a:lnTo>
                <a:lnTo>
                  <a:pt x="101962" y="64009"/>
                </a:lnTo>
                <a:lnTo>
                  <a:pt x="102546" y="66465"/>
                </a:lnTo>
                <a:lnTo>
                  <a:pt x="101874" y="69147"/>
                </a:lnTo>
                <a:lnTo>
                  <a:pt x="103219" y="72158"/>
                </a:lnTo>
                <a:lnTo>
                  <a:pt x="102203" y="74541"/>
                </a:lnTo>
                <a:lnTo>
                  <a:pt x="99250" y="73730"/>
                </a:lnTo>
                <a:lnTo>
                  <a:pt x="98300" y="74687"/>
                </a:lnTo>
                <a:lnTo>
                  <a:pt x="99353" y="76909"/>
                </a:lnTo>
                <a:lnTo>
                  <a:pt x="98425" y="78312"/>
                </a:lnTo>
                <a:lnTo>
                  <a:pt x="99470" y="80534"/>
                </a:lnTo>
                <a:lnTo>
                  <a:pt x="98373" y="81638"/>
                </a:lnTo>
                <a:lnTo>
                  <a:pt x="95801" y="80541"/>
                </a:lnTo>
                <a:lnTo>
                  <a:pt x="94880" y="81806"/>
                </a:lnTo>
                <a:lnTo>
                  <a:pt x="95976" y="84028"/>
                </a:lnTo>
                <a:lnTo>
                  <a:pt x="94894" y="85116"/>
                </a:lnTo>
                <a:lnTo>
                  <a:pt x="92249" y="84064"/>
                </a:lnTo>
                <a:lnTo>
                  <a:pt x="91386" y="85365"/>
                </a:lnTo>
                <a:lnTo>
                  <a:pt x="92461" y="87477"/>
                </a:lnTo>
                <a:lnTo>
                  <a:pt x="91350" y="88727"/>
                </a:lnTo>
                <a:lnTo>
                  <a:pt x="88938" y="87565"/>
                </a:lnTo>
                <a:lnTo>
                  <a:pt x="87790" y="88720"/>
                </a:lnTo>
                <a:lnTo>
                  <a:pt x="88960" y="91058"/>
                </a:lnTo>
                <a:lnTo>
                  <a:pt x="87790" y="92228"/>
                </a:lnTo>
                <a:lnTo>
                  <a:pt x="85452" y="91059"/>
                </a:lnTo>
                <a:lnTo>
                  <a:pt x="84341" y="92169"/>
                </a:lnTo>
                <a:lnTo>
                  <a:pt x="85452" y="94706"/>
                </a:lnTo>
                <a:lnTo>
                  <a:pt x="84187" y="95671"/>
                </a:lnTo>
                <a:lnTo>
                  <a:pt x="81958" y="94552"/>
                </a:lnTo>
                <a:lnTo>
                  <a:pt x="80993" y="95517"/>
                </a:lnTo>
                <a:lnTo>
                  <a:pt x="81805" y="98470"/>
                </a:lnTo>
                <a:lnTo>
                  <a:pt x="79422" y="99493"/>
                </a:lnTo>
                <a:lnTo>
                  <a:pt x="76221" y="97710"/>
                </a:lnTo>
                <a:lnTo>
                  <a:pt x="73860" y="98908"/>
                </a:lnTo>
                <a:lnTo>
                  <a:pt x="74759" y="101751"/>
                </a:lnTo>
                <a:lnTo>
                  <a:pt x="73919" y="102599"/>
                </a:lnTo>
                <a:lnTo>
                  <a:pt x="71456" y="102014"/>
                </a:lnTo>
                <a:lnTo>
                  <a:pt x="68686" y="102709"/>
                </a:lnTo>
                <a:lnTo>
                  <a:pt x="65931" y="101466"/>
                </a:lnTo>
                <a:lnTo>
                  <a:pt x="63453" y="102292"/>
                </a:lnTo>
                <a:lnTo>
                  <a:pt x="64140" y="105362"/>
                </a:lnTo>
                <a:lnTo>
                  <a:pt x="63489" y="106005"/>
                </a:lnTo>
                <a:lnTo>
                  <a:pt x="60829" y="105654"/>
                </a:lnTo>
                <a:lnTo>
                  <a:pt x="56839" y="105859"/>
                </a:lnTo>
                <a:lnTo>
                  <a:pt x="53279" y="105676"/>
                </a:lnTo>
                <a:lnTo>
                  <a:pt x="47615" y="105676"/>
                </a:lnTo>
                <a:lnTo>
                  <a:pt x="44918" y="106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267094" y="740698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09">
                <a:moveTo>
                  <a:pt x="44626" y="92367"/>
                </a:moveTo>
                <a:lnTo>
                  <a:pt x="42060" y="91731"/>
                </a:lnTo>
                <a:lnTo>
                  <a:pt x="39605" y="92316"/>
                </a:lnTo>
                <a:lnTo>
                  <a:pt x="38910" y="91615"/>
                </a:lnTo>
                <a:lnTo>
                  <a:pt x="39480" y="88450"/>
                </a:lnTo>
                <a:lnTo>
                  <a:pt x="37120" y="87894"/>
                </a:lnTo>
                <a:lnTo>
                  <a:pt x="34291" y="88377"/>
                </a:lnTo>
                <a:lnTo>
                  <a:pt x="31316" y="88377"/>
                </a:lnTo>
                <a:lnTo>
                  <a:pt x="29416" y="88706"/>
                </a:lnTo>
                <a:lnTo>
                  <a:pt x="28211" y="88187"/>
                </a:lnTo>
                <a:lnTo>
                  <a:pt x="29029" y="85241"/>
                </a:lnTo>
                <a:lnTo>
                  <a:pt x="28071" y="84284"/>
                </a:lnTo>
                <a:lnTo>
                  <a:pt x="25850" y="85336"/>
                </a:lnTo>
                <a:lnTo>
                  <a:pt x="24447" y="84401"/>
                </a:lnTo>
                <a:lnTo>
                  <a:pt x="22232" y="85453"/>
                </a:lnTo>
                <a:lnTo>
                  <a:pt x="21129" y="84349"/>
                </a:lnTo>
                <a:lnTo>
                  <a:pt x="22225" y="81784"/>
                </a:lnTo>
                <a:lnTo>
                  <a:pt x="20960" y="80856"/>
                </a:lnTo>
                <a:lnTo>
                  <a:pt x="18731" y="81952"/>
                </a:lnTo>
                <a:lnTo>
                  <a:pt x="17657" y="80871"/>
                </a:lnTo>
                <a:lnTo>
                  <a:pt x="18702" y="78225"/>
                </a:lnTo>
                <a:lnTo>
                  <a:pt x="17438" y="77384"/>
                </a:lnTo>
                <a:lnTo>
                  <a:pt x="15223" y="78437"/>
                </a:lnTo>
                <a:lnTo>
                  <a:pt x="14054" y="77267"/>
                </a:lnTo>
                <a:lnTo>
                  <a:pt x="15223" y="74929"/>
                </a:lnTo>
                <a:lnTo>
                  <a:pt x="14054" y="73759"/>
                </a:lnTo>
                <a:lnTo>
                  <a:pt x="11715" y="74928"/>
                </a:lnTo>
                <a:lnTo>
                  <a:pt x="10546" y="73759"/>
                </a:lnTo>
                <a:lnTo>
                  <a:pt x="11715" y="71420"/>
                </a:lnTo>
                <a:lnTo>
                  <a:pt x="10634" y="70331"/>
                </a:lnTo>
                <a:lnTo>
                  <a:pt x="8025" y="71406"/>
                </a:lnTo>
                <a:lnTo>
                  <a:pt x="6746" y="69571"/>
                </a:lnTo>
                <a:lnTo>
                  <a:pt x="8777" y="64755"/>
                </a:lnTo>
                <a:lnTo>
                  <a:pt x="7235" y="63498"/>
                </a:lnTo>
                <a:lnTo>
                  <a:pt x="4312" y="64236"/>
                </a:lnTo>
                <a:lnTo>
                  <a:pt x="3420" y="62241"/>
                </a:lnTo>
                <a:lnTo>
                  <a:pt x="4122" y="58557"/>
                </a:lnTo>
                <a:lnTo>
                  <a:pt x="4122" y="55795"/>
                </a:lnTo>
                <a:lnTo>
                  <a:pt x="4385" y="54267"/>
                </a:lnTo>
                <a:lnTo>
                  <a:pt x="4034" y="52973"/>
                </a:lnTo>
                <a:lnTo>
                  <a:pt x="906" y="53587"/>
                </a:lnTo>
                <a:lnTo>
                  <a:pt x="285" y="52966"/>
                </a:lnTo>
                <a:lnTo>
                  <a:pt x="650" y="50306"/>
                </a:lnTo>
                <a:lnTo>
                  <a:pt x="555" y="48632"/>
                </a:lnTo>
                <a:lnTo>
                  <a:pt x="621" y="45358"/>
                </a:lnTo>
                <a:lnTo>
                  <a:pt x="0" y="39781"/>
                </a:lnTo>
                <a:lnTo>
                  <a:pt x="921" y="39036"/>
                </a:lnTo>
                <a:lnTo>
                  <a:pt x="4049" y="39584"/>
                </a:lnTo>
                <a:lnTo>
                  <a:pt x="4662" y="37296"/>
                </a:lnTo>
                <a:lnTo>
                  <a:pt x="4122" y="34329"/>
                </a:lnTo>
                <a:lnTo>
                  <a:pt x="4122" y="31435"/>
                </a:lnTo>
                <a:lnTo>
                  <a:pt x="3785" y="29498"/>
                </a:lnTo>
                <a:lnTo>
                  <a:pt x="4334" y="28299"/>
                </a:lnTo>
                <a:lnTo>
                  <a:pt x="7250" y="29140"/>
                </a:lnTo>
                <a:lnTo>
                  <a:pt x="7966" y="28423"/>
                </a:lnTo>
                <a:lnTo>
                  <a:pt x="7600" y="25756"/>
                </a:lnTo>
                <a:lnTo>
                  <a:pt x="7666" y="24608"/>
                </a:lnTo>
                <a:lnTo>
                  <a:pt x="7264" y="22226"/>
                </a:lnTo>
                <a:lnTo>
                  <a:pt x="8068" y="21151"/>
                </a:lnTo>
                <a:lnTo>
                  <a:pt x="10612" y="22262"/>
                </a:lnTo>
                <a:lnTo>
                  <a:pt x="11620" y="21246"/>
                </a:lnTo>
                <a:lnTo>
                  <a:pt x="10575" y="18601"/>
                </a:lnTo>
                <a:lnTo>
                  <a:pt x="11803" y="17782"/>
                </a:lnTo>
                <a:lnTo>
                  <a:pt x="14113" y="18805"/>
                </a:lnTo>
                <a:lnTo>
                  <a:pt x="15209" y="17607"/>
                </a:lnTo>
                <a:lnTo>
                  <a:pt x="14047" y="15312"/>
                </a:lnTo>
                <a:lnTo>
                  <a:pt x="15128" y="14230"/>
                </a:lnTo>
                <a:lnTo>
                  <a:pt x="17774" y="15282"/>
                </a:lnTo>
                <a:lnTo>
                  <a:pt x="18607" y="14018"/>
                </a:lnTo>
                <a:lnTo>
                  <a:pt x="17562" y="11796"/>
                </a:lnTo>
                <a:lnTo>
                  <a:pt x="18724" y="10627"/>
                </a:lnTo>
                <a:lnTo>
                  <a:pt x="21063" y="11796"/>
                </a:lnTo>
                <a:lnTo>
                  <a:pt x="22137" y="10722"/>
                </a:lnTo>
                <a:lnTo>
                  <a:pt x="21084" y="8076"/>
                </a:lnTo>
                <a:lnTo>
                  <a:pt x="22459" y="7162"/>
                </a:lnTo>
                <a:lnTo>
                  <a:pt x="24278" y="8156"/>
                </a:lnTo>
                <a:lnTo>
                  <a:pt x="25865" y="7338"/>
                </a:lnTo>
                <a:lnTo>
                  <a:pt x="28116" y="8251"/>
                </a:lnTo>
                <a:lnTo>
                  <a:pt x="29146" y="7214"/>
                </a:lnTo>
                <a:lnTo>
                  <a:pt x="28093" y="4568"/>
                </a:lnTo>
                <a:lnTo>
                  <a:pt x="29314" y="3756"/>
                </a:lnTo>
                <a:lnTo>
                  <a:pt x="31368" y="4348"/>
                </a:lnTo>
                <a:lnTo>
                  <a:pt x="34430" y="3756"/>
                </a:lnTo>
                <a:lnTo>
                  <a:pt x="36915" y="4633"/>
                </a:lnTo>
                <a:lnTo>
                  <a:pt x="39173" y="4180"/>
                </a:lnTo>
                <a:lnTo>
                  <a:pt x="39429" y="4136"/>
                </a:lnTo>
                <a:lnTo>
                  <a:pt x="38932" y="913"/>
                </a:lnTo>
                <a:lnTo>
                  <a:pt x="39502" y="343"/>
                </a:lnTo>
                <a:lnTo>
                  <a:pt x="42162" y="701"/>
                </a:lnTo>
                <a:lnTo>
                  <a:pt x="45049" y="599"/>
                </a:lnTo>
                <a:lnTo>
                  <a:pt x="47176" y="730"/>
                </a:lnTo>
                <a:lnTo>
                  <a:pt x="52650" y="0"/>
                </a:lnTo>
                <a:lnTo>
                  <a:pt x="53440" y="972"/>
                </a:lnTo>
                <a:lnTo>
                  <a:pt x="52892" y="4100"/>
                </a:lnTo>
                <a:lnTo>
                  <a:pt x="56407" y="5057"/>
                </a:lnTo>
                <a:lnTo>
                  <a:pt x="60580" y="3106"/>
                </a:lnTo>
                <a:lnTo>
                  <a:pt x="64096" y="4312"/>
                </a:lnTo>
                <a:lnTo>
                  <a:pt x="63394" y="7367"/>
                </a:lnTo>
                <a:lnTo>
                  <a:pt x="64052" y="8017"/>
                </a:lnTo>
                <a:lnTo>
                  <a:pt x="66712" y="7659"/>
                </a:lnTo>
                <a:lnTo>
                  <a:pt x="67940" y="7725"/>
                </a:lnTo>
                <a:lnTo>
                  <a:pt x="70147" y="7316"/>
                </a:lnTo>
                <a:lnTo>
                  <a:pt x="71280" y="8047"/>
                </a:lnTo>
                <a:lnTo>
                  <a:pt x="70250" y="10714"/>
                </a:lnTo>
                <a:lnTo>
                  <a:pt x="71309" y="11781"/>
                </a:lnTo>
                <a:lnTo>
                  <a:pt x="73648" y="10612"/>
                </a:lnTo>
                <a:lnTo>
                  <a:pt x="74817" y="11781"/>
                </a:lnTo>
                <a:lnTo>
                  <a:pt x="73648" y="14120"/>
                </a:lnTo>
                <a:lnTo>
                  <a:pt x="74817" y="15290"/>
                </a:lnTo>
                <a:lnTo>
                  <a:pt x="77156" y="14120"/>
                </a:lnTo>
                <a:lnTo>
                  <a:pt x="78318" y="15290"/>
                </a:lnTo>
                <a:lnTo>
                  <a:pt x="77149" y="17628"/>
                </a:lnTo>
                <a:lnTo>
                  <a:pt x="78318" y="18798"/>
                </a:lnTo>
                <a:lnTo>
                  <a:pt x="80657" y="17628"/>
                </a:lnTo>
                <a:lnTo>
                  <a:pt x="81826" y="18798"/>
                </a:lnTo>
                <a:lnTo>
                  <a:pt x="80657" y="21136"/>
                </a:lnTo>
                <a:lnTo>
                  <a:pt x="81709" y="22196"/>
                </a:lnTo>
                <a:lnTo>
                  <a:pt x="84406" y="21173"/>
                </a:lnTo>
                <a:lnTo>
                  <a:pt x="85802" y="23388"/>
                </a:lnTo>
                <a:lnTo>
                  <a:pt x="83960" y="26903"/>
                </a:lnTo>
                <a:lnTo>
                  <a:pt x="84932" y="29183"/>
                </a:lnTo>
                <a:lnTo>
                  <a:pt x="87885" y="28372"/>
                </a:lnTo>
                <a:lnTo>
                  <a:pt x="88733" y="29220"/>
                </a:lnTo>
                <a:lnTo>
                  <a:pt x="88009" y="31573"/>
                </a:lnTo>
                <a:lnTo>
                  <a:pt x="88996" y="34285"/>
                </a:lnTo>
                <a:lnTo>
                  <a:pt x="87402" y="37274"/>
                </a:lnTo>
                <a:lnTo>
                  <a:pt x="88433" y="39708"/>
                </a:lnTo>
                <a:lnTo>
                  <a:pt x="91393" y="38897"/>
                </a:lnTo>
                <a:lnTo>
                  <a:pt x="92088" y="39598"/>
                </a:lnTo>
                <a:lnTo>
                  <a:pt x="91722" y="42259"/>
                </a:lnTo>
                <a:lnTo>
                  <a:pt x="91876" y="44773"/>
                </a:lnTo>
                <a:lnTo>
                  <a:pt x="92233" y="47850"/>
                </a:lnTo>
                <a:lnTo>
                  <a:pt x="91598" y="50408"/>
                </a:lnTo>
                <a:lnTo>
                  <a:pt x="92190" y="52863"/>
                </a:lnTo>
                <a:lnTo>
                  <a:pt x="91488" y="53558"/>
                </a:lnTo>
                <a:lnTo>
                  <a:pt x="88316" y="52988"/>
                </a:lnTo>
                <a:lnTo>
                  <a:pt x="87768" y="55356"/>
                </a:lnTo>
                <a:lnTo>
                  <a:pt x="88250" y="58184"/>
                </a:lnTo>
                <a:lnTo>
                  <a:pt x="88250" y="61144"/>
                </a:lnTo>
                <a:lnTo>
                  <a:pt x="88587" y="63066"/>
                </a:lnTo>
                <a:lnTo>
                  <a:pt x="88046" y="64272"/>
                </a:lnTo>
                <a:lnTo>
                  <a:pt x="85122" y="63439"/>
                </a:lnTo>
                <a:lnTo>
                  <a:pt x="84414" y="64148"/>
                </a:lnTo>
                <a:lnTo>
                  <a:pt x="84772" y="66816"/>
                </a:lnTo>
                <a:lnTo>
                  <a:pt x="84713" y="67963"/>
                </a:lnTo>
                <a:lnTo>
                  <a:pt x="85115" y="70346"/>
                </a:lnTo>
                <a:lnTo>
                  <a:pt x="84304" y="71420"/>
                </a:lnTo>
                <a:lnTo>
                  <a:pt x="81760" y="70309"/>
                </a:lnTo>
                <a:lnTo>
                  <a:pt x="80752" y="71325"/>
                </a:lnTo>
                <a:lnTo>
                  <a:pt x="81804" y="73971"/>
                </a:lnTo>
                <a:lnTo>
                  <a:pt x="80583" y="74782"/>
                </a:lnTo>
                <a:lnTo>
                  <a:pt x="78245" y="73774"/>
                </a:lnTo>
                <a:lnTo>
                  <a:pt x="77170" y="74972"/>
                </a:lnTo>
                <a:lnTo>
                  <a:pt x="78333" y="77253"/>
                </a:lnTo>
                <a:lnTo>
                  <a:pt x="77156" y="78437"/>
                </a:lnTo>
                <a:lnTo>
                  <a:pt x="74817" y="77267"/>
                </a:lnTo>
                <a:lnTo>
                  <a:pt x="73648" y="78437"/>
                </a:lnTo>
                <a:lnTo>
                  <a:pt x="74817" y="80775"/>
                </a:lnTo>
                <a:lnTo>
                  <a:pt x="73648" y="81945"/>
                </a:lnTo>
                <a:lnTo>
                  <a:pt x="71419" y="80900"/>
                </a:lnTo>
                <a:lnTo>
                  <a:pt x="70169" y="81733"/>
                </a:lnTo>
                <a:lnTo>
                  <a:pt x="71214" y="84379"/>
                </a:lnTo>
                <a:lnTo>
                  <a:pt x="70396" y="85197"/>
                </a:lnTo>
                <a:lnTo>
                  <a:pt x="67728" y="84839"/>
                </a:lnTo>
                <a:lnTo>
                  <a:pt x="66405" y="84912"/>
                </a:lnTo>
                <a:lnTo>
                  <a:pt x="64425" y="84496"/>
                </a:lnTo>
                <a:lnTo>
                  <a:pt x="63226" y="85132"/>
                </a:lnTo>
                <a:lnTo>
                  <a:pt x="64140" y="87953"/>
                </a:lnTo>
                <a:lnTo>
                  <a:pt x="63387" y="88706"/>
                </a:lnTo>
                <a:lnTo>
                  <a:pt x="60727" y="88347"/>
                </a:lnTo>
                <a:lnTo>
                  <a:pt x="59279" y="88428"/>
                </a:lnTo>
                <a:lnTo>
                  <a:pt x="57562" y="88033"/>
                </a:lnTo>
                <a:lnTo>
                  <a:pt x="56020" y="88654"/>
                </a:lnTo>
                <a:lnTo>
                  <a:pt x="53703" y="87880"/>
                </a:lnTo>
                <a:lnTo>
                  <a:pt x="52716" y="88866"/>
                </a:lnTo>
                <a:lnTo>
                  <a:pt x="53761" y="91512"/>
                </a:lnTo>
                <a:lnTo>
                  <a:pt x="52643" y="92258"/>
                </a:lnTo>
                <a:lnTo>
                  <a:pt x="50392" y="91848"/>
                </a:lnTo>
                <a:lnTo>
                  <a:pt x="47696" y="92002"/>
                </a:lnTo>
                <a:lnTo>
                  <a:pt x="44626" y="923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87968" y="751427"/>
            <a:ext cx="71456" cy="71215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2705765" y="758129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3109" y="57600"/>
                </a:moveTo>
                <a:lnTo>
                  <a:pt x="21041" y="56715"/>
                </a:lnTo>
                <a:lnTo>
                  <a:pt x="21859" y="53763"/>
                </a:lnTo>
                <a:lnTo>
                  <a:pt x="20938" y="52849"/>
                </a:lnTo>
                <a:lnTo>
                  <a:pt x="18687" y="53755"/>
                </a:lnTo>
                <a:lnTo>
                  <a:pt x="17269" y="53032"/>
                </a:lnTo>
                <a:lnTo>
                  <a:pt x="15018" y="53945"/>
                </a:lnTo>
                <a:lnTo>
                  <a:pt x="13988" y="52907"/>
                </a:lnTo>
                <a:lnTo>
                  <a:pt x="15041" y="50262"/>
                </a:lnTo>
                <a:lnTo>
                  <a:pt x="13717" y="49384"/>
                </a:lnTo>
                <a:lnTo>
                  <a:pt x="11649" y="50473"/>
                </a:lnTo>
                <a:lnTo>
                  <a:pt x="10378" y="49384"/>
                </a:lnTo>
                <a:lnTo>
                  <a:pt x="11525" y="46936"/>
                </a:lnTo>
                <a:lnTo>
                  <a:pt x="10385" y="45789"/>
                </a:lnTo>
                <a:lnTo>
                  <a:pt x="8054" y="46965"/>
                </a:lnTo>
                <a:lnTo>
                  <a:pt x="6884" y="45796"/>
                </a:lnTo>
                <a:lnTo>
                  <a:pt x="8054" y="43457"/>
                </a:lnTo>
                <a:lnTo>
                  <a:pt x="6979" y="42383"/>
                </a:lnTo>
                <a:lnTo>
                  <a:pt x="4333" y="43435"/>
                </a:lnTo>
                <a:lnTo>
                  <a:pt x="2894" y="41264"/>
                </a:lnTo>
                <a:lnTo>
                  <a:pt x="4728" y="37654"/>
                </a:lnTo>
                <a:lnTo>
                  <a:pt x="3778" y="35410"/>
                </a:lnTo>
                <a:lnTo>
                  <a:pt x="825" y="36221"/>
                </a:lnTo>
                <a:lnTo>
                  <a:pt x="102" y="35498"/>
                </a:lnTo>
                <a:lnTo>
                  <a:pt x="518" y="32889"/>
                </a:lnTo>
                <a:lnTo>
                  <a:pt x="0" y="27195"/>
                </a:lnTo>
                <a:lnTo>
                  <a:pt x="613" y="24711"/>
                </a:lnTo>
                <a:lnTo>
                  <a:pt x="29" y="22255"/>
                </a:lnTo>
                <a:lnTo>
                  <a:pt x="847" y="21436"/>
                </a:lnTo>
                <a:lnTo>
                  <a:pt x="3756" y="22284"/>
                </a:lnTo>
                <a:lnTo>
                  <a:pt x="4553" y="20552"/>
                </a:lnTo>
                <a:lnTo>
                  <a:pt x="2945" y="15640"/>
                </a:lnTo>
                <a:lnTo>
                  <a:pt x="4524" y="14354"/>
                </a:lnTo>
                <a:lnTo>
                  <a:pt x="7060" y="15370"/>
                </a:lnTo>
                <a:lnTo>
                  <a:pt x="7973" y="14120"/>
                </a:lnTo>
                <a:lnTo>
                  <a:pt x="6877" y="11898"/>
                </a:lnTo>
                <a:lnTo>
                  <a:pt x="8054" y="10714"/>
                </a:lnTo>
                <a:lnTo>
                  <a:pt x="10385" y="11884"/>
                </a:lnTo>
                <a:lnTo>
                  <a:pt x="11554" y="10714"/>
                </a:lnTo>
                <a:lnTo>
                  <a:pt x="10385" y="8376"/>
                </a:lnTo>
                <a:lnTo>
                  <a:pt x="11554" y="7206"/>
                </a:lnTo>
                <a:lnTo>
                  <a:pt x="13783" y="8259"/>
                </a:lnTo>
                <a:lnTo>
                  <a:pt x="15033" y="7418"/>
                </a:lnTo>
                <a:lnTo>
                  <a:pt x="13988" y="4772"/>
                </a:lnTo>
                <a:lnTo>
                  <a:pt x="14806" y="3954"/>
                </a:lnTo>
                <a:lnTo>
                  <a:pt x="17474" y="4312"/>
                </a:lnTo>
                <a:lnTo>
                  <a:pt x="19009" y="4209"/>
                </a:lnTo>
                <a:lnTo>
                  <a:pt x="20543" y="4575"/>
                </a:lnTo>
                <a:lnTo>
                  <a:pt x="21479" y="4290"/>
                </a:lnTo>
                <a:lnTo>
                  <a:pt x="21654" y="4239"/>
                </a:lnTo>
                <a:lnTo>
                  <a:pt x="21325" y="789"/>
                </a:lnTo>
                <a:lnTo>
                  <a:pt x="23621" y="701"/>
                </a:lnTo>
                <a:lnTo>
                  <a:pt x="26397" y="387"/>
                </a:lnTo>
                <a:lnTo>
                  <a:pt x="29606" y="993"/>
                </a:lnTo>
                <a:lnTo>
                  <a:pt x="34876" y="0"/>
                </a:lnTo>
                <a:lnTo>
                  <a:pt x="35790" y="1118"/>
                </a:lnTo>
                <a:lnTo>
                  <a:pt x="35161" y="4165"/>
                </a:lnTo>
                <a:lnTo>
                  <a:pt x="37332" y="4918"/>
                </a:lnTo>
                <a:lnTo>
                  <a:pt x="40935" y="3266"/>
                </a:lnTo>
                <a:lnTo>
                  <a:pt x="43084" y="4648"/>
                </a:lnTo>
                <a:lnTo>
                  <a:pt x="42053" y="7316"/>
                </a:lnTo>
                <a:lnTo>
                  <a:pt x="43105" y="8375"/>
                </a:lnTo>
                <a:lnTo>
                  <a:pt x="45466" y="7206"/>
                </a:lnTo>
                <a:lnTo>
                  <a:pt x="46613" y="8405"/>
                </a:lnTo>
                <a:lnTo>
                  <a:pt x="45444" y="10714"/>
                </a:lnTo>
                <a:lnTo>
                  <a:pt x="46621" y="11891"/>
                </a:lnTo>
                <a:lnTo>
                  <a:pt x="48952" y="10722"/>
                </a:lnTo>
                <a:lnTo>
                  <a:pt x="50122" y="11891"/>
                </a:lnTo>
                <a:lnTo>
                  <a:pt x="48952" y="14230"/>
                </a:lnTo>
                <a:lnTo>
                  <a:pt x="50027" y="15304"/>
                </a:lnTo>
                <a:lnTo>
                  <a:pt x="52673" y="14252"/>
                </a:lnTo>
                <a:lnTo>
                  <a:pt x="54112" y="16422"/>
                </a:lnTo>
                <a:lnTo>
                  <a:pt x="52278" y="20033"/>
                </a:lnTo>
                <a:lnTo>
                  <a:pt x="53228" y="22276"/>
                </a:lnTo>
                <a:lnTo>
                  <a:pt x="56181" y="21465"/>
                </a:lnTo>
                <a:lnTo>
                  <a:pt x="56904" y="22189"/>
                </a:lnTo>
                <a:lnTo>
                  <a:pt x="56487" y="24798"/>
                </a:lnTo>
                <a:lnTo>
                  <a:pt x="56773" y="27619"/>
                </a:lnTo>
                <a:lnTo>
                  <a:pt x="56546" y="30060"/>
                </a:lnTo>
                <a:lnTo>
                  <a:pt x="56546" y="33210"/>
                </a:lnTo>
                <a:lnTo>
                  <a:pt x="56882" y="35088"/>
                </a:lnTo>
                <a:lnTo>
                  <a:pt x="56363" y="36302"/>
                </a:lnTo>
                <a:lnTo>
                  <a:pt x="53403" y="35491"/>
                </a:lnTo>
                <a:lnTo>
                  <a:pt x="52504" y="36404"/>
                </a:lnTo>
                <a:lnTo>
                  <a:pt x="53403" y="38662"/>
                </a:lnTo>
                <a:lnTo>
                  <a:pt x="52680" y="40073"/>
                </a:lnTo>
                <a:lnTo>
                  <a:pt x="53586" y="42332"/>
                </a:lnTo>
                <a:lnTo>
                  <a:pt x="52555" y="43362"/>
                </a:lnTo>
                <a:lnTo>
                  <a:pt x="49910" y="42310"/>
                </a:lnTo>
                <a:lnTo>
                  <a:pt x="49033" y="43633"/>
                </a:lnTo>
                <a:lnTo>
                  <a:pt x="50122" y="45686"/>
                </a:lnTo>
                <a:lnTo>
                  <a:pt x="49040" y="46973"/>
                </a:lnTo>
                <a:lnTo>
                  <a:pt x="46584" y="45825"/>
                </a:lnTo>
                <a:lnTo>
                  <a:pt x="45473" y="46936"/>
                </a:lnTo>
                <a:lnTo>
                  <a:pt x="46628" y="49377"/>
                </a:lnTo>
                <a:lnTo>
                  <a:pt x="45393" y="50444"/>
                </a:lnTo>
                <a:lnTo>
                  <a:pt x="43127" y="49289"/>
                </a:lnTo>
                <a:lnTo>
                  <a:pt x="42155" y="50254"/>
                </a:lnTo>
                <a:lnTo>
                  <a:pt x="42974" y="53207"/>
                </a:lnTo>
                <a:lnTo>
                  <a:pt x="40555" y="54245"/>
                </a:lnTo>
                <a:lnTo>
                  <a:pt x="37485" y="52534"/>
                </a:lnTo>
                <a:lnTo>
                  <a:pt x="35066" y="53587"/>
                </a:lnTo>
                <a:lnTo>
                  <a:pt x="35885" y="56532"/>
                </a:lnTo>
                <a:lnTo>
                  <a:pt x="35175" y="57234"/>
                </a:lnTo>
                <a:lnTo>
                  <a:pt x="32515" y="56876"/>
                </a:lnTo>
                <a:lnTo>
                  <a:pt x="30849" y="56964"/>
                </a:lnTo>
                <a:lnTo>
                  <a:pt x="26712" y="56898"/>
                </a:lnTo>
                <a:lnTo>
                  <a:pt x="23109" y="57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926755" y="769179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5">
                <a:moveTo>
                  <a:pt x="20449" y="35790"/>
                </a:moveTo>
                <a:lnTo>
                  <a:pt x="15603" y="35725"/>
                </a:lnTo>
                <a:lnTo>
                  <a:pt x="14127" y="35205"/>
                </a:lnTo>
                <a:lnTo>
                  <a:pt x="14792" y="32165"/>
                </a:lnTo>
                <a:lnTo>
                  <a:pt x="14500" y="31829"/>
                </a:lnTo>
                <a:lnTo>
                  <a:pt x="13228" y="30952"/>
                </a:lnTo>
                <a:lnTo>
                  <a:pt x="8419" y="32976"/>
                </a:lnTo>
                <a:lnTo>
                  <a:pt x="6906" y="31127"/>
                </a:lnTo>
                <a:lnTo>
                  <a:pt x="7937" y="29110"/>
                </a:lnTo>
                <a:lnTo>
                  <a:pt x="7483" y="28321"/>
                </a:lnTo>
                <a:lnTo>
                  <a:pt x="6965" y="27890"/>
                </a:lnTo>
                <a:lnTo>
                  <a:pt x="4333" y="28861"/>
                </a:lnTo>
                <a:lnTo>
                  <a:pt x="3603" y="27758"/>
                </a:lnTo>
                <a:lnTo>
                  <a:pt x="4012" y="25514"/>
                </a:lnTo>
                <a:lnTo>
                  <a:pt x="3946" y="24308"/>
                </a:lnTo>
                <a:lnTo>
                  <a:pt x="4312" y="21641"/>
                </a:lnTo>
                <a:lnTo>
                  <a:pt x="3727" y="21063"/>
                </a:lnTo>
                <a:lnTo>
                  <a:pt x="526" y="21597"/>
                </a:lnTo>
                <a:lnTo>
                  <a:pt x="321" y="20573"/>
                </a:lnTo>
                <a:lnTo>
                  <a:pt x="0" y="14683"/>
                </a:lnTo>
                <a:lnTo>
                  <a:pt x="811" y="14018"/>
                </a:lnTo>
                <a:lnTo>
                  <a:pt x="3859" y="14646"/>
                </a:lnTo>
                <a:lnTo>
                  <a:pt x="4509" y="12746"/>
                </a:lnTo>
                <a:lnTo>
                  <a:pt x="2937" y="8478"/>
                </a:lnTo>
                <a:lnTo>
                  <a:pt x="4472" y="6702"/>
                </a:lnTo>
                <a:lnTo>
                  <a:pt x="6855" y="7739"/>
                </a:lnTo>
                <a:lnTo>
                  <a:pt x="7483" y="7279"/>
                </a:lnTo>
                <a:lnTo>
                  <a:pt x="7937" y="6490"/>
                </a:lnTo>
                <a:lnTo>
                  <a:pt x="6906" y="4473"/>
                </a:lnTo>
                <a:lnTo>
                  <a:pt x="8419" y="2623"/>
                </a:lnTo>
                <a:lnTo>
                  <a:pt x="13228" y="4655"/>
                </a:lnTo>
                <a:lnTo>
                  <a:pt x="14500" y="3771"/>
                </a:lnTo>
                <a:lnTo>
                  <a:pt x="14960" y="3091"/>
                </a:lnTo>
                <a:lnTo>
                  <a:pt x="13915" y="818"/>
                </a:lnTo>
                <a:lnTo>
                  <a:pt x="14770" y="0"/>
                </a:lnTo>
                <a:lnTo>
                  <a:pt x="21312" y="14"/>
                </a:lnTo>
                <a:lnTo>
                  <a:pt x="22086" y="964"/>
                </a:lnTo>
                <a:lnTo>
                  <a:pt x="21056" y="2982"/>
                </a:lnTo>
                <a:lnTo>
                  <a:pt x="21516" y="3771"/>
                </a:lnTo>
                <a:lnTo>
                  <a:pt x="22780" y="4655"/>
                </a:lnTo>
                <a:lnTo>
                  <a:pt x="27590" y="2623"/>
                </a:lnTo>
                <a:lnTo>
                  <a:pt x="29103" y="4473"/>
                </a:lnTo>
                <a:lnTo>
                  <a:pt x="28080" y="6490"/>
                </a:lnTo>
                <a:lnTo>
                  <a:pt x="28533" y="7279"/>
                </a:lnTo>
                <a:lnTo>
                  <a:pt x="29234" y="7747"/>
                </a:lnTo>
                <a:lnTo>
                  <a:pt x="31456" y="6694"/>
                </a:lnTo>
                <a:lnTo>
                  <a:pt x="32370" y="7608"/>
                </a:lnTo>
                <a:lnTo>
                  <a:pt x="32012" y="10276"/>
                </a:lnTo>
                <a:lnTo>
                  <a:pt x="32085" y="11650"/>
                </a:lnTo>
                <a:lnTo>
                  <a:pt x="31668" y="13528"/>
                </a:lnTo>
                <a:lnTo>
                  <a:pt x="32253" y="14763"/>
                </a:lnTo>
                <a:lnTo>
                  <a:pt x="35154" y="13901"/>
                </a:lnTo>
                <a:lnTo>
                  <a:pt x="35878" y="14632"/>
                </a:lnTo>
                <a:lnTo>
                  <a:pt x="35512" y="17292"/>
                </a:lnTo>
                <a:lnTo>
                  <a:pt x="35585" y="18673"/>
                </a:lnTo>
                <a:lnTo>
                  <a:pt x="35827" y="20493"/>
                </a:lnTo>
                <a:lnTo>
                  <a:pt x="35395" y="21670"/>
                </a:lnTo>
                <a:lnTo>
                  <a:pt x="32399" y="21012"/>
                </a:lnTo>
                <a:lnTo>
                  <a:pt x="32026" y="21304"/>
                </a:lnTo>
                <a:lnTo>
                  <a:pt x="31149" y="22569"/>
                </a:lnTo>
                <a:lnTo>
                  <a:pt x="33173" y="27385"/>
                </a:lnTo>
                <a:lnTo>
                  <a:pt x="31324" y="28898"/>
                </a:lnTo>
                <a:lnTo>
                  <a:pt x="29315" y="27867"/>
                </a:lnTo>
                <a:lnTo>
                  <a:pt x="28525" y="28321"/>
                </a:lnTo>
                <a:lnTo>
                  <a:pt x="28057" y="29022"/>
                </a:lnTo>
                <a:lnTo>
                  <a:pt x="29110" y="31244"/>
                </a:lnTo>
                <a:lnTo>
                  <a:pt x="27940" y="32406"/>
                </a:lnTo>
                <a:lnTo>
                  <a:pt x="25719" y="31376"/>
                </a:lnTo>
                <a:lnTo>
                  <a:pt x="24316" y="32282"/>
                </a:lnTo>
                <a:lnTo>
                  <a:pt x="22094" y="31244"/>
                </a:lnTo>
                <a:lnTo>
                  <a:pt x="21143" y="32194"/>
                </a:lnTo>
                <a:lnTo>
                  <a:pt x="21955" y="35147"/>
                </a:lnTo>
                <a:lnTo>
                  <a:pt x="20449" y="357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509299" y="825061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19">
                <a:moveTo>
                  <a:pt x="81652" y="134451"/>
                </a:moveTo>
                <a:lnTo>
                  <a:pt x="77486" y="133800"/>
                </a:lnTo>
                <a:lnTo>
                  <a:pt x="54537" y="133800"/>
                </a:lnTo>
                <a:lnTo>
                  <a:pt x="51876" y="134209"/>
                </a:lnTo>
                <a:lnTo>
                  <a:pt x="49457" y="133749"/>
                </a:lnTo>
                <a:lnTo>
                  <a:pt x="49962" y="130540"/>
                </a:lnTo>
                <a:lnTo>
                  <a:pt x="49289" y="129868"/>
                </a:lnTo>
                <a:lnTo>
                  <a:pt x="46834" y="130453"/>
                </a:lnTo>
                <a:lnTo>
                  <a:pt x="44180" y="129788"/>
                </a:lnTo>
                <a:lnTo>
                  <a:pt x="41096" y="131154"/>
                </a:lnTo>
                <a:lnTo>
                  <a:pt x="38743" y="130095"/>
                </a:lnTo>
                <a:lnTo>
                  <a:pt x="39584" y="127171"/>
                </a:lnTo>
                <a:lnTo>
                  <a:pt x="38867" y="126462"/>
                </a:lnTo>
                <a:lnTo>
                  <a:pt x="36207" y="126820"/>
                </a:lnTo>
                <a:lnTo>
                  <a:pt x="35001" y="126754"/>
                </a:lnTo>
                <a:lnTo>
                  <a:pt x="32735" y="127171"/>
                </a:lnTo>
                <a:lnTo>
                  <a:pt x="31624" y="126404"/>
                </a:lnTo>
                <a:lnTo>
                  <a:pt x="32684" y="123780"/>
                </a:lnTo>
                <a:lnTo>
                  <a:pt x="31602" y="122698"/>
                </a:lnTo>
                <a:lnTo>
                  <a:pt x="29271" y="123867"/>
                </a:lnTo>
                <a:lnTo>
                  <a:pt x="28101" y="122698"/>
                </a:lnTo>
                <a:lnTo>
                  <a:pt x="29271" y="120359"/>
                </a:lnTo>
                <a:lnTo>
                  <a:pt x="28109" y="119197"/>
                </a:lnTo>
                <a:lnTo>
                  <a:pt x="25880" y="120213"/>
                </a:lnTo>
                <a:lnTo>
                  <a:pt x="24476" y="119336"/>
                </a:lnTo>
                <a:lnTo>
                  <a:pt x="22247" y="120352"/>
                </a:lnTo>
                <a:lnTo>
                  <a:pt x="21187" y="119285"/>
                </a:lnTo>
                <a:lnTo>
                  <a:pt x="22232" y="116639"/>
                </a:lnTo>
                <a:lnTo>
                  <a:pt x="20968" y="115799"/>
                </a:lnTo>
                <a:lnTo>
                  <a:pt x="18754" y="116851"/>
                </a:lnTo>
                <a:lnTo>
                  <a:pt x="17584" y="115682"/>
                </a:lnTo>
                <a:lnTo>
                  <a:pt x="18754" y="113343"/>
                </a:lnTo>
                <a:lnTo>
                  <a:pt x="17804" y="112393"/>
                </a:lnTo>
                <a:lnTo>
                  <a:pt x="14851" y="113204"/>
                </a:lnTo>
                <a:lnTo>
                  <a:pt x="13930" y="111055"/>
                </a:lnTo>
                <a:lnTo>
                  <a:pt x="15757" y="107196"/>
                </a:lnTo>
                <a:lnTo>
                  <a:pt x="14222" y="105157"/>
                </a:lnTo>
                <a:lnTo>
                  <a:pt x="11686" y="106268"/>
                </a:lnTo>
                <a:lnTo>
                  <a:pt x="10670" y="105252"/>
                </a:lnTo>
                <a:lnTo>
                  <a:pt x="11723" y="102607"/>
                </a:lnTo>
                <a:lnTo>
                  <a:pt x="10619" y="101876"/>
                </a:lnTo>
                <a:lnTo>
                  <a:pt x="7995" y="102738"/>
                </a:lnTo>
                <a:lnTo>
                  <a:pt x="6796" y="100962"/>
                </a:lnTo>
                <a:lnTo>
                  <a:pt x="8792" y="96153"/>
                </a:lnTo>
                <a:lnTo>
                  <a:pt x="7257" y="94896"/>
                </a:lnTo>
                <a:lnTo>
                  <a:pt x="4341" y="95642"/>
                </a:lnTo>
                <a:lnTo>
                  <a:pt x="3296" y="93325"/>
                </a:lnTo>
                <a:lnTo>
                  <a:pt x="4655" y="90240"/>
                </a:lnTo>
                <a:lnTo>
                  <a:pt x="3997" y="87580"/>
                </a:lnTo>
                <a:lnTo>
                  <a:pt x="4582" y="85124"/>
                </a:lnTo>
                <a:lnTo>
                  <a:pt x="3902" y="84437"/>
                </a:lnTo>
                <a:lnTo>
                  <a:pt x="701" y="84971"/>
                </a:lnTo>
                <a:lnTo>
                  <a:pt x="0" y="81550"/>
                </a:lnTo>
                <a:lnTo>
                  <a:pt x="650" y="77384"/>
                </a:lnTo>
                <a:lnTo>
                  <a:pt x="650" y="54428"/>
                </a:lnTo>
                <a:lnTo>
                  <a:pt x="241" y="51761"/>
                </a:lnTo>
                <a:lnTo>
                  <a:pt x="694" y="49341"/>
                </a:lnTo>
                <a:lnTo>
                  <a:pt x="3910" y="49853"/>
                </a:lnTo>
                <a:lnTo>
                  <a:pt x="4582" y="49181"/>
                </a:lnTo>
                <a:lnTo>
                  <a:pt x="3997" y="46725"/>
                </a:lnTo>
                <a:lnTo>
                  <a:pt x="4670" y="44013"/>
                </a:lnTo>
                <a:lnTo>
                  <a:pt x="3354" y="41075"/>
                </a:lnTo>
                <a:lnTo>
                  <a:pt x="4319" y="38663"/>
                </a:lnTo>
                <a:lnTo>
                  <a:pt x="7308" y="39446"/>
                </a:lnTo>
                <a:lnTo>
                  <a:pt x="8244" y="38503"/>
                </a:lnTo>
                <a:lnTo>
                  <a:pt x="7191" y="36281"/>
                </a:lnTo>
                <a:lnTo>
                  <a:pt x="8119" y="34877"/>
                </a:lnTo>
                <a:lnTo>
                  <a:pt x="7074" y="32656"/>
                </a:lnTo>
                <a:lnTo>
                  <a:pt x="8119" y="31603"/>
                </a:lnTo>
                <a:lnTo>
                  <a:pt x="10831" y="32619"/>
                </a:lnTo>
                <a:lnTo>
                  <a:pt x="11606" y="31362"/>
                </a:lnTo>
                <a:lnTo>
                  <a:pt x="10582" y="29140"/>
                </a:lnTo>
                <a:lnTo>
                  <a:pt x="11533" y="28197"/>
                </a:lnTo>
                <a:lnTo>
                  <a:pt x="14478" y="29001"/>
                </a:lnTo>
                <a:lnTo>
                  <a:pt x="15348" y="26969"/>
                </a:lnTo>
                <a:lnTo>
                  <a:pt x="13572" y="22825"/>
                </a:lnTo>
                <a:lnTo>
                  <a:pt x="15172" y="20955"/>
                </a:lnTo>
                <a:lnTo>
                  <a:pt x="17614" y="22102"/>
                </a:lnTo>
                <a:lnTo>
                  <a:pt x="18754" y="20962"/>
                </a:lnTo>
                <a:lnTo>
                  <a:pt x="17584" y="18623"/>
                </a:lnTo>
                <a:lnTo>
                  <a:pt x="18754" y="17453"/>
                </a:lnTo>
                <a:lnTo>
                  <a:pt x="21092" y="18623"/>
                </a:lnTo>
                <a:lnTo>
                  <a:pt x="22174" y="17534"/>
                </a:lnTo>
                <a:lnTo>
                  <a:pt x="21107" y="14925"/>
                </a:lnTo>
                <a:lnTo>
                  <a:pt x="22942" y="13646"/>
                </a:lnTo>
                <a:lnTo>
                  <a:pt x="27750" y="15678"/>
                </a:lnTo>
                <a:lnTo>
                  <a:pt x="29117" y="14011"/>
                </a:lnTo>
                <a:lnTo>
                  <a:pt x="28160" y="11373"/>
                </a:lnTo>
                <a:lnTo>
                  <a:pt x="29395" y="10561"/>
                </a:lnTo>
                <a:lnTo>
                  <a:pt x="31617" y="11606"/>
                </a:lnTo>
                <a:lnTo>
                  <a:pt x="32684" y="10532"/>
                </a:lnTo>
                <a:lnTo>
                  <a:pt x="31639" y="7887"/>
                </a:lnTo>
                <a:lnTo>
                  <a:pt x="33013" y="6965"/>
                </a:lnTo>
                <a:lnTo>
                  <a:pt x="34840" y="7989"/>
                </a:lnTo>
                <a:lnTo>
                  <a:pt x="36411" y="7119"/>
                </a:lnTo>
                <a:lnTo>
                  <a:pt x="38648" y="8076"/>
                </a:lnTo>
                <a:lnTo>
                  <a:pt x="39693" y="7024"/>
                </a:lnTo>
                <a:lnTo>
                  <a:pt x="38648" y="4378"/>
                </a:lnTo>
                <a:lnTo>
                  <a:pt x="39963" y="3501"/>
                </a:lnTo>
                <a:lnTo>
                  <a:pt x="41834" y="4312"/>
                </a:lnTo>
                <a:lnTo>
                  <a:pt x="43581" y="3698"/>
                </a:lnTo>
                <a:lnTo>
                  <a:pt x="45291" y="4005"/>
                </a:lnTo>
                <a:lnTo>
                  <a:pt x="47236" y="4005"/>
                </a:lnTo>
                <a:lnTo>
                  <a:pt x="48697" y="4225"/>
                </a:lnTo>
                <a:lnTo>
                  <a:pt x="49735" y="4012"/>
                </a:lnTo>
                <a:lnTo>
                  <a:pt x="50027" y="3946"/>
                </a:lnTo>
                <a:lnTo>
                  <a:pt x="49471" y="767"/>
                </a:lnTo>
                <a:lnTo>
                  <a:pt x="50115" y="124"/>
                </a:lnTo>
                <a:lnTo>
                  <a:pt x="52665" y="591"/>
                </a:lnTo>
                <a:lnTo>
                  <a:pt x="56532" y="0"/>
                </a:lnTo>
                <a:lnTo>
                  <a:pt x="60427" y="504"/>
                </a:lnTo>
                <a:lnTo>
                  <a:pt x="79963" y="504"/>
                </a:lnTo>
                <a:lnTo>
                  <a:pt x="82689" y="65"/>
                </a:lnTo>
                <a:lnTo>
                  <a:pt x="85087" y="562"/>
                </a:lnTo>
                <a:lnTo>
                  <a:pt x="84560" y="3764"/>
                </a:lnTo>
                <a:lnTo>
                  <a:pt x="85240" y="4443"/>
                </a:lnTo>
                <a:lnTo>
                  <a:pt x="87696" y="3859"/>
                </a:lnTo>
                <a:lnTo>
                  <a:pt x="90473" y="4553"/>
                </a:lnTo>
                <a:lnTo>
                  <a:pt x="93228" y="3310"/>
                </a:lnTo>
                <a:lnTo>
                  <a:pt x="95706" y="4136"/>
                </a:lnTo>
                <a:lnTo>
                  <a:pt x="95012" y="7206"/>
                </a:lnTo>
                <a:lnTo>
                  <a:pt x="95662" y="7849"/>
                </a:lnTo>
                <a:lnTo>
                  <a:pt x="98322" y="7498"/>
                </a:lnTo>
                <a:lnTo>
                  <a:pt x="99631" y="7564"/>
                </a:lnTo>
                <a:lnTo>
                  <a:pt x="101655" y="7148"/>
                </a:lnTo>
                <a:lnTo>
                  <a:pt x="102847" y="7798"/>
                </a:lnTo>
                <a:lnTo>
                  <a:pt x="101911" y="10597"/>
                </a:lnTo>
                <a:lnTo>
                  <a:pt x="102927" y="11613"/>
                </a:lnTo>
                <a:lnTo>
                  <a:pt x="105258" y="10444"/>
                </a:lnTo>
                <a:lnTo>
                  <a:pt x="106428" y="11613"/>
                </a:lnTo>
                <a:lnTo>
                  <a:pt x="105259" y="13952"/>
                </a:lnTo>
                <a:lnTo>
                  <a:pt x="106421" y="15114"/>
                </a:lnTo>
                <a:lnTo>
                  <a:pt x="108650" y="14098"/>
                </a:lnTo>
                <a:lnTo>
                  <a:pt x="110053" y="14975"/>
                </a:lnTo>
                <a:lnTo>
                  <a:pt x="112282" y="13959"/>
                </a:lnTo>
                <a:lnTo>
                  <a:pt x="113342" y="15026"/>
                </a:lnTo>
                <a:lnTo>
                  <a:pt x="112297" y="17672"/>
                </a:lnTo>
                <a:lnTo>
                  <a:pt x="113561" y="18513"/>
                </a:lnTo>
                <a:lnTo>
                  <a:pt x="115776" y="17460"/>
                </a:lnTo>
                <a:lnTo>
                  <a:pt x="116945" y="18630"/>
                </a:lnTo>
                <a:lnTo>
                  <a:pt x="115776" y="20968"/>
                </a:lnTo>
                <a:lnTo>
                  <a:pt x="116843" y="22043"/>
                </a:lnTo>
                <a:lnTo>
                  <a:pt x="119496" y="20990"/>
                </a:lnTo>
                <a:lnTo>
                  <a:pt x="120402" y="22364"/>
                </a:lnTo>
                <a:lnTo>
                  <a:pt x="119342" y="24235"/>
                </a:lnTo>
                <a:lnTo>
                  <a:pt x="120315" y="25770"/>
                </a:lnTo>
                <a:lnTo>
                  <a:pt x="119284" y="27992"/>
                </a:lnTo>
                <a:lnTo>
                  <a:pt x="120336" y="29052"/>
                </a:lnTo>
                <a:lnTo>
                  <a:pt x="123019" y="28014"/>
                </a:lnTo>
                <a:lnTo>
                  <a:pt x="123823" y="29278"/>
                </a:lnTo>
                <a:lnTo>
                  <a:pt x="122785" y="31500"/>
                </a:lnTo>
                <a:lnTo>
                  <a:pt x="123852" y="32567"/>
                </a:lnTo>
                <a:lnTo>
                  <a:pt x="126505" y="31515"/>
                </a:lnTo>
                <a:lnTo>
                  <a:pt x="127411" y="32889"/>
                </a:lnTo>
                <a:lnTo>
                  <a:pt x="126351" y="34760"/>
                </a:lnTo>
                <a:lnTo>
                  <a:pt x="127324" y="36295"/>
                </a:lnTo>
                <a:lnTo>
                  <a:pt x="126293" y="38517"/>
                </a:lnTo>
                <a:lnTo>
                  <a:pt x="127258" y="39474"/>
                </a:lnTo>
                <a:lnTo>
                  <a:pt x="130174" y="38641"/>
                </a:lnTo>
                <a:lnTo>
                  <a:pt x="131234" y="40995"/>
                </a:lnTo>
                <a:lnTo>
                  <a:pt x="129867" y="44079"/>
                </a:lnTo>
                <a:lnTo>
                  <a:pt x="130532" y="46732"/>
                </a:lnTo>
                <a:lnTo>
                  <a:pt x="129948" y="49187"/>
                </a:lnTo>
                <a:lnTo>
                  <a:pt x="130627" y="49867"/>
                </a:lnTo>
                <a:lnTo>
                  <a:pt x="133828" y="49341"/>
                </a:lnTo>
                <a:lnTo>
                  <a:pt x="134530" y="52761"/>
                </a:lnTo>
                <a:lnTo>
                  <a:pt x="133879" y="56927"/>
                </a:lnTo>
                <a:lnTo>
                  <a:pt x="133879" y="79876"/>
                </a:lnTo>
                <a:lnTo>
                  <a:pt x="134289" y="82537"/>
                </a:lnTo>
                <a:lnTo>
                  <a:pt x="133828" y="84956"/>
                </a:lnTo>
                <a:lnTo>
                  <a:pt x="130620" y="84452"/>
                </a:lnTo>
                <a:lnTo>
                  <a:pt x="129948" y="85124"/>
                </a:lnTo>
                <a:lnTo>
                  <a:pt x="130532" y="87579"/>
                </a:lnTo>
                <a:lnTo>
                  <a:pt x="129867" y="90240"/>
                </a:lnTo>
                <a:lnTo>
                  <a:pt x="131234" y="93324"/>
                </a:lnTo>
                <a:lnTo>
                  <a:pt x="130174" y="95670"/>
                </a:lnTo>
                <a:lnTo>
                  <a:pt x="127251" y="94837"/>
                </a:lnTo>
                <a:lnTo>
                  <a:pt x="126541" y="95546"/>
                </a:lnTo>
                <a:lnTo>
                  <a:pt x="126900" y="98214"/>
                </a:lnTo>
                <a:lnTo>
                  <a:pt x="126834" y="99412"/>
                </a:lnTo>
                <a:lnTo>
                  <a:pt x="127251" y="101685"/>
                </a:lnTo>
                <a:lnTo>
                  <a:pt x="126483" y="102804"/>
                </a:lnTo>
                <a:lnTo>
                  <a:pt x="123859" y="101737"/>
                </a:lnTo>
                <a:lnTo>
                  <a:pt x="122785" y="102818"/>
                </a:lnTo>
                <a:lnTo>
                  <a:pt x="123954" y="105157"/>
                </a:lnTo>
                <a:lnTo>
                  <a:pt x="122785" y="106327"/>
                </a:lnTo>
                <a:lnTo>
                  <a:pt x="120446" y="105157"/>
                </a:lnTo>
                <a:lnTo>
                  <a:pt x="119291" y="106319"/>
                </a:lnTo>
                <a:lnTo>
                  <a:pt x="120300" y="108541"/>
                </a:lnTo>
                <a:lnTo>
                  <a:pt x="119423" y="109959"/>
                </a:lnTo>
                <a:lnTo>
                  <a:pt x="120439" y="112181"/>
                </a:lnTo>
                <a:lnTo>
                  <a:pt x="119372" y="113248"/>
                </a:lnTo>
                <a:lnTo>
                  <a:pt x="116726" y="112195"/>
                </a:lnTo>
                <a:lnTo>
                  <a:pt x="115893" y="113460"/>
                </a:lnTo>
                <a:lnTo>
                  <a:pt x="116945" y="115682"/>
                </a:lnTo>
                <a:lnTo>
                  <a:pt x="115776" y="116851"/>
                </a:lnTo>
                <a:lnTo>
                  <a:pt x="113437" y="115682"/>
                </a:lnTo>
                <a:lnTo>
                  <a:pt x="112487" y="116632"/>
                </a:lnTo>
                <a:lnTo>
                  <a:pt x="113298" y="119585"/>
                </a:lnTo>
                <a:lnTo>
                  <a:pt x="111149" y="120506"/>
                </a:lnTo>
                <a:lnTo>
                  <a:pt x="107290" y="118686"/>
                </a:lnTo>
                <a:lnTo>
                  <a:pt x="105259" y="120213"/>
                </a:lnTo>
                <a:lnTo>
                  <a:pt x="106362" y="122756"/>
                </a:lnTo>
                <a:lnTo>
                  <a:pt x="105346" y="123772"/>
                </a:lnTo>
                <a:lnTo>
                  <a:pt x="102701" y="122720"/>
                </a:lnTo>
                <a:lnTo>
                  <a:pt x="101970" y="123824"/>
                </a:lnTo>
                <a:lnTo>
                  <a:pt x="102839" y="126448"/>
                </a:lnTo>
                <a:lnTo>
                  <a:pt x="101063" y="127654"/>
                </a:lnTo>
                <a:lnTo>
                  <a:pt x="96247" y="125651"/>
                </a:lnTo>
                <a:lnTo>
                  <a:pt x="94990" y="127193"/>
                </a:lnTo>
                <a:lnTo>
                  <a:pt x="95743" y="130109"/>
                </a:lnTo>
                <a:lnTo>
                  <a:pt x="93419" y="131154"/>
                </a:lnTo>
                <a:lnTo>
                  <a:pt x="90334" y="129788"/>
                </a:lnTo>
                <a:lnTo>
                  <a:pt x="87674" y="130453"/>
                </a:lnTo>
                <a:lnTo>
                  <a:pt x="85219" y="129868"/>
                </a:lnTo>
                <a:lnTo>
                  <a:pt x="84546" y="130548"/>
                </a:lnTo>
                <a:lnTo>
                  <a:pt x="85072" y="133749"/>
                </a:lnTo>
                <a:lnTo>
                  <a:pt x="81652" y="1344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723287" y="828745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4">
                <a:moveTo>
                  <a:pt x="65712" y="127295"/>
                </a:moveTo>
                <a:lnTo>
                  <a:pt x="61985" y="126681"/>
                </a:lnTo>
                <a:lnTo>
                  <a:pt x="60107" y="126616"/>
                </a:lnTo>
                <a:lnTo>
                  <a:pt x="60443" y="123290"/>
                </a:lnTo>
                <a:lnTo>
                  <a:pt x="59924" y="122786"/>
                </a:lnTo>
                <a:lnTo>
                  <a:pt x="57263" y="123144"/>
                </a:lnTo>
                <a:lnTo>
                  <a:pt x="53273" y="122932"/>
                </a:lnTo>
                <a:lnTo>
                  <a:pt x="49714" y="123115"/>
                </a:lnTo>
                <a:lnTo>
                  <a:pt x="45263" y="123115"/>
                </a:lnTo>
                <a:lnTo>
                  <a:pt x="43647" y="123407"/>
                </a:lnTo>
                <a:lnTo>
                  <a:pt x="42368" y="123005"/>
                </a:lnTo>
                <a:lnTo>
                  <a:pt x="43033" y="119914"/>
                </a:lnTo>
                <a:lnTo>
                  <a:pt x="42397" y="119277"/>
                </a:lnTo>
                <a:lnTo>
                  <a:pt x="39737" y="119636"/>
                </a:lnTo>
                <a:lnTo>
                  <a:pt x="38363" y="119562"/>
                </a:lnTo>
                <a:lnTo>
                  <a:pt x="36485" y="119972"/>
                </a:lnTo>
                <a:lnTo>
                  <a:pt x="35257" y="119387"/>
                </a:lnTo>
                <a:lnTo>
                  <a:pt x="36119" y="116493"/>
                </a:lnTo>
                <a:lnTo>
                  <a:pt x="35389" y="115769"/>
                </a:lnTo>
                <a:lnTo>
                  <a:pt x="32728" y="116127"/>
                </a:lnTo>
                <a:lnTo>
                  <a:pt x="31559" y="116062"/>
                </a:lnTo>
                <a:lnTo>
                  <a:pt x="29227" y="116471"/>
                </a:lnTo>
                <a:lnTo>
                  <a:pt x="28138" y="115682"/>
                </a:lnTo>
                <a:lnTo>
                  <a:pt x="29220" y="113102"/>
                </a:lnTo>
                <a:lnTo>
                  <a:pt x="28226" y="112100"/>
                </a:lnTo>
                <a:lnTo>
                  <a:pt x="25573" y="113153"/>
                </a:lnTo>
                <a:lnTo>
                  <a:pt x="24703" y="111830"/>
                </a:lnTo>
                <a:lnTo>
                  <a:pt x="25792" y="109776"/>
                </a:lnTo>
                <a:lnTo>
                  <a:pt x="24710" y="108490"/>
                </a:lnTo>
                <a:lnTo>
                  <a:pt x="22255" y="109637"/>
                </a:lnTo>
                <a:lnTo>
                  <a:pt x="21115" y="108497"/>
                </a:lnTo>
                <a:lnTo>
                  <a:pt x="22284" y="106158"/>
                </a:lnTo>
                <a:lnTo>
                  <a:pt x="21115" y="104989"/>
                </a:lnTo>
                <a:lnTo>
                  <a:pt x="18783" y="106158"/>
                </a:lnTo>
                <a:lnTo>
                  <a:pt x="17709" y="105084"/>
                </a:lnTo>
                <a:lnTo>
                  <a:pt x="18754" y="102438"/>
                </a:lnTo>
                <a:lnTo>
                  <a:pt x="17497" y="101598"/>
                </a:lnTo>
                <a:lnTo>
                  <a:pt x="15275" y="102650"/>
                </a:lnTo>
                <a:lnTo>
                  <a:pt x="14105" y="101481"/>
                </a:lnTo>
                <a:lnTo>
                  <a:pt x="15275" y="99142"/>
                </a:lnTo>
                <a:lnTo>
                  <a:pt x="14208" y="98068"/>
                </a:lnTo>
                <a:lnTo>
                  <a:pt x="11555" y="99120"/>
                </a:lnTo>
                <a:lnTo>
                  <a:pt x="10648" y="97746"/>
                </a:lnTo>
                <a:lnTo>
                  <a:pt x="11715" y="95867"/>
                </a:lnTo>
                <a:lnTo>
                  <a:pt x="10736" y="94340"/>
                </a:lnTo>
                <a:lnTo>
                  <a:pt x="11767" y="92125"/>
                </a:lnTo>
                <a:lnTo>
                  <a:pt x="10700" y="91051"/>
                </a:lnTo>
                <a:lnTo>
                  <a:pt x="8054" y="92103"/>
                </a:lnTo>
                <a:lnTo>
                  <a:pt x="7140" y="90729"/>
                </a:lnTo>
                <a:lnTo>
                  <a:pt x="8207" y="88858"/>
                </a:lnTo>
                <a:lnTo>
                  <a:pt x="7228" y="87324"/>
                </a:lnTo>
                <a:lnTo>
                  <a:pt x="8258" y="85102"/>
                </a:lnTo>
                <a:lnTo>
                  <a:pt x="7382" y="84217"/>
                </a:lnTo>
                <a:lnTo>
                  <a:pt x="4283" y="84882"/>
                </a:lnTo>
                <a:lnTo>
                  <a:pt x="3588" y="82631"/>
                </a:lnTo>
                <a:lnTo>
                  <a:pt x="4180" y="79503"/>
                </a:lnTo>
                <a:lnTo>
                  <a:pt x="4180" y="75293"/>
                </a:lnTo>
                <a:lnTo>
                  <a:pt x="4568" y="72662"/>
                </a:lnTo>
                <a:lnTo>
                  <a:pt x="4070" y="69907"/>
                </a:lnTo>
                <a:lnTo>
                  <a:pt x="4575" y="67378"/>
                </a:lnTo>
                <a:lnTo>
                  <a:pt x="3807" y="66611"/>
                </a:lnTo>
                <a:lnTo>
                  <a:pt x="862" y="67422"/>
                </a:lnTo>
                <a:lnTo>
                  <a:pt x="0" y="65420"/>
                </a:lnTo>
                <a:lnTo>
                  <a:pt x="613" y="61692"/>
                </a:lnTo>
                <a:lnTo>
                  <a:pt x="679" y="59807"/>
                </a:lnTo>
                <a:lnTo>
                  <a:pt x="3997" y="60150"/>
                </a:lnTo>
                <a:lnTo>
                  <a:pt x="4509" y="59631"/>
                </a:lnTo>
                <a:lnTo>
                  <a:pt x="4151" y="56971"/>
                </a:lnTo>
                <a:lnTo>
                  <a:pt x="4363" y="52980"/>
                </a:lnTo>
                <a:lnTo>
                  <a:pt x="4180" y="49421"/>
                </a:lnTo>
                <a:lnTo>
                  <a:pt x="4180" y="44963"/>
                </a:lnTo>
                <a:lnTo>
                  <a:pt x="3895" y="43355"/>
                </a:lnTo>
                <a:lnTo>
                  <a:pt x="4290" y="42083"/>
                </a:lnTo>
                <a:lnTo>
                  <a:pt x="7381" y="42741"/>
                </a:lnTo>
                <a:lnTo>
                  <a:pt x="8266" y="41849"/>
                </a:lnTo>
                <a:lnTo>
                  <a:pt x="7221" y="39627"/>
                </a:lnTo>
                <a:lnTo>
                  <a:pt x="8149" y="38224"/>
                </a:lnTo>
                <a:lnTo>
                  <a:pt x="7096" y="36002"/>
                </a:lnTo>
                <a:lnTo>
                  <a:pt x="8112" y="34986"/>
                </a:lnTo>
                <a:lnTo>
                  <a:pt x="10919" y="35922"/>
                </a:lnTo>
                <a:lnTo>
                  <a:pt x="12169" y="33590"/>
                </a:lnTo>
                <a:lnTo>
                  <a:pt x="10371" y="30316"/>
                </a:lnTo>
                <a:lnTo>
                  <a:pt x="11372" y="27963"/>
                </a:lnTo>
                <a:lnTo>
                  <a:pt x="14332" y="28774"/>
                </a:lnTo>
                <a:lnTo>
                  <a:pt x="15289" y="27802"/>
                </a:lnTo>
                <a:lnTo>
                  <a:pt x="14171" y="25565"/>
                </a:lnTo>
                <a:lnTo>
                  <a:pt x="15151" y="24308"/>
                </a:lnTo>
                <a:lnTo>
                  <a:pt x="17665" y="25427"/>
                </a:lnTo>
                <a:lnTo>
                  <a:pt x="18783" y="24308"/>
                </a:lnTo>
                <a:lnTo>
                  <a:pt x="17614" y="21970"/>
                </a:lnTo>
                <a:lnTo>
                  <a:pt x="18783" y="20800"/>
                </a:lnTo>
                <a:lnTo>
                  <a:pt x="21122" y="21969"/>
                </a:lnTo>
                <a:lnTo>
                  <a:pt x="22284" y="20800"/>
                </a:lnTo>
                <a:lnTo>
                  <a:pt x="21122" y="18461"/>
                </a:lnTo>
                <a:lnTo>
                  <a:pt x="22284" y="17292"/>
                </a:lnTo>
                <a:lnTo>
                  <a:pt x="24623" y="18461"/>
                </a:lnTo>
                <a:lnTo>
                  <a:pt x="25792" y="17292"/>
                </a:lnTo>
                <a:lnTo>
                  <a:pt x="24623" y="14953"/>
                </a:lnTo>
                <a:lnTo>
                  <a:pt x="25792" y="13783"/>
                </a:lnTo>
                <a:lnTo>
                  <a:pt x="28131" y="14953"/>
                </a:lnTo>
                <a:lnTo>
                  <a:pt x="29205" y="13871"/>
                </a:lnTo>
                <a:lnTo>
                  <a:pt x="28146" y="11247"/>
                </a:lnTo>
                <a:lnTo>
                  <a:pt x="29980" y="9990"/>
                </a:lnTo>
                <a:lnTo>
                  <a:pt x="34789" y="12008"/>
                </a:lnTo>
                <a:lnTo>
                  <a:pt x="36068" y="10451"/>
                </a:lnTo>
                <a:lnTo>
                  <a:pt x="35286" y="7557"/>
                </a:lnTo>
                <a:lnTo>
                  <a:pt x="37004" y="6745"/>
                </a:lnTo>
                <a:lnTo>
                  <a:pt x="41908" y="8375"/>
                </a:lnTo>
                <a:lnTo>
                  <a:pt x="42997" y="7045"/>
                </a:lnTo>
                <a:lnTo>
                  <a:pt x="42427" y="3939"/>
                </a:lnTo>
                <a:lnTo>
                  <a:pt x="44678" y="3274"/>
                </a:lnTo>
                <a:lnTo>
                  <a:pt x="47740" y="3844"/>
                </a:lnTo>
                <a:lnTo>
                  <a:pt x="53200" y="3844"/>
                </a:lnTo>
                <a:lnTo>
                  <a:pt x="56854" y="4136"/>
                </a:lnTo>
                <a:lnTo>
                  <a:pt x="60267" y="3837"/>
                </a:lnTo>
                <a:lnTo>
                  <a:pt x="60457" y="3822"/>
                </a:lnTo>
                <a:lnTo>
                  <a:pt x="60070" y="526"/>
                </a:lnTo>
                <a:lnTo>
                  <a:pt x="60560" y="36"/>
                </a:lnTo>
                <a:lnTo>
                  <a:pt x="64272" y="350"/>
                </a:lnTo>
                <a:lnTo>
                  <a:pt x="66955" y="0"/>
                </a:lnTo>
                <a:lnTo>
                  <a:pt x="67649" y="694"/>
                </a:lnTo>
                <a:lnTo>
                  <a:pt x="66830" y="3647"/>
                </a:lnTo>
                <a:lnTo>
                  <a:pt x="69059" y="4597"/>
                </a:lnTo>
                <a:lnTo>
                  <a:pt x="72341" y="3632"/>
                </a:lnTo>
                <a:lnTo>
                  <a:pt x="76573" y="4078"/>
                </a:lnTo>
                <a:lnTo>
                  <a:pt x="79014" y="3837"/>
                </a:lnTo>
                <a:lnTo>
                  <a:pt x="82244" y="3837"/>
                </a:lnTo>
                <a:lnTo>
                  <a:pt x="83940" y="3530"/>
                </a:lnTo>
                <a:lnTo>
                  <a:pt x="85197" y="3968"/>
                </a:lnTo>
                <a:lnTo>
                  <a:pt x="84488" y="7023"/>
                </a:lnTo>
                <a:lnTo>
                  <a:pt x="85146" y="7674"/>
                </a:lnTo>
                <a:lnTo>
                  <a:pt x="87806" y="7316"/>
                </a:lnTo>
                <a:lnTo>
                  <a:pt x="89180" y="7389"/>
                </a:lnTo>
                <a:lnTo>
                  <a:pt x="91058" y="6980"/>
                </a:lnTo>
                <a:lnTo>
                  <a:pt x="92294" y="7564"/>
                </a:lnTo>
                <a:lnTo>
                  <a:pt x="91431" y="10458"/>
                </a:lnTo>
                <a:lnTo>
                  <a:pt x="92155" y="11182"/>
                </a:lnTo>
                <a:lnTo>
                  <a:pt x="94822" y="10831"/>
                </a:lnTo>
                <a:lnTo>
                  <a:pt x="96006" y="10890"/>
                </a:lnTo>
                <a:lnTo>
                  <a:pt x="98301" y="10480"/>
                </a:lnTo>
                <a:lnTo>
                  <a:pt x="99405" y="11248"/>
                </a:lnTo>
                <a:lnTo>
                  <a:pt x="98331" y="13857"/>
                </a:lnTo>
                <a:lnTo>
                  <a:pt x="99325" y="14851"/>
                </a:lnTo>
                <a:lnTo>
                  <a:pt x="101970" y="13799"/>
                </a:lnTo>
                <a:lnTo>
                  <a:pt x="102840" y="15121"/>
                </a:lnTo>
                <a:lnTo>
                  <a:pt x="101751" y="17175"/>
                </a:lnTo>
                <a:lnTo>
                  <a:pt x="102833" y="18462"/>
                </a:lnTo>
                <a:lnTo>
                  <a:pt x="105289" y="17314"/>
                </a:lnTo>
                <a:lnTo>
                  <a:pt x="106429" y="18454"/>
                </a:lnTo>
                <a:lnTo>
                  <a:pt x="105260" y="20793"/>
                </a:lnTo>
                <a:lnTo>
                  <a:pt x="106429" y="21963"/>
                </a:lnTo>
                <a:lnTo>
                  <a:pt x="108767" y="20793"/>
                </a:lnTo>
                <a:lnTo>
                  <a:pt x="109834" y="21867"/>
                </a:lnTo>
                <a:lnTo>
                  <a:pt x="108790" y="24513"/>
                </a:lnTo>
                <a:lnTo>
                  <a:pt x="110105" y="25390"/>
                </a:lnTo>
                <a:lnTo>
                  <a:pt x="112166" y="24301"/>
                </a:lnTo>
                <a:lnTo>
                  <a:pt x="113445" y="25383"/>
                </a:lnTo>
                <a:lnTo>
                  <a:pt x="112298" y="27839"/>
                </a:lnTo>
                <a:lnTo>
                  <a:pt x="113350" y="28891"/>
                </a:lnTo>
                <a:lnTo>
                  <a:pt x="115974" y="27832"/>
                </a:lnTo>
                <a:lnTo>
                  <a:pt x="117231" y="29659"/>
                </a:lnTo>
                <a:lnTo>
                  <a:pt x="115214" y="34475"/>
                </a:lnTo>
                <a:lnTo>
                  <a:pt x="116771" y="35747"/>
                </a:lnTo>
                <a:lnTo>
                  <a:pt x="119657" y="34972"/>
                </a:lnTo>
                <a:lnTo>
                  <a:pt x="120462" y="36682"/>
                </a:lnTo>
                <a:lnTo>
                  <a:pt x="118839" y="41594"/>
                </a:lnTo>
                <a:lnTo>
                  <a:pt x="120176" y="42690"/>
                </a:lnTo>
                <a:lnTo>
                  <a:pt x="123268" y="42098"/>
                </a:lnTo>
                <a:lnTo>
                  <a:pt x="123955" y="44320"/>
                </a:lnTo>
                <a:lnTo>
                  <a:pt x="123370" y="47448"/>
                </a:lnTo>
                <a:lnTo>
                  <a:pt x="123370" y="50576"/>
                </a:lnTo>
                <a:lnTo>
                  <a:pt x="123231" y="51825"/>
                </a:lnTo>
                <a:lnTo>
                  <a:pt x="123495" y="54004"/>
                </a:lnTo>
                <a:lnTo>
                  <a:pt x="122647" y="59375"/>
                </a:lnTo>
                <a:lnTo>
                  <a:pt x="123561" y="60128"/>
                </a:lnTo>
                <a:lnTo>
                  <a:pt x="126871" y="59821"/>
                </a:lnTo>
                <a:lnTo>
                  <a:pt x="126930" y="61692"/>
                </a:lnTo>
                <a:lnTo>
                  <a:pt x="127544" y="65420"/>
                </a:lnTo>
                <a:lnTo>
                  <a:pt x="126689" y="67422"/>
                </a:lnTo>
                <a:lnTo>
                  <a:pt x="123729" y="66611"/>
                </a:lnTo>
                <a:lnTo>
                  <a:pt x="122976" y="67378"/>
                </a:lnTo>
                <a:lnTo>
                  <a:pt x="123473" y="69907"/>
                </a:lnTo>
                <a:lnTo>
                  <a:pt x="122983" y="72662"/>
                </a:lnTo>
                <a:lnTo>
                  <a:pt x="123370" y="75294"/>
                </a:lnTo>
                <a:lnTo>
                  <a:pt x="123370" y="79510"/>
                </a:lnTo>
                <a:lnTo>
                  <a:pt x="123948" y="82617"/>
                </a:lnTo>
                <a:lnTo>
                  <a:pt x="123254" y="84875"/>
                </a:lnTo>
                <a:lnTo>
                  <a:pt x="120162" y="84217"/>
                </a:lnTo>
                <a:lnTo>
                  <a:pt x="119526" y="84853"/>
                </a:lnTo>
                <a:lnTo>
                  <a:pt x="119891" y="87521"/>
                </a:lnTo>
                <a:lnTo>
                  <a:pt x="119818" y="88895"/>
                </a:lnTo>
                <a:lnTo>
                  <a:pt x="120228" y="90773"/>
                </a:lnTo>
                <a:lnTo>
                  <a:pt x="119643" y="92008"/>
                </a:lnTo>
                <a:lnTo>
                  <a:pt x="116749" y="91146"/>
                </a:lnTo>
                <a:lnTo>
                  <a:pt x="116025" y="91870"/>
                </a:lnTo>
                <a:lnTo>
                  <a:pt x="116383" y="94537"/>
                </a:lnTo>
                <a:lnTo>
                  <a:pt x="116325" y="95707"/>
                </a:lnTo>
                <a:lnTo>
                  <a:pt x="116727" y="98045"/>
                </a:lnTo>
                <a:lnTo>
                  <a:pt x="115937" y="99135"/>
                </a:lnTo>
                <a:lnTo>
                  <a:pt x="113365" y="98045"/>
                </a:lnTo>
                <a:lnTo>
                  <a:pt x="112364" y="99047"/>
                </a:lnTo>
                <a:lnTo>
                  <a:pt x="113416" y="101692"/>
                </a:lnTo>
                <a:lnTo>
                  <a:pt x="112093" y="102570"/>
                </a:lnTo>
                <a:lnTo>
                  <a:pt x="110032" y="101481"/>
                </a:lnTo>
                <a:lnTo>
                  <a:pt x="108753" y="102562"/>
                </a:lnTo>
                <a:lnTo>
                  <a:pt x="109900" y="105018"/>
                </a:lnTo>
                <a:lnTo>
                  <a:pt x="108760" y="106158"/>
                </a:lnTo>
                <a:lnTo>
                  <a:pt x="106429" y="104989"/>
                </a:lnTo>
                <a:lnTo>
                  <a:pt x="105259" y="106158"/>
                </a:lnTo>
                <a:lnTo>
                  <a:pt x="106429" y="108497"/>
                </a:lnTo>
                <a:lnTo>
                  <a:pt x="105355" y="109571"/>
                </a:lnTo>
                <a:lnTo>
                  <a:pt x="102709" y="108519"/>
                </a:lnTo>
                <a:lnTo>
                  <a:pt x="101876" y="109783"/>
                </a:lnTo>
                <a:lnTo>
                  <a:pt x="102920" y="112005"/>
                </a:lnTo>
                <a:lnTo>
                  <a:pt x="101751" y="113175"/>
                </a:lnTo>
                <a:lnTo>
                  <a:pt x="99420" y="112005"/>
                </a:lnTo>
                <a:lnTo>
                  <a:pt x="98345" y="113080"/>
                </a:lnTo>
                <a:lnTo>
                  <a:pt x="99390" y="115725"/>
                </a:lnTo>
                <a:lnTo>
                  <a:pt x="98024" y="116639"/>
                </a:lnTo>
                <a:lnTo>
                  <a:pt x="96145" y="115572"/>
                </a:lnTo>
                <a:lnTo>
                  <a:pt x="94625" y="116551"/>
                </a:lnTo>
                <a:lnTo>
                  <a:pt x="92403" y="115521"/>
                </a:lnTo>
                <a:lnTo>
                  <a:pt x="91336" y="116588"/>
                </a:lnTo>
                <a:lnTo>
                  <a:pt x="92381" y="119234"/>
                </a:lnTo>
                <a:lnTo>
                  <a:pt x="91015" y="120147"/>
                </a:lnTo>
                <a:lnTo>
                  <a:pt x="89144" y="119080"/>
                </a:lnTo>
                <a:lnTo>
                  <a:pt x="87609" y="120060"/>
                </a:lnTo>
                <a:lnTo>
                  <a:pt x="85394" y="119029"/>
                </a:lnTo>
                <a:lnTo>
                  <a:pt x="84510" y="119913"/>
                </a:lnTo>
                <a:lnTo>
                  <a:pt x="85168" y="123005"/>
                </a:lnTo>
                <a:lnTo>
                  <a:pt x="82909" y="123699"/>
                </a:lnTo>
                <a:lnTo>
                  <a:pt x="79803" y="123115"/>
                </a:lnTo>
                <a:lnTo>
                  <a:pt x="75586" y="123115"/>
                </a:lnTo>
                <a:lnTo>
                  <a:pt x="72955" y="122735"/>
                </a:lnTo>
                <a:lnTo>
                  <a:pt x="70200" y="123217"/>
                </a:lnTo>
                <a:lnTo>
                  <a:pt x="67664" y="122720"/>
                </a:lnTo>
                <a:lnTo>
                  <a:pt x="66911" y="123487"/>
                </a:lnTo>
                <a:lnTo>
                  <a:pt x="67722" y="126433"/>
                </a:lnTo>
                <a:lnTo>
                  <a:pt x="65712" y="1272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940748" y="835359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55253" y="113475"/>
                </a:moveTo>
                <a:lnTo>
                  <a:pt x="52666" y="112832"/>
                </a:lnTo>
                <a:lnTo>
                  <a:pt x="50210" y="113416"/>
                </a:lnTo>
                <a:lnTo>
                  <a:pt x="49538" y="112737"/>
                </a:lnTo>
                <a:lnTo>
                  <a:pt x="50056" y="109535"/>
                </a:lnTo>
                <a:lnTo>
                  <a:pt x="47652" y="109053"/>
                </a:lnTo>
                <a:lnTo>
                  <a:pt x="44948" y="109477"/>
                </a:lnTo>
                <a:lnTo>
                  <a:pt x="40848" y="109477"/>
                </a:lnTo>
                <a:lnTo>
                  <a:pt x="37544" y="110113"/>
                </a:lnTo>
                <a:lnTo>
                  <a:pt x="35359" y="109338"/>
                </a:lnTo>
                <a:lnTo>
                  <a:pt x="36083" y="106298"/>
                </a:lnTo>
                <a:lnTo>
                  <a:pt x="35169" y="105384"/>
                </a:lnTo>
                <a:lnTo>
                  <a:pt x="32947" y="106436"/>
                </a:lnTo>
                <a:lnTo>
                  <a:pt x="31544" y="105501"/>
                </a:lnTo>
                <a:lnTo>
                  <a:pt x="29329" y="106553"/>
                </a:lnTo>
                <a:lnTo>
                  <a:pt x="28313" y="105537"/>
                </a:lnTo>
                <a:lnTo>
                  <a:pt x="29249" y="102738"/>
                </a:lnTo>
                <a:lnTo>
                  <a:pt x="26917" y="101481"/>
                </a:lnTo>
                <a:lnTo>
                  <a:pt x="23643" y="103279"/>
                </a:lnTo>
                <a:lnTo>
                  <a:pt x="21283" y="102270"/>
                </a:lnTo>
                <a:lnTo>
                  <a:pt x="22094" y="99325"/>
                </a:lnTo>
                <a:lnTo>
                  <a:pt x="21129" y="98360"/>
                </a:lnTo>
                <a:lnTo>
                  <a:pt x="18842" y="99522"/>
                </a:lnTo>
                <a:lnTo>
                  <a:pt x="17628" y="98419"/>
                </a:lnTo>
                <a:lnTo>
                  <a:pt x="18790" y="96014"/>
                </a:lnTo>
                <a:lnTo>
                  <a:pt x="17731" y="94954"/>
                </a:lnTo>
                <a:lnTo>
                  <a:pt x="15085" y="96007"/>
                </a:lnTo>
                <a:lnTo>
                  <a:pt x="14208" y="94684"/>
                </a:lnTo>
                <a:lnTo>
                  <a:pt x="15297" y="92630"/>
                </a:lnTo>
                <a:lnTo>
                  <a:pt x="14222" y="91344"/>
                </a:lnTo>
                <a:lnTo>
                  <a:pt x="11767" y="92491"/>
                </a:lnTo>
                <a:lnTo>
                  <a:pt x="10634" y="91358"/>
                </a:lnTo>
                <a:lnTo>
                  <a:pt x="11650" y="89137"/>
                </a:lnTo>
                <a:lnTo>
                  <a:pt x="10773" y="87718"/>
                </a:lnTo>
                <a:lnTo>
                  <a:pt x="11789" y="85497"/>
                </a:lnTo>
                <a:lnTo>
                  <a:pt x="10722" y="84430"/>
                </a:lnTo>
                <a:lnTo>
                  <a:pt x="8076" y="85482"/>
                </a:lnTo>
                <a:lnTo>
                  <a:pt x="7169" y="84108"/>
                </a:lnTo>
                <a:lnTo>
                  <a:pt x="8229" y="82237"/>
                </a:lnTo>
                <a:lnTo>
                  <a:pt x="7257" y="80702"/>
                </a:lnTo>
                <a:lnTo>
                  <a:pt x="8288" y="78480"/>
                </a:lnTo>
                <a:lnTo>
                  <a:pt x="7367" y="77567"/>
                </a:lnTo>
                <a:lnTo>
                  <a:pt x="4348" y="78305"/>
                </a:lnTo>
                <a:lnTo>
                  <a:pt x="3552" y="76141"/>
                </a:lnTo>
                <a:lnTo>
                  <a:pt x="4202" y="72780"/>
                </a:lnTo>
                <a:lnTo>
                  <a:pt x="4202" y="68804"/>
                </a:lnTo>
                <a:lnTo>
                  <a:pt x="4728" y="65873"/>
                </a:lnTo>
                <a:lnTo>
                  <a:pt x="4114" y="63549"/>
                </a:lnTo>
                <a:lnTo>
                  <a:pt x="979" y="64148"/>
                </a:lnTo>
                <a:lnTo>
                  <a:pt x="365" y="63534"/>
                </a:lnTo>
                <a:lnTo>
                  <a:pt x="723" y="60874"/>
                </a:lnTo>
                <a:lnTo>
                  <a:pt x="701" y="55063"/>
                </a:lnTo>
                <a:lnTo>
                  <a:pt x="0" y="51460"/>
                </a:lnTo>
                <a:lnTo>
                  <a:pt x="884" y="49399"/>
                </a:lnTo>
                <a:lnTo>
                  <a:pt x="3836" y="50210"/>
                </a:lnTo>
                <a:lnTo>
                  <a:pt x="4597" y="49450"/>
                </a:lnTo>
                <a:lnTo>
                  <a:pt x="4100" y="46914"/>
                </a:lnTo>
                <a:lnTo>
                  <a:pt x="4582" y="44159"/>
                </a:lnTo>
                <a:lnTo>
                  <a:pt x="4202" y="41535"/>
                </a:lnTo>
                <a:lnTo>
                  <a:pt x="4202" y="38385"/>
                </a:lnTo>
                <a:lnTo>
                  <a:pt x="3902" y="36690"/>
                </a:lnTo>
                <a:lnTo>
                  <a:pt x="4334" y="35432"/>
                </a:lnTo>
                <a:lnTo>
                  <a:pt x="7389" y="36134"/>
                </a:lnTo>
                <a:lnTo>
                  <a:pt x="8039" y="35483"/>
                </a:lnTo>
                <a:lnTo>
                  <a:pt x="7681" y="32816"/>
                </a:lnTo>
                <a:lnTo>
                  <a:pt x="7754" y="31442"/>
                </a:lnTo>
                <a:lnTo>
                  <a:pt x="7345" y="29563"/>
                </a:lnTo>
                <a:lnTo>
                  <a:pt x="7930" y="28328"/>
                </a:lnTo>
                <a:lnTo>
                  <a:pt x="10824" y="29191"/>
                </a:lnTo>
                <a:lnTo>
                  <a:pt x="11547" y="28467"/>
                </a:lnTo>
                <a:lnTo>
                  <a:pt x="11182" y="25799"/>
                </a:lnTo>
                <a:lnTo>
                  <a:pt x="11248" y="24644"/>
                </a:lnTo>
                <a:lnTo>
                  <a:pt x="10846" y="22277"/>
                </a:lnTo>
                <a:lnTo>
                  <a:pt x="11642" y="21202"/>
                </a:lnTo>
                <a:lnTo>
                  <a:pt x="14200" y="22299"/>
                </a:lnTo>
                <a:lnTo>
                  <a:pt x="15202" y="21290"/>
                </a:lnTo>
                <a:lnTo>
                  <a:pt x="14157" y="18644"/>
                </a:lnTo>
                <a:lnTo>
                  <a:pt x="15421" y="17804"/>
                </a:lnTo>
                <a:lnTo>
                  <a:pt x="17635" y="18856"/>
                </a:lnTo>
                <a:lnTo>
                  <a:pt x="18805" y="17687"/>
                </a:lnTo>
                <a:lnTo>
                  <a:pt x="17636" y="15348"/>
                </a:lnTo>
                <a:lnTo>
                  <a:pt x="18710" y="14273"/>
                </a:lnTo>
                <a:lnTo>
                  <a:pt x="21355" y="15326"/>
                </a:lnTo>
                <a:lnTo>
                  <a:pt x="22087" y="14222"/>
                </a:lnTo>
                <a:lnTo>
                  <a:pt x="21217" y="11606"/>
                </a:lnTo>
                <a:lnTo>
                  <a:pt x="22993" y="10385"/>
                </a:lnTo>
                <a:lnTo>
                  <a:pt x="27809" y="12395"/>
                </a:lnTo>
                <a:lnTo>
                  <a:pt x="29081" y="10846"/>
                </a:lnTo>
                <a:lnTo>
                  <a:pt x="28299" y="7951"/>
                </a:lnTo>
                <a:lnTo>
                  <a:pt x="30016" y="7140"/>
                </a:lnTo>
                <a:lnTo>
                  <a:pt x="34920" y="8770"/>
                </a:lnTo>
                <a:lnTo>
                  <a:pt x="36009" y="7440"/>
                </a:lnTo>
                <a:lnTo>
                  <a:pt x="35447" y="4326"/>
                </a:lnTo>
                <a:lnTo>
                  <a:pt x="37712" y="3676"/>
                </a:lnTo>
                <a:lnTo>
                  <a:pt x="40738" y="4238"/>
                </a:lnTo>
                <a:lnTo>
                  <a:pt x="45043" y="4238"/>
                </a:lnTo>
                <a:lnTo>
                  <a:pt x="47528" y="4531"/>
                </a:lnTo>
                <a:lnTo>
                  <a:pt x="49786" y="4239"/>
                </a:lnTo>
                <a:lnTo>
                  <a:pt x="50006" y="4209"/>
                </a:lnTo>
                <a:lnTo>
                  <a:pt x="49567" y="950"/>
                </a:lnTo>
                <a:lnTo>
                  <a:pt x="50086" y="431"/>
                </a:lnTo>
                <a:lnTo>
                  <a:pt x="54427" y="760"/>
                </a:lnTo>
                <a:lnTo>
                  <a:pt x="55670" y="584"/>
                </a:lnTo>
                <a:lnTo>
                  <a:pt x="57855" y="869"/>
                </a:lnTo>
                <a:lnTo>
                  <a:pt x="63212" y="0"/>
                </a:lnTo>
                <a:lnTo>
                  <a:pt x="64082" y="1067"/>
                </a:lnTo>
                <a:lnTo>
                  <a:pt x="63461" y="4114"/>
                </a:lnTo>
                <a:lnTo>
                  <a:pt x="64689" y="4546"/>
                </a:lnTo>
                <a:lnTo>
                  <a:pt x="66384" y="4239"/>
                </a:lnTo>
                <a:lnTo>
                  <a:pt x="68306" y="4239"/>
                </a:lnTo>
                <a:lnTo>
                  <a:pt x="69885" y="3961"/>
                </a:lnTo>
                <a:lnTo>
                  <a:pt x="72882" y="4845"/>
                </a:lnTo>
                <a:lnTo>
                  <a:pt x="75864" y="3398"/>
                </a:lnTo>
                <a:lnTo>
                  <a:pt x="78283" y="4429"/>
                </a:lnTo>
                <a:lnTo>
                  <a:pt x="77464" y="7381"/>
                </a:lnTo>
                <a:lnTo>
                  <a:pt x="78356" y="8266"/>
                </a:lnTo>
                <a:lnTo>
                  <a:pt x="80651" y="7440"/>
                </a:lnTo>
                <a:lnTo>
                  <a:pt x="82039" y="8061"/>
                </a:lnTo>
                <a:lnTo>
                  <a:pt x="84327" y="7228"/>
                </a:lnTo>
                <a:lnTo>
                  <a:pt x="85219" y="8112"/>
                </a:lnTo>
                <a:lnTo>
                  <a:pt x="84400" y="11065"/>
                </a:lnTo>
                <a:lnTo>
                  <a:pt x="86644" y="12023"/>
                </a:lnTo>
                <a:lnTo>
                  <a:pt x="90254" y="10188"/>
                </a:lnTo>
                <a:lnTo>
                  <a:pt x="92425" y="11628"/>
                </a:lnTo>
                <a:lnTo>
                  <a:pt x="91373" y="14273"/>
                </a:lnTo>
                <a:lnTo>
                  <a:pt x="92447" y="15348"/>
                </a:lnTo>
                <a:lnTo>
                  <a:pt x="94786" y="14179"/>
                </a:lnTo>
                <a:lnTo>
                  <a:pt x="95955" y="15348"/>
                </a:lnTo>
                <a:lnTo>
                  <a:pt x="94786" y="17687"/>
                </a:lnTo>
                <a:lnTo>
                  <a:pt x="95933" y="18842"/>
                </a:lnTo>
                <a:lnTo>
                  <a:pt x="98338" y="17680"/>
                </a:lnTo>
                <a:lnTo>
                  <a:pt x="99434" y="18900"/>
                </a:lnTo>
                <a:lnTo>
                  <a:pt x="98279" y="21188"/>
                </a:lnTo>
                <a:lnTo>
                  <a:pt x="99244" y="22145"/>
                </a:lnTo>
                <a:lnTo>
                  <a:pt x="102190" y="21341"/>
                </a:lnTo>
                <a:lnTo>
                  <a:pt x="103198" y="23695"/>
                </a:lnTo>
                <a:lnTo>
                  <a:pt x="101393" y="26969"/>
                </a:lnTo>
                <a:lnTo>
                  <a:pt x="102650" y="29300"/>
                </a:lnTo>
                <a:lnTo>
                  <a:pt x="105456" y="28365"/>
                </a:lnTo>
                <a:lnTo>
                  <a:pt x="106465" y="29381"/>
                </a:lnTo>
                <a:lnTo>
                  <a:pt x="105420" y="31603"/>
                </a:lnTo>
                <a:lnTo>
                  <a:pt x="106348" y="33006"/>
                </a:lnTo>
                <a:lnTo>
                  <a:pt x="105296" y="35228"/>
                </a:lnTo>
                <a:lnTo>
                  <a:pt x="106217" y="36149"/>
                </a:lnTo>
                <a:lnTo>
                  <a:pt x="109250" y="35418"/>
                </a:lnTo>
                <a:lnTo>
                  <a:pt x="110032" y="37588"/>
                </a:lnTo>
                <a:lnTo>
                  <a:pt x="109388" y="40929"/>
                </a:lnTo>
                <a:lnTo>
                  <a:pt x="109388" y="43896"/>
                </a:lnTo>
                <a:lnTo>
                  <a:pt x="109162" y="45306"/>
                </a:lnTo>
                <a:lnTo>
                  <a:pt x="109520" y="46944"/>
                </a:lnTo>
                <a:lnTo>
                  <a:pt x="108972" y="49428"/>
                </a:lnTo>
                <a:lnTo>
                  <a:pt x="109871" y="50327"/>
                </a:lnTo>
                <a:lnTo>
                  <a:pt x="112524" y="49275"/>
                </a:lnTo>
                <a:lnTo>
                  <a:pt x="113262" y="50393"/>
                </a:lnTo>
                <a:lnTo>
                  <a:pt x="112860" y="52659"/>
                </a:lnTo>
                <a:lnTo>
                  <a:pt x="112984" y="55370"/>
                </a:lnTo>
                <a:lnTo>
                  <a:pt x="113379" y="58403"/>
                </a:lnTo>
                <a:lnTo>
                  <a:pt x="112736" y="60983"/>
                </a:lnTo>
                <a:lnTo>
                  <a:pt x="113321" y="63439"/>
                </a:lnTo>
                <a:lnTo>
                  <a:pt x="112641" y="64119"/>
                </a:lnTo>
                <a:lnTo>
                  <a:pt x="109432" y="63593"/>
                </a:lnTo>
                <a:lnTo>
                  <a:pt x="108957" y="66004"/>
                </a:lnTo>
                <a:lnTo>
                  <a:pt x="109388" y="68709"/>
                </a:lnTo>
                <a:lnTo>
                  <a:pt x="109388" y="72787"/>
                </a:lnTo>
                <a:lnTo>
                  <a:pt x="110032" y="76134"/>
                </a:lnTo>
                <a:lnTo>
                  <a:pt x="109235" y="78297"/>
                </a:lnTo>
                <a:lnTo>
                  <a:pt x="106209" y="77574"/>
                </a:lnTo>
                <a:lnTo>
                  <a:pt x="105551" y="78232"/>
                </a:lnTo>
                <a:lnTo>
                  <a:pt x="105909" y="80899"/>
                </a:lnTo>
                <a:lnTo>
                  <a:pt x="105836" y="82200"/>
                </a:lnTo>
                <a:lnTo>
                  <a:pt x="106253" y="84239"/>
                </a:lnTo>
                <a:lnTo>
                  <a:pt x="105602" y="85431"/>
                </a:lnTo>
                <a:lnTo>
                  <a:pt x="102803" y="84488"/>
                </a:lnTo>
                <a:lnTo>
                  <a:pt x="101802" y="85497"/>
                </a:lnTo>
                <a:lnTo>
                  <a:pt x="102818" y="87718"/>
                </a:lnTo>
                <a:lnTo>
                  <a:pt x="101933" y="89136"/>
                </a:lnTo>
                <a:lnTo>
                  <a:pt x="102949" y="91358"/>
                </a:lnTo>
                <a:lnTo>
                  <a:pt x="101890" y="92425"/>
                </a:lnTo>
                <a:lnTo>
                  <a:pt x="99244" y="91373"/>
                </a:lnTo>
                <a:lnTo>
                  <a:pt x="98367" y="92696"/>
                </a:lnTo>
                <a:lnTo>
                  <a:pt x="99456" y="94750"/>
                </a:lnTo>
                <a:lnTo>
                  <a:pt x="98374" y="96036"/>
                </a:lnTo>
                <a:lnTo>
                  <a:pt x="95918" y="94888"/>
                </a:lnTo>
                <a:lnTo>
                  <a:pt x="94800" y="96014"/>
                </a:lnTo>
                <a:lnTo>
                  <a:pt x="95962" y="98419"/>
                </a:lnTo>
                <a:lnTo>
                  <a:pt x="94742" y="99522"/>
                </a:lnTo>
                <a:lnTo>
                  <a:pt x="92454" y="98360"/>
                </a:lnTo>
                <a:lnTo>
                  <a:pt x="91489" y="99317"/>
                </a:lnTo>
                <a:lnTo>
                  <a:pt x="92308" y="102270"/>
                </a:lnTo>
                <a:lnTo>
                  <a:pt x="89947" y="103279"/>
                </a:lnTo>
                <a:lnTo>
                  <a:pt x="86673" y="101481"/>
                </a:lnTo>
                <a:lnTo>
                  <a:pt x="84341" y="102738"/>
                </a:lnTo>
                <a:lnTo>
                  <a:pt x="85277" y="105537"/>
                </a:lnTo>
                <a:lnTo>
                  <a:pt x="84261" y="106553"/>
                </a:lnTo>
                <a:lnTo>
                  <a:pt x="82039" y="105501"/>
                </a:lnTo>
                <a:lnTo>
                  <a:pt x="80636" y="106436"/>
                </a:lnTo>
                <a:lnTo>
                  <a:pt x="78422" y="105384"/>
                </a:lnTo>
                <a:lnTo>
                  <a:pt x="77501" y="106298"/>
                </a:lnTo>
                <a:lnTo>
                  <a:pt x="78231" y="109330"/>
                </a:lnTo>
                <a:lnTo>
                  <a:pt x="76068" y="110120"/>
                </a:lnTo>
                <a:lnTo>
                  <a:pt x="72728" y="109477"/>
                </a:lnTo>
                <a:lnTo>
                  <a:pt x="69753" y="109477"/>
                </a:lnTo>
                <a:lnTo>
                  <a:pt x="68343" y="109250"/>
                </a:lnTo>
                <a:lnTo>
                  <a:pt x="66706" y="109608"/>
                </a:lnTo>
                <a:lnTo>
                  <a:pt x="64221" y="109068"/>
                </a:lnTo>
                <a:lnTo>
                  <a:pt x="63322" y="109966"/>
                </a:lnTo>
                <a:lnTo>
                  <a:pt x="64374" y="112612"/>
                </a:lnTo>
                <a:lnTo>
                  <a:pt x="63256" y="113358"/>
                </a:lnTo>
                <a:lnTo>
                  <a:pt x="60990" y="112956"/>
                </a:lnTo>
                <a:lnTo>
                  <a:pt x="58279" y="113080"/>
                </a:lnTo>
                <a:lnTo>
                  <a:pt x="55253" y="113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158341" y="842288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4">
                <a:moveTo>
                  <a:pt x="48149" y="99522"/>
                </a:moveTo>
                <a:lnTo>
                  <a:pt x="45569" y="98879"/>
                </a:lnTo>
                <a:lnTo>
                  <a:pt x="43113" y="99464"/>
                </a:lnTo>
                <a:lnTo>
                  <a:pt x="42389" y="98733"/>
                </a:lnTo>
                <a:lnTo>
                  <a:pt x="43040" y="95634"/>
                </a:lnTo>
                <a:lnTo>
                  <a:pt x="40540" y="94874"/>
                </a:lnTo>
                <a:lnTo>
                  <a:pt x="37851" y="96073"/>
                </a:lnTo>
                <a:lnTo>
                  <a:pt x="35051" y="95371"/>
                </a:lnTo>
                <a:lnTo>
                  <a:pt x="32589" y="95956"/>
                </a:lnTo>
                <a:lnTo>
                  <a:pt x="31807" y="95159"/>
                </a:lnTo>
                <a:lnTo>
                  <a:pt x="32603" y="92199"/>
                </a:lnTo>
                <a:lnTo>
                  <a:pt x="30184" y="91183"/>
                </a:lnTo>
                <a:lnTo>
                  <a:pt x="27137" y="92864"/>
                </a:lnTo>
                <a:lnTo>
                  <a:pt x="24710" y="91826"/>
                </a:lnTo>
                <a:lnTo>
                  <a:pt x="25521" y="88873"/>
                </a:lnTo>
                <a:lnTo>
                  <a:pt x="24608" y="87960"/>
                </a:lnTo>
                <a:lnTo>
                  <a:pt x="22349" y="88873"/>
                </a:lnTo>
                <a:lnTo>
                  <a:pt x="20946" y="88143"/>
                </a:lnTo>
                <a:lnTo>
                  <a:pt x="18687" y="89056"/>
                </a:lnTo>
                <a:lnTo>
                  <a:pt x="17657" y="88018"/>
                </a:lnTo>
                <a:lnTo>
                  <a:pt x="18702" y="85373"/>
                </a:lnTo>
                <a:lnTo>
                  <a:pt x="17438" y="84532"/>
                </a:lnTo>
                <a:lnTo>
                  <a:pt x="15223" y="85584"/>
                </a:lnTo>
                <a:lnTo>
                  <a:pt x="14054" y="84415"/>
                </a:lnTo>
                <a:lnTo>
                  <a:pt x="15223" y="82076"/>
                </a:lnTo>
                <a:lnTo>
                  <a:pt x="14266" y="81126"/>
                </a:lnTo>
                <a:lnTo>
                  <a:pt x="11321" y="81937"/>
                </a:lnTo>
                <a:lnTo>
                  <a:pt x="10290" y="79518"/>
                </a:lnTo>
                <a:lnTo>
                  <a:pt x="11993" y="76441"/>
                </a:lnTo>
                <a:lnTo>
                  <a:pt x="10941" y="74029"/>
                </a:lnTo>
                <a:lnTo>
                  <a:pt x="7995" y="74848"/>
                </a:lnTo>
                <a:lnTo>
                  <a:pt x="7293" y="74146"/>
                </a:lnTo>
                <a:lnTo>
                  <a:pt x="7659" y="71479"/>
                </a:lnTo>
                <a:lnTo>
                  <a:pt x="7578" y="70061"/>
                </a:lnTo>
                <a:lnTo>
                  <a:pt x="7980" y="68277"/>
                </a:lnTo>
                <a:lnTo>
                  <a:pt x="7440" y="67013"/>
                </a:lnTo>
                <a:lnTo>
                  <a:pt x="4487" y="67824"/>
                </a:lnTo>
                <a:lnTo>
                  <a:pt x="3690" y="67028"/>
                </a:lnTo>
                <a:lnTo>
                  <a:pt x="4275" y="64572"/>
                </a:lnTo>
                <a:lnTo>
                  <a:pt x="3588" y="61795"/>
                </a:lnTo>
                <a:lnTo>
                  <a:pt x="4831" y="59039"/>
                </a:lnTo>
                <a:lnTo>
                  <a:pt x="3997" y="56562"/>
                </a:lnTo>
                <a:lnTo>
                  <a:pt x="928" y="57249"/>
                </a:lnTo>
                <a:lnTo>
                  <a:pt x="285" y="56598"/>
                </a:lnTo>
                <a:lnTo>
                  <a:pt x="650" y="53938"/>
                </a:lnTo>
                <a:lnTo>
                  <a:pt x="555" y="52264"/>
                </a:lnTo>
                <a:lnTo>
                  <a:pt x="621" y="48983"/>
                </a:lnTo>
                <a:lnTo>
                  <a:pt x="0" y="43406"/>
                </a:lnTo>
                <a:lnTo>
                  <a:pt x="913" y="42661"/>
                </a:lnTo>
                <a:lnTo>
                  <a:pt x="4049" y="43209"/>
                </a:lnTo>
                <a:lnTo>
                  <a:pt x="4662" y="40921"/>
                </a:lnTo>
                <a:lnTo>
                  <a:pt x="4122" y="37954"/>
                </a:lnTo>
                <a:lnTo>
                  <a:pt x="4122" y="34994"/>
                </a:lnTo>
                <a:lnTo>
                  <a:pt x="3800" y="33203"/>
                </a:lnTo>
                <a:lnTo>
                  <a:pt x="4282" y="31968"/>
                </a:lnTo>
                <a:lnTo>
                  <a:pt x="7286" y="32728"/>
                </a:lnTo>
                <a:lnTo>
                  <a:pt x="7959" y="32049"/>
                </a:lnTo>
                <a:lnTo>
                  <a:pt x="7600" y="29388"/>
                </a:lnTo>
                <a:lnTo>
                  <a:pt x="7673" y="28014"/>
                </a:lnTo>
                <a:lnTo>
                  <a:pt x="7264" y="26136"/>
                </a:lnTo>
                <a:lnTo>
                  <a:pt x="7849" y="24901"/>
                </a:lnTo>
                <a:lnTo>
                  <a:pt x="10743" y="25763"/>
                </a:lnTo>
                <a:lnTo>
                  <a:pt x="11467" y="25039"/>
                </a:lnTo>
                <a:lnTo>
                  <a:pt x="11109" y="22372"/>
                </a:lnTo>
                <a:lnTo>
                  <a:pt x="11167" y="21261"/>
                </a:lnTo>
                <a:lnTo>
                  <a:pt x="10772" y="18790"/>
                </a:lnTo>
                <a:lnTo>
                  <a:pt x="11613" y="17760"/>
                </a:lnTo>
                <a:lnTo>
                  <a:pt x="14091" y="18900"/>
                </a:lnTo>
                <a:lnTo>
                  <a:pt x="15223" y="17767"/>
                </a:lnTo>
                <a:lnTo>
                  <a:pt x="14054" y="15428"/>
                </a:lnTo>
                <a:lnTo>
                  <a:pt x="15223" y="14259"/>
                </a:lnTo>
                <a:lnTo>
                  <a:pt x="17555" y="15428"/>
                </a:lnTo>
                <a:lnTo>
                  <a:pt x="18644" y="14339"/>
                </a:lnTo>
                <a:lnTo>
                  <a:pt x="17569" y="11738"/>
                </a:lnTo>
                <a:lnTo>
                  <a:pt x="19411" y="10451"/>
                </a:lnTo>
                <a:lnTo>
                  <a:pt x="24220" y="12483"/>
                </a:lnTo>
                <a:lnTo>
                  <a:pt x="25499" y="10926"/>
                </a:lnTo>
                <a:lnTo>
                  <a:pt x="24717" y="8039"/>
                </a:lnTo>
                <a:lnTo>
                  <a:pt x="26435" y="7220"/>
                </a:lnTo>
                <a:lnTo>
                  <a:pt x="31339" y="8850"/>
                </a:lnTo>
                <a:lnTo>
                  <a:pt x="32421" y="7528"/>
                </a:lnTo>
                <a:lnTo>
                  <a:pt x="31873" y="4399"/>
                </a:lnTo>
                <a:lnTo>
                  <a:pt x="35388" y="3442"/>
                </a:lnTo>
                <a:lnTo>
                  <a:pt x="39408" y="4831"/>
                </a:lnTo>
                <a:lnTo>
                  <a:pt x="42682" y="4326"/>
                </a:lnTo>
                <a:lnTo>
                  <a:pt x="42923" y="4290"/>
                </a:lnTo>
                <a:lnTo>
                  <a:pt x="42455" y="1052"/>
                </a:lnTo>
                <a:lnTo>
                  <a:pt x="42974" y="526"/>
                </a:lnTo>
                <a:lnTo>
                  <a:pt x="47271" y="869"/>
                </a:lnTo>
                <a:lnTo>
                  <a:pt x="48631" y="584"/>
                </a:lnTo>
                <a:lnTo>
                  <a:pt x="51744" y="1271"/>
                </a:lnTo>
                <a:lnTo>
                  <a:pt x="54785" y="0"/>
                </a:lnTo>
                <a:lnTo>
                  <a:pt x="57153" y="1008"/>
                </a:lnTo>
                <a:lnTo>
                  <a:pt x="56334" y="3961"/>
                </a:lnTo>
                <a:lnTo>
                  <a:pt x="57197" y="4816"/>
                </a:lnTo>
                <a:lnTo>
                  <a:pt x="59543" y="4070"/>
                </a:lnTo>
                <a:lnTo>
                  <a:pt x="61450" y="4794"/>
                </a:lnTo>
                <a:lnTo>
                  <a:pt x="66457" y="3383"/>
                </a:lnTo>
                <a:lnTo>
                  <a:pt x="67546" y="4706"/>
                </a:lnTo>
                <a:lnTo>
                  <a:pt x="66815" y="7659"/>
                </a:lnTo>
                <a:lnTo>
                  <a:pt x="69205" y="8682"/>
                </a:lnTo>
                <a:lnTo>
                  <a:pt x="72267" y="6987"/>
                </a:lnTo>
                <a:lnTo>
                  <a:pt x="74686" y="8025"/>
                </a:lnTo>
                <a:lnTo>
                  <a:pt x="73875" y="10977"/>
                </a:lnTo>
                <a:lnTo>
                  <a:pt x="74788" y="11891"/>
                </a:lnTo>
                <a:lnTo>
                  <a:pt x="77047" y="10977"/>
                </a:lnTo>
                <a:lnTo>
                  <a:pt x="78450" y="11708"/>
                </a:lnTo>
                <a:lnTo>
                  <a:pt x="80709" y="10802"/>
                </a:lnTo>
                <a:lnTo>
                  <a:pt x="81739" y="11832"/>
                </a:lnTo>
                <a:lnTo>
                  <a:pt x="80694" y="14478"/>
                </a:lnTo>
                <a:lnTo>
                  <a:pt x="81958" y="15319"/>
                </a:lnTo>
                <a:lnTo>
                  <a:pt x="84173" y="14266"/>
                </a:lnTo>
                <a:lnTo>
                  <a:pt x="85342" y="15436"/>
                </a:lnTo>
                <a:lnTo>
                  <a:pt x="84173" y="17774"/>
                </a:lnTo>
                <a:lnTo>
                  <a:pt x="85130" y="18724"/>
                </a:lnTo>
                <a:lnTo>
                  <a:pt x="88075" y="17921"/>
                </a:lnTo>
                <a:lnTo>
                  <a:pt x="89106" y="20332"/>
                </a:lnTo>
                <a:lnTo>
                  <a:pt x="87410" y="23409"/>
                </a:lnTo>
                <a:lnTo>
                  <a:pt x="88456" y="25821"/>
                </a:lnTo>
                <a:lnTo>
                  <a:pt x="91401" y="25003"/>
                </a:lnTo>
                <a:lnTo>
                  <a:pt x="92103" y="25704"/>
                </a:lnTo>
                <a:lnTo>
                  <a:pt x="91737" y="28372"/>
                </a:lnTo>
                <a:lnTo>
                  <a:pt x="91818" y="29782"/>
                </a:lnTo>
                <a:lnTo>
                  <a:pt x="91408" y="31588"/>
                </a:lnTo>
                <a:lnTo>
                  <a:pt x="91964" y="32838"/>
                </a:lnTo>
                <a:lnTo>
                  <a:pt x="94902" y="32012"/>
                </a:lnTo>
                <a:lnTo>
                  <a:pt x="95603" y="32721"/>
                </a:lnTo>
                <a:lnTo>
                  <a:pt x="95245" y="35388"/>
                </a:lnTo>
                <a:lnTo>
                  <a:pt x="95326" y="36828"/>
                </a:lnTo>
                <a:lnTo>
                  <a:pt x="94931" y="38546"/>
                </a:lnTo>
                <a:lnTo>
                  <a:pt x="95545" y="40081"/>
                </a:lnTo>
                <a:lnTo>
                  <a:pt x="94777" y="42405"/>
                </a:lnTo>
                <a:lnTo>
                  <a:pt x="95764" y="43391"/>
                </a:lnTo>
                <a:lnTo>
                  <a:pt x="98410" y="42339"/>
                </a:lnTo>
                <a:lnTo>
                  <a:pt x="99155" y="43464"/>
                </a:lnTo>
                <a:lnTo>
                  <a:pt x="98739" y="45716"/>
                </a:lnTo>
                <a:lnTo>
                  <a:pt x="98885" y="48427"/>
                </a:lnTo>
                <a:lnTo>
                  <a:pt x="99265" y="51475"/>
                </a:lnTo>
                <a:lnTo>
                  <a:pt x="98622" y="54047"/>
                </a:lnTo>
                <a:lnTo>
                  <a:pt x="99207" y="56503"/>
                </a:lnTo>
                <a:lnTo>
                  <a:pt x="98475" y="57234"/>
                </a:lnTo>
                <a:lnTo>
                  <a:pt x="95377" y="56584"/>
                </a:lnTo>
                <a:lnTo>
                  <a:pt x="94616" y="59076"/>
                </a:lnTo>
                <a:lnTo>
                  <a:pt x="95815" y="61773"/>
                </a:lnTo>
                <a:lnTo>
                  <a:pt x="95121" y="64572"/>
                </a:lnTo>
                <a:lnTo>
                  <a:pt x="95706" y="67027"/>
                </a:lnTo>
                <a:lnTo>
                  <a:pt x="94909" y="67824"/>
                </a:lnTo>
                <a:lnTo>
                  <a:pt x="91949" y="67020"/>
                </a:lnTo>
                <a:lnTo>
                  <a:pt x="90941" y="69447"/>
                </a:lnTo>
                <a:lnTo>
                  <a:pt x="92614" y="72494"/>
                </a:lnTo>
                <a:lnTo>
                  <a:pt x="91583" y="74914"/>
                </a:lnTo>
                <a:lnTo>
                  <a:pt x="88624" y="74110"/>
                </a:lnTo>
                <a:lnTo>
                  <a:pt x="87717" y="75023"/>
                </a:lnTo>
                <a:lnTo>
                  <a:pt x="88631" y="77274"/>
                </a:lnTo>
                <a:lnTo>
                  <a:pt x="87900" y="78692"/>
                </a:lnTo>
                <a:lnTo>
                  <a:pt x="88806" y="80943"/>
                </a:lnTo>
                <a:lnTo>
                  <a:pt x="87776" y="81981"/>
                </a:lnTo>
                <a:lnTo>
                  <a:pt x="85130" y="80929"/>
                </a:lnTo>
                <a:lnTo>
                  <a:pt x="84297" y="82193"/>
                </a:lnTo>
                <a:lnTo>
                  <a:pt x="85342" y="84415"/>
                </a:lnTo>
                <a:lnTo>
                  <a:pt x="84173" y="85585"/>
                </a:lnTo>
                <a:lnTo>
                  <a:pt x="81841" y="84415"/>
                </a:lnTo>
                <a:lnTo>
                  <a:pt x="80884" y="85365"/>
                </a:lnTo>
                <a:lnTo>
                  <a:pt x="81695" y="88318"/>
                </a:lnTo>
                <a:lnTo>
                  <a:pt x="79276" y="89356"/>
                </a:lnTo>
                <a:lnTo>
                  <a:pt x="76207" y="87653"/>
                </a:lnTo>
                <a:lnTo>
                  <a:pt x="73787" y="88698"/>
                </a:lnTo>
                <a:lnTo>
                  <a:pt x="74613" y="91643"/>
                </a:lnTo>
                <a:lnTo>
                  <a:pt x="73904" y="92345"/>
                </a:lnTo>
                <a:lnTo>
                  <a:pt x="71244" y="91994"/>
                </a:lnTo>
                <a:lnTo>
                  <a:pt x="69841" y="92060"/>
                </a:lnTo>
                <a:lnTo>
                  <a:pt x="68035" y="91665"/>
                </a:lnTo>
                <a:lnTo>
                  <a:pt x="66778" y="92214"/>
                </a:lnTo>
                <a:lnTo>
                  <a:pt x="67604" y="95151"/>
                </a:lnTo>
                <a:lnTo>
                  <a:pt x="66895" y="95861"/>
                </a:lnTo>
                <a:lnTo>
                  <a:pt x="64235" y="95503"/>
                </a:lnTo>
                <a:lnTo>
                  <a:pt x="62788" y="95575"/>
                </a:lnTo>
                <a:lnTo>
                  <a:pt x="61078" y="95181"/>
                </a:lnTo>
                <a:lnTo>
                  <a:pt x="59536" y="95802"/>
                </a:lnTo>
                <a:lnTo>
                  <a:pt x="57211" y="95027"/>
                </a:lnTo>
                <a:lnTo>
                  <a:pt x="56225" y="96014"/>
                </a:lnTo>
                <a:lnTo>
                  <a:pt x="57277" y="98660"/>
                </a:lnTo>
                <a:lnTo>
                  <a:pt x="56159" y="99405"/>
                </a:lnTo>
                <a:lnTo>
                  <a:pt x="53901" y="99003"/>
                </a:lnTo>
                <a:lnTo>
                  <a:pt x="51196" y="99135"/>
                </a:lnTo>
                <a:lnTo>
                  <a:pt x="48149" y="995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379522" y="853178"/>
            <a:ext cx="78105" cy="78105"/>
          </a:xfrm>
          <a:custGeom>
            <a:avLst/>
            <a:gdLst/>
            <a:ahLst/>
            <a:cxnLst/>
            <a:rect l="l" t="t" r="r" b="b"/>
            <a:pathLst>
              <a:path w="78105" h="78105">
                <a:moveTo>
                  <a:pt x="25455" y="78078"/>
                </a:moveTo>
                <a:lnTo>
                  <a:pt x="24696" y="77318"/>
                </a:lnTo>
                <a:lnTo>
                  <a:pt x="25375" y="74241"/>
                </a:lnTo>
                <a:lnTo>
                  <a:pt x="23797" y="73722"/>
                </a:lnTo>
                <a:lnTo>
                  <a:pt x="18732" y="75023"/>
                </a:lnTo>
                <a:lnTo>
                  <a:pt x="17716" y="73781"/>
                </a:lnTo>
                <a:lnTo>
                  <a:pt x="18344" y="70733"/>
                </a:lnTo>
                <a:lnTo>
                  <a:pt x="16334" y="70039"/>
                </a:lnTo>
                <a:lnTo>
                  <a:pt x="12307" y="71654"/>
                </a:lnTo>
                <a:lnTo>
                  <a:pt x="10407" y="70163"/>
                </a:lnTo>
                <a:lnTo>
                  <a:pt x="11423" y="67693"/>
                </a:lnTo>
                <a:lnTo>
                  <a:pt x="10970" y="67100"/>
                </a:lnTo>
                <a:lnTo>
                  <a:pt x="10378" y="66647"/>
                </a:lnTo>
                <a:lnTo>
                  <a:pt x="7907" y="67671"/>
                </a:lnTo>
                <a:lnTo>
                  <a:pt x="6497" y="65873"/>
                </a:lnTo>
                <a:lnTo>
                  <a:pt x="8638" y="61042"/>
                </a:lnTo>
                <a:lnTo>
                  <a:pt x="7125" y="59806"/>
                </a:lnTo>
                <a:lnTo>
                  <a:pt x="4078" y="60435"/>
                </a:lnTo>
                <a:lnTo>
                  <a:pt x="3661" y="59207"/>
                </a:lnTo>
                <a:lnTo>
                  <a:pt x="3961" y="57512"/>
                </a:lnTo>
                <a:lnTo>
                  <a:pt x="3961" y="55619"/>
                </a:lnTo>
                <a:lnTo>
                  <a:pt x="4253" y="53974"/>
                </a:lnTo>
                <a:lnTo>
                  <a:pt x="3836" y="52702"/>
                </a:lnTo>
                <a:lnTo>
                  <a:pt x="760" y="53375"/>
                </a:lnTo>
                <a:lnTo>
                  <a:pt x="124" y="52739"/>
                </a:lnTo>
                <a:lnTo>
                  <a:pt x="482" y="50071"/>
                </a:lnTo>
                <a:lnTo>
                  <a:pt x="153" y="43749"/>
                </a:lnTo>
                <a:lnTo>
                  <a:pt x="453" y="37836"/>
                </a:lnTo>
                <a:lnTo>
                  <a:pt x="453" y="31040"/>
                </a:lnTo>
                <a:lnTo>
                  <a:pt x="175" y="29446"/>
                </a:lnTo>
                <a:lnTo>
                  <a:pt x="650" y="27868"/>
                </a:lnTo>
                <a:lnTo>
                  <a:pt x="0" y="25463"/>
                </a:lnTo>
                <a:lnTo>
                  <a:pt x="767" y="24703"/>
                </a:lnTo>
                <a:lnTo>
                  <a:pt x="3844" y="25383"/>
                </a:lnTo>
                <a:lnTo>
                  <a:pt x="4356" y="23804"/>
                </a:lnTo>
                <a:lnTo>
                  <a:pt x="3062" y="18732"/>
                </a:lnTo>
                <a:lnTo>
                  <a:pt x="4297" y="17716"/>
                </a:lnTo>
                <a:lnTo>
                  <a:pt x="7345" y="18344"/>
                </a:lnTo>
                <a:lnTo>
                  <a:pt x="8039" y="16349"/>
                </a:lnTo>
                <a:lnTo>
                  <a:pt x="6416" y="12315"/>
                </a:lnTo>
                <a:lnTo>
                  <a:pt x="7914" y="10407"/>
                </a:lnTo>
                <a:lnTo>
                  <a:pt x="10378" y="11431"/>
                </a:lnTo>
                <a:lnTo>
                  <a:pt x="10970" y="10977"/>
                </a:lnTo>
                <a:lnTo>
                  <a:pt x="11437" y="10276"/>
                </a:lnTo>
                <a:lnTo>
                  <a:pt x="10385" y="8054"/>
                </a:lnTo>
                <a:lnTo>
                  <a:pt x="11306" y="7140"/>
                </a:lnTo>
                <a:lnTo>
                  <a:pt x="13966" y="7498"/>
                </a:lnTo>
                <a:lnTo>
                  <a:pt x="15333" y="7425"/>
                </a:lnTo>
                <a:lnTo>
                  <a:pt x="17218" y="7834"/>
                </a:lnTo>
                <a:lnTo>
                  <a:pt x="18446" y="7250"/>
                </a:lnTo>
                <a:lnTo>
                  <a:pt x="17584" y="4356"/>
                </a:lnTo>
                <a:lnTo>
                  <a:pt x="18315" y="3632"/>
                </a:lnTo>
                <a:lnTo>
                  <a:pt x="20975" y="3990"/>
                </a:lnTo>
                <a:lnTo>
                  <a:pt x="22480" y="3910"/>
                </a:lnTo>
                <a:lnTo>
                  <a:pt x="24059" y="4275"/>
                </a:lnTo>
                <a:lnTo>
                  <a:pt x="25367" y="3837"/>
                </a:lnTo>
                <a:lnTo>
                  <a:pt x="24666" y="767"/>
                </a:lnTo>
                <a:lnTo>
                  <a:pt x="25324" y="124"/>
                </a:lnTo>
                <a:lnTo>
                  <a:pt x="27984" y="482"/>
                </a:lnTo>
                <a:lnTo>
                  <a:pt x="34298" y="146"/>
                </a:lnTo>
                <a:lnTo>
                  <a:pt x="40218" y="453"/>
                </a:lnTo>
                <a:lnTo>
                  <a:pt x="47008" y="453"/>
                </a:lnTo>
                <a:lnTo>
                  <a:pt x="48609" y="168"/>
                </a:lnTo>
                <a:lnTo>
                  <a:pt x="50180" y="650"/>
                </a:lnTo>
                <a:lnTo>
                  <a:pt x="52592" y="0"/>
                </a:lnTo>
                <a:lnTo>
                  <a:pt x="53352" y="760"/>
                </a:lnTo>
                <a:lnTo>
                  <a:pt x="52672" y="3844"/>
                </a:lnTo>
                <a:lnTo>
                  <a:pt x="54251" y="4356"/>
                </a:lnTo>
                <a:lnTo>
                  <a:pt x="59316" y="3055"/>
                </a:lnTo>
                <a:lnTo>
                  <a:pt x="60332" y="4297"/>
                </a:lnTo>
                <a:lnTo>
                  <a:pt x="59703" y="7345"/>
                </a:lnTo>
                <a:lnTo>
                  <a:pt x="61706" y="8039"/>
                </a:lnTo>
                <a:lnTo>
                  <a:pt x="65740" y="6424"/>
                </a:lnTo>
                <a:lnTo>
                  <a:pt x="67655" y="7908"/>
                </a:lnTo>
                <a:lnTo>
                  <a:pt x="66632" y="10393"/>
                </a:lnTo>
                <a:lnTo>
                  <a:pt x="67071" y="10977"/>
                </a:lnTo>
                <a:lnTo>
                  <a:pt x="67780" y="11445"/>
                </a:lnTo>
                <a:lnTo>
                  <a:pt x="69994" y="10393"/>
                </a:lnTo>
                <a:lnTo>
                  <a:pt x="70915" y="11313"/>
                </a:lnTo>
                <a:lnTo>
                  <a:pt x="70549" y="13974"/>
                </a:lnTo>
                <a:lnTo>
                  <a:pt x="70622" y="15348"/>
                </a:lnTo>
                <a:lnTo>
                  <a:pt x="70213" y="17226"/>
                </a:lnTo>
                <a:lnTo>
                  <a:pt x="70798" y="18461"/>
                </a:lnTo>
                <a:lnTo>
                  <a:pt x="73692" y="17599"/>
                </a:lnTo>
                <a:lnTo>
                  <a:pt x="74416" y="18330"/>
                </a:lnTo>
                <a:lnTo>
                  <a:pt x="74058" y="20990"/>
                </a:lnTo>
                <a:lnTo>
                  <a:pt x="74138" y="22496"/>
                </a:lnTo>
                <a:lnTo>
                  <a:pt x="73765" y="24074"/>
                </a:lnTo>
                <a:lnTo>
                  <a:pt x="74211" y="25383"/>
                </a:lnTo>
                <a:lnTo>
                  <a:pt x="77274" y="24688"/>
                </a:lnTo>
                <a:lnTo>
                  <a:pt x="77916" y="25339"/>
                </a:lnTo>
                <a:lnTo>
                  <a:pt x="77558" y="27999"/>
                </a:lnTo>
                <a:lnTo>
                  <a:pt x="77895" y="34314"/>
                </a:lnTo>
                <a:lnTo>
                  <a:pt x="77588" y="40234"/>
                </a:lnTo>
                <a:lnTo>
                  <a:pt x="77588" y="47031"/>
                </a:lnTo>
                <a:lnTo>
                  <a:pt x="77873" y="48624"/>
                </a:lnTo>
                <a:lnTo>
                  <a:pt x="77390" y="50203"/>
                </a:lnTo>
                <a:lnTo>
                  <a:pt x="78041" y="52615"/>
                </a:lnTo>
                <a:lnTo>
                  <a:pt x="77273" y="53375"/>
                </a:lnTo>
                <a:lnTo>
                  <a:pt x="74197" y="52703"/>
                </a:lnTo>
                <a:lnTo>
                  <a:pt x="73685" y="54281"/>
                </a:lnTo>
                <a:lnTo>
                  <a:pt x="74986" y="59346"/>
                </a:lnTo>
                <a:lnTo>
                  <a:pt x="73743" y="60362"/>
                </a:lnTo>
                <a:lnTo>
                  <a:pt x="70696" y="59733"/>
                </a:lnTo>
                <a:lnTo>
                  <a:pt x="70009" y="61729"/>
                </a:lnTo>
                <a:lnTo>
                  <a:pt x="71624" y="65770"/>
                </a:lnTo>
                <a:lnTo>
                  <a:pt x="70126" y="67671"/>
                </a:lnTo>
                <a:lnTo>
                  <a:pt x="67663" y="66647"/>
                </a:lnTo>
                <a:lnTo>
                  <a:pt x="67071" y="67100"/>
                </a:lnTo>
                <a:lnTo>
                  <a:pt x="66610" y="67802"/>
                </a:lnTo>
                <a:lnTo>
                  <a:pt x="67656" y="70024"/>
                </a:lnTo>
                <a:lnTo>
                  <a:pt x="66742" y="70938"/>
                </a:lnTo>
                <a:lnTo>
                  <a:pt x="64082" y="70579"/>
                </a:lnTo>
                <a:lnTo>
                  <a:pt x="62708" y="70653"/>
                </a:lnTo>
                <a:lnTo>
                  <a:pt x="60829" y="70243"/>
                </a:lnTo>
                <a:lnTo>
                  <a:pt x="59602" y="70828"/>
                </a:lnTo>
                <a:lnTo>
                  <a:pt x="60464" y="73722"/>
                </a:lnTo>
                <a:lnTo>
                  <a:pt x="59733" y="74446"/>
                </a:lnTo>
                <a:lnTo>
                  <a:pt x="57066" y="74095"/>
                </a:lnTo>
                <a:lnTo>
                  <a:pt x="55567" y="74168"/>
                </a:lnTo>
                <a:lnTo>
                  <a:pt x="53981" y="73803"/>
                </a:lnTo>
                <a:lnTo>
                  <a:pt x="52680" y="74241"/>
                </a:lnTo>
                <a:lnTo>
                  <a:pt x="53375" y="77311"/>
                </a:lnTo>
                <a:lnTo>
                  <a:pt x="52724" y="77954"/>
                </a:lnTo>
                <a:lnTo>
                  <a:pt x="50064" y="77596"/>
                </a:lnTo>
                <a:lnTo>
                  <a:pt x="43742" y="77932"/>
                </a:lnTo>
                <a:lnTo>
                  <a:pt x="37829" y="77625"/>
                </a:lnTo>
                <a:lnTo>
                  <a:pt x="31032" y="77625"/>
                </a:lnTo>
                <a:lnTo>
                  <a:pt x="29431" y="77910"/>
                </a:lnTo>
                <a:lnTo>
                  <a:pt x="27860" y="77428"/>
                </a:lnTo>
                <a:lnTo>
                  <a:pt x="25455" y="780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object 8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96712" y="860128"/>
            <a:ext cx="64608" cy="64411"/>
          </a:xfrm>
          <a:prstGeom prst="rect">
            <a:avLst/>
          </a:prstGeom>
        </p:spPr>
      </p:pic>
      <p:sp>
        <p:nvSpPr>
          <p:cNvPr id="89" name="object 89"/>
          <p:cNvSpPr/>
          <p:nvPr/>
        </p:nvSpPr>
        <p:spPr>
          <a:xfrm>
            <a:off x="2817727" y="870433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32420" y="891"/>
                </a:moveTo>
                <a:lnTo>
                  <a:pt x="26346" y="891"/>
                </a:lnTo>
                <a:lnTo>
                  <a:pt x="31696" y="0"/>
                </a:lnTo>
                <a:lnTo>
                  <a:pt x="32295" y="738"/>
                </a:lnTo>
                <a:lnTo>
                  <a:pt x="32420" y="891"/>
                </a:lnTo>
                <a:close/>
              </a:path>
              <a:path w="43814" h="43815">
                <a:moveTo>
                  <a:pt x="33018" y="4604"/>
                </a:moveTo>
                <a:lnTo>
                  <a:pt x="10529" y="4604"/>
                </a:lnTo>
                <a:lnTo>
                  <a:pt x="11258" y="4239"/>
                </a:lnTo>
                <a:lnTo>
                  <a:pt x="11619" y="3698"/>
                </a:lnTo>
                <a:lnTo>
                  <a:pt x="11680" y="3457"/>
                </a:lnTo>
                <a:lnTo>
                  <a:pt x="10668" y="1323"/>
                </a:lnTo>
                <a:lnTo>
                  <a:pt x="11707" y="285"/>
                </a:lnTo>
                <a:lnTo>
                  <a:pt x="13956" y="891"/>
                </a:lnTo>
                <a:lnTo>
                  <a:pt x="32420" y="891"/>
                </a:lnTo>
                <a:lnTo>
                  <a:pt x="32770" y="1323"/>
                </a:lnTo>
                <a:lnTo>
                  <a:pt x="32924" y="1323"/>
                </a:lnTo>
                <a:lnTo>
                  <a:pt x="31842" y="3457"/>
                </a:lnTo>
                <a:lnTo>
                  <a:pt x="32291" y="4239"/>
                </a:lnTo>
                <a:lnTo>
                  <a:pt x="33018" y="4604"/>
                </a:lnTo>
                <a:close/>
              </a:path>
              <a:path w="43814" h="43815">
                <a:moveTo>
                  <a:pt x="26346" y="891"/>
                </a:moveTo>
                <a:lnTo>
                  <a:pt x="14264" y="891"/>
                </a:lnTo>
                <a:lnTo>
                  <a:pt x="15786" y="431"/>
                </a:lnTo>
                <a:lnTo>
                  <a:pt x="15521" y="431"/>
                </a:lnTo>
                <a:lnTo>
                  <a:pt x="17290" y="738"/>
                </a:lnTo>
                <a:lnTo>
                  <a:pt x="25244" y="738"/>
                </a:lnTo>
                <a:lnTo>
                  <a:pt x="26346" y="891"/>
                </a:lnTo>
                <a:close/>
              </a:path>
              <a:path w="43814" h="43815">
                <a:moveTo>
                  <a:pt x="25244" y="738"/>
                </a:moveTo>
                <a:lnTo>
                  <a:pt x="20521" y="738"/>
                </a:lnTo>
                <a:lnTo>
                  <a:pt x="23042" y="431"/>
                </a:lnTo>
                <a:lnTo>
                  <a:pt x="25244" y="738"/>
                </a:lnTo>
                <a:close/>
              </a:path>
              <a:path w="43814" h="43815">
                <a:moveTo>
                  <a:pt x="35347" y="7155"/>
                </a:moveTo>
                <a:lnTo>
                  <a:pt x="8197" y="7155"/>
                </a:lnTo>
                <a:lnTo>
                  <a:pt x="7189" y="4604"/>
                </a:lnTo>
                <a:lnTo>
                  <a:pt x="8602" y="3698"/>
                </a:lnTo>
                <a:lnTo>
                  <a:pt x="9540" y="4239"/>
                </a:lnTo>
                <a:lnTo>
                  <a:pt x="10243" y="4604"/>
                </a:lnTo>
                <a:lnTo>
                  <a:pt x="36375" y="4604"/>
                </a:lnTo>
                <a:lnTo>
                  <a:pt x="35347" y="7155"/>
                </a:lnTo>
                <a:close/>
              </a:path>
              <a:path w="43814" h="43815">
                <a:moveTo>
                  <a:pt x="36334" y="4604"/>
                </a:moveTo>
                <a:lnTo>
                  <a:pt x="33302" y="4604"/>
                </a:lnTo>
                <a:lnTo>
                  <a:pt x="35006" y="3698"/>
                </a:lnTo>
                <a:lnTo>
                  <a:pt x="36334" y="4604"/>
                </a:lnTo>
                <a:close/>
              </a:path>
              <a:path w="43814" h="43815">
                <a:moveTo>
                  <a:pt x="39750" y="11701"/>
                </a:moveTo>
                <a:lnTo>
                  <a:pt x="3455" y="11701"/>
                </a:lnTo>
                <a:lnTo>
                  <a:pt x="4244" y="11248"/>
                </a:lnTo>
                <a:lnTo>
                  <a:pt x="4646" y="10298"/>
                </a:lnTo>
                <a:lnTo>
                  <a:pt x="3747" y="8631"/>
                </a:lnTo>
                <a:lnTo>
                  <a:pt x="4570" y="7155"/>
                </a:lnTo>
                <a:lnTo>
                  <a:pt x="4316" y="7155"/>
                </a:lnTo>
                <a:lnTo>
                  <a:pt x="7314" y="8178"/>
                </a:lnTo>
                <a:lnTo>
                  <a:pt x="39963" y="8178"/>
                </a:lnTo>
                <a:lnTo>
                  <a:pt x="38712" y="10656"/>
                </a:lnTo>
                <a:lnTo>
                  <a:pt x="39750" y="11701"/>
                </a:lnTo>
                <a:close/>
              </a:path>
              <a:path w="43814" h="43815">
                <a:moveTo>
                  <a:pt x="36227" y="8178"/>
                </a:moveTo>
                <a:lnTo>
                  <a:pt x="7314" y="8178"/>
                </a:lnTo>
                <a:lnTo>
                  <a:pt x="8329" y="7155"/>
                </a:lnTo>
                <a:lnTo>
                  <a:pt x="35204" y="7155"/>
                </a:lnTo>
                <a:lnTo>
                  <a:pt x="36227" y="8178"/>
                </a:lnTo>
                <a:close/>
              </a:path>
              <a:path w="43814" h="43815">
                <a:moveTo>
                  <a:pt x="39668" y="8178"/>
                </a:moveTo>
                <a:lnTo>
                  <a:pt x="36617" y="8178"/>
                </a:lnTo>
                <a:lnTo>
                  <a:pt x="38807" y="7155"/>
                </a:lnTo>
                <a:lnTo>
                  <a:pt x="39668" y="8178"/>
                </a:lnTo>
                <a:close/>
              </a:path>
              <a:path w="43814" h="43815">
                <a:moveTo>
                  <a:pt x="3455" y="11701"/>
                </a:moveTo>
                <a:lnTo>
                  <a:pt x="180" y="11701"/>
                </a:lnTo>
                <a:lnTo>
                  <a:pt x="1456" y="10656"/>
                </a:lnTo>
                <a:lnTo>
                  <a:pt x="3455" y="11701"/>
                </a:lnTo>
                <a:close/>
              </a:path>
              <a:path w="43814" h="43815">
                <a:moveTo>
                  <a:pt x="43106" y="11701"/>
                </a:moveTo>
                <a:lnTo>
                  <a:pt x="39904" y="11701"/>
                </a:lnTo>
                <a:lnTo>
                  <a:pt x="42531" y="10656"/>
                </a:lnTo>
                <a:lnTo>
                  <a:pt x="42806" y="11248"/>
                </a:lnTo>
                <a:lnTo>
                  <a:pt x="43106" y="11701"/>
                </a:lnTo>
                <a:close/>
              </a:path>
              <a:path w="43814" h="43815">
                <a:moveTo>
                  <a:pt x="1109" y="32859"/>
                </a:moveTo>
                <a:lnTo>
                  <a:pt x="283" y="31610"/>
                </a:lnTo>
                <a:lnTo>
                  <a:pt x="927" y="29614"/>
                </a:lnTo>
                <a:lnTo>
                  <a:pt x="510" y="27765"/>
                </a:lnTo>
                <a:lnTo>
                  <a:pt x="736" y="26333"/>
                </a:lnTo>
                <a:lnTo>
                  <a:pt x="736" y="23000"/>
                </a:lnTo>
                <a:lnTo>
                  <a:pt x="481" y="20530"/>
                </a:lnTo>
                <a:lnTo>
                  <a:pt x="736" y="18264"/>
                </a:lnTo>
                <a:lnTo>
                  <a:pt x="860" y="17212"/>
                </a:lnTo>
                <a:lnTo>
                  <a:pt x="0" y="11701"/>
                </a:lnTo>
                <a:lnTo>
                  <a:pt x="43343" y="11701"/>
                </a:lnTo>
                <a:lnTo>
                  <a:pt x="42622" y="13937"/>
                </a:lnTo>
                <a:lnTo>
                  <a:pt x="43039" y="15779"/>
                </a:lnTo>
                <a:lnTo>
                  <a:pt x="42812" y="17212"/>
                </a:lnTo>
                <a:lnTo>
                  <a:pt x="42812" y="20530"/>
                </a:lnTo>
                <a:lnTo>
                  <a:pt x="43107" y="23000"/>
                </a:lnTo>
                <a:lnTo>
                  <a:pt x="42660" y="26333"/>
                </a:lnTo>
                <a:lnTo>
                  <a:pt x="43536" y="31610"/>
                </a:lnTo>
                <a:lnTo>
                  <a:pt x="4251" y="31610"/>
                </a:lnTo>
                <a:lnTo>
                  <a:pt x="1109" y="32859"/>
                </a:lnTo>
                <a:close/>
              </a:path>
              <a:path w="43814" h="43815">
                <a:moveTo>
                  <a:pt x="5274" y="36178"/>
                </a:moveTo>
                <a:lnTo>
                  <a:pt x="4617" y="36178"/>
                </a:lnTo>
                <a:lnTo>
                  <a:pt x="3660" y="35220"/>
                </a:lnTo>
                <a:lnTo>
                  <a:pt x="4807" y="32859"/>
                </a:lnTo>
                <a:lnTo>
                  <a:pt x="3557" y="31610"/>
                </a:lnTo>
                <a:lnTo>
                  <a:pt x="39738" y="31610"/>
                </a:lnTo>
                <a:lnTo>
                  <a:pt x="39033" y="32713"/>
                </a:lnTo>
                <a:lnTo>
                  <a:pt x="38939" y="32859"/>
                </a:lnTo>
                <a:lnTo>
                  <a:pt x="38786" y="32859"/>
                </a:lnTo>
                <a:lnTo>
                  <a:pt x="39889" y="35220"/>
                </a:lnTo>
                <a:lnTo>
                  <a:pt x="7290" y="35220"/>
                </a:lnTo>
                <a:lnTo>
                  <a:pt x="5274" y="36178"/>
                </a:lnTo>
                <a:close/>
              </a:path>
              <a:path w="43814" h="43815">
                <a:moveTo>
                  <a:pt x="42300" y="32713"/>
                </a:moveTo>
                <a:lnTo>
                  <a:pt x="39210" y="31610"/>
                </a:lnTo>
                <a:lnTo>
                  <a:pt x="43658" y="31610"/>
                </a:lnTo>
                <a:lnTo>
                  <a:pt x="42300" y="32713"/>
                </a:lnTo>
                <a:close/>
              </a:path>
              <a:path w="43814" h="43815">
                <a:moveTo>
                  <a:pt x="8537" y="39803"/>
                </a:moveTo>
                <a:lnTo>
                  <a:pt x="8242" y="39803"/>
                </a:lnTo>
                <a:lnTo>
                  <a:pt x="7263" y="38823"/>
                </a:lnTo>
                <a:lnTo>
                  <a:pt x="8308" y="36178"/>
                </a:lnTo>
                <a:lnTo>
                  <a:pt x="6868" y="35220"/>
                </a:lnTo>
                <a:lnTo>
                  <a:pt x="36183" y="35220"/>
                </a:lnTo>
                <a:lnTo>
                  <a:pt x="35549" y="36178"/>
                </a:lnTo>
                <a:lnTo>
                  <a:pt x="36174" y="38823"/>
                </a:lnTo>
                <a:lnTo>
                  <a:pt x="10598" y="38823"/>
                </a:lnTo>
                <a:lnTo>
                  <a:pt x="8537" y="39803"/>
                </a:lnTo>
                <a:close/>
              </a:path>
              <a:path w="43814" h="43815">
                <a:moveTo>
                  <a:pt x="38931" y="36178"/>
                </a:moveTo>
                <a:lnTo>
                  <a:pt x="38521" y="36178"/>
                </a:lnTo>
                <a:lnTo>
                  <a:pt x="36113" y="35220"/>
                </a:lnTo>
                <a:lnTo>
                  <a:pt x="39889" y="35220"/>
                </a:lnTo>
                <a:lnTo>
                  <a:pt x="38931" y="36178"/>
                </a:lnTo>
                <a:close/>
              </a:path>
              <a:path w="43814" h="43815">
                <a:moveTo>
                  <a:pt x="31974" y="39803"/>
                </a:moveTo>
                <a:lnTo>
                  <a:pt x="11534" y="39803"/>
                </a:lnTo>
                <a:lnTo>
                  <a:pt x="11253" y="39313"/>
                </a:lnTo>
                <a:lnTo>
                  <a:pt x="10519" y="38823"/>
                </a:lnTo>
                <a:lnTo>
                  <a:pt x="33474" y="38823"/>
                </a:lnTo>
                <a:lnTo>
                  <a:pt x="32295" y="39313"/>
                </a:lnTo>
                <a:lnTo>
                  <a:pt x="31974" y="39803"/>
                </a:lnTo>
                <a:close/>
              </a:path>
              <a:path w="43814" h="43815">
                <a:moveTo>
                  <a:pt x="34897" y="39803"/>
                </a:moveTo>
                <a:lnTo>
                  <a:pt x="33068" y="38823"/>
                </a:lnTo>
                <a:lnTo>
                  <a:pt x="36174" y="38823"/>
                </a:lnTo>
                <a:lnTo>
                  <a:pt x="36242" y="39079"/>
                </a:lnTo>
                <a:lnTo>
                  <a:pt x="34897" y="39803"/>
                </a:lnTo>
                <a:close/>
              </a:path>
              <a:path w="43814" h="43815">
                <a:moveTo>
                  <a:pt x="11860" y="43559"/>
                </a:moveTo>
                <a:lnTo>
                  <a:pt x="10683" y="42120"/>
                </a:lnTo>
                <a:lnTo>
                  <a:pt x="11859" y="39803"/>
                </a:lnTo>
                <a:lnTo>
                  <a:pt x="31735" y="39803"/>
                </a:lnTo>
                <a:lnTo>
                  <a:pt x="32825" y="42120"/>
                </a:lnTo>
                <a:lnTo>
                  <a:pt x="32997" y="42120"/>
                </a:lnTo>
                <a:lnTo>
                  <a:pt x="32492" y="42624"/>
                </a:lnTo>
                <a:lnTo>
                  <a:pt x="17466" y="42624"/>
                </a:lnTo>
                <a:lnTo>
                  <a:pt x="11860" y="43559"/>
                </a:lnTo>
                <a:close/>
              </a:path>
              <a:path w="43814" h="43815">
                <a:moveTo>
                  <a:pt x="19373" y="42975"/>
                </a:moveTo>
                <a:lnTo>
                  <a:pt x="16892" y="42624"/>
                </a:lnTo>
                <a:lnTo>
                  <a:pt x="29430" y="42624"/>
                </a:lnTo>
                <a:lnTo>
                  <a:pt x="28778" y="42821"/>
                </a:lnTo>
                <a:lnTo>
                  <a:pt x="20659" y="42821"/>
                </a:lnTo>
                <a:lnTo>
                  <a:pt x="19373" y="42975"/>
                </a:lnTo>
                <a:close/>
              </a:path>
              <a:path w="43814" h="43815">
                <a:moveTo>
                  <a:pt x="31842" y="43274"/>
                </a:moveTo>
                <a:lnTo>
                  <a:pt x="29430" y="42624"/>
                </a:lnTo>
                <a:lnTo>
                  <a:pt x="32492" y="42624"/>
                </a:lnTo>
                <a:lnTo>
                  <a:pt x="31842" y="43274"/>
                </a:lnTo>
                <a:close/>
              </a:path>
              <a:path w="43814" h="43815">
                <a:moveTo>
                  <a:pt x="27282" y="43274"/>
                </a:moveTo>
                <a:lnTo>
                  <a:pt x="26208" y="43274"/>
                </a:lnTo>
                <a:lnTo>
                  <a:pt x="23788" y="42821"/>
                </a:lnTo>
                <a:lnTo>
                  <a:pt x="28778" y="42821"/>
                </a:lnTo>
                <a:lnTo>
                  <a:pt x="27282" y="43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042977" y="885204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5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0" y="926862"/>
            <a:ext cx="69215" cy="141605"/>
          </a:xfrm>
          <a:custGeom>
            <a:avLst/>
            <a:gdLst/>
            <a:ahLst/>
            <a:cxnLst/>
            <a:rect l="l" t="t" r="r" b="b"/>
            <a:pathLst>
              <a:path w="69215" h="141605">
                <a:moveTo>
                  <a:pt x="7522" y="141386"/>
                </a:moveTo>
                <a:lnTo>
                  <a:pt x="2391" y="140707"/>
                </a:lnTo>
                <a:lnTo>
                  <a:pt x="0" y="140707"/>
                </a:lnTo>
                <a:lnTo>
                  <a:pt x="0" y="438"/>
                </a:lnTo>
                <a:lnTo>
                  <a:pt x="10606" y="438"/>
                </a:lnTo>
                <a:lnTo>
                  <a:pt x="13332" y="0"/>
                </a:lnTo>
                <a:lnTo>
                  <a:pt x="15730" y="496"/>
                </a:lnTo>
                <a:lnTo>
                  <a:pt x="15203" y="3698"/>
                </a:lnTo>
                <a:lnTo>
                  <a:pt x="15883" y="4377"/>
                </a:lnTo>
                <a:lnTo>
                  <a:pt x="18339" y="3793"/>
                </a:lnTo>
                <a:lnTo>
                  <a:pt x="20999" y="4458"/>
                </a:lnTo>
                <a:lnTo>
                  <a:pt x="24076" y="3091"/>
                </a:lnTo>
                <a:lnTo>
                  <a:pt x="26429" y="4151"/>
                </a:lnTo>
                <a:lnTo>
                  <a:pt x="25596" y="7074"/>
                </a:lnTo>
                <a:lnTo>
                  <a:pt x="26305" y="7783"/>
                </a:lnTo>
                <a:lnTo>
                  <a:pt x="28973" y="7433"/>
                </a:lnTo>
                <a:lnTo>
                  <a:pt x="30164" y="7491"/>
                </a:lnTo>
                <a:lnTo>
                  <a:pt x="32452" y="7082"/>
                </a:lnTo>
                <a:lnTo>
                  <a:pt x="33563" y="7842"/>
                </a:lnTo>
                <a:lnTo>
                  <a:pt x="32496" y="10466"/>
                </a:lnTo>
                <a:lnTo>
                  <a:pt x="33482" y="11452"/>
                </a:lnTo>
                <a:lnTo>
                  <a:pt x="36128" y="10400"/>
                </a:lnTo>
                <a:lnTo>
                  <a:pt x="36771" y="11365"/>
                </a:lnTo>
                <a:lnTo>
                  <a:pt x="36113" y="14303"/>
                </a:lnTo>
                <a:lnTo>
                  <a:pt x="37253" y="14807"/>
                </a:lnTo>
                <a:lnTo>
                  <a:pt x="39176" y="14471"/>
                </a:lnTo>
                <a:lnTo>
                  <a:pt x="40579" y="14471"/>
                </a:lnTo>
                <a:lnTo>
                  <a:pt x="43093" y="14135"/>
                </a:lnTo>
                <a:lnTo>
                  <a:pt x="44109" y="14939"/>
                </a:lnTo>
                <a:lnTo>
                  <a:pt x="42976" y="17438"/>
                </a:lnTo>
                <a:lnTo>
                  <a:pt x="44102" y="18564"/>
                </a:lnTo>
                <a:lnTo>
                  <a:pt x="46440" y="17395"/>
                </a:lnTo>
                <a:lnTo>
                  <a:pt x="47610" y="18564"/>
                </a:lnTo>
                <a:lnTo>
                  <a:pt x="46440" y="20903"/>
                </a:lnTo>
                <a:lnTo>
                  <a:pt x="47595" y="22057"/>
                </a:lnTo>
                <a:lnTo>
                  <a:pt x="49992" y="20895"/>
                </a:lnTo>
                <a:lnTo>
                  <a:pt x="51096" y="22108"/>
                </a:lnTo>
                <a:lnTo>
                  <a:pt x="49934" y="24403"/>
                </a:lnTo>
                <a:lnTo>
                  <a:pt x="51015" y="25485"/>
                </a:lnTo>
                <a:lnTo>
                  <a:pt x="53661" y="24433"/>
                </a:lnTo>
                <a:lnTo>
                  <a:pt x="54560" y="25792"/>
                </a:lnTo>
                <a:lnTo>
                  <a:pt x="53471" y="27736"/>
                </a:lnTo>
                <a:lnTo>
                  <a:pt x="54531" y="29191"/>
                </a:lnTo>
                <a:lnTo>
                  <a:pt x="53442" y="31413"/>
                </a:lnTo>
                <a:lnTo>
                  <a:pt x="54619" y="32589"/>
                </a:lnTo>
                <a:lnTo>
                  <a:pt x="56957" y="31420"/>
                </a:lnTo>
                <a:lnTo>
                  <a:pt x="58119" y="32589"/>
                </a:lnTo>
                <a:lnTo>
                  <a:pt x="56950" y="34928"/>
                </a:lnTo>
                <a:lnTo>
                  <a:pt x="58039" y="36010"/>
                </a:lnTo>
                <a:lnTo>
                  <a:pt x="60648" y="34943"/>
                </a:lnTo>
                <a:lnTo>
                  <a:pt x="61920" y="36777"/>
                </a:lnTo>
                <a:lnTo>
                  <a:pt x="59895" y="41586"/>
                </a:lnTo>
                <a:lnTo>
                  <a:pt x="61423" y="42836"/>
                </a:lnTo>
                <a:lnTo>
                  <a:pt x="64376" y="42120"/>
                </a:lnTo>
                <a:lnTo>
                  <a:pt x="65808" y="45496"/>
                </a:lnTo>
                <a:lnTo>
                  <a:pt x="63279" y="50086"/>
                </a:lnTo>
                <a:lnTo>
                  <a:pt x="64741" y="53492"/>
                </a:lnTo>
                <a:lnTo>
                  <a:pt x="67686" y="52681"/>
                </a:lnTo>
                <a:lnTo>
                  <a:pt x="68446" y="53441"/>
                </a:lnTo>
                <a:lnTo>
                  <a:pt x="67957" y="55977"/>
                </a:lnTo>
                <a:lnTo>
                  <a:pt x="68790" y="60940"/>
                </a:lnTo>
                <a:lnTo>
                  <a:pt x="68059" y="66143"/>
                </a:lnTo>
                <a:lnTo>
                  <a:pt x="68059" y="74000"/>
                </a:lnTo>
                <a:lnTo>
                  <a:pt x="68439" y="77720"/>
                </a:lnTo>
                <a:lnTo>
                  <a:pt x="67840" y="83070"/>
                </a:lnTo>
                <a:lnTo>
                  <a:pt x="68826" y="86330"/>
                </a:lnTo>
                <a:lnTo>
                  <a:pt x="67869" y="88566"/>
                </a:lnTo>
                <a:lnTo>
                  <a:pt x="64916" y="87755"/>
                </a:lnTo>
                <a:lnTo>
                  <a:pt x="64069" y="88603"/>
                </a:lnTo>
                <a:lnTo>
                  <a:pt x="64792" y="90964"/>
                </a:lnTo>
                <a:lnTo>
                  <a:pt x="63805" y="93661"/>
                </a:lnTo>
                <a:lnTo>
                  <a:pt x="65399" y="96657"/>
                </a:lnTo>
                <a:lnTo>
                  <a:pt x="64361" y="99091"/>
                </a:lnTo>
                <a:lnTo>
                  <a:pt x="61408" y="98280"/>
                </a:lnTo>
                <a:lnTo>
                  <a:pt x="60502" y="99186"/>
                </a:lnTo>
                <a:lnTo>
                  <a:pt x="61394" y="101451"/>
                </a:lnTo>
                <a:lnTo>
                  <a:pt x="60692" y="102862"/>
                </a:lnTo>
                <a:lnTo>
                  <a:pt x="61584" y="105113"/>
                </a:lnTo>
                <a:lnTo>
                  <a:pt x="60458" y="106239"/>
                </a:lnTo>
                <a:lnTo>
                  <a:pt x="58119" y="105069"/>
                </a:lnTo>
                <a:lnTo>
                  <a:pt x="56950" y="106239"/>
                </a:lnTo>
                <a:lnTo>
                  <a:pt x="58119" y="108577"/>
                </a:lnTo>
                <a:lnTo>
                  <a:pt x="57045" y="109645"/>
                </a:lnTo>
                <a:lnTo>
                  <a:pt x="54399" y="108600"/>
                </a:lnTo>
                <a:lnTo>
                  <a:pt x="52967" y="110763"/>
                </a:lnTo>
                <a:lnTo>
                  <a:pt x="54801" y="114381"/>
                </a:lnTo>
                <a:lnTo>
                  <a:pt x="53844" y="116617"/>
                </a:lnTo>
                <a:lnTo>
                  <a:pt x="50891" y="115806"/>
                </a:lnTo>
                <a:lnTo>
                  <a:pt x="49934" y="116770"/>
                </a:lnTo>
                <a:lnTo>
                  <a:pt x="51103" y="119073"/>
                </a:lnTo>
                <a:lnTo>
                  <a:pt x="49978" y="120271"/>
                </a:lnTo>
                <a:lnTo>
                  <a:pt x="47595" y="119109"/>
                </a:lnTo>
                <a:lnTo>
                  <a:pt x="46535" y="120169"/>
                </a:lnTo>
                <a:lnTo>
                  <a:pt x="47588" y="122815"/>
                </a:lnTo>
                <a:lnTo>
                  <a:pt x="46265" y="123692"/>
                </a:lnTo>
                <a:lnTo>
                  <a:pt x="44211" y="122603"/>
                </a:lnTo>
                <a:lnTo>
                  <a:pt x="42925" y="123685"/>
                </a:lnTo>
                <a:lnTo>
                  <a:pt x="44072" y="126140"/>
                </a:lnTo>
                <a:lnTo>
                  <a:pt x="42925" y="127288"/>
                </a:lnTo>
                <a:lnTo>
                  <a:pt x="40696" y="126184"/>
                </a:lnTo>
                <a:lnTo>
                  <a:pt x="39329" y="127200"/>
                </a:lnTo>
                <a:lnTo>
                  <a:pt x="37100" y="126096"/>
                </a:lnTo>
                <a:lnTo>
                  <a:pt x="35916" y="127273"/>
                </a:lnTo>
                <a:lnTo>
                  <a:pt x="37085" y="129612"/>
                </a:lnTo>
                <a:lnTo>
                  <a:pt x="35916" y="130782"/>
                </a:lnTo>
                <a:lnTo>
                  <a:pt x="33577" y="129612"/>
                </a:lnTo>
                <a:lnTo>
                  <a:pt x="32561" y="130635"/>
                </a:lnTo>
                <a:lnTo>
                  <a:pt x="33504" y="133420"/>
                </a:lnTo>
                <a:lnTo>
                  <a:pt x="31187" y="134691"/>
                </a:lnTo>
                <a:lnTo>
                  <a:pt x="27884" y="132886"/>
                </a:lnTo>
                <a:lnTo>
                  <a:pt x="25538" y="133888"/>
                </a:lnTo>
                <a:lnTo>
                  <a:pt x="26342" y="136840"/>
                </a:lnTo>
                <a:lnTo>
                  <a:pt x="25494" y="137688"/>
                </a:lnTo>
                <a:lnTo>
                  <a:pt x="23140" y="136965"/>
                </a:lnTo>
                <a:lnTo>
                  <a:pt x="20436" y="137951"/>
                </a:lnTo>
                <a:lnTo>
                  <a:pt x="17440" y="136358"/>
                </a:lnTo>
                <a:lnTo>
                  <a:pt x="15006" y="137388"/>
                </a:lnTo>
                <a:lnTo>
                  <a:pt x="15824" y="140348"/>
                </a:lnTo>
                <a:lnTo>
                  <a:pt x="15072" y="141094"/>
                </a:lnTo>
                <a:lnTo>
                  <a:pt x="12514" y="140619"/>
                </a:lnTo>
                <a:lnTo>
                  <a:pt x="7522" y="141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400494" y="926454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76207" y="141803"/>
                </a:moveTo>
                <a:lnTo>
                  <a:pt x="72597" y="141109"/>
                </a:lnTo>
                <a:lnTo>
                  <a:pt x="69023" y="141109"/>
                </a:lnTo>
                <a:lnTo>
                  <a:pt x="65420" y="141803"/>
                </a:lnTo>
                <a:lnTo>
                  <a:pt x="63351" y="140926"/>
                </a:lnTo>
                <a:lnTo>
                  <a:pt x="64170" y="137973"/>
                </a:lnTo>
                <a:lnTo>
                  <a:pt x="63403" y="137213"/>
                </a:lnTo>
                <a:lnTo>
                  <a:pt x="60874" y="137710"/>
                </a:lnTo>
                <a:lnTo>
                  <a:pt x="58118" y="137220"/>
                </a:lnTo>
                <a:lnTo>
                  <a:pt x="55487" y="137608"/>
                </a:lnTo>
                <a:lnTo>
                  <a:pt x="51292" y="137608"/>
                </a:lnTo>
                <a:lnTo>
                  <a:pt x="48127" y="138207"/>
                </a:lnTo>
                <a:lnTo>
                  <a:pt x="45891" y="137483"/>
                </a:lnTo>
                <a:lnTo>
                  <a:pt x="46571" y="134407"/>
                </a:lnTo>
                <a:lnTo>
                  <a:pt x="45928" y="133770"/>
                </a:lnTo>
                <a:lnTo>
                  <a:pt x="43260" y="134129"/>
                </a:lnTo>
                <a:lnTo>
                  <a:pt x="41893" y="134055"/>
                </a:lnTo>
                <a:lnTo>
                  <a:pt x="40015" y="134465"/>
                </a:lnTo>
                <a:lnTo>
                  <a:pt x="38780" y="133880"/>
                </a:lnTo>
                <a:lnTo>
                  <a:pt x="39642" y="130986"/>
                </a:lnTo>
                <a:lnTo>
                  <a:pt x="38911" y="130262"/>
                </a:lnTo>
                <a:lnTo>
                  <a:pt x="36258" y="130628"/>
                </a:lnTo>
                <a:lnTo>
                  <a:pt x="35060" y="130562"/>
                </a:lnTo>
                <a:lnTo>
                  <a:pt x="32779" y="130971"/>
                </a:lnTo>
                <a:lnTo>
                  <a:pt x="31676" y="130204"/>
                </a:lnTo>
                <a:lnTo>
                  <a:pt x="32735" y="127588"/>
                </a:lnTo>
                <a:lnTo>
                  <a:pt x="31749" y="126601"/>
                </a:lnTo>
                <a:lnTo>
                  <a:pt x="29103" y="127653"/>
                </a:lnTo>
                <a:lnTo>
                  <a:pt x="28270" y="126389"/>
                </a:lnTo>
                <a:lnTo>
                  <a:pt x="29322" y="124174"/>
                </a:lnTo>
                <a:lnTo>
                  <a:pt x="28153" y="123005"/>
                </a:lnTo>
                <a:lnTo>
                  <a:pt x="25814" y="124174"/>
                </a:lnTo>
                <a:lnTo>
                  <a:pt x="24740" y="123100"/>
                </a:lnTo>
                <a:lnTo>
                  <a:pt x="25792" y="120454"/>
                </a:lnTo>
                <a:lnTo>
                  <a:pt x="24528" y="119621"/>
                </a:lnTo>
                <a:lnTo>
                  <a:pt x="22306" y="120666"/>
                </a:lnTo>
                <a:lnTo>
                  <a:pt x="21144" y="119497"/>
                </a:lnTo>
                <a:lnTo>
                  <a:pt x="22313" y="117165"/>
                </a:lnTo>
                <a:lnTo>
                  <a:pt x="21239" y="116091"/>
                </a:lnTo>
                <a:lnTo>
                  <a:pt x="18586" y="117136"/>
                </a:lnTo>
                <a:lnTo>
                  <a:pt x="17753" y="115872"/>
                </a:lnTo>
                <a:lnTo>
                  <a:pt x="18805" y="113657"/>
                </a:lnTo>
                <a:lnTo>
                  <a:pt x="17636" y="112487"/>
                </a:lnTo>
                <a:lnTo>
                  <a:pt x="15297" y="113657"/>
                </a:lnTo>
                <a:lnTo>
                  <a:pt x="14230" y="112583"/>
                </a:lnTo>
                <a:lnTo>
                  <a:pt x="15275" y="109937"/>
                </a:lnTo>
                <a:lnTo>
                  <a:pt x="14171" y="109206"/>
                </a:lnTo>
                <a:lnTo>
                  <a:pt x="11555" y="110076"/>
                </a:lnTo>
                <a:lnTo>
                  <a:pt x="10341" y="108300"/>
                </a:lnTo>
                <a:lnTo>
                  <a:pt x="12351" y="103491"/>
                </a:lnTo>
                <a:lnTo>
                  <a:pt x="10794" y="102219"/>
                </a:lnTo>
                <a:lnTo>
                  <a:pt x="7908" y="102994"/>
                </a:lnTo>
                <a:lnTo>
                  <a:pt x="7104" y="101276"/>
                </a:lnTo>
                <a:lnTo>
                  <a:pt x="8734" y="96372"/>
                </a:lnTo>
                <a:lnTo>
                  <a:pt x="7381" y="95269"/>
                </a:lnTo>
                <a:lnTo>
                  <a:pt x="4304" y="95875"/>
                </a:lnTo>
                <a:lnTo>
                  <a:pt x="3603" y="93668"/>
                </a:lnTo>
                <a:lnTo>
                  <a:pt x="4202" y="90503"/>
                </a:lnTo>
                <a:lnTo>
                  <a:pt x="4202" y="86301"/>
                </a:lnTo>
                <a:lnTo>
                  <a:pt x="4589" y="83677"/>
                </a:lnTo>
                <a:lnTo>
                  <a:pt x="4100" y="80922"/>
                </a:lnTo>
                <a:lnTo>
                  <a:pt x="4597" y="78385"/>
                </a:lnTo>
                <a:lnTo>
                  <a:pt x="3829" y="77625"/>
                </a:lnTo>
                <a:lnTo>
                  <a:pt x="884" y="78444"/>
                </a:lnTo>
                <a:lnTo>
                  <a:pt x="0" y="76376"/>
                </a:lnTo>
                <a:lnTo>
                  <a:pt x="694" y="72765"/>
                </a:lnTo>
                <a:lnTo>
                  <a:pt x="694" y="69199"/>
                </a:lnTo>
                <a:lnTo>
                  <a:pt x="0" y="65588"/>
                </a:lnTo>
                <a:lnTo>
                  <a:pt x="884" y="63520"/>
                </a:lnTo>
                <a:lnTo>
                  <a:pt x="3837" y="64338"/>
                </a:lnTo>
                <a:lnTo>
                  <a:pt x="4597" y="63571"/>
                </a:lnTo>
                <a:lnTo>
                  <a:pt x="4100" y="61042"/>
                </a:lnTo>
                <a:lnTo>
                  <a:pt x="4589" y="58287"/>
                </a:lnTo>
                <a:lnTo>
                  <a:pt x="4202" y="55655"/>
                </a:lnTo>
                <a:lnTo>
                  <a:pt x="4202" y="51461"/>
                </a:lnTo>
                <a:lnTo>
                  <a:pt x="3603" y="48296"/>
                </a:lnTo>
                <a:lnTo>
                  <a:pt x="4319" y="46060"/>
                </a:lnTo>
                <a:lnTo>
                  <a:pt x="7403" y="46739"/>
                </a:lnTo>
                <a:lnTo>
                  <a:pt x="8039" y="46096"/>
                </a:lnTo>
                <a:lnTo>
                  <a:pt x="7681" y="43436"/>
                </a:lnTo>
                <a:lnTo>
                  <a:pt x="7747" y="42135"/>
                </a:lnTo>
                <a:lnTo>
                  <a:pt x="7330" y="40096"/>
                </a:lnTo>
                <a:lnTo>
                  <a:pt x="7988" y="38912"/>
                </a:lnTo>
                <a:lnTo>
                  <a:pt x="10780" y="39854"/>
                </a:lnTo>
                <a:lnTo>
                  <a:pt x="11789" y="38838"/>
                </a:lnTo>
                <a:lnTo>
                  <a:pt x="10758" y="36609"/>
                </a:lnTo>
                <a:lnTo>
                  <a:pt x="11664" y="35206"/>
                </a:lnTo>
                <a:lnTo>
                  <a:pt x="10627" y="32992"/>
                </a:lnTo>
                <a:lnTo>
                  <a:pt x="11796" y="31822"/>
                </a:lnTo>
                <a:lnTo>
                  <a:pt x="14135" y="32991"/>
                </a:lnTo>
                <a:lnTo>
                  <a:pt x="15304" y="31822"/>
                </a:lnTo>
                <a:lnTo>
                  <a:pt x="14135" y="29491"/>
                </a:lnTo>
                <a:lnTo>
                  <a:pt x="15260" y="28358"/>
                </a:lnTo>
                <a:lnTo>
                  <a:pt x="17745" y="29491"/>
                </a:lnTo>
                <a:lnTo>
                  <a:pt x="18761" y="28241"/>
                </a:lnTo>
                <a:lnTo>
                  <a:pt x="17621" y="25997"/>
                </a:lnTo>
                <a:lnTo>
                  <a:pt x="18710" y="24908"/>
                </a:lnTo>
                <a:lnTo>
                  <a:pt x="21356" y="25960"/>
                </a:lnTo>
                <a:lnTo>
                  <a:pt x="22233" y="24638"/>
                </a:lnTo>
                <a:lnTo>
                  <a:pt x="21144" y="22584"/>
                </a:lnTo>
                <a:lnTo>
                  <a:pt x="22218" y="21297"/>
                </a:lnTo>
                <a:lnTo>
                  <a:pt x="24681" y="22445"/>
                </a:lnTo>
                <a:lnTo>
                  <a:pt x="25821" y="21297"/>
                </a:lnTo>
                <a:lnTo>
                  <a:pt x="24652" y="18995"/>
                </a:lnTo>
                <a:lnTo>
                  <a:pt x="25785" y="17789"/>
                </a:lnTo>
                <a:lnTo>
                  <a:pt x="28160" y="18959"/>
                </a:lnTo>
                <a:lnTo>
                  <a:pt x="29315" y="17797"/>
                </a:lnTo>
                <a:lnTo>
                  <a:pt x="28153" y="15458"/>
                </a:lnTo>
                <a:lnTo>
                  <a:pt x="29315" y="14288"/>
                </a:lnTo>
                <a:lnTo>
                  <a:pt x="31654" y="15458"/>
                </a:lnTo>
                <a:lnTo>
                  <a:pt x="32735" y="14376"/>
                </a:lnTo>
                <a:lnTo>
                  <a:pt x="31668" y="11760"/>
                </a:lnTo>
                <a:lnTo>
                  <a:pt x="33510" y="10495"/>
                </a:lnTo>
                <a:lnTo>
                  <a:pt x="38319" y="12512"/>
                </a:lnTo>
                <a:lnTo>
                  <a:pt x="39591" y="10955"/>
                </a:lnTo>
                <a:lnTo>
                  <a:pt x="38816" y="8061"/>
                </a:lnTo>
                <a:lnTo>
                  <a:pt x="40534" y="7250"/>
                </a:lnTo>
                <a:lnTo>
                  <a:pt x="45438" y="8880"/>
                </a:lnTo>
                <a:lnTo>
                  <a:pt x="46527" y="7550"/>
                </a:lnTo>
                <a:lnTo>
                  <a:pt x="45957" y="4443"/>
                </a:lnTo>
                <a:lnTo>
                  <a:pt x="48208" y="3778"/>
                </a:lnTo>
                <a:lnTo>
                  <a:pt x="51263" y="4348"/>
                </a:lnTo>
                <a:lnTo>
                  <a:pt x="56722" y="4348"/>
                </a:lnTo>
                <a:lnTo>
                  <a:pt x="60450" y="4714"/>
                </a:lnTo>
                <a:lnTo>
                  <a:pt x="63819" y="4356"/>
                </a:lnTo>
                <a:lnTo>
                  <a:pt x="64031" y="4334"/>
                </a:lnTo>
                <a:lnTo>
                  <a:pt x="63607" y="1059"/>
                </a:lnTo>
                <a:lnTo>
                  <a:pt x="64133" y="533"/>
                </a:lnTo>
                <a:lnTo>
                  <a:pt x="67320" y="847"/>
                </a:lnTo>
                <a:lnTo>
                  <a:pt x="68255" y="840"/>
                </a:lnTo>
                <a:lnTo>
                  <a:pt x="69951" y="548"/>
                </a:lnTo>
                <a:lnTo>
                  <a:pt x="72874" y="1534"/>
                </a:lnTo>
                <a:lnTo>
                  <a:pt x="75856" y="0"/>
                </a:lnTo>
                <a:lnTo>
                  <a:pt x="78290" y="1037"/>
                </a:lnTo>
                <a:lnTo>
                  <a:pt x="77471" y="3990"/>
                </a:lnTo>
                <a:lnTo>
                  <a:pt x="78239" y="4750"/>
                </a:lnTo>
                <a:lnTo>
                  <a:pt x="80768" y="4253"/>
                </a:lnTo>
                <a:lnTo>
                  <a:pt x="83523" y="4743"/>
                </a:lnTo>
                <a:lnTo>
                  <a:pt x="86147" y="4356"/>
                </a:lnTo>
                <a:lnTo>
                  <a:pt x="90320" y="4356"/>
                </a:lnTo>
                <a:lnTo>
                  <a:pt x="93543" y="3741"/>
                </a:lnTo>
                <a:lnTo>
                  <a:pt x="95757" y="4480"/>
                </a:lnTo>
                <a:lnTo>
                  <a:pt x="95063" y="7549"/>
                </a:lnTo>
                <a:lnTo>
                  <a:pt x="95714" y="8193"/>
                </a:lnTo>
                <a:lnTo>
                  <a:pt x="98374" y="7842"/>
                </a:lnTo>
                <a:lnTo>
                  <a:pt x="99748" y="7908"/>
                </a:lnTo>
                <a:lnTo>
                  <a:pt x="101626" y="7498"/>
                </a:lnTo>
                <a:lnTo>
                  <a:pt x="102854" y="8090"/>
                </a:lnTo>
                <a:lnTo>
                  <a:pt x="101992" y="10977"/>
                </a:lnTo>
                <a:lnTo>
                  <a:pt x="102723" y="11701"/>
                </a:lnTo>
                <a:lnTo>
                  <a:pt x="105383" y="11350"/>
                </a:lnTo>
                <a:lnTo>
                  <a:pt x="106574" y="11409"/>
                </a:lnTo>
                <a:lnTo>
                  <a:pt x="108862" y="10999"/>
                </a:lnTo>
                <a:lnTo>
                  <a:pt x="109966" y="11767"/>
                </a:lnTo>
                <a:lnTo>
                  <a:pt x="108899" y="14383"/>
                </a:lnTo>
                <a:lnTo>
                  <a:pt x="109885" y="15370"/>
                </a:lnTo>
                <a:lnTo>
                  <a:pt x="112538" y="14317"/>
                </a:lnTo>
                <a:lnTo>
                  <a:pt x="113408" y="15640"/>
                </a:lnTo>
                <a:lnTo>
                  <a:pt x="112319" y="17694"/>
                </a:lnTo>
                <a:lnTo>
                  <a:pt x="113401" y="18980"/>
                </a:lnTo>
                <a:lnTo>
                  <a:pt x="115856" y="17833"/>
                </a:lnTo>
                <a:lnTo>
                  <a:pt x="116997" y="18980"/>
                </a:lnTo>
                <a:lnTo>
                  <a:pt x="115835" y="21283"/>
                </a:lnTo>
                <a:lnTo>
                  <a:pt x="116960" y="22489"/>
                </a:lnTo>
                <a:lnTo>
                  <a:pt x="119343" y="21319"/>
                </a:lnTo>
                <a:lnTo>
                  <a:pt x="120497" y="22481"/>
                </a:lnTo>
                <a:lnTo>
                  <a:pt x="119328" y="24820"/>
                </a:lnTo>
                <a:lnTo>
                  <a:pt x="120497" y="25990"/>
                </a:lnTo>
                <a:lnTo>
                  <a:pt x="122836" y="24820"/>
                </a:lnTo>
                <a:lnTo>
                  <a:pt x="124013" y="26004"/>
                </a:lnTo>
                <a:lnTo>
                  <a:pt x="122880" y="28255"/>
                </a:lnTo>
                <a:lnTo>
                  <a:pt x="123896" y="29498"/>
                </a:lnTo>
                <a:lnTo>
                  <a:pt x="126381" y="28365"/>
                </a:lnTo>
                <a:lnTo>
                  <a:pt x="127412" y="29403"/>
                </a:lnTo>
                <a:lnTo>
                  <a:pt x="126367" y="32048"/>
                </a:lnTo>
                <a:lnTo>
                  <a:pt x="127324" y="32684"/>
                </a:lnTo>
                <a:lnTo>
                  <a:pt x="130255" y="32026"/>
                </a:lnTo>
                <a:lnTo>
                  <a:pt x="131264" y="34278"/>
                </a:lnTo>
                <a:lnTo>
                  <a:pt x="129400" y="37684"/>
                </a:lnTo>
                <a:lnTo>
                  <a:pt x="130737" y="39964"/>
                </a:lnTo>
                <a:lnTo>
                  <a:pt x="133485" y="38977"/>
                </a:lnTo>
                <a:lnTo>
                  <a:pt x="134516" y="40015"/>
                </a:lnTo>
                <a:lnTo>
                  <a:pt x="133471" y="42237"/>
                </a:lnTo>
                <a:lnTo>
                  <a:pt x="134399" y="43640"/>
                </a:lnTo>
                <a:lnTo>
                  <a:pt x="133346" y="45854"/>
                </a:lnTo>
                <a:lnTo>
                  <a:pt x="134245" y="46753"/>
                </a:lnTo>
                <a:lnTo>
                  <a:pt x="137322" y="46074"/>
                </a:lnTo>
                <a:lnTo>
                  <a:pt x="138039" y="48310"/>
                </a:lnTo>
                <a:lnTo>
                  <a:pt x="137439" y="51475"/>
                </a:lnTo>
                <a:lnTo>
                  <a:pt x="137439" y="55670"/>
                </a:lnTo>
                <a:lnTo>
                  <a:pt x="137052" y="58301"/>
                </a:lnTo>
                <a:lnTo>
                  <a:pt x="137542" y="61056"/>
                </a:lnTo>
                <a:lnTo>
                  <a:pt x="137045" y="63592"/>
                </a:lnTo>
                <a:lnTo>
                  <a:pt x="137805" y="64353"/>
                </a:lnTo>
                <a:lnTo>
                  <a:pt x="140757" y="63534"/>
                </a:lnTo>
                <a:lnTo>
                  <a:pt x="141634" y="65602"/>
                </a:lnTo>
                <a:lnTo>
                  <a:pt x="140940" y="69213"/>
                </a:lnTo>
                <a:lnTo>
                  <a:pt x="140940" y="72779"/>
                </a:lnTo>
                <a:lnTo>
                  <a:pt x="141634" y="76390"/>
                </a:lnTo>
                <a:lnTo>
                  <a:pt x="140757" y="78458"/>
                </a:lnTo>
                <a:lnTo>
                  <a:pt x="137798" y="77640"/>
                </a:lnTo>
                <a:lnTo>
                  <a:pt x="137045" y="78407"/>
                </a:lnTo>
                <a:lnTo>
                  <a:pt x="137542" y="80936"/>
                </a:lnTo>
                <a:lnTo>
                  <a:pt x="137052" y="83691"/>
                </a:lnTo>
                <a:lnTo>
                  <a:pt x="137439" y="86315"/>
                </a:lnTo>
                <a:lnTo>
                  <a:pt x="137439" y="90510"/>
                </a:lnTo>
                <a:lnTo>
                  <a:pt x="138039" y="93682"/>
                </a:lnTo>
                <a:lnTo>
                  <a:pt x="137315" y="95918"/>
                </a:lnTo>
                <a:lnTo>
                  <a:pt x="134238" y="95239"/>
                </a:lnTo>
                <a:lnTo>
                  <a:pt x="133602" y="95882"/>
                </a:lnTo>
                <a:lnTo>
                  <a:pt x="133960" y="98542"/>
                </a:lnTo>
                <a:lnTo>
                  <a:pt x="133887" y="99917"/>
                </a:lnTo>
                <a:lnTo>
                  <a:pt x="134296" y="101795"/>
                </a:lnTo>
                <a:lnTo>
                  <a:pt x="133712" y="103023"/>
                </a:lnTo>
                <a:lnTo>
                  <a:pt x="130818" y="102160"/>
                </a:lnTo>
                <a:lnTo>
                  <a:pt x="130094" y="102891"/>
                </a:lnTo>
                <a:lnTo>
                  <a:pt x="130452" y="105551"/>
                </a:lnTo>
                <a:lnTo>
                  <a:pt x="130394" y="106750"/>
                </a:lnTo>
                <a:lnTo>
                  <a:pt x="130803" y="109023"/>
                </a:lnTo>
                <a:lnTo>
                  <a:pt x="130036" y="110134"/>
                </a:lnTo>
                <a:lnTo>
                  <a:pt x="127419" y="109074"/>
                </a:lnTo>
                <a:lnTo>
                  <a:pt x="126432" y="110054"/>
                </a:lnTo>
                <a:lnTo>
                  <a:pt x="127485" y="112707"/>
                </a:lnTo>
                <a:lnTo>
                  <a:pt x="126220" y="113540"/>
                </a:lnTo>
                <a:lnTo>
                  <a:pt x="124006" y="112488"/>
                </a:lnTo>
                <a:lnTo>
                  <a:pt x="122836" y="113657"/>
                </a:lnTo>
                <a:lnTo>
                  <a:pt x="124006" y="115996"/>
                </a:lnTo>
                <a:lnTo>
                  <a:pt x="122932" y="117070"/>
                </a:lnTo>
                <a:lnTo>
                  <a:pt x="120286" y="116018"/>
                </a:lnTo>
                <a:lnTo>
                  <a:pt x="119453" y="117282"/>
                </a:lnTo>
                <a:lnTo>
                  <a:pt x="120497" y="119496"/>
                </a:lnTo>
                <a:lnTo>
                  <a:pt x="119328" y="120666"/>
                </a:lnTo>
                <a:lnTo>
                  <a:pt x="116989" y="119497"/>
                </a:lnTo>
                <a:lnTo>
                  <a:pt x="115922" y="120571"/>
                </a:lnTo>
                <a:lnTo>
                  <a:pt x="116967" y="123217"/>
                </a:lnTo>
                <a:lnTo>
                  <a:pt x="115703" y="124050"/>
                </a:lnTo>
                <a:lnTo>
                  <a:pt x="113489" y="123005"/>
                </a:lnTo>
                <a:lnTo>
                  <a:pt x="112319" y="124174"/>
                </a:lnTo>
                <a:lnTo>
                  <a:pt x="113488" y="126506"/>
                </a:lnTo>
                <a:lnTo>
                  <a:pt x="112414" y="127580"/>
                </a:lnTo>
                <a:lnTo>
                  <a:pt x="109769" y="126535"/>
                </a:lnTo>
                <a:lnTo>
                  <a:pt x="109038" y="127631"/>
                </a:lnTo>
                <a:lnTo>
                  <a:pt x="109907" y="130255"/>
                </a:lnTo>
                <a:lnTo>
                  <a:pt x="108131" y="131461"/>
                </a:lnTo>
                <a:lnTo>
                  <a:pt x="103322" y="129458"/>
                </a:lnTo>
                <a:lnTo>
                  <a:pt x="102050" y="131008"/>
                </a:lnTo>
                <a:lnTo>
                  <a:pt x="102825" y="133895"/>
                </a:lnTo>
                <a:lnTo>
                  <a:pt x="101108" y="134706"/>
                </a:lnTo>
                <a:lnTo>
                  <a:pt x="96204" y="133076"/>
                </a:lnTo>
                <a:lnTo>
                  <a:pt x="95100" y="134428"/>
                </a:lnTo>
                <a:lnTo>
                  <a:pt x="95706" y="137505"/>
                </a:lnTo>
                <a:lnTo>
                  <a:pt x="93499" y="138207"/>
                </a:lnTo>
                <a:lnTo>
                  <a:pt x="90327" y="137608"/>
                </a:lnTo>
                <a:lnTo>
                  <a:pt x="86132" y="137608"/>
                </a:lnTo>
                <a:lnTo>
                  <a:pt x="83509" y="137220"/>
                </a:lnTo>
                <a:lnTo>
                  <a:pt x="80746" y="137710"/>
                </a:lnTo>
                <a:lnTo>
                  <a:pt x="78217" y="137213"/>
                </a:lnTo>
                <a:lnTo>
                  <a:pt x="77457" y="137980"/>
                </a:lnTo>
                <a:lnTo>
                  <a:pt x="78276" y="140926"/>
                </a:lnTo>
                <a:lnTo>
                  <a:pt x="76207" y="1418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618014" y="933806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4">
                <a:moveTo>
                  <a:pt x="78224" y="127412"/>
                </a:moveTo>
                <a:lnTo>
                  <a:pt x="74000" y="126747"/>
                </a:lnTo>
                <a:lnTo>
                  <a:pt x="51131" y="126747"/>
                </a:lnTo>
                <a:lnTo>
                  <a:pt x="48347" y="127207"/>
                </a:lnTo>
                <a:lnTo>
                  <a:pt x="45971" y="126681"/>
                </a:lnTo>
                <a:lnTo>
                  <a:pt x="46519" y="123502"/>
                </a:lnTo>
                <a:lnTo>
                  <a:pt x="45927" y="122910"/>
                </a:lnTo>
                <a:lnTo>
                  <a:pt x="43267" y="123275"/>
                </a:lnTo>
                <a:lnTo>
                  <a:pt x="41820" y="123195"/>
                </a:lnTo>
                <a:lnTo>
                  <a:pt x="40110" y="123590"/>
                </a:lnTo>
                <a:lnTo>
                  <a:pt x="38560" y="122968"/>
                </a:lnTo>
                <a:lnTo>
                  <a:pt x="36243" y="123743"/>
                </a:lnTo>
                <a:lnTo>
                  <a:pt x="35330" y="122829"/>
                </a:lnTo>
                <a:lnTo>
                  <a:pt x="36236" y="119986"/>
                </a:lnTo>
                <a:lnTo>
                  <a:pt x="35037" y="119380"/>
                </a:lnTo>
                <a:lnTo>
                  <a:pt x="32786" y="120279"/>
                </a:lnTo>
                <a:lnTo>
                  <a:pt x="31873" y="119372"/>
                </a:lnTo>
                <a:lnTo>
                  <a:pt x="32684" y="116420"/>
                </a:lnTo>
                <a:lnTo>
                  <a:pt x="30521" y="115492"/>
                </a:lnTo>
                <a:lnTo>
                  <a:pt x="26706" y="117319"/>
                </a:lnTo>
                <a:lnTo>
                  <a:pt x="24644" y="115806"/>
                </a:lnTo>
                <a:lnTo>
                  <a:pt x="25741" y="113248"/>
                </a:lnTo>
                <a:lnTo>
                  <a:pt x="24637" y="112144"/>
                </a:lnTo>
                <a:lnTo>
                  <a:pt x="22306" y="113313"/>
                </a:lnTo>
                <a:lnTo>
                  <a:pt x="21136" y="112144"/>
                </a:lnTo>
                <a:lnTo>
                  <a:pt x="22306" y="109813"/>
                </a:lnTo>
                <a:lnTo>
                  <a:pt x="21136" y="108643"/>
                </a:lnTo>
                <a:lnTo>
                  <a:pt x="18798" y="109812"/>
                </a:lnTo>
                <a:lnTo>
                  <a:pt x="17628" y="108643"/>
                </a:lnTo>
                <a:lnTo>
                  <a:pt x="18797" y="106304"/>
                </a:lnTo>
                <a:lnTo>
                  <a:pt x="17628" y="105135"/>
                </a:lnTo>
                <a:lnTo>
                  <a:pt x="15297" y="106304"/>
                </a:lnTo>
                <a:lnTo>
                  <a:pt x="14127" y="105135"/>
                </a:lnTo>
                <a:lnTo>
                  <a:pt x="15297" y="102804"/>
                </a:lnTo>
                <a:lnTo>
                  <a:pt x="14200" y="101707"/>
                </a:lnTo>
                <a:lnTo>
                  <a:pt x="11620" y="102789"/>
                </a:lnTo>
                <a:lnTo>
                  <a:pt x="10298" y="100962"/>
                </a:lnTo>
                <a:lnTo>
                  <a:pt x="12358" y="96145"/>
                </a:lnTo>
                <a:lnTo>
                  <a:pt x="10553" y="94669"/>
                </a:lnTo>
                <a:lnTo>
                  <a:pt x="8273" y="95795"/>
                </a:lnTo>
                <a:lnTo>
                  <a:pt x="7125" y="94596"/>
                </a:lnTo>
                <a:lnTo>
                  <a:pt x="8287" y="92287"/>
                </a:lnTo>
                <a:lnTo>
                  <a:pt x="7294" y="91285"/>
                </a:lnTo>
                <a:lnTo>
                  <a:pt x="4429" y="92169"/>
                </a:lnTo>
                <a:lnTo>
                  <a:pt x="3303" y="89882"/>
                </a:lnTo>
                <a:lnTo>
                  <a:pt x="4692" y="86666"/>
                </a:lnTo>
                <a:lnTo>
                  <a:pt x="4041" y="84057"/>
                </a:lnTo>
                <a:lnTo>
                  <a:pt x="4626" y="81601"/>
                </a:lnTo>
                <a:lnTo>
                  <a:pt x="3939" y="80914"/>
                </a:lnTo>
                <a:lnTo>
                  <a:pt x="752" y="81462"/>
                </a:lnTo>
                <a:lnTo>
                  <a:pt x="0" y="78093"/>
                </a:lnTo>
                <a:lnTo>
                  <a:pt x="694" y="73817"/>
                </a:lnTo>
                <a:lnTo>
                  <a:pt x="694" y="50956"/>
                </a:lnTo>
                <a:lnTo>
                  <a:pt x="241" y="48201"/>
                </a:lnTo>
                <a:lnTo>
                  <a:pt x="752" y="45811"/>
                </a:lnTo>
                <a:lnTo>
                  <a:pt x="3939" y="46352"/>
                </a:lnTo>
                <a:lnTo>
                  <a:pt x="4531" y="45767"/>
                </a:lnTo>
                <a:lnTo>
                  <a:pt x="4165" y="43107"/>
                </a:lnTo>
                <a:lnTo>
                  <a:pt x="4246" y="41660"/>
                </a:lnTo>
                <a:lnTo>
                  <a:pt x="3851" y="39942"/>
                </a:lnTo>
                <a:lnTo>
                  <a:pt x="4472" y="38400"/>
                </a:lnTo>
                <a:lnTo>
                  <a:pt x="3698" y="36083"/>
                </a:lnTo>
                <a:lnTo>
                  <a:pt x="4684" y="35096"/>
                </a:lnTo>
                <a:lnTo>
                  <a:pt x="7330" y="36141"/>
                </a:lnTo>
                <a:lnTo>
                  <a:pt x="8244" y="34767"/>
                </a:lnTo>
                <a:lnTo>
                  <a:pt x="7199" y="32926"/>
                </a:lnTo>
                <a:lnTo>
                  <a:pt x="8017" y="31544"/>
                </a:lnTo>
                <a:lnTo>
                  <a:pt x="10750" y="32531"/>
                </a:lnTo>
                <a:lnTo>
                  <a:pt x="11540" y="31749"/>
                </a:lnTo>
                <a:lnTo>
                  <a:pt x="11175" y="29089"/>
                </a:lnTo>
                <a:lnTo>
                  <a:pt x="11240" y="27934"/>
                </a:lnTo>
                <a:lnTo>
                  <a:pt x="10838" y="25558"/>
                </a:lnTo>
                <a:lnTo>
                  <a:pt x="11642" y="24491"/>
                </a:lnTo>
                <a:lnTo>
                  <a:pt x="14186" y="25595"/>
                </a:lnTo>
                <a:lnTo>
                  <a:pt x="15202" y="24579"/>
                </a:lnTo>
                <a:lnTo>
                  <a:pt x="14149" y="21933"/>
                </a:lnTo>
                <a:lnTo>
                  <a:pt x="15377" y="21122"/>
                </a:lnTo>
                <a:lnTo>
                  <a:pt x="17694" y="22138"/>
                </a:lnTo>
                <a:lnTo>
                  <a:pt x="18783" y="20939"/>
                </a:lnTo>
                <a:lnTo>
                  <a:pt x="17621" y="18652"/>
                </a:lnTo>
                <a:lnTo>
                  <a:pt x="18702" y="17570"/>
                </a:lnTo>
                <a:lnTo>
                  <a:pt x="21348" y="18622"/>
                </a:lnTo>
                <a:lnTo>
                  <a:pt x="22181" y="17358"/>
                </a:lnTo>
                <a:lnTo>
                  <a:pt x="21136" y="15136"/>
                </a:lnTo>
                <a:lnTo>
                  <a:pt x="22306" y="13967"/>
                </a:lnTo>
                <a:lnTo>
                  <a:pt x="24637" y="15136"/>
                </a:lnTo>
                <a:lnTo>
                  <a:pt x="25711" y="14062"/>
                </a:lnTo>
                <a:lnTo>
                  <a:pt x="24667" y="11416"/>
                </a:lnTo>
                <a:lnTo>
                  <a:pt x="26011" y="10517"/>
                </a:lnTo>
                <a:lnTo>
                  <a:pt x="27977" y="11613"/>
                </a:lnTo>
                <a:lnTo>
                  <a:pt x="29410" y="10532"/>
                </a:lnTo>
                <a:lnTo>
                  <a:pt x="31639" y="11643"/>
                </a:lnTo>
                <a:lnTo>
                  <a:pt x="32721" y="10554"/>
                </a:lnTo>
                <a:lnTo>
                  <a:pt x="31676" y="7908"/>
                </a:lnTo>
                <a:lnTo>
                  <a:pt x="32991" y="7031"/>
                </a:lnTo>
                <a:lnTo>
                  <a:pt x="35052" y="8120"/>
                </a:lnTo>
                <a:lnTo>
                  <a:pt x="36331" y="7038"/>
                </a:lnTo>
                <a:lnTo>
                  <a:pt x="35184" y="4582"/>
                </a:lnTo>
                <a:lnTo>
                  <a:pt x="36222" y="3537"/>
                </a:lnTo>
                <a:lnTo>
                  <a:pt x="38568" y="4283"/>
                </a:lnTo>
                <a:lnTo>
                  <a:pt x="41286" y="3223"/>
                </a:lnTo>
                <a:lnTo>
                  <a:pt x="44137" y="4538"/>
                </a:lnTo>
                <a:lnTo>
                  <a:pt x="46263" y="4019"/>
                </a:lnTo>
                <a:lnTo>
                  <a:pt x="46585" y="3939"/>
                </a:lnTo>
                <a:lnTo>
                  <a:pt x="45993" y="789"/>
                </a:lnTo>
                <a:lnTo>
                  <a:pt x="46651" y="131"/>
                </a:lnTo>
                <a:lnTo>
                  <a:pt x="49202" y="599"/>
                </a:lnTo>
                <a:lnTo>
                  <a:pt x="53061" y="0"/>
                </a:lnTo>
                <a:lnTo>
                  <a:pt x="56963" y="511"/>
                </a:lnTo>
                <a:lnTo>
                  <a:pt x="76485" y="511"/>
                </a:lnTo>
                <a:lnTo>
                  <a:pt x="79233" y="58"/>
                </a:lnTo>
                <a:lnTo>
                  <a:pt x="81630" y="570"/>
                </a:lnTo>
                <a:lnTo>
                  <a:pt x="81089" y="3764"/>
                </a:lnTo>
                <a:lnTo>
                  <a:pt x="81776" y="4451"/>
                </a:lnTo>
                <a:lnTo>
                  <a:pt x="84232" y="3866"/>
                </a:lnTo>
                <a:lnTo>
                  <a:pt x="86826" y="4516"/>
                </a:lnTo>
                <a:lnTo>
                  <a:pt x="90049" y="3128"/>
                </a:lnTo>
                <a:lnTo>
                  <a:pt x="92344" y="4261"/>
                </a:lnTo>
                <a:lnTo>
                  <a:pt x="91460" y="7125"/>
                </a:lnTo>
                <a:lnTo>
                  <a:pt x="92351" y="8017"/>
                </a:lnTo>
                <a:lnTo>
                  <a:pt x="94997" y="6965"/>
                </a:lnTo>
                <a:lnTo>
                  <a:pt x="95633" y="7930"/>
                </a:lnTo>
                <a:lnTo>
                  <a:pt x="94983" y="10868"/>
                </a:lnTo>
                <a:lnTo>
                  <a:pt x="96115" y="11372"/>
                </a:lnTo>
                <a:lnTo>
                  <a:pt x="98045" y="11036"/>
                </a:lnTo>
                <a:lnTo>
                  <a:pt x="99470" y="11036"/>
                </a:lnTo>
                <a:lnTo>
                  <a:pt x="101926" y="10692"/>
                </a:lnTo>
                <a:lnTo>
                  <a:pt x="102957" y="11474"/>
                </a:lnTo>
                <a:lnTo>
                  <a:pt x="101853" y="14018"/>
                </a:lnTo>
                <a:lnTo>
                  <a:pt x="102964" y="15129"/>
                </a:lnTo>
                <a:lnTo>
                  <a:pt x="105295" y="13959"/>
                </a:lnTo>
                <a:lnTo>
                  <a:pt x="106465" y="15129"/>
                </a:lnTo>
                <a:lnTo>
                  <a:pt x="105295" y="17467"/>
                </a:lnTo>
                <a:lnTo>
                  <a:pt x="106465" y="18637"/>
                </a:lnTo>
                <a:lnTo>
                  <a:pt x="108803" y="17468"/>
                </a:lnTo>
                <a:lnTo>
                  <a:pt x="109973" y="18637"/>
                </a:lnTo>
                <a:lnTo>
                  <a:pt x="108804" y="20976"/>
                </a:lnTo>
                <a:lnTo>
                  <a:pt x="109973" y="22145"/>
                </a:lnTo>
                <a:lnTo>
                  <a:pt x="112304" y="20976"/>
                </a:lnTo>
                <a:lnTo>
                  <a:pt x="113474" y="22145"/>
                </a:lnTo>
                <a:lnTo>
                  <a:pt x="112304" y="24477"/>
                </a:lnTo>
                <a:lnTo>
                  <a:pt x="113401" y="25573"/>
                </a:lnTo>
                <a:lnTo>
                  <a:pt x="115981" y="24491"/>
                </a:lnTo>
                <a:lnTo>
                  <a:pt x="117304" y="26318"/>
                </a:lnTo>
                <a:lnTo>
                  <a:pt x="115243" y="31135"/>
                </a:lnTo>
                <a:lnTo>
                  <a:pt x="117048" y="32611"/>
                </a:lnTo>
                <a:lnTo>
                  <a:pt x="119328" y="31486"/>
                </a:lnTo>
                <a:lnTo>
                  <a:pt x="120476" y="32684"/>
                </a:lnTo>
                <a:lnTo>
                  <a:pt x="119314" y="34994"/>
                </a:lnTo>
                <a:lnTo>
                  <a:pt x="120307" y="35988"/>
                </a:lnTo>
                <a:lnTo>
                  <a:pt x="123172" y="35111"/>
                </a:lnTo>
                <a:lnTo>
                  <a:pt x="124298" y="37398"/>
                </a:lnTo>
                <a:lnTo>
                  <a:pt x="122909" y="40614"/>
                </a:lnTo>
                <a:lnTo>
                  <a:pt x="123560" y="43223"/>
                </a:lnTo>
                <a:lnTo>
                  <a:pt x="122975" y="45679"/>
                </a:lnTo>
                <a:lnTo>
                  <a:pt x="123662" y="46366"/>
                </a:lnTo>
                <a:lnTo>
                  <a:pt x="126849" y="45818"/>
                </a:lnTo>
                <a:lnTo>
                  <a:pt x="127602" y="49187"/>
                </a:lnTo>
                <a:lnTo>
                  <a:pt x="126907" y="53463"/>
                </a:lnTo>
                <a:lnTo>
                  <a:pt x="126907" y="76324"/>
                </a:lnTo>
                <a:lnTo>
                  <a:pt x="127360" y="79072"/>
                </a:lnTo>
                <a:lnTo>
                  <a:pt x="126849" y="81462"/>
                </a:lnTo>
                <a:lnTo>
                  <a:pt x="123662" y="80929"/>
                </a:lnTo>
                <a:lnTo>
                  <a:pt x="123070" y="81513"/>
                </a:lnTo>
                <a:lnTo>
                  <a:pt x="123436" y="84174"/>
                </a:lnTo>
                <a:lnTo>
                  <a:pt x="123355" y="85621"/>
                </a:lnTo>
                <a:lnTo>
                  <a:pt x="123750" y="87331"/>
                </a:lnTo>
                <a:lnTo>
                  <a:pt x="123136" y="88880"/>
                </a:lnTo>
                <a:lnTo>
                  <a:pt x="123903" y="91197"/>
                </a:lnTo>
                <a:lnTo>
                  <a:pt x="122990" y="92111"/>
                </a:lnTo>
                <a:lnTo>
                  <a:pt x="120147" y="91205"/>
                </a:lnTo>
                <a:lnTo>
                  <a:pt x="119540" y="92403"/>
                </a:lnTo>
                <a:lnTo>
                  <a:pt x="120439" y="94654"/>
                </a:lnTo>
                <a:lnTo>
                  <a:pt x="119533" y="95568"/>
                </a:lnTo>
                <a:lnTo>
                  <a:pt x="116580" y="94757"/>
                </a:lnTo>
                <a:lnTo>
                  <a:pt x="115652" y="96920"/>
                </a:lnTo>
                <a:lnTo>
                  <a:pt x="117486" y="100735"/>
                </a:lnTo>
                <a:lnTo>
                  <a:pt x="115966" y="102796"/>
                </a:lnTo>
                <a:lnTo>
                  <a:pt x="113408" y="101700"/>
                </a:lnTo>
                <a:lnTo>
                  <a:pt x="112312" y="102803"/>
                </a:lnTo>
                <a:lnTo>
                  <a:pt x="113474" y="105135"/>
                </a:lnTo>
                <a:lnTo>
                  <a:pt x="112304" y="106304"/>
                </a:lnTo>
                <a:lnTo>
                  <a:pt x="109973" y="105135"/>
                </a:lnTo>
                <a:lnTo>
                  <a:pt x="108803" y="106304"/>
                </a:lnTo>
                <a:lnTo>
                  <a:pt x="109973" y="108643"/>
                </a:lnTo>
                <a:lnTo>
                  <a:pt x="108804" y="109813"/>
                </a:lnTo>
                <a:lnTo>
                  <a:pt x="106465" y="108643"/>
                </a:lnTo>
                <a:lnTo>
                  <a:pt x="105295" y="109812"/>
                </a:lnTo>
                <a:lnTo>
                  <a:pt x="106465" y="112144"/>
                </a:lnTo>
                <a:lnTo>
                  <a:pt x="105295" y="113314"/>
                </a:lnTo>
                <a:lnTo>
                  <a:pt x="102964" y="112144"/>
                </a:lnTo>
                <a:lnTo>
                  <a:pt x="101867" y="113240"/>
                </a:lnTo>
                <a:lnTo>
                  <a:pt x="102957" y="115820"/>
                </a:lnTo>
                <a:lnTo>
                  <a:pt x="101122" y="117143"/>
                </a:lnTo>
                <a:lnTo>
                  <a:pt x="96306" y="115082"/>
                </a:lnTo>
                <a:lnTo>
                  <a:pt x="94829" y="116887"/>
                </a:lnTo>
                <a:lnTo>
                  <a:pt x="95955" y="119168"/>
                </a:lnTo>
                <a:lnTo>
                  <a:pt x="94756" y="120315"/>
                </a:lnTo>
                <a:lnTo>
                  <a:pt x="92447" y="119153"/>
                </a:lnTo>
                <a:lnTo>
                  <a:pt x="91453" y="120147"/>
                </a:lnTo>
                <a:lnTo>
                  <a:pt x="92337" y="123012"/>
                </a:lnTo>
                <a:lnTo>
                  <a:pt x="90042" y="124138"/>
                </a:lnTo>
                <a:lnTo>
                  <a:pt x="86826" y="122749"/>
                </a:lnTo>
                <a:lnTo>
                  <a:pt x="84217" y="123400"/>
                </a:lnTo>
                <a:lnTo>
                  <a:pt x="81762" y="122815"/>
                </a:lnTo>
                <a:lnTo>
                  <a:pt x="81082" y="123495"/>
                </a:lnTo>
                <a:lnTo>
                  <a:pt x="81623" y="126696"/>
                </a:lnTo>
                <a:lnTo>
                  <a:pt x="78224" y="127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835504" y="940618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71237" y="113613"/>
                </a:moveTo>
                <a:lnTo>
                  <a:pt x="66969" y="112926"/>
                </a:lnTo>
                <a:lnTo>
                  <a:pt x="44122" y="112926"/>
                </a:lnTo>
                <a:lnTo>
                  <a:pt x="41338" y="113394"/>
                </a:lnTo>
                <a:lnTo>
                  <a:pt x="38962" y="112860"/>
                </a:lnTo>
                <a:lnTo>
                  <a:pt x="39510" y="109681"/>
                </a:lnTo>
                <a:lnTo>
                  <a:pt x="38823" y="108994"/>
                </a:lnTo>
                <a:lnTo>
                  <a:pt x="36368" y="109578"/>
                </a:lnTo>
                <a:lnTo>
                  <a:pt x="33773" y="108935"/>
                </a:lnTo>
                <a:lnTo>
                  <a:pt x="30521" y="110324"/>
                </a:lnTo>
                <a:lnTo>
                  <a:pt x="28248" y="109184"/>
                </a:lnTo>
                <a:lnTo>
                  <a:pt x="29139" y="106326"/>
                </a:lnTo>
                <a:lnTo>
                  <a:pt x="28146" y="105332"/>
                </a:lnTo>
                <a:lnTo>
                  <a:pt x="25814" y="106501"/>
                </a:lnTo>
                <a:lnTo>
                  <a:pt x="24644" y="105332"/>
                </a:lnTo>
                <a:lnTo>
                  <a:pt x="25814" y="103001"/>
                </a:lnTo>
                <a:lnTo>
                  <a:pt x="24652" y="101838"/>
                </a:lnTo>
                <a:lnTo>
                  <a:pt x="22423" y="102854"/>
                </a:lnTo>
                <a:lnTo>
                  <a:pt x="21019" y="101977"/>
                </a:lnTo>
                <a:lnTo>
                  <a:pt x="18790" y="102986"/>
                </a:lnTo>
                <a:lnTo>
                  <a:pt x="17730" y="101926"/>
                </a:lnTo>
                <a:lnTo>
                  <a:pt x="18776" y="99281"/>
                </a:lnTo>
                <a:lnTo>
                  <a:pt x="17511" y="98447"/>
                </a:lnTo>
                <a:lnTo>
                  <a:pt x="15297" y="99492"/>
                </a:lnTo>
                <a:lnTo>
                  <a:pt x="14127" y="98323"/>
                </a:lnTo>
                <a:lnTo>
                  <a:pt x="15297" y="95992"/>
                </a:lnTo>
                <a:lnTo>
                  <a:pt x="14339" y="95034"/>
                </a:lnTo>
                <a:lnTo>
                  <a:pt x="11394" y="95845"/>
                </a:lnTo>
                <a:lnTo>
                  <a:pt x="10473" y="93697"/>
                </a:lnTo>
                <a:lnTo>
                  <a:pt x="12300" y="89845"/>
                </a:lnTo>
                <a:lnTo>
                  <a:pt x="10765" y="87806"/>
                </a:lnTo>
                <a:lnTo>
                  <a:pt x="8222" y="88910"/>
                </a:lnTo>
                <a:lnTo>
                  <a:pt x="7213" y="87901"/>
                </a:lnTo>
                <a:lnTo>
                  <a:pt x="8266" y="85255"/>
                </a:lnTo>
                <a:lnTo>
                  <a:pt x="7272" y="84597"/>
                </a:lnTo>
                <a:lnTo>
                  <a:pt x="4407" y="85299"/>
                </a:lnTo>
                <a:lnTo>
                  <a:pt x="3296" y="83092"/>
                </a:lnTo>
                <a:lnTo>
                  <a:pt x="4684" y="79839"/>
                </a:lnTo>
                <a:lnTo>
                  <a:pt x="4041" y="77245"/>
                </a:lnTo>
                <a:lnTo>
                  <a:pt x="4626" y="74789"/>
                </a:lnTo>
                <a:lnTo>
                  <a:pt x="3939" y="74102"/>
                </a:lnTo>
                <a:lnTo>
                  <a:pt x="752" y="74658"/>
                </a:lnTo>
                <a:lnTo>
                  <a:pt x="0" y="71281"/>
                </a:lnTo>
                <a:lnTo>
                  <a:pt x="694" y="66998"/>
                </a:lnTo>
                <a:lnTo>
                  <a:pt x="694" y="44151"/>
                </a:lnTo>
                <a:lnTo>
                  <a:pt x="234" y="41374"/>
                </a:lnTo>
                <a:lnTo>
                  <a:pt x="760" y="38999"/>
                </a:lnTo>
                <a:lnTo>
                  <a:pt x="3939" y="39547"/>
                </a:lnTo>
                <a:lnTo>
                  <a:pt x="4633" y="38853"/>
                </a:lnTo>
                <a:lnTo>
                  <a:pt x="4041" y="36397"/>
                </a:lnTo>
                <a:lnTo>
                  <a:pt x="4692" y="33788"/>
                </a:lnTo>
                <a:lnTo>
                  <a:pt x="3318" y="30601"/>
                </a:lnTo>
                <a:lnTo>
                  <a:pt x="4421" y="28292"/>
                </a:lnTo>
                <a:lnTo>
                  <a:pt x="7308" y="29162"/>
                </a:lnTo>
                <a:lnTo>
                  <a:pt x="8192" y="28277"/>
                </a:lnTo>
                <a:lnTo>
                  <a:pt x="7140" y="25632"/>
                </a:lnTo>
                <a:lnTo>
                  <a:pt x="8105" y="24996"/>
                </a:lnTo>
                <a:lnTo>
                  <a:pt x="11036" y="25646"/>
                </a:lnTo>
                <a:lnTo>
                  <a:pt x="11547" y="24506"/>
                </a:lnTo>
                <a:lnTo>
                  <a:pt x="11211" y="22584"/>
                </a:lnTo>
                <a:lnTo>
                  <a:pt x="11211" y="21202"/>
                </a:lnTo>
                <a:lnTo>
                  <a:pt x="10875" y="18652"/>
                </a:lnTo>
                <a:lnTo>
                  <a:pt x="11694" y="17665"/>
                </a:lnTo>
                <a:lnTo>
                  <a:pt x="14164" y="18798"/>
                </a:lnTo>
                <a:lnTo>
                  <a:pt x="15202" y="17760"/>
                </a:lnTo>
                <a:lnTo>
                  <a:pt x="14149" y="15114"/>
                </a:lnTo>
                <a:lnTo>
                  <a:pt x="15472" y="14244"/>
                </a:lnTo>
                <a:lnTo>
                  <a:pt x="17526" y="15326"/>
                </a:lnTo>
                <a:lnTo>
                  <a:pt x="18812" y="14252"/>
                </a:lnTo>
                <a:lnTo>
                  <a:pt x="17665" y="11796"/>
                </a:lnTo>
                <a:lnTo>
                  <a:pt x="18812" y="10649"/>
                </a:lnTo>
                <a:lnTo>
                  <a:pt x="21041" y="11752"/>
                </a:lnTo>
                <a:lnTo>
                  <a:pt x="22408" y="10729"/>
                </a:lnTo>
                <a:lnTo>
                  <a:pt x="24630" y="11833"/>
                </a:lnTo>
                <a:lnTo>
                  <a:pt x="25814" y="10656"/>
                </a:lnTo>
                <a:lnTo>
                  <a:pt x="24645" y="8317"/>
                </a:lnTo>
                <a:lnTo>
                  <a:pt x="25807" y="7148"/>
                </a:lnTo>
                <a:lnTo>
                  <a:pt x="28145" y="8317"/>
                </a:lnTo>
                <a:lnTo>
                  <a:pt x="29242" y="7221"/>
                </a:lnTo>
                <a:lnTo>
                  <a:pt x="28153" y="4641"/>
                </a:lnTo>
                <a:lnTo>
                  <a:pt x="29454" y="3712"/>
                </a:lnTo>
                <a:lnTo>
                  <a:pt x="31391" y="4538"/>
                </a:lnTo>
                <a:lnTo>
                  <a:pt x="34285" y="3420"/>
                </a:lnTo>
                <a:lnTo>
                  <a:pt x="37135" y="4809"/>
                </a:lnTo>
                <a:lnTo>
                  <a:pt x="39262" y="4224"/>
                </a:lnTo>
                <a:lnTo>
                  <a:pt x="39590" y="4136"/>
                </a:lnTo>
                <a:lnTo>
                  <a:pt x="38976" y="1001"/>
                </a:lnTo>
                <a:lnTo>
                  <a:pt x="39642" y="336"/>
                </a:lnTo>
                <a:lnTo>
                  <a:pt x="42200" y="803"/>
                </a:lnTo>
                <a:lnTo>
                  <a:pt x="47206" y="65"/>
                </a:lnTo>
                <a:lnTo>
                  <a:pt x="52300" y="716"/>
                </a:lnTo>
                <a:lnTo>
                  <a:pt x="60208" y="716"/>
                </a:lnTo>
                <a:lnTo>
                  <a:pt x="63936" y="336"/>
                </a:lnTo>
                <a:lnTo>
                  <a:pt x="68365" y="833"/>
                </a:lnTo>
                <a:lnTo>
                  <a:pt x="73751" y="0"/>
                </a:lnTo>
                <a:lnTo>
                  <a:pt x="74577" y="1015"/>
                </a:lnTo>
                <a:lnTo>
                  <a:pt x="74036" y="4143"/>
                </a:lnTo>
                <a:lnTo>
                  <a:pt x="76316" y="4765"/>
                </a:lnTo>
                <a:lnTo>
                  <a:pt x="79284" y="4224"/>
                </a:lnTo>
                <a:lnTo>
                  <a:pt x="82207" y="4224"/>
                </a:lnTo>
                <a:lnTo>
                  <a:pt x="84078" y="3895"/>
                </a:lnTo>
                <a:lnTo>
                  <a:pt x="85299" y="4407"/>
                </a:lnTo>
                <a:lnTo>
                  <a:pt x="84487" y="7367"/>
                </a:lnTo>
                <a:lnTo>
                  <a:pt x="85437" y="8317"/>
                </a:lnTo>
                <a:lnTo>
                  <a:pt x="87776" y="7148"/>
                </a:lnTo>
                <a:lnTo>
                  <a:pt x="88946" y="8317"/>
                </a:lnTo>
                <a:lnTo>
                  <a:pt x="87776" y="10656"/>
                </a:lnTo>
                <a:lnTo>
                  <a:pt x="88931" y="11818"/>
                </a:lnTo>
                <a:lnTo>
                  <a:pt x="91160" y="10802"/>
                </a:lnTo>
                <a:lnTo>
                  <a:pt x="92578" y="11679"/>
                </a:lnTo>
                <a:lnTo>
                  <a:pt x="94800" y="10670"/>
                </a:lnTo>
                <a:lnTo>
                  <a:pt x="95860" y="11730"/>
                </a:lnTo>
                <a:lnTo>
                  <a:pt x="94807" y="14376"/>
                </a:lnTo>
                <a:lnTo>
                  <a:pt x="96064" y="15202"/>
                </a:lnTo>
                <a:lnTo>
                  <a:pt x="98308" y="14164"/>
                </a:lnTo>
                <a:lnTo>
                  <a:pt x="99456" y="15341"/>
                </a:lnTo>
                <a:lnTo>
                  <a:pt x="98286" y="17665"/>
                </a:lnTo>
                <a:lnTo>
                  <a:pt x="99244" y="18622"/>
                </a:lnTo>
                <a:lnTo>
                  <a:pt x="102196" y="17804"/>
                </a:lnTo>
                <a:lnTo>
                  <a:pt x="103117" y="19960"/>
                </a:lnTo>
                <a:lnTo>
                  <a:pt x="101290" y="23811"/>
                </a:lnTo>
                <a:lnTo>
                  <a:pt x="102818" y="25850"/>
                </a:lnTo>
                <a:lnTo>
                  <a:pt x="105361" y="24747"/>
                </a:lnTo>
                <a:lnTo>
                  <a:pt x="106370" y="25755"/>
                </a:lnTo>
                <a:lnTo>
                  <a:pt x="105325" y="28401"/>
                </a:lnTo>
                <a:lnTo>
                  <a:pt x="106319" y="29059"/>
                </a:lnTo>
                <a:lnTo>
                  <a:pt x="109184" y="28357"/>
                </a:lnTo>
                <a:lnTo>
                  <a:pt x="110287" y="30564"/>
                </a:lnTo>
                <a:lnTo>
                  <a:pt x="108899" y="33817"/>
                </a:lnTo>
                <a:lnTo>
                  <a:pt x="109542" y="36411"/>
                </a:lnTo>
                <a:lnTo>
                  <a:pt x="108957" y="38867"/>
                </a:lnTo>
                <a:lnTo>
                  <a:pt x="109644" y="39554"/>
                </a:lnTo>
                <a:lnTo>
                  <a:pt x="112831" y="38999"/>
                </a:lnTo>
                <a:lnTo>
                  <a:pt x="113583" y="42375"/>
                </a:lnTo>
                <a:lnTo>
                  <a:pt x="112896" y="46658"/>
                </a:lnTo>
                <a:lnTo>
                  <a:pt x="112896" y="69497"/>
                </a:lnTo>
                <a:lnTo>
                  <a:pt x="113350" y="72282"/>
                </a:lnTo>
                <a:lnTo>
                  <a:pt x="112831" y="74658"/>
                </a:lnTo>
                <a:lnTo>
                  <a:pt x="109644" y="74109"/>
                </a:lnTo>
                <a:lnTo>
                  <a:pt x="108957" y="74804"/>
                </a:lnTo>
                <a:lnTo>
                  <a:pt x="109542" y="77259"/>
                </a:lnTo>
                <a:lnTo>
                  <a:pt x="108899" y="79847"/>
                </a:lnTo>
                <a:lnTo>
                  <a:pt x="110287" y="83099"/>
                </a:lnTo>
                <a:lnTo>
                  <a:pt x="109147" y="85372"/>
                </a:lnTo>
                <a:lnTo>
                  <a:pt x="106289" y="84480"/>
                </a:lnTo>
                <a:lnTo>
                  <a:pt x="105303" y="85474"/>
                </a:lnTo>
                <a:lnTo>
                  <a:pt x="106465" y="87813"/>
                </a:lnTo>
                <a:lnTo>
                  <a:pt x="105303" y="88975"/>
                </a:lnTo>
                <a:lnTo>
                  <a:pt x="102964" y="87813"/>
                </a:lnTo>
                <a:lnTo>
                  <a:pt x="101809" y="88968"/>
                </a:lnTo>
                <a:lnTo>
                  <a:pt x="102818" y="91197"/>
                </a:lnTo>
                <a:lnTo>
                  <a:pt x="101941" y="92600"/>
                </a:lnTo>
                <a:lnTo>
                  <a:pt x="102949" y="94829"/>
                </a:lnTo>
                <a:lnTo>
                  <a:pt x="101890" y="95889"/>
                </a:lnTo>
                <a:lnTo>
                  <a:pt x="99244" y="94844"/>
                </a:lnTo>
                <a:lnTo>
                  <a:pt x="98411" y="96109"/>
                </a:lnTo>
                <a:lnTo>
                  <a:pt x="99456" y="98323"/>
                </a:lnTo>
                <a:lnTo>
                  <a:pt x="98294" y="99492"/>
                </a:lnTo>
                <a:lnTo>
                  <a:pt x="95955" y="98323"/>
                </a:lnTo>
                <a:lnTo>
                  <a:pt x="94997" y="99280"/>
                </a:lnTo>
                <a:lnTo>
                  <a:pt x="95816" y="102226"/>
                </a:lnTo>
                <a:lnTo>
                  <a:pt x="93667" y="103147"/>
                </a:lnTo>
                <a:lnTo>
                  <a:pt x="89808" y="101327"/>
                </a:lnTo>
                <a:lnTo>
                  <a:pt x="87769" y="102854"/>
                </a:lnTo>
                <a:lnTo>
                  <a:pt x="88873" y="105398"/>
                </a:lnTo>
                <a:lnTo>
                  <a:pt x="87864" y="106406"/>
                </a:lnTo>
                <a:lnTo>
                  <a:pt x="85219" y="105361"/>
                </a:lnTo>
                <a:lnTo>
                  <a:pt x="84561" y="106348"/>
                </a:lnTo>
                <a:lnTo>
                  <a:pt x="85270" y="109213"/>
                </a:lnTo>
                <a:lnTo>
                  <a:pt x="83055" y="110324"/>
                </a:lnTo>
                <a:lnTo>
                  <a:pt x="79803" y="108935"/>
                </a:lnTo>
                <a:lnTo>
                  <a:pt x="77208" y="109578"/>
                </a:lnTo>
                <a:lnTo>
                  <a:pt x="74753" y="108994"/>
                </a:lnTo>
                <a:lnTo>
                  <a:pt x="74073" y="109681"/>
                </a:lnTo>
                <a:lnTo>
                  <a:pt x="74621" y="112867"/>
                </a:lnTo>
                <a:lnTo>
                  <a:pt x="71237" y="113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049866" y="944491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4">
                <a:moveTo>
                  <a:pt x="50429" y="105764"/>
                </a:moveTo>
                <a:lnTo>
                  <a:pt x="49121" y="105464"/>
                </a:lnTo>
                <a:lnTo>
                  <a:pt x="49676" y="102292"/>
                </a:lnTo>
                <a:lnTo>
                  <a:pt x="49077" y="101700"/>
                </a:lnTo>
                <a:lnTo>
                  <a:pt x="46417" y="102058"/>
                </a:lnTo>
                <a:lnTo>
                  <a:pt x="44743" y="101970"/>
                </a:lnTo>
                <a:lnTo>
                  <a:pt x="43566" y="102095"/>
                </a:lnTo>
                <a:lnTo>
                  <a:pt x="40380" y="101912"/>
                </a:lnTo>
                <a:lnTo>
                  <a:pt x="37288" y="102687"/>
                </a:lnTo>
                <a:lnTo>
                  <a:pt x="35001" y="101897"/>
                </a:lnTo>
                <a:lnTo>
                  <a:pt x="35709" y="98842"/>
                </a:lnTo>
                <a:lnTo>
                  <a:pt x="34803" y="97943"/>
                </a:lnTo>
                <a:lnTo>
                  <a:pt x="32581" y="98988"/>
                </a:lnTo>
                <a:lnTo>
                  <a:pt x="31178" y="98060"/>
                </a:lnTo>
                <a:lnTo>
                  <a:pt x="28964" y="99112"/>
                </a:lnTo>
                <a:lnTo>
                  <a:pt x="27947" y="98089"/>
                </a:lnTo>
                <a:lnTo>
                  <a:pt x="28883" y="95290"/>
                </a:lnTo>
                <a:lnTo>
                  <a:pt x="26552" y="94040"/>
                </a:lnTo>
                <a:lnTo>
                  <a:pt x="23277" y="95838"/>
                </a:lnTo>
                <a:lnTo>
                  <a:pt x="20917" y="94837"/>
                </a:lnTo>
                <a:lnTo>
                  <a:pt x="21728" y="91877"/>
                </a:lnTo>
                <a:lnTo>
                  <a:pt x="20770" y="90919"/>
                </a:lnTo>
                <a:lnTo>
                  <a:pt x="18475" y="92082"/>
                </a:lnTo>
                <a:lnTo>
                  <a:pt x="17262" y="90985"/>
                </a:lnTo>
                <a:lnTo>
                  <a:pt x="18424" y="88581"/>
                </a:lnTo>
                <a:lnTo>
                  <a:pt x="17365" y="87521"/>
                </a:lnTo>
                <a:lnTo>
                  <a:pt x="14719" y="88573"/>
                </a:lnTo>
                <a:lnTo>
                  <a:pt x="13849" y="87250"/>
                </a:lnTo>
                <a:lnTo>
                  <a:pt x="14938" y="85197"/>
                </a:lnTo>
                <a:lnTo>
                  <a:pt x="13857" y="83918"/>
                </a:lnTo>
                <a:lnTo>
                  <a:pt x="11401" y="85058"/>
                </a:lnTo>
                <a:lnTo>
                  <a:pt x="10275" y="83932"/>
                </a:lnTo>
                <a:lnTo>
                  <a:pt x="11284" y="81703"/>
                </a:lnTo>
                <a:lnTo>
                  <a:pt x="10407" y="80300"/>
                </a:lnTo>
                <a:lnTo>
                  <a:pt x="11423" y="78071"/>
                </a:lnTo>
                <a:lnTo>
                  <a:pt x="10356" y="77011"/>
                </a:lnTo>
                <a:lnTo>
                  <a:pt x="7710" y="78056"/>
                </a:lnTo>
                <a:lnTo>
                  <a:pt x="6804" y="76689"/>
                </a:lnTo>
                <a:lnTo>
                  <a:pt x="7864" y="74818"/>
                </a:lnTo>
                <a:lnTo>
                  <a:pt x="6891" y="73284"/>
                </a:lnTo>
                <a:lnTo>
                  <a:pt x="7922" y="71069"/>
                </a:lnTo>
                <a:lnTo>
                  <a:pt x="7008" y="70148"/>
                </a:lnTo>
                <a:lnTo>
                  <a:pt x="3983" y="70886"/>
                </a:lnTo>
                <a:lnTo>
                  <a:pt x="3186" y="68730"/>
                </a:lnTo>
                <a:lnTo>
                  <a:pt x="3837" y="65368"/>
                </a:lnTo>
                <a:lnTo>
                  <a:pt x="3837" y="61392"/>
                </a:lnTo>
                <a:lnTo>
                  <a:pt x="4363" y="58454"/>
                </a:lnTo>
                <a:lnTo>
                  <a:pt x="3749" y="56130"/>
                </a:lnTo>
                <a:lnTo>
                  <a:pt x="614" y="56737"/>
                </a:lnTo>
                <a:lnTo>
                  <a:pt x="0" y="56123"/>
                </a:lnTo>
                <a:lnTo>
                  <a:pt x="358" y="53462"/>
                </a:lnTo>
                <a:lnTo>
                  <a:pt x="343" y="49274"/>
                </a:lnTo>
                <a:lnTo>
                  <a:pt x="3647" y="49632"/>
                </a:lnTo>
                <a:lnTo>
                  <a:pt x="4173" y="49113"/>
                </a:lnTo>
                <a:lnTo>
                  <a:pt x="3807" y="46453"/>
                </a:lnTo>
                <a:lnTo>
                  <a:pt x="3902" y="44772"/>
                </a:lnTo>
                <a:lnTo>
                  <a:pt x="3771" y="43603"/>
                </a:lnTo>
                <a:lnTo>
                  <a:pt x="3902" y="41279"/>
                </a:lnTo>
                <a:lnTo>
                  <a:pt x="3837" y="37982"/>
                </a:lnTo>
                <a:lnTo>
                  <a:pt x="3537" y="36316"/>
                </a:lnTo>
                <a:lnTo>
                  <a:pt x="3968" y="35044"/>
                </a:lnTo>
                <a:lnTo>
                  <a:pt x="7031" y="35746"/>
                </a:lnTo>
                <a:lnTo>
                  <a:pt x="7673" y="35095"/>
                </a:lnTo>
                <a:lnTo>
                  <a:pt x="7315" y="32435"/>
                </a:lnTo>
                <a:lnTo>
                  <a:pt x="7388" y="31061"/>
                </a:lnTo>
                <a:lnTo>
                  <a:pt x="6979" y="29183"/>
                </a:lnTo>
                <a:lnTo>
                  <a:pt x="7564" y="27947"/>
                </a:lnTo>
                <a:lnTo>
                  <a:pt x="10458" y="28810"/>
                </a:lnTo>
                <a:lnTo>
                  <a:pt x="11182" y="28086"/>
                </a:lnTo>
                <a:lnTo>
                  <a:pt x="10816" y="25426"/>
                </a:lnTo>
                <a:lnTo>
                  <a:pt x="10882" y="24264"/>
                </a:lnTo>
                <a:lnTo>
                  <a:pt x="10473" y="21910"/>
                </a:lnTo>
                <a:lnTo>
                  <a:pt x="11277" y="20829"/>
                </a:lnTo>
                <a:lnTo>
                  <a:pt x="13835" y="21925"/>
                </a:lnTo>
                <a:lnTo>
                  <a:pt x="14843" y="20917"/>
                </a:lnTo>
                <a:lnTo>
                  <a:pt x="13791" y="18271"/>
                </a:lnTo>
                <a:lnTo>
                  <a:pt x="15055" y="17438"/>
                </a:lnTo>
                <a:lnTo>
                  <a:pt x="17270" y="18490"/>
                </a:lnTo>
                <a:lnTo>
                  <a:pt x="18439" y="17321"/>
                </a:lnTo>
                <a:lnTo>
                  <a:pt x="17270" y="14982"/>
                </a:lnTo>
                <a:lnTo>
                  <a:pt x="18344" y="13915"/>
                </a:lnTo>
                <a:lnTo>
                  <a:pt x="20990" y="14960"/>
                </a:lnTo>
                <a:lnTo>
                  <a:pt x="21721" y="13856"/>
                </a:lnTo>
                <a:lnTo>
                  <a:pt x="20858" y="11240"/>
                </a:lnTo>
                <a:lnTo>
                  <a:pt x="22627" y="10027"/>
                </a:lnTo>
                <a:lnTo>
                  <a:pt x="27443" y="12036"/>
                </a:lnTo>
                <a:lnTo>
                  <a:pt x="28715" y="10480"/>
                </a:lnTo>
                <a:lnTo>
                  <a:pt x="27940" y="7593"/>
                </a:lnTo>
                <a:lnTo>
                  <a:pt x="29651" y="6781"/>
                </a:lnTo>
                <a:lnTo>
                  <a:pt x="34562" y="8411"/>
                </a:lnTo>
                <a:lnTo>
                  <a:pt x="35644" y="7081"/>
                </a:lnTo>
                <a:lnTo>
                  <a:pt x="35081" y="3968"/>
                </a:lnTo>
                <a:lnTo>
                  <a:pt x="37347" y="3317"/>
                </a:lnTo>
                <a:lnTo>
                  <a:pt x="40373" y="3880"/>
                </a:lnTo>
                <a:lnTo>
                  <a:pt x="44677" y="3880"/>
                </a:lnTo>
                <a:lnTo>
                  <a:pt x="47163" y="4099"/>
                </a:lnTo>
                <a:lnTo>
                  <a:pt x="49421" y="3859"/>
                </a:lnTo>
                <a:lnTo>
                  <a:pt x="49618" y="3844"/>
                </a:lnTo>
                <a:lnTo>
                  <a:pt x="49216" y="555"/>
                </a:lnTo>
                <a:lnTo>
                  <a:pt x="49691" y="80"/>
                </a:lnTo>
                <a:lnTo>
                  <a:pt x="53463" y="401"/>
                </a:lnTo>
                <a:lnTo>
                  <a:pt x="56086" y="0"/>
                </a:lnTo>
                <a:lnTo>
                  <a:pt x="56920" y="840"/>
                </a:lnTo>
                <a:lnTo>
                  <a:pt x="55867" y="3486"/>
                </a:lnTo>
                <a:lnTo>
                  <a:pt x="57110" y="4312"/>
                </a:lnTo>
                <a:lnTo>
                  <a:pt x="59119" y="3683"/>
                </a:lnTo>
                <a:lnTo>
                  <a:pt x="62035" y="4312"/>
                </a:lnTo>
                <a:lnTo>
                  <a:pt x="64798" y="3859"/>
                </a:lnTo>
                <a:lnTo>
                  <a:pt x="67860" y="3859"/>
                </a:lnTo>
                <a:lnTo>
                  <a:pt x="69607" y="3552"/>
                </a:lnTo>
                <a:lnTo>
                  <a:pt x="70857" y="4005"/>
                </a:lnTo>
                <a:lnTo>
                  <a:pt x="70118" y="7030"/>
                </a:lnTo>
                <a:lnTo>
                  <a:pt x="70791" y="7703"/>
                </a:lnTo>
                <a:lnTo>
                  <a:pt x="73451" y="7345"/>
                </a:lnTo>
                <a:lnTo>
                  <a:pt x="74818" y="7411"/>
                </a:lnTo>
                <a:lnTo>
                  <a:pt x="76703" y="7001"/>
                </a:lnTo>
                <a:lnTo>
                  <a:pt x="77932" y="7593"/>
                </a:lnTo>
                <a:lnTo>
                  <a:pt x="77069" y="10488"/>
                </a:lnTo>
                <a:lnTo>
                  <a:pt x="77800" y="11204"/>
                </a:lnTo>
                <a:lnTo>
                  <a:pt x="80460" y="10846"/>
                </a:lnTo>
                <a:lnTo>
                  <a:pt x="81651" y="10912"/>
                </a:lnTo>
                <a:lnTo>
                  <a:pt x="83932" y="10495"/>
                </a:lnTo>
                <a:lnTo>
                  <a:pt x="85043" y="11262"/>
                </a:lnTo>
                <a:lnTo>
                  <a:pt x="83976" y="13879"/>
                </a:lnTo>
                <a:lnTo>
                  <a:pt x="84962" y="14865"/>
                </a:lnTo>
                <a:lnTo>
                  <a:pt x="87608" y="13820"/>
                </a:lnTo>
                <a:lnTo>
                  <a:pt x="88441" y="15078"/>
                </a:lnTo>
                <a:lnTo>
                  <a:pt x="87396" y="17299"/>
                </a:lnTo>
                <a:lnTo>
                  <a:pt x="88565" y="18469"/>
                </a:lnTo>
                <a:lnTo>
                  <a:pt x="90897" y="17299"/>
                </a:lnTo>
                <a:lnTo>
                  <a:pt x="91971" y="18367"/>
                </a:lnTo>
                <a:lnTo>
                  <a:pt x="90926" y="21019"/>
                </a:lnTo>
                <a:lnTo>
                  <a:pt x="92051" y="21772"/>
                </a:lnTo>
                <a:lnTo>
                  <a:pt x="94602" y="20859"/>
                </a:lnTo>
                <a:lnTo>
                  <a:pt x="95910" y="22635"/>
                </a:lnTo>
                <a:lnTo>
                  <a:pt x="93827" y="27451"/>
                </a:lnTo>
                <a:lnTo>
                  <a:pt x="95399" y="28737"/>
                </a:lnTo>
                <a:lnTo>
                  <a:pt x="98285" y="27963"/>
                </a:lnTo>
                <a:lnTo>
                  <a:pt x="99097" y="29680"/>
                </a:lnTo>
                <a:lnTo>
                  <a:pt x="97467" y="34584"/>
                </a:lnTo>
                <a:lnTo>
                  <a:pt x="98827" y="35688"/>
                </a:lnTo>
                <a:lnTo>
                  <a:pt x="101881" y="35074"/>
                </a:lnTo>
                <a:lnTo>
                  <a:pt x="103065" y="38582"/>
                </a:lnTo>
                <a:lnTo>
                  <a:pt x="101026" y="42748"/>
                </a:lnTo>
                <a:lnTo>
                  <a:pt x="102188" y="46592"/>
                </a:lnTo>
                <a:lnTo>
                  <a:pt x="101545" y="48997"/>
                </a:lnTo>
                <a:lnTo>
                  <a:pt x="102181" y="49633"/>
                </a:lnTo>
                <a:lnTo>
                  <a:pt x="105499" y="49274"/>
                </a:lnTo>
                <a:lnTo>
                  <a:pt x="105594" y="51124"/>
                </a:lnTo>
                <a:lnTo>
                  <a:pt x="106157" y="54939"/>
                </a:lnTo>
                <a:lnTo>
                  <a:pt x="105316" y="56905"/>
                </a:lnTo>
                <a:lnTo>
                  <a:pt x="102356" y="56094"/>
                </a:lnTo>
                <a:lnTo>
                  <a:pt x="101603" y="56853"/>
                </a:lnTo>
                <a:lnTo>
                  <a:pt x="102100" y="59382"/>
                </a:lnTo>
                <a:lnTo>
                  <a:pt x="101611" y="62145"/>
                </a:lnTo>
                <a:lnTo>
                  <a:pt x="101998" y="64769"/>
                </a:lnTo>
                <a:lnTo>
                  <a:pt x="101998" y="67897"/>
                </a:lnTo>
                <a:lnTo>
                  <a:pt x="102313" y="69644"/>
                </a:lnTo>
                <a:lnTo>
                  <a:pt x="101845" y="70886"/>
                </a:lnTo>
                <a:lnTo>
                  <a:pt x="98819" y="70155"/>
                </a:lnTo>
                <a:lnTo>
                  <a:pt x="98161" y="70820"/>
                </a:lnTo>
                <a:lnTo>
                  <a:pt x="98520" y="73481"/>
                </a:lnTo>
                <a:lnTo>
                  <a:pt x="98446" y="74782"/>
                </a:lnTo>
                <a:lnTo>
                  <a:pt x="98863" y="76821"/>
                </a:lnTo>
                <a:lnTo>
                  <a:pt x="98212" y="78005"/>
                </a:lnTo>
                <a:lnTo>
                  <a:pt x="95413" y="77062"/>
                </a:lnTo>
                <a:lnTo>
                  <a:pt x="94412" y="78071"/>
                </a:lnTo>
                <a:lnTo>
                  <a:pt x="95428" y="80300"/>
                </a:lnTo>
                <a:lnTo>
                  <a:pt x="94551" y="81703"/>
                </a:lnTo>
                <a:lnTo>
                  <a:pt x="95559" y="83932"/>
                </a:lnTo>
                <a:lnTo>
                  <a:pt x="94500" y="84992"/>
                </a:lnTo>
                <a:lnTo>
                  <a:pt x="91854" y="83947"/>
                </a:lnTo>
                <a:lnTo>
                  <a:pt x="90977" y="85270"/>
                </a:lnTo>
                <a:lnTo>
                  <a:pt x="92066" y="87324"/>
                </a:lnTo>
                <a:lnTo>
                  <a:pt x="90984" y="88602"/>
                </a:lnTo>
                <a:lnTo>
                  <a:pt x="88529" y="87462"/>
                </a:lnTo>
                <a:lnTo>
                  <a:pt x="87410" y="88581"/>
                </a:lnTo>
                <a:lnTo>
                  <a:pt x="88572" y="90985"/>
                </a:lnTo>
                <a:lnTo>
                  <a:pt x="87352" y="92082"/>
                </a:lnTo>
                <a:lnTo>
                  <a:pt x="85064" y="90919"/>
                </a:lnTo>
                <a:lnTo>
                  <a:pt x="84100" y="91884"/>
                </a:lnTo>
                <a:lnTo>
                  <a:pt x="84918" y="94837"/>
                </a:lnTo>
                <a:lnTo>
                  <a:pt x="82557" y="95838"/>
                </a:lnTo>
                <a:lnTo>
                  <a:pt x="79283" y="94040"/>
                </a:lnTo>
                <a:lnTo>
                  <a:pt x="76952" y="95290"/>
                </a:lnTo>
                <a:lnTo>
                  <a:pt x="77887" y="98104"/>
                </a:lnTo>
                <a:lnTo>
                  <a:pt x="76871" y="99112"/>
                </a:lnTo>
                <a:lnTo>
                  <a:pt x="74650" y="98060"/>
                </a:lnTo>
                <a:lnTo>
                  <a:pt x="73246" y="98988"/>
                </a:lnTo>
                <a:lnTo>
                  <a:pt x="71032" y="97943"/>
                </a:lnTo>
                <a:lnTo>
                  <a:pt x="70126" y="98849"/>
                </a:lnTo>
                <a:lnTo>
                  <a:pt x="70834" y="101904"/>
                </a:lnTo>
                <a:lnTo>
                  <a:pt x="67304" y="103110"/>
                </a:lnTo>
                <a:lnTo>
                  <a:pt x="63109" y="101064"/>
                </a:lnTo>
                <a:lnTo>
                  <a:pt x="59279" y="102226"/>
                </a:lnTo>
                <a:lnTo>
                  <a:pt x="56875" y="101576"/>
                </a:lnTo>
                <a:lnTo>
                  <a:pt x="56239" y="102219"/>
                </a:lnTo>
                <a:lnTo>
                  <a:pt x="56590" y="105530"/>
                </a:lnTo>
                <a:lnTo>
                  <a:pt x="51862" y="105537"/>
                </a:lnTo>
                <a:lnTo>
                  <a:pt x="50429" y="1057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270638" y="95467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15" y="85453"/>
                </a:moveTo>
                <a:lnTo>
                  <a:pt x="55172" y="84861"/>
                </a:lnTo>
                <a:lnTo>
                  <a:pt x="30155" y="84861"/>
                </a:lnTo>
                <a:lnTo>
                  <a:pt x="27019" y="85453"/>
                </a:lnTo>
                <a:lnTo>
                  <a:pt x="24768" y="84744"/>
                </a:lnTo>
                <a:lnTo>
                  <a:pt x="25433" y="81660"/>
                </a:lnTo>
                <a:lnTo>
                  <a:pt x="24541" y="80775"/>
                </a:lnTo>
                <a:lnTo>
                  <a:pt x="22320" y="81820"/>
                </a:lnTo>
                <a:lnTo>
                  <a:pt x="20916" y="80892"/>
                </a:lnTo>
                <a:lnTo>
                  <a:pt x="18702" y="81944"/>
                </a:lnTo>
                <a:lnTo>
                  <a:pt x="17598" y="80841"/>
                </a:lnTo>
                <a:lnTo>
                  <a:pt x="18694" y="78276"/>
                </a:lnTo>
                <a:lnTo>
                  <a:pt x="17430" y="77355"/>
                </a:lnTo>
                <a:lnTo>
                  <a:pt x="15201" y="78443"/>
                </a:lnTo>
                <a:lnTo>
                  <a:pt x="14126" y="77362"/>
                </a:lnTo>
                <a:lnTo>
                  <a:pt x="15172" y="74716"/>
                </a:lnTo>
                <a:lnTo>
                  <a:pt x="13907" y="73883"/>
                </a:lnTo>
                <a:lnTo>
                  <a:pt x="11693" y="74928"/>
                </a:lnTo>
                <a:lnTo>
                  <a:pt x="10523" y="73766"/>
                </a:lnTo>
                <a:lnTo>
                  <a:pt x="11693" y="71427"/>
                </a:lnTo>
                <a:lnTo>
                  <a:pt x="10523" y="70258"/>
                </a:lnTo>
                <a:lnTo>
                  <a:pt x="8185" y="71427"/>
                </a:lnTo>
                <a:lnTo>
                  <a:pt x="7016" y="70258"/>
                </a:lnTo>
                <a:lnTo>
                  <a:pt x="8185" y="67926"/>
                </a:lnTo>
                <a:lnTo>
                  <a:pt x="7103" y="66837"/>
                </a:lnTo>
                <a:lnTo>
                  <a:pt x="4494" y="67904"/>
                </a:lnTo>
                <a:lnTo>
                  <a:pt x="3215" y="66070"/>
                </a:lnTo>
                <a:lnTo>
                  <a:pt x="5247" y="61261"/>
                </a:lnTo>
                <a:lnTo>
                  <a:pt x="3778" y="60062"/>
                </a:lnTo>
                <a:lnTo>
                  <a:pt x="694" y="60654"/>
                </a:lnTo>
                <a:lnTo>
                  <a:pt x="0" y="58432"/>
                </a:lnTo>
                <a:lnTo>
                  <a:pt x="591" y="55290"/>
                </a:lnTo>
                <a:lnTo>
                  <a:pt x="591" y="30279"/>
                </a:lnTo>
                <a:lnTo>
                  <a:pt x="0" y="27129"/>
                </a:lnTo>
                <a:lnTo>
                  <a:pt x="708" y="24886"/>
                </a:lnTo>
                <a:lnTo>
                  <a:pt x="3793" y="25551"/>
                </a:lnTo>
                <a:lnTo>
                  <a:pt x="4436" y="24915"/>
                </a:lnTo>
                <a:lnTo>
                  <a:pt x="4070" y="22255"/>
                </a:lnTo>
                <a:lnTo>
                  <a:pt x="4136" y="21100"/>
                </a:lnTo>
                <a:lnTo>
                  <a:pt x="3734" y="18724"/>
                </a:lnTo>
                <a:lnTo>
                  <a:pt x="4538" y="17657"/>
                </a:lnTo>
                <a:lnTo>
                  <a:pt x="7081" y="18761"/>
                </a:lnTo>
                <a:lnTo>
                  <a:pt x="8090" y="17745"/>
                </a:lnTo>
                <a:lnTo>
                  <a:pt x="7045" y="15099"/>
                </a:lnTo>
                <a:lnTo>
                  <a:pt x="8258" y="14295"/>
                </a:lnTo>
                <a:lnTo>
                  <a:pt x="10597" y="15304"/>
                </a:lnTo>
                <a:lnTo>
                  <a:pt x="11671" y="14098"/>
                </a:lnTo>
                <a:lnTo>
                  <a:pt x="10509" y="11825"/>
                </a:lnTo>
                <a:lnTo>
                  <a:pt x="11598" y="10736"/>
                </a:lnTo>
                <a:lnTo>
                  <a:pt x="14244" y="11788"/>
                </a:lnTo>
                <a:lnTo>
                  <a:pt x="15077" y="10524"/>
                </a:lnTo>
                <a:lnTo>
                  <a:pt x="14031" y="8310"/>
                </a:lnTo>
                <a:lnTo>
                  <a:pt x="15194" y="7140"/>
                </a:lnTo>
                <a:lnTo>
                  <a:pt x="17532" y="8309"/>
                </a:lnTo>
                <a:lnTo>
                  <a:pt x="18607" y="7235"/>
                </a:lnTo>
                <a:lnTo>
                  <a:pt x="17554" y="4589"/>
                </a:lnTo>
                <a:lnTo>
                  <a:pt x="18929" y="3676"/>
                </a:lnTo>
                <a:lnTo>
                  <a:pt x="20792" y="4736"/>
                </a:lnTo>
                <a:lnTo>
                  <a:pt x="22334" y="3771"/>
                </a:lnTo>
                <a:lnTo>
                  <a:pt x="24549" y="4794"/>
                </a:lnTo>
                <a:lnTo>
                  <a:pt x="25616" y="3727"/>
                </a:lnTo>
                <a:lnTo>
                  <a:pt x="24563" y="1081"/>
                </a:lnTo>
                <a:lnTo>
                  <a:pt x="25820" y="255"/>
                </a:lnTo>
                <a:lnTo>
                  <a:pt x="27801" y="906"/>
                </a:lnTo>
                <a:lnTo>
                  <a:pt x="31675" y="0"/>
                </a:lnTo>
                <a:lnTo>
                  <a:pt x="36023" y="716"/>
                </a:lnTo>
                <a:lnTo>
                  <a:pt x="55208" y="716"/>
                </a:lnTo>
                <a:lnTo>
                  <a:pt x="58270" y="146"/>
                </a:lnTo>
                <a:lnTo>
                  <a:pt x="60551" y="818"/>
                </a:lnTo>
                <a:lnTo>
                  <a:pt x="59908" y="3924"/>
                </a:lnTo>
                <a:lnTo>
                  <a:pt x="60785" y="4801"/>
                </a:lnTo>
                <a:lnTo>
                  <a:pt x="63014" y="3756"/>
                </a:lnTo>
                <a:lnTo>
                  <a:pt x="64410" y="4684"/>
                </a:lnTo>
                <a:lnTo>
                  <a:pt x="66624" y="3632"/>
                </a:lnTo>
                <a:lnTo>
                  <a:pt x="67728" y="4736"/>
                </a:lnTo>
                <a:lnTo>
                  <a:pt x="66632" y="7301"/>
                </a:lnTo>
                <a:lnTo>
                  <a:pt x="67896" y="8222"/>
                </a:lnTo>
                <a:lnTo>
                  <a:pt x="70125" y="7133"/>
                </a:lnTo>
                <a:lnTo>
                  <a:pt x="71199" y="8207"/>
                </a:lnTo>
                <a:lnTo>
                  <a:pt x="70154" y="10860"/>
                </a:lnTo>
                <a:lnTo>
                  <a:pt x="71419" y="11693"/>
                </a:lnTo>
                <a:lnTo>
                  <a:pt x="73641" y="10641"/>
                </a:lnTo>
                <a:lnTo>
                  <a:pt x="74803" y="11810"/>
                </a:lnTo>
                <a:lnTo>
                  <a:pt x="73641" y="14149"/>
                </a:lnTo>
                <a:lnTo>
                  <a:pt x="74803" y="15318"/>
                </a:lnTo>
                <a:lnTo>
                  <a:pt x="77142" y="14149"/>
                </a:lnTo>
                <a:lnTo>
                  <a:pt x="78310" y="15318"/>
                </a:lnTo>
                <a:lnTo>
                  <a:pt x="77141" y="17650"/>
                </a:lnTo>
                <a:lnTo>
                  <a:pt x="78223" y="18739"/>
                </a:lnTo>
                <a:lnTo>
                  <a:pt x="80840" y="17665"/>
                </a:lnTo>
                <a:lnTo>
                  <a:pt x="82111" y="19507"/>
                </a:lnTo>
                <a:lnTo>
                  <a:pt x="80087" y="24316"/>
                </a:lnTo>
                <a:lnTo>
                  <a:pt x="81548" y="25514"/>
                </a:lnTo>
                <a:lnTo>
                  <a:pt x="84640" y="24922"/>
                </a:lnTo>
                <a:lnTo>
                  <a:pt x="85327" y="27144"/>
                </a:lnTo>
                <a:lnTo>
                  <a:pt x="84735" y="30279"/>
                </a:lnTo>
                <a:lnTo>
                  <a:pt x="84743" y="42792"/>
                </a:lnTo>
                <a:lnTo>
                  <a:pt x="84743" y="55304"/>
                </a:lnTo>
                <a:lnTo>
                  <a:pt x="85335" y="58439"/>
                </a:lnTo>
                <a:lnTo>
                  <a:pt x="84626" y="60690"/>
                </a:lnTo>
                <a:lnTo>
                  <a:pt x="81542" y="60026"/>
                </a:lnTo>
                <a:lnTo>
                  <a:pt x="80650" y="60910"/>
                </a:lnTo>
                <a:lnTo>
                  <a:pt x="81703" y="63139"/>
                </a:lnTo>
                <a:lnTo>
                  <a:pt x="80774" y="64535"/>
                </a:lnTo>
                <a:lnTo>
                  <a:pt x="81820" y="66757"/>
                </a:lnTo>
                <a:lnTo>
                  <a:pt x="80723" y="67853"/>
                </a:lnTo>
                <a:lnTo>
                  <a:pt x="78151" y="66757"/>
                </a:lnTo>
                <a:lnTo>
                  <a:pt x="77230" y="68029"/>
                </a:lnTo>
                <a:lnTo>
                  <a:pt x="78326" y="70250"/>
                </a:lnTo>
                <a:lnTo>
                  <a:pt x="77244" y="71332"/>
                </a:lnTo>
                <a:lnTo>
                  <a:pt x="74598" y="70280"/>
                </a:lnTo>
                <a:lnTo>
                  <a:pt x="73766" y="71544"/>
                </a:lnTo>
                <a:lnTo>
                  <a:pt x="74811" y="73766"/>
                </a:lnTo>
                <a:lnTo>
                  <a:pt x="73649" y="74928"/>
                </a:lnTo>
                <a:lnTo>
                  <a:pt x="71310" y="73766"/>
                </a:lnTo>
                <a:lnTo>
                  <a:pt x="70140" y="74928"/>
                </a:lnTo>
                <a:lnTo>
                  <a:pt x="71310" y="77267"/>
                </a:lnTo>
                <a:lnTo>
                  <a:pt x="70140" y="78436"/>
                </a:lnTo>
                <a:lnTo>
                  <a:pt x="67801" y="77267"/>
                </a:lnTo>
                <a:lnTo>
                  <a:pt x="66720" y="78356"/>
                </a:lnTo>
                <a:lnTo>
                  <a:pt x="67787" y="80965"/>
                </a:lnTo>
                <a:lnTo>
                  <a:pt x="65953" y="82237"/>
                </a:lnTo>
                <a:lnTo>
                  <a:pt x="61144" y="80212"/>
                </a:lnTo>
                <a:lnTo>
                  <a:pt x="59945" y="81674"/>
                </a:lnTo>
                <a:lnTo>
                  <a:pt x="60537" y="84766"/>
                </a:lnTo>
                <a:lnTo>
                  <a:pt x="58315" y="854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7" name="object 9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487975" y="961893"/>
            <a:ext cx="71587" cy="71383"/>
          </a:xfrm>
          <a:prstGeom prst="rect">
            <a:avLst/>
          </a:prstGeom>
        </p:spPr>
      </p:pic>
      <p:sp>
        <p:nvSpPr>
          <p:cNvPr id="98" name="object 98"/>
          <p:cNvSpPr/>
          <p:nvPr/>
        </p:nvSpPr>
        <p:spPr>
          <a:xfrm>
            <a:off x="2709280" y="972257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4" h="50800">
                <a:moveTo>
                  <a:pt x="16385" y="50327"/>
                </a:moveTo>
                <a:lnTo>
                  <a:pt x="14119" y="49633"/>
                </a:lnTo>
                <a:lnTo>
                  <a:pt x="14777" y="46541"/>
                </a:lnTo>
                <a:lnTo>
                  <a:pt x="13893" y="45657"/>
                </a:lnTo>
                <a:lnTo>
                  <a:pt x="11664" y="46709"/>
                </a:lnTo>
                <a:lnTo>
                  <a:pt x="10276" y="45774"/>
                </a:lnTo>
                <a:lnTo>
                  <a:pt x="8046" y="46826"/>
                </a:lnTo>
                <a:lnTo>
                  <a:pt x="6877" y="45657"/>
                </a:lnTo>
                <a:lnTo>
                  <a:pt x="7930" y="43435"/>
                </a:lnTo>
                <a:lnTo>
                  <a:pt x="7462" y="42733"/>
                </a:lnTo>
                <a:lnTo>
                  <a:pt x="6986" y="42324"/>
                </a:lnTo>
                <a:lnTo>
                  <a:pt x="4261" y="43252"/>
                </a:lnTo>
                <a:lnTo>
                  <a:pt x="3193" y="41454"/>
                </a:lnTo>
                <a:lnTo>
                  <a:pt x="5064" y="36623"/>
                </a:lnTo>
                <a:lnTo>
                  <a:pt x="3624" y="35447"/>
                </a:lnTo>
                <a:lnTo>
                  <a:pt x="570" y="36075"/>
                </a:lnTo>
                <a:lnTo>
                  <a:pt x="153" y="34847"/>
                </a:lnTo>
                <a:lnTo>
                  <a:pt x="453" y="33144"/>
                </a:lnTo>
                <a:lnTo>
                  <a:pt x="453" y="20712"/>
                </a:lnTo>
                <a:lnTo>
                  <a:pt x="175" y="19119"/>
                </a:lnTo>
                <a:lnTo>
                  <a:pt x="650" y="17540"/>
                </a:lnTo>
                <a:lnTo>
                  <a:pt x="0" y="15136"/>
                </a:lnTo>
                <a:lnTo>
                  <a:pt x="774" y="14368"/>
                </a:lnTo>
                <a:lnTo>
                  <a:pt x="3837" y="15063"/>
                </a:lnTo>
                <a:lnTo>
                  <a:pt x="4575" y="12848"/>
                </a:lnTo>
                <a:lnTo>
                  <a:pt x="2945" y="9281"/>
                </a:lnTo>
                <a:lnTo>
                  <a:pt x="4297" y="7140"/>
                </a:lnTo>
                <a:lnTo>
                  <a:pt x="6965" y="8090"/>
                </a:lnTo>
                <a:lnTo>
                  <a:pt x="7462" y="7666"/>
                </a:lnTo>
                <a:lnTo>
                  <a:pt x="7930" y="6965"/>
                </a:lnTo>
                <a:lnTo>
                  <a:pt x="6877" y="4750"/>
                </a:lnTo>
                <a:lnTo>
                  <a:pt x="8002" y="3625"/>
                </a:lnTo>
                <a:lnTo>
                  <a:pt x="10268" y="4516"/>
                </a:lnTo>
                <a:lnTo>
                  <a:pt x="11678" y="3807"/>
                </a:lnTo>
                <a:lnTo>
                  <a:pt x="13937" y="4699"/>
                </a:lnTo>
                <a:lnTo>
                  <a:pt x="14960" y="3676"/>
                </a:lnTo>
                <a:lnTo>
                  <a:pt x="13915" y="1030"/>
                </a:lnTo>
                <a:lnTo>
                  <a:pt x="15150" y="204"/>
                </a:lnTo>
                <a:lnTo>
                  <a:pt x="17167" y="825"/>
                </a:lnTo>
                <a:lnTo>
                  <a:pt x="21099" y="0"/>
                </a:lnTo>
                <a:lnTo>
                  <a:pt x="25309" y="657"/>
                </a:lnTo>
                <a:lnTo>
                  <a:pt x="32976" y="657"/>
                </a:lnTo>
                <a:lnTo>
                  <a:pt x="34591" y="372"/>
                </a:lnTo>
                <a:lnTo>
                  <a:pt x="35870" y="774"/>
                </a:lnTo>
                <a:lnTo>
                  <a:pt x="35205" y="3858"/>
                </a:lnTo>
                <a:lnTo>
                  <a:pt x="36089" y="4750"/>
                </a:lnTo>
                <a:lnTo>
                  <a:pt x="38318" y="3698"/>
                </a:lnTo>
                <a:lnTo>
                  <a:pt x="39714" y="4626"/>
                </a:lnTo>
                <a:lnTo>
                  <a:pt x="41936" y="3581"/>
                </a:lnTo>
                <a:lnTo>
                  <a:pt x="43105" y="4750"/>
                </a:lnTo>
                <a:lnTo>
                  <a:pt x="42053" y="6972"/>
                </a:lnTo>
                <a:lnTo>
                  <a:pt x="42521" y="7666"/>
                </a:lnTo>
                <a:lnTo>
                  <a:pt x="46029" y="7666"/>
                </a:lnTo>
                <a:lnTo>
                  <a:pt x="46080" y="8836"/>
                </a:lnTo>
                <a:lnTo>
                  <a:pt x="45963" y="10005"/>
                </a:lnTo>
                <a:lnTo>
                  <a:pt x="46058" y="11686"/>
                </a:lnTo>
                <a:lnTo>
                  <a:pt x="45692" y="14354"/>
                </a:lnTo>
                <a:lnTo>
                  <a:pt x="46299" y="14953"/>
                </a:lnTo>
                <a:lnTo>
                  <a:pt x="49463" y="14368"/>
                </a:lnTo>
                <a:lnTo>
                  <a:pt x="50041" y="16707"/>
                </a:lnTo>
                <a:lnTo>
                  <a:pt x="49537" y="19594"/>
                </a:lnTo>
                <a:lnTo>
                  <a:pt x="49537" y="33239"/>
                </a:lnTo>
                <a:lnTo>
                  <a:pt x="49792" y="34745"/>
                </a:lnTo>
                <a:lnTo>
                  <a:pt x="49456" y="36009"/>
                </a:lnTo>
                <a:lnTo>
                  <a:pt x="46321" y="35483"/>
                </a:lnTo>
                <a:lnTo>
                  <a:pt x="44910" y="36638"/>
                </a:lnTo>
                <a:lnTo>
                  <a:pt x="46832" y="41454"/>
                </a:lnTo>
                <a:lnTo>
                  <a:pt x="45692" y="43260"/>
                </a:lnTo>
                <a:lnTo>
                  <a:pt x="43025" y="42309"/>
                </a:lnTo>
                <a:lnTo>
                  <a:pt x="42528" y="42733"/>
                </a:lnTo>
                <a:lnTo>
                  <a:pt x="42060" y="43442"/>
                </a:lnTo>
                <a:lnTo>
                  <a:pt x="43113" y="45657"/>
                </a:lnTo>
                <a:lnTo>
                  <a:pt x="42191" y="46578"/>
                </a:lnTo>
                <a:lnTo>
                  <a:pt x="39531" y="46212"/>
                </a:lnTo>
                <a:lnTo>
                  <a:pt x="38165" y="46286"/>
                </a:lnTo>
                <a:lnTo>
                  <a:pt x="36279" y="45876"/>
                </a:lnTo>
                <a:lnTo>
                  <a:pt x="35051" y="46461"/>
                </a:lnTo>
                <a:lnTo>
                  <a:pt x="35914" y="49355"/>
                </a:lnTo>
                <a:lnTo>
                  <a:pt x="35182" y="50079"/>
                </a:lnTo>
                <a:lnTo>
                  <a:pt x="32523" y="49721"/>
                </a:lnTo>
                <a:lnTo>
                  <a:pt x="28525" y="49925"/>
                </a:lnTo>
                <a:lnTo>
                  <a:pt x="24973" y="49750"/>
                </a:lnTo>
                <a:lnTo>
                  <a:pt x="19484" y="49750"/>
                </a:lnTo>
                <a:lnTo>
                  <a:pt x="16385" y="50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929994" y="982686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21450" y="29139"/>
                </a:moveTo>
                <a:lnTo>
                  <a:pt x="18783" y="28774"/>
                </a:lnTo>
                <a:lnTo>
                  <a:pt x="17109" y="28869"/>
                </a:lnTo>
                <a:lnTo>
                  <a:pt x="15932" y="28737"/>
                </a:lnTo>
                <a:lnTo>
                  <a:pt x="13615" y="28869"/>
                </a:lnTo>
                <a:lnTo>
                  <a:pt x="12424" y="28803"/>
                </a:lnTo>
                <a:lnTo>
                  <a:pt x="10568" y="28803"/>
                </a:lnTo>
                <a:lnTo>
                  <a:pt x="8339" y="29154"/>
                </a:lnTo>
                <a:lnTo>
                  <a:pt x="7250" y="28489"/>
                </a:lnTo>
                <a:lnTo>
                  <a:pt x="8178" y="25784"/>
                </a:lnTo>
                <a:lnTo>
                  <a:pt x="7761" y="25302"/>
                </a:lnTo>
                <a:lnTo>
                  <a:pt x="6884" y="24864"/>
                </a:lnTo>
                <a:lnTo>
                  <a:pt x="5064" y="25835"/>
                </a:lnTo>
                <a:lnTo>
                  <a:pt x="3698" y="24922"/>
                </a:lnTo>
                <a:lnTo>
                  <a:pt x="4750" y="22284"/>
                </a:lnTo>
                <a:lnTo>
                  <a:pt x="3844" y="21385"/>
                </a:lnTo>
                <a:lnTo>
                  <a:pt x="993" y="22276"/>
                </a:lnTo>
                <a:lnTo>
                  <a:pt x="22" y="20339"/>
                </a:lnTo>
                <a:lnTo>
                  <a:pt x="753" y="16444"/>
                </a:lnTo>
                <a:lnTo>
                  <a:pt x="753" y="13404"/>
                </a:lnTo>
                <a:lnTo>
                  <a:pt x="0" y="8836"/>
                </a:lnTo>
                <a:lnTo>
                  <a:pt x="1140" y="7213"/>
                </a:lnTo>
                <a:lnTo>
                  <a:pt x="3720" y="8200"/>
                </a:lnTo>
                <a:lnTo>
                  <a:pt x="4261" y="7761"/>
                </a:lnTo>
                <a:lnTo>
                  <a:pt x="4721" y="7060"/>
                </a:lnTo>
                <a:lnTo>
                  <a:pt x="3676" y="4838"/>
                </a:lnTo>
                <a:lnTo>
                  <a:pt x="4838" y="3669"/>
                </a:lnTo>
                <a:lnTo>
                  <a:pt x="7067" y="4721"/>
                </a:lnTo>
                <a:lnTo>
                  <a:pt x="7761" y="4253"/>
                </a:lnTo>
                <a:lnTo>
                  <a:pt x="8178" y="3771"/>
                </a:lnTo>
                <a:lnTo>
                  <a:pt x="7250" y="1059"/>
                </a:lnTo>
                <a:lnTo>
                  <a:pt x="9004" y="0"/>
                </a:lnTo>
                <a:lnTo>
                  <a:pt x="13287" y="752"/>
                </a:lnTo>
                <a:lnTo>
                  <a:pt x="15757" y="752"/>
                </a:lnTo>
                <a:lnTo>
                  <a:pt x="17358" y="467"/>
                </a:lnTo>
                <a:lnTo>
                  <a:pt x="18936" y="942"/>
                </a:lnTo>
                <a:lnTo>
                  <a:pt x="21341" y="299"/>
                </a:lnTo>
                <a:lnTo>
                  <a:pt x="22371" y="1337"/>
                </a:lnTo>
                <a:lnTo>
                  <a:pt x="21326" y="3559"/>
                </a:lnTo>
                <a:lnTo>
                  <a:pt x="21787" y="4253"/>
                </a:lnTo>
                <a:lnTo>
                  <a:pt x="22488" y="4721"/>
                </a:lnTo>
                <a:lnTo>
                  <a:pt x="24710" y="3676"/>
                </a:lnTo>
                <a:lnTo>
                  <a:pt x="25879" y="4838"/>
                </a:lnTo>
                <a:lnTo>
                  <a:pt x="24710" y="7177"/>
                </a:lnTo>
                <a:lnTo>
                  <a:pt x="25879" y="8346"/>
                </a:lnTo>
                <a:lnTo>
                  <a:pt x="28218" y="7177"/>
                </a:lnTo>
                <a:lnTo>
                  <a:pt x="29380" y="8346"/>
                </a:lnTo>
                <a:lnTo>
                  <a:pt x="28284" y="10539"/>
                </a:lnTo>
                <a:lnTo>
                  <a:pt x="28788" y="11269"/>
                </a:lnTo>
                <a:lnTo>
                  <a:pt x="28788" y="19141"/>
                </a:lnTo>
                <a:lnTo>
                  <a:pt x="29124" y="21026"/>
                </a:lnTo>
                <a:lnTo>
                  <a:pt x="28605" y="22240"/>
                </a:lnTo>
                <a:lnTo>
                  <a:pt x="25645" y="21421"/>
                </a:lnTo>
                <a:lnTo>
                  <a:pt x="24856" y="22218"/>
                </a:lnTo>
                <a:lnTo>
                  <a:pt x="25784" y="25031"/>
                </a:lnTo>
                <a:lnTo>
                  <a:pt x="24374" y="25777"/>
                </a:lnTo>
                <a:lnTo>
                  <a:pt x="22744" y="24907"/>
                </a:lnTo>
                <a:lnTo>
                  <a:pt x="21779" y="25302"/>
                </a:lnTo>
                <a:lnTo>
                  <a:pt x="21319" y="26004"/>
                </a:lnTo>
                <a:lnTo>
                  <a:pt x="22364" y="28218"/>
                </a:lnTo>
                <a:lnTo>
                  <a:pt x="21450" y="29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2291" y="1031793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88872" y="141715"/>
                </a:moveTo>
                <a:lnTo>
                  <a:pt x="84524" y="140999"/>
                </a:lnTo>
                <a:lnTo>
                  <a:pt x="57189" y="140999"/>
                </a:lnTo>
                <a:lnTo>
                  <a:pt x="52877" y="141701"/>
                </a:lnTo>
                <a:lnTo>
                  <a:pt x="49515" y="140926"/>
                </a:lnTo>
                <a:lnTo>
                  <a:pt x="50078" y="137754"/>
                </a:lnTo>
                <a:lnTo>
                  <a:pt x="49479" y="137162"/>
                </a:lnTo>
                <a:lnTo>
                  <a:pt x="46818" y="137520"/>
                </a:lnTo>
                <a:lnTo>
                  <a:pt x="45510" y="137454"/>
                </a:lnTo>
                <a:lnTo>
                  <a:pt x="43478" y="137871"/>
                </a:lnTo>
                <a:lnTo>
                  <a:pt x="42287" y="137213"/>
                </a:lnTo>
                <a:lnTo>
                  <a:pt x="43230" y="134421"/>
                </a:lnTo>
                <a:lnTo>
                  <a:pt x="42272" y="133464"/>
                </a:lnTo>
                <a:lnTo>
                  <a:pt x="39992" y="134311"/>
                </a:lnTo>
                <a:lnTo>
                  <a:pt x="38589" y="133668"/>
                </a:lnTo>
                <a:lnTo>
                  <a:pt x="36309" y="134516"/>
                </a:lnTo>
                <a:lnTo>
                  <a:pt x="35410" y="133617"/>
                </a:lnTo>
                <a:lnTo>
                  <a:pt x="36221" y="130672"/>
                </a:lnTo>
                <a:lnTo>
                  <a:pt x="34021" y="129729"/>
                </a:lnTo>
                <a:lnTo>
                  <a:pt x="30301" y="131563"/>
                </a:lnTo>
                <a:lnTo>
                  <a:pt x="28189" y="130080"/>
                </a:lnTo>
                <a:lnTo>
                  <a:pt x="29270" y="127485"/>
                </a:lnTo>
                <a:lnTo>
                  <a:pt x="28277" y="126491"/>
                </a:lnTo>
                <a:lnTo>
                  <a:pt x="25631" y="127543"/>
                </a:lnTo>
                <a:lnTo>
                  <a:pt x="24754" y="126221"/>
                </a:lnTo>
                <a:lnTo>
                  <a:pt x="25843" y="124160"/>
                </a:lnTo>
                <a:lnTo>
                  <a:pt x="24761" y="122880"/>
                </a:lnTo>
                <a:lnTo>
                  <a:pt x="22305" y="124028"/>
                </a:lnTo>
                <a:lnTo>
                  <a:pt x="21173" y="122888"/>
                </a:lnTo>
                <a:lnTo>
                  <a:pt x="22342" y="120556"/>
                </a:lnTo>
                <a:lnTo>
                  <a:pt x="21173" y="119387"/>
                </a:lnTo>
                <a:lnTo>
                  <a:pt x="18834" y="120556"/>
                </a:lnTo>
                <a:lnTo>
                  <a:pt x="17759" y="119482"/>
                </a:lnTo>
                <a:lnTo>
                  <a:pt x="18812" y="116836"/>
                </a:lnTo>
                <a:lnTo>
                  <a:pt x="17489" y="115959"/>
                </a:lnTo>
                <a:lnTo>
                  <a:pt x="15435" y="117048"/>
                </a:lnTo>
                <a:lnTo>
                  <a:pt x="14149" y="115966"/>
                </a:lnTo>
                <a:lnTo>
                  <a:pt x="15304" y="113511"/>
                </a:lnTo>
                <a:lnTo>
                  <a:pt x="14244" y="112458"/>
                </a:lnTo>
                <a:lnTo>
                  <a:pt x="11635" y="113525"/>
                </a:lnTo>
                <a:lnTo>
                  <a:pt x="10363" y="111698"/>
                </a:lnTo>
                <a:lnTo>
                  <a:pt x="12388" y="106882"/>
                </a:lnTo>
                <a:lnTo>
                  <a:pt x="10904" y="105669"/>
                </a:lnTo>
                <a:lnTo>
                  <a:pt x="7856" y="106297"/>
                </a:lnTo>
                <a:lnTo>
                  <a:pt x="7052" y="103966"/>
                </a:lnTo>
                <a:lnTo>
                  <a:pt x="8675" y="100772"/>
                </a:lnTo>
                <a:lnTo>
                  <a:pt x="7484" y="98440"/>
                </a:lnTo>
                <a:lnTo>
                  <a:pt x="4640" y="99347"/>
                </a:lnTo>
                <a:lnTo>
                  <a:pt x="3639" y="98345"/>
                </a:lnTo>
                <a:lnTo>
                  <a:pt x="4692" y="96124"/>
                </a:lnTo>
                <a:lnTo>
                  <a:pt x="3756" y="94720"/>
                </a:lnTo>
                <a:lnTo>
                  <a:pt x="4809" y="92506"/>
                </a:lnTo>
                <a:lnTo>
                  <a:pt x="3961" y="91658"/>
                </a:lnTo>
                <a:lnTo>
                  <a:pt x="782" y="92213"/>
                </a:lnTo>
                <a:lnTo>
                  <a:pt x="14" y="88851"/>
                </a:lnTo>
                <a:lnTo>
                  <a:pt x="716" y="84547"/>
                </a:lnTo>
                <a:lnTo>
                  <a:pt x="716" y="57212"/>
                </a:lnTo>
                <a:lnTo>
                  <a:pt x="0" y="52864"/>
                </a:lnTo>
                <a:lnTo>
                  <a:pt x="789" y="49524"/>
                </a:lnTo>
                <a:lnTo>
                  <a:pt x="3961" y="50094"/>
                </a:lnTo>
                <a:lnTo>
                  <a:pt x="4560" y="49494"/>
                </a:lnTo>
                <a:lnTo>
                  <a:pt x="4202" y="46834"/>
                </a:lnTo>
                <a:lnTo>
                  <a:pt x="4268" y="45533"/>
                </a:lnTo>
                <a:lnTo>
                  <a:pt x="3851" y="43494"/>
                </a:lnTo>
                <a:lnTo>
                  <a:pt x="4509" y="42310"/>
                </a:lnTo>
                <a:lnTo>
                  <a:pt x="7301" y="43253"/>
                </a:lnTo>
                <a:lnTo>
                  <a:pt x="8288" y="42266"/>
                </a:lnTo>
                <a:lnTo>
                  <a:pt x="7359" y="40015"/>
                </a:lnTo>
                <a:lnTo>
                  <a:pt x="8105" y="38612"/>
                </a:lnTo>
                <a:lnTo>
                  <a:pt x="7184" y="36353"/>
                </a:lnTo>
                <a:lnTo>
                  <a:pt x="8222" y="35316"/>
                </a:lnTo>
                <a:lnTo>
                  <a:pt x="10867" y="36368"/>
                </a:lnTo>
                <a:lnTo>
                  <a:pt x="11781" y="34994"/>
                </a:lnTo>
                <a:lnTo>
                  <a:pt x="10714" y="33130"/>
                </a:lnTo>
                <a:lnTo>
                  <a:pt x="11693" y="31595"/>
                </a:lnTo>
                <a:lnTo>
                  <a:pt x="10663" y="29381"/>
                </a:lnTo>
                <a:lnTo>
                  <a:pt x="11759" y="28284"/>
                </a:lnTo>
                <a:lnTo>
                  <a:pt x="14324" y="29373"/>
                </a:lnTo>
                <a:lnTo>
                  <a:pt x="15253" y="28109"/>
                </a:lnTo>
                <a:lnTo>
                  <a:pt x="14149" y="25887"/>
                </a:lnTo>
                <a:lnTo>
                  <a:pt x="15238" y="24806"/>
                </a:lnTo>
                <a:lnTo>
                  <a:pt x="17884" y="25850"/>
                </a:lnTo>
                <a:lnTo>
                  <a:pt x="18761" y="24535"/>
                </a:lnTo>
                <a:lnTo>
                  <a:pt x="17664" y="22474"/>
                </a:lnTo>
                <a:lnTo>
                  <a:pt x="18746" y="21195"/>
                </a:lnTo>
                <a:lnTo>
                  <a:pt x="21202" y="22342"/>
                </a:lnTo>
                <a:lnTo>
                  <a:pt x="22349" y="21195"/>
                </a:lnTo>
                <a:lnTo>
                  <a:pt x="21180" y="18893"/>
                </a:lnTo>
                <a:lnTo>
                  <a:pt x="22313" y="17694"/>
                </a:lnTo>
                <a:lnTo>
                  <a:pt x="24688" y="18856"/>
                </a:lnTo>
                <a:lnTo>
                  <a:pt x="25843" y="17701"/>
                </a:lnTo>
                <a:lnTo>
                  <a:pt x="24673" y="15363"/>
                </a:lnTo>
                <a:lnTo>
                  <a:pt x="25843" y="14193"/>
                </a:lnTo>
                <a:lnTo>
                  <a:pt x="28181" y="15362"/>
                </a:lnTo>
                <a:lnTo>
                  <a:pt x="29270" y="14274"/>
                </a:lnTo>
                <a:lnTo>
                  <a:pt x="28189" y="11672"/>
                </a:lnTo>
                <a:lnTo>
                  <a:pt x="30023" y="10385"/>
                </a:lnTo>
                <a:lnTo>
                  <a:pt x="34840" y="12425"/>
                </a:lnTo>
                <a:lnTo>
                  <a:pt x="36060" y="10941"/>
                </a:lnTo>
                <a:lnTo>
                  <a:pt x="35432" y="7886"/>
                </a:lnTo>
                <a:lnTo>
                  <a:pt x="37756" y="7089"/>
                </a:lnTo>
                <a:lnTo>
                  <a:pt x="40957" y="8712"/>
                </a:lnTo>
                <a:lnTo>
                  <a:pt x="43289" y="7520"/>
                </a:lnTo>
                <a:lnTo>
                  <a:pt x="42382" y="4677"/>
                </a:lnTo>
                <a:lnTo>
                  <a:pt x="43384" y="3683"/>
                </a:lnTo>
                <a:lnTo>
                  <a:pt x="45605" y="4728"/>
                </a:lnTo>
                <a:lnTo>
                  <a:pt x="47009" y="3800"/>
                </a:lnTo>
                <a:lnTo>
                  <a:pt x="49230" y="4853"/>
                </a:lnTo>
                <a:lnTo>
                  <a:pt x="50078" y="4005"/>
                </a:lnTo>
                <a:lnTo>
                  <a:pt x="49515" y="825"/>
                </a:lnTo>
                <a:lnTo>
                  <a:pt x="52877" y="58"/>
                </a:lnTo>
                <a:lnTo>
                  <a:pt x="57189" y="760"/>
                </a:lnTo>
                <a:lnTo>
                  <a:pt x="80117" y="760"/>
                </a:lnTo>
                <a:lnTo>
                  <a:pt x="82697" y="409"/>
                </a:lnTo>
                <a:lnTo>
                  <a:pt x="85978" y="935"/>
                </a:lnTo>
                <a:lnTo>
                  <a:pt x="91292" y="0"/>
                </a:lnTo>
                <a:lnTo>
                  <a:pt x="92191" y="1096"/>
                </a:lnTo>
                <a:lnTo>
                  <a:pt x="91562" y="4151"/>
                </a:lnTo>
                <a:lnTo>
                  <a:pt x="92790" y="4567"/>
                </a:lnTo>
                <a:lnTo>
                  <a:pt x="94485" y="4268"/>
                </a:lnTo>
                <a:lnTo>
                  <a:pt x="96218" y="4268"/>
                </a:lnTo>
                <a:lnTo>
                  <a:pt x="98228" y="3924"/>
                </a:lnTo>
                <a:lnTo>
                  <a:pt x="99404" y="4494"/>
                </a:lnTo>
                <a:lnTo>
                  <a:pt x="98527" y="7374"/>
                </a:lnTo>
                <a:lnTo>
                  <a:pt x="99265" y="8105"/>
                </a:lnTo>
                <a:lnTo>
                  <a:pt x="101926" y="7740"/>
                </a:lnTo>
                <a:lnTo>
                  <a:pt x="103227" y="7813"/>
                </a:lnTo>
                <a:lnTo>
                  <a:pt x="105258" y="7396"/>
                </a:lnTo>
                <a:lnTo>
                  <a:pt x="106450" y="8046"/>
                </a:lnTo>
                <a:lnTo>
                  <a:pt x="105507" y="10846"/>
                </a:lnTo>
                <a:lnTo>
                  <a:pt x="106515" y="11847"/>
                </a:lnTo>
                <a:lnTo>
                  <a:pt x="108737" y="10838"/>
                </a:lnTo>
                <a:lnTo>
                  <a:pt x="110155" y="11715"/>
                </a:lnTo>
                <a:lnTo>
                  <a:pt x="112377" y="10699"/>
                </a:lnTo>
                <a:lnTo>
                  <a:pt x="113437" y="11767"/>
                </a:lnTo>
                <a:lnTo>
                  <a:pt x="112384" y="14412"/>
                </a:lnTo>
                <a:lnTo>
                  <a:pt x="113707" y="15282"/>
                </a:lnTo>
                <a:lnTo>
                  <a:pt x="115761" y="14193"/>
                </a:lnTo>
                <a:lnTo>
                  <a:pt x="117047" y="15275"/>
                </a:lnTo>
                <a:lnTo>
                  <a:pt x="115900" y="17730"/>
                </a:lnTo>
                <a:lnTo>
                  <a:pt x="117040" y="18871"/>
                </a:lnTo>
                <a:lnTo>
                  <a:pt x="119305" y="17701"/>
                </a:lnTo>
                <a:lnTo>
                  <a:pt x="119978" y="18293"/>
                </a:lnTo>
                <a:lnTo>
                  <a:pt x="120577" y="18841"/>
                </a:lnTo>
                <a:lnTo>
                  <a:pt x="119430" y="21187"/>
                </a:lnTo>
                <a:lnTo>
                  <a:pt x="120504" y="22386"/>
                </a:lnTo>
                <a:lnTo>
                  <a:pt x="122916" y="21231"/>
                </a:lnTo>
                <a:lnTo>
                  <a:pt x="124071" y="22379"/>
                </a:lnTo>
                <a:lnTo>
                  <a:pt x="122901" y="24717"/>
                </a:lnTo>
                <a:lnTo>
                  <a:pt x="124071" y="25887"/>
                </a:lnTo>
                <a:lnTo>
                  <a:pt x="126409" y="24718"/>
                </a:lnTo>
                <a:lnTo>
                  <a:pt x="127593" y="25894"/>
                </a:lnTo>
                <a:lnTo>
                  <a:pt x="126453" y="28153"/>
                </a:lnTo>
                <a:lnTo>
                  <a:pt x="127476" y="29395"/>
                </a:lnTo>
                <a:lnTo>
                  <a:pt x="129954" y="28262"/>
                </a:lnTo>
                <a:lnTo>
                  <a:pt x="131087" y="29388"/>
                </a:lnTo>
                <a:lnTo>
                  <a:pt x="130034" y="31617"/>
                </a:lnTo>
                <a:lnTo>
                  <a:pt x="130970" y="33006"/>
                </a:lnTo>
                <a:lnTo>
                  <a:pt x="129917" y="35227"/>
                </a:lnTo>
                <a:lnTo>
                  <a:pt x="130955" y="36265"/>
                </a:lnTo>
                <a:lnTo>
                  <a:pt x="133703" y="35286"/>
                </a:lnTo>
                <a:lnTo>
                  <a:pt x="135033" y="37559"/>
                </a:lnTo>
                <a:lnTo>
                  <a:pt x="133206" y="40950"/>
                </a:lnTo>
                <a:lnTo>
                  <a:pt x="134200" y="43274"/>
                </a:lnTo>
                <a:lnTo>
                  <a:pt x="137146" y="42463"/>
                </a:lnTo>
                <a:lnTo>
                  <a:pt x="138066" y="43377"/>
                </a:lnTo>
                <a:lnTo>
                  <a:pt x="137153" y="45635"/>
                </a:lnTo>
                <a:lnTo>
                  <a:pt x="137884" y="47038"/>
                </a:lnTo>
                <a:lnTo>
                  <a:pt x="136970" y="49297"/>
                </a:lnTo>
                <a:lnTo>
                  <a:pt x="138008" y="50327"/>
                </a:lnTo>
                <a:lnTo>
                  <a:pt x="140654" y="49282"/>
                </a:lnTo>
                <a:lnTo>
                  <a:pt x="141472" y="50510"/>
                </a:lnTo>
                <a:lnTo>
                  <a:pt x="140866" y="52542"/>
                </a:lnTo>
                <a:lnTo>
                  <a:pt x="141648" y="56518"/>
                </a:lnTo>
                <a:lnTo>
                  <a:pt x="141026" y="60633"/>
                </a:lnTo>
                <a:lnTo>
                  <a:pt x="141026" y="87053"/>
                </a:lnTo>
                <a:lnTo>
                  <a:pt x="141502" y="89860"/>
                </a:lnTo>
                <a:lnTo>
                  <a:pt x="140961" y="92228"/>
                </a:lnTo>
                <a:lnTo>
                  <a:pt x="137781" y="91672"/>
                </a:lnTo>
                <a:lnTo>
                  <a:pt x="137190" y="92264"/>
                </a:lnTo>
                <a:lnTo>
                  <a:pt x="137548" y="94924"/>
                </a:lnTo>
                <a:lnTo>
                  <a:pt x="137475" y="96225"/>
                </a:lnTo>
                <a:lnTo>
                  <a:pt x="137891" y="98264"/>
                </a:lnTo>
                <a:lnTo>
                  <a:pt x="137241" y="99449"/>
                </a:lnTo>
                <a:lnTo>
                  <a:pt x="134441" y="98506"/>
                </a:lnTo>
                <a:lnTo>
                  <a:pt x="133462" y="99493"/>
                </a:lnTo>
                <a:lnTo>
                  <a:pt x="134383" y="101744"/>
                </a:lnTo>
                <a:lnTo>
                  <a:pt x="133638" y="103161"/>
                </a:lnTo>
                <a:lnTo>
                  <a:pt x="134558" y="105405"/>
                </a:lnTo>
                <a:lnTo>
                  <a:pt x="133521" y="106443"/>
                </a:lnTo>
                <a:lnTo>
                  <a:pt x="130875" y="105391"/>
                </a:lnTo>
                <a:lnTo>
                  <a:pt x="129961" y="106765"/>
                </a:lnTo>
                <a:lnTo>
                  <a:pt x="131028" y="108636"/>
                </a:lnTo>
                <a:lnTo>
                  <a:pt x="130049" y="110163"/>
                </a:lnTo>
                <a:lnTo>
                  <a:pt x="131079" y="112385"/>
                </a:lnTo>
                <a:lnTo>
                  <a:pt x="129983" y="113481"/>
                </a:lnTo>
                <a:lnTo>
                  <a:pt x="127418" y="112385"/>
                </a:lnTo>
                <a:lnTo>
                  <a:pt x="126490" y="113649"/>
                </a:lnTo>
                <a:lnTo>
                  <a:pt x="127586" y="115871"/>
                </a:lnTo>
                <a:lnTo>
                  <a:pt x="126504" y="116953"/>
                </a:lnTo>
                <a:lnTo>
                  <a:pt x="123859" y="115908"/>
                </a:lnTo>
                <a:lnTo>
                  <a:pt x="122982" y="117224"/>
                </a:lnTo>
                <a:lnTo>
                  <a:pt x="124071" y="119284"/>
                </a:lnTo>
                <a:lnTo>
                  <a:pt x="122989" y="120564"/>
                </a:lnTo>
                <a:lnTo>
                  <a:pt x="120533" y="119416"/>
                </a:lnTo>
                <a:lnTo>
                  <a:pt x="119386" y="120564"/>
                </a:lnTo>
                <a:lnTo>
                  <a:pt x="120555" y="122866"/>
                </a:lnTo>
                <a:lnTo>
                  <a:pt x="119422" y="124064"/>
                </a:lnTo>
                <a:lnTo>
                  <a:pt x="117047" y="122902"/>
                </a:lnTo>
                <a:lnTo>
                  <a:pt x="115885" y="124057"/>
                </a:lnTo>
                <a:lnTo>
                  <a:pt x="117054" y="126396"/>
                </a:lnTo>
                <a:lnTo>
                  <a:pt x="115885" y="127566"/>
                </a:lnTo>
                <a:lnTo>
                  <a:pt x="113546" y="126396"/>
                </a:lnTo>
                <a:lnTo>
                  <a:pt x="112457" y="127485"/>
                </a:lnTo>
                <a:lnTo>
                  <a:pt x="113539" y="130087"/>
                </a:lnTo>
                <a:lnTo>
                  <a:pt x="111705" y="131373"/>
                </a:lnTo>
                <a:lnTo>
                  <a:pt x="106888" y="129334"/>
                </a:lnTo>
                <a:lnTo>
                  <a:pt x="105675" y="130825"/>
                </a:lnTo>
                <a:lnTo>
                  <a:pt x="106296" y="133873"/>
                </a:lnTo>
                <a:lnTo>
                  <a:pt x="103972" y="134677"/>
                </a:lnTo>
                <a:lnTo>
                  <a:pt x="100771" y="133047"/>
                </a:lnTo>
                <a:lnTo>
                  <a:pt x="98439" y="134238"/>
                </a:lnTo>
                <a:lnTo>
                  <a:pt x="99346" y="137081"/>
                </a:lnTo>
                <a:lnTo>
                  <a:pt x="98344" y="138075"/>
                </a:lnTo>
                <a:lnTo>
                  <a:pt x="96122" y="137030"/>
                </a:lnTo>
                <a:lnTo>
                  <a:pt x="94719" y="137958"/>
                </a:lnTo>
                <a:lnTo>
                  <a:pt x="92497" y="136913"/>
                </a:lnTo>
                <a:lnTo>
                  <a:pt x="91650" y="137761"/>
                </a:lnTo>
                <a:lnTo>
                  <a:pt x="92220" y="140933"/>
                </a:lnTo>
                <a:lnTo>
                  <a:pt x="88872" y="141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295469" y="1031808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5">
                <a:moveTo>
                  <a:pt x="79058" y="141481"/>
                </a:moveTo>
                <a:lnTo>
                  <a:pt x="76273" y="140889"/>
                </a:lnTo>
                <a:lnTo>
                  <a:pt x="70624" y="141079"/>
                </a:lnTo>
                <a:lnTo>
                  <a:pt x="61459" y="140962"/>
                </a:lnTo>
                <a:lnTo>
                  <a:pt x="58674" y="141423"/>
                </a:lnTo>
                <a:lnTo>
                  <a:pt x="56291" y="140897"/>
                </a:lnTo>
                <a:lnTo>
                  <a:pt x="56847" y="137717"/>
                </a:lnTo>
                <a:lnTo>
                  <a:pt x="56255" y="137125"/>
                </a:lnTo>
                <a:lnTo>
                  <a:pt x="53587" y="137483"/>
                </a:lnTo>
                <a:lnTo>
                  <a:pt x="52147" y="137403"/>
                </a:lnTo>
                <a:lnTo>
                  <a:pt x="50430" y="137805"/>
                </a:lnTo>
                <a:lnTo>
                  <a:pt x="48880" y="137184"/>
                </a:lnTo>
                <a:lnTo>
                  <a:pt x="46563" y="137959"/>
                </a:lnTo>
                <a:lnTo>
                  <a:pt x="45723" y="137118"/>
                </a:lnTo>
                <a:lnTo>
                  <a:pt x="46468" y="134099"/>
                </a:lnTo>
                <a:lnTo>
                  <a:pt x="44824" y="133486"/>
                </a:lnTo>
                <a:lnTo>
                  <a:pt x="39818" y="134904"/>
                </a:lnTo>
                <a:lnTo>
                  <a:pt x="38765" y="133617"/>
                </a:lnTo>
                <a:lnTo>
                  <a:pt x="39394" y="130569"/>
                </a:lnTo>
                <a:lnTo>
                  <a:pt x="37048" y="129758"/>
                </a:lnTo>
                <a:lnTo>
                  <a:pt x="33912" y="131366"/>
                </a:lnTo>
                <a:lnTo>
                  <a:pt x="31552" y="130219"/>
                </a:lnTo>
                <a:lnTo>
                  <a:pt x="32429" y="127339"/>
                </a:lnTo>
                <a:lnTo>
                  <a:pt x="31698" y="126608"/>
                </a:lnTo>
                <a:lnTo>
                  <a:pt x="29030" y="126974"/>
                </a:lnTo>
                <a:lnTo>
                  <a:pt x="27729" y="126900"/>
                </a:lnTo>
                <a:lnTo>
                  <a:pt x="25690" y="127317"/>
                </a:lnTo>
                <a:lnTo>
                  <a:pt x="24499" y="126667"/>
                </a:lnTo>
                <a:lnTo>
                  <a:pt x="25441" y="123867"/>
                </a:lnTo>
                <a:lnTo>
                  <a:pt x="24418" y="122844"/>
                </a:lnTo>
                <a:lnTo>
                  <a:pt x="22116" y="124014"/>
                </a:lnTo>
                <a:lnTo>
                  <a:pt x="20910" y="122888"/>
                </a:lnTo>
                <a:lnTo>
                  <a:pt x="22079" y="120505"/>
                </a:lnTo>
                <a:lnTo>
                  <a:pt x="21012" y="119446"/>
                </a:lnTo>
                <a:lnTo>
                  <a:pt x="18367" y="120491"/>
                </a:lnTo>
                <a:lnTo>
                  <a:pt x="17453" y="119124"/>
                </a:lnTo>
                <a:lnTo>
                  <a:pt x="18527" y="117246"/>
                </a:lnTo>
                <a:lnTo>
                  <a:pt x="17636" y="115872"/>
                </a:lnTo>
                <a:lnTo>
                  <a:pt x="14968" y="116909"/>
                </a:lnTo>
                <a:lnTo>
                  <a:pt x="14149" y="116098"/>
                </a:lnTo>
                <a:lnTo>
                  <a:pt x="14507" y="113438"/>
                </a:lnTo>
                <a:lnTo>
                  <a:pt x="14449" y="112166"/>
                </a:lnTo>
                <a:lnTo>
                  <a:pt x="14858" y="110061"/>
                </a:lnTo>
                <a:lnTo>
                  <a:pt x="14179" y="108892"/>
                </a:lnTo>
                <a:lnTo>
                  <a:pt x="11431" y="109871"/>
                </a:lnTo>
                <a:lnTo>
                  <a:pt x="10648" y="109089"/>
                </a:lnTo>
                <a:lnTo>
                  <a:pt x="10999" y="106429"/>
                </a:lnTo>
                <a:lnTo>
                  <a:pt x="10933" y="105120"/>
                </a:lnTo>
                <a:lnTo>
                  <a:pt x="11350" y="103089"/>
                </a:lnTo>
                <a:lnTo>
                  <a:pt x="10692" y="101904"/>
                </a:lnTo>
                <a:lnTo>
                  <a:pt x="7900" y="102847"/>
                </a:lnTo>
                <a:lnTo>
                  <a:pt x="6957" y="101904"/>
                </a:lnTo>
                <a:lnTo>
                  <a:pt x="7762" y="99588"/>
                </a:lnTo>
                <a:lnTo>
                  <a:pt x="7177" y="98214"/>
                </a:lnTo>
                <a:lnTo>
                  <a:pt x="7981" y="95911"/>
                </a:lnTo>
                <a:lnTo>
                  <a:pt x="6980" y="94910"/>
                </a:lnTo>
                <a:lnTo>
                  <a:pt x="4334" y="95962"/>
                </a:lnTo>
                <a:lnTo>
                  <a:pt x="3515" y="94742"/>
                </a:lnTo>
                <a:lnTo>
                  <a:pt x="4107" y="92696"/>
                </a:lnTo>
                <a:lnTo>
                  <a:pt x="3544" y="89684"/>
                </a:lnTo>
                <a:lnTo>
                  <a:pt x="4568" y="87046"/>
                </a:lnTo>
                <a:lnTo>
                  <a:pt x="3866" y="84546"/>
                </a:lnTo>
                <a:lnTo>
                  <a:pt x="738" y="85168"/>
                </a:lnTo>
                <a:lnTo>
                  <a:pt x="117" y="84546"/>
                </a:lnTo>
                <a:lnTo>
                  <a:pt x="475" y="81886"/>
                </a:lnTo>
                <a:lnTo>
                  <a:pt x="146" y="75564"/>
                </a:lnTo>
                <a:lnTo>
                  <a:pt x="453" y="69651"/>
                </a:lnTo>
                <a:lnTo>
                  <a:pt x="453" y="62854"/>
                </a:lnTo>
                <a:lnTo>
                  <a:pt x="168" y="61261"/>
                </a:lnTo>
                <a:lnTo>
                  <a:pt x="650" y="59683"/>
                </a:lnTo>
                <a:lnTo>
                  <a:pt x="0" y="57278"/>
                </a:lnTo>
                <a:lnTo>
                  <a:pt x="738" y="56540"/>
                </a:lnTo>
                <a:lnTo>
                  <a:pt x="3866" y="57161"/>
                </a:lnTo>
                <a:lnTo>
                  <a:pt x="4509" y="54859"/>
                </a:lnTo>
                <a:lnTo>
                  <a:pt x="3961" y="51862"/>
                </a:lnTo>
                <a:lnTo>
                  <a:pt x="3961" y="48961"/>
                </a:lnTo>
                <a:lnTo>
                  <a:pt x="3632" y="47075"/>
                </a:lnTo>
                <a:lnTo>
                  <a:pt x="4151" y="45862"/>
                </a:lnTo>
                <a:lnTo>
                  <a:pt x="7104" y="46680"/>
                </a:lnTo>
                <a:lnTo>
                  <a:pt x="7973" y="45803"/>
                </a:lnTo>
                <a:lnTo>
                  <a:pt x="7177" y="43487"/>
                </a:lnTo>
                <a:lnTo>
                  <a:pt x="7754" y="42112"/>
                </a:lnTo>
                <a:lnTo>
                  <a:pt x="6965" y="39803"/>
                </a:lnTo>
                <a:lnTo>
                  <a:pt x="7959" y="38809"/>
                </a:lnTo>
                <a:lnTo>
                  <a:pt x="10604" y="39854"/>
                </a:lnTo>
                <a:lnTo>
                  <a:pt x="11518" y="38487"/>
                </a:lnTo>
                <a:lnTo>
                  <a:pt x="10451" y="36616"/>
                </a:lnTo>
                <a:lnTo>
                  <a:pt x="11431" y="35081"/>
                </a:lnTo>
                <a:lnTo>
                  <a:pt x="10393" y="32867"/>
                </a:lnTo>
                <a:lnTo>
                  <a:pt x="11401" y="31865"/>
                </a:lnTo>
                <a:lnTo>
                  <a:pt x="14222" y="32786"/>
                </a:lnTo>
                <a:lnTo>
                  <a:pt x="15458" y="30448"/>
                </a:lnTo>
                <a:lnTo>
                  <a:pt x="13660" y="27195"/>
                </a:lnTo>
                <a:lnTo>
                  <a:pt x="14676" y="24827"/>
                </a:lnTo>
                <a:lnTo>
                  <a:pt x="17628" y="25639"/>
                </a:lnTo>
                <a:lnTo>
                  <a:pt x="18586" y="24681"/>
                </a:lnTo>
                <a:lnTo>
                  <a:pt x="17416" y="22379"/>
                </a:lnTo>
                <a:lnTo>
                  <a:pt x="18549" y="21173"/>
                </a:lnTo>
                <a:lnTo>
                  <a:pt x="20925" y="22342"/>
                </a:lnTo>
                <a:lnTo>
                  <a:pt x="22087" y="21180"/>
                </a:lnTo>
                <a:lnTo>
                  <a:pt x="20917" y="18849"/>
                </a:lnTo>
                <a:lnTo>
                  <a:pt x="22087" y="17679"/>
                </a:lnTo>
                <a:lnTo>
                  <a:pt x="24425" y="18849"/>
                </a:lnTo>
                <a:lnTo>
                  <a:pt x="25515" y="17760"/>
                </a:lnTo>
                <a:lnTo>
                  <a:pt x="24440" y="15151"/>
                </a:lnTo>
                <a:lnTo>
                  <a:pt x="26275" y="13879"/>
                </a:lnTo>
                <a:lnTo>
                  <a:pt x="31091" y="15903"/>
                </a:lnTo>
                <a:lnTo>
                  <a:pt x="32407" y="14296"/>
                </a:lnTo>
                <a:lnTo>
                  <a:pt x="31537" y="11526"/>
                </a:lnTo>
                <a:lnTo>
                  <a:pt x="33810" y="10246"/>
                </a:lnTo>
                <a:lnTo>
                  <a:pt x="37150" y="12059"/>
                </a:lnTo>
                <a:lnTo>
                  <a:pt x="39489" y="11065"/>
                </a:lnTo>
                <a:lnTo>
                  <a:pt x="38677" y="8112"/>
                </a:lnTo>
                <a:lnTo>
                  <a:pt x="39591" y="7206"/>
                </a:lnTo>
                <a:lnTo>
                  <a:pt x="41842" y="8112"/>
                </a:lnTo>
                <a:lnTo>
                  <a:pt x="43260" y="7382"/>
                </a:lnTo>
                <a:lnTo>
                  <a:pt x="45511" y="8295"/>
                </a:lnTo>
                <a:lnTo>
                  <a:pt x="46549" y="7257"/>
                </a:lnTo>
                <a:lnTo>
                  <a:pt x="45496" y="4612"/>
                </a:lnTo>
                <a:lnTo>
                  <a:pt x="46797" y="3756"/>
                </a:lnTo>
                <a:lnTo>
                  <a:pt x="48705" y="4509"/>
                </a:lnTo>
                <a:lnTo>
                  <a:pt x="50496" y="3961"/>
                </a:lnTo>
                <a:lnTo>
                  <a:pt x="52103" y="4246"/>
                </a:lnTo>
                <a:lnTo>
                  <a:pt x="54172" y="4246"/>
                </a:lnTo>
                <a:lnTo>
                  <a:pt x="55487" y="4465"/>
                </a:lnTo>
                <a:lnTo>
                  <a:pt x="56584" y="4246"/>
                </a:lnTo>
                <a:lnTo>
                  <a:pt x="56847" y="4195"/>
                </a:lnTo>
                <a:lnTo>
                  <a:pt x="56342" y="979"/>
                </a:lnTo>
                <a:lnTo>
                  <a:pt x="56942" y="380"/>
                </a:lnTo>
                <a:lnTo>
                  <a:pt x="59544" y="804"/>
                </a:lnTo>
                <a:lnTo>
                  <a:pt x="63483" y="358"/>
                </a:lnTo>
                <a:lnTo>
                  <a:pt x="67210" y="738"/>
                </a:lnTo>
                <a:lnTo>
                  <a:pt x="72875" y="738"/>
                </a:lnTo>
                <a:lnTo>
                  <a:pt x="75403" y="423"/>
                </a:lnTo>
                <a:lnTo>
                  <a:pt x="78699" y="891"/>
                </a:lnTo>
                <a:lnTo>
                  <a:pt x="84042" y="0"/>
                </a:lnTo>
                <a:lnTo>
                  <a:pt x="84919" y="1074"/>
                </a:lnTo>
                <a:lnTo>
                  <a:pt x="84291" y="4129"/>
                </a:lnTo>
                <a:lnTo>
                  <a:pt x="85519" y="4546"/>
                </a:lnTo>
                <a:lnTo>
                  <a:pt x="87221" y="4246"/>
                </a:lnTo>
                <a:lnTo>
                  <a:pt x="89078" y="4246"/>
                </a:lnTo>
                <a:lnTo>
                  <a:pt x="90774" y="3939"/>
                </a:lnTo>
                <a:lnTo>
                  <a:pt x="92316" y="4465"/>
                </a:lnTo>
                <a:lnTo>
                  <a:pt x="94691" y="3771"/>
                </a:lnTo>
                <a:lnTo>
                  <a:pt x="95532" y="4611"/>
                </a:lnTo>
                <a:lnTo>
                  <a:pt x="94713" y="7564"/>
                </a:lnTo>
                <a:lnTo>
                  <a:pt x="97125" y="8587"/>
                </a:lnTo>
                <a:lnTo>
                  <a:pt x="100231" y="6862"/>
                </a:lnTo>
                <a:lnTo>
                  <a:pt x="102628" y="7952"/>
                </a:lnTo>
                <a:lnTo>
                  <a:pt x="101788" y="10875"/>
                </a:lnTo>
                <a:lnTo>
                  <a:pt x="102760" y="11840"/>
                </a:lnTo>
                <a:lnTo>
                  <a:pt x="104982" y="10787"/>
                </a:lnTo>
                <a:lnTo>
                  <a:pt x="106385" y="11715"/>
                </a:lnTo>
                <a:lnTo>
                  <a:pt x="108599" y="10670"/>
                </a:lnTo>
                <a:lnTo>
                  <a:pt x="109615" y="11686"/>
                </a:lnTo>
                <a:lnTo>
                  <a:pt x="108680" y="14485"/>
                </a:lnTo>
                <a:lnTo>
                  <a:pt x="111011" y="15743"/>
                </a:lnTo>
                <a:lnTo>
                  <a:pt x="114286" y="13937"/>
                </a:lnTo>
                <a:lnTo>
                  <a:pt x="116646" y="14946"/>
                </a:lnTo>
                <a:lnTo>
                  <a:pt x="115828" y="17899"/>
                </a:lnTo>
                <a:lnTo>
                  <a:pt x="116792" y="18856"/>
                </a:lnTo>
                <a:lnTo>
                  <a:pt x="119095" y="17687"/>
                </a:lnTo>
                <a:lnTo>
                  <a:pt x="120293" y="18812"/>
                </a:lnTo>
                <a:lnTo>
                  <a:pt x="119131" y="21195"/>
                </a:lnTo>
                <a:lnTo>
                  <a:pt x="120191" y="22255"/>
                </a:lnTo>
                <a:lnTo>
                  <a:pt x="122844" y="21210"/>
                </a:lnTo>
                <a:lnTo>
                  <a:pt x="123750" y="22576"/>
                </a:lnTo>
                <a:lnTo>
                  <a:pt x="122683" y="24455"/>
                </a:lnTo>
                <a:lnTo>
                  <a:pt x="123568" y="25821"/>
                </a:lnTo>
                <a:lnTo>
                  <a:pt x="126235" y="24791"/>
                </a:lnTo>
                <a:lnTo>
                  <a:pt x="127047" y="25602"/>
                </a:lnTo>
                <a:lnTo>
                  <a:pt x="126688" y="28262"/>
                </a:lnTo>
                <a:lnTo>
                  <a:pt x="126754" y="29542"/>
                </a:lnTo>
                <a:lnTo>
                  <a:pt x="126338" y="31639"/>
                </a:lnTo>
                <a:lnTo>
                  <a:pt x="127017" y="32808"/>
                </a:lnTo>
                <a:lnTo>
                  <a:pt x="129773" y="31829"/>
                </a:lnTo>
                <a:lnTo>
                  <a:pt x="130555" y="32611"/>
                </a:lnTo>
                <a:lnTo>
                  <a:pt x="130189" y="35272"/>
                </a:lnTo>
                <a:lnTo>
                  <a:pt x="130262" y="36573"/>
                </a:lnTo>
                <a:lnTo>
                  <a:pt x="129846" y="38612"/>
                </a:lnTo>
                <a:lnTo>
                  <a:pt x="130496" y="39796"/>
                </a:lnTo>
                <a:lnTo>
                  <a:pt x="133295" y="38853"/>
                </a:lnTo>
                <a:lnTo>
                  <a:pt x="134231" y="39796"/>
                </a:lnTo>
                <a:lnTo>
                  <a:pt x="133434" y="42112"/>
                </a:lnTo>
                <a:lnTo>
                  <a:pt x="134012" y="43487"/>
                </a:lnTo>
                <a:lnTo>
                  <a:pt x="133215" y="45789"/>
                </a:lnTo>
                <a:lnTo>
                  <a:pt x="134209" y="46790"/>
                </a:lnTo>
                <a:lnTo>
                  <a:pt x="136862" y="45738"/>
                </a:lnTo>
                <a:lnTo>
                  <a:pt x="137673" y="46958"/>
                </a:lnTo>
                <a:lnTo>
                  <a:pt x="137074" y="49005"/>
                </a:lnTo>
                <a:lnTo>
                  <a:pt x="137644" y="52016"/>
                </a:lnTo>
                <a:lnTo>
                  <a:pt x="136628" y="54662"/>
                </a:lnTo>
                <a:lnTo>
                  <a:pt x="137323" y="57154"/>
                </a:lnTo>
                <a:lnTo>
                  <a:pt x="140443" y="56533"/>
                </a:lnTo>
                <a:lnTo>
                  <a:pt x="141065" y="57154"/>
                </a:lnTo>
                <a:lnTo>
                  <a:pt x="140707" y="59814"/>
                </a:lnTo>
                <a:lnTo>
                  <a:pt x="140911" y="63812"/>
                </a:lnTo>
                <a:lnTo>
                  <a:pt x="140736" y="67364"/>
                </a:lnTo>
                <a:lnTo>
                  <a:pt x="140736" y="74029"/>
                </a:lnTo>
                <a:lnTo>
                  <a:pt x="141408" y="78268"/>
                </a:lnTo>
                <a:lnTo>
                  <a:pt x="140597" y="81974"/>
                </a:lnTo>
                <a:lnTo>
                  <a:pt x="141145" y="84466"/>
                </a:lnTo>
                <a:lnTo>
                  <a:pt x="140246" y="85358"/>
                </a:lnTo>
                <a:lnTo>
                  <a:pt x="137601" y="84313"/>
                </a:lnTo>
                <a:lnTo>
                  <a:pt x="136745" y="85606"/>
                </a:lnTo>
                <a:lnTo>
                  <a:pt x="137483" y="87521"/>
                </a:lnTo>
                <a:lnTo>
                  <a:pt x="136877" y="89568"/>
                </a:lnTo>
                <a:lnTo>
                  <a:pt x="138105" y="94676"/>
                </a:lnTo>
                <a:lnTo>
                  <a:pt x="136891" y="95670"/>
                </a:lnTo>
                <a:lnTo>
                  <a:pt x="133844" y="95042"/>
                </a:lnTo>
                <a:lnTo>
                  <a:pt x="133018" y="97417"/>
                </a:lnTo>
                <a:lnTo>
                  <a:pt x="134604" y="100465"/>
                </a:lnTo>
                <a:lnTo>
                  <a:pt x="133522" y="102862"/>
                </a:lnTo>
                <a:lnTo>
                  <a:pt x="130599" y="102029"/>
                </a:lnTo>
                <a:lnTo>
                  <a:pt x="129882" y="102745"/>
                </a:lnTo>
                <a:lnTo>
                  <a:pt x="130248" y="105405"/>
                </a:lnTo>
                <a:lnTo>
                  <a:pt x="130175" y="106706"/>
                </a:lnTo>
                <a:lnTo>
                  <a:pt x="130591" y="108745"/>
                </a:lnTo>
                <a:lnTo>
                  <a:pt x="129941" y="109930"/>
                </a:lnTo>
                <a:lnTo>
                  <a:pt x="127142" y="108987"/>
                </a:lnTo>
                <a:lnTo>
                  <a:pt x="126140" y="109995"/>
                </a:lnTo>
                <a:lnTo>
                  <a:pt x="127156" y="112224"/>
                </a:lnTo>
                <a:lnTo>
                  <a:pt x="126272" y="113635"/>
                </a:lnTo>
                <a:lnTo>
                  <a:pt x="127288" y="115857"/>
                </a:lnTo>
                <a:lnTo>
                  <a:pt x="126228" y="116917"/>
                </a:lnTo>
                <a:lnTo>
                  <a:pt x="123575" y="115872"/>
                </a:lnTo>
                <a:lnTo>
                  <a:pt x="122705" y="117187"/>
                </a:lnTo>
                <a:lnTo>
                  <a:pt x="123794" y="119248"/>
                </a:lnTo>
                <a:lnTo>
                  <a:pt x="122713" y="120527"/>
                </a:lnTo>
                <a:lnTo>
                  <a:pt x="120257" y="119380"/>
                </a:lnTo>
                <a:lnTo>
                  <a:pt x="119131" y="120505"/>
                </a:lnTo>
                <a:lnTo>
                  <a:pt x="120293" y="122888"/>
                </a:lnTo>
                <a:lnTo>
                  <a:pt x="119095" y="124014"/>
                </a:lnTo>
                <a:lnTo>
                  <a:pt x="116792" y="122844"/>
                </a:lnTo>
                <a:lnTo>
                  <a:pt x="115711" y="123926"/>
                </a:lnTo>
                <a:lnTo>
                  <a:pt x="116763" y="126571"/>
                </a:lnTo>
                <a:lnTo>
                  <a:pt x="115389" y="127485"/>
                </a:lnTo>
                <a:lnTo>
                  <a:pt x="113518" y="126418"/>
                </a:lnTo>
                <a:lnTo>
                  <a:pt x="111991" y="127397"/>
                </a:lnTo>
                <a:lnTo>
                  <a:pt x="109769" y="126367"/>
                </a:lnTo>
                <a:lnTo>
                  <a:pt x="108767" y="127368"/>
                </a:lnTo>
                <a:lnTo>
                  <a:pt x="109688" y="130182"/>
                </a:lnTo>
                <a:lnTo>
                  <a:pt x="107349" y="131417"/>
                </a:lnTo>
                <a:lnTo>
                  <a:pt x="104097" y="129627"/>
                </a:lnTo>
                <a:lnTo>
                  <a:pt x="101729" y="130635"/>
                </a:lnTo>
                <a:lnTo>
                  <a:pt x="102548" y="133588"/>
                </a:lnTo>
                <a:lnTo>
                  <a:pt x="101663" y="134465"/>
                </a:lnTo>
                <a:lnTo>
                  <a:pt x="99354" y="133661"/>
                </a:lnTo>
                <a:lnTo>
                  <a:pt x="97980" y="134246"/>
                </a:lnTo>
                <a:lnTo>
                  <a:pt x="95670" y="133442"/>
                </a:lnTo>
                <a:lnTo>
                  <a:pt x="94676" y="134443"/>
                </a:lnTo>
                <a:lnTo>
                  <a:pt x="95721" y="137089"/>
                </a:lnTo>
                <a:lnTo>
                  <a:pt x="94501" y="137900"/>
                </a:lnTo>
                <a:lnTo>
                  <a:pt x="92454" y="137301"/>
                </a:lnTo>
                <a:lnTo>
                  <a:pt x="89458" y="137871"/>
                </a:lnTo>
                <a:lnTo>
                  <a:pt x="86783" y="136826"/>
                </a:lnTo>
                <a:lnTo>
                  <a:pt x="84298" y="137564"/>
                </a:lnTo>
                <a:lnTo>
                  <a:pt x="84941" y="140670"/>
                </a:lnTo>
                <a:lnTo>
                  <a:pt x="84210" y="141394"/>
                </a:lnTo>
                <a:lnTo>
                  <a:pt x="81755" y="140809"/>
                </a:lnTo>
                <a:lnTo>
                  <a:pt x="79058" y="1414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509269" y="1035703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19">
                <a:moveTo>
                  <a:pt x="69227" y="134260"/>
                </a:moveTo>
                <a:lnTo>
                  <a:pt x="65485" y="133653"/>
                </a:lnTo>
                <a:lnTo>
                  <a:pt x="63607" y="133588"/>
                </a:lnTo>
                <a:lnTo>
                  <a:pt x="63951" y="130269"/>
                </a:lnTo>
                <a:lnTo>
                  <a:pt x="63432" y="129751"/>
                </a:lnTo>
                <a:lnTo>
                  <a:pt x="60771" y="130116"/>
                </a:lnTo>
                <a:lnTo>
                  <a:pt x="59112" y="130021"/>
                </a:lnTo>
                <a:lnTo>
                  <a:pt x="57899" y="130226"/>
                </a:lnTo>
                <a:lnTo>
                  <a:pt x="53368" y="129677"/>
                </a:lnTo>
                <a:lnTo>
                  <a:pt x="49574" y="130774"/>
                </a:lnTo>
                <a:lnTo>
                  <a:pt x="45957" y="130028"/>
                </a:lnTo>
                <a:lnTo>
                  <a:pt x="46483" y="126834"/>
                </a:lnTo>
                <a:lnTo>
                  <a:pt x="45803" y="126147"/>
                </a:lnTo>
                <a:lnTo>
                  <a:pt x="43348" y="126732"/>
                </a:lnTo>
                <a:lnTo>
                  <a:pt x="40709" y="126074"/>
                </a:lnTo>
                <a:lnTo>
                  <a:pt x="37596" y="127441"/>
                </a:lnTo>
                <a:lnTo>
                  <a:pt x="35257" y="126374"/>
                </a:lnTo>
                <a:lnTo>
                  <a:pt x="36105" y="123458"/>
                </a:lnTo>
                <a:lnTo>
                  <a:pt x="35133" y="122493"/>
                </a:lnTo>
                <a:lnTo>
                  <a:pt x="32794" y="123662"/>
                </a:lnTo>
                <a:lnTo>
                  <a:pt x="31624" y="122493"/>
                </a:lnTo>
                <a:lnTo>
                  <a:pt x="32794" y="120154"/>
                </a:lnTo>
                <a:lnTo>
                  <a:pt x="31639" y="118999"/>
                </a:lnTo>
                <a:lnTo>
                  <a:pt x="29410" y="120008"/>
                </a:lnTo>
                <a:lnTo>
                  <a:pt x="27992" y="119131"/>
                </a:lnTo>
                <a:lnTo>
                  <a:pt x="25778" y="120147"/>
                </a:lnTo>
                <a:lnTo>
                  <a:pt x="24710" y="119080"/>
                </a:lnTo>
                <a:lnTo>
                  <a:pt x="25763" y="116434"/>
                </a:lnTo>
                <a:lnTo>
                  <a:pt x="24469" y="115586"/>
                </a:lnTo>
                <a:lnTo>
                  <a:pt x="22320" y="116653"/>
                </a:lnTo>
                <a:lnTo>
                  <a:pt x="21107" y="115513"/>
                </a:lnTo>
                <a:lnTo>
                  <a:pt x="22269" y="113138"/>
                </a:lnTo>
                <a:lnTo>
                  <a:pt x="21202" y="112071"/>
                </a:lnTo>
                <a:lnTo>
                  <a:pt x="18571" y="113130"/>
                </a:lnTo>
                <a:lnTo>
                  <a:pt x="17716" y="111859"/>
                </a:lnTo>
                <a:lnTo>
                  <a:pt x="18783" y="109644"/>
                </a:lnTo>
                <a:lnTo>
                  <a:pt x="17826" y="108687"/>
                </a:lnTo>
                <a:lnTo>
                  <a:pt x="14873" y="109498"/>
                </a:lnTo>
                <a:lnTo>
                  <a:pt x="13952" y="107357"/>
                </a:lnTo>
                <a:lnTo>
                  <a:pt x="15779" y="103498"/>
                </a:lnTo>
                <a:lnTo>
                  <a:pt x="14244" y="101459"/>
                </a:lnTo>
                <a:lnTo>
                  <a:pt x="11708" y="102562"/>
                </a:lnTo>
                <a:lnTo>
                  <a:pt x="10692" y="101554"/>
                </a:lnTo>
                <a:lnTo>
                  <a:pt x="11745" y="98908"/>
                </a:lnTo>
                <a:lnTo>
                  <a:pt x="10765" y="98257"/>
                </a:lnTo>
                <a:lnTo>
                  <a:pt x="7864" y="98937"/>
                </a:lnTo>
                <a:lnTo>
                  <a:pt x="6797" y="96686"/>
                </a:lnTo>
                <a:lnTo>
                  <a:pt x="8178" y="93521"/>
                </a:lnTo>
                <a:lnTo>
                  <a:pt x="7528" y="90898"/>
                </a:lnTo>
                <a:lnTo>
                  <a:pt x="8112" y="88442"/>
                </a:lnTo>
                <a:lnTo>
                  <a:pt x="7425" y="87762"/>
                </a:lnTo>
                <a:lnTo>
                  <a:pt x="4224" y="88296"/>
                </a:lnTo>
                <a:lnTo>
                  <a:pt x="3245" y="83523"/>
                </a:lnTo>
                <a:lnTo>
                  <a:pt x="4970" y="78502"/>
                </a:lnTo>
                <a:lnTo>
                  <a:pt x="4070" y="73401"/>
                </a:lnTo>
                <a:lnTo>
                  <a:pt x="4567" y="70864"/>
                </a:lnTo>
                <a:lnTo>
                  <a:pt x="3800" y="70104"/>
                </a:lnTo>
                <a:lnTo>
                  <a:pt x="855" y="70923"/>
                </a:lnTo>
                <a:lnTo>
                  <a:pt x="0" y="68920"/>
                </a:lnTo>
                <a:lnTo>
                  <a:pt x="606" y="65178"/>
                </a:lnTo>
                <a:lnTo>
                  <a:pt x="672" y="63300"/>
                </a:lnTo>
                <a:lnTo>
                  <a:pt x="3990" y="63644"/>
                </a:lnTo>
                <a:lnTo>
                  <a:pt x="4509" y="63125"/>
                </a:lnTo>
                <a:lnTo>
                  <a:pt x="4144" y="60464"/>
                </a:lnTo>
                <a:lnTo>
                  <a:pt x="4239" y="58805"/>
                </a:lnTo>
                <a:lnTo>
                  <a:pt x="4034" y="57592"/>
                </a:lnTo>
                <a:lnTo>
                  <a:pt x="4582" y="53061"/>
                </a:lnTo>
                <a:lnTo>
                  <a:pt x="3486" y="49267"/>
                </a:lnTo>
                <a:lnTo>
                  <a:pt x="4231" y="45650"/>
                </a:lnTo>
                <a:lnTo>
                  <a:pt x="7425" y="46183"/>
                </a:lnTo>
                <a:lnTo>
                  <a:pt x="8112" y="45496"/>
                </a:lnTo>
                <a:lnTo>
                  <a:pt x="7528" y="43041"/>
                </a:lnTo>
                <a:lnTo>
                  <a:pt x="8185" y="40387"/>
                </a:lnTo>
                <a:lnTo>
                  <a:pt x="6826" y="37318"/>
                </a:lnTo>
                <a:lnTo>
                  <a:pt x="7878" y="34957"/>
                </a:lnTo>
                <a:lnTo>
                  <a:pt x="10809" y="35790"/>
                </a:lnTo>
                <a:lnTo>
                  <a:pt x="11671" y="34921"/>
                </a:lnTo>
                <a:lnTo>
                  <a:pt x="10619" y="32275"/>
                </a:lnTo>
                <a:lnTo>
                  <a:pt x="11584" y="31639"/>
                </a:lnTo>
                <a:lnTo>
                  <a:pt x="14515" y="32289"/>
                </a:lnTo>
                <a:lnTo>
                  <a:pt x="15026" y="31149"/>
                </a:lnTo>
                <a:lnTo>
                  <a:pt x="14690" y="29227"/>
                </a:lnTo>
                <a:lnTo>
                  <a:pt x="14690" y="27802"/>
                </a:lnTo>
                <a:lnTo>
                  <a:pt x="14347" y="25346"/>
                </a:lnTo>
                <a:lnTo>
                  <a:pt x="15129" y="24315"/>
                </a:lnTo>
                <a:lnTo>
                  <a:pt x="17665" y="25419"/>
                </a:lnTo>
                <a:lnTo>
                  <a:pt x="18681" y="24411"/>
                </a:lnTo>
                <a:lnTo>
                  <a:pt x="17628" y="21758"/>
                </a:lnTo>
                <a:lnTo>
                  <a:pt x="18893" y="20924"/>
                </a:lnTo>
                <a:lnTo>
                  <a:pt x="21114" y="21977"/>
                </a:lnTo>
                <a:lnTo>
                  <a:pt x="22284" y="20807"/>
                </a:lnTo>
                <a:lnTo>
                  <a:pt x="21115" y="18469"/>
                </a:lnTo>
                <a:lnTo>
                  <a:pt x="22182" y="17394"/>
                </a:lnTo>
                <a:lnTo>
                  <a:pt x="24835" y="18447"/>
                </a:lnTo>
                <a:lnTo>
                  <a:pt x="25602" y="17285"/>
                </a:lnTo>
                <a:lnTo>
                  <a:pt x="24659" y="14800"/>
                </a:lnTo>
                <a:lnTo>
                  <a:pt x="26435" y="13418"/>
                </a:lnTo>
                <a:lnTo>
                  <a:pt x="31259" y="15552"/>
                </a:lnTo>
                <a:lnTo>
                  <a:pt x="32750" y="13733"/>
                </a:lnTo>
                <a:lnTo>
                  <a:pt x="31624" y="11445"/>
                </a:lnTo>
                <a:lnTo>
                  <a:pt x="32823" y="10297"/>
                </a:lnTo>
                <a:lnTo>
                  <a:pt x="35132" y="11467"/>
                </a:lnTo>
                <a:lnTo>
                  <a:pt x="36134" y="10466"/>
                </a:lnTo>
                <a:lnTo>
                  <a:pt x="35235" y="7615"/>
                </a:lnTo>
                <a:lnTo>
                  <a:pt x="37508" y="6468"/>
                </a:lnTo>
                <a:lnTo>
                  <a:pt x="40767" y="7864"/>
                </a:lnTo>
                <a:lnTo>
                  <a:pt x="43362" y="7220"/>
                </a:lnTo>
                <a:lnTo>
                  <a:pt x="45818" y="7805"/>
                </a:lnTo>
                <a:lnTo>
                  <a:pt x="46512" y="7104"/>
                </a:lnTo>
                <a:lnTo>
                  <a:pt x="45935" y="3939"/>
                </a:lnTo>
                <a:lnTo>
                  <a:pt x="48281" y="3369"/>
                </a:lnTo>
                <a:lnTo>
                  <a:pt x="51153" y="3866"/>
                </a:lnTo>
                <a:lnTo>
                  <a:pt x="56693" y="3866"/>
                </a:lnTo>
                <a:lnTo>
                  <a:pt x="60347" y="4085"/>
                </a:lnTo>
                <a:lnTo>
                  <a:pt x="63797" y="3859"/>
                </a:lnTo>
                <a:lnTo>
                  <a:pt x="63979" y="3844"/>
                </a:lnTo>
                <a:lnTo>
                  <a:pt x="63599" y="548"/>
                </a:lnTo>
                <a:lnTo>
                  <a:pt x="64067" y="87"/>
                </a:lnTo>
                <a:lnTo>
                  <a:pt x="67838" y="409"/>
                </a:lnTo>
                <a:lnTo>
                  <a:pt x="70462" y="0"/>
                </a:lnTo>
                <a:lnTo>
                  <a:pt x="71295" y="840"/>
                </a:lnTo>
                <a:lnTo>
                  <a:pt x="70243" y="3493"/>
                </a:lnTo>
                <a:lnTo>
                  <a:pt x="71485" y="4312"/>
                </a:lnTo>
                <a:lnTo>
                  <a:pt x="73495" y="3683"/>
                </a:lnTo>
                <a:lnTo>
                  <a:pt x="77661" y="4589"/>
                </a:lnTo>
                <a:lnTo>
                  <a:pt x="81484" y="3135"/>
                </a:lnTo>
                <a:lnTo>
                  <a:pt x="85438" y="3998"/>
                </a:lnTo>
                <a:lnTo>
                  <a:pt x="87930" y="3449"/>
                </a:lnTo>
                <a:lnTo>
                  <a:pt x="88822" y="4348"/>
                </a:lnTo>
                <a:lnTo>
                  <a:pt x="87777" y="6994"/>
                </a:lnTo>
                <a:lnTo>
                  <a:pt x="88997" y="7805"/>
                </a:lnTo>
                <a:lnTo>
                  <a:pt x="91043" y="7213"/>
                </a:lnTo>
                <a:lnTo>
                  <a:pt x="92907" y="7557"/>
                </a:lnTo>
                <a:lnTo>
                  <a:pt x="94259" y="7367"/>
                </a:lnTo>
                <a:lnTo>
                  <a:pt x="96160" y="7367"/>
                </a:lnTo>
                <a:lnTo>
                  <a:pt x="98126" y="7023"/>
                </a:lnTo>
                <a:lnTo>
                  <a:pt x="99310" y="7579"/>
                </a:lnTo>
                <a:lnTo>
                  <a:pt x="98462" y="10488"/>
                </a:lnTo>
                <a:lnTo>
                  <a:pt x="99339" y="11357"/>
                </a:lnTo>
                <a:lnTo>
                  <a:pt x="101985" y="10312"/>
                </a:lnTo>
                <a:lnTo>
                  <a:pt x="102621" y="11270"/>
                </a:lnTo>
                <a:lnTo>
                  <a:pt x="101970" y="14200"/>
                </a:lnTo>
                <a:lnTo>
                  <a:pt x="103103" y="14712"/>
                </a:lnTo>
                <a:lnTo>
                  <a:pt x="105032" y="14376"/>
                </a:lnTo>
                <a:lnTo>
                  <a:pt x="106472" y="14376"/>
                </a:lnTo>
                <a:lnTo>
                  <a:pt x="108892" y="14032"/>
                </a:lnTo>
                <a:lnTo>
                  <a:pt x="109944" y="14793"/>
                </a:lnTo>
                <a:lnTo>
                  <a:pt x="108848" y="17365"/>
                </a:lnTo>
                <a:lnTo>
                  <a:pt x="109944" y="18461"/>
                </a:lnTo>
                <a:lnTo>
                  <a:pt x="112283" y="17292"/>
                </a:lnTo>
                <a:lnTo>
                  <a:pt x="113452" y="18461"/>
                </a:lnTo>
                <a:lnTo>
                  <a:pt x="112283" y="20800"/>
                </a:lnTo>
                <a:lnTo>
                  <a:pt x="113438" y="21948"/>
                </a:lnTo>
                <a:lnTo>
                  <a:pt x="115835" y="20793"/>
                </a:lnTo>
                <a:lnTo>
                  <a:pt x="116938" y="22006"/>
                </a:lnTo>
                <a:lnTo>
                  <a:pt x="115776" y="24294"/>
                </a:lnTo>
                <a:lnTo>
                  <a:pt x="116741" y="25258"/>
                </a:lnTo>
                <a:lnTo>
                  <a:pt x="119694" y="24447"/>
                </a:lnTo>
                <a:lnTo>
                  <a:pt x="120615" y="26596"/>
                </a:lnTo>
                <a:lnTo>
                  <a:pt x="118788" y="30448"/>
                </a:lnTo>
                <a:lnTo>
                  <a:pt x="120315" y="32487"/>
                </a:lnTo>
                <a:lnTo>
                  <a:pt x="122858" y="31383"/>
                </a:lnTo>
                <a:lnTo>
                  <a:pt x="123874" y="32392"/>
                </a:lnTo>
                <a:lnTo>
                  <a:pt x="122822" y="35037"/>
                </a:lnTo>
                <a:lnTo>
                  <a:pt x="123787" y="35673"/>
                </a:lnTo>
                <a:lnTo>
                  <a:pt x="126717" y="35023"/>
                </a:lnTo>
                <a:lnTo>
                  <a:pt x="127741" y="37311"/>
                </a:lnTo>
                <a:lnTo>
                  <a:pt x="126381" y="40387"/>
                </a:lnTo>
                <a:lnTo>
                  <a:pt x="127039" y="43048"/>
                </a:lnTo>
                <a:lnTo>
                  <a:pt x="126454" y="45503"/>
                </a:lnTo>
                <a:lnTo>
                  <a:pt x="127134" y="46183"/>
                </a:lnTo>
                <a:lnTo>
                  <a:pt x="130343" y="45650"/>
                </a:lnTo>
                <a:lnTo>
                  <a:pt x="131081" y="49275"/>
                </a:lnTo>
                <a:lnTo>
                  <a:pt x="129985" y="53068"/>
                </a:lnTo>
                <a:lnTo>
                  <a:pt x="130518" y="57504"/>
                </a:lnTo>
                <a:lnTo>
                  <a:pt x="129670" y="62876"/>
                </a:lnTo>
                <a:lnTo>
                  <a:pt x="130591" y="63629"/>
                </a:lnTo>
                <a:lnTo>
                  <a:pt x="133895" y="63322"/>
                </a:lnTo>
                <a:lnTo>
                  <a:pt x="133960" y="65185"/>
                </a:lnTo>
                <a:lnTo>
                  <a:pt x="134567" y="68928"/>
                </a:lnTo>
                <a:lnTo>
                  <a:pt x="133712" y="70930"/>
                </a:lnTo>
                <a:lnTo>
                  <a:pt x="130752" y="70112"/>
                </a:lnTo>
                <a:lnTo>
                  <a:pt x="129999" y="70879"/>
                </a:lnTo>
                <a:lnTo>
                  <a:pt x="130496" y="73408"/>
                </a:lnTo>
                <a:lnTo>
                  <a:pt x="129597" y="78509"/>
                </a:lnTo>
                <a:lnTo>
                  <a:pt x="131322" y="83530"/>
                </a:lnTo>
                <a:lnTo>
                  <a:pt x="130335" y="88303"/>
                </a:lnTo>
                <a:lnTo>
                  <a:pt x="127141" y="87769"/>
                </a:lnTo>
                <a:lnTo>
                  <a:pt x="126454" y="88456"/>
                </a:lnTo>
                <a:lnTo>
                  <a:pt x="127039" y="90912"/>
                </a:lnTo>
                <a:lnTo>
                  <a:pt x="126389" y="93528"/>
                </a:lnTo>
                <a:lnTo>
                  <a:pt x="127770" y="96693"/>
                </a:lnTo>
                <a:lnTo>
                  <a:pt x="126666" y="99010"/>
                </a:lnTo>
                <a:lnTo>
                  <a:pt x="123772" y="98148"/>
                </a:lnTo>
                <a:lnTo>
                  <a:pt x="122800" y="99127"/>
                </a:lnTo>
                <a:lnTo>
                  <a:pt x="123969" y="101466"/>
                </a:lnTo>
                <a:lnTo>
                  <a:pt x="122800" y="102635"/>
                </a:lnTo>
                <a:lnTo>
                  <a:pt x="120461" y="101466"/>
                </a:lnTo>
                <a:lnTo>
                  <a:pt x="119306" y="102620"/>
                </a:lnTo>
                <a:lnTo>
                  <a:pt x="120315" y="104850"/>
                </a:lnTo>
                <a:lnTo>
                  <a:pt x="119438" y="106253"/>
                </a:lnTo>
                <a:lnTo>
                  <a:pt x="120454" y="108482"/>
                </a:lnTo>
                <a:lnTo>
                  <a:pt x="119387" y="109549"/>
                </a:lnTo>
                <a:lnTo>
                  <a:pt x="116741" y="108497"/>
                </a:lnTo>
                <a:lnTo>
                  <a:pt x="115835" y="109863"/>
                </a:lnTo>
                <a:lnTo>
                  <a:pt x="116917" y="111764"/>
                </a:lnTo>
                <a:lnTo>
                  <a:pt x="115988" y="113130"/>
                </a:lnTo>
                <a:lnTo>
                  <a:pt x="113365" y="112071"/>
                </a:lnTo>
                <a:lnTo>
                  <a:pt x="112297" y="113138"/>
                </a:lnTo>
                <a:lnTo>
                  <a:pt x="113459" y="115513"/>
                </a:lnTo>
                <a:lnTo>
                  <a:pt x="112253" y="116639"/>
                </a:lnTo>
                <a:lnTo>
                  <a:pt x="109959" y="115477"/>
                </a:lnTo>
                <a:lnTo>
                  <a:pt x="108994" y="116434"/>
                </a:lnTo>
                <a:lnTo>
                  <a:pt x="109805" y="119387"/>
                </a:lnTo>
                <a:lnTo>
                  <a:pt x="107656" y="120308"/>
                </a:lnTo>
                <a:lnTo>
                  <a:pt x="103805" y="118481"/>
                </a:lnTo>
                <a:lnTo>
                  <a:pt x="101766" y="120008"/>
                </a:lnTo>
                <a:lnTo>
                  <a:pt x="102869" y="122551"/>
                </a:lnTo>
                <a:lnTo>
                  <a:pt x="101861" y="123567"/>
                </a:lnTo>
                <a:lnTo>
                  <a:pt x="99215" y="122515"/>
                </a:lnTo>
                <a:lnTo>
                  <a:pt x="98564" y="123494"/>
                </a:lnTo>
                <a:lnTo>
                  <a:pt x="99244" y="126396"/>
                </a:lnTo>
                <a:lnTo>
                  <a:pt x="96993" y="127463"/>
                </a:lnTo>
                <a:lnTo>
                  <a:pt x="93828" y="126082"/>
                </a:lnTo>
                <a:lnTo>
                  <a:pt x="91205" y="126732"/>
                </a:lnTo>
                <a:lnTo>
                  <a:pt x="88749" y="126147"/>
                </a:lnTo>
                <a:lnTo>
                  <a:pt x="88069" y="126834"/>
                </a:lnTo>
                <a:lnTo>
                  <a:pt x="88603" y="130035"/>
                </a:lnTo>
                <a:lnTo>
                  <a:pt x="83830" y="131015"/>
                </a:lnTo>
                <a:lnTo>
                  <a:pt x="78809" y="129290"/>
                </a:lnTo>
                <a:lnTo>
                  <a:pt x="73708" y="130189"/>
                </a:lnTo>
                <a:lnTo>
                  <a:pt x="71172" y="129692"/>
                </a:lnTo>
                <a:lnTo>
                  <a:pt x="70411" y="130459"/>
                </a:lnTo>
                <a:lnTo>
                  <a:pt x="71230" y="133405"/>
                </a:lnTo>
                <a:lnTo>
                  <a:pt x="69227" y="134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726752" y="1042434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2574" y="120593"/>
                </a:moveTo>
                <a:lnTo>
                  <a:pt x="69220" y="119687"/>
                </a:lnTo>
                <a:lnTo>
                  <a:pt x="64031" y="120103"/>
                </a:lnTo>
                <a:lnTo>
                  <a:pt x="60040" y="120169"/>
                </a:lnTo>
                <a:lnTo>
                  <a:pt x="54566" y="119621"/>
                </a:lnTo>
                <a:lnTo>
                  <a:pt x="51920" y="120381"/>
                </a:lnTo>
                <a:lnTo>
                  <a:pt x="49143" y="119687"/>
                </a:lnTo>
                <a:lnTo>
                  <a:pt x="46687" y="120271"/>
                </a:lnTo>
                <a:lnTo>
                  <a:pt x="45957" y="119541"/>
                </a:lnTo>
                <a:lnTo>
                  <a:pt x="46614" y="116442"/>
                </a:lnTo>
                <a:lnTo>
                  <a:pt x="44115" y="115682"/>
                </a:lnTo>
                <a:lnTo>
                  <a:pt x="41425" y="116880"/>
                </a:lnTo>
                <a:lnTo>
                  <a:pt x="38619" y="116186"/>
                </a:lnTo>
                <a:lnTo>
                  <a:pt x="36163" y="116770"/>
                </a:lnTo>
                <a:lnTo>
                  <a:pt x="35352" y="115952"/>
                </a:lnTo>
                <a:lnTo>
                  <a:pt x="36192" y="113043"/>
                </a:lnTo>
                <a:lnTo>
                  <a:pt x="33795" y="111947"/>
                </a:lnTo>
                <a:lnTo>
                  <a:pt x="30689" y="113672"/>
                </a:lnTo>
                <a:lnTo>
                  <a:pt x="28277" y="112648"/>
                </a:lnTo>
                <a:lnTo>
                  <a:pt x="29096" y="109688"/>
                </a:lnTo>
                <a:lnTo>
                  <a:pt x="28167" y="108767"/>
                </a:lnTo>
                <a:lnTo>
                  <a:pt x="25924" y="109725"/>
                </a:lnTo>
                <a:lnTo>
                  <a:pt x="24703" y="109045"/>
                </a:lnTo>
                <a:lnTo>
                  <a:pt x="25660" y="106260"/>
                </a:lnTo>
                <a:lnTo>
                  <a:pt x="24886" y="105493"/>
                </a:lnTo>
                <a:lnTo>
                  <a:pt x="22225" y="105851"/>
                </a:lnTo>
                <a:lnTo>
                  <a:pt x="21165" y="105793"/>
                </a:lnTo>
                <a:lnTo>
                  <a:pt x="18586" y="106173"/>
                </a:lnTo>
                <a:lnTo>
                  <a:pt x="17614" y="105289"/>
                </a:lnTo>
                <a:lnTo>
                  <a:pt x="18776" y="102891"/>
                </a:lnTo>
                <a:lnTo>
                  <a:pt x="17723" y="101832"/>
                </a:lnTo>
                <a:lnTo>
                  <a:pt x="15070" y="102877"/>
                </a:lnTo>
                <a:lnTo>
                  <a:pt x="14164" y="101510"/>
                </a:lnTo>
                <a:lnTo>
                  <a:pt x="15231" y="99639"/>
                </a:lnTo>
                <a:lnTo>
                  <a:pt x="14251" y="98104"/>
                </a:lnTo>
                <a:lnTo>
                  <a:pt x="15282" y="95890"/>
                </a:lnTo>
                <a:lnTo>
                  <a:pt x="14230" y="94830"/>
                </a:lnTo>
                <a:lnTo>
                  <a:pt x="11547" y="95860"/>
                </a:lnTo>
                <a:lnTo>
                  <a:pt x="10743" y="94603"/>
                </a:lnTo>
                <a:lnTo>
                  <a:pt x="11781" y="92389"/>
                </a:lnTo>
                <a:lnTo>
                  <a:pt x="10714" y="91314"/>
                </a:lnTo>
                <a:lnTo>
                  <a:pt x="8061" y="92367"/>
                </a:lnTo>
                <a:lnTo>
                  <a:pt x="7155" y="90993"/>
                </a:lnTo>
                <a:lnTo>
                  <a:pt x="8222" y="89122"/>
                </a:lnTo>
                <a:lnTo>
                  <a:pt x="7242" y="87594"/>
                </a:lnTo>
                <a:lnTo>
                  <a:pt x="8273" y="85372"/>
                </a:lnTo>
                <a:lnTo>
                  <a:pt x="7352" y="84451"/>
                </a:lnTo>
                <a:lnTo>
                  <a:pt x="4341" y="85204"/>
                </a:lnTo>
                <a:lnTo>
                  <a:pt x="3040" y="81762"/>
                </a:lnTo>
                <a:lnTo>
                  <a:pt x="5466" y="77252"/>
                </a:lnTo>
                <a:lnTo>
                  <a:pt x="4005" y="73832"/>
                </a:lnTo>
                <a:lnTo>
                  <a:pt x="1045" y="74643"/>
                </a:lnTo>
                <a:lnTo>
                  <a:pt x="306" y="73898"/>
                </a:lnTo>
                <a:lnTo>
                  <a:pt x="767" y="71340"/>
                </a:lnTo>
                <a:lnTo>
                  <a:pt x="204" y="67459"/>
                </a:lnTo>
                <a:lnTo>
                  <a:pt x="686" y="63600"/>
                </a:lnTo>
                <a:lnTo>
                  <a:pt x="686" y="57943"/>
                </a:lnTo>
                <a:lnTo>
                  <a:pt x="504" y="55531"/>
                </a:lnTo>
                <a:lnTo>
                  <a:pt x="767" y="52220"/>
                </a:lnTo>
                <a:lnTo>
                  <a:pt x="0" y="46775"/>
                </a:lnTo>
                <a:lnTo>
                  <a:pt x="979" y="45971"/>
                </a:lnTo>
                <a:lnTo>
                  <a:pt x="4114" y="46519"/>
                </a:lnTo>
                <a:lnTo>
                  <a:pt x="4728" y="44232"/>
                </a:lnTo>
                <a:lnTo>
                  <a:pt x="4187" y="41264"/>
                </a:lnTo>
                <a:lnTo>
                  <a:pt x="4187" y="38348"/>
                </a:lnTo>
                <a:lnTo>
                  <a:pt x="3858" y="36463"/>
                </a:lnTo>
                <a:lnTo>
                  <a:pt x="4377" y="35249"/>
                </a:lnTo>
                <a:lnTo>
                  <a:pt x="7330" y="36068"/>
                </a:lnTo>
                <a:lnTo>
                  <a:pt x="8280" y="35111"/>
                </a:lnTo>
                <a:lnTo>
                  <a:pt x="7228" y="32889"/>
                </a:lnTo>
                <a:lnTo>
                  <a:pt x="8156" y="31485"/>
                </a:lnTo>
                <a:lnTo>
                  <a:pt x="7111" y="29271"/>
                </a:lnTo>
                <a:lnTo>
                  <a:pt x="8163" y="28218"/>
                </a:lnTo>
                <a:lnTo>
                  <a:pt x="10867" y="29227"/>
                </a:lnTo>
                <a:lnTo>
                  <a:pt x="11642" y="27977"/>
                </a:lnTo>
                <a:lnTo>
                  <a:pt x="10626" y="25755"/>
                </a:lnTo>
                <a:lnTo>
                  <a:pt x="11569" y="24813"/>
                </a:lnTo>
                <a:lnTo>
                  <a:pt x="14515" y="25624"/>
                </a:lnTo>
                <a:lnTo>
                  <a:pt x="15355" y="23665"/>
                </a:lnTo>
                <a:lnTo>
                  <a:pt x="13623" y="19331"/>
                </a:lnTo>
                <a:lnTo>
                  <a:pt x="15253" y="17577"/>
                </a:lnTo>
                <a:lnTo>
                  <a:pt x="17635" y="18732"/>
                </a:lnTo>
                <a:lnTo>
                  <a:pt x="18695" y="17679"/>
                </a:lnTo>
                <a:lnTo>
                  <a:pt x="17650" y="15026"/>
                </a:lnTo>
                <a:lnTo>
                  <a:pt x="19024" y="14113"/>
                </a:lnTo>
                <a:lnTo>
                  <a:pt x="20851" y="15136"/>
                </a:lnTo>
                <a:lnTo>
                  <a:pt x="22423" y="14266"/>
                </a:lnTo>
                <a:lnTo>
                  <a:pt x="24659" y="15216"/>
                </a:lnTo>
                <a:lnTo>
                  <a:pt x="25704" y="14171"/>
                </a:lnTo>
                <a:lnTo>
                  <a:pt x="24659" y="11526"/>
                </a:lnTo>
                <a:lnTo>
                  <a:pt x="26026" y="10612"/>
                </a:lnTo>
                <a:lnTo>
                  <a:pt x="27897" y="11672"/>
                </a:lnTo>
                <a:lnTo>
                  <a:pt x="29271" y="10809"/>
                </a:lnTo>
                <a:lnTo>
                  <a:pt x="28255" y="8120"/>
                </a:lnTo>
                <a:lnTo>
                  <a:pt x="29059" y="7316"/>
                </a:lnTo>
                <a:lnTo>
                  <a:pt x="31719" y="7681"/>
                </a:lnTo>
                <a:lnTo>
                  <a:pt x="33020" y="7608"/>
                </a:lnTo>
                <a:lnTo>
                  <a:pt x="35052" y="8025"/>
                </a:lnTo>
                <a:lnTo>
                  <a:pt x="36243" y="7374"/>
                </a:lnTo>
                <a:lnTo>
                  <a:pt x="35293" y="4575"/>
                </a:lnTo>
                <a:lnTo>
                  <a:pt x="36200" y="3676"/>
                </a:lnTo>
                <a:lnTo>
                  <a:pt x="38582" y="4370"/>
                </a:lnTo>
                <a:lnTo>
                  <a:pt x="40117" y="3844"/>
                </a:lnTo>
                <a:lnTo>
                  <a:pt x="41805" y="4144"/>
                </a:lnTo>
                <a:lnTo>
                  <a:pt x="43764" y="4144"/>
                </a:lnTo>
                <a:lnTo>
                  <a:pt x="45226" y="4363"/>
                </a:lnTo>
                <a:lnTo>
                  <a:pt x="46278" y="4144"/>
                </a:lnTo>
                <a:lnTo>
                  <a:pt x="46563" y="4078"/>
                </a:lnTo>
                <a:lnTo>
                  <a:pt x="46014" y="899"/>
                </a:lnTo>
                <a:lnTo>
                  <a:pt x="46636" y="277"/>
                </a:lnTo>
                <a:lnTo>
                  <a:pt x="49230" y="701"/>
                </a:lnTo>
                <a:lnTo>
                  <a:pt x="54317" y="131"/>
                </a:lnTo>
                <a:lnTo>
                  <a:pt x="59243" y="643"/>
                </a:lnTo>
                <a:lnTo>
                  <a:pt x="67027" y="643"/>
                </a:lnTo>
                <a:lnTo>
                  <a:pt x="71193" y="0"/>
                </a:lnTo>
                <a:lnTo>
                  <a:pt x="74613" y="701"/>
                </a:lnTo>
                <a:lnTo>
                  <a:pt x="74087" y="3895"/>
                </a:lnTo>
                <a:lnTo>
                  <a:pt x="74664" y="4480"/>
                </a:lnTo>
                <a:lnTo>
                  <a:pt x="77325" y="4114"/>
                </a:lnTo>
                <a:lnTo>
                  <a:pt x="78772" y="4195"/>
                </a:lnTo>
                <a:lnTo>
                  <a:pt x="80489" y="3800"/>
                </a:lnTo>
                <a:lnTo>
                  <a:pt x="82032" y="4414"/>
                </a:lnTo>
                <a:lnTo>
                  <a:pt x="84348" y="3647"/>
                </a:lnTo>
                <a:lnTo>
                  <a:pt x="85335" y="4633"/>
                </a:lnTo>
                <a:lnTo>
                  <a:pt x="84290" y="7279"/>
                </a:lnTo>
                <a:lnTo>
                  <a:pt x="85657" y="8193"/>
                </a:lnTo>
                <a:lnTo>
                  <a:pt x="87476" y="7206"/>
                </a:lnTo>
                <a:lnTo>
                  <a:pt x="89062" y="8010"/>
                </a:lnTo>
                <a:lnTo>
                  <a:pt x="91321" y="7111"/>
                </a:lnTo>
                <a:lnTo>
                  <a:pt x="92344" y="8134"/>
                </a:lnTo>
                <a:lnTo>
                  <a:pt x="91299" y="10787"/>
                </a:lnTo>
                <a:lnTo>
                  <a:pt x="92666" y="11694"/>
                </a:lnTo>
                <a:lnTo>
                  <a:pt x="94544" y="10627"/>
                </a:lnTo>
                <a:lnTo>
                  <a:pt x="95918" y="11518"/>
                </a:lnTo>
                <a:lnTo>
                  <a:pt x="94880" y="14178"/>
                </a:lnTo>
                <a:lnTo>
                  <a:pt x="95692" y="14990"/>
                </a:lnTo>
                <a:lnTo>
                  <a:pt x="98359" y="14632"/>
                </a:lnTo>
                <a:lnTo>
                  <a:pt x="99419" y="14690"/>
                </a:lnTo>
                <a:lnTo>
                  <a:pt x="101992" y="14310"/>
                </a:lnTo>
                <a:lnTo>
                  <a:pt x="102964" y="15194"/>
                </a:lnTo>
                <a:lnTo>
                  <a:pt x="101802" y="17599"/>
                </a:lnTo>
                <a:lnTo>
                  <a:pt x="102861" y="18651"/>
                </a:lnTo>
                <a:lnTo>
                  <a:pt x="105507" y="17606"/>
                </a:lnTo>
                <a:lnTo>
                  <a:pt x="106414" y="18973"/>
                </a:lnTo>
                <a:lnTo>
                  <a:pt x="105354" y="20844"/>
                </a:lnTo>
                <a:lnTo>
                  <a:pt x="106326" y="22379"/>
                </a:lnTo>
                <a:lnTo>
                  <a:pt x="105295" y="24593"/>
                </a:lnTo>
                <a:lnTo>
                  <a:pt x="106355" y="25646"/>
                </a:lnTo>
                <a:lnTo>
                  <a:pt x="109030" y="24623"/>
                </a:lnTo>
                <a:lnTo>
                  <a:pt x="109834" y="25880"/>
                </a:lnTo>
                <a:lnTo>
                  <a:pt x="108803" y="28102"/>
                </a:lnTo>
                <a:lnTo>
                  <a:pt x="109870" y="29169"/>
                </a:lnTo>
                <a:lnTo>
                  <a:pt x="112516" y="28116"/>
                </a:lnTo>
                <a:lnTo>
                  <a:pt x="113423" y="29490"/>
                </a:lnTo>
                <a:lnTo>
                  <a:pt x="112363" y="31361"/>
                </a:lnTo>
                <a:lnTo>
                  <a:pt x="113335" y="32889"/>
                </a:lnTo>
                <a:lnTo>
                  <a:pt x="112304" y="35111"/>
                </a:lnTo>
                <a:lnTo>
                  <a:pt x="113254" y="36061"/>
                </a:lnTo>
                <a:lnTo>
                  <a:pt x="116200" y="35242"/>
                </a:lnTo>
                <a:lnTo>
                  <a:pt x="117092" y="37289"/>
                </a:lnTo>
                <a:lnTo>
                  <a:pt x="116390" y="40929"/>
                </a:lnTo>
                <a:lnTo>
                  <a:pt x="116390" y="43713"/>
                </a:lnTo>
                <a:lnTo>
                  <a:pt x="116127" y="45248"/>
                </a:lnTo>
                <a:lnTo>
                  <a:pt x="116478" y="46534"/>
                </a:lnTo>
                <a:lnTo>
                  <a:pt x="119613" y="45928"/>
                </a:lnTo>
                <a:lnTo>
                  <a:pt x="120227" y="46541"/>
                </a:lnTo>
                <a:lnTo>
                  <a:pt x="119869" y="49202"/>
                </a:lnTo>
                <a:lnTo>
                  <a:pt x="120344" y="59280"/>
                </a:lnTo>
                <a:lnTo>
                  <a:pt x="119672" y="65961"/>
                </a:lnTo>
                <a:lnTo>
                  <a:pt x="120432" y="68614"/>
                </a:lnTo>
                <a:lnTo>
                  <a:pt x="119745" y="71384"/>
                </a:lnTo>
                <a:lnTo>
                  <a:pt x="120329" y="73847"/>
                </a:lnTo>
                <a:lnTo>
                  <a:pt x="119591" y="74570"/>
                </a:lnTo>
                <a:lnTo>
                  <a:pt x="116492" y="73912"/>
                </a:lnTo>
                <a:lnTo>
                  <a:pt x="115732" y="76412"/>
                </a:lnTo>
                <a:lnTo>
                  <a:pt x="116931" y="79102"/>
                </a:lnTo>
                <a:lnTo>
                  <a:pt x="116236" y="81908"/>
                </a:lnTo>
                <a:lnTo>
                  <a:pt x="116821" y="84364"/>
                </a:lnTo>
                <a:lnTo>
                  <a:pt x="116003" y="85175"/>
                </a:lnTo>
                <a:lnTo>
                  <a:pt x="113094" y="84334"/>
                </a:lnTo>
                <a:lnTo>
                  <a:pt x="111997" y="86739"/>
                </a:lnTo>
                <a:lnTo>
                  <a:pt x="113722" y="89838"/>
                </a:lnTo>
                <a:lnTo>
                  <a:pt x="112699" y="92250"/>
                </a:lnTo>
                <a:lnTo>
                  <a:pt x="109746" y="91431"/>
                </a:lnTo>
                <a:lnTo>
                  <a:pt x="108825" y="92359"/>
                </a:lnTo>
                <a:lnTo>
                  <a:pt x="109775" y="94603"/>
                </a:lnTo>
                <a:lnTo>
                  <a:pt x="109096" y="95824"/>
                </a:lnTo>
                <a:lnTo>
                  <a:pt x="106311" y="94866"/>
                </a:lnTo>
                <a:lnTo>
                  <a:pt x="105544" y="95641"/>
                </a:lnTo>
                <a:lnTo>
                  <a:pt x="105902" y="98301"/>
                </a:lnTo>
                <a:lnTo>
                  <a:pt x="105843" y="99361"/>
                </a:lnTo>
                <a:lnTo>
                  <a:pt x="106224" y="101941"/>
                </a:lnTo>
                <a:lnTo>
                  <a:pt x="105339" y="102913"/>
                </a:lnTo>
                <a:lnTo>
                  <a:pt x="102942" y="101751"/>
                </a:lnTo>
                <a:lnTo>
                  <a:pt x="101999" y="102687"/>
                </a:lnTo>
                <a:lnTo>
                  <a:pt x="102818" y="105639"/>
                </a:lnTo>
                <a:lnTo>
                  <a:pt x="100574" y="106590"/>
                </a:lnTo>
                <a:lnTo>
                  <a:pt x="96963" y="104755"/>
                </a:lnTo>
                <a:lnTo>
                  <a:pt x="94793" y="106202"/>
                </a:lnTo>
                <a:lnTo>
                  <a:pt x="95845" y="108840"/>
                </a:lnTo>
                <a:lnTo>
                  <a:pt x="94771" y="109915"/>
                </a:lnTo>
                <a:lnTo>
                  <a:pt x="92432" y="108746"/>
                </a:lnTo>
                <a:lnTo>
                  <a:pt x="91270" y="109915"/>
                </a:lnTo>
                <a:lnTo>
                  <a:pt x="92432" y="112246"/>
                </a:lnTo>
                <a:lnTo>
                  <a:pt x="91314" y="113372"/>
                </a:lnTo>
                <a:lnTo>
                  <a:pt x="89048" y="112480"/>
                </a:lnTo>
                <a:lnTo>
                  <a:pt x="87638" y="113189"/>
                </a:lnTo>
                <a:lnTo>
                  <a:pt x="85379" y="112298"/>
                </a:lnTo>
                <a:lnTo>
                  <a:pt x="84473" y="113204"/>
                </a:lnTo>
                <a:lnTo>
                  <a:pt x="85284" y="116149"/>
                </a:lnTo>
                <a:lnTo>
                  <a:pt x="82858" y="117187"/>
                </a:lnTo>
                <a:lnTo>
                  <a:pt x="79854" y="115594"/>
                </a:lnTo>
                <a:lnTo>
                  <a:pt x="77150" y="116580"/>
                </a:lnTo>
                <a:lnTo>
                  <a:pt x="74804" y="115857"/>
                </a:lnTo>
                <a:lnTo>
                  <a:pt x="73948" y="116705"/>
                </a:lnTo>
                <a:lnTo>
                  <a:pt x="74767" y="119657"/>
                </a:lnTo>
                <a:lnTo>
                  <a:pt x="72574" y="120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944198" y="1049582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68840" y="106202"/>
                </a:moveTo>
                <a:lnTo>
                  <a:pt x="65968" y="105698"/>
                </a:lnTo>
                <a:lnTo>
                  <a:pt x="40709" y="105698"/>
                </a:lnTo>
                <a:lnTo>
                  <a:pt x="37815" y="106209"/>
                </a:lnTo>
                <a:lnTo>
                  <a:pt x="35476" y="105617"/>
                </a:lnTo>
                <a:lnTo>
                  <a:pt x="36068" y="102467"/>
                </a:lnTo>
                <a:lnTo>
                  <a:pt x="35461" y="101861"/>
                </a:lnTo>
                <a:lnTo>
                  <a:pt x="32801" y="102226"/>
                </a:lnTo>
                <a:lnTo>
                  <a:pt x="31427" y="102153"/>
                </a:lnTo>
                <a:lnTo>
                  <a:pt x="29549" y="102562"/>
                </a:lnTo>
                <a:lnTo>
                  <a:pt x="28313" y="101977"/>
                </a:lnTo>
                <a:lnTo>
                  <a:pt x="29176" y="99083"/>
                </a:lnTo>
                <a:lnTo>
                  <a:pt x="28452" y="98359"/>
                </a:lnTo>
                <a:lnTo>
                  <a:pt x="25785" y="98718"/>
                </a:lnTo>
                <a:lnTo>
                  <a:pt x="24601" y="98652"/>
                </a:lnTo>
                <a:lnTo>
                  <a:pt x="22306" y="99061"/>
                </a:lnTo>
                <a:lnTo>
                  <a:pt x="21202" y="98294"/>
                </a:lnTo>
                <a:lnTo>
                  <a:pt x="22276" y="95685"/>
                </a:lnTo>
                <a:lnTo>
                  <a:pt x="21188" y="94603"/>
                </a:lnTo>
                <a:lnTo>
                  <a:pt x="18856" y="95772"/>
                </a:lnTo>
                <a:lnTo>
                  <a:pt x="17686" y="94603"/>
                </a:lnTo>
                <a:lnTo>
                  <a:pt x="18856" y="92264"/>
                </a:lnTo>
                <a:lnTo>
                  <a:pt x="17687" y="91095"/>
                </a:lnTo>
                <a:lnTo>
                  <a:pt x="15348" y="92264"/>
                </a:lnTo>
                <a:lnTo>
                  <a:pt x="14178" y="91095"/>
                </a:lnTo>
                <a:lnTo>
                  <a:pt x="15348" y="88763"/>
                </a:lnTo>
                <a:lnTo>
                  <a:pt x="14178" y="87594"/>
                </a:lnTo>
                <a:lnTo>
                  <a:pt x="11847" y="88763"/>
                </a:lnTo>
                <a:lnTo>
                  <a:pt x="10677" y="87594"/>
                </a:lnTo>
                <a:lnTo>
                  <a:pt x="11847" y="85255"/>
                </a:lnTo>
                <a:lnTo>
                  <a:pt x="10758" y="84173"/>
                </a:lnTo>
                <a:lnTo>
                  <a:pt x="8141" y="85240"/>
                </a:lnTo>
                <a:lnTo>
                  <a:pt x="6884" y="83406"/>
                </a:lnTo>
                <a:lnTo>
                  <a:pt x="8894" y="78590"/>
                </a:lnTo>
                <a:lnTo>
                  <a:pt x="7345" y="77318"/>
                </a:lnTo>
                <a:lnTo>
                  <a:pt x="4458" y="78093"/>
                </a:lnTo>
                <a:lnTo>
                  <a:pt x="3646" y="76382"/>
                </a:lnTo>
                <a:lnTo>
                  <a:pt x="5276" y="71471"/>
                </a:lnTo>
                <a:lnTo>
                  <a:pt x="3968" y="70404"/>
                </a:lnTo>
                <a:lnTo>
                  <a:pt x="811" y="70923"/>
                </a:lnTo>
                <a:lnTo>
                  <a:pt x="241" y="68606"/>
                </a:lnTo>
                <a:lnTo>
                  <a:pt x="745" y="65726"/>
                </a:lnTo>
                <a:lnTo>
                  <a:pt x="745" y="52096"/>
                </a:lnTo>
                <a:lnTo>
                  <a:pt x="109" y="47031"/>
                </a:lnTo>
                <a:lnTo>
                  <a:pt x="898" y="41506"/>
                </a:lnTo>
                <a:lnTo>
                  <a:pt x="0" y="36163"/>
                </a:lnTo>
                <a:lnTo>
                  <a:pt x="1081" y="35279"/>
                </a:lnTo>
                <a:lnTo>
                  <a:pt x="4129" y="35907"/>
                </a:lnTo>
                <a:lnTo>
                  <a:pt x="4553" y="34680"/>
                </a:lnTo>
                <a:lnTo>
                  <a:pt x="4253" y="32984"/>
                </a:lnTo>
                <a:lnTo>
                  <a:pt x="4253" y="31281"/>
                </a:lnTo>
                <a:lnTo>
                  <a:pt x="3902" y="29220"/>
                </a:lnTo>
                <a:lnTo>
                  <a:pt x="4502" y="28058"/>
                </a:lnTo>
                <a:lnTo>
                  <a:pt x="7345" y="28964"/>
                </a:lnTo>
                <a:lnTo>
                  <a:pt x="8339" y="27963"/>
                </a:lnTo>
                <a:lnTo>
                  <a:pt x="7294" y="25741"/>
                </a:lnTo>
                <a:lnTo>
                  <a:pt x="8222" y="24338"/>
                </a:lnTo>
                <a:lnTo>
                  <a:pt x="7169" y="22123"/>
                </a:lnTo>
                <a:lnTo>
                  <a:pt x="8280" y="21012"/>
                </a:lnTo>
                <a:lnTo>
                  <a:pt x="10816" y="22123"/>
                </a:lnTo>
                <a:lnTo>
                  <a:pt x="11774" y="20859"/>
                </a:lnTo>
                <a:lnTo>
                  <a:pt x="10663" y="18629"/>
                </a:lnTo>
                <a:lnTo>
                  <a:pt x="11745" y="17541"/>
                </a:lnTo>
                <a:lnTo>
                  <a:pt x="14397" y="18593"/>
                </a:lnTo>
                <a:lnTo>
                  <a:pt x="15267" y="17270"/>
                </a:lnTo>
                <a:lnTo>
                  <a:pt x="14178" y="15216"/>
                </a:lnTo>
                <a:lnTo>
                  <a:pt x="15260" y="13937"/>
                </a:lnTo>
                <a:lnTo>
                  <a:pt x="17716" y="15077"/>
                </a:lnTo>
                <a:lnTo>
                  <a:pt x="18797" y="13996"/>
                </a:lnTo>
                <a:lnTo>
                  <a:pt x="17679" y="11474"/>
                </a:lnTo>
                <a:lnTo>
                  <a:pt x="18944" y="10502"/>
                </a:lnTo>
                <a:lnTo>
                  <a:pt x="21180" y="11620"/>
                </a:lnTo>
                <a:lnTo>
                  <a:pt x="22145" y="10656"/>
                </a:lnTo>
                <a:lnTo>
                  <a:pt x="21326" y="7703"/>
                </a:lnTo>
                <a:lnTo>
                  <a:pt x="23702" y="6694"/>
                </a:lnTo>
                <a:lnTo>
                  <a:pt x="26939" y="8485"/>
                </a:lnTo>
                <a:lnTo>
                  <a:pt x="29285" y="7257"/>
                </a:lnTo>
                <a:lnTo>
                  <a:pt x="28364" y="4429"/>
                </a:lnTo>
                <a:lnTo>
                  <a:pt x="29125" y="3683"/>
                </a:lnTo>
                <a:lnTo>
                  <a:pt x="31785" y="4041"/>
                </a:lnTo>
                <a:lnTo>
                  <a:pt x="33320" y="3939"/>
                </a:lnTo>
                <a:lnTo>
                  <a:pt x="34781" y="4304"/>
                </a:lnTo>
                <a:lnTo>
                  <a:pt x="35812" y="4012"/>
                </a:lnTo>
                <a:lnTo>
                  <a:pt x="36163" y="3910"/>
                </a:lnTo>
                <a:lnTo>
                  <a:pt x="35520" y="804"/>
                </a:lnTo>
                <a:lnTo>
                  <a:pt x="36199" y="124"/>
                </a:lnTo>
                <a:lnTo>
                  <a:pt x="38743" y="599"/>
                </a:lnTo>
                <a:lnTo>
                  <a:pt x="42602" y="0"/>
                </a:lnTo>
                <a:lnTo>
                  <a:pt x="46512" y="511"/>
                </a:lnTo>
                <a:lnTo>
                  <a:pt x="65982" y="511"/>
                </a:lnTo>
                <a:lnTo>
                  <a:pt x="68847" y="14"/>
                </a:lnTo>
                <a:lnTo>
                  <a:pt x="71193" y="584"/>
                </a:lnTo>
                <a:lnTo>
                  <a:pt x="70623" y="3741"/>
                </a:lnTo>
                <a:lnTo>
                  <a:pt x="71222" y="4348"/>
                </a:lnTo>
                <a:lnTo>
                  <a:pt x="73883" y="3990"/>
                </a:lnTo>
                <a:lnTo>
                  <a:pt x="75249" y="4063"/>
                </a:lnTo>
                <a:lnTo>
                  <a:pt x="77135" y="3647"/>
                </a:lnTo>
                <a:lnTo>
                  <a:pt x="78363" y="4231"/>
                </a:lnTo>
                <a:lnTo>
                  <a:pt x="77501" y="7133"/>
                </a:lnTo>
                <a:lnTo>
                  <a:pt x="78232" y="7849"/>
                </a:lnTo>
                <a:lnTo>
                  <a:pt x="80892" y="7491"/>
                </a:lnTo>
                <a:lnTo>
                  <a:pt x="82076" y="7557"/>
                </a:lnTo>
                <a:lnTo>
                  <a:pt x="84378" y="7147"/>
                </a:lnTo>
                <a:lnTo>
                  <a:pt x="85474" y="7915"/>
                </a:lnTo>
                <a:lnTo>
                  <a:pt x="84407" y="10524"/>
                </a:lnTo>
                <a:lnTo>
                  <a:pt x="85489" y="11606"/>
                </a:lnTo>
                <a:lnTo>
                  <a:pt x="87828" y="10436"/>
                </a:lnTo>
                <a:lnTo>
                  <a:pt x="88997" y="11606"/>
                </a:lnTo>
                <a:lnTo>
                  <a:pt x="87828" y="13945"/>
                </a:lnTo>
                <a:lnTo>
                  <a:pt x="88997" y="15114"/>
                </a:lnTo>
                <a:lnTo>
                  <a:pt x="91336" y="13945"/>
                </a:lnTo>
                <a:lnTo>
                  <a:pt x="92506" y="15114"/>
                </a:lnTo>
                <a:lnTo>
                  <a:pt x="91336" y="17445"/>
                </a:lnTo>
                <a:lnTo>
                  <a:pt x="92498" y="18615"/>
                </a:lnTo>
                <a:lnTo>
                  <a:pt x="94837" y="17453"/>
                </a:lnTo>
                <a:lnTo>
                  <a:pt x="96006" y="18615"/>
                </a:lnTo>
                <a:lnTo>
                  <a:pt x="94837" y="20954"/>
                </a:lnTo>
                <a:lnTo>
                  <a:pt x="95919" y="22035"/>
                </a:lnTo>
                <a:lnTo>
                  <a:pt x="98542" y="20968"/>
                </a:lnTo>
                <a:lnTo>
                  <a:pt x="99799" y="22803"/>
                </a:lnTo>
                <a:lnTo>
                  <a:pt x="97782" y="27619"/>
                </a:lnTo>
                <a:lnTo>
                  <a:pt x="99339" y="28891"/>
                </a:lnTo>
                <a:lnTo>
                  <a:pt x="102226" y="28116"/>
                </a:lnTo>
                <a:lnTo>
                  <a:pt x="103037" y="29826"/>
                </a:lnTo>
                <a:lnTo>
                  <a:pt x="101407" y="34738"/>
                </a:lnTo>
                <a:lnTo>
                  <a:pt x="102716" y="35797"/>
                </a:lnTo>
                <a:lnTo>
                  <a:pt x="105873" y="35286"/>
                </a:lnTo>
                <a:lnTo>
                  <a:pt x="106436" y="37610"/>
                </a:lnTo>
                <a:lnTo>
                  <a:pt x="105939" y="40475"/>
                </a:lnTo>
                <a:lnTo>
                  <a:pt x="105939" y="65733"/>
                </a:lnTo>
                <a:lnTo>
                  <a:pt x="106443" y="68628"/>
                </a:lnTo>
                <a:lnTo>
                  <a:pt x="105859" y="70966"/>
                </a:lnTo>
                <a:lnTo>
                  <a:pt x="102701" y="70382"/>
                </a:lnTo>
                <a:lnTo>
                  <a:pt x="102102" y="70988"/>
                </a:lnTo>
                <a:lnTo>
                  <a:pt x="102460" y="73649"/>
                </a:lnTo>
                <a:lnTo>
                  <a:pt x="102387" y="75015"/>
                </a:lnTo>
                <a:lnTo>
                  <a:pt x="102796" y="76901"/>
                </a:lnTo>
                <a:lnTo>
                  <a:pt x="102211" y="78129"/>
                </a:lnTo>
                <a:lnTo>
                  <a:pt x="99317" y="77267"/>
                </a:lnTo>
                <a:lnTo>
                  <a:pt x="98594" y="77997"/>
                </a:lnTo>
                <a:lnTo>
                  <a:pt x="98952" y="80658"/>
                </a:lnTo>
                <a:lnTo>
                  <a:pt x="98893" y="81849"/>
                </a:lnTo>
                <a:lnTo>
                  <a:pt x="99303" y="84129"/>
                </a:lnTo>
                <a:lnTo>
                  <a:pt x="98535" y="85240"/>
                </a:lnTo>
                <a:lnTo>
                  <a:pt x="95919" y="84173"/>
                </a:lnTo>
                <a:lnTo>
                  <a:pt x="94837" y="85255"/>
                </a:lnTo>
                <a:lnTo>
                  <a:pt x="96006" y="87594"/>
                </a:lnTo>
                <a:lnTo>
                  <a:pt x="94837" y="88763"/>
                </a:lnTo>
                <a:lnTo>
                  <a:pt x="92498" y="87594"/>
                </a:lnTo>
                <a:lnTo>
                  <a:pt x="91336" y="88763"/>
                </a:lnTo>
                <a:lnTo>
                  <a:pt x="92498" y="91095"/>
                </a:lnTo>
                <a:lnTo>
                  <a:pt x="91336" y="92264"/>
                </a:lnTo>
                <a:lnTo>
                  <a:pt x="88997" y="91095"/>
                </a:lnTo>
                <a:lnTo>
                  <a:pt x="87828" y="92264"/>
                </a:lnTo>
                <a:lnTo>
                  <a:pt x="88997" y="94603"/>
                </a:lnTo>
                <a:lnTo>
                  <a:pt x="87828" y="95772"/>
                </a:lnTo>
                <a:lnTo>
                  <a:pt x="85489" y="94603"/>
                </a:lnTo>
                <a:lnTo>
                  <a:pt x="84407" y="95685"/>
                </a:lnTo>
                <a:lnTo>
                  <a:pt x="85474" y="98301"/>
                </a:lnTo>
                <a:lnTo>
                  <a:pt x="83640" y="99573"/>
                </a:lnTo>
                <a:lnTo>
                  <a:pt x="78831" y="97548"/>
                </a:lnTo>
                <a:lnTo>
                  <a:pt x="77552" y="99105"/>
                </a:lnTo>
                <a:lnTo>
                  <a:pt x="78334" y="101992"/>
                </a:lnTo>
                <a:lnTo>
                  <a:pt x="76616" y="102796"/>
                </a:lnTo>
                <a:lnTo>
                  <a:pt x="71712" y="101166"/>
                </a:lnTo>
                <a:lnTo>
                  <a:pt x="70645" y="102482"/>
                </a:lnTo>
                <a:lnTo>
                  <a:pt x="71157" y="105639"/>
                </a:lnTo>
                <a:lnTo>
                  <a:pt x="68840" y="1062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161674" y="1056394"/>
            <a:ext cx="93345" cy="92710"/>
          </a:xfrm>
          <a:custGeom>
            <a:avLst/>
            <a:gdLst/>
            <a:ahLst/>
            <a:cxnLst/>
            <a:rect l="l" t="t" r="r" b="b"/>
            <a:pathLst>
              <a:path w="93344" h="92709">
                <a:moveTo>
                  <a:pt x="34152" y="92644"/>
                </a:moveTo>
                <a:lnTo>
                  <a:pt x="31879" y="91680"/>
                </a:lnTo>
                <a:lnTo>
                  <a:pt x="32698" y="88720"/>
                </a:lnTo>
                <a:lnTo>
                  <a:pt x="31784" y="87813"/>
                </a:lnTo>
                <a:lnTo>
                  <a:pt x="29519" y="88727"/>
                </a:lnTo>
                <a:lnTo>
                  <a:pt x="28115" y="87996"/>
                </a:lnTo>
                <a:lnTo>
                  <a:pt x="25857" y="88902"/>
                </a:lnTo>
                <a:lnTo>
                  <a:pt x="24826" y="87872"/>
                </a:lnTo>
                <a:lnTo>
                  <a:pt x="25879" y="85226"/>
                </a:lnTo>
                <a:lnTo>
                  <a:pt x="24505" y="84312"/>
                </a:lnTo>
                <a:lnTo>
                  <a:pt x="22641" y="85372"/>
                </a:lnTo>
                <a:lnTo>
                  <a:pt x="21099" y="84415"/>
                </a:lnTo>
                <a:lnTo>
                  <a:pt x="18877" y="85431"/>
                </a:lnTo>
                <a:lnTo>
                  <a:pt x="17722" y="84269"/>
                </a:lnTo>
                <a:lnTo>
                  <a:pt x="18892" y="81937"/>
                </a:lnTo>
                <a:lnTo>
                  <a:pt x="17722" y="80768"/>
                </a:lnTo>
                <a:lnTo>
                  <a:pt x="15384" y="81937"/>
                </a:lnTo>
                <a:lnTo>
                  <a:pt x="14229" y="80782"/>
                </a:lnTo>
                <a:lnTo>
                  <a:pt x="15391" y="78385"/>
                </a:lnTo>
                <a:lnTo>
                  <a:pt x="14178" y="77281"/>
                </a:lnTo>
                <a:lnTo>
                  <a:pt x="11890" y="78436"/>
                </a:lnTo>
                <a:lnTo>
                  <a:pt x="10809" y="77355"/>
                </a:lnTo>
                <a:lnTo>
                  <a:pt x="11861" y="74709"/>
                </a:lnTo>
                <a:lnTo>
                  <a:pt x="10735" y="73963"/>
                </a:lnTo>
                <a:lnTo>
                  <a:pt x="8163" y="74862"/>
                </a:lnTo>
                <a:lnTo>
                  <a:pt x="6709" y="72830"/>
                </a:lnTo>
                <a:lnTo>
                  <a:pt x="8543" y="69067"/>
                </a:lnTo>
                <a:lnTo>
                  <a:pt x="7607" y="66881"/>
                </a:lnTo>
                <a:lnTo>
                  <a:pt x="4648" y="67692"/>
                </a:lnTo>
                <a:lnTo>
                  <a:pt x="3778" y="66815"/>
                </a:lnTo>
                <a:lnTo>
                  <a:pt x="4582" y="64506"/>
                </a:lnTo>
                <a:lnTo>
                  <a:pt x="3990" y="63125"/>
                </a:lnTo>
                <a:lnTo>
                  <a:pt x="4801" y="60822"/>
                </a:lnTo>
                <a:lnTo>
                  <a:pt x="3917" y="59945"/>
                </a:lnTo>
                <a:lnTo>
                  <a:pt x="972" y="60756"/>
                </a:lnTo>
                <a:lnTo>
                  <a:pt x="0" y="58469"/>
                </a:lnTo>
                <a:lnTo>
                  <a:pt x="1088" y="55304"/>
                </a:lnTo>
                <a:lnTo>
                  <a:pt x="306" y="50115"/>
                </a:lnTo>
                <a:lnTo>
                  <a:pt x="913" y="40461"/>
                </a:lnTo>
                <a:lnTo>
                  <a:pt x="782" y="34906"/>
                </a:lnTo>
                <a:lnTo>
                  <a:pt x="453" y="33028"/>
                </a:lnTo>
                <a:lnTo>
                  <a:pt x="972" y="31814"/>
                </a:lnTo>
                <a:lnTo>
                  <a:pt x="3924" y="32626"/>
                </a:lnTo>
                <a:lnTo>
                  <a:pt x="4786" y="31756"/>
                </a:lnTo>
                <a:lnTo>
                  <a:pt x="4019" y="29432"/>
                </a:lnTo>
                <a:lnTo>
                  <a:pt x="4560" y="28072"/>
                </a:lnTo>
                <a:lnTo>
                  <a:pt x="3793" y="25741"/>
                </a:lnTo>
                <a:lnTo>
                  <a:pt x="4655" y="24878"/>
                </a:lnTo>
                <a:lnTo>
                  <a:pt x="7607" y="25690"/>
                </a:lnTo>
                <a:lnTo>
                  <a:pt x="8543" y="23512"/>
                </a:lnTo>
                <a:lnTo>
                  <a:pt x="6709" y="19740"/>
                </a:lnTo>
                <a:lnTo>
                  <a:pt x="8207" y="17658"/>
                </a:lnTo>
                <a:lnTo>
                  <a:pt x="10787" y="18739"/>
                </a:lnTo>
                <a:lnTo>
                  <a:pt x="11883" y="17643"/>
                </a:lnTo>
                <a:lnTo>
                  <a:pt x="10714" y="15312"/>
                </a:lnTo>
                <a:lnTo>
                  <a:pt x="11883" y="14142"/>
                </a:lnTo>
                <a:lnTo>
                  <a:pt x="14222" y="15311"/>
                </a:lnTo>
                <a:lnTo>
                  <a:pt x="15333" y="14201"/>
                </a:lnTo>
                <a:lnTo>
                  <a:pt x="14214" y="11664"/>
                </a:lnTo>
                <a:lnTo>
                  <a:pt x="15479" y="10707"/>
                </a:lnTo>
                <a:lnTo>
                  <a:pt x="17708" y="11818"/>
                </a:lnTo>
                <a:lnTo>
                  <a:pt x="18680" y="10853"/>
                </a:lnTo>
                <a:lnTo>
                  <a:pt x="17862" y="7900"/>
                </a:lnTo>
                <a:lnTo>
                  <a:pt x="20244" y="6892"/>
                </a:lnTo>
                <a:lnTo>
                  <a:pt x="23452" y="8675"/>
                </a:lnTo>
                <a:lnTo>
                  <a:pt x="25813" y="7469"/>
                </a:lnTo>
                <a:lnTo>
                  <a:pt x="24907" y="4619"/>
                </a:lnTo>
                <a:lnTo>
                  <a:pt x="25660" y="3880"/>
                </a:lnTo>
                <a:lnTo>
                  <a:pt x="28320" y="4239"/>
                </a:lnTo>
                <a:lnTo>
                  <a:pt x="29848" y="4136"/>
                </a:lnTo>
                <a:lnTo>
                  <a:pt x="31310" y="4502"/>
                </a:lnTo>
                <a:lnTo>
                  <a:pt x="32333" y="4217"/>
                </a:lnTo>
                <a:lnTo>
                  <a:pt x="32676" y="4114"/>
                </a:lnTo>
                <a:lnTo>
                  <a:pt x="32041" y="1008"/>
                </a:lnTo>
                <a:lnTo>
                  <a:pt x="32742" y="306"/>
                </a:lnTo>
                <a:lnTo>
                  <a:pt x="35242" y="840"/>
                </a:lnTo>
                <a:lnTo>
                  <a:pt x="37968" y="277"/>
                </a:lnTo>
                <a:lnTo>
                  <a:pt x="40679" y="716"/>
                </a:lnTo>
                <a:lnTo>
                  <a:pt x="53016" y="716"/>
                </a:lnTo>
                <a:lnTo>
                  <a:pt x="57343" y="0"/>
                </a:lnTo>
                <a:lnTo>
                  <a:pt x="60690" y="782"/>
                </a:lnTo>
                <a:lnTo>
                  <a:pt x="60127" y="3953"/>
                </a:lnTo>
                <a:lnTo>
                  <a:pt x="60727" y="4553"/>
                </a:lnTo>
                <a:lnTo>
                  <a:pt x="63387" y="4187"/>
                </a:lnTo>
                <a:lnTo>
                  <a:pt x="64754" y="4268"/>
                </a:lnTo>
                <a:lnTo>
                  <a:pt x="66639" y="3851"/>
                </a:lnTo>
                <a:lnTo>
                  <a:pt x="67867" y="4436"/>
                </a:lnTo>
                <a:lnTo>
                  <a:pt x="67005" y="7337"/>
                </a:lnTo>
                <a:lnTo>
                  <a:pt x="67736" y="8054"/>
                </a:lnTo>
                <a:lnTo>
                  <a:pt x="70396" y="7696"/>
                </a:lnTo>
                <a:lnTo>
                  <a:pt x="71587" y="7761"/>
                </a:lnTo>
                <a:lnTo>
                  <a:pt x="73868" y="7352"/>
                </a:lnTo>
                <a:lnTo>
                  <a:pt x="74979" y="8112"/>
                </a:lnTo>
                <a:lnTo>
                  <a:pt x="73911" y="10729"/>
                </a:lnTo>
                <a:lnTo>
                  <a:pt x="74898" y="11715"/>
                </a:lnTo>
                <a:lnTo>
                  <a:pt x="77544" y="10670"/>
                </a:lnTo>
                <a:lnTo>
                  <a:pt x="78377" y="11934"/>
                </a:lnTo>
                <a:lnTo>
                  <a:pt x="77332" y="14149"/>
                </a:lnTo>
                <a:lnTo>
                  <a:pt x="78501" y="15319"/>
                </a:lnTo>
                <a:lnTo>
                  <a:pt x="80832" y="14149"/>
                </a:lnTo>
                <a:lnTo>
                  <a:pt x="81907" y="15223"/>
                </a:lnTo>
                <a:lnTo>
                  <a:pt x="80862" y="17869"/>
                </a:lnTo>
                <a:lnTo>
                  <a:pt x="81987" y="18622"/>
                </a:lnTo>
                <a:lnTo>
                  <a:pt x="84545" y="17716"/>
                </a:lnTo>
                <a:lnTo>
                  <a:pt x="86007" y="19726"/>
                </a:lnTo>
                <a:lnTo>
                  <a:pt x="84180" y="23526"/>
                </a:lnTo>
                <a:lnTo>
                  <a:pt x="85108" y="25697"/>
                </a:lnTo>
                <a:lnTo>
                  <a:pt x="88068" y="24886"/>
                </a:lnTo>
                <a:lnTo>
                  <a:pt x="88974" y="25799"/>
                </a:lnTo>
                <a:lnTo>
                  <a:pt x="88061" y="28057"/>
                </a:lnTo>
                <a:lnTo>
                  <a:pt x="88791" y="29461"/>
                </a:lnTo>
                <a:lnTo>
                  <a:pt x="87886" y="31719"/>
                </a:lnTo>
                <a:lnTo>
                  <a:pt x="88916" y="32750"/>
                </a:lnTo>
                <a:lnTo>
                  <a:pt x="91562" y="31705"/>
                </a:lnTo>
                <a:lnTo>
                  <a:pt x="92365" y="32910"/>
                </a:lnTo>
                <a:lnTo>
                  <a:pt x="91795" y="34986"/>
                </a:lnTo>
                <a:lnTo>
                  <a:pt x="92475" y="39021"/>
                </a:lnTo>
                <a:lnTo>
                  <a:pt x="91934" y="42982"/>
                </a:lnTo>
                <a:lnTo>
                  <a:pt x="91934" y="48551"/>
                </a:lnTo>
                <a:lnTo>
                  <a:pt x="92249" y="51072"/>
                </a:lnTo>
                <a:lnTo>
                  <a:pt x="91656" y="55297"/>
                </a:lnTo>
                <a:lnTo>
                  <a:pt x="92716" y="58491"/>
                </a:lnTo>
                <a:lnTo>
                  <a:pt x="91744" y="60764"/>
                </a:lnTo>
                <a:lnTo>
                  <a:pt x="88791" y="59952"/>
                </a:lnTo>
                <a:lnTo>
                  <a:pt x="87886" y="60866"/>
                </a:lnTo>
                <a:lnTo>
                  <a:pt x="88791" y="63124"/>
                </a:lnTo>
                <a:lnTo>
                  <a:pt x="88061" y="64528"/>
                </a:lnTo>
                <a:lnTo>
                  <a:pt x="88974" y="66786"/>
                </a:lnTo>
                <a:lnTo>
                  <a:pt x="87936" y="67817"/>
                </a:lnTo>
                <a:lnTo>
                  <a:pt x="85291" y="66771"/>
                </a:lnTo>
                <a:lnTo>
                  <a:pt x="84385" y="68145"/>
                </a:lnTo>
                <a:lnTo>
                  <a:pt x="85437" y="70002"/>
                </a:lnTo>
                <a:lnTo>
                  <a:pt x="84480" y="71544"/>
                </a:lnTo>
                <a:lnTo>
                  <a:pt x="85495" y="73766"/>
                </a:lnTo>
                <a:lnTo>
                  <a:pt x="84340" y="74928"/>
                </a:lnTo>
                <a:lnTo>
                  <a:pt x="82002" y="73759"/>
                </a:lnTo>
                <a:lnTo>
                  <a:pt x="80832" y="74921"/>
                </a:lnTo>
                <a:lnTo>
                  <a:pt x="82002" y="77259"/>
                </a:lnTo>
                <a:lnTo>
                  <a:pt x="80847" y="78414"/>
                </a:lnTo>
                <a:lnTo>
                  <a:pt x="78450" y="77252"/>
                </a:lnTo>
                <a:lnTo>
                  <a:pt x="77346" y="78473"/>
                </a:lnTo>
                <a:lnTo>
                  <a:pt x="78508" y="80753"/>
                </a:lnTo>
                <a:lnTo>
                  <a:pt x="77427" y="81842"/>
                </a:lnTo>
                <a:lnTo>
                  <a:pt x="74781" y="80790"/>
                </a:lnTo>
                <a:lnTo>
                  <a:pt x="74036" y="81915"/>
                </a:lnTo>
                <a:lnTo>
                  <a:pt x="74935" y="84480"/>
                </a:lnTo>
                <a:lnTo>
                  <a:pt x="72918" y="85942"/>
                </a:lnTo>
                <a:lnTo>
                  <a:pt x="69124" y="84108"/>
                </a:lnTo>
                <a:lnTo>
                  <a:pt x="66946" y="85043"/>
                </a:lnTo>
                <a:lnTo>
                  <a:pt x="67765" y="87996"/>
                </a:lnTo>
                <a:lnTo>
                  <a:pt x="66851" y="88902"/>
                </a:lnTo>
                <a:lnTo>
                  <a:pt x="64593" y="87996"/>
                </a:lnTo>
                <a:lnTo>
                  <a:pt x="63175" y="88727"/>
                </a:lnTo>
                <a:lnTo>
                  <a:pt x="60924" y="87813"/>
                </a:lnTo>
                <a:lnTo>
                  <a:pt x="59893" y="88851"/>
                </a:lnTo>
                <a:lnTo>
                  <a:pt x="60946" y="91497"/>
                </a:lnTo>
                <a:lnTo>
                  <a:pt x="59740" y="92301"/>
                </a:lnTo>
                <a:lnTo>
                  <a:pt x="57664" y="91731"/>
                </a:lnTo>
                <a:lnTo>
                  <a:pt x="53623" y="92403"/>
                </a:lnTo>
                <a:lnTo>
                  <a:pt x="49662" y="91862"/>
                </a:lnTo>
                <a:lnTo>
                  <a:pt x="44099" y="91862"/>
                </a:lnTo>
                <a:lnTo>
                  <a:pt x="41578" y="92177"/>
                </a:lnTo>
                <a:lnTo>
                  <a:pt x="37354" y="91585"/>
                </a:lnTo>
                <a:lnTo>
                  <a:pt x="34152" y="92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379215" y="1063600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40">
                <a:moveTo>
                  <a:pt x="30776" y="78173"/>
                </a:moveTo>
                <a:lnTo>
                  <a:pt x="28459" y="77559"/>
                </a:lnTo>
                <a:lnTo>
                  <a:pt x="29058" y="74424"/>
                </a:lnTo>
                <a:lnTo>
                  <a:pt x="28444" y="73810"/>
                </a:lnTo>
                <a:lnTo>
                  <a:pt x="25784" y="74175"/>
                </a:lnTo>
                <a:lnTo>
                  <a:pt x="24395" y="74095"/>
                </a:lnTo>
                <a:lnTo>
                  <a:pt x="22553" y="74504"/>
                </a:lnTo>
                <a:lnTo>
                  <a:pt x="21311" y="73934"/>
                </a:lnTo>
                <a:lnTo>
                  <a:pt x="22159" y="71018"/>
                </a:lnTo>
                <a:lnTo>
                  <a:pt x="21187" y="70053"/>
                </a:lnTo>
                <a:lnTo>
                  <a:pt x="18958" y="71106"/>
                </a:lnTo>
                <a:lnTo>
                  <a:pt x="17562" y="70178"/>
                </a:lnTo>
                <a:lnTo>
                  <a:pt x="15340" y="71222"/>
                </a:lnTo>
                <a:lnTo>
                  <a:pt x="14244" y="70126"/>
                </a:lnTo>
                <a:lnTo>
                  <a:pt x="15340" y="67554"/>
                </a:lnTo>
                <a:lnTo>
                  <a:pt x="14069" y="66633"/>
                </a:lnTo>
                <a:lnTo>
                  <a:pt x="11847" y="67729"/>
                </a:lnTo>
                <a:lnTo>
                  <a:pt x="10765" y="66647"/>
                </a:lnTo>
                <a:lnTo>
                  <a:pt x="11818" y="64002"/>
                </a:lnTo>
                <a:lnTo>
                  <a:pt x="10663" y="63234"/>
                </a:lnTo>
                <a:lnTo>
                  <a:pt x="8163" y="64170"/>
                </a:lnTo>
                <a:lnTo>
                  <a:pt x="6657" y="62211"/>
                </a:lnTo>
                <a:lnTo>
                  <a:pt x="8477" y="58301"/>
                </a:lnTo>
                <a:lnTo>
                  <a:pt x="7564" y="56167"/>
                </a:lnTo>
                <a:lnTo>
                  <a:pt x="4611" y="56985"/>
                </a:lnTo>
                <a:lnTo>
                  <a:pt x="3734" y="56101"/>
                </a:lnTo>
                <a:lnTo>
                  <a:pt x="4546" y="53799"/>
                </a:lnTo>
                <a:lnTo>
                  <a:pt x="3946" y="52425"/>
                </a:lnTo>
                <a:lnTo>
                  <a:pt x="4757" y="50115"/>
                </a:lnTo>
                <a:lnTo>
                  <a:pt x="3873" y="49231"/>
                </a:lnTo>
                <a:lnTo>
                  <a:pt x="928" y="50049"/>
                </a:lnTo>
                <a:lnTo>
                  <a:pt x="0" y="47879"/>
                </a:lnTo>
                <a:lnTo>
                  <a:pt x="869" y="44487"/>
                </a:lnTo>
                <a:lnTo>
                  <a:pt x="584" y="40278"/>
                </a:lnTo>
                <a:lnTo>
                  <a:pt x="738" y="37888"/>
                </a:lnTo>
                <a:lnTo>
                  <a:pt x="738" y="34592"/>
                </a:lnTo>
                <a:lnTo>
                  <a:pt x="460" y="32991"/>
                </a:lnTo>
                <a:lnTo>
                  <a:pt x="935" y="31420"/>
                </a:lnTo>
                <a:lnTo>
                  <a:pt x="285" y="29015"/>
                </a:lnTo>
                <a:lnTo>
                  <a:pt x="1052" y="28248"/>
                </a:lnTo>
                <a:lnTo>
                  <a:pt x="4129" y="28927"/>
                </a:lnTo>
                <a:lnTo>
                  <a:pt x="4641" y="27349"/>
                </a:lnTo>
                <a:lnTo>
                  <a:pt x="3347" y="22284"/>
                </a:lnTo>
                <a:lnTo>
                  <a:pt x="4582" y="21268"/>
                </a:lnTo>
                <a:lnTo>
                  <a:pt x="7630" y="21897"/>
                </a:lnTo>
                <a:lnTo>
                  <a:pt x="8324" y="19887"/>
                </a:lnTo>
                <a:lnTo>
                  <a:pt x="6701" y="15882"/>
                </a:lnTo>
                <a:lnTo>
                  <a:pt x="8207" y="13945"/>
                </a:lnTo>
                <a:lnTo>
                  <a:pt x="10721" y="15063"/>
                </a:lnTo>
                <a:lnTo>
                  <a:pt x="11744" y="14040"/>
                </a:lnTo>
                <a:lnTo>
                  <a:pt x="10692" y="11394"/>
                </a:lnTo>
                <a:lnTo>
                  <a:pt x="12015" y="10517"/>
                </a:lnTo>
                <a:lnTo>
                  <a:pt x="14076" y="11606"/>
                </a:lnTo>
                <a:lnTo>
                  <a:pt x="15355" y="10524"/>
                </a:lnTo>
                <a:lnTo>
                  <a:pt x="14207" y="8069"/>
                </a:lnTo>
                <a:lnTo>
                  <a:pt x="15311" y="6965"/>
                </a:lnTo>
                <a:lnTo>
                  <a:pt x="17562" y="7901"/>
                </a:lnTo>
                <a:lnTo>
                  <a:pt x="18980" y="7133"/>
                </a:lnTo>
                <a:lnTo>
                  <a:pt x="21216" y="8069"/>
                </a:lnTo>
                <a:lnTo>
                  <a:pt x="22137" y="7148"/>
                </a:lnTo>
                <a:lnTo>
                  <a:pt x="21326" y="4202"/>
                </a:lnTo>
                <a:lnTo>
                  <a:pt x="23745" y="3208"/>
                </a:lnTo>
                <a:lnTo>
                  <a:pt x="26741" y="4597"/>
                </a:lnTo>
                <a:lnTo>
                  <a:pt x="28788" y="4027"/>
                </a:lnTo>
                <a:lnTo>
                  <a:pt x="29117" y="3932"/>
                </a:lnTo>
                <a:lnTo>
                  <a:pt x="28496" y="811"/>
                </a:lnTo>
                <a:lnTo>
                  <a:pt x="29117" y="190"/>
                </a:lnTo>
                <a:lnTo>
                  <a:pt x="31777" y="555"/>
                </a:lnTo>
                <a:lnTo>
                  <a:pt x="35775" y="343"/>
                </a:lnTo>
                <a:lnTo>
                  <a:pt x="39327" y="526"/>
                </a:lnTo>
                <a:lnTo>
                  <a:pt x="44889" y="526"/>
                </a:lnTo>
                <a:lnTo>
                  <a:pt x="47827" y="0"/>
                </a:lnTo>
                <a:lnTo>
                  <a:pt x="50151" y="613"/>
                </a:lnTo>
                <a:lnTo>
                  <a:pt x="49545" y="3749"/>
                </a:lnTo>
                <a:lnTo>
                  <a:pt x="50158" y="4363"/>
                </a:lnTo>
                <a:lnTo>
                  <a:pt x="52826" y="4005"/>
                </a:lnTo>
                <a:lnTo>
                  <a:pt x="54208" y="4078"/>
                </a:lnTo>
                <a:lnTo>
                  <a:pt x="56057" y="3668"/>
                </a:lnTo>
                <a:lnTo>
                  <a:pt x="57292" y="4238"/>
                </a:lnTo>
                <a:lnTo>
                  <a:pt x="56451" y="7155"/>
                </a:lnTo>
                <a:lnTo>
                  <a:pt x="57423" y="8119"/>
                </a:lnTo>
                <a:lnTo>
                  <a:pt x="59645" y="7067"/>
                </a:lnTo>
                <a:lnTo>
                  <a:pt x="61041" y="7995"/>
                </a:lnTo>
                <a:lnTo>
                  <a:pt x="63263" y="6950"/>
                </a:lnTo>
                <a:lnTo>
                  <a:pt x="64359" y="8046"/>
                </a:lnTo>
                <a:lnTo>
                  <a:pt x="63270" y="10619"/>
                </a:lnTo>
                <a:lnTo>
                  <a:pt x="64534" y="11540"/>
                </a:lnTo>
                <a:lnTo>
                  <a:pt x="66756" y="10444"/>
                </a:lnTo>
                <a:lnTo>
                  <a:pt x="67838" y="11525"/>
                </a:lnTo>
                <a:lnTo>
                  <a:pt x="66793" y="14171"/>
                </a:lnTo>
                <a:lnTo>
                  <a:pt x="67940" y="14938"/>
                </a:lnTo>
                <a:lnTo>
                  <a:pt x="70447" y="14010"/>
                </a:lnTo>
                <a:lnTo>
                  <a:pt x="71945" y="15969"/>
                </a:lnTo>
                <a:lnTo>
                  <a:pt x="70126" y="19872"/>
                </a:lnTo>
                <a:lnTo>
                  <a:pt x="71046" y="22006"/>
                </a:lnTo>
                <a:lnTo>
                  <a:pt x="73999" y="21187"/>
                </a:lnTo>
                <a:lnTo>
                  <a:pt x="74869" y="22072"/>
                </a:lnTo>
                <a:lnTo>
                  <a:pt x="74065" y="24374"/>
                </a:lnTo>
                <a:lnTo>
                  <a:pt x="74657" y="25755"/>
                </a:lnTo>
                <a:lnTo>
                  <a:pt x="73853" y="28057"/>
                </a:lnTo>
                <a:lnTo>
                  <a:pt x="74730" y="28942"/>
                </a:lnTo>
                <a:lnTo>
                  <a:pt x="77683" y="28123"/>
                </a:lnTo>
                <a:lnTo>
                  <a:pt x="78610" y="30294"/>
                </a:lnTo>
                <a:lnTo>
                  <a:pt x="77733" y="33685"/>
                </a:lnTo>
                <a:lnTo>
                  <a:pt x="78018" y="37895"/>
                </a:lnTo>
                <a:lnTo>
                  <a:pt x="77865" y="40285"/>
                </a:lnTo>
                <a:lnTo>
                  <a:pt x="77865" y="43669"/>
                </a:lnTo>
                <a:lnTo>
                  <a:pt x="78092" y="45079"/>
                </a:lnTo>
                <a:lnTo>
                  <a:pt x="77733" y="46709"/>
                </a:lnTo>
                <a:lnTo>
                  <a:pt x="78282" y="49201"/>
                </a:lnTo>
                <a:lnTo>
                  <a:pt x="77375" y="50100"/>
                </a:lnTo>
                <a:lnTo>
                  <a:pt x="74730" y="49048"/>
                </a:lnTo>
                <a:lnTo>
                  <a:pt x="73845" y="50385"/>
                </a:lnTo>
                <a:lnTo>
                  <a:pt x="74708" y="52235"/>
                </a:lnTo>
                <a:lnTo>
                  <a:pt x="74094" y="53799"/>
                </a:lnTo>
                <a:lnTo>
                  <a:pt x="74854" y="56130"/>
                </a:lnTo>
                <a:lnTo>
                  <a:pt x="73875" y="57109"/>
                </a:lnTo>
                <a:lnTo>
                  <a:pt x="71222" y="56064"/>
                </a:lnTo>
                <a:lnTo>
                  <a:pt x="70316" y="57431"/>
                </a:lnTo>
                <a:lnTo>
                  <a:pt x="71331" y="59265"/>
                </a:lnTo>
                <a:lnTo>
                  <a:pt x="70461" y="60837"/>
                </a:lnTo>
                <a:lnTo>
                  <a:pt x="71412" y="63073"/>
                </a:lnTo>
                <a:lnTo>
                  <a:pt x="70366" y="64118"/>
                </a:lnTo>
                <a:lnTo>
                  <a:pt x="67721" y="63073"/>
                </a:lnTo>
                <a:lnTo>
                  <a:pt x="66880" y="64338"/>
                </a:lnTo>
                <a:lnTo>
                  <a:pt x="67940" y="66538"/>
                </a:lnTo>
                <a:lnTo>
                  <a:pt x="66771" y="67722"/>
                </a:lnTo>
                <a:lnTo>
                  <a:pt x="64432" y="66552"/>
                </a:lnTo>
                <a:lnTo>
                  <a:pt x="63358" y="67619"/>
                </a:lnTo>
                <a:lnTo>
                  <a:pt x="64403" y="70272"/>
                </a:lnTo>
                <a:lnTo>
                  <a:pt x="63036" y="71179"/>
                </a:lnTo>
                <a:lnTo>
                  <a:pt x="61165" y="70112"/>
                </a:lnTo>
                <a:lnTo>
                  <a:pt x="59638" y="71091"/>
                </a:lnTo>
                <a:lnTo>
                  <a:pt x="57416" y="70060"/>
                </a:lnTo>
                <a:lnTo>
                  <a:pt x="56437" y="71040"/>
                </a:lnTo>
                <a:lnTo>
                  <a:pt x="57314" y="73912"/>
                </a:lnTo>
                <a:lnTo>
                  <a:pt x="55560" y="74767"/>
                </a:lnTo>
                <a:lnTo>
                  <a:pt x="50663" y="73108"/>
                </a:lnTo>
                <a:lnTo>
                  <a:pt x="49544" y="74482"/>
                </a:lnTo>
                <a:lnTo>
                  <a:pt x="50173" y="77530"/>
                </a:lnTo>
                <a:lnTo>
                  <a:pt x="48945" y="77954"/>
                </a:lnTo>
                <a:lnTo>
                  <a:pt x="47242" y="77647"/>
                </a:lnTo>
                <a:lnTo>
                  <a:pt x="33714" y="77647"/>
                </a:lnTo>
                <a:lnTo>
                  <a:pt x="30776" y="781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600220" y="1074359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5" h="57150">
                <a:moveTo>
                  <a:pt x="41132" y="57066"/>
                </a:moveTo>
                <a:lnTo>
                  <a:pt x="37654" y="56393"/>
                </a:lnTo>
                <a:lnTo>
                  <a:pt x="19711" y="56393"/>
                </a:lnTo>
                <a:lnTo>
                  <a:pt x="16744" y="56927"/>
                </a:lnTo>
                <a:lnTo>
                  <a:pt x="14463" y="56306"/>
                </a:lnTo>
                <a:lnTo>
                  <a:pt x="14997" y="53185"/>
                </a:lnTo>
                <a:lnTo>
                  <a:pt x="14755" y="52885"/>
                </a:lnTo>
                <a:lnTo>
                  <a:pt x="14054" y="52425"/>
                </a:lnTo>
                <a:lnTo>
                  <a:pt x="11839" y="53470"/>
                </a:lnTo>
                <a:lnTo>
                  <a:pt x="10765" y="52396"/>
                </a:lnTo>
                <a:lnTo>
                  <a:pt x="11818" y="49750"/>
                </a:lnTo>
                <a:lnTo>
                  <a:pt x="10516" y="48895"/>
                </a:lnTo>
                <a:lnTo>
                  <a:pt x="8389" y="49969"/>
                </a:lnTo>
                <a:lnTo>
                  <a:pt x="7155" y="48843"/>
                </a:lnTo>
                <a:lnTo>
                  <a:pt x="8317" y="46446"/>
                </a:lnTo>
                <a:lnTo>
                  <a:pt x="7162" y="45291"/>
                </a:lnTo>
                <a:lnTo>
                  <a:pt x="4831" y="46461"/>
                </a:lnTo>
                <a:lnTo>
                  <a:pt x="3661" y="45291"/>
                </a:lnTo>
                <a:lnTo>
                  <a:pt x="4831" y="42953"/>
                </a:lnTo>
                <a:lnTo>
                  <a:pt x="3895" y="42017"/>
                </a:lnTo>
                <a:lnTo>
                  <a:pt x="906" y="42792"/>
                </a:lnTo>
                <a:lnTo>
                  <a:pt x="65" y="40680"/>
                </a:lnTo>
                <a:lnTo>
                  <a:pt x="738" y="37201"/>
                </a:lnTo>
                <a:lnTo>
                  <a:pt x="738" y="30842"/>
                </a:lnTo>
                <a:lnTo>
                  <a:pt x="116" y="25785"/>
                </a:lnTo>
                <a:lnTo>
                  <a:pt x="891" y="20259"/>
                </a:lnTo>
                <a:lnTo>
                  <a:pt x="0" y="14909"/>
                </a:lnTo>
                <a:lnTo>
                  <a:pt x="1439" y="13733"/>
                </a:lnTo>
                <a:lnTo>
                  <a:pt x="3449" y="14763"/>
                </a:lnTo>
                <a:lnTo>
                  <a:pt x="4246" y="14303"/>
                </a:lnTo>
                <a:lnTo>
                  <a:pt x="4706" y="13601"/>
                </a:lnTo>
                <a:lnTo>
                  <a:pt x="3661" y="11387"/>
                </a:lnTo>
                <a:lnTo>
                  <a:pt x="4728" y="10312"/>
                </a:lnTo>
                <a:lnTo>
                  <a:pt x="7381" y="11365"/>
                </a:lnTo>
                <a:lnTo>
                  <a:pt x="8215" y="10100"/>
                </a:lnTo>
                <a:lnTo>
                  <a:pt x="7162" y="7878"/>
                </a:lnTo>
                <a:lnTo>
                  <a:pt x="8331" y="6716"/>
                </a:lnTo>
                <a:lnTo>
                  <a:pt x="10670" y="7878"/>
                </a:lnTo>
                <a:lnTo>
                  <a:pt x="11744" y="6811"/>
                </a:lnTo>
                <a:lnTo>
                  <a:pt x="10692" y="4158"/>
                </a:lnTo>
                <a:lnTo>
                  <a:pt x="12058" y="3281"/>
                </a:lnTo>
                <a:lnTo>
                  <a:pt x="13886" y="4231"/>
                </a:lnTo>
                <a:lnTo>
                  <a:pt x="14763" y="3793"/>
                </a:lnTo>
                <a:lnTo>
                  <a:pt x="15004" y="3493"/>
                </a:lnTo>
                <a:lnTo>
                  <a:pt x="14471" y="365"/>
                </a:lnTo>
                <a:lnTo>
                  <a:pt x="15735" y="29"/>
                </a:lnTo>
                <a:lnTo>
                  <a:pt x="17262" y="285"/>
                </a:lnTo>
                <a:lnTo>
                  <a:pt x="40292" y="285"/>
                </a:lnTo>
                <a:lnTo>
                  <a:pt x="41907" y="0"/>
                </a:lnTo>
                <a:lnTo>
                  <a:pt x="43157" y="394"/>
                </a:lnTo>
                <a:lnTo>
                  <a:pt x="42565" y="3486"/>
                </a:lnTo>
                <a:lnTo>
                  <a:pt x="42821" y="3793"/>
                </a:lnTo>
                <a:lnTo>
                  <a:pt x="43530" y="4253"/>
                </a:lnTo>
                <a:lnTo>
                  <a:pt x="45744" y="3208"/>
                </a:lnTo>
                <a:lnTo>
                  <a:pt x="46819" y="4282"/>
                </a:lnTo>
                <a:lnTo>
                  <a:pt x="45773" y="6928"/>
                </a:lnTo>
                <a:lnTo>
                  <a:pt x="47067" y="7783"/>
                </a:lnTo>
                <a:lnTo>
                  <a:pt x="49194" y="6709"/>
                </a:lnTo>
                <a:lnTo>
                  <a:pt x="50422" y="7834"/>
                </a:lnTo>
                <a:lnTo>
                  <a:pt x="49267" y="10232"/>
                </a:lnTo>
                <a:lnTo>
                  <a:pt x="50414" y="11386"/>
                </a:lnTo>
                <a:lnTo>
                  <a:pt x="52753" y="10217"/>
                </a:lnTo>
                <a:lnTo>
                  <a:pt x="53922" y="11386"/>
                </a:lnTo>
                <a:lnTo>
                  <a:pt x="52753" y="13718"/>
                </a:lnTo>
                <a:lnTo>
                  <a:pt x="53688" y="14661"/>
                </a:lnTo>
                <a:lnTo>
                  <a:pt x="56677" y="13886"/>
                </a:lnTo>
                <a:lnTo>
                  <a:pt x="57518" y="15998"/>
                </a:lnTo>
                <a:lnTo>
                  <a:pt x="56846" y="19477"/>
                </a:lnTo>
                <a:lnTo>
                  <a:pt x="56846" y="37420"/>
                </a:lnTo>
                <a:lnTo>
                  <a:pt x="57379" y="40387"/>
                </a:lnTo>
                <a:lnTo>
                  <a:pt x="56758" y="42668"/>
                </a:lnTo>
                <a:lnTo>
                  <a:pt x="53637" y="42141"/>
                </a:lnTo>
                <a:lnTo>
                  <a:pt x="53338" y="42375"/>
                </a:lnTo>
                <a:lnTo>
                  <a:pt x="52877" y="43077"/>
                </a:lnTo>
                <a:lnTo>
                  <a:pt x="53922" y="45291"/>
                </a:lnTo>
                <a:lnTo>
                  <a:pt x="52848" y="46366"/>
                </a:lnTo>
                <a:lnTo>
                  <a:pt x="50202" y="45321"/>
                </a:lnTo>
                <a:lnTo>
                  <a:pt x="49347" y="46614"/>
                </a:lnTo>
                <a:lnTo>
                  <a:pt x="50422" y="48741"/>
                </a:lnTo>
                <a:lnTo>
                  <a:pt x="49296" y="49976"/>
                </a:lnTo>
                <a:lnTo>
                  <a:pt x="46899" y="48814"/>
                </a:lnTo>
                <a:lnTo>
                  <a:pt x="45744" y="49969"/>
                </a:lnTo>
                <a:lnTo>
                  <a:pt x="46914" y="52300"/>
                </a:lnTo>
                <a:lnTo>
                  <a:pt x="45744" y="53470"/>
                </a:lnTo>
                <a:lnTo>
                  <a:pt x="43405" y="52301"/>
                </a:lnTo>
                <a:lnTo>
                  <a:pt x="42477" y="53236"/>
                </a:lnTo>
                <a:lnTo>
                  <a:pt x="43245" y="56233"/>
                </a:lnTo>
                <a:lnTo>
                  <a:pt x="41132" y="570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821248" y="1084452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30">
                <a:moveTo>
                  <a:pt x="9333" y="36492"/>
                </a:moveTo>
                <a:lnTo>
                  <a:pt x="7293" y="35585"/>
                </a:lnTo>
                <a:lnTo>
                  <a:pt x="8127" y="32655"/>
                </a:lnTo>
                <a:lnTo>
                  <a:pt x="7257" y="31792"/>
                </a:lnTo>
                <a:lnTo>
                  <a:pt x="4611" y="32837"/>
                </a:lnTo>
                <a:lnTo>
                  <a:pt x="3705" y="31471"/>
                </a:lnTo>
                <a:lnTo>
                  <a:pt x="4677" y="29658"/>
                </a:lnTo>
                <a:lnTo>
                  <a:pt x="4246" y="28774"/>
                </a:lnTo>
                <a:lnTo>
                  <a:pt x="3537" y="28313"/>
                </a:lnTo>
                <a:lnTo>
                  <a:pt x="1322" y="29358"/>
                </a:lnTo>
                <a:lnTo>
                  <a:pt x="306" y="28342"/>
                </a:lnTo>
                <a:lnTo>
                  <a:pt x="891" y="25887"/>
                </a:lnTo>
                <a:lnTo>
                  <a:pt x="285" y="23424"/>
                </a:lnTo>
                <a:lnTo>
                  <a:pt x="526" y="20150"/>
                </a:lnTo>
                <a:lnTo>
                  <a:pt x="869" y="17102"/>
                </a:lnTo>
                <a:lnTo>
                  <a:pt x="584" y="15896"/>
                </a:lnTo>
                <a:lnTo>
                  <a:pt x="891" y="13681"/>
                </a:lnTo>
                <a:lnTo>
                  <a:pt x="0" y="8331"/>
                </a:lnTo>
                <a:lnTo>
                  <a:pt x="1439" y="7162"/>
                </a:lnTo>
                <a:lnTo>
                  <a:pt x="3449" y="8185"/>
                </a:lnTo>
                <a:lnTo>
                  <a:pt x="4246" y="7732"/>
                </a:lnTo>
                <a:lnTo>
                  <a:pt x="4706" y="7030"/>
                </a:lnTo>
                <a:lnTo>
                  <a:pt x="3661" y="4809"/>
                </a:lnTo>
                <a:lnTo>
                  <a:pt x="4823" y="3646"/>
                </a:lnTo>
                <a:lnTo>
                  <a:pt x="7052" y="4692"/>
                </a:lnTo>
                <a:lnTo>
                  <a:pt x="7747" y="4224"/>
                </a:lnTo>
                <a:lnTo>
                  <a:pt x="8083" y="3851"/>
                </a:lnTo>
                <a:lnTo>
                  <a:pt x="7323" y="899"/>
                </a:lnTo>
                <a:lnTo>
                  <a:pt x="8631" y="350"/>
                </a:lnTo>
                <a:lnTo>
                  <a:pt x="10297" y="833"/>
                </a:lnTo>
                <a:lnTo>
                  <a:pt x="14390" y="372"/>
                </a:lnTo>
                <a:lnTo>
                  <a:pt x="18651" y="343"/>
                </a:lnTo>
                <a:lnTo>
                  <a:pt x="22824" y="855"/>
                </a:lnTo>
                <a:lnTo>
                  <a:pt x="28203" y="0"/>
                </a:lnTo>
                <a:lnTo>
                  <a:pt x="29358" y="1425"/>
                </a:lnTo>
                <a:lnTo>
                  <a:pt x="28335" y="3435"/>
                </a:lnTo>
                <a:lnTo>
                  <a:pt x="28788" y="4224"/>
                </a:lnTo>
                <a:lnTo>
                  <a:pt x="29490" y="4692"/>
                </a:lnTo>
                <a:lnTo>
                  <a:pt x="31712" y="3646"/>
                </a:lnTo>
                <a:lnTo>
                  <a:pt x="32779" y="4713"/>
                </a:lnTo>
                <a:lnTo>
                  <a:pt x="31733" y="7367"/>
                </a:lnTo>
                <a:lnTo>
                  <a:pt x="33100" y="8244"/>
                </a:lnTo>
                <a:lnTo>
                  <a:pt x="34927" y="7294"/>
                </a:lnTo>
                <a:lnTo>
                  <a:pt x="35797" y="7732"/>
                </a:lnTo>
                <a:lnTo>
                  <a:pt x="35797" y="26135"/>
                </a:lnTo>
                <a:lnTo>
                  <a:pt x="36126" y="27984"/>
                </a:lnTo>
                <a:lnTo>
                  <a:pt x="35637" y="29190"/>
                </a:lnTo>
                <a:lnTo>
                  <a:pt x="32655" y="28445"/>
                </a:lnTo>
                <a:lnTo>
                  <a:pt x="32296" y="28774"/>
                </a:lnTo>
                <a:lnTo>
                  <a:pt x="31858" y="29651"/>
                </a:lnTo>
                <a:lnTo>
                  <a:pt x="32830" y="31470"/>
                </a:lnTo>
                <a:lnTo>
                  <a:pt x="31916" y="32837"/>
                </a:lnTo>
                <a:lnTo>
                  <a:pt x="29278" y="31792"/>
                </a:lnTo>
                <a:lnTo>
                  <a:pt x="28386" y="32684"/>
                </a:lnTo>
                <a:lnTo>
                  <a:pt x="29271" y="35549"/>
                </a:lnTo>
                <a:lnTo>
                  <a:pt x="28087" y="36126"/>
                </a:lnTo>
                <a:lnTo>
                  <a:pt x="26077" y="35783"/>
                </a:lnTo>
                <a:lnTo>
                  <a:pt x="13009" y="35783"/>
                </a:lnTo>
                <a:lnTo>
                  <a:pt x="9333" y="364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041837" y="1094545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45" y="2024"/>
                </a:moveTo>
                <a:lnTo>
                  <a:pt x="5919" y="2024"/>
                </a:lnTo>
                <a:lnTo>
                  <a:pt x="10728" y="0"/>
                </a:lnTo>
                <a:lnTo>
                  <a:pt x="12234" y="1849"/>
                </a:lnTo>
                <a:lnTo>
                  <a:pt x="12145" y="2024"/>
                </a:lnTo>
                <a:close/>
              </a:path>
              <a:path w="15875" h="15875">
                <a:moveTo>
                  <a:pt x="1841" y="12234"/>
                </a:moveTo>
                <a:lnTo>
                  <a:pt x="0" y="10729"/>
                </a:lnTo>
                <a:lnTo>
                  <a:pt x="2024" y="5912"/>
                </a:lnTo>
                <a:lnTo>
                  <a:pt x="1147" y="4648"/>
                </a:lnTo>
                <a:lnTo>
                  <a:pt x="4648" y="4648"/>
                </a:lnTo>
                <a:lnTo>
                  <a:pt x="4648" y="1140"/>
                </a:lnTo>
                <a:lnTo>
                  <a:pt x="5919" y="2024"/>
                </a:lnTo>
                <a:lnTo>
                  <a:pt x="12145" y="2024"/>
                </a:lnTo>
                <a:lnTo>
                  <a:pt x="11211" y="3859"/>
                </a:lnTo>
                <a:lnTo>
                  <a:pt x="11664" y="4648"/>
                </a:lnTo>
                <a:lnTo>
                  <a:pt x="12461" y="5101"/>
                </a:lnTo>
                <a:lnTo>
                  <a:pt x="15421" y="5101"/>
                </a:lnTo>
                <a:lnTo>
                  <a:pt x="15428" y="11204"/>
                </a:lnTo>
                <a:lnTo>
                  <a:pt x="3873" y="11204"/>
                </a:lnTo>
                <a:lnTo>
                  <a:pt x="1841" y="12234"/>
                </a:lnTo>
                <a:close/>
              </a:path>
              <a:path w="15875" h="15875">
                <a:moveTo>
                  <a:pt x="15421" y="5101"/>
                </a:moveTo>
                <a:lnTo>
                  <a:pt x="12461" y="5101"/>
                </a:lnTo>
                <a:lnTo>
                  <a:pt x="14478" y="4078"/>
                </a:lnTo>
                <a:lnTo>
                  <a:pt x="15421" y="4853"/>
                </a:lnTo>
                <a:lnTo>
                  <a:pt x="15421" y="5101"/>
                </a:lnTo>
                <a:close/>
              </a:path>
              <a:path w="15875" h="15875">
                <a:moveTo>
                  <a:pt x="11402" y="15421"/>
                </a:moveTo>
                <a:lnTo>
                  <a:pt x="4852" y="15421"/>
                </a:lnTo>
                <a:lnTo>
                  <a:pt x="4202" y="14617"/>
                </a:lnTo>
                <a:lnTo>
                  <a:pt x="4078" y="14464"/>
                </a:lnTo>
                <a:lnTo>
                  <a:pt x="5220" y="12234"/>
                </a:lnTo>
                <a:lnTo>
                  <a:pt x="4980" y="12234"/>
                </a:lnTo>
                <a:lnTo>
                  <a:pt x="4648" y="11664"/>
                </a:lnTo>
                <a:lnTo>
                  <a:pt x="3846" y="11204"/>
                </a:lnTo>
                <a:lnTo>
                  <a:pt x="12336" y="11204"/>
                </a:lnTo>
                <a:lnTo>
                  <a:pt x="11664" y="11664"/>
                </a:lnTo>
                <a:lnTo>
                  <a:pt x="11278" y="12234"/>
                </a:lnTo>
                <a:lnTo>
                  <a:pt x="12179" y="14464"/>
                </a:lnTo>
                <a:lnTo>
                  <a:pt x="12249" y="14617"/>
                </a:lnTo>
                <a:lnTo>
                  <a:pt x="11402" y="15421"/>
                </a:lnTo>
                <a:close/>
              </a:path>
              <a:path w="15875" h="15875">
                <a:moveTo>
                  <a:pt x="14631" y="12234"/>
                </a:moveTo>
                <a:lnTo>
                  <a:pt x="12336" y="11204"/>
                </a:lnTo>
                <a:lnTo>
                  <a:pt x="15428" y="11204"/>
                </a:lnTo>
                <a:lnTo>
                  <a:pt x="15428" y="11394"/>
                </a:lnTo>
                <a:lnTo>
                  <a:pt x="14631" y="122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37535" y="1137045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88880" y="141715"/>
                </a:moveTo>
                <a:lnTo>
                  <a:pt x="84524" y="140991"/>
                </a:lnTo>
                <a:lnTo>
                  <a:pt x="57197" y="140999"/>
                </a:lnTo>
                <a:lnTo>
                  <a:pt x="52885" y="141700"/>
                </a:lnTo>
                <a:lnTo>
                  <a:pt x="49523" y="140926"/>
                </a:lnTo>
                <a:lnTo>
                  <a:pt x="50086" y="137754"/>
                </a:lnTo>
                <a:lnTo>
                  <a:pt x="49493" y="137154"/>
                </a:lnTo>
                <a:lnTo>
                  <a:pt x="46826" y="137520"/>
                </a:lnTo>
                <a:lnTo>
                  <a:pt x="45525" y="137447"/>
                </a:lnTo>
                <a:lnTo>
                  <a:pt x="43486" y="137863"/>
                </a:lnTo>
                <a:lnTo>
                  <a:pt x="42294" y="137213"/>
                </a:lnTo>
                <a:lnTo>
                  <a:pt x="43237" y="134414"/>
                </a:lnTo>
                <a:lnTo>
                  <a:pt x="42280" y="133464"/>
                </a:lnTo>
                <a:lnTo>
                  <a:pt x="39999" y="134311"/>
                </a:lnTo>
                <a:lnTo>
                  <a:pt x="38596" y="133661"/>
                </a:lnTo>
                <a:lnTo>
                  <a:pt x="36316" y="134509"/>
                </a:lnTo>
                <a:lnTo>
                  <a:pt x="35424" y="133617"/>
                </a:lnTo>
                <a:lnTo>
                  <a:pt x="36228" y="130664"/>
                </a:lnTo>
                <a:lnTo>
                  <a:pt x="34028" y="129721"/>
                </a:lnTo>
                <a:lnTo>
                  <a:pt x="30308" y="131563"/>
                </a:lnTo>
                <a:lnTo>
                  <a:pt x="28196" y="130080"/>
                </a:lnTo>
                <a:lnTo>
                  <a:pt x="29278" y="127485"/>
                </a:lnTo>
                <a:lnTo>
                  <a:pt x="28284" y="126491"/>
                </a:lnTo>
                <a:lnTo>
                  <a:pt x="25638" y="127536"/>
                </a:lnTo>
                <a:lnTo>
                  <a:pt x="24761" y="126213"/>
                </a:lnTo>
                <a:lnTo>
                  <a:pt x="25850" y="124159"/>
                </a:lnTo>
                <a:lnTo>
                  <a:pt x="24768" y="122880"/>
                </a:lnTo>
                <a:lnTo>
                  <a:pt x="22313" y="124021"/>
                </a:lnTo>
                <a:lnTo>
                  <a:pt x="21173" y="122888"/>
                </a:lnTo>
                <a:lnTo>
                  <a:pt x="22342" y="120549"/>
                </a:lnTo>
                <a:lnTo>
                  <a:pt x="21173" y="119379"/>
                </a:lnTo>
                <a:lnTo>
                  <a:pt x="18834" y="120549"/>
                </a:lnTo>
                <a:lnTo>
                  <a:pt x="17759" y="119482"/>
                </a:lnTo>
                <a:lnTo>
                  <a:pt x="18812" y="116829"/>
                </a:lnTo>
                <a:lnTo>
                  <a:pt x="17489" y="115959"/>
                </a:lnTo>
                <a:lnTo>
                  <a:pt x="15435" y="117048"/>
                </a:lnTo>
                <a:lnTo>
                  <a:pt x="14142" y="115966"/>
                </a:lnTo>
                <a:lnTo>
                  <a:pt x="15296" y="113511"/>
                </a:lnTo>
                <a:lnTo>
                  <a:pt x="14237" y="112458"/>
                </a:lnTo>
                <a:lnTo>
                  <a:pt x="11628" y="113525"/>
                </a:lnTo>
                <a:lnTo>
                  <a:pt x="10356" y="111691"/>
                </a:lnTo>
                <a:lnTo>
                  <a:pt x="12380" y="106882"/>
                </a:lnTo>
                <a:lnTo>
                  <a:pt x="10897" y="105669"/>
                </a:lnTo>
                <a:lnTo>
                  <a:pt x="7849" y="106297"/>
                </a:lnTo>
                <a:lnTo>
                  <a:pt x="7045" y="103966"/>
                </a:lnTo>
                <a:lnTo>
                  <a:pt x="8668" y="100764"/>
                </a:lnTo>
                <a:lnTo>
                  <a:pt x="7476" y="98433"/>
                </a:lnTo>
                <a:lnTo>
                  <a:pt x="4633" y="99339"/>
                </a:lnTo>
                <a:lnTo>
                  <a:pt x="3639" y="98338"/>
                </a:lnTo>
                <a:lnTo>
                  <a:pt x="4692" y="96116"/>
                </a:lnTo>
                <a:lnTo>
                  <a:pt x="3756" y="94713"/>
                </a:lnTo>
                <a:lnTo>
                  <a:pt x="4809" y="92498"/>
                </a:lnTo>
                <a:lnTo>
                  <a:pt x="3961" y="91650"/>
                </a:lnTo>
                <a:lnTo>
                  <a:pt x="782" y="92213"/>
                </a:lnTo>
                <a:lnTo>
                  <a:pt x="14" y="88851"/>
                </a:lnTo>
                <a:lnTo>
                  <a:pt x="716" y="84539"/>
                </a:lnTo>
                <a:lnTo>
                  <a:pt x="716" y="57212"/>
                </a:lnTo>
                <a:lnTo>
                  <a:pt x="0" y="52864"/>
                </a:lnTo>
                <a:lnTo>
                  <a:pt x="789" y="49524"/>
                </a:lnTo>
                <a:lnTo>
                  <a:pt x="3961" y="50086"/>
                </a:lnTo>
                <a:lnTo>
                  <a:pt x="4553" y="49487"/>
                </a:lnTo>
                <a:lnTo>
                  <a:pt x="4195" y="46827"/>
                </a:lnTo>
                <a:lnTo>
                  <a:pt x="4261" y="45526"/>
                </a:lnTo>
                <a:lnTo>
                  <a:pt x="3851" y="43494"/>
                </a:lnTo>
                <a:lnTo>
                  <a:pt x="4502" y="42302"/>
                </a:lnTo>
                <a:lnTo>
                  <a:pt x="7294" y="43253"/>
                </a:lnTo>
                <a:lnTo>
                  <a:pt x="8280" y="42266"/>
                </a:lnTo>
                <a:lnTo>
                  <a:pt x="7352" y="40015"/>
                </a:lnTo>
                <a:lnTo>
                  <a:pt x="8097" y="38597"/>
                </a:lnTo>
                <a:lnTo>
                  <a:pt x="7177" y="36353"/>
                </a:lnTo>
                <a:lnTo>
                  <a:pt x="8214" y="35315"/>
                </a:lnTo>
                <a:lnTo>
                  <a:pt x="10860" y="36368"/>
                </a:lnTo>
                <a:lnTo>
                  <a:pt x="11774" y="34994"/>
                </a:lnTo>
                <a:lnTo>
                  <a:pt x="10707" y="33123"/>
                </a:lnTo>
                <a:lnTo>
                  <a:pt x="11686" y="31588"/>
                </a:lnTo>
                <a:lnTo>
                  <a:pt x="10648" y="29373"/>
                </a:lnTo>
                <a:lnTo>
                  <a:pt x="11752" y="28277"/>
                </a:lnTo>
                <a:lnTo>
                  <a:pt x="14317" y="29373"/>
                </a:lnTo>
                <a:lnTo>
                  <a:pt x="15245" y="28109"/>
                </a:lnTo>
                <a:lnTo>
                  <a:pt x="14142" y="25887"/>
                </a:lnTo>
                <a:lnTo>
                  <a:pt x="15231" y="24805"/>
                </a:lnTo>
                <a:lnTo>
                  <a:pt x="17876" y="25850"/>
                </a:lnTo>
                <a:lnTo>
                  <a:pt x="18753" y="24528"/>
                </a:lnTo>
                <a:lnTo>
                  <a:pt x="17664" y="22474"/>
                </a:lnTo>
                <a:lnTo>
                  <a:pt x="18746" y="21195"/>
                </a:lnTo>
                <a:lnTo>
                  <a:pt x="21202" y="22335"/>
                </a:lnTo>
                <a:lnTo>
                  <a:pt x="22349" y="21195"/>
                </a:lnTo>
                <a:lnTo>
                  <a:pt x="21180" y="18893"/>
                </a:lnTo>
                <a:lnTo>
                  <a:pt x="22313" y="17694"/>
                </a:lnTo>
                <a:lnTo>
                  <a:pt x="24688" y="18856"/>
                </a:lnTo>
                <a:lnTo>
                  <a:pt x="25850" y="17694"/>
                </a:lnTo>
                <a:lnTo>
                  <a:pt x="24681" y="15363"/>
                </a:lnTo>
                <a:lnTo>
                  <a:pt x="25850" y="14193"/>
                </a:lnTo>
                <a:lnTo>
                  <a:pt x="28189" y="15362"/>
                </a:lnTo>
                <a:lnTo>
                  <a:pt x="29278" y="14273"/>
                </a:lnTo>
                <a:lnTo>
                  <a:pt x="28196" y="11672"/>
                </a:lnTo>
                <a:lnTo>
                  <a:pt x="30030" y="10385"/>
                </a:lnTo>
                <a:lnTo>
                  <a:pt x="34847" y="12417"/>
                </a:lnTo>
                <a:lnTo>
                  <a:pt x="36067" y="10933"/>
                </a:lnTo>
                <a:lnTo>
                  <a:pt x="35439" y="7886"/>
                </a:lnTo>
                <a:lnTo>
                  <a:pt x="37763" y="7082"/>
                </a:lnTo>
                <a:lnTo>
                  <a:pt x="40964" y="8711"/>
                </a:lnTo>
                <a:lnTo>
                  <a:pt x="43296" y="7520"/>
                </a:lnTo>
                <a:lnTo>
                  <a:pt x="42389" y="4670"/>
                </a:lnTo>
                <a:lnTo>
                  <a:pt x="43391" y="3676"/>
                </a:lnTo>
                <a:lnTo>
                  <a:pt x="45612" y="4728"/>
                </a:lnTo>
                <a:lnTo>
                  <a:pt x="47016" y="3800"/>
                </a:lnTo>
                <a:lnTo>
                  <a:pt x="49238" y="4845"/>
                </a:lnTo>
                <a:lnTo>
                  <a:pt x="50086" y="3997"/>
                </a:lnTo>
                <a:lnTo>
                  <a:pt x="49523" y="818"/>
                </a:lnTo>
                <a:lnTo>
                  <a:pt x="52885" y="58"/>
                </a:lnTo>
                <a:lnTo>
                  <a:pt x="57197" y="760"/>
                </a:lnTo>
                <a:lnTo>
                  <a:pt x="80124" y="760"/>
                </a:lnTo>
                <a:lnTo>
                  <a:pt x="82704" y="401"/>
                </a:lnTo>
                <a:lnTo>
                  <a:pt x="85985" y="928"/>
                </a:lnTo>
                <a:lnTo>
                  <a:pt x="91299" y="0"/>
                </a:lnTo>
                <a:lnTo>
                  <a:pt x="92198" y="1096"/>
                </a:lnTo>
                <a:lnTo>
                  <a:pt x="91569" y="4144"/>
                </a:lnTo>
                <a:lnTo>
                  <a:pt x="92797" y="4567"/>
                </a:lnTo>
                <a:lnTo>
                  <a:pt x="94493" y="4260"/>
                </a:lnTo>
                <a:lnTo>
                  <a:pt x="96218" y="4260"/>
                </a:lnTo>
                <a:lnTo>
                  <a:pt x="98227" y="3917"/>
                </a:lnTo>
                <a:lnTo>
                  <a:pt x="99404" y="4494"/>
                </a:lnTo>
                <a:lnTo>
                  <a:pt x="98527" y="7374"/>
                </a:lnTo>
                <a:lnTo>
                  <a:pt x="99258" y="8098"/>
                </a:lnTo>
                <a:lnTo>
                  <a:pt x="101926" y="7739"/>
                </a:lnTo>
                <a:lnTo>
                  <a:pt x="103227" y="7813"/>
                </a:lnTo>
                <a:lnTo>
                  <a:pt x="105258" y="7389"/>
                </a:lnTo>
                <a:lnTo>
                  <a:pt x="106457" y="8046"/>
                </a:lnTo>
                <a:lnTo>
                  <a:pt x="105507" y="10846"/>
                </a:lnTo>
                <a:lnTo>
                  <a:pt x="106523" y="11847"/>
                </a:lnTo>
                <a:lnTo>
                  <a:pt x="108745" y="10831"/>
                </a:lnTo>
                <a:lnTo>
                  <a:pt x="110163" y="11715"/>
                </a:lnTo>
                <a:lnTo>
                  <a:pt x="112384" y="10699"/>
                </a:lnTo>
                <a:lnTo>
                  <a:pt x="113452" y="11759"/>
                </a:lnTo>
                <a:lnTo>
                  <a:pt x="112399" y="14405"/>
                </a:lnTo>
                <a:lnTo>
                  <a:pt x="113722" y="15282"/>
                </a:lnTo>
                <a:lnTo>
                  <a:pt x="115776" y="14193"/>
                </a:lnTo>
                <a:lnTo>
                  <a:pt x="117062" y="15275"/>
                </a:lnTo>
                <a:lnTo>
                  <a:pt x="115915" y="17730"/>
                </a:lnTo>
                <a:lnTo>
                  <a:pt x="117055" y="18863"/>
                </a:lnTo>
                <a:lnTo>
                  <a:pt x="119321" y="17694"/>
                </a:lnTo>
                <a:lnTo>
                  <a:pt x="119978" y="18286"/>
                </a:lnTo>
                <a:lnTo>
                  <a:pt x="120577" y="18841"/>
                </a:lnTo>
                <a:lnTo>
                  <a:pt x="119430" y="21180"/>
                </a:lnTo>
                <a:lnTo>
                  <a:pt x="120504" y="22386"/>
                </a:lnTo>
                <a:lnTo>
                  <a:pt x="122916" y="21231"/>
                </a:lnTo>
                <a:lnTo>
                  <a:pt x="124071" y="22379"/>
                </a:lnTo>
                <a:lnTo>
                  <a:pt x="122902" y="24710"/>
                </a:lnTo>
                <a:lnTo>
                  <a:pt x="124071" y="25880"/>
                </a:lnTo>
                <a:lnTo>
                  <a:pt x="126410" y="24710"/>
                </a:lnTo>
                <a:lnTo>
                  <a:pt x="127594" y="25894"/>
                </a:lnTo>
                <a:lnTo>
                  <a:pt x="126454" y="28145"/>
                </a:lnTo>
                <a:lnTo>
                  <a:pt x="127477" y="29395"/>
                </a:lnTo>
                <a:lnTo>
                  <a:pt x="129955" y="28255"/>
                </a:lnTo>
                <a:lnTo>
                  <a:pt x="131087" y="29388"/>
                </a:lnTo>
                <a:lnTo>
                  <a:pt x="130035" y="31610"/>
                </a:lnTo>
                <a:lnTo>
                  <a:pt x="130971" y="33013"/>
                </a:lnTo>
                <a:lnTo>
                  <a:pt x="129918" y="35227"/>
                </a:lnTo>
                <a:lnTo>
                  <a:pt x="130956" y="36265"/>
                </a:lnTo>
                <a:lnTo>
                  <a:pt x="133704" y="35286"/>
                </a:lnTo>
                <a:lnTo>
                  <a:pt x="135034" y="37559"/>
                </a:lnTo>
                <a:lnTo>
                  <a:pt x="133207" y="40950"/>
                </a:lnTo>
                <a:lnTo>
                  <a:pt x="134201" y="43274"/>
                </a:lnTo>
                <a:lnTo>
                  <a:pt x="137154" y="42456"/>
                </a:lnTo>
                <a:lnTo>
                  <a:pt x="138067" y="43369"/>
                </a:lnTo>
                <a:lnTo>
                  <a:pt x="137154" y="45628"/>
                </a:lnTo>
                <a:lnTo>
                  <a:pt x="137885" y="47038"/>
                </a:lnTo>
                <a:lnTo>
                  <a:pt x="136971" y="49297"/>
                </a:lnTo>
                <a:lnTo>
                  <a:pt x="138009" y="50327"/>
                </a:lnTo>
                <a:lnTo>
                  <a:pt x="140655" y="49275"/>
                </a:lnTo>
                <a:lnTo>
                  <a:pt x="141473" y="50503"/>
                </a:lnTo>
                <a:lnTo>
                  <a:pt x="140874" y="52542"/>
                </a:lnTo>
                <a:lnTo>
                  <a:pt x="141649" y="56510"/>
                </a:lnTo>
                <a:lnTo>
                  <a:pt x="141027" y="60632"/>
                </a:lnTo>
                <a:lnTo>
                  <a:pt x="141027" y="87053"/>
                </a:lnTo>
                <a:lnTo>
                  <a:pt x="141503" y="89852"/>
                </a:lnTo>
                <a:lnTo>
                  <a:pt x="140962" y="92227"/>
                </a:lnTo>
                <a:lnTo>
                  <a:pt x="137782" y="91665"/>
                </a:lnTo>
                <a:lnTo>
                  <a:pt x="137190" y="92264"/>
                </a:lnTo>
                <a:lnTo>
                  <a:pt x="137549" y="94924"/>
                </a:lnTo>
                <a:lnTo>
                  <a:pt x="137475" y="96225"/>
                </a:lnTo>
                <a:lnTo>
                  <a:pt x="137892" y="98264"/>
                </a:lnTo>
                <a:lnTo>
                  <a:pt x="137242" y="99449"/>
                </a:lnTo>
                <a:lnTo>
                  <a:pt x="134449" y="98506"/>
                </a:lnTo>
                <a:lnTo>
                  <a:pt x="133463" y="99485"/>
                </a:lnTo>
                <a:lnTo>
                  <a:pt x="134384" y="101736"/>
                </a:lnTo>
                <a:lnTo>
                  <a:pt x="133638" y="103154"/>
                </a:lnTo>
                <a:lnTo>
                  <a:pt x="134559" y="105398"/>
                </a:lnTo>
                <a:lnTo>
                  <a:pt x="133521" y="106436"/>
                </a:lnTo>
                <a:lnTo>
                  <a:pt x="130876" y="105391"/>
                </a:lnTo>
                <a:lnTo>
                  <a:pt x="129962" y="106757"/>
                </a:lnTo>
                <a:lnTo>
                  <a:pt x="131029" y="108628"/>
                </a:lnTo>
                <a:lnTo>
                  <a:pt x="130050" y="110163"/>
                </a:lnTo>
                <a:lnTo>
                  <a:pt x="131080" y="112378"/>
                </a:lnTo>
                <a:lnTo>
                  <a:pt x="129984" y="113474"/>
                </a:lnTo>
                <a:lnTo>
                  <a:pt x="127419" y="112378"/>
                </a:lnTo>
                <a:lnTo>
                  <a:pt x="126490" y="113649"/>
                </a:lnTo>
                <a:lnTo>
                  <a:pt x="127587" y="115871"/>
                </a:lnTo>
                <a:lnTo>
                  <a:pt x="126505" y="116953"/>
                </a:lnTo>
                <a:lnTo>
                  <a:pt x="123859" y="115901"/>
                </a:lnTo>
                <a:lnTo>
                  <a:pt x="122982" y="117223"/>
                </a:lnTo>
                <a:lnTo>
                  <a:pt x="124071" y="119277"/>
                </a:lnTo>
                <a:lnTo>
                  <a:pt x="122989" y="120556"/>
                </a:lnTo>
                <a:lnTo>
                  <a:pt x="120534" y="119416"/>
                </a:lnTo>
                <a:lnTo>
                  <a:pt x="119386" y="120556"/>
                </a:lnTo>
                <a:lnTo>
                  <a:pt x="120556" y="122858"/>
                </a:lnTo>
                <a:lnTo>
                  <a:pt x="119423" y="124064"/>
                </a:lnTo>
                <a:lnTo>
                  <a:pt x="117047" y="122895"/>
                </a:lnTo>
                <a:lnTo>
                  <a:pt x="115885" y="124057"/>
                </a:lnTo>
                <a:lnTo>
                  <a:pt x="117055" y="126396"/>
                </a:lnTo>
                <a:lnTo>
                  <a:pt x="115885" y="127558"/>
                </a:lnTo>
                <a:lnTo>
                  <a:pt x="113547" y="126389"/>
                </a:lnTo>
                <a:lnTo>
                  <a:pt x="112457" y="127478"/>
                </a:lnTo>
                <a:lnTo>
                  <a:pt x="113532" y="130087"/>
                </a:lnTo>
                <a:lnTo>
                  <a:pt x="111697" y="131366"/>
                </a:lnTo>
                <a:lnTo>
                  <a:pt x="106881" y="129334"/>
                </a:lnTo>
                <a:lnTo>
                  <a:pt x="105668" y="130818"/>
                </a:lnTo>
                <a:lnTo>
                  <a:pt x="106296" y="133865"/>
                </a:lnTo>
                <a:lnTo>
                  <a:pt x="103972" y="134669"/>
                </a:lnTo>
                <a:lnTo>
                  <a:pt x="100771" y="133040"/>
                </a:lnTo>
                <a:lnTo>
                  <a:pt x="98440" y="134238"/>
                </a:lnTo>
                <a:lnTo>
                  <a:pt x="99346" y="137081"/>
                </a:lnTo>
                <a:lnTo>
                  <a:pt x="98345" y="138075"/>
                </a:lnTo>
                <a:lnTo>
                  <a:pt x="96123" y="137030"/>
                </a:lnTo>
                <a:lnTo>
                  <a:pt x="94719" y="137958"/>
                </a:lnTo>
                <a:lnTo>
                  <a:pt x="92498" y="136906"/>
                </a:lnTo>
                <a:lnTo>
                  <a:pt x="91650" y="137754"/>
                </a:lnTo>
                <a:lnTo>
                  <a:pt x="92220" y="140933"/>
                </a:lnTo>
                <a:lnTo>
                  <a:pt x="88880" y="141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189926" y="1137308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5">
                <a:moveTo>
                  <a:pt x="62511" y="141262"/>
                </a:moveTo>
                <a:lnTo>
                  <a:pt x="59756" y="140575"/>
                </a:lnTo>
                <a:lnTo>
                  <a:pt x="57300" y="141166"/>
                </a:lnTo>
                <a:lnTo>
                  <a:pt x="56620" y="140487"/>
                </a:lnTo>
                <a:lnTo>
                  <a:pt x="57146" y="137278"/>
                </a:lnTo>
                <a:lnTo>
                  <a:pt x="54735" y="136796"/>
                </a:lnTo>
                <a:lnTo>
                  <a:pt x="52030" y="137227"/>
                </a:lnTo>
                <a:lnTo>
                  <a:pt x="47981" y="137227"/>
                </a:lnTo>
                <a:lnTo>
                  <a:pt x="44561" y="137892"/>
                </a:lnTo>
                <a:lnTo>
                  <a:pt x="42427" y="137074"/>
                </a:lnTo>
                <a:lnTo>
                  <a:pt x="43180" y="134062"/>
                </a:lnTo>
                <a:lnTo>
                  <a:pt x="42507" y="133390"/>
                </a:lnTo>
                <a:lnTo>
                  <a:pt x="39840" y="133748"/>
                </a:lnTo>
                <a:lnTo>
                  <a:pt x="38641" y="133682"/>
                </a:lnTo>
                <a:lnTo>
                  <a:pt x="36368" y="134099"/>
                </a:lnTo>
                <a:lnTo>
                  <a:pt x="35250" y="133339"/>
                </a:lnTo>
                <a:lnTo>
                  <a:pt x="36317" y="130715"/>
                </a:lnTo>
                <a:lnTo>
                  <a:pt x="35235" y="129633"/>
                </a:lnTo>
                <a:lnTo>
                  <a:pt x="32896" y="130803"/>
                </a:lnTo>
                <a:lnTo>
                  <a:pt x="31727" y="129633"/>
                </a:lnTo>
                <a:lnTo>
                  <a:pt x="32896" y="127295"/>
                </a:lnTo>
                <a:lnTo>
                  <a:pt x="31734" y="126140"/>
                </a:lnTo>
                <a:lnTo>
                  <a:pt x="29512" y="127156"/>
                </a:lnTo>
                <a:lnTo>
                  <a:pt x="28094" y="126271"/>
                </a:lnTo>
                <a:lnTo>
                  <a:pt x="25873" y="127287"/>
                </a:lnTo>
                <a:lnTo>
                  <a:pt x="24805" y="126227"/>
                </a:lnTo>
                <a:lnTo>
                  <a:pt x="25858" y="123575"/>
                </a:lnTo>
                <a:lnTo>
                  <a:pt x="24564" y="122727"/>
                </a:lnTo>
                <a:lnTo>
                  <a:pt x="22415" y="123794"/>
                </a:lnTo>
                <a:lnTo>
                  <a:pt x="21195" y="122661"/>
                </a:lnTo>
                <a:lnTo>
                  <a:pt x="22364" y="120278"/>
                </a:lnTo>
                <a:lnTo>
                  <a:pt x="21297" y="119218"/>
                </a:lnTo>
                <a:lnTo>
                  <a:pt x="18652" y="120263"/>
                </a:lnTo>
                <a:lnTo>
                  <a:pt x="17767" y="118941"/>
                </a:lnTo>
                <a:lnTo>
                  <a:pt x="18863" y="116887"/>
                </a:lnTo>
                <a:lnTo>
                  <a:pt x="17782" y="115608"/>
                </a:lnTo>
                <a:lnTo>
                  <a:pt x="15326" y="116755"/>
                </a:lnTo>
                <a:lnTo>
                  <a:pt x="14171" y="115608"/>
                </a:lnTo>
                <a:lnTo>
                  <a:pt x="15282" y="113371"/>
                </a:lnTo>
                <a:lnTo>
                  <a:pt x="14259" y="112012"/>
                </a:lnTo>
                <a:lnTo>
                  <a:pt x="15362" y="109783"/>
                </a:lnTo>
                <a:lnTo>
                  <a:pt x="14186" y="108606"/>
                </a:lnTo>
                <a:lnTo>
                  <a:pt x="11847" y="109775"/>
                </a:lnTo>
                <a:lnTo>
                  <a:pt x="10677" y="108606"/>
                </a:lnTo>
                <a:lnTo>
                  <a:pt x="11847" y="106267"/>
                </a:lnTo>
                <a:lnTo>
                  <a:pt x="10780" y="105200"/>
                </a:lnTo>
                <a:lnTo>
                  <a:pt x="8112" y="106238"/>
                </a:lnTo>
                <a:lnTo>
                  <a:pt x="6928" y="104404"/>
                </a:lnTo>
                <a:lnTo>
                  <a:pt x="8887" y="99594"/>
                </a:lnTo>
                <a:lnTo>
                  <a:pt x="7411" y="98381"/>
                </a:lnTo>
                <a:lnTo>
                  <a:pt x="4385" y="99039"/>
                </a:lnTo>
                <a:lnTo>
                  <a:pt x="3610" y="96905"/>
                </a:lnTo>
                <a:lnTo>
                  <a:pt x="4253" y="93558"/>
                </a:lnTo>
                <a:lnTo>
                  <a:pt x="4253" y="90591"/>
                </a:lnTo>
                <a:lnTo>
                  <a:pt x="4472" y="89173"/>
                </a:lnTo>
                <a:lnTo>
                  <a:pt x="4114" y="87543"/>
                </a:lnTo>
                <a:lnTo>
                  <a:pt x="4662" y="85050"/>
                </a:lnTo>
                <a:lnTo>
                  <a:pt x="3764" y="84151"/>
                </a:lnTo>
                <a:lnTo>
                  <a:pt x="1118" y="85204"/>
                </a:lnTo>
                <a:lnTo>
                  <a:pt x="336" y="84027"/>
                </a:lnTo>
                <a:lnTo>
                  <a:pt x="847" y="81893"/>
                </a:lnTo>
                <a:lnTo>
                  <a:pt x="314" y="77785"/>
                </a:lnTo>
                <a:lnTo>
                  <a:pt x="745" y="73992"/>
                </a:lnTo>
                <a:lnTo>
                  <a:pt x="745" y="68306"/>
                </a:lnTo>
                <a:lnTo>
                  <a:pt x="577" y="65902"/>
                </a:lnTo>
                <a:lnTo>
                  <a:pt x="891" y="61685"/>
                </a:lnTo>
                <a:lnTo>
                  <a:pt x="0" y="58323"/>
                </a:lnTo>
                <a:lnTo>
                  <a:pt x="935" y="56137"/>
                </a:lnTo>
                <a:lnTo>
                  <a:pt x="3888" y="56956"/>
                </a:lnTo>
                <a:lnTo>
                  <a:pt x="4641" y="56189"/>
                </a:lnTo>
                <a:lnTo>
                  <a:pt x="4151" y="53660"/>
                </a:lnTo>
                <a:lnTo>
                  <a:pt x="4633" y="50897"/>
                </a:lnTo>
                <a:lnTo>
                  <a:pt x="4253" y="48281"/>
                </a:lnTo>
                <a:lnTo>
                  <a:pt x="4253" y="45167"/>
                </a:lnTo>
                <a:lnTo>
                  <a:pt x="3931" y="43384"/>
                </a:lnTo>
                <a:lnTo>
                  <a:pt x="4407" y="42149"/>
                </a:lnTo>
                <a:lnTo>
                  <a:pt x="7418" y="42901"/>
                </a:lnTo>
                <a:lnTo>
                  <a:pt x="8339" y="41973"/>
                </a:lnTo>
                <a:lnTo>
                  <a:pt x="7294" y="39751"/>
                </a:lnTo>
                <a:lnTo>
                  <a:pt x="8222" y="38348"/>
                </a:lnTo>
                <a:lnTo>
                  <a:pt x="7169" y="36134"/>
                </a:lnTo>
                <a:lnTo>
                  <a:pt x="8222" y="35081"/>
                </a:lnTo>
                <a:lnTo>
                  <a:pt x="10926" y="36090"/>
                </a:lnTo>
                <a:lnTo>
                  <a:pt x="11701" y="34840"/>
                </a:lnTo>
                <a:lnTo>
                  <a:pt x="10685" y="32618"/>
                </a:lnTo>
                <a:lnTo>
                  <a:pt x="11628" y="31675"/>
                </a:lnTo>
                <a:lnTo>
                  <a:pt x="14580" y="32486"/>
                </a:lnTo>
                <a:lnTo>
                  <a:pt x="15465" y="30411"/>
                </a:lnTo>
                <a:lnTo>
                  <a:pt x="13674" y="26369"/>
                </a:lnTo>
                <a:lnTo>
                  <a:pt x="15253" y="24440"/>
                </a:lnTo>
                <a:lnTo>
                  <a:pt x="17730" y="25573"/>
                </a:lnTo>
                <a:lnTo>
                  <a:pt x="18863" y="24440"/>
                </a:lnTo>
                <a:lnTo>
                  <a:pt x="17694" y="22108"/>
                </a:lnTo>
                <a:lnTo>
                  <a:pt x="18863" y="20939"/>
                </a:lnTo>
                <a:lnTo>
                  <a:pt x="21202" y="22108"/>
                </a:lnTo>
                <a:lnTo>
                  <a:pt x="22357" y="20953"/>
                </a:lnTo>
                <a:lnTo>
                  <a:pt x="21195" y="18556"/>
                </a:lnTo>
                <a:lnTo>
                  <a:pt x="22408" y="17452"/>
                </a:lnTo>
                <a:lnTo>
                  <a:pt x="24696" y="18614"/>
                </a:lnTo>
                <a:lnTo>
                  <a:pt x="25785" y="17526"/>
                </a:lnTo>
                <a:lnTo>
                  <a:pt x="24732" y="14880"/>
                </a:lnTo>
                <a:lnTo>
                  <a:pt x="26092" y="13988"/>
                </a:lnTo>
                <a:lnTo>
                  <a:pt x="28036" y="15070"/>
                </a:lnTo>
                <a:lnTo>
                  <a:pt x="29490" y="14017"/>
                </a:lnTo>
                <a:lnTo>
                  <a:pt x="31719" y="15106"/>
                </a:lnTo>
                <a:lnTo>
                  <a:pt x="32896" y="13930"/>
                </a:lnTo>
                <a:lnTo>
                  <a:pt x="31727" y="11591"/>
                </a:lnTo>
                <a:lnTo>
                  <a:pt x="32896" y="10421"/>
                </a:lnTo>
                <a:lnTo>
                  <a:pt x="35235" y="11591"/>
                </a:lnTo>
                <a:lnTo>
                  <a:pt x="36324" y="10509"/>
                </a:lnTo>
                <a:lnTo>
                  <a:pt x="35250" y="7893"/>
                </a:lnTo>
                <a:lnTo>
                  <a:pt x="37084" y="6621"/>
                </a:lnTo>
                <a:lnTo>
                  <a:pt x="41901" y="8653"/>
                </a:lnTo>
                <a:lnTo>
                  <a:pt x="43099" y="7176"/>
                </a:lnTo>
                <a:lnTo>
                  <a:pt x="42500" y="4099"/>
                </a:lnTo>
                <a:lnTo>
                  <a:pt x="44700" y="3398"/>
                </a:lnTo>
                <a:lnTo>
                  <a:pt x="47872" y="3997"/>
                </a:lnTo>
                <a:lnTo>
                  <a:pt x="52045" y="3997"/>
                </a:lnTo>
                <a:lnTo>
                  <a:pt x="54676" y="4362"/>
                </a:lnTo>
                <a:lnTo>
                  <a:pt x="56882" y="3990"/>
                </a:lnTo>
                <a:lnTo>
                  <a:pt x="57146" y="3939"/>
                </a:lnTo>
                <a:lnTo>
                  <a:pt x="56641" y="730"/>
                </a:lnTo>
                <a:lnTo>
                  <a:pt x="57241" y="131"/>
                </a:lnTo>
                <a:lnTo>
                  <a:pt x="59850" y="548"/>
                </a:lnTo>
                <a:lnTo>
                  <a:pt x="64944" y="7"/>
                </a:lnTo>
                <a:lnTo>
                  <a:pt x="69841" y="489"/>
                </a:lnTo>
                <a:lnTo>
                  <a:pt x="77771" y="489"/>
                </a:lnTo>
                <a:lnTo>
                  <a:pt x="81644" y="0"/>
                </a:lnTo>
                <a:lnTo>
                  <a:pt x="85182" y="526"/>
                </a:lnTo>
                <a:lnTo>
                  <a:pt x="84721" y="3771"/>
                </a:lnTo>
                <a:lnTo>
                  <a:pt x="85277" y="4326"/>
                </a:lnTo>
                <a:lnTo>
                  <a:pt x="87944" y="3968"/>
                </a:lnTo>
                <a:lnTo>
                  <a:pt x="89618" y="4056"/>
                </a:lnTo>
                <a:lnTo>
                  <a:pt x="90795" y="3924"/>
                </a:lnTo>
                <a:lnTo>
                  <a:pt x="93112" y="4056"/>
                </a:lnTo>
                <a:lnTo>
                  <a:pt x="96371" y="3990"/>
                </a:lnTo>
                <a:lnTo>
                  <a:pt x="98118" y="3683"/>
                </a:lnTo>
                <a:lnTo>
                  <a:pt x="99360" y="4143"/>
                </a:lnTo>
                <a:lnTo>
                  <a:pt x="98630" y="7169"/>
                </a:lnTo>
                <a:lnTo>
                  <a:pt x="99295" y="7827"/>
                </a:lnTo>
                <a:lnTo>
                  <a:pt x="101963" y="7469"/>
                </a:lnTo>
                <a:lnTo>
                  <a:pt x="103161" y="7535"/>
                </a:lnTo>
                <a:lnTo>
                  <a:pt x="105434" y="7118"/>
                </a:lnTo>
                <a:lnTo>
                  <a:pt x="106545" y="7886"/>
                </a:lnTo>
                <a:lnTo>
                  <a:pt x="105485" y="10509"/>
                </a:lnTo>
                <a:lnTo>
                  <a:pt x="106567" y="11584"/>
                </a:lnTo>
                <a:lnTo>
                  <a:pt x="108906" y="10414"/>
                </a:lnTo>
                <a:lnTo>
                  <a:pt x="110075" y="11584"/>
                </a:lnTo>
                <a:lnTo>
                  <a:pt x="108906" y="13922"/>
                </a:lnTo>
                <a:lnTo>
                  <a:pt x="110061" y="15077"/>
                </a:lnTo>
                <a:lnTo>
                  <a:pt x="112290" y="14069"/>
                </a:lnTo>
                <a:lnTo>
                  <a:pt x="113708" y="14946"/>
                </a:lnTo>
                <a:lnTo>
                  <a:pt x="115930" y="13930"/>
                </a:lnTo>
                <a:lnTo>
                  <a:pt x="116997" y="14990"/>
                </a:lnTo>
                <a:lnTo>
                  <a:pt x="115944" y="17643"/>
                </a:lnTo>
                <a:lnTo>
                  <a:pt x="117238" y="18491"/>
                </a:lnTo>
                <a:lnTo>
                  <a:pt x="119387" y="17423"/>
                </a:lnTo>
                <a:lnTo>
                  <a:pt x="120607" y="18563"/>
                </a:lnTo>
                <a:lnTo>
                  <a:pt x="119438" y="20939"/>
                </a:lnTo>
                <a:lnTo>
                  <a:pt x="120505" y="22006"/>
                </a:lnTo>
                <a:lnTo>
                  <a:pt x="123151" y="20954"/>
                </a:lnTo>
                <a:lnTo>
                  <a:pt x="124028" y="22276"/>
                </a:lnTo>
                <a:lnTo>
                  <a:pt x="122939" y="24330"/>
                </a:lnTo>
                <a:lnTo>
                  <a:pt x="124020" y="25609"/>
                </a:lnTo>
                <a:lnTo>
                  <a:pt x="126476" y="24469"/>
                </a:lnTo>
                <a:lnTo>
                  <a:pt x="127624" y="25616"/>
                </a:lnTo>
                <a:lnTo>
                  <a:pt x="126520" y="27846"/>
                </a:lnTo>
                <a:lnTo>
                  <a:pt x="127543" y="29205"/>
                </a:lnTo>
                <a:lnTo>
                  <a:pt x="126432" y="31434"/>
                </a:lnTo>
                <a:lnTo>
                  <a:pt x="127616" y="32611"/>
                </a:lnTo>
                <a:lnTo>
                  <a:pt x="129955" y="31449"/>
                </a:lnTo>
                <a:lnTo>
                  <a:pt x="131125" y="32611"/>
                </a:lnTo>
                <a:lnTo>
                  <a:pt x="129955" y="34950"/>
                </a:lnTo>
                <a:lnTo>
                  <a:pt x="131022" y="36017"/>
                </a:lnTo>
                <a:lnTo>
                  <a:pt x="133690" y="34979"/>
                </a:lnTo>
                <a:lnTo>
                  <a:pt x="134881" y="36813"/>
                </a:lnTo>
                <a:lnTo>
                  <a:pt x="132923" y="41630"/>
                </a:lnTo>
                <a:lnTo>
                  <a:pt x="134406" y="42850"/>
                </a:lnTo>
                <a:lnTo>
                  <a:pt x="137403" y="42163"/>
                </a:lnTo>
                <a:lnTo>
                  <a:pt x="138221" y="44254"/>
                </a:lnTo>
                <a:lnTo>
                  <a:pt x="137556" y="47711"/>
                </a:lnTo>
                <a:lnTo>
                  <a:pt x="137556" y="51650"/>
                </a:lnTo>
                <a:lnTo>
                  <a:pt x="137030" y="54581"/>
                </a:lnTo>
                <a:lnTo>
                  <a:pt x="137644" y="56905"/>
                </a:lnTo>
                <a:lnTo>
                  <a:pt x="140787" y="56305"/>
                </a:lnTo>
                <a:lnTo>
                  <a:pt x="141394" y="56919"/>
                </a:lnTo>
                <a:lnTo>
                  <a:pt x="141035" y="59580"/>
                </a:lnTo>
                <a:lnTo>
                  <a:pt x="141306" y="64696"/>
                </a:lnTo>
                <a:lnTo>
                  <a:pt x="140991" y="76273"/>
                </a:lnTo>
                <a:lnTo>
                  <a:pt x="141584" y="79057"/>
                </a:lnTo>
                <a:lnTo>
                  <a:pt x="140911" y="81761"/>
                </a:lnTo>
                <a:lnTo>
                  <a:pt x="141496" y="84217"/>
                </a:lnTo>
                <a:lnTo>
                  <a:pt x="140816" y="84890"/>
                </a:lnTo>
                <a:lnTo>
                  <a:pt x="137608" y="84371"/>
                </a:lnTo>
                <a:lnTo>
                  <a:pt x="137132" y="86775"/>
                </a:lnTo>
                <a:lnTo>
                  <a:pt x="137556" y="89479"/>
                </a:lnTo>
                <a:lnTo>
                  <a:pt x="137556" y="93536"/>
                </a:lnTo>
                <a:lnTo>
                  <a:pt x="138214" y="96941"/>
                </a:lnTo>
                <a:lnTo>
                  <a:pt x="137403" y="99083"/>
                </a:lnTo>
                <a:lnTo>
                  <a:pt x="134392" y="98330"/>
                </a:lnTo>
                <a:lnTo>
                  <a:pt x="133719" y="99010"/>
                </a:lnTo>
                <a:lnTo>
                  <a:pt x="134077" y="101670"/>
                </a:lnTo>
                <a:lnTo>
                  <a:pt x="134012" y="102942"/>
                </a:lnTo>
                <a:lnTo>
                  <a:pt x="134421" y="105047"/>
                </a:lnTo>
                <a:lnTo>
                  <a:pt x="133741" y="106216"/>
                </a:lnTo>
                <a:lnTo>
                  <a:pt x="130993" y="105229"/>
                </a:lnTo>
                <a:lnTo>
                  <a:pt x="129955" y="106267"/>
                </a:lnTo>
                <a:lnTo>
                  <a:pt x="131125" y="108606"/>
                </a:lnTo>
                <a:lnTo>
                  <a:pt x="129955" y="109776"/>
                </a:lnTo>
                <a:lnTo>
                  <a:pt x="127617" y="108606"/>
                </a:lnTo>
                <a:lnTo>
                  <a:pt x="126454" y="109761"/>
                </a:lnTo>
                <a:lnTo>
                  <a:pt x="127470" y="111990"/>
                </a:lnTo>
                <a:lnTo>
                  <a:pt x="126593" y="113408"/>
                </a:lnTo>
                <a:lnTo>
                  <a:pt x="127609" y="115622"/>
                </a:lnTo>
                <a:lnTo>
                  <a:pt x="126542" y="116689"/>
                </a:lnTo>
                <a:lnTo>
                  <a:pt x="123896" y="115637"/>
                </a:lnTo>
                <a:lnTo>
                  <a:pt x="123041" y="116931"/>
                </a:lnTo>
                <a:lnTo>
                  <a:pt x="124115" y="119080"/>
                </a:lnTo>
                <a:lnTo>
                  <a:pt x="122968" y="120293"/>
                </a:lnTo>
                <a:lnTo>
                  <a:pt x="120593" y="119131"/>
                </a:lnTo>
                <a:lnTo>
                  <a:pt x="119518" y="120198"/>
                </a:lnTo>
                <a:lnTo>
                  <a:pt x="120578" y="122829"/>
                </a:lnTo>
                <a:lnTo>
                  <a:pt x="119314" y="123684"/>
                </a:lnTo>
                <a:lnTo>
                  <a:pt x="117092" y="122624"/>
                </a:lnTo>
                <a:lnTo>
                  <a:pt x="116142" y="123582"/>
                </a:lnTo>
                <a:lnTo>
                  <a:pt x="116946" y="126527"/>
                </a:lnTo>
                <a:lnTo>
                  <a:pt x="114797" y="127448"/>
                </a:lnTo>
                <a:lnTo>
                  <a:pt x="110945" y="125621"/>
                </a:lnTo>
                <a:lnTo>
                  <a:pt x="108906" y="127156"/>
                </a:lnTo>
                <a:lnTo>
                  <a:pt x="110017" y="129692"/>
                </a:lnTo>
                <a:lnTo>
                  <a:pt x="109001" y="130708"/>
                </a:lnTo>
                <a:lnTo>
                  <a:pt x="106356" y="129655"/>
                </a:lnTo>
                <a:lnTo>
                  <a:pt x="105661" y="130693"/>
                </a:lnTo>
                <a:lnTo>
                  <a:pt x="106443" y="133456"/>
                </a:lnTo>
                <a:lnTo>
                  <a:pt x="104696" y="134479"/>
                </a:lnTo>
                <a:lnTo>
                  <a:pt x="99858" y="132630"/>
                </a:lnTo>
                <a:lnTo>
                  <a:pt x="98674" y="134085"/>
                </a:lnTo>
                <a:lnTo>
                  <a:pt x="99346" y="137088"/>
                </a:lnTo>
                <a:lnTo>
                  <a:pt x="97242" y="137892"/>
                </a:lnTo>
                <a:lnTo>
                  <a:pt x="93814" y="137227"/>
                </a:lnTo>
                <a:lnTo>
                  <a:pt x="89867" y="137227"/>
                </a:lnTo>
                <a:lnTo>
                  <a:pt x="86936" y="136701"/>
                </a:lnTo>
                <a:lnTo>
                  <a:pt x="84612" y="137315"/>
                </a:lnTo>
                <a:lnTo>
                  <a:pt x="85212" y="140450"/>
                </a:lnTo>
                <a:lnTo>
                  <a:pt x="84598" y="141064"/>
                </a:lnTo>
                <a:lnTo>
                  <a:pt x="81937" y="140706"/>
                </a:lnTo>
                <a:lnTo>
                  <a:pt x="71917" y="141101"/>
                </a:lnTo>
                <a:lnTo>
                  <a:pt x="65193" y="140560"/>
                </a:lnTo>
                <a:lnTo>
                  <a:pt x="62511" y="141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0" y="1140859"/>
            <a:ext cx="65405" cy="134620"/>
          </a:xfrm>
          <a:custGeom>
            <a:avLst/>
            <a:gdLst/>
            <a:ahLst/>
            <a:cxnLst/>
            <a:rect l="l" t="t" r="r" b="b"/>
            <a:pathLst>
              <a:path w="65405" h="134619">
                <a:moveTo>
                  <a:pt x="12309" y="134304"/>
                </a:moveTo>
                <a:lnTo>
                  <a:pt x="8143" y="133661"/>
                </a:lnTo>
                <a:lnTo>
                  <a:pt x="0" y="133661"/>
                </a:lnTo>
                <a:lnTo>
                  <a:pt x="0" y="438"/>
                </a:lnTo>
                <a:lnTo>
                  <a:pt x="10606" y="438"/>
                </a:lnTo>
                <a:lnTo>
                  <a:pt x="13332" y="0"/>
                </a:lnTo>
                <a:lnTo>
                  <a:pt x="15730" y="496"/>
                </a:lnTo>
                <a:lnTo>
                  <a:pt x="15203" y="3698"/>
                </a:lnTo>
                <a:lnTo>
                  <a:pt x="15883" y="4377"/>
                </a:lnTo>
                <a:lnTo>
                  <a:pt x="18339" y="3793"/>
                </a:lnTo>
                <a:lnTo>
                  <a:pt x="21116" y="4480"/>
                </a:lnTo>
                <a:lnTo>
                  <a:pt x="23871" y="3237"/>
                </a:lnTo>
                <a:lnTo>
                  <a:pt x="26349" y="4070"/>
                </a:lnTo>
                <a:lnTo>
                  <a:pt x="25662" y="7140"/>
                </a:lnTo>
                <a:lnTo>
                  <a:pt x="26305" y="7783"/>
                </a:lnTo>
                <a:lnTo>
                  <a:pt x="28973" y="7418"/>
                </a:lnTo>
                <a:lnTo>
                  <a:pt x="30288" y="7491"/>
                </a:lnTo>
                <a:lnTo>
                  <a:pt x="32298" y="7074"/>
                </a:lnTo>
                <a:lnTo>
                  <a:pt x="33497" y="7717"/>
                </a:lnTo>
                <a:lnTo>
                  <a:pt x="32561" y="10531"/>
                </a:lnTo>
                <a:lnTo>
                  <a:pt x="33577" y="11540"/>
                </a:lnTo>
                <a:lnTo>
                  <a:pt x="35916" y="10371"/>
                </a:lnTo>
                <a:lnTo>
                  <a:pt x="37085" y="11540"/>
                </a:lnTo>
                <a:lnTo>
                  <a:pt x="35916" y="13871"/>
                </a:lnTo>
                <a:lnTo>
                  <a:pt x="37078" y="15034"/>
                </a:lnTo>
                <a:lnTo>
                  <a:pt x="39300" y="14018"/>
                </a:lnTo>
                <a:lnTo>
                  <a:pt x="40718" y="14895"/>
                </a:lnTo>
                <a:lnTo>
                  <a:pt x="42947" y="13886"/>
                </a:lnTo>
                <a:lnTo>
                  <a:pt x="44007" y="14946"/>
                </a:lnTo>
                <a:lnTo>
                  <a:pt x="42954" y="17591"/>
                </a:lnTo>
                <a:lnTo>
                  <a:pt x="44218" y="18425"/>
                </a:lnTo>
                <a:lnTo>
                  <a:pt x="46440" y="17380"/>
                </a:lnTo>
                <a:lnTo>
                  <a:pt x="47610" y="18549"/>
                </a:lnTo>
                <a:lnTo>
                  <a:pt x="46440" y="20880"/>
                </a:lnTo>
                <a:lnTo>
                  <a:pt x="47515" y="21955"/>
                </a:lnTo>
                <a:lnTo>
                  <a:pt x="50160" y="20910"/>
                </a:lnTo>
                <a:lnTo>
                  <a:pt x="51067" y="22276"/>
                </a:lnTo>
                <a:lnTo>
                  <a:pt x="50000" y="24148"/>
                </a:lnTo>
                <a:lnTo>
                  <a:pt x="50979" y="25682"/>
                </a:lnTo>
                <a:lnTo>
                  <a:pt x="49948" y="27897"/>
                </a:lnTo>
                <a:lnTo>
                  <a:pt x="51008" y="28957"/>
                </a:lnTo>
                <a:lnTo>
                  <a:pt x="53683" y="27926"/>
                </a:lnTo>
                <a:lnTo>
                  <a:pt x="54487" y="29183"/>
                </a:lnTo>
                <a:lnTo>
                  <a:pt x="53449" y="31405"/>
                </a:lnTo>
                <a:lnTo>
                  <a:pt x="54524" y="32472"/>
                </a:lnTo>
                <a:lnTo>
                  <a:pt x="57169" y="31420"/>
                </a:lnTo>
                <a:lnTo>
                  <a:pt x="58076" y="32794"/>
                </a:lnTo>
                <a:lnTo>
                  <a:pt x="57008" y="34665"/>
                </a:lnTo>
                <a:lnTo>
                  <a:pt x="57988" y="36192"/>
                </a:lnTo>
                <a:lnTo>
                  <a:pt x="56957" y="38414"/>
                </a:lnTo>
                <a:lnTo>
                  <a:pt x="57922" y="39372"/>
                </a:lnTo>
                <a:lnTo>
                  <a:pt x="60838" y="38538"/>
                </a:lnTo>
                <a:lnTo>
                  <a:pt x="61898" y="40892"/>
                </a:lnTo>
                <a:lnTo>
                  <a:pt x="60531" y="43976"/>
                </a:lnTo>
                <a:lnTo>
                  <a:pt x="61196" y="46629"/>
                </a:lnTo>
                <a:lnTo>
                  <a:pt x="60612" y="49085"/>
                </a:lnTo>
                <a:lnTo>
                  <a:pt x="61291" y="49765"/>
                </a:lnTo>
                <a:lnTo>
                  <a:pt x="64493" y="49238"/>
                </a:lnTo>
                <a:lnTo>
                  <a:pt x="65194" y="52659"/>
                </a:lnTo>
                <a:lnTo>
                  <a:pt x="64551" y="56825"/>
                </a:lnTo>
                <a:lnTo>
                  <a:pt x="64551" y="79774"/>
                </a:lnTo>
                <a:lnTo>
                  <a:pt x="64953" y="82434"/>
                </a:lnTo>
                <a:lnTo>
                  <a:pt x="64500" y="84853"/>
                </a:lnTo>
                <a:lnTo>
                  <a:pt x="61284" y="84349"/>
                </a:lnTo>
                <a:lnTo>
                  <a:pt x="60612" y="85021"/>
                </a:lnTo>
                <a:lnTo>
                  <a:pt x="61196" y="87477"/>
                </a:lnTo>
                <a:lnTo>
                  <a:pt x="60531" y="90130"/>
                </a:lnTo>
                <a:lnTo>
                  <a:pt x="61898" y="93214"/>
                </a:lnTo>
                <a:lnTo>
                  <a:pt x="60838" y="95560"/>
                </a:lnTo>
                <a:lnTo>
                  <a:pt x="57915" y="94727"/>
                </a:lnTo>
                <a:lnTo>
                  <a:pt x="57206" y="95443"/>
                </a:lnTo>
                <a:lnTo>
                  <a:pt x="57564" y="98104"/>
                </a:lnTo>
                <a:lnTo>
                  <a:pt x="57498" y="99302"/>
                </a:lnTo>
                <a:lnTo>
                  <a:pt x="57907" y="101568"/>
                </a:lnTo>
                <a:lnTo>
                  <a:pt x="57155" y="102686"/>
                </a:lnTo>
                <a:lnTo>
                  <a:pt x="54524" y="101627"/>
                </a:lnTo>
                <a:lnTo>
                  <a:pt x="53449" y="102701"/>
                </a:lnTo>
                <a:lnTo>
                  <a:pt x="54619" y="105040"/>
                </a:lnTo>
                <a:lnTo>
                  <a:pt x="53449" y="106209"/>
                </a:lnTo>
                <a:lnTo>
                  <a:pt x="51111" y="105040"/>
                </a:lnTo>
                <a:lnTo>
                  <a:pt x="49956" y="106195"/>
                </a:lnTo>
                <a:lnTo>
                  <a:pt x="50964" y="108424"/>
                </a:lnTo>
                <a:lnTo>
                  <a:pt x="50087" y="109841"/>
                </a:lnTo>
                <a:lnTo>
                  <a:pt x="51103" y="112056"/>
                </a:lnTo>
                <a:lnTo>
                  <a:pt x="50036" y="113123"/>
                </a:lnTo>
                <a:lnTo>
                  <a:pt x="47390" y="112071"/>
                </a:lnTo>
                <a:lnTo>
                  <a:pt x="46557" y="113335"/>
                </a:lnTo>
                <a:lnTo>
                  <a:pt x="47610" y="115557"/>
                </a:lnTo>
                <a:lnTo>
                  <a:pt x="46440" y="116719"/>
                </a:lnTo>
                <a:lnTo>
                  <a:pt x="44102" y="115557"/>
                </a:lnTo>
                <a:lnTo>
                  <a:pt x="43151" y="116507"/>
                </a:lnTo>
                <a:lnTo>
                  <a:pt x="43963" y="119452"/>
                </a:lnTo>
                <a:lnTo>
                  <a:pt x="41814" y="120381"/>
                </a:lnTo>
                <a:lnTo>
                  <a:pt x="37955" y="118554"/>
                </a:lnTo>
                <a:lnTo>
                  <a:pt x="35916" y="120081"/>
                </a:lnTo>
                <a:lnTo>
                  <a:pt x="37027" y="122624"/>
                </a:lnTo>
                <a:lnTo>
                  <a:pt x="36011" y="123633"/>
                </a:lnTo>
                <a:lnTo>
                  <a:pt x="33365" y="122588"/>
                </a:lnTo>
                <a:lnTo>
                  <a:pt x="32634" y="123684"/>
                </a:lnTo>
                <a:lnTo>
                  <a:pt x="33497" y="126315"/>
                </a:lnTo>
                <a:lnTo>
                  <a:pt x="31728" y="127514"/>
                </a:lnTo>
                <a:lnTo>
                  <a:pt x="26912" y="125511"/>
                </a:lnTo>
                <a:lnTo>
                  <a:pt x="25654" y="127054"/>
                </a:lnTo>
                <a:lnTo>
                  <a:pt x="26400" y="129970"/>
                </a:lnTo>
                <a:lnTo>
                  <a:pt x="24083" y="131015"/>
                </a:lnTo>
                <a:lnTo>
                  <a:pt x="20999" y="129648"/>
                </a:lnTo>
                <a:lnTo>
                  <a:pt x="18338" y="130313"/>
                </a:lnTo>
                <a:lnTo>
                  <a:pt x="15883" y="129721"/>
                </a:lnTo>
                <a:lnTo>
                  <a:pt x="15203" y="130408"/>
                </a:lnTo>
                <a:lnTo>
                  <a:pt x="15729" y="133609"/>
                </a:lnTo>
                <a:lnTo>
                  <a:pt x="12309" y="1343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404200" y="1140845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19">
                <a:moveTo>
                  <a:pt x="57044" y="134143"/>
                </a:moveTo>
                <a:lnTo>
                  <a:pt x="56357" y="133456"/>
                </a:lnTo>
                <a:lnTo>
                  <a:pt x="56847" y="130226"/>
                </a:lnTo>
                <a:lnTo>
                  <a:pt x="54420" y="129795"/>
                </a:lnTo>
                <a:lnTo>
                  <a:pt x="51789" y="130189"/>
                </a:lnTo>
                <a:lnTo>
                  <a:pt x="47623" y="130189"/>
                </a:lnTo>
                <a:lnTo>
                  <a:pt x="44393" y="130803"/>
                </a:lnTo>
                <a:lnTo>
                  <a:pt x="42178" y="130058"/>
                </a:lnTo>
                <a:lnTo>
                  <a:pt x="42880" y="126995"/>
                </a:lnTo>
                <a:lnTo>
                  <a:pt x="42229" y="126345"/>
                </a:lnTo>
                <a:lnTo>
                  <a:pt x="39562" y="126710"/>
                </a:lnTo>
                <a:lnTo>
                  <a:pt x="38195" y="126637"/>
                </a:lnTo>
                <a:lnTo>
                  <a:pt x="36317" y="127046"/>
                </a:lnTo>
                <a:lnTo>
                  <a:pt x="35081" y="126462"/>
                </a:lnTo>
                <a:lnTo>
                  <a:pt x="35944" y="123567"/>
                </a:lnTo>
                <a:lnTo>
                  <a:pt x="35220" y="122844"/>
                </a:lnTo>
                <a:lnTo>
                  <a:pt x="32560" y="123202"/>
                </a:lnTo>
                <a:lnTo>
                  <a:pt x="31332" y="123136"/>
                </a:lnTo>
                <a:lnTo>
                  <a:pt x="29118" y="123553"/>
                </a:lnTo>
                <a:lnTo>
                  <a:pt x="27985" y="122814"/>
                </a:lnTo>
                <a:lnTo>
                  <a:pt x="29023" y="120147"/>
                </a:lnTo>
                <a:lnTo>
                  <a:pt x="28051" y="119182"/>
                </a:lnTo>
                <a:lnTo>
                  <a:pt x="25405" y="120235"/>
                </a:lnTo>
                <a:lnTo>
                  <a:pt x="24528" y="118912"/>
                </a:lnTo>
                <a:lnTo>
                  <a:pt x="25617" y="116858"/>
                </a:lnTo>
                <a:lnTo>
                  <a:pt x="24542" y="115572"/>
                </a:lnTo>
                <a:lnTo>
                  <a:pt x="22087" y="116719"/>
                </a:lnTo>
                <a:lnTo>
                  <a:pt x="20946" y="115579"/>
                </a:lnTo>
                <a:lnTo>
                  <a:pt x="22116" y="113248"/>
                </a:lnTo>
                <a:lnTo>
                  <a:pt x="20946" y="112078"/>
                </a:lnTo>
                <a:lnTo>
                  <a:pt x="18608" y="113247"/>
                </a:lnTo>
                <a:lnTo>
                  <a:pt x="17541" y="112173"/>
                </a:lnTo>
                <a:lnTo>
                  <a:pt x="18586" y="109527"/>
                </a:lnTo>
                <a:lnTo>
                  <a:pt x="17270" y="108650"/>
                </a:lnTo>
                <a:lnTo>
                  <a:pt x="15209" y="109739"/>
                </a:lnTo>
                <a:lnTo>
                  <a:pt x="13930" y="108658"/>
                </a:lnTo>
                <a:lnTo>
                  <a:pt x="15077" y="106202"/>
                </a:lnTo>
                <a:lnTo>
                  <a:pt x="14025" y="105149"/>
                </a:lnTo>
                <a:lnTo>
                  <a:pt x="11409" y="106224"/>
                </a:lnTo>
                <a:lnTo>
                  <a:pt x="10144" y="104389"/>
                </a:lnTo>
                <a:lnTo>
                  <a:pt x="12161" y="99573"/>
                </a:lnTo>
                <a:lnTo>
                  <a:pt x="10604" y="98301"/>
                </a:lnTo>
                <a:lnTo>
                  <a:pt x="7718" y="99076"/>
                </a:lnTo>
                <a:lnTo>
                  <a:pt x="6906" y="97359"/>
                </a:lnTo>
                <a:lnTo>
                  <a:pt x="8536" y="92454"/>
                </a:lnTo>
                <a:lnTo>
                  <a:pt x="7162" y="91329"/>
                </a:lnTo>
                <a:lnTo>
                  <a:pt x="4144" y="91994"/>
                </a:lnTo>
                <a:lnTo>
                  <a:pt x="3354" y="89867"/>
                </a:lnTo>
                <a:lnTo>
                  <a:pt x="4012" y="86491"/>
                </a:lnTo>
                <a:lnTo>
                  <a:pt x="4012" y="82420"/>
                </a:lnTo>
                <a:lnTo>
                  <a:pt x="4436" y="79715"/>
                </a:lnTo>
                <a:lnTo>
                  <a:pt x="3954" y="77311"/>
                </a:lnTo>
                <a:lnTo>
                  <a:pt x="752" y="77837"/>
                </a:lnTo>
                <a:lnTo>
                  <a:pt x="73" y="77158"/>
                </a:lnTo>
                <a:lnTo>
                  <a:pt x="657" y="74695"/>
                </a:lnTo>
                <a:lnTo>
                  <a:pt x="0" y="72056"/>
                </a:lnTo>
                <a:lnTo>
                  <a:pt x="504" y="69169"/>
                </a:lnTo>
                <a:lnTo>
                  <a:pt x="504" y="64967"/>
                </a:lnTo>
                <a:lnTo>
                  <a:pt x="0" y="62080"/>
                </a:lnTo>
                <a:lnTo>
                  <a:pt x="657" y="59427"/>
                </a:lnTo>
                <a:lnTo>
                  <a:pt x="73" y="56971"/>
                </a:lnTo>
                <a:lnTo>
                  <a:pt x="752" y="56299"/>
                </a:lnTo>
                <a:lnTo>
                  <a:pt x="3961" y="56818"/>
                </a:lnTo>
                <a:lnTo>
                  <a:pt x="4436" y="54413"/>
                </a:lnTo>
                <a:lnTo>
                  <a:pt x="4012" y="51709"/>
                </a:lnTo>
                <a:lnTo>
                  <a:pt x="4012" y="47580"/>
                </a:lnTo>
                <a:lnTo>
                  <a:pt x="3383" y="44342"/>
                </a:lnTo>
                <a:lnTo>
                  <a:pt x="4144" y="42127"/>
                </a:lnTo>
                <a:lnTo>
                  <a:pt x="7199" y="42829"/>
                </a:lnTo>
                <a:lnTo>
                  <a:pt x="7849" y="42178"/>
                </a:lnTo>
                <a:lnTo>
                  <a:pt x="7484" y="39518"/>
                </a:lnTo>
                <a:lnTo>
                  <a:pt x="7557" y="38144"/>
                </a:lnTo>
                <a:lnTo>
                  <a:pt x="7148" y="36266"/>
                </a:lnTo>
                <a:lnTo>
                  <a:pt x="7732" y="35038"/>
                </a:lnTo>
                <a:lnTo>
                  <a:pt x="10626" y="35900"/>
                </a:lnTo>
                <a:lnTo>
                  <a:pt x="11350" y="35169"/>
                </a:lnTo>
                <a:lnTo>
                  <a:pt x="10992" y="32509"/>
                </a:lnTo>
                <a:lnTo>
                  <a:pt x="11058" y="31288"/>
                </a:lnTo>
                <a:lnTo>
                  <a:pt x="10641" y="29067"/>
                </a:lnTo>
                <a:lnTo>
                  <a:pt x="11379" y="27941"/>
                </a:lnTo>
                <a:lnTo>
                  <a:pt x="14040" y="28972"/>
                </a:lnTo>
                <a:lnTo>
                  <a:pt x="15107" y="27904"/>
                </a:lnTo>
                <a:lnTo>
                  <a:pt x="13937" y="25573"/>
                </a:lnTo>
                <a:lnTo>
                  <a:pt x="15107" y="24403"/>
                </a:lnTo>
                <a:lnTo>
                  <a:pt x="17445" y="25573"/>
                </a:lnTo>
                <a:lnTo>
                  <a:pt x="18608" y="24404"/>
                </a:lnTo>
                <a:lnTo>
                  <a:pt x="17446" y="22065"/>
                </a:lnTo>
                <a:lnTo>
                  <a:pt x="18608" y="20895"/>
                </a:lnTo>
                <a:lnTo>
                  <a:pt x="20946" y="22065"/>
                </a:lnTo>
                <a:lnTo>
                  <a:pt x="22116" y="20895"/>
                </a:lnTo>
                <a:lnTo>
                  <a:pt x="20946" y="18564"/>
                </a:lnTo>
                <a:lnTo>
                  <a:pt x="22116" y="17394"/>
                </a:lnTo>
                <a:lnTo>
                  <a:pt x="24454" y="18564"/>
                </a:lnTo>
                <a:lnTo>
                  <a:pt x="25573" y="17446"/>
                </a:lnTo>
                <a:lnTo>
                  <a:pt x="24447" y="14931"/>
                </a:lnTo>
                <a:lnTo>
                  <a:pt x="25712" y="13952"/>
                </a:lnTo>
                <a:lnTo>
                  <a:pt x="27948" y="15070"/>
                </a:lnTo>
                <a:lnTo>
                  <a:pt x="28913" y="14106"/>
                </a:lnTo>
                <a:lnTo>
                  <a:pt x="28094" y="11153"/>
                </a:lnTo>
                <a:lnTo>
                  <a:pt x="30455" y="10151"/>
                </a:lnTo>
                <a:lnTo>
                  <a:pt x="33737" y="11949"/>
                </a:lnTo>
                <a:lnTo>
                  <a:pt x="36061" y="10700"/>
                </a:lnTo>
                <a:lnTo>
                  <a:pt x="35125" y="7886"/>
                </a:lnTo>
                <a:lnTo>
                  <a:pt x="36141" y="6877"/>
                </a:lnTo>
                <a:lnTo>
                  <a:pt x="38363" y="7930"/>
                </a:lnTo>
                <a:lnTo>
                  <a:pt x="39766" y="7001"/>
                </a:lnTo>
                <a:lnTo>
                  <a:pt x="41981" y="8046"/>
                </a:lnTo>
                <a:lnTo>
                  <a:pt x="42880" y="7148"/>
                </a:lnTo>
                <a:lnTo>
                  <a:pt x="42200" y="4078"/>
                </a:lnTo>
                <a:lnTo>
                  <a:pt x="44429" y="3354"/>
                </a:lnTo>
                <a:lnTo>
                  <a:pt x="47608" y="3961"/>
                </a:lnTo>
                <a:lnTo>
                  <a:pt x="51847" y="3961"/>
                </a:lnTo>
                <a:lnTo>
                  <a:pt x="54405" y="4326"/>
                </a:lnTo>
                <a:lnTo>
                  <a:pt x="56605" y="3961"/>
                </a:lnTo>
                <a:lnTo>
                  <a:pt x="56846" y="3917"/>
                </a:lnTo>
                <a:lnTo>
                  <a:pt x="56379" y="679"/>
                </a:lnTo>
                <a:lnTo>
                  <a:pt x="56941" y="124"/>
                </a:lnTo>
                <a:lnTo>
                  <a:pt x="59602" y="482"/>
                </a:lnTo>
                <a:lnTo>
                  <a:pt x="63600" y="277"/>
                </a:lnTo>
                <a:lnTo>
                  <a:pt x="67152" y="453"/>
                </a:lnTo>
                <a:lnTo>
                  <a:pt x="71617" y="453"/>
                </a:lnTo>
                <a:lnTo>
                  <a:pt x="73210" y="175"/>
                </a:lnTo>
                <a:lnTo>
                  <a:pt x="74789" y="650"/>
                </a:lnTo>
                <a:lnTo>
                  <a:pt x="77194" y="0"/>
                </a:lnTo>
                <a:lnTo>
                  <a:pt x="77881" y="694"/>
                </a:lnTo>
                <a:lnTo>
                  <a:pt x="77384" y="3917"/>
                </a:lnTo>
                <a:lnTo>
                  <a:pt x="79818" y="4348"/>
                </a:lnTo>
                <a:lnTo>
                  <a:pt x="82449" y="3961"/>
                </a:lnTo>
                <a:lnTo>
                  <a:pt x="86615" y="3961"/>
                </a:lnTo>
                <a:lnTo>
                  <a:pt x="89845" y="3340"/>
                </a:lnTo>
                <a:lnTo>
                  <a:pt x="92052" y="4093"/>
                </a:lnTo>
                <a:lnTo>
                  <a:pt x="91358" y="7155"/>
                </a:lnTo>
                <a:lnTo>
                  <a:pt x="92008" y="7798"/>
                </a:lnTo>
                <a:lnTo>
                  <a:pt x="94669" y="7433"/>
                </a:lnTo>
                <a:lnTo>
                  <a:pt x="96035" y="7513"/>
                </a:lnTo>
                <a:lnTo>
                  <a:pt x="97921" y="7096"/>
                </a:lnTo>
                <a:lnTo>
                  <a:pt x="99149" y="7688"/>
                </a:lnTo>
                <a:lnTo>
                  <a:pt x="98287" y="10583"/>
                </a:lnTo>
                <a:lnTo>
                  <a:pt x="99017" y="11299"/>
                </a:lnTo>
                <a:lnTo>
                  <a:pt x="101678" y="10941"/>
                </a:lnTo>
                <a:lnTo>
                  <a:pt x="102906" y="11007"/>
                </a:lnTo>
                <a:lnTo>
                  <a:pt x="105113" y="10590"/>
                </a:lnTo>
                <a:lnTo>
                  <a:pt x="106246" y="11328"/>
                </a:lnTo>
                <a:lnTo>
                  <a:pt x="105215" y="13996"/>
                </a:lnTo>
                <a:lnTo>
                  <a:pt x="106180" y="14960"/>
                </a:lnTo>
                <a:lnTo>
                  <a:pt x="108833" y="13916"/>
                </a:lnTo>
                <a:lnTo>
                  <a:pt x="109703" y="15231"/>
                </a:lnTo>
                <a:lnTo>
                  <a:pt x="108614" y="17292"/>
                </a:lnTo>
                <a:lnTo>
                  <a:pt x="109695" y="18571"/>
                </a:lnTo>
                <a:lnTo>
                  <a:pt x="112151" y="17424"/>
                </a:lnTo>
                <a:lnTo>
                  <a:pt x="113291" y="18564"/>
                </a:lnTo>
                <a:lnTo>
                  <a:pt x="112122" y="20895"/>
                </a:lnTo>
                <a:lnTo>
                  <a:pt x="113284" y="22065"/>
                </a:lnTo>
                <a:lnTo>
                  <a:pt x="115623" y="20895"/>
                </a:lnTo>
                <a:lnTo>
                  <a:pt x="116697" y="21970"/>
                </a:lnTo>
                <a:lnTo>
                  <a:pt x="115652" y="24623"/>
                </a:lnTo>
                <a:lnTo>
                  <a:pt x="116968" y="25492"/>
                </a:lnTo>
                <a:lnTo>
                  <a:pt x="119029" y="24404"/>
                </a:lnTo>
                <a:lnTo>
                  <a:pt x="120308" y="25485"/>
                </a:lnTo>
                <a:lnTo>
                  <a:pt x="119160" y="27941"/>
                </a:lnTo>
                <a:lnTo>
                  <a:pt x="120213" y="28993"/>
                </a:lnTo>
                <a:lnTo>
                  <a:pt x="122829" y="27926"/>
                </a:lnTo>
                <a:lnTo>
                  <a:pt x="124094" y="29761"/>
                </a:lnTo>
                <a:lnTo>
                  <a:pt x="122076" y="34570"/>
                </a:lnTo>
                <a:lnTo>
                  <a:pt x="123633" y="35849"/>
                </a:lnTo>
                <a:lnTo>
                  <a:pt x="126520" y="35067"/>
                </a:lnTo>
                <a:lnTo>
                  <a:pt x="127324" y="36784"/>
                </a:lnTo>
                <a:lnTo>
                  <a:pt x="125694" y="41688"/>
                </a:lnTo>
                <a:lnTo>
                  <a:pt x="127076" y="42814"/>
                </a:lnTo>
                <a:lnTo>
                  <a:pt x="130094" y="42156"/>
                </a:lnTo>
                <a:lnTo>
                  <a:pt x="130876" y="44276"/>
                </a:lnTo>
                <a:lnTo>
                  <a:pt x="130226" y="47652"/>
                </a:lnTo>
                <a:lnTo>
                  <a:pt x="130226" y="51723"/>
                </a:lnTo>
                <a:lnTo>
                  <a:pt x="129795" y="54427"/>
                </a:lnTo>
                <a:lnTo>
                  <a:pt x="130284" y="56832"/>
                </a:lnTo>
                <a:lnTo>
                  <a:pt x="133485" y="56313"/>
                </a:lnTo>
                <a:lnTo>
                  <a:pt x="134165" y="56993"/>
                </a:lnTo>
                <a:lnTo>
                  <a:pt x="133580" y="59448"/>
                </a:lnTo>
                <a:lnTo>
                  <a:pt x="134238" y="62094"/>
                </a:lnTo>
                <a:lnTo>
                  <a:pt x="133734" y="64981"/>
                </a:lnTo>
                <a:lnTo>
                  <a:pt x="133734" y="69183"/>
                </a:lnTo>
                <a:lnTo>
                  <a:pt x="134238" y="72071"/>
                </a:lnTo>
                <a:lnTo>
                  <a:pt x="133580" y="74716"/>
                </a:lnTo>
                <a:lnTo>
                  <a:pt x="134165" y="77179"/>
                </a:lnTo>
                <a:lnTo>
                  <a:pt x="133485" y="77851"/>
                </a:lnTo>
                <a:lnTo>
                  <a:pt x="130277" y="77325"/>
                </a:lnTo>
                <a:lnTo>
                  <a:pt x="129795" y="79730"/>
                </a:lnTo>
                <a:lnTo>
                  <a:pt x="130226" y="82434"/>
                </a:lnTo>
                <a:lnTo>
                  <a:pt x="130226" y="86563"/>
                </a:lnTo>
                <a:lnTo>
                  <a:pt x="130847" y="89808"/>
                </a:lnTo>
                <a:lnTo>
                  <a:pt x="130094" y="92016"/>
                </a:lnTo>
                <a:lnTo>
                  <a:pt x="127039" y="91314"/>
                </a:lnTo>
                <a:lnTo>
                  <a:pt x="126389" y="91964"/>
                </a:lnTo>
                <a:lnTo>
                  <a:pt x="126747" y="94625"/>
                </a:lnTo>
                <a:lnTo>
                  <a:pt x="126674" y="95999"/>
                </a:lnTo>
                <a:lnTo>
                  <a:pt x="127090" y="97877"/>
                </a:lnTo>
                <a:lnTo>
                  <a:pt x="126506" y="99112"/>
                </a:lnTo>
                <a:lnTo>
                  <a:pt x="123604" y="98250"/>
                </a:lnTo>
                <a:lnTo>
                  <a:pt x="122888" y="98974"/>
                </a:lnTo>
                <a:lnTo>
                  <a:pt x="123246" y="101641"/>
                </a:lnTo>
                <a:lnTo>
                  <a:pt x="123180" y="102862"/>
                </a:lnTo>
                <a:lnTo>
                  <a:pt x="123597" y="105076"/>
                </a:lnTo>
                <a:lnTo>
                  <a:pt x="122858" y="106209"/>
                </a:lnTo>
                <a:lnTo>
                  <a:pt x="120191" y="105171"/>
                </a:lnTo>
                <a:lnTo>
                  <a:pt x="119226" y="106143"/>
                </a:lnTo>
                <a:lnTo>
                  <a:pt x="120271" y="108789"/>
                </a:lnTo>
                <a:lnTo>
                  <a:pt x="118956" y="109666"/>
                </a:lnTo>
                <a:lnTo>
                  <a:pt x="116895" y="108570"/>
                </a:lnTo>
                <a:lnTo>
                  <a:pt x="115616" y="109651"/>
                </a:lnTo>
                <a:lnTo>
                  <a:pt x="116763" y="112107"/>
                </a:lnTo>
                <a:lnTo>
                  <a:pt x="115623" y="113247"/>
                </a:lnTo>
                <a:lnTo>
                  <a:pt x="113284" y="112078"/>
                </a:lnTo>
                <a:lnTo>
                  <a:pt x="112122" y="113247"/>
                </a:lnTo>
                <a:lnTo>
                  <a:pt x="113284" y="115586"/>
                </a:lnTo>
                <a:lnTo>
                  <a:pt x="112217" y="116653"/>
                </a:lnTo>
                <a:lnTo>
                  <a:pt x="109571" y="115608"/>
                </a:lnTo>
                <a:lnTo>
                  <a:pt x="108694" y="116924"/>
                </a:lnTo>
                <a:lnTo>
                  <a:pt x="109783" y="118985"/>
                </a:lnTo>
                <a:lnTo>
                  <a:pt x="108701" y="120264"/>
                </a:lnTo>
                <a:lnTo>
                  <a:pt x="106246" y="119116"/>
                </a:lnTo>
                <a:lnTo>
                  <a:pt x="105193" y="120169"/>
                </a:lnTo>
                <a:lnTo>
                  <a:pt x="106260" y="122785"/>
                </a:lnTo>
                <a:lnTo>
                  <a:pt x="104426" y="124050"/>
                </a:lnTo>
                <a:lnTo>
                  <a:pt x="99617" y="122033"/>
                </a:lnTo>
                <a:lnTo>
                  <a:pt x="98345" y="123589"/>
                </a:lnTo>
                <a:lnTo>
                  <a:pt x="99120" y="126476"/>
                </a:lnTo>
                <a:lnTo>
                  <a:pt x="97402" y="127280"/>
                </a:lnTo>
                <a:lnTo>
                  <a:pt x="92498" y="125658"/>
                </a:lnTo>
                <a:lnTo>
                  <a:pt x="91373" y="127039"/>
                </a:lnTo>
                <a:lnTo>
                  <a:pt x="92038" y="130050"/>
                </a:lnTo>
                <a:lnTo>
                  <a:pt x="89925" y="130839"/>
                </a:lnTo>
                <a:lnTo>
                  <a:pt x="86527" y="130189"/>
                </a:lnTo>
                <a:lnTo>
                  <a:pt x="82566" y="130189"/>
                </a:lnTo>
                <a:lnTo>
                  <a:pt x="79628" y="129663"/>
                </a:lnTo>
                <a:lnTo>
                  <a:pt x="77303" y="130269"/>
                </a:lnTo>
                <a:lnTo>
                  <a:pt x="77903" y="133412"/>
                </a:lnTo>
                <a:lnTo>
                  <a:pt x="77296" y="134026"/>
                </a:lnTo>
                <a:lnTo>
                  <a:pt x="74636" y="133661"/>
                </a:lnTo>
                <a:lnTo>
                  <a:pt x="70638" y="133873"/>
                </a:lnTo>
                <a:lnTo>
                  <a:pt x="67086" y="133690"/>
                </a:lnTo>
                <a:lnTo>
                  <a:pt x="62620" y="133690"/>
                </a:lnTo>
                <a:lnTo>
                  <a:pt x="61020" y="133968"/>
                </a:lnTo>
                <a:lnTo>
                  <a:pt x="59449" y="133500"/>
                </a:lnTo>
                <a:lnTo>
                  <a:pt x="57044" y="13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621544" y="1147810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4679" y="120373"/>
                </a:moveTo>
                <a:lnTo>
                  <a:pt x="70484" y="119715"/>
                </a:lnTo>
                <a:lnTo>
                  <a:pt x="47587" y="119715"/>
                </a:lnTo>
                <a:lnTo>
                  <a:pt x="44831" y="120169"/>
                </a:lnTo>
                <a:lnTo>
                  <a:pt x="42441" y="119650"/>
                </a:lnTo>
                <a:lnTo>
                  <a:pt x="42982" y="116463"/>
                </a:lnTo>
                <a:lnTo>
                  <a:pt x="42295" y="115776"/>
                </a:lnTo>
                <a:lnTo>
                  <a:pt x="39839" y="116361"/>
                </a:lnTo>
                <a:lnTo>
                  <a:pt x="37062" y="115674"/>
                </a:lnTo>
                <a:lnTo>
                  <a:pt x="34314" y="116916"/>
                </a:lnTo>
                <a:lnTo>
                  <a:pt x="31836" y="116083"/>
                </a:lnTo>
                <a:lnTo>
                  <a:pt x="32523" y="113013"/>
                </a:lnTo>
                <a:lnTo>
                  <a:pt x="31873" y="112370"/>
                </a:lnTo>
                <a:lnTo>
                  <a:pt x="29213" y="112736"/>
                </a:lnTo>
                <a:lnTo>
                  <a:pt x="27956" y="112670"/>
                </a:lnTo>
                <a:lnTo>
                  <a:pt x="25807" y="113086"/>
                </a:lnTo>
                <a:lnTo>
                  <a:pt x="24659" y="112377"/>
                </a:lnTo>
                <a:lnTo>
                  <a:pt x="25660" y="109659"/>
                </a:lnTo>
                <a:lnTo>
                  <a:pt x="24710" y="108716"/>
                </a:lnTo>
                <a:lnTo>
                  <a:pt x="22065" y="109761"/>
                </a:lnTo>
                <a:lnTo>
                  <a:pt x="21188" y="108438"/>
                </a:lnTo>
                <a:lnTo>
                  <a:pt x="22276" y="106384"/>
                </a:lnTo>
                <a:lnTo>
                  <a:pt x="21195" y="105105"/>
                </a:lnTo>
                <a:lnTo>
                  <a:pt x="18739" y="106253"/>
                </a:lnTo>
                <a:lnTo>
                  <a:pt x="17606" y="105113"/>
                </a:lnTo>
                <a:lnTo>
                  <a:pt x="18776" y="102774"/>
                </a:lnTo>
                <a:lnTo>
                  <a:pt x="17606" y="101604"/>
                </a:lnTo>
                <a:lnTo>
                  <a:pt x="15268" y="102774"/>
                </a:lnTo>
                <a:lnTo>
                  <a:pt x="14193" y="101707"/>
                </a:lnTo>
                <a:lnTo>
                  <a:pt x="15246" y="99054"/>
                </a:lnTo>
                <a:lnTo>
                  <a:pt x="13923" y="98184"/>
                </a:lnTo>
                <a:lnTo>
                  <a:pt x="11869" y="99273"/>
                </a:lnTo>
                <a:lnTo>
                  <a:pt x="10590" y="98191"/>
                </a:lnTo>
                <a:lnTo>
                  <a:pt x="11730" y="95736"/>
                </a:lnTo>
                <a:lnTo>
                  <a:pt x="10648" y="94654"/>
                </a:lnTo>
                <a:lnTo>
                  <a:pt x="8120" y="95765"/>
                </a:lnTo>
                <a:lnTo>
                  <a:pt x="6724" y="93945"/>
                </a:lnTo>
                <a:lnTo>
                  <a:pt x="8843" y="89121"/>
                </a:lnTo>
                <a:lnTo>
                  <a:pt x="7264" y="87828"/>
                </a:lnTo>
                <a:lnTo>
                  <a:pt x="4378" y="88610"/>
                </a:lnTo>
                <a:lnTo>
                  <a:pt x="3296" y="86307"/>
                </a:lnTo>
                <a:lnTo>
                  <a:pt x="4670" y="83157"/>
                </a:lnTo>
                <a:lnTo>
                  <a:pt x="4019" y="80526"/>
                </a:lnTo>
                <a:lnTo>
                  <a:pt x="4604" y="78071"/>
                </a:lnTo>
                <a:lnTo>
                  <a:pt x="3917" y="77391"/>
                </a:lnTo>
                <a:lnTo>
                  <a:pt x="723" y="77932"/>
                </a:lnTo>
                <a:lnTo>
                  <a:pt x="0" y="74533"/>
                </a:lnTo>
                <a:lnTo>
                  <a:pt x="665" y="70309"/>
                </a:lnTo>
                <a:lnTo>
                  <a:pt x="665" y="47382"/>
                </a:lnTo>
                <a:lnTo>
                  <a:pt x="270" y="44729"/>
                </a:lnTo>
                <a:lnTo>
                  <a:pt x="716" y="42310"/>
                </a:lnTo>
                <a:lnTo>
                  <a:pt x="3931" y="42806"/>
                </a:lnTo>
                <a:lnTo>
                  <a:pt x="4604" y="42134"/>
                </a:lnTo>
                <a:lnTo>
                  <a:pt x="4019" y="39679"/>
                </a:lnTo>
                <a:lnTo>
                  <a:pt x="4692" y="36960"/>
                </a:lnTo>
                <a:lnTo>
                  <a:pt x="3383" y="34051"/>
                </a:lnTo>
                <a:lnTo>
                  <a:pt x="4334" y="31624"/>
                </a:lnTo>
                <a:lnTo>
                  <a:pt x="7330" y="32399"/>
                </a:lnTo>
                <a:lnTo>
                  <a:pt x="8258" y="31464"/>
                </a:lnTo>
                <a:lnTo>
                  <a:pt x="7213" y="29242"/>
                </a:lnTo>
                <a:lnTo>
                  <a:pt x="8141" y="27838"/>
                </a:lnTo>
                <a:lnTo>
                  <a:pt x="7089" y="25624"/>
                </a:lnTo>
                <a:lnTo>
                  <a:pt x="8193" y="24520"/>
                </a:lnTo>
                <a:lnTo>
                  <a:pt x="10758" y="25617"/>
                </a:lnTo>
                <a:lnTo>
                  <a:pt x="11679" y="24345"/>
                </a:lnTo>
                <a:lnTo>
                  <a:pt x="10590" y="22130"/>
                </a:lnTo>
                <a:lnTo>
                  <a:pt x="11671" y="21049"/>
                </a:lnTo>
                <a:lnTo>
                  <a:pt x="14317" y="22094"/>
                </a:lnTo>
                <a:lnTo>
                  <a:pt x="15180" y="20793"/>
                </a:lnTo>
                <a:lnTo>
                  <a:pt x="14098" y="18681"/>
                </a:lnTo>
                <a:lnTo>
                  <a:pt x="15216" y="17438"/>
                </a:lnTo>
                <a:lnTo>
                  <a:pt x="17621" y="18593"/>
                </a:lnTo>
                <a:lnTo>
                  <a:pt x="18681" y="17541"/>
                </a:lnTo>
                <a:lnTo>
                  <a:pt x="17628" y="14895"/>
                </a:lnTo>
                <a:lnTo>
                  <a:pt x="18893" y="14062"/>
                </a:lnTo>
                <a:lnTo>
                  <a:pt x="21107" y="15107"/>
                </a:lnTo>
                <a:lnTo>
                  <a:pt x="22277" y="13937"/>
                </a:lnTo>
                <a:lnTo>
                  <a:pt x="21107" y="11606"/>
                </a:lnTo>
                <a:lnTo>
                  <a:pt x="22181" y="10532"/>
                </a:lnTo>
                <a:lnTo>
                  <a:pt x="24827" y="11576"/>
                </a:lnTo>
                <a:lnTo>
                  <a:pt x="25522" y="10539"/>
                </a:lnTo>
                <a:lnTo>
                  <a:pt x="24740" y="7791"/>
                </a:lnTo>
                <a:lnTo>
                  <a:pt x="26486" y="6753"/>
                </a:lnTo>
                <a:lnTo>
                  <a:pt x="31317" y="8609"/>
                </a:lnTo>
                <a:lnTo>
                  <a:pt x="32487" y="7177"/>
                </a:lnTo>
                <a:lnTo>
                  <a:pt x="31858" y="4129"/>
                </a:lnTo>
                <a:lnTo>
                  <a:pt x="33093" y="3705"/>
                </a:lnTo>
                <a:lnTo>
                  <a:pt x="34789" y="4012"/>
                </a:lnTo>
                <a:lnTo>
                  <a:pt x="36843" y="4012"/>
                </a:lnTo>
                <a:lnTo>
                  <a:pt x="38114" y="4165"/>
                </a:lnTo>
                <a:lnTo>
                  <a:pt x="40322" y="3866"/>
                </a:lnTo>
                <a:lnTo>
                  <a:pt x="41637" y="4304"/>
                </a:lnTo>
                <a:lnTo>
                  <a:pt x="42733" y="4012"/>
                </a:lnTo>
                <a:lnTo>
                  <a:pt x="43048" y="3932"/>
                </a:lnTo>
                <a:lnTo>
                  <a:pt x="42463" y="782"/>
                </a:lnTo>
                <a:lnTo>
                  <a:pt x="43121" y="124"/>
                </a:lnTo>
                <a:lnTo>
                  <a:pt x="45671" y="599"/>
                </a:lnTo>
                <a:lnTo>
                  <a:pt x="49531" y="0"/>
                </a:lnTo>
                <a:lnTo>
                  <a:pt x="53433" y="504"/>
                </a:lnTo>
                <a:lnTo>
                  <a:pt x="72969" y="504"/>
                </a:lnTo>
                <a:lnTo>
                  <a:pt x="75688" y="65"/>
                </a:lnTo>
                <a:lnTo>
                  <a:pt x="78092" y="562"/>
                </a:lnTo>
                <a:lnTo>
                  <a:pt x="77559" y="3764"/>
                </a:lnTo>
                <a:lnTo>
                  <a:pt x="78246" y="4443"/>
                </a:lnTo>
                <a:lnTo>
                  <a:pt x="80701" y="3859"/>
                </a:lnTo>
                <a:lnTo>
                  <a:pt x="83479" y="4546"/>
                </a:lnTo>
                <a:lnTo>
                  <a:pt x="86227" y="3310"/>
                </a:lnTo>
                <a:lnTo>
                  <a:pt x="88712" y="4136"/>
                </a:lnTo>
                <a:lnTo>
                  <a:pt x="88018" y="7206"/>
                </a:lnTo>
                <a:lnTo>
                  <a:pt x="88668" y="7849"/>
                </a:lnTo>
                <a:lnTo>
                  <a:pt x="91328" y="7491"/>
                </a:lnTo>
                <a:lnTo>
                  <a:pt x="92578" y="7557"/>
                </a:lnTo>
                <a:lnTo>
                  <a:pt x="94734" y="7140"/>
                </a:lnTo>
                <a:lnTo>
                  <a:pt x="95882" y="7842"/>
                </a:lnTo>
                <a:lnTo>
                  <a:pt x="94880" y="10560"/>
                </a:lnTo>
                <a:lnTo>
                  <a:pt x="95830" y="11511"/>
                </a:lnTo>
                <a:lnTo>
                  <a:pt x="98476" y="10458"/>
                </a:lnTo>
                <a:lnTo>
                  <a:pt x="99353" y="11781"/>
                </a:lnTo>
                <a:lnTo>
                  <a:pt x="98264" y="13835"/>
                </a:lnTo>
                <a:lnTo>
                  <a:pt x="99346" y="15114"/>
                </a:lnTo>
                <a:lnTo>
                  <a:pt x="101802" y="13974"/>
                </a:lnTo>
                <a:lnTo>
                  <a:pt x="102934" y="15107"/>
                </a:lnTo>
                <a:lnTo>
                  <a:pt x="101765" y="17445"/>
                </a:lnTo>
                <a:lnTo>
                  <a:pt x="102934" y="18615"/>
                </a:lnTo>
                <a:lnTo>
                  <a:pt x="105273" y="17446"/>
                </a:lnTo>
                <a:lnTo>
                  <a:pt x="106348" y="18520"/>
                </a:lnTo>
                <a:lnTo>
                  <a:pt x="105295" y="21165"/>
                </a:lnTo>
                <a:lnTo>
                  <a:pt x="106618" y="22035"/>
                </a:lnTo>
                <a:lnTo>
                  <a:pt x="108672" y="20954"/>
                </a:lnTo>
                <a:lnTo>
                  <a:pt x="109951" y="22028"/>
                </a:lnTo>
                <a:lnTo>
                  <a:pt x="108811" y="24484"/>
                </a:lnTo>
                <a:lnTo>
                  <a:pt x="109893" y="25565"/>
                </a:lnTo>
                <a:lnTo>
                  <a:pt x="112421" y="24455"/>
                </a:lnTo>
                <a:lnTo>
                  <a:pt x="113817" y="26274"/>
                </a:lnTo>
                <a:lnTo>
                  <a:pt x="111698" y="31098"/>
                </a:lnTo>
                <a:lnTo>
                  <a:pt x="113276" y="32392"/>
                </a:lnTo>
                <a:lnTo>
                  <a:pt x="116171" y="31617"/>
                </a:lnTo>
                <a:lnTo>
                  <a:pt x="117245" y="33912"/>
                </a:lnTo>
                <a:lnTo>
                  <a:pt x="115871" y="37062"/>
                </a:lnTo>
                <a:lnTo>
                  <a:pt x="116522" y="39693"/>
                </a:lnTo>
                <a:lnTo>
                  <a:pt x="115937" y="42149"/>
                </a:lnTo>
                <a:lnTo>
                  <a:pt x="116624" y="42828"/>
                </a:lnTo>
                <a:lnTo>
                  <a:pt x="119818" y="42295"/>
                </a:lnTo>
                <a:lnTo>
                  <a:pt x="120541" y="45693"/>
                </a:lnTo>
                <a:lnTo>
                  <a:pt x="119876" y="49910"/>
                </a:lnTo>
                <a:lnTo>
                  <a:pt x="119876" y="72801"/>
                </a:lnTo>
                <a:lnTo>
                  <a:pt x="120322" y="75542"/>
                </a:lnTo>
                <a:lnTo>
                  <a:pt x="119818" y="77932"/>
                </a:lnTo>
                <a:lnTo>
                  <a:pt x="116624" y="77398"/>
                </a:lnTo>
                <a:lnTo>
                  <a:pt x="115937" y="78085"/>
                </a:lnTo>
                <a:lnTo>
                  <a:pt x="116522" y="80541"/>
                </a:lnTo>
                <a:lnTo>
                  <a:pt x="115871" y="83165"/>
                </a:lnTo>
                <a:lnTo>
                  <a:pt x="117245" y="86315"/>
                </a:lnTo>
                <a:lnTo>
                  <a:pt x="116149" y="88639"/>
                </a:lnTo>
                <a:lnTo>
                  <a:pt x="113255" y="87776"/>
                </a:lnTo>
                <a:lnTo>
                  <a:pt x="112531" y="88507"/>
                </a:lnTo>
                <a:lnTo>
                  <a:pt x="112896" y="91168"/>
                </a:lnTo>
                <a:lnTo>
                  <a:pt x="112831" y="92308"/>
                </a:lnTo>
                <a:lnTo>
                  <a:pt x="113233" y="94712"/>
                </a:lnTo>
                <a:lnTo>
                  <a:pt x="112414" y="95765"/>
                </a:lnTo>
                <a:lnTo>
                  <a:pt x="109893" y="94654"/>
                </a:lnTo>
                <a:lnTo>
                  <a:pt x="108877" y="95670"/>
                </a:lnTo>
                <a:lnTo>
                  <a:pt x="109922" y="98315"/>
                </a:lnTo>
                <a:lnTo>
                  <a:pt x="108599" y="99193"/>
                </a:lnTo>
                <a:lnTo>
                  <a:pt x="106545" y="98104"/>
                </a:lnTo>
                <a:lnTo>
                  <a:pt x="105266" y="99185"/>
                </a:lnTo>
                <a:lnTo>
                  <a:pt x="106406" y="101641"/>
                </a:lnTo>
                <a:lnTo>
                  <a:pt x="105274" y="102774"/>
                </a:lnTo>
                <a:lnTo>
                  <a:pt x="102935" y="101605"/>
                </a:lnTo>
                <a:lnTo>
                  <a:pt x="101765" y="102774"/>
                </a:lnTo>
                <a:lnTo>
                  <a:pt x="102934" y="105113"/>
                </a:lnTo>
                <a:lnTo>
                  <a:pt x="101860" y="106187"/>
                </a:lnTo>
                <a:lnTo>
                  <a:pt x="99215" y="105135"/>
                </a:lnTo>
                <a:lnTo>
                  <a:pt x="98345" y="106457"/>
                </a:lnTo>
                <a:lnTo>
                  <a:pt x="99434" y="108511"/>
                </a:lnTo>
                <a:lnTo>
                  <a:pt x="98352" y="109790"/>
                </a:lnTo>
                <a:lnTo>
                  <a:pt x="95896" y="108650"/>
                </a:lnTo>
                <a:lnTo>
                  <a:pt x="94880" y="109659"/>
                </a:lnTo>
                <a:lnTo>
                  <a:pt x="95882" y="112385"/>
                </a:lnTo>
                <a:lnTo>
                  <a:pt x="94062" y="113481"/>
                </a:lnTo>
                <a:lnTo>
                  <a:pt x="89231" y="111603"/>
                </a:lnTo>
                <a:lnTo>
                  <a:pt x="88054" y="113035"/>
                </a:lnTo>
                <a:lnTo>
                  <a:pt x="88668" y="116098"/>
                </a:lnTo>
                <a:lnTo>
                  <a:pt x="86220" y="116916"/>
                </a:lnTo>
                <a:lnTo>
                  <a:pt x="83472" y="115674"/>
                </a:lnTo>
                <a:lnTo>
                  <a:pt x="80687" y="116361"/>
                </a:lnTo>
                <a:lnTo>
                  <a:pt x="78232" y="115776"/>
                </a:lnTo>
                <a:lnTo>
                  <a:pt x="77552" y="116463"/>
                </a:lnTo>
                <a:lnTo>
                  <a:pt x="78085" y="119664"/>
                </a:lnTo>
                <a:lnTo>
                  <a:pt x="74679" y="1203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835511" y="1151099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55246" y="113401"/>
                </a:moveTo>
                <a:lnTo>
                  <a:pt x="52659" y="112758"/>
                </a:lnTo>
                <a:lnTo>
                  <a:pt x="50203" y="113343"/>
                </a:lnTo>
                <a:lnTo>
                  <a:pt x="49530" y="112670"/>
                </a:lnTo>
                <a:lnTo>
                  <a:pt x="50056" y="109462"/>
                </a:lnTo>
                <a:lnTo>
                  <a:pt x="47645" y="108979"/>
                </a:lnTo>
                <a:lnTo>
                  <a:pt x="44948" y="109411"/>
                </a:lnTo>
                <a:lnTo>
                  <a:pt x="40840" y="109411"/>
                </a:lnTo>
                <a:lnTo>
                  <a:pt x="37537" y="110046"/>
                </a:lnTo>
                <a:lnTo>
                  <a:pt x="35359" y="109272"/>
                </a:lnTo>
                <a:lnTo>
                  <a:pt x="36075" y="106224"/>
                </a:lnTo>
                <a:lnTo>
                  <a:pt x="35162" y="105318"/>
                </a:lnTo>
                <a:lnTo>
                  <a:pt x="32940" y="106370"/>
                </a:lnTo>
                <a:lnTo>
                  <a:pt x="31537" y="105442"/>
                </a:lnTo>
                <a:lnTo>
                  <a:pt x="29322" y="106487"/>
                </a:lnTo>
                <a:lnTo>
                  <a:pt x="28306" y="105471"/>
                </a:lnTo>
                <a:lnTo>
                  <a:pt x="29242" y="102672"/>
                </a:lnTo>
                <a:lnTo>
                  <a:pt x="26917" y="101415"/>
                </a:lnTo>
                <a:lnTo>
                  <a:pt x="23636" y="103220"/>
                </a:lnTo>
                <a:lnTo>
                  <a:pt x="21275" y="102211"/>
                </a:lnTo>
                <a:lnTo>
                  <a:pt x="22094" y="99259"/>
                </a:lnTo>
                <a:lnTo>
                  <a:pt x="21129" y="98301"/>
                </a:lnTo>
                <a:lnTo>
                  <a:pt x="18834" y="99463"/>
                </a:lnTo>
                <a:lnTo>
                  <a:pt x="17628" y="98360"/>
                </a:lnTo>
                <a:lnTo>
                  <a:pt x="18783" y="95955"/>
                </a:lnTo>
                <a:lnTo>
                  <a:pt x="17730" y="94903"/>
                </a:lnTo>
                <a:lnTo>
                  <a:pt x="15078" y="95955"/>
                </a:lnTo>
                <a:lnTo>
                  <a:pt x="14208" y="94632"/>
                </a:lnTo>
                <a:lnTo>
                  <a:pt x="15297" y="92578"/>
                </a:lnTo>
                <a:lnTo>
                  <a:pt x="14215" y="91292"/>
                </a:lnTo>
                <a:lnTo>
                  <a:pt x="11759" y="92440"/>
                </a:lnTo>
                <a:lnTo>
                  <a:pt x="10634" y="91314"/>
                </a:lnTo>
                <a:lnTo>
                  <a:pt x="11650" y="89085"/>
                </a:lnTo>
                <a:lnTo>
                  <a:pt x="10765" y="87674"/>
                </a:lnTo>
                <a:lnTo>
                  <a:pt x="11781" y="85453"/>
                </a:lnTo>
                <a:lnTo>
                  <a:pt x="10722" y="84385"/>
                </a:lnTo>
                <a:lnTo>
                  <a:pt x="8068" y="85438"/>
                </a:lnTo>
                <a:lnTo>
                  <a:pt x="7162" y="84064"/>
                </a:lnTo>
                <a:lnTo>
                  <a:pt x="8229" y="82193"/>
                </a:lnTo>
                <a:lnTo>
                  <a:pt x="7250" y="80665"/>
                </a:lnTo>
                <a:lnTo>
                  <a:pt x="8280" y="78443"/>
                </a:lnTo>
                <a:lnTo>
                  <a:pt x="7367" y="77530"/>
                </a:lnTo>
                <a:lnTo>
                  <a:pt x="4341" y="78268"/>
                </a:lnTo>
                <a:lnTo>
                  <a:pt x="3551" y="76112"/>
                </a:lnTo>
                <a:lnTo>
                  <a:pt x="4195" y="72750"/>
                </a:lnTo>
                <a:lnTo>
                  <a:pt x="4195" y="68774"/>
                </a:lnTo>
                <a:lnTo>
                  <a:pt x="4721" y="65836"/>
                </a:lnTo>
                <a:lnTo>
                  <a:pt x="4114" y="63512"/>
                </a:lnTo>
                <a:lnTo>
                  <a:pt x="971" y="64111"/>
                </a:lnTo>
                <a:lnTo>
                  <a:pt x="358" y="63497"/>
                </a:lnTo>
                <a:lnTo>
                  <a:pt x="723" y="60844"/>
                </a:lnTo>
                <a:lnTo>
                  <a:pt x="628" y="59171"/>
                </a:lnTo>
                <a:lnTo>
                  <a:pt x="694" y="55034"/>
                </a:lnTo>
                <a:lnTo>
                  <a:pt x="0" y="51431"/>
                </a:lnTo>
                <a:lnTo>
                  <a:pt x="876" y="49362"/>
                </a:lnTo>
                <a:lnTo>
                  <a:pt x="3836" y="50181"/>
                </a:lnTo>
                <a:lnTo>
                  <a:pt x="4589" y="49414"/>
                </a:lnTo>
                <a:lnTo>
                  <a:pt x="4092" y="46885"/>
                </a:lnTo>
                <a:lnTo>
                  <a:pt x="4582" y="44122"/>
                </a:lnTo>
                <a:lnTo>
                  <a:pt x="4195" y="41506"/>
                </a:lnTo>
                <a:lnTo>
                  <a:pt x="4195" y="38348"/>
                </a:lnTo>
                <a:lnTo>
                  <a:pt x="3895" y="36660"/>
                </a:lnTo>
                <a:lnTo>
                  <a:pt x="4334" y="35403"/>
                </a:lnTo>
                <a:lnTo>
                  <a:pt x="7389" y="36105"/>
                </a:lnTo>
                <a:lnTo>
                  <a:pt x="8039" y="35447"/>
                </a:lnTo>
                <a:lnTo>
                  <a:pt x="7674" y="32786"/>
                </a:lnTo>
                <a:lnTo>
                  <a:pt x="7747" y="31420"/>
                </a:lnTo>
                <a:lnTo>
                  <a:pt x="7338" y="29541"/>
                </a:lnTo>
                <a:lnTo>
                  <a:pt x="7922" y="28306"/>
                </a:lnTo>
                <a:lnTo>
                  <a:pt x="10816" y="29168"/>
                </a:lnTo>
                <a:lnTo>
                  <a:pt x="11540" y="28438"/>
                </a:lnTo>
                <a:lnTo>
                  <a:pt x="11182" y="25777"/>
                </a:lnTo>
                <a:lnTo>
                  <a:pt x="11240" y="24622"/>
                </a:lnTo>
                <a:lnTo>
                  <a:pt x="10838" y="22262"/>
                </a:lnTo>
                <a:lnTo>
                  <a:pt x="11642" y="21187"/>
                </a:lnTo>
                <a:lnTo>
                  <a:pt x="14193" y="22284"/>
                </a:lnTo>
                <a:lnTo>
                  <a:pt x="15202" y="21275"/>
                </a:lnTo>
                <a:lnTo>
                  <a:pt x="14149" y="18629"/>
                </a:lnTo>
                <a:lnTo>
                  <a:pt x="15414" y="17796"/>
                </a:lnTo>
                <a:lnTo>
                  <a:pt x="17635" y="18841"/>
                </a:lnTo>
                <a:lnTo>
                  <a:pt x="18797" y="17679"/>
                </a:lnTo>
                <a:lnTo>
                  <a:pt x="17635" y="15341"/>
                </a:lnTo>
                <a:lnTo>
                  <a:pt x="18702" y="14266"/>
                </a:lnTo>
                <a:lnTo>
                  <a:pt x="21356" y="15311"/>
                </a:lnTo>
                <a:lnTo>
                  <a:pt x="22086" y="14215"/>
                </a:lnTo>
                <a:lnTo>
                  <a:pt x="21217" y="11591"/>
                </a:lnTo>
                <a:lnTo>
                  <a:pt x="22993" y="10385"/>
                </a:lnTo>
                <a:lnTo>
                  <a:pt x="27802" y="12388"/>
                </a:lnTo>
                <a:lnTo>
                  <a:pt x="29073" y="10838"/>
                </a:lnTo>
                <a:lnTo>
                  <a:pt x="28299" y="7951"/>
                </a:lnTo>
                <a:lnTo>
                  <a:pt x="30016" y="7140"/>
                </a:lnTo>
                <a:lnTo>
                  <a:pt x="34920" y="8770"/>
                </a:lnTo>
                <a:lnTo>
                  <a:pt x="36002" y="7440"/>
                </a:lnTo>
                <a:lnTo>
                  <a:pt x="35439" y="4326"/>
                </a:lnTo>
                <a:lnTo>
                  <a:pt x="37705" y="3683"/>
                </a:lnTo>
                <a:lnTo>
                  <a:pt x="40731" y="4238"/>
                </a:lnTo>
                <a:lnTo>
                  <a:pt x="45035" y="4238"/>
                </a:lnTo>
                <a:lnTo>
                  <a:pt x="47520" y="4531"/>
                </a:lnTo>
                <a:lnTo>
                  <a:pt x="49779" y="4231"/>
                </a:lnTo>
                <a:lnTo>
                  <a:pt x="50005" y="4202"/>
                </a:lnTo>
                <a:lnTo>
                  <a:pt x="49567" y="942"/>
                </a:lnTo>
                <a:lnTo>
                  <a:pt x="50078" y="431"/>
                </a:lnTo>
                <a:lnTo>
                  <a:pt x="54420" y="760"/>
                </a:lnTo>
                <a:lnTo>
                  <a:pt x="55662" y="577"/>
                </a:lnTo>
                <a:lnTo>
                  <a:pt x="57848" y="869"/>
                </a:lnTo>
                <a:lnTo>
                  <a:pt x="63212" y="0"/>
                </a:lnTo>
                <a:lnTo>
                  <a:pt x="64082" y="1067"/>
                </a:lnTo>
                <a:lnTo>
                  <a:pt x="63453" y="4114"/>
                </a:lnTo>
                <a:lnTo>
                  <a:pt x="64681" y="4538"/>
                </a:lnTo>
                <a:lnTo>
                  <a:pt x="66384" y="4231"/>
                </a:lnTo>
                <a:lnTo>
                  <a:pt x="68299" y="4231"/>
                </a:lnTo>
                <a:lnTo>
                  <a:pt x="69885" y="3954"/>
                </a:lnTo>
                <a:lnTo>
                  <a:pt x="72881" y="4845"/>
                </a:lnTo>
                <a:lnTo>
                  <a:pt x="75863" y="3391"/>
                </a:lnTo>
                <a:lnTo>
                  <a:pt x="78275" y="4421"/>
                </a:lnTo>
                <a:lnTo>
                  <a:pt x="77464" y="7374"/>
                </a:lnTo>
                <a:lnTo>
                  <a:pt x="78348" y="8259"/>
                </a:lnTo>
                <a:lnTo>
                  <a:pt x="80643" y="7425"/>
                </a:lnTo>
                <a:lnTo>
                  <a:pt x="82032" y="8046"/>
                </a:lnTo>
                <a:lnTo>
                  <a:pt x="84319" y="7220"/>
                </a:lnTo>
                <a:lnTo>
                  <a:pt x="85211" y="8105"/>
                </a:lnTo>
                <a:lnTo>
                  <a:pt x="84400" y="11058"/>
                </a:lnTo>
                <a:lnTo>
                  <a:pt x="86636" y="12008"/>
                </a:lnTo>
                <a:lnTo>
                  <a:pt x="90254" y="10173"/>
                </a:lnTo>
                <a:lnTo>
                  <a:pt x="92417" y="11620"/>
                </a:lnTo>
                <a:lnTo>
                  <a:pt x="91372" y="14259"/>
                </a:lnTo>
                <a:lnTo>
                  <a:pt x="92439" y="15333"/>
                </a:lnTo>
                <a:lnTo>
                  <a:pt x="94778" y="14164"/>
                </a:lnTo>
                <a:lnTo>
                  <a:pt x="95948" y="15333"/>
                </a:lnTo>
                <a:lnTo>
                  <a:pt x="94778" y="17672"/>
                </a:lnTo>
                <a:lnTo>
                  <a:pt x="95933" y="18820"/>
                </a:lnTo>
                <a:lnTo>
                  <a:pt x="98330" y="17658"/>
                </a:lnTo>
                <a:lnTo>
                  <a:pt x="99434" y="18878"/>
                </a:lnTo>
                <a:lnTo>
                  <a:pt x="98272" y="21166"/>
                </a:lnTo>
                <a:lnTo>
                  <a:pt x="99236" y="22123"/>
                </a:lnTo>
                <a:lnTo>
                  <a:pt x="102189" y="21312"/>
                </a:lnTo>
                <a:lnTo>
                  <a:pt x="103191" y="23672"/>
                </a:lnTo>
                <a:lnTo>
                  <a:pt x="101385" y="26947"/>
                </a:lnTo>
                <a:lnTo>
                  <a:pt x="102642" y="29278"/>
                </a:lnTo>
                <a:lnTo>
                  <a:pt x="105449" y="28343"/>
                </a:lnTo>
                <a:lnTo>
                  <a:pt x="106457" y="29358"/>
                </a:lnTo>
                <a:lnTo>
                  <a:pt x="105412" y="31580"/>
                </a:lnTo>
                <a:lnTo>
                  <a:pt x="106341" y="32984"/>
                </a:lnTo>
                <a:lnTo>
                  <a:pt x="105295" y="35198"/>
                </a:lnTo>
                <a:lnTo>
                  <a:pt x="106209" y="36119"/>
                </a:lnTo>
                <a:lnTo>
                  <a:pt x="109242" y="35388"/>
                </a:lnTo>
                <a:lnTo>
                  <a:pt x="110024" y="37552"/>
                </a:lnTo>
                <a:lnTo>
                  <a:pt x="109381" y="40892"/>
                </a:lnTo>
                <a:lnTo>
                  <a:pt x="109381" y="43866"/>
                </a:lnTo>
                <a:lnTo>
                  <a:pt x="109162" y="45277"/>
                </a:lnTo>
                <a:lnTo>
                  <a:pt x="109513" y="46914"/>
                </a:lnTo>
                <a:lnTo>
                  <a:pt x="108964" y="49399"/>
                </a:lnTo>
                <a:lnTo>
                  <a:pt x="109871" y="50298"/>
                </a:lnTo>
                <a:lnTo>
                  <a:pt x="112516" y="49246"/>
                </a:lnTo>
                <a:lnTo>
                  <a:pt x="113262" y="50364"/>
                </a:lnTo>
                <a:lnTo>
                  <a:pt x="112853" y="52629"/>
                </a:lnTo>
                <a:lnTo>
                  <a:pt x="112984" y="55334"/>
                </a:lnTo>
                <a:lnTo>
                  <a:pt x="113372" y="58367"/>
                </a:lnTo>
                <a:lnTo>
                  <a:pt x="112736" y="60954"/>
                </a:lnTo>
                <a:lnTo>
                  <a:pt x="113320" y="63410"/>
                </a:lnTo>
                <a:lnTo>
                  <a:pt x="112641" y="64082"/>
                </a:lnTo>
                <a:lnTo>
                  <a:pt x="109432" y="63563"/>
                </a:lnTo>
                <a:lnTo>
                  <a:pt x="108950" y="65968"/>
                </a:lnTo>
                <a:lnTo>
                  <a:pt x="109381" y="68672"/>
                </a:lnTo>
                <a:lnTo>
                  <a:pt x="109381" y="72757"/>
                </a:lnTo>
                <a:lnTo>
                  <a:pt x="110024" y="76097"/>
                </a:lnTo>
                <a:lnTo>
                  <a:pt x="109235" y="78268"/>
                </a:lnTo>
                <a:lnTo>
                  <a:pt x="106202" y="77530"/>
                </a:lnTo>
                <a:lnTo>
                  <a:pt x="105544" y="78202"/>
                </a:lnTo>
                <a:lnTo>
                  <a:pt x="105902" y="80863"/>
                </a:lnTo>
                <a:lnTo>
                  <a:pt x="105836" y="82164"/>
                </a:lnTo>
                <a:lnTo>
                  <a:pt x="106253" y="84203"/>
                </a:lnTo>
                <a:lnTo>
                  <a:pt x="105595" y="85387"/>
                </a:lnTo>
                <a:lnTo>
                  <a:pt x="102803" y="84444"/>
                </a:lnTo>
                <a:lnTo>
                  <a:pt x="101795" y="85453"/>
                </a:lnTo>
                <a:lnTo>
                  <a:pt x="102811" y="87682"/>
                </a:lnTo>
                <a:lnTo>
                  <a:pt x="101933" y="89085"/>
                </a:lnTo>
                <a:lnTo>
                  <a:pt x="102949" y="91314"/>
                </a:lnTo>
                <a:lnTo>
                  <a:pt x="101882" y="92374"/>
                </a:lnTo>
                <a:lnTo>
                  <a:pt x="99237" y="91329"/>
                </a:lnTo>
                <a:lnTo>
                  <a:pt x="98360" y="92644"/>
                </a:lnTo>
                <a:lnTo>
                  <a:pt x="99449" y="94705"/>
                </a:lnTo>
                <a:lnTo>
                  <a:pt x="98374" y="95984"/>
                </a:lnTo>
                <a:lnTo>
                  <a:pt x="95918" y="94837"/>
                </a:lnTo>
                <a:lnTo>
                  <a:pt x="94793" y="95955"/>
                </a:lnTo>
                <a:lnTo>
                  <a:pt x="95955" y="98360"/>
                </a:lnTo>
                <a:lnTo>
                  <a:pt x="94734" y="99463"/>
                </a:lnTo>
                <a:lnTo>
                  <a:pt x="92454" y="98301"/>
                </a:lnTo>
                <a:lnTo>
                  <a:pt x="91489" y="99266"/>
                </a:lnTo>
                <a:lnTo>
                  <a:pt x="92301" y="102211"/>
                </a:lnTo>
                <a:lnTo>
                  <a:pt x="89940" y="103220"/>
                </a:lnTo>
                <a:lnTo>
                  <a:pt x="86666" y="101415"/>
                </a:lnTo>
                <a:lnTo>
                  <a:pt x="84334" y="102672"/>
                </a:lnTo>
                <a:lnTo>
                  <a:pt x="85277" y="105478"/>
                </a:lnTo>
                <a:lnTo>
                  <a:pt x="84261" y="106487"/>
                </a:lnTo>
                <a:lnTo>
                  <a:pt x="82032" y="105442"/>
                </a:lnTo>
                <a:lnTo>
                  <a:pt x="80636" y="106370"/>
                </a:lnTo>
                <a:lnTo>
                  <a:pt x="78414" y="105325"/>
                </a:lnTo>
                <a:lnTo>
                  <a:pt x="77500" y="106238"/>
                </a:lnTo>
                <a:lnTo>
                  <a:pt x="78231" y="109272"/>
                </a:lnTo>
                <a:lnTo>
                  <a:pt x="76061" y="110054"/>
                </a:lnTo>
                <a:lnTo>
                  <a:pt x="72721" y="109411"/>
                </a:lnTo>
                <a:lnTo>
                  <a:pt x="69754" y="109411"/>
                </a:lnTo>
                <a:lnTo>
                  <a:pt x="68343" y="109184"/>
                </a:lnTo>
                <a:lnTo>
                  <a:pt x="66706" y="109542"/>
                </a:lnTo>
                <a:lnTo>
                  <a:pt x="64213" y="108994"/>
                </a:lnTo>
                <a:lnTo>
                  <a:pt x="63322" y="109900"/>
                </a:lnTo>
                <a:lnTo>
                  <a:pt x="64367" y="112546"/>
                </a:lnTo>
                <a:lnTo>
                  <a:pt x="63249" y="113284"/>
                </a:lnTo>
                <a:lnTo>
                  <a:pt x="60990" y="112882"/>
                </a:lnTo>
                <a:lnTo>
                  <a:pt x="58279" y="113014"/>
                </a:lnTo>
                <a:lnTo>
                  <a:pt x="55246" y="1134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053265" y="1158415"/>
            <a:ext cx="99695" cy="99060"/>
          </a:xfrm>
          <a:custGeom>
            <a:avLst/>
            <a:gdLst/>
            <a:ahLst/>
            <a:cxnLst/>
            <a:rect l="l" t="t" r="r" b="b"/>
            <a:pathLst>
              <a:path w="99694" h="99059">
                <a:moveTo>
                  <a:pt x="59389" y="99039"/>
                </a:moveTo>
                <a:lnTo>
                  <a:pt x="57336" y="98447"/>
                </a:lnTo>
                <a:lnTo>
                  <a:pt x="54383" y="99003"/>
                </a:lnTo>
                <a:lnTo>
                  <a:pt x="51730" y="98593"/>
                </a:lnTo>
                <a:lnTo>
                  <a:pt x="41658" y="98593"/>
                </a:lnTo>
                <a:lnTo>
                  <a:pt x="39773" y="98930"/>
                </a:lnTo>
                <a:lnTo>
                  <a:pt x="38560" y="98411"/>
                </a:lnTo>
                <a:lnTo>
                  <a:pt x="39378" y="95458"/>
                </a:lnTo>
                <a:lnTo>
                  <a:pt x="38552" y="94639"/>
                </a:lnTo>
                <a:lnTo>
                  <a:pt x="36148" y="95290"/>
                </a:lnTo>
                <a:lnTo>
                  <a:pt x="34299" y="94720"/>
                </a:lnTo>
                <a:lnTo>
                  <a:pt x="29212" y="95977"/>
                </a:lnTo>
                <a:lnTo>
                  <a:pt x="28211" y="94756"/>
                </a:lnTo>
                <a:lnTo>
                  <a:pt x="28839" y="91709"/>
                </a:lnTo>
                <a:lnTo>
                  <a:pt x="26654" y="90956"/>
                </a:lnTo>
                <a:lnTo>
                  <a:pt x="23073" y="92615"/>
                </a:lnTo>
                <a:lnTo>
                  <a:pt x="20916" y="91234"/>
                </a:lnTo>
                <a:lnTo>
                  <a:pt x="21940" y="88559"/>
                </a:lnTo>
                <a:lnTo>
                  <a:pt x="20880" y="87499"/>
                </a:lnTo>
                <a:lnTo>
                  <a:pt x="18549" y="88668"/>
                </a:lnTo>
                <a:lnTo>
                  <a:pt x="17379" y="87499"/>
                </a:lnTo>
                <a:lnTo>
                  <a:pt x="18549" y="85160"/>
                </a:lnTo>
                <a:lnTo>
                  <a:pt x="17379" y="83990"/>
                </a:lnTo>
                <a:lnTo>
                  <a:pt x="15040" y="85160"/>
                </a:lnTo>
                <a:lnTo>
                  <a:pt x="13871" y="83991"/>
                </a:lnTo>
                <a:lnTo>
                  <a:pt x="15041" y="81659"/>
                </a:lnTo>
                <a:lnTo>
                  <a:pt x="13871" y="80490"/>
                </a:lnTo>
                <a:lnTo>
                  <a:pt x="11540" y="81659"/>
                </a:lnTo>
                <a:lnTo>
                  <a:pt x="10370" y="80490"/>
                </a:lnTo>
                <a:lnTo>
                  <a:pt x="11540" y="78151"/>
                </a:lnTo>
                <a:lnTo>
                  <a:pt x="10487" y="77098"/>
                </a:lnTo>
                <a:lnTo>
                  <a:pt x="7783" y="78114"/>
                </a:lnTo>
                <a:lnTo>
                  <a:pt x="6650" y="76287"/>
                </a:lnTo>
                <a:lnTo>
                  <a:pt x="8558" y="71464"/>
                </a:lnTo>
                <a:lnTo>
                  <a:pt x="7111" y="70280"/>
                </a:lnTo>
                <a:lnTo>
                  <a:pt x="4063" y="70908"/>
                </a:lnTo>
                <a:lnTo>
                  <a:pt x="3639" y="69673"/>
                </a:lnTo>
                <a:lnTo>
                  <a:pt x="3946" y="67977"/>
                </a:lnTo>
                <a:lnTo>
                  <a:pt x="3946" y="66070"/>
                </a:lnTo>
                <a:lnTo>
                  <a:pt x="4231" y="64462"/>
                </a:lnTo>
                <a:lnTo>
                  <a:pt x="3741" y="62891"/>
                </a:lnTo>
                <a:lnTo>
                  <a:pt x="4399" y="60493"/>
                </a:lnTo>
                <a:lnTo>
                  <a:pt x="3456" y="59550"/>
                </a:lnTo>
                <a:lnTo>
                  <a:pt x="810" y="60595"/>
                </a:lnTo>
                <a:lnTo>
                  <a:pt x="0" y="59375"/>
                </a:lnTo>
                <a:lnTo>
                  <a:pt x="591" y="57329"/>
                </a:lnTo>
                <a:lnTo>
                  <a:pt x="36" y="54376"/>
                </a:lnTo>
                <a:lnTo>
                  <a:pt x="438" y="51715"/>
                </a:lnTo>
                <a:lnTo>
                  <a:pt x="438" y="41491"/>
                </a:lnTo>
                <a:lnTo>
                  <a:pt x="175" y="39956"/>
                </a:lnTo>
                <a:lnTo>
                  <a:pt x="533" y="38670"/>
                </a:lnTo>
                <a:lnTo>
                  <a:pt x="3661" y="39276"/>
                </a:lnTo>
                <a:lnTo>
                  <a:pt x="4275" y="38662"/>
                </a:lnTo>
                <a:lnTo>
                  <a:pt x="3917" y="36002"/>
                </a:lnTo>
                <a:lnTo>
                  <a:pt x="3997" y="34526"/>
                </a:lnTo>
                <a:lnTo>
                  <a:pt x="3610" y="32881"/>
                </a:lnTo>
                <a:lnTo>
                  <a:pt x="4194" y="31310"/>
                </a:lnTo>
                <a:lnTo>
                  <a:pt x="3456" y="28964"/>
                </a:lnTo>
                <a:lnTo>
                  <a:pt x="4428" y="27992"/>
                </a:lnTo>
                <a:lnTo>
                  <a:pt x="7081" y="29044"/>
                </a:lnTo>
                <a:lnTo>
                  <a:pt x="7987" y="27663"/>
                </a:lnTo>
                <a:lnTo>
                  <a:pt x="6972" y="25835"/>
                </a:lnTo>
                <a:lnTo>
                  <a:pt x="7849" y="24264"/>
                </a:lnTo>
                <a:lnTo>
                  <a:pt x="6891" y="22028"/>
                </a:lnTo>
                <a:lnTo>
                  <a:pt x="7937" y="20983"/>
                </a:lnTo>
                <a:lnTo>
                  <a:pt x="10582" y="22035"/>
                </a:lnTo>
                <a:lnTo>
                  <a:pt x="11467" y="20705"/>
                </a:lnTo>
                <a:lnTo>
                  <a:pt x="10370" y="18673"/>
                </a:lnTo>
                <a:lnTo>
                  <a:pt x="11430" y="17379"/>
                </a:lnTo>
                <a:lnTo>
                  <a:pt x="13915" y="18512"/>
                </a:lnTo>
                <a:lnTo>
                  <a:pt x="14945" y="17481"/>
                </a:lnTo>
                <a:lnTo>
                  <a:pt x="13900" y="14829"/>
                </a:lnTo>
                <a:lnTo>
                  <a:pt x="15157" y="13995"/>
                </a:lnTo>
                <a:lnTo>
                  <a:pt x="17379" y="15048"/>
                </a:lnTo>
                <a:lnTo>
                  <a:pt x="18548" y="13878"/>
                </a:lnTo>
                <a:lnTo>
                  <a:pt x="17379" y="11540"/>
                </a:lnTo>
                <a:lnTo>
                  <a:pt x="18453" y="10472"/>
                </a:lnTo>
                <a:lnTo>
                  <a:pt x="21099" y="11518"/>
                </a:lnTo>
                <a:lnTo>
                  <a:pt x="21793" y="10472"/>
                </a:lnTo>
                <a:lnTo>
                  <a:pt x="21004" y="7732"/>
                </a:lnTo>
                <a:lnTo>
                  <a:pt x="22751" y="6694"/>
                </a:lnTo>
                <a:lnTo>
                  <a:pt x="27582" y="8550"/>
                </a:lnTo>
                <a:lnTo>
                  <a:pt x="28722" y="7154"/>
                </a:lnTo>
                <a:lnTo>
                  <a:pt x="28181" y="4026"/>
                </a:lnTo>
                <a:lnTo>
                  <a:pt x="31770" y="3069"/>
                </a:lnTo>
                <a:lnTo>
                  <a:pt x="35716" y="4677"/>
                </a:lnTo>
                <a:lnTo>
                  <a:pt x="39005" y="3931"/>
                </a:lnTo>
                <a:lnTo>
                  <a:pt x="39290" y="3873"/>
                </a:lnTo>
                <a:lnTo>
                  <a:pt x="38750" y="686"/>
                </a:lnTo>
                <a:lnTo>
                  <a:pt x="39334" y="95"/>
                </a:lnTo>
                <a:lnTo>
                  <a:pt x="42002" y="460"/>
                </a:lnTo>
                <a:lnTo>
                  <a:pt x="45992" y="248"/>
                </a:lnTo>
                <a:lnTo>
                  <a:pt x="49552" y="431"/>
                </a:lnTo>
                <a:lnTo>
                  <a:pt x="55216" y="431"/>
                </a:lnTo>
                <a:lnTo>
                  <a:pt x="57913" y="0"/>
                </a:lnTo>
                <a:lnTo>
                  <a:pt x="60318" y="489"/>
                </a:lnTo>
                <a:lnTo>
                  <a:pt x="59799" y="3690"/>
                </a:lnTo>
                <a:lnTo>
                  <a:pt x="60479" y="4363"/>
                </a:lnTo>
                <a:lnTo>
                  <a:pt x="62934" y="3778"/>
                </a:lnTo>
                <a:lnTo>
                  <a:pt x="65675" y="4465"/>
                </a:lnTo>
                <a:lnTo>
                  <a:pt x="68533" y="3171"/>
                </a:lnTo>
                <a:lnTo>
                  <a:pt x="70973" y="4085"/>
                </a:lnTo>
                <a:lnTo>
                  <a:pt x="70228" y="7103"/>
                </a:lnTo>
                <a:lnTo>
                  <a:pt x="70900" y="7769"/>
                </a:lnTo>
                <a:lnTo>
                  <a:pt x="73561" y="7410"/>
                </a:lnTo>
                <a:lnTo>
                  <a:pt x="74811" y="7476"/>
                </a:lnTo>
                <a:lnTo>
                  <a:pt x="76974" y="7060"/>
                </a:lnTo>
                <a:lnTo>
                  <a:pt x="78121" y="7776"/>
                </a:lnTo>
                <a:lnTo>
                  <a:pt x="77113" y="10480"/>
                </a:lnTo>
                <a:lnTo>
                  <a:pt x="78158" y="11525"/>
                </a:lnTo>
                <a:lnTo>
                  <a:pt x="80496" y="10363"/>
                </a:lnTo>
                <a:lnTo>
                  <a:pt x="81666" y="11525"/>
                </a:lnTo>
                <a:lnTo>
                  <a:pt x="80496" y="13864"/>
                </a:lnTo>
                <a:lnTo>
                  <a:pt x="81666" y="15034"/>
                </a:lnTo>
                <a:lnTo>
                  <a:pt x="84005" y="13864"/>
                </a:lnTo>
                <a:lnTo>
                  <a:pt x="85174" y="15033"/>
                </a:lnTo>
                <a:lnTo>
                  <a:pt x="84004" y="17372"/>
                </a:lnTo>
                <a:lnTo>
                  <a:pt x="85174" y="18534"/>
                </a:lnTo>
                <a:lnTo>
                  <a:pt x="87505" y="17372"/>
                </a:lnTo>
                <a:lnTo>
                  <a:pt x="88675" y="18534"/>
                </a:lnTo>
                <a:lnTo>
                  <a:pt x="87505" y="20873"/>
                </a:lnTo>
                <a:lnTo>
                  <a:pt x="88565" y="21933"/>
                </a:lnTo>
                <a:lnTo>
                  <a:pt x="91248" y="20902"/>
                </a:lnTo>
                <a:lnTo>
                  <a:pt x="92417" y="22737"/>
                </a:lnTo>
                <a:lnTo>
                  <a:pt x="90473" y="27553"/>
                </a:lnTo>
                <a:lnTo>
                  <a:pt x="91935" y="28752"/>
                </a:lnTo>
                <a:lnTo>
                  <a:pt x="94982" y="28123"/>
                </a:lnTo>
                <a:lnTo>
                  <a:pt x="95406" y="29351"/>
                </a:lnTo>
                <a:lnTo>
                  <a:pt x="95099" y="31054"/>
                </a:lnTo>
                <a:lnTo>
                  <a:pt x="95099" y="32918"/>
                </a:lnTo>
                <a:lnTo>
                  <a:pt x="94799" y="34599"/>
                </a:lnTo>
                <a:lnTo>
                  <a:pt x="95326" y="36148"/>
                </a:lnTo>
                <a:lnTo>
                  <a:pt x="94631" y="38516"/>
                </a:lnTo>
                <a:lnTo>
                  <a:pt x="95472" y="39357"/>
                </a:lnTo>
                <a:lnTo>
                  <a:pt x="98417" y="38545"/>
                </a:lnTo>
                <a:lnTo>
                  <a:pt x="99338" y="40687"/>
                </a:lnTo>
                <a:lnTo>
                  <a:pt x="98505" y="44129"/>
                </a:lnTo>
                <a:lnTo>
                  <a:pt x="98761" y="49041"/>
                </a:lnTo>
                <a:lnTo>
                  <a:pt x="99250" y="53565"/>
                </a:lnTo>
                <a:lnTo>
                  <a:pt x="98468" y="57131"/>
                </a:lnTo>
                <a:lnTo>
                  <a:pt x="99024" y="59624"/>
                </a:lnTo>
                <a:lnTo>
                  <a:pt x="98117" y="60522"/>
                </a:lnTo>
                <a:lnTo>
                  <a:pt x="95471" y="59470"/>
                </a:lnTo>
                <a:lnTo>
                  <a:pt x="94617" y="60764"/>
                </a:lnTo>
                <a:lnTo>
                  <a:pt x="95355" y="62679"/>
                </a:lnTo>
                <a:lnTo>
                  <a:pt x="94748" y="64725"/>
                </a:lnTo>
                <a:lnTo>
                  <a:pt x="95976" y="69834"/>
                </a:lnTo>
                <a:lnTo>
                  <a:pt x="94763" y="70828"/>
                </a:lnTo>
                <a:lnTo>
                  <a:pt x="91715" y="70199"/>
                </a:lnTo>
                <a:lnTo>
                  <a:pt x="90955" y="72399"/>
                </a:lnTo>
                <a:lnTo>
                  <a:pt x="92614" y="75929"/>
                </a:lnTo>
                <a:lnTo>
                  <a:pt x="91255" y="78107"/>
                </a:lnTo>
                <a:lnTo>
                  <a:pt x="88558" y="77106"/>
                </a:lnTo>
                <a:lnTo>
                  <a:pt x="87505" y="78151"/>
                </a:lnTo>
                <a:lnTo>
                  <a:pt x="88675" y="80490"/>
                </a:lnTo>
                <a:lnTo>
                  <a:pt x="87505" y="81659"/>
                </a:lnTo>
                <a:lnTo>
                  <a:pt x="85174" y="80490"/>
                </a:lnTo>
                <a:lnTo>
                  <a:pt x="84004" y="81659"/>
                </a:lnTo>
                <a:lnTo>
                  <a:pt x="85174" y="83998"/>
                </a:lnTo>
                <a:lnTo>
                  <a:pt x="84004" y="85160"/>
                </a:lnTo>
                <a:lnTo>
                  <a:pt x="81666" y="83991"/>
                </a:lnTo>
                <a:lnTo>
                  <a:pt x="80497" y="85160"/>
                </a:lnTo>
                <a:lnTo>
                  <a:pt x="81666" y="87499"/>
                </a:lnTo>
                <a:lnTo>
                  <a:pt x="80496" y="88668"/>
                </a:lnTo>
                <a:lnTo>
                  <a:pt x="78158" y="87499"/>
                </a:lnTo>
                <a:lnTo>
                  <a:pt x="77105" y="88559"/>
                </a:lnTo>
                <a:lnTo>
                  <a:pt x="78129" y="91241"/>
                </a:lnTo>
                <a:lnTo>
                  <a:pt x="76294" y="92396"/>
                </a:lnTo>
                <a:lnTo>
                  <a:pt x="71478" y="90466"/>
                </a:lnTo>
                <a:lnTo>
                  <a:pt x="70286" y="91928"/>
                </a:lnTo>
                <a:lnTo>
                  <a:pt x="70915" y="94975"/>
                </a:lnTo>
                <a:lnTo>
                  <a:pt x="69687" y="95392"/>
                </a:lnTo>
                <a:lnTo>
                  <a:pt x="67984" y="95093"/>
                </a:lnTo>
                <a:lnTo>
                  <a:pt x="66084" y="95093"/>
                </a:lnTo>
                <a:lnTo>
                  <a:pt x="64469" y="94808"/>
                </a:lnTo>
                <a:lnTo>
                  <a:pt x="62898" y="95290"/>
                </a:lnTo>
                <a:lnTo>
                  <a:pt x="60500" y="94639"/>
                </a:lnTo>
                <a:lnTo>
                  <a:pt x="59557" y="95582"/>
                </a:lnTo>
                <a:lnTo>
                  <a:pt x="60610" y="98228"/>
                </a:lnTo>
                <a:lnTo>
                  <a:pt x="59389" y="99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270844" y="1165117"/>
            <a:ext cx="85090" cy="85725"/>
          </a:xfrm>
          <a:custGeom>
            <a:avLst/>
            <a:gdLst/>
            <a:ahLst/>
            <a:cxnLst/>
            <a:rect l="l" t="t" r="r" b="b"/>
            <a:pathLst>
              <a:path w="85089" h="85725">
                <a:moveTo>
                  <a:pt x="48886" y="85263"/>
                </a:moveTo>
                <a:lnTo>
                  <a:pt x="46650" y="84832"/>
                </a:lnTo>
                <a:lnTo>
                  <a:pt x="43639" y="85029"/>
                </a:lnTo>
                <a:lnTo>
                  <a:pt x="41249" y="84876"/>
                </a:lnTo>
                <a:lnTo>
                  <a:pt x="37923" y="84876"/>
                </a:lnTo>
                <a:lnTo>
                  <a:pt x="36388" y="85139"/>
                </a:lnTo>
                <a:lnTo>
                  <a:pt x="35095" y="84788"/>
                </a:lnTo>
                <a:lnTo>
                  <a:pt x="35709" y="81660"/>
                </a:lnTo>
                <a:lnTo>
                  <a:pt x="35095" y="81038"/>
                </a:lnTo>
                <a:lnTo>
                  <a:pt x="32435" y="81404"/>
                </a:lnTo>
                <a:lnTo>
                  <a:pt x="30958" y="81324"/>
                </a:lnTo>
                <a:lnTo>
                  <a:pt x="29314" y="81704"/>
                </a:lnTo>
                <a:lnTo>
                  <a:pt x="27742" y="81126"/>
                </a:lnTo>
                <a:lnTo>
                  <a:pt x="25396" y="81857"/>
                </a:lnTo>
                <a:lnTo>
                  <a:pt x="24424" y="80885"/>
                </a:lnTo>
                <a:lnTo>
                  <a:pt x="25477" y="78239"/>
                </a:lnTo>
                <a:lnTo>
                  <a:pt x="24103" y="77326"/>
                </a:lnTo>
                <a:lnTo>
                  <a:pt x="22276" y="78342"/>
                </a:lnTo>
                <a:lnTo>
                  <a:pt x="20697" y="77472"/>
                </a:lnTo>
                <a:lnTo>
                  <a:pt x="18461" y="78429"/>
                </a:lnTo>
                <a:lnTo>
                  <a:pt x="17415" y="77377"/>
                </a:lnTo>
                <a:lnTo>
                  <a:pt x="18468" y="74731"/>
                </a:lnTo>
                <a:lnTo>
                  <a:pt x="17152" y="73869"/>
                </a:lnTo>
                <a:lnTo>
                  <a:pt x="15062" y="74950"/>
                </a:lnTo>
                <a:lnTo>
                  <a:pt x="13805" y="73847"/>
                </a:lnTo>
                <a:lnTo>
                  <a:pt x="14960" y="71420"/>
                </a:lnTo>
                <a:lnTo>
                  <a:pt x="13915" y="70368"/>
                </a:lnTo>
                <a:lnTo>
                  <a:pt x="11262" y="71420"/>
                </a:lnTo>
                <a:lnTo>
                  <a:pt x="10356" y="70046"/>
                </a:lnTo>
                <a:lnTo>
                  <a:pt x="11423" y="68175"/>
                </a:lnTo>
                <a:lnTo>
                  <a:pt x="10538" y="66801"/>
                </a:lnTo>
                <a:lnTo>
                  <a:pt x="7871" y="67832"/>
                </a:lnTo>
                <a:lnTo>
                  <a:pt x="7060" y="67020"/>
                </a:lnTo>
                <a:lnTo>
                  <a:pt x="7418" y="64360"/>
                </a:lnTo>
                <a:lnTo>
                  <a:pt x="7345" y="63022"/>
                </a:lnTo>
                <a:lnTo>
                  <a:pt x="7761" y="61071"/>
                </a:lnTo>
                <a:lnTo>
                  <a:pt x="7147" y="59858"/>
                </a:lnTo>
                <a:lnTo>
                  <a:pt x="4289" y="60757"/>
                </a:lnTo>
                <a:lnTo>
                  <a:pt x="3551" y="60011"/>
                </a:lnTo>
                <a:lnTo>
                  <a:pt x="3917" y="57351"/>
                </a:lnTo>
                <a:lnTo>
                  <a:pt x="3836" y="55911"/>
                </a:lnTo>
                <a:lnTo>
                  <a:pt x="4231" y="54193"/>
                </a:lnTo>
                <a:lnTo>
                  <a:pt x="3610" y="52651"/>
                </a:lnTo>
                <a:lnTo>
                  <a:pt x="4384" y="50327"/>
                </a:lnTo>
                <a:lnTo>
                  <a:pt x="3398" y="49341"/>
                </a:lnTo>
                <a:lnTo>
                  <a:pt x="752" y="50393"/>
                </a:lnTo>
                <a:lnTo>
                  <a:pt x="0" y="49260"/>
                </a:lnTo>
                <a:lnTo>
                  <a:pt x="431" y="47031"/>
                </a:lnTo>
                <a:lnTo>
                  <a:pt x="226" y="44012"/>
                </a:lnTo>
                <a:lnTo>
                  <a:pt x="380" y="41630"/>
                </a:lnTo>
                <a:lnTo>
                  <a:pt x="380" y="38297"/>
                </a:lnTo>
                <a:lnTo>
                  <a:pt x="116" y="36770"/>
                </a:lnTo>
                <a:lnTo>
                  <a:pt x="475" y="35476"/>
                </a:lnTo>
                <a:lnTo>
                  <a:pt x="3603" y="36090"/>
                </a:lnTo>
                <a:lnTo>
                  <a:pt x="4224" y="35469"/>
                </a:lnTo>
                <a:lnTo>
                  <a:pt x="3858" y="32808"/>
                </a:lnTo>
                <a:lnTo>
                  <a:pt x="3939" y="31346"/>
                </a:lnTo>
                <a:lnTo>
                  <a:pt x="3551" y="29680"/>
                </a:lnTo>
                <a:lnTo>
                  <a:pt x="4143" y="28116"/>
                </a:lnTo>
                <a:lnTo>
                  <a:pt x="3398" y="25785"/>
                </a:lnTo>
                <a:lnTo>
                  <a:pt x="4377" y="24805"/>
                </a:lnTo>
                <a:lnTo>
                  <a:pt x="7023" y="25850"/>
                </a:lnTo>
                <a:lnTo>
                  <a:pt x="7929" y="24476"/>
                </a:lnTo>
                <a:lnTo>
                  <a:pt x="6870" y="22613"/>
                </a:lnTo>
                <a:lnTo>
                  <a:pt x="7842" y="21078"/>
                </a:lnTo>
                <a:lnTo>
                  <a:pt x="6811" y="18863"/>
                </a:lnTo>
                <a:lnTo>
                  <a:pt x="7929" y="17745"/>
                </a:lnTo>
                <a:lnTo>
                  <a:pt x="10436" y="18870"/>
                </a:lnTo>
                <a:lnTo>
                  <a:pt x="11423" y="17613"/>
                </a:lnTo>
                <a:lnTo>
                  <a:pt x="10297" y="15377"/>
                </a:lnTo>
                <a:lnTo>
                  <a:pt x="11386" y="14288"/>
                </a:lnTo>
                <a:lnTo>
                  <a:pt x="14032" y="15340"/>
                </a:lnTo>
                <a:lnTo>
                  <a:pt x="14865" y="14076"/>
                </a:lnTo>
                <a:lnTo>
                  <a:pt x="13820" y="11854"/>
                </a:lnTo>
                <a:lnTo>
                  <a:pt x="14982" y="10692"/>
                </a:lnTo>
                <a:lnTo>
                  <a:pt x="17320" y="11854"/>
                </a:lnTo>
                <a:lnTo>
                  <a:pt x="18395" y="10787"/>
                </a:lnTo>
                <a:lnTo>
                  <a:pt x="17342" y="8134"/>
                </a:lnTo>
                <a:lnTo>
                  <a:pt x="18717" y="7228"/>
                </a:lnTo>
                <a:lnTo>
                  <a:pt x="20536" y="8222"/>
                </a:lnTo>
                <a:lnTo>
                  <a:pt x="22122" y="7403"/>
                </a:lnTo>
                <a:lnTo>
                  <a:pt x="24373" y="8309"/>
                </a:lnTo>
                <a:lnTo>
                  <a:pt x="25404" y="7279"/>
                </a:lnTo>
                <a:lnTo>
                  <a:pt x="24351" y="4633"/>
                </a:lnTo>
                <a:lnTo>
                  <a:pt x="25572" y="3822"/>
                </a:lnTo>
                <a:lnTo>
                  <a:pt x="27625" y="4414"/>
                </a:lnTo>
                <a:lnTo>
                  <a:pt x="30688" y="3822"/>
                </a:lnTo>
                <a:lnTo>
                  <a:pt x="33173" y="4699"/>
                </a:lnTo>
                <a:lnTo>
                  <a:pt x="35423" y="4246"/>
                </a:lnTo>
                <a:lnTo>
                  <a:pt x="35687" y="4195"/>
                </a:lnTo>
                <a:lnTo>
                  <a:pt x="35175" y="986"/>
                </a:lnTo>
                <a:lnTo>
                  <a:pt x="35723" y="445"/>
                </a:lnTo>
                <a:lnTo>
                  <a:pt x="40050" y="760"/>
                </a:lnTo>
                <a:lnTo>
                  <a:pt x="41322" y="584"/>
                </a:lnTo>
                <a:lnTo>
                  <a:pt x="43499" y="898"/>
                </a:lnTo>
                <a:lnTo>
                  <a:pt x="48842" y="0"/>
                </a:lnTo>
                <a:lnTo>
                  <a:pt x="49690" y="1044"/>
                </a:lnTo>
                <a:lnTo>
                  <a:pt x="49142" y="4173"/>
                </a:lnTo>
                <a:lnTo>
                  <a:pt x="51429" y="4787"/>
                </a:lnTo>
                <a:lnTo>
                  <a:pt x="54397" y="4246"/>
                </a:lnTo>
                <a:lnTo>
                  <a:pt x="57291" y="4246"/>
                </a:lnTo>
                <a:lnTo>
                  <a:pt x="59235" y="3910"/>
                </a:lnTo>
                <a:lnTo>
                  <a:pt x="60426" y="4458"/>
                </a:lnTo>
                <a:lnTo>
                  <a:pt x="59579" y="7374"/>
                </a:lnTo>
                <a:lnTo>
                  <a:pt x="60302" y="8090"/>
                </a:lnTo>
                <a:lnTo>
                  <a:pt x="62962" y="7725"/>
                </a:lnTo>
                <a:lnTo>
                  <a:pt x="64110" y="7791"/>
                </a:lnTo>
                <a:lnTo>
                  <a:pt x="66493" y="7381"/>
                </a:lnTo>
                <a:lnTo>
                  <a:pt x="67560" y="8192"/>
                </a:lnTo>
                <a:lnTo>
                  <a:pt x="66456" y="10736"/>
                </a:lnTo>
                <a:lnTo>
                  <a:pt x="67465" y="11744"/>
                </a:lnTo>
                <a:lnTo>
                  <a:pt x="70118" y="10699"/>
                </a:lnTo>
                <a:lnTo>
                  <a:pt x="70943" y="11964"/>
                </a:lnTo>
                <a:lnTo>
                  <a:pt x="69898" y="14178"/>
                </a:lnTo>
                <a:lnTo>
                  <a:pt x="71068" y="15348"/>
                </a:lnTo>
                <a:lnTo>
                  <a:pt x="73406" y="14178"/>
                </a:lnTo>
                <a:lnTo>
                  <a:pt x="74474" y="15253"/>
                </a:lnTo>
                <a:lnTo>
                  <a:pt x="73428" y="17898"/>
                </a:lnTo>
                <a:lnTo>
                  <a:pt x="74561" y="18659"/>
                </a:lnTo>
                <a:lnTo>
                  <a:pt x="77097" y="17738"/>
                </a:lnTo>
                <a:lnTo>
                  <a:pt x="78427" y="19514"/>
                </a:lnTo>
                <a:lnTo>
                  <a:pt x="76330" y="24330"/>
                </a:lnTo>
                <a:lnTo>
                  <a:pt x="77894" y="25616"/>
                </a:lnTo>
                <a:lnTo>
                  <a:pt x="80803" y="24856"/>
                </a:lnTo>
                <a:lnTo>
                  <a:pt x="82338" y="28189"/>
                </a:lnTo>
                <a:lnTo>
                  <a:pt x="79736" y="32859"/>
                </a:lnTo>
                <a:lnTo>
                  <a:pt x="81183" y="36251"/>
                </a:lnTo>
                <a:lnTo>
                  <a:pt x="84135" y="35439"/>
                </a:lnTo>
                <a:lnTo>
                  <a:pt x="84837" y="36148"/>
                </a:lnTo>
                <a:lnTo>
                  <a:pt x="84464" y="38794"/>
                </a:lnTo>
                <a:lnTo>
                  <a:pt x="84654" y="41623"/>
                </a:lnTo>
                <a:lnTo>
                  <a:pt x="84501" y="44012"/>
                </a:lnTo>
                <a:lnTo>
                  <a:pt x="84501" y="47338"/>
                </a:lnTo>
                <a:lnTo>
                  <a:pt x="84764" y="48865"/>
                </a:lnTo>
                <a:lnTo>
                  <a:pt x="84406" y="50159"/>
                </a:lnTo>
                <a:lnTo>
                  <a:pt x="81278" y="49545"/>
                </a:lnTo>
                <a:lnTo>
                  <a:pt x="80664" y="50166"/>
                </a:lnTo>
                <a:lnTo>
                  <a:pt x="81022" y="52827"/>
                </a:lnTo>
                <a:lnTo>
                  <a:pt x="80941" y="54303"/>
                </a:lnTo>
                <a:lnTo>
                  <a:pt x="81329" y="55940"/>
                </a:lnTo>
                <a:lnTo>
                  <a:pt x="80751" y="57519"/>
                </a:lnTo>
                <a:lnTo>
                  <a:pt x="81475" y="59865"/>
                </a:lnTo>
                <a:lnTo>
                  <a:pt x="80510" y="60830"/>
                </a:lnTo>
                <a:lnTo>
                  <a:pt x="77857" y="59785"/>
                </a:lnTo>
                <a:lnTo>
                  <a:pt x="76943" y="61159"/>
                </a:lnTo>
                <a:lnTo>
                  <a:pt x="77967" y="62986"/>
                </a:lnTo>
                <a:lnTo>
                  <a:pt x="77097" y="64564"/>
                </a:lnTo>
                <a:lnTo>
                  <a:pt x="78047" y="66794"/>
                </a:lnTo>
                <a:lnTo>
                  <a:pt x="77002" y="67846"/>
                </a:lnTo>
                <a:lnTo>
                  <a:pt x="74356" y="66794"/>
                </a:lnTo>
                <a:lnTo>
                  <a:pt x="73494" y="68109"/>
                </a:lnTo>
                <a:lnTo>
                  <a:pt x="74576" y="70200"/>
                </a:lnTo>
                <a:lnTo>
                  <a:pt x="73465" y="71449"/>
                </a:lnTo>
                <a:lnTo>
                  <a:pt x="71038" y="70302"/>
                </a:lnTo>
                <a:lnTo>
                  <a:pt x="69993" y="71347"/>
                </a:lnTo>
                <a:lnTo>
                  <a:pt x="71038" y="73993"/>
                </a:lnTo>
                <a:lnTo>
                  <a:pt x="69671" y="74906"/>
                </a:lnTo>
                <a:lnTo>
                  <a:pt x="67793" y="73839"/>
                </a:lnTo>
                <a:lnTo>
                  <a:pt x="66419" y="74724"/>
                </a:lnTo>
                <a:lnTo>
                  <a:pt x="67457" y="77391"/>
                </a:lnTo>
                <a:lnTo>
                  <a:pt x="66646" y="78203"/>
                </a:lnTo>
                <a:lnTo>
                  <a:pt x="63986" y="77845"/>
                </a:lnTo>
                <a:lnTo>
                  <a:pt x="62641" y="77910"/>
                </a:lnTo>
                <a:lnTo>
                  <a:pt x="60697" y="77501"/>
                </a:lnTo>
                <a:lnTo>
                  <a:pt x="59484" y="78115"/>
                </a:lnTo>
                <a:lnTo>
                  <a:pt x="60383" y="80965"/>
                </a:lnTo>
                <a:lnTo>
                  <a:pt x="59637" y="81704"/>
                </a:lnTo>
                <a:lnTo>
                  <a:pt x="56977" y="81345"/>
                </a:lnTo>
                <a:lnTo>
                  <a:pt x="55530" y="81426"/>
                </a:lnTo>
                <a:lnTo>
                  <a:pt x="53812" y="81031"/>
                </a:lnTo>
                <a:lnTo>
                  <a:pt x="52270" y="81645"/>
                </a:lnTo>
                <a:lnTo>
                  <a:pt x="49953" y="80878"/>
                </a:lnTo>
                <a:lnTo>
                  <a:pt x="48966" y="81864"/>
                </a:lnTo>
                <a:lnTo>
                  <a:pt x="50012" y="84510"/>
                </a:lnTo>
                <a:lnTo>
                  <a:pt x="48886" y="85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8" name="object 1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91644" y="1175714"/>
            <a:ext cx="64227" cy="64374"/>
          </a:xfrm>
          <a:prstGeom prst="rect">
            <a:avLst/>
          </a:prstGeom>
        </p:spPr>
      </p:pic>
      <p:sp>
        <p:nvSpPr>
          <p:cNvPr id="119" name="object 119"/>
          <p:cNvSpPr/>
          <p:nvPr/>
        </p:nvSpPr>
        <p:spPr>
          <a:xfrm>
            <a:off x="2709193" y="1182804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4" h="50800">
                <a:moveTo>
                  <a:pt x="22005" y="50232"/>
                </a:moveTo>
                <a:lnTo>
                  <a:pt x="21318" y="49399"/>
                </a:lnTo>
                <a:lnTo>
                  <a:pt x="21866" y="46271"/>
                </a:lnTo>
                <a:lnTo>
                  <a:pt x="19579" y="45657"/>
                </a:lnTo>
                <a:lnTo>
                  <a:pt x="16612" y="46190"/>
                </a:lnTo>
                <a:lnTo>
                  <a:pt x="13849" y="46190"/>
                </a:lnTo>
                <a:lnTo>
                  <a:pt x="11620" y="46541"/>
                </a:lnTo>
                <a:lnTo>
                  <a:pt x="10502" y="45869"/>
                </a:lnTo>
                <a:lnTo>
                  <a:pt x="11503" y="43150"/>
                </a:lnTo>
                <a:lnTo>
                  <a:pt x="10553" y="42200"/>
                </a:lnTo>
                <a:lnTo>
                  <a:pt x="7907" y="43245"/>
                </a:lnTo>
                <a:lnTo>
                  <a:pt x="7001" y="41878"/>
                </a:lnTo>
                <a:lnTo>
                  <a:pt x="7973" y="40066"/>
                </a:lnTo>
                <a:lnTo>
                  <a:pt x="7535" y="39181"/>
                </a:lnTo>
                <a:lnTo>
                  <a:pt x="7176" y="38860"/>
                </a:lnTo>
                <a:lnTo>
                  <a:pt x="4195" y="39590"/>
                </a:lnTo>
                <a:lnTo>
                  <a:pt x="3237" y="37193"/>
                </a:lnTo>
                <a:lnTo>
                  <a:pt x="4553" y="34262"/>
                </a:lnTo>
                <a:lnTo>
                  <a:pt x="3880" y="31544"/>
                </a:lnTo>
                <a:lnTo>
                  <a:pt x="4465" y="29088"/>
                </a:lnTo>
                <a:lnTo>
                  <a:pt x="3822" y="28452"/>
                </a:lnTo>
                <a:lnTo>
                  <a:pt x="548" y="28876"/>
                </a:lnTo>
                <a:lnTo>
                  <a:pt x="0" y="22079"/>
                </a:lnTo>
                <a:lnTo>
                  <a:pt x="826" y="21399"/>
                </a:lnTo>
                <a:lnTo>
                  <a:pt x="3961" y="21947"/>
                </a:lnTo>
                <a:lnTo>
                  <a:pt x="4574" y="19667"/>
                </a:lnTo>
                <a:lnTo>
                  <a:pt x="4034" y="16693"/>
                </a:lnTo>
                <a:lnTo>
                  <a:pt x="4034" y="13930"/>
                </a:lnTo>
                <a:lnTo>
                  <a:pt x="3683" y="11701"/>
                </a:lnTo>
                <a:lnTo>
                  <a:pt x="4363" y="10583"/>
                </a:lnTo>
                <a:lnTo>
                  <a:pt x="7081" y="11584"/>
                </a:lnTo>
                <a:lnTo>
                  <a:pt x="8025" y="10634"/>
                </a:lnTo>
                <a:lnTo>
                  <a:pt x="6979" y="7988"/>
                </a:lnTo>
                <a:lnTo>
                  <a:pt x="8346" y="7082"/>
                </a:lnTo>
                <a:lnTo>
                  <a:pt x="10159" y="8054"/>
                </a:lnTo>
                <a:lnTo>
                  <a:pt x="11043" y="7615"/>
                </a:lnTo>
                <a:lnTo>
                  <a:pt x="11364" y="7257"/>
                </a:lnTo>
                <a:lnTo>
                  <a:pt x="10641" y="4275"/>
                </a:lnTo>
                <a:lnTo>
                  <a:pt x="13038" y="3318"/>
                </a:lnTo>
                <a:lnTo>
                  <a:pt x="15961" y="4633"/>
                </a:lnTo>
                <a:lnTo>
                  <a:pt x="18681" y="3961"/>
                </a:lnTo>
                <a:lnTo>
                  <a:pt x="21136" y="4546"/>
                </a:lnTo>
                <a:lnTo>
                  <a:pt x="21772" y="3903"/>
                </a:lnTo>
                <a:lnTo>
                  <a:pt x="21348" y="628"/>
                </a:lnTo>
                <a:lnTo>
                  <a:pt x="27166" y="0"/>
                </a:lnTo>
                <a:lnTo>
                  <a:pt x="29022" y="796"/>
                </a:lnTo>
                <a:lnTo>
                  <a:pt x="28211" y="3749"/>
                </a:lnTo>
                <a:lnTo>
                  <a:pt x="29066" y="4604"/>
                </a:lnTo>
                <a:lnTo>
                  <a:pt x="31412" y="3859"/>
                </a:lnTo>
                <a:lnTo>
                  <a:pt x="33320" y="4575"/>
                </a:lnTo>
                <a:lnTo>
                  <a:pt x="38326" y="3164"/>
                </a:lnTo>
                <a:lnTo>
                  <a:pt x="39671" y="4816"/>
                </a:lnTo>
                <a:lnTo>
                  <a:pt x="38648" y="6826"/>
                </a:lnTo>
                <a:lnTo>
                  <a:pt x="39101" y="7615"/>
                </a:lnTo>
                <a:lnTo>
                  <a:pt x="39803" y="8083"/>
                </a:lnTo>
                <a:lnTo>
                  <a:pt x="42025" y="7038"/>
                </a:lnTo>
                <a:lnTo>
                  <a:pt x="43091" y="8105"/>
                </a:lnTo>
                <a:lnTo>
                  <a:pt x="42046" y="10758"/>
                </a:lnTo>
                <a:lnTo>
                  <a:pt x="43099" y="11452"/>
                </a:lnTo>
                <a:lnTo>
                  <a:pt x="45825" y="10656"/>
                </a:lnTo>
                <a:lnTo>
                  <a:pt x="47067" y="12702"/>
                </a:lnTo>
                <a:lnTo>
                  <a:pt x="45657" y="16313"/>
                </a:lnTo>
                <a:lnTo>
                  <a:pt x="46263" y="18761"/>
                </a:lnTo>
                <a:lnTo>
                  <a:pt x="45678" y="21224"/>
                </a:lnTo>
                <a:lnTo>
                  <a:pt x="46307" y="21845"/>
                </a:lnTo>
                <a:lnTo>
                  <a:pt x="49603" y="21451"/>
                </a:lnTo>
                <a:lnTo>
                  <a:pt x="50166" y="28204"/>
                </a:lnTo>
                <a:lnTo>
                  <a:pt x="49318" y="28905"/>
                </a:lnTo>
                <a:lnTo>
                  <a:pt x="46190" y="28365"/>
                </a:lnTo>
                <a:lnTo>
                  <a:pt x="45576" y="30645"/>
                </a:lnTo>
                <a:lnTo>
                  <a:pt x="46110" y="33612"/>
                </a:lnTo>
                <a:lnTo>
                  <a:pt x="46110" y="36484"/>
                </a:lnTo>
                <a:lnTo>
                  <a:pt x="46453" y="38465"/>
                </a:lnTo>
                <a:lnTo>
                  <a:pt x="45890" y="39620"/>
                </a:lnTo>
                <a:lnTo>
                  <a:pt x="42967" y="38816"/>
                </a:lnTo>
                <a:lnTo>
                  <a:pt x="42608" y="39181"/>
                </a:lnTo>
                <a:lnTo>
                  <a:pt x="42170" y="40066"/>
                </a:lnTo>
                <a:lnTo>
                  <a:pt x="43142" y="41878"/>
                </a:lnTo>
                <a:lnTo>
                  <a:pt x="42228" y="43245"/>
                </a:lnTo>
                <a:lnTo>
                  <a:pt x="39590" y="42200"/>
                </a:lnTo>
                <a:lnTo>
                  <a:pt x="38647" y="43143"/>
                </a:lnTo>
                <a:lnTo>
                  <a:pt x="39634" y="45876"/>
                </a:lnTo>
                <a:lnTo>
                  <a:pt x="37515" y="47148"/>
                </a:lnTo>
                <a:lnTo>
                  <a:pt x="33919" y="45737"/>
                </a:lnTo>
                <a:lnTo>
                  <a:pt x="31463" y="46344"/>
                </a:lnTo>
                <a:lnTo>
                  <a:pt x="29007" y="45759"/>
                </a:lnTo>
                <a:lnTo>
                  <a:pt x="28371" y="46402"/>
                </a:lnTo>
                <a:lnTo>
                  <a:pt x="28788" y="49676"/>
                </a:lnTo>
                <a:lnTo>
                  <a:pt x="22005" y="50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933486" y="1196676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60" h="22859">
                <a:moveTo>
                  <a:pt x="5335" y="22547"/>
                </a:moveTo>
                <a:lnTo>
                  <a:pt x="3705" y="21406"/>
                </a:lnTo>
                <a:lnTo>
                  <a:pt x="4699" y="18826"/>
                </a:lnTo>
                <a:lnTo>
                  <a:pt x="4253" y="18286"/>
                </a:lnTo>
                <a:lnTo>
                  <a:pt x="3713" y="17847"/>
                </a:lnTo>
                <a:lnTo>
                  <a:pt x="1125" y="18834"/>
                </a:lnTo>
                <a:lnTo>
                  <a:pt x="0" y="17219"/>
                </a:lnTo>
                <a:lnTo>
                  <a:pt x="753" y="12643"/>
                </a:lnTo>
                <a:lnTo>
                  <a:pt x="753" y="4253"/>
                </a:lnTo>
                <a:lnTo>
                  <a:pt x="1454" y="3793"/>
                </a:lnTo>
                <a:lnTo>
                  <a:pt x="3669" y="4838"/>
                </a:lnTo>
                <a:lnTo>
                  <a:pt x="4626" y="3880"/>
                </a:lnTo>
                <a:lnTo>
                  <a:pt x="3808" y="935"/>
                </a:lnTo>
                <a:lnTo>
                  <a:pt x="5869" y="51"/>
                </a:lnTo>
                <a:lnTo>
                  <a:pt x="9493" y="752"/>
                </a:lnTo>
                <a:lnTo>
                  <a:pt x="12644" y="752"/>
                </a:lnTo>
                <a:lnTo>
                  <a:pt x="17212" y="0"/>
                </a:lnTo>
                <a:lnTo>
                  <a:pt x="18798" y="1118"/>
                </a:lnTo>
                <a:lnTo>
                  <a:pt x="17848" y="3749"/>
                </a:lnTo>
                <a:lnTo>
                  <a:pt x="18279" y="4260"/>
                </a:lnTo>
                <a:lnTo>
                  <a:pt x="18761" y="4677"/>
                </a:lnTo>
                <a:lnTo>
                  <a:pt x="21480" y="3749"/>
                </a:lnTo>
                <a:lnTo>
                  <a:pt x="22137" y="4838"/>
                </a:lnTo>
                <a:lnTo>
                  <a:pt x="21787" y="7074"/>
                </a:lnTo>
                <a:lnTo>
                  <a:pt x="21787" y="12643"/>
                </a:lnTo>
                <a:lnTo>
                  <a:pt x="22540" y="17211"/>
                </a:lnTo>
                <a:lnTo>
                  <a:pt x="21399" y="18834"/>
                </a:lnTo>
                <a:lnTo>
                  <a:pt x="18819" y="17847"/>
                </a:lnTo>
                <a:lnTo>
                  <a:pt x="18279" y="18286"/>
                </a:lnTo>
                <a:lnTo>
                  <a:pt x="17862" y="18768"/>
                </a:lnTo>
                <a:lnTo>
                  <a:pt x="18797" y="21487"/>
                </a:lnTo>
                <a:lnTo>
                  <a:pt x="17701" y="22145"/>
                </a:lnTo>
                <a:lnTo>
                  <a:pt x="15465" y="21794"/>
                </a:lnTo>
                <a:lnTo>
                  <a:pt x="9896" y="21794"/>
                </a:lnTo>
                <a:lnTo>
                  <a:pt x="5335" y="225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42852" y="1242289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4" h="141605">
                <a:moveTo>
                  <a:pt x="85124" y="141576"/>
                </a:moveTo>
                <a:lnTo>
                  <a:pt x="81075" y="140991"/>
                </a:lnTo>
                <a:lnTo>
                  <a:pt x="58089" y="140991"/>
                </a:lnTo>
                <a:lnTo>
                  <a:pt x="55393" y="141415"/>
                </a:lnTo>
                <a:lnTo>
                  <a:pt x="52981" y="140933"/>
                </a:lnTo>
                <a:lnTo>
                  <a:pt x="53500" y="137731"/>
                </a:lnTo>
                <a:lnTo>
                  <a:pt x="52820" y="137052"/>
                </a:lnTo>
                <a:lnTo>
                  <a:pt x="50364" y="137644"/>
                </a:lnTo>
                <a:lnTo>
                  <a:pt x="47660" y="136971"/>
                </a:lnTo>
                <a:lnTo>
                  <a:pt x="44707" y="138294"/>
                </a:lnTo>
                <a:lnTo>
                  <a:pt x="42296" y="137315"/>
                </a:lnTo>
                <a:lnTo>
                  <a:pt x="43085" y="134333"/>
                </a:lnTo>
                <a:lnTo>
                  <a:pt x="42398" y="133646"/>
                </a:lnTo>
                <a:lnTo>
                  <a:pt x="39730" y="134011"/>
                </a:lnTo>
                <a:lnTo>
                  <a:pt x="38356" y="133938"/>
                </a:lnTo>
                <a:lnTo>
                  <a:pt x="36478" y="134347"/>
                </a:lnTo>
                <a:lnTo>
                  <a:pt x="35242" y="133763"/>
                </a:lnTo>
                <a:lnTo>
                  <a:pt x="36105" y="130869"/>
                </a:lnTo>
                <a:lnTo>
                  <a:pt x="35381" y="130145"/>
                </a:lnTo>
                <a:lnTo>
                  <a:pt x="32714" y="130503"/>
                </a:lnTo>
                <a:lnTo>
                  <a:pt x="31508" y="130437"/>
                </a:lnTo>
                <a:lnTo>
                  <a:pt x="29249" y="130854"/>
                </a:lnTo>
                <a:lnTo>
                  <a:pt x="28131" y="130094"/>
                </a:lnTo>
                <a:lnTo>
                  <a:pt x="29183" y="127463"/>
                </a:lnTo>
                <a:lnTo>
                  <a:pt x="28204" y="126483"/>
                </a:lnTo>
                <a:lnTo>
                  <a:pt x="25558" y="127536"/>
                </a:lnTo>
                <a:lnTo>
                  <a:pt x="24681" y="126213"/>
                </a:lnTo>
                <a:lnTo>
                  <a:pt x="25770" y="124159"/>
                </a:lnTo>
                <a:lnTo>
                  <a:pt x="24689" y="122880"/>
                </a:lnTo>
                <a:lnTo>
                  <a:pt x="22233" y="124020"/>
                </a:lnTo>
                <a:lnTo>
                  <a:pt x="21093" y="122887"/>
                </a:lnTo>
                <a:lnTo>
                  <a:pt x="22262" y="120549"/>
                </a:lnTo>
                <a:lnTo>
                  <a:pt x="21093" y="119379"/>
                </a:lnTo>
                <a:lnTo>
                  <a:pt x="18754" y="120549"/>
                </a:lnTo>
                <a:lnTo>
                  <a:pt x="17680" y="119474"/>
                </a:lnTo>
                <a:lnTo>
                  <a:pt x="18732" y="116829"/>
                </a:lnTo>
                <a:lnTo>
                  <a:pt x="17409" y="115951"/>
                </a:lnTo>
                <a:lnTo>
                  <a:pt x="15355" y="117041"/>
                </a:lnTo>
                <a:lnTo>
                  <a:pt x="14069" y="115966"/>
                </a:lnTo>
                <a:lnTo>
                  <a:pt x="15216" y="113511"/>
                </a:lnTo>
                <a:lnTo>
                  <a:pt x="14157" y="112458"/>
                </a:lnTo>
                <a:lnTo>
                  <a:pt x="11547" y="113525"/>
                </a:lnTo>
                <a:lnTo>
                  <a:pt x="10276" y="111690"/>
                </a:lnTo>
                <a:lnTo>
                  <a:pt x="12300" y="106874"/>
                </a:lnTo>
                <a:lnTo>
                  <a:pt x="10743" y="105603"/>
                </a:lnTo>
                <a:lnTo>
                  <a:pt x="7849" y="106377"/>
                </a:lnTo>
                <a:lnTo>
                  <a:pt x="7038" y="104660"/>
                </a:lnTo>
                <a:lnTo>
                  <a:pt x="8668" y="99756"/>
                </a:lnTo>
                <a:lnTo>
                  <a:pt x="7264" y="98616"/>
                </a:lnTo>
                <a:lnTo>
                  <a:pt x="4297" y="99324"/>
                </a:lnTo>
                <a:lnTo>
                  <a:pt x="3318" y="96949"/>
                </a:lnTo>
                <a:lnTo>
                  <a:pt x="4655" y="93989"/>
                </a:lnTo>
                <a:lnTo>
                  <a:pt x="3983" y="91278"/>
                </a:lnTo>
                <a:lnTo>
                  <a:pt x="4567" y="88822"/>
                </a:lnTo>
                <a:lnTo>
                  <a:pt x="3888" y="88150"/>
                </a:lnTo>
                <a:lnTo>
                  <a:pt x="679" y="88676"/>
                </a:lnTo>
                <a:lnTo>
                  <a:pt x="0" y="85233"/>
                </a:lnTo>
                <a:lnTo>
                  <a:pt x="628" y="81111"/>
                </a:lnTo>
                <a:lnTo>
                  <a:pt x="628" y="58133"/>
                </a:lnTo>
                <a:lnTo>
                  <a:pt x="226" y="55487"/>
                </a:lnTo>
                <a:lnTo>
                  <a:pt x="672" y="53061"/>
                </a:lnTo>
                <a:lnTo>
                  <a:pt x="3895" y="53565"/>
                </a:lnTo>
                <a:lnTo>
                  <a:pt x="4567" y="52893"/>
                </a:lnTo>
                <a:lnTo>
                  <a:pt x="3983" y="50437"/>
                </a:lnTo>
                <a:lnTo>
                  <a:pt x="4670" y="47667"/>
                </a:lnTo>
                <a:lnTo>
                  <a:pt x="3413" y="44890"/>
                </a:lnTo>
                <a:lnTo>
                  <a:pt x="4268" y="42420"/>
                </a:lnTo>
                <a:lnTo>
                  <a:pt x="7323" y="43129"/>
                </a:lnTo>
                <a:lnTo>
                  <a:pt x="7973" y="42471"/>
                </a:lnTo>
                <a:lnTo>
                  <a:pt x="7615" y="39810"/>
                </a:lnTo>
                <a:lnTo>
                  <a:pt x="7688" y="38436"/>
                </a:lnTo>
                <a:lnTo>
                  <a:pt x="7279" y="36558"/>
                </a:lnTo>
                <a:lnTo>
                  <a:pt x="7864" y="35330"/>
                </a:lnTo>
                <a:lnTo>
                  <a:pt x="10758" y="36192"/>
                </a:lnTo>
                <a:lnTo>
                  <a:pt x="11482" y="35462"/>
                </a:lnTo>
                <a:lnTo>
                  <a:pt x="11123" y="32801"/>
                </a:lnTo>
                <a:lnTo>
                  <a:pt x="11189" y="31603"/>
                </a:lnTo>
                <a:lnTo>
                  <a:pt x="10780" y="29330"/>
                </a:lnTo>
                <a:lnTo>
                  <a:pt x="11540" y="28219"/>
                </a:lnTo>
                <a:lnTo>
                  <a:pt x="14164" y="29278"/>
                </a:lnTo>
                <a:lnTo>
                  <a:pt x="15151" y="28299"/>
                </a:lnTo>
                <a:lnTo>
                  <a:pt x="14098" y="25646"/>
                </a:lnTo>
                <a:lnTo>
                  <a:pt x="15363" y="24813"/>
                </a:lnTo>
                <a:lnTo>
                  <a:pt x="17584" y="25865"/>
                </a:lnTo>
                <a:lnTo>
                  <a:pt x="18754" y="24696"/>
                </a:lnTo>
                <a:lnTo>
                  <a:pt x="17585" y="22357"/>
                </a:lnTo>
                <a:lnTo>
                  <a:pt x="18659" y="21290"/>
                </a:lnTo>
                <a:lnTo>
                  <a:pt x="21304" y="22335"/>
                </a:lnTo>
                <a:lnTo>
                  <a:pt x="22123" y="21100"/>
                </a:lnTo>
                <a:lnTo>
                  <a:pt x="21100" y="18805"/>
                </a:lnTo>
                <a:lnTo>
                  <a:pt x="22291" y="17701"/>
                </a:lnTo>
                <a:lnTo>
                  <a:pt x="24593" y="18863"/>
                </a:lnTo>
                <a:lnTo>
                  <a:pt x="25675" y="17782"/>
                </a:lnTo>
                <a:lnTo>
                  <a:pt x="24623" y="15136"/>
                </a:lnTo>
                <a:lnTo>
                  <a:pt x="25997" y="14230"/>
                </a:lnTo>
                <a:lnTo>
                  <a:pt x="27875" y="15297"/>
                </a:lnTo>
                <a:lnTo>
                  <a:pt x="29249" y="14405"/>
                </a:lnTo>
                <a:lnTo>
                  <a:pt x="28211" y="11745"/>
                </a:lnTo>
                <a:lnTo>
                  <a:pt x="29023" y="10926"/>
                </a:lnTo>
                <a:lnTo>
                  <a:pt x="31690" y="11292"/>
                </a:lnTo>
                <a:lnTo>
                  <a:pt x="32962" y="11218"/>
                </a:lnTo>
                <a:lnTo>
                  <a:pt x="35067" y="11635"/>
                </a:lnTo>
                <a:lnTo>
                  <a:pt x="36236" y="10955"/>
                </a:lnTo>
                <a:lnTo>
                  <a:pt x="35257" y="8200"/>
                </a:lnTo>
                <a:lnTo>
                  <a:pt x="36039" y="7425"/>
                </a:lnTo>
                <a:lnTo>
                  <a:pt x="38707" y="7783"/>
                </a:lnTo>
                <a:lnTo>
                  <a:pt x="40015" y="7710"/>
                </a:lnTo>
                <a:lnTo>
                  <a:pt x="42047" y="8134"/>
                </a:lnTo>
                <a:lnTo>
                  <a:pt x="43238" y="7477"/>
                </a:lnTo>
                <a:lnTo>
                  <a:pt x="42296" y="4684"/>
                </a:lnTo>
                <a:lnTo>
                  <a:pt x="43180" y="3800"/>
                </a:lnTo>
                <a:lnTo>
                  <a:pt x="45592" y="4443"/>
                </a:lnTo>
                <a:lnTo>
                  <a:pt x="48354" y="3596"/>
                </a:lnTo>
                <a:lnTo>
                  <a:pt x="51059" y="4765"/>
                </a:lnTo>
                <a:lnTo>
                  <a:pt x="53251" y="4253"/>
                </a:lnTo>
                <a:lnTo>
                  <a:pt x="53543" y="4187"/>
                </a:lnTo>
                <a:lnTo>
                  <a:pt x="52987" y="1008"/>
                </a:lnTo>
                <a:lnTo>
                  <a:pt x="53623" y="372"/>
                </a:lnTo>
                <a:lnTo>
                  <a:pt x="56196" y="825"/>
                </a:lnTo>
                <a:lnTo>
                  <a:pt x="62379" y="0"/>
                </a:lnTo>
                <a:lnTo>
                  <a:pt x="68628" y="745"/>
                </a:lnTo>
                <a:lnTo>
                  <a:pt x="83501" y="745"/>
                </a:lnTo>
                <a:lnTo>
                  <a:pt x="86191" y="321"/>
                </a:lnTo>
                <a:lnTo>
                  <a:pt x="88602" y="803"/>
                </a:lnTo>
                <a:lnTo>
                  <a:pt x="88084" y="4005"/>
                </a:lnTo>
                <a:lnTo>
                  <a:pt x="88763" y="4684"/>
                </a:lnTo>
                <a:lnTo>
                  <a:pt x="91219" y="4100"/>
                </a:lnTo>
                <a:lnTo>
                  <a:pt x="93923" y="4772"/>
                </a:lnTo>
                <a:lnTo>
                  <a:pt x="96876" y="3442"/>
                </a:lnTo>
                <a:lnTo>
                  <a:pt x="99288" y="4428"/>
                </a:lnTo>
                <a:lnTo>
                  <a:pt x="98498" y="7403"/>
                </a:lnTo>
                <a:lnTo>
                  <a:pt x="99185" y="8090"/>
                </a:lnTo>
                <a:lnTo>
                  <a:pt x="101853" y="7732"/>
                </a:lnTo>
                <a:lnTo>
                  <a:pt x="103227" y="7805"/>
                </a:lnTo>
                <a:lnTo>
                  <a:pt x="105105" y="7389"/>
                </a:lnTo>
                <a:lnTo>
                  <a:pt x="106341" y="7981"/>
                </a:lnTo>
                <a:lnTo>
                  <a:pt x="105478" y="10875"/>
                </a:lnTo>
                <a:lnTo>
                  <a:pt x="106202" y="11591"/>
                </a:lnTo>
                <a:lnTo>
                  <a:pt x="108869" y="11233"/>
                </a:lnTo>
                <a:lnTo>
                  <a:pt x="110075" y="11299"/>
                </a:lnTo>
                <a:lnTo>
                  <a:pt x="112334" y="10889"/>
                </a:lnTo>
                <a:lnTo>
                  <a:pt x="113452" y="11642"/>
                </a:lnTo>
                <a:lnTo>
                  <a:pt x="112400" y="14273"/>
                </a:lnTo>
                <a:lnTo>
                  <a:pt x="113379" y="15253"/>
                </a:lnTo>
                <a:lnTo>
                  <a:pt x="116025" y="14208"/>
                </a:lnTo>
                <a:lnTo>
                  <a:pt x="116902" y="15523"/>
                </a:lnTo>
                <a:lnTo>
                  <a:pt x="115813" y="17584"/>
                </a:lnTo>
                <a:lnTo>
                  <a:pt x="116894" y="18863"/>
                </a:lnTo>
                <a:lnTo>
                  <a:pt x="119350" y="17716"/>
                </a:lnTo>
                <a:lnTo>
                  <a:pt x="120490" y="18856"/>
                </a:lnTo>
                <a:lnTo>
                  <a:pt x="119321" y="21195"/>
                </a:lnTo>
                <a:lnTo>
                  <a:pt x="120490" y="22357"/>
                </a:lnTo>
                <a:lnTo>
                  <a:pt x="122829" y="21195"/>
                </a:lnTo>
                <a:lnTo>
                  <a:pt x="123904" y="22262"/>
                </a:lnTo>
                <a:lnTo>
                  <a:pt x="122851" y="24915"/>
                </a:lnTo>
                <a:lnTo>
                  <a:pt x="124174" y="25785"/>
                </a:lnTo>
                <a:lnTo>
                  <a:pt x="126228" y="24696"/>
                </a:lnTo>
                <a:lnTo>
                  <a:pt x="127514" y="25777"/>
                </a:lnTo>
                <a:lnTo>
                  <a:pt x="126367" y="28233"/>
                </a:lnTo>
                <a:lnTo>
                  <a:pt x="127412" y="29271"/>
                </a:lnTo>
                <a:lnTo>
                  <a:pt x="130058" y="28226"/>
                </a:lnTo>
                <a:lnTo>
                  <a:pt x="131278" y="30060"/>
                </a:lnTo>
                <a:lnTo>
                  <a:pt x="129298" y="34869"/>
                </a:lnTo>
                <a:lnTo>
                  <a:pt x="130840" y="36141"/>
                </a:lnTo>
                <a:lnTo>
                  <a:pt x="133734" y="35359"/>
                </a:lnTo>
                <a:lnTo>
                  <a:pt x="134545" y="37077"/>
                </a:lnTo>
                <a:lnTo>
                  <a:pt x="132915" y="41981"/>
                </a:lnTo>
                <a:lnTo>
                  <a:pt x="134311" y="43121"/>
                </a:lnTo>
                <a:lnTo>
                  <a:pt x="137286" y="42419"/>
                </a:lnTo>
                <a:lnTo>
                  <a:pt x="138258" y="44795"/>
                </a:lnTo>
                <a:lnTo>
                  <a:pt x="136928" y="47747"/>
                </a:lnTo>
                <a:lnTo>
                  <a:pt x="137600" y="50459"/>
                </a:lnTo>
                <a:lnTo>
                  <a:pt x="137016" y="52914"/>
                </a:lnTo>
                <a:lnTo>
                  <a:pt x="137695" y="53587"/>
                </a:lnTo>
                <a:lnTo>
                  <a:pt x="140904" y="53068"/>
                </a:lnTo>
                <a:lnTo>
                  <a:pt x="141584" y="56503"/>
                </a:lnTo>
                <a:lnTo>
                  <a:pt x="140955" y="60632"/>
                </a:lnTo>
                <a:lnTo>
                  <a:pt x="140955" y="83603"/>
                </a:lnTo>
                <a:lnTo>
                  <a:pt x="141350" y="86249"/>
                </a:lnTo>
                <a:lnTo>
                  <a:pt x="140911" y="88675"/>
                </a:lnTo>
                <a:lnTo>
                  <a:pt x="137688" y="88178"/>
                </a:lnTo>
                <a:lnTo>
                  <a:pt x="137016" y="88843"/>
                </a:lnTo>
                <a:lnTo>
                  <a:pt x="137600" y="91299"/>
                </a:lnTo>
                <a:lnTo>
                  <a:pt x="136928" y="94003"/>
                </a:lnTo>
                <a:lnTo>
                  <a:pt x="138258" y="96956"/>
                </a:lnTo>
                <a:lnTo>
                  <a:pt x="137272" y="99368"/>
                </a:lnTo>
                <a:lnTo>
                  <a:pt x="134297" y="98579"/>
                </a:lnTo>
                <a:lnTo>
                  <a:pt x="133610" y="99266"/>
                </a:lnTo>
                <a:lnTo>
                  <a:pt x="133968" y="101933"/>
                </a:lnTo>
                <a:lnTo>
                  <a:pt x="133895" y="103300"/>
                </a:lnTo>
                <a:lnTo>
                  <a:pt x="134304" y="105186"/>
                </a:lnTo>
                <a:lnTo>
                  <a:pt x="133719" y="106414"/>
                </a:lnTo>
                <a:lnTo>
                  <a:pt x="130825" y="105551"/>
                </a:lnTo>
                <a:lnTo>
                  <a:pt x="130101" y="106282"/>
                </a:lnTo>
                <a:lnTo>
                  <a:pt x="130460" y="108942"/>
                </a:lnTo>
                <a:lnTo>
                  <a:pt x="130394" y="110141"/>
                </a:lnTo>
                <a:lnTo>
                  <a:pt x="130803" y="112399"/>
                </a:lnTo>
                <a:lnTo>
                  <a:pt x="130050" y="113518"/>
                </a:lnTo>
                <a:lnTo>
                  <a:pt x="127412" y="112465"/>
                </a:lnTo>
                <a:lnTo>
                  <a:pt x="126432" y="113444"/>
                </a:lnTo>
                <a:lnTo>
                  <a:pt x="127485" y="116090"/>
                </a:lnTo>
                <a:lnTo>
                  <a:pt x="126162" y="116967"/>
                </a:lnTo>
                <a:lnTo>
                  <a:pt x="124108" y="115878"/>
                </a:lnTo>
                <a:lnTo>
                  <a:pt x="122822" y="116953"/>
                </a:lnTo>
                <a:lnTo>
                  <a:pt x="123969" y="119416"/>
                </a:lnTo>
                <a:lnTo>
                  <a:pt x="122829" y="120549"/>
                </a:lnTo>
                <a:lnTo>
                  <a:pt x="120491" y="119379"/>
                </a:lnTo>
                <a:lnTo>
                  <a:pt x="119321" y="120549"/>
                </a:lnTo>
                <a:lnTo>
                  <a:pt x="120490" y="122887"/>
                </a:lnTo>
                <a:lnTo>
                  <a:pt x="119416" y="123954"/>
                </a:lnTo>
                <a:lnTo>
                  <a:pt x="116770" y="122909"/>
                </a:lnTo>
                <a:lnTo>
                  <a:pt x="115893" y="124225"/>
                </a:lnTo>
                <a:lnTo>
                  <a:pt x="116982" y="126286"/>
                </a:lnTo>
                <a:lnTo>
                  <a:pt x="115901" y="127565"/>
                </a:lnTo>
                <a:lnTo>
                  <a:pt x="113445" y="126418"/>
                </a:lnTo>
                <a:lnTo>
                  <a:pt x="112385" y="127470"/>
                </a:lnTo>
                <a:lnTo>
                  <a:pt x="113459" y="130086"/>
                </a:lnTo>
                <a:lnTo>
                  <a:pt x="111625" y="131351"/>
                </a:lnTo>
                <a:lnTo>
                  <a:pt x="106808" y="129334"/>
                </a:lnTo>
                <a:lnTo>
                  <a:pt x="105537" y="130891"/>
                </a:lnTo>
                <a:lnTo>
                  <a:pt x="106312" y="133777"/>
                </a:lnTo>
                <a:lnTo>
                  <a:pt x="104601" y="134589"/>
                </a:lnTo>
                <a:lnTo>
                  <a:pt x="99697" y="132959"/>
                </a:lnTo>
                <a:lnTo>
                  <a:pt x="98550" y="134362"/>
                </a:lnTo>
                <a:lnTo>
                  <a:pt x="99251" y="137330"/>
                </a:lnTo>
                <a:lnTo>
                  <a:pt x="96884" y="138302"/>
                </a:lnTo>
                <a:lnTo>
                  <a:pt x="93924" y="136971"/>
                </a:lnTo>
                <a:lnTo>
                  <a:pt x="91219" y="137644"/>
                </a:lnTo>
                <a:lnTo>
                  <a:pt x="88764" y="137052"/>
                </a:lnTo>
                <a:lnTo>
                  <a:pt x="88091" y="137724"/>
                </a:lnTo>
                <a:lnTo>
                  <a:pt x="88596" y="140947"/>
                </a:lnTo>
                <a:lnTo>
                  <a:pt x="85124" y="1415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084995" y="1242296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5">
                <a:moveTo>
                  <a:pt x="79050" y="141481"/>
                </a:moveTo>
                <a:lnTo>
                  <a:pt x="76259" y="140889"/>
                </a:lnTo>
                <a:lnTo>
                  <a:pt x="70609" y="141079"/>
                </a:lnTo>
                <a:lnTo>
                  <a:pt x="61437" y="140962"/>
                </a:lnTo>
                <a:lnTo>
                  <a:pt x="58659" y="141423"/>
                </a:lnTo>
                <a:lnTo>
                  <a:pt x="56277" y="140897"/>
                </a:lnTo>
                <a:lnTo>
                  <a:pt x="56832" y="137717"/>
                </a:lnTo>
                <a:lnTo>
                  <a:pt x="56240" y="137125"/>
                </a:lnTo>
                <a:lnTo>
                  <a:pt x="53573" y="137483"/>
                </a:lnTo>
                <a:lnTo>
                  <a:pt x="52133" y="137410"/>
                </a:lnTo>
                <a:lnTo>
                  <a:pt x="50408" y="137805"/>
                </a:lnTo>
                <a:lnTo>
                  <a:pt x="48866" y="137184"/>
                </a:lnTo>
                <a:lnTo>
                  <a:pt x="46542" y="137959"/>
                </a:lnTo>
                <a:lnTo>
                  <a:pt x="45708" y="137118"/>
                </a:lnTo>
                <a:lnTo>
                  <a:pt x="46446" y="134107"/>
                </a:lnTo>
                <a:lnTo>
                  <a:pt x="44809" y="133493"/>
                </a:lnTo>
                <a:lnTo>
                  <a:pt x="39803" y="134904"/>
                </a:lnTo>
                <a:lnTo>
                  <a:pt x="38751" y="133617"/>
                </a:lnTo>
                <a:lnTo>
                  <a:pt x="39379" y="130569"/>
                </a:lnTo>
                <a:lnTo>
                  <a:pt x="37033" y="129758"/>
                </a:lnTo>
                <a:lnTo>
                  <a:pt x="33898" y="131366"/>
                </a:lnTo>
                <a:lnTo>
                  <a:pt x="31537" y="130219"/>
                </a:lnTo>
                <a:lnTo>
                  <a:pt x="32414" y="127339"/>
                </a:lnTo>
                <a:lnTo>
                  <a:pt x="31676" y="126608"/>
                </a:lnTo>
                <a:lnTo>
                  <a:pt x="29015" y="126974"/>
                </a:lnTo>
                <a:lnTo>
                  <a:pt x="27707" y="126900"/>
                </a:lnTo>
                <a:lnTo>
                  <a:pt x="25675" y="127317"/>
                </a:lnTo>
                <a:lnTo>
                  <a:pt x="24484" y="126667"/>
                </a:lnTo>
                <a:lnTo>
                  <a:pt x="25434" y="123867"/>
                </a:lnTo>
                <a:lnTo>
                  <a:pt x="24404" y="122851"/>
                </a:lnTo>
                <a:lnTo>
                  <a:pt x="22101" y="124014"/>
                </a:lnTo>
                <a:lnTo>
                  <a:pt x="20903" y="122888"/>
                </a:lnTo>
                <a:lnTo>
                  <a:pt x="22065" y="120513"/>
                </a:lnTo>
                <a:lnTo>
                  <a:pt x="21005" y="119446"/>
                </a:lnTo>
                <a:lnTo>
                  <a:pt x="18359" y="120498"/>
                </a:lnTo>
                <a:lnTo>
                  <a:pt x="17446" y="119124"/>
                </a:lnTo>
                <a:lnTo>
                  <a:pt x="18520" y="117246"/>
                </a:lnTo>
                <a:lnTo>
                  <a:pt x="17628" y="115879"/>
                </a:lnTo>
                <a:lnTo>
                  <a:pt x="14961" y="116909"/>
                </a:lnTo>
                <a:lnTo>
                  <a:pt x="14150" y="116098"/>
                </a:lnTo>
                <a:lnTo>
                  <a:pt x="14507" y="113438"/>
                </a:lnTo>
                <a:lnTo>
                  <a:pt x="14442" y="112166"/>
                </a:lnTo>
                <a:lnTo>
                  <a:pt x="14858" y="110061"/>
                </a:lnTo>
                <a:lnTo>
                  <a:pt x="14179" y="108892"/>
                </a:lnTo>
                <a:lnTo>
                  <a:pt x="11423" y="109871"/>
                </a:lnTo>
                <a:lnTo>
                  <a:pt x="10648" y="109089"/>
                </a:lnTo>
                <a:lnTo>
                  <a:pt x="11007" y="106429"/>
                </a:lnTo>
                <a:lnTo>
                  <a:pt x="10941" y="105128"/>
                </a:lnTo>
                <a:lnTo>
                  <a:pt x="11350" y="103089"/>
                </a:lnTo>
                <a:lnTo>
                  <a:pt x="10700" y="101904"/>
                </a:lnTo>
                <a:lnTo>
                  <a:pt x="7908" y="102847"/>
                </a:lnTo>
                <a:lnTo>
                  <a:pt x="6958" y="101904"/>
                </a:lnTo>
                <a:lnTo>
                  <a:pt x="7762" y="99595"/>
                </a:lnTo>
                <a:lnTo>
                  <a:pt x="7177" y="98214"/>
                </a:lnTo>
                <a:lnTo>
                  <a:pt x="7981" y="95911"/>
                </a:lnTo>
                <a:lnTo>
                  <a:pt x="6980" y="94917"/>
                </a:lnTo>
                <a:lnTo>
                  <a:pt x="4334" y="95962"/>
                </a:lnTo>
                <a:lnTo>
                  <a:pt x="3522" y="94742"/>
                </a:lnTo>
                <a:lnTo>
                  <a:pt x="4114" y="92696"/>
                </a:lnTo>
                <a:lnTo>
                  <a:pt x="3552" y="89684"/>
                </a:lnTo>
                <a:lnTo>
                  <a:pt x="4568" y="87046"/>
                </a:lnTo>
                <a:lnTo>
                  <a:pt x="3866" y="84546"/>
                </a:lnTo>
                <a:lnTo>
                  <a:pt x="745" y="85168"/>
                </a:lnTo>
                <a:lnTo>
                  <a:pt x="124" y="84546"/>
                </a:lnTo>
                <a:lnTo>
                  <a:pt x="482" y="81886"/>
                </a:lnTo>
                <a:lnTo>
                  <a:pt x="146" y="75564"/>
                </a:lnTo>
                <a:lnTo>
                  <a:pt x="453" y="69651"/>
                </a:lnTo>
                <a:lnTo>
                  <a:pt x="453" y="62854"/>
                </a:lnTo>
                <a:lnTo>
                  <a:pt x="168" y="61261"/>
                </a:lnTo>
                <a:lnTo>
                  <a:pt x="650" y="59682"/>
                </a:lnTo>
                <a:lnTo>
                  <a:pt x="0" y="57278"/>
                </a:lnTo>
                <a:lnTo>
                  <a:pt x="745" y="56540"/>
                </a:lnTo>
                <a:lnTo>
                  <a:pt x="3866" y="57161"/>
                </a:lnTo>
                <a:lnTo>
                  <a:pt x="4509" y="54859"/>
                </a:lnTo>
                <a:lnTo>
                  <a:pt x="3961" y="51862"/>
                </a:lnTo>
                <a:lnTo>
                  <a:pt x="3961" y="48961"/>
                </a:lnTo>
                <a:lnTo>
                  <a:pt x="3632" y="47082"/>
                </a:lnTo>
                <a:lnTo>
                  <a:pt x="4151" y="45862"/>
                </a:lnTo>
                <a:lnTo>
                  <a:pt x="7104" y="46680"/>
                </a:lnTo>
                <a:lnTo>
                  <a:pt x="7981" y="45803"/>
                </a:lnTo>
                <a:lnTo>
                  <a:pt x="7184" y="43487"/>
                </a:lnTo>
                <a:lnTo>
                  <a:pt x="7762" y="42112"/>
                </a:lnTo>
                <a:lnTo>
                  <a:pt x="6965" y="39803"/>
                </a:lnTo>
                <a:lnTo>
                  <a:pt x="7959" y="38809"/>
                </a:lnTo>
                <a:lnTo>
                  <a:pt x="10604" y="39861"/>
                </a:lnTo>
                <a:lnTo>
                  <a:pt x="11518" y="38487"/>
                </a:lnTo>
                <a:lnTo>
                  <a:pt x="10451" y="36616"/>
                </a:lnTo>
                <a:lnTo>
                  <a:pt x="11431" y="35089"/>
                </a:lnTo>
                <a:lnTo>
                  <a:pt x="10400" y="32867"/>
                </a:lnTo>
                <a:lnTo>
                  <a:pt x="11401" y="31865"/>
                </a:lnTo>
                <a:lnTo>
                  <a:pt x="14222" y="32786"/>
                </a:lnTo>
                <a:lnTo>
                  <a:pt x="15458" y="30448"/>
                </a:lnTo>
                <a:lnTo>
                  <a:pt x="13660" y="27195"/>
                </a:lnTo>
                <a:lnTo>
                  <a:pt x="14668" y="24827"/>
                </a:lnTo>
                <a:lnTo>
                  <a:pt x="17621" y="25646"/>
                </a:lnTo>
                <a:lnTo>
                  <a:pt x="18578" y="24681"/>
                </a:lnTo>
                <a:lnTo>
                  <a:pt x="17416" y="22379"/>
                </a:lnTo>
                <a:lnTo>
                  <a:pt x="18542" y="21180"/>
                </a:lnTo>
                <a:lnTo>
                  <a:pt x="20917" y="22342"/>
                </a:lnTo>
                <a:lnTo>
                  <a:pt x="22079" y="21187"/>
                </a:lnTo>
                <a:lnTo>
                  <a:pt x="20910" y="18849"/>
                </a:lnTo>
                <a:lnTo>
                  <a:pt x="22079" y="17679"/>
                </a:lnTo>
                <a:lnTo>
                  <a:pt x="24418" y="18849"/>
                </a:lnTo>
                <a:lnTo>
                  <a:pt x="25500" y="17760"/>
                </a:lnTo>
                <a:lnTo>
                  <a:pt x="24425" y="15151"/>
                </a:lnTo>
                <a:lnTo>
                  <a:pt x="26260" y="13879"/>
                </a:lnTo>
                <a:lnTo>
                  <a:pt x="31076" y="15903"/>
                </a:lnTo>
                <a:lnTo>
                  <a:pt x="32392" y="14296"/>
                </a:lnTo>
                <a:lnTo>
                  <a:pt x="31522" y="11533"/>
                </a:lnTo>
                <a:lnTo>
                  <a:pt x="33795" y="10246"/>
                </a:lnTo>
                <a:lnTo>
                  <a:pt x="37135" y="12066"/>
                </a:lnTo>
                <a:lnTo>
                  <a:pt x="39467" y="11065"/>
                </a:lnTo>
                <a:lnTo>
                  <a:pt x="38655" y="8112"/>
                </a:lnTo>
                <a:lnTo>
                  <a:pt x="39576" y="7206"/>
                </a:lnTo>
                <a:lnTo>
                  <a:pt x="41827" y="8112"/>
                </a:lnTo>
                <a:lnTo>
                  <a:pt x="43245" y="7389"/>
                </a:lnTo>
                <a:lnTo>
                  <a:pt x="45496" y="8295"/>
                </a:lnTo>
                <a:lnTo>
                  <a:pt x="46534" y="7264"/>
                </a:lnTo>
                <a:lnTo>
                  <a:pt x="45482" y="4612"/>
                </a:lnTo>
                <a:lnTo>
                  <a:pt x="46783" y="3756"/>
                </a:lnTo>
                <a:lnTo>
                  <a:pt x="48690" y="4509"/>
                </a:lnTo>
                <a:lnTo>
                  <a:pt x="50474" y="3961"/>
                </a:lnTo>
                <a:lnTo>
                  <a:pt x="52089" y="4246"/>
                </a:lnTo>
                <a:lnTo>
                  <a:pt x="54157" y="4246"/>
                </a:lnTo>
                <a:lnTo>
                  <a:pt x="55473" y="4465"/>
                </a:lnTo>
                <a:lnTo>
                  <a:pt x="56569" y="4246"/>
                </a:lnTo>
                <a:lnTo>
                  <a:pt x="56832" y="4195"/>
                </a:lnTo>
                <a:lnTo>
                  <a:pt x="56328" y="979"/>
                </a:lnTo>
                <a:lnTo>
                  <a:pt x="56927" y="380"/>
                </a:lnTo>
                <a:lnTo>
                  <a:pt x="59529" y="804"/>
                </a:lnTo>
                <a:lnTo>
                  <a:pt x="63461" y="358"/>
                </a:lnTo>
                <a:lnTo>
                  <a:pt x="67189" y="738"/>
                </a:lnTo>
                <a:lnTo>
                  <a:pt x="72860" y="738"/>
                </a:lnTo>
                <a:lnTo>
                  <a:pt x="75389" y="423"/>
                </a:lnTo>
                <a:lnTo>
                  <a:pt x="78685" y="891"/>
                </a:lnTo>
                <a:lnTo>
                  <a:pt x="84028" y="0"/>
                </a:lnTo>
                <a:lnTo>
                  <a:pt x="84912" y="1074"/>
                </a:lnTo>
                <a:lnTo>
                  <a:pt x="84283" y="4129"/>
                </a:lnTo>
                <a:lnTo>
                  <a:pt x="85511" y="4546"/>
                </a:lnTo>
                <a:lnTo>
                  <a:pt x="87207" y="4246"/>
                </a:lnTo>
                <a:lnTo>
                  <a:pt x="89078" y="4246"/>
                </a:lnTo>
                <a:lnTo>
                  <a:pt x="90766" y="3946"/>
                </a:lnTo>
                <a:lnTo>
                  <a:pt x="92316" y="4473"/>
                </a:lnTo>
                <a:lnTo>
                  <a:pt x="94691" y="3771"/>
                </a:lnTo>
                <a:lnTo>
                  <a:pt x="95524" y="4611"/>
                </a:lnTo>
                <a:lnTo>
                  <a:pt x="94720" y="7564"/>
                </a:lnTo>
                <a:lnTo>
                  <a:pt x="97125" y="8587"/>
                </a:lnTo>
                <a:lnTo>
                  <a:pt x="100231" y="6862"/>
                </a:lnTo>
                <a:lnTo>
                  <a:pt x="102628" y="7959"/>
                </a:lnTo>
                <a:lnTo>
                  <a:pt x="101788" y="10875"/>
                </a:lnTo>
                <a:lnTo>
                  <a:pt x="102760" y="11840"/>
                </a:lnTo>
                <a:lnTo>
                  <a:pt x="104982" y="10787"/>
                </a:lnTo>
                <a:lnTo>
                  <a:pt x="106378" y="11715"/>
                </a:lnTo>
                <a:lnTo>
                  <a:pt x="108599" y="10670"/>
                </a:lnTo>
                <a:lnTo>
                  <a:pt x="109615" y="11686"/>
                </a:lnTo>
                <a:lnTo>
                  <a:pt x="108680" y="14485"/>
                </a:lnTo>
                <a:lnTo>
                  <a:pt x="111011" y="15743"/>
                </a:lnTo>
                <a:lnTo>
                  <a:pt x="114286" y="13937"/>
                </a:lnTo>
                <a:lnTo>
                  <a:pt x="116639" y="14946"/>
                </a:lnTo>
                <a:lnTo>
                  <a:pt x="115828" y="17899"/>
                </a:lnTo>
                <a:lnTo>
                  <a:pt x="116792" y="18856"/>
                </a:lnTo>
                <a:lnTo>
                  <a:pt x="119095" y="17687"/>
                </a:lnTo>
                <a:lnTo>
                  <a:pt x="120301" y="18812"/>
                </a:lnTo>
                <a:lnTo>
                  <a:pt x="119131" y="21195"/>
                </a:lnTo>
                <a:lnTo>
                  <a:pt x="120198" y="22255"/>
                </a:lnTo>
                <a:lnTo>
                  <a:pt x="122844" y="21210"/>
                </a:lnTo>
                <a:lnTo>
                  <a:pt x="123758" y="22576"/>
                </a:lnTo>
                <a:lnTo>
                  <a:pt x="122683" y="24455"/>
                </a:lnTo>
                <a:lnTo>
                  <a:pt x="123575" y="25829"/>
                </a:lnTo>
                <a:lnTo>
                  <a:pt x="126243" y="24791"/>
                </a:lnTo>
                <a:lnTo>
                  <a:pt x="127054" y="25609"/>
                </a:lnTo>
                <a:lnTo>
                  <a:pt x="126696" y="28270"/>
                </a:lnTo>
                <a:lnTo>
                  <a:pt x="126762" y="29542"/>
                </a:lnTo>
                <a:lnTo>
                  <a:pt x="126352" y="31639"/>
                </a:lnTo>
                <a:lnTo>
                  <a:pt x="127032" y="32808"/>
                </a:lnTo>
                <a:lnTo>
                  <a:pt x="129780" y="31829"/>
                </a:lnTo>
                <a:lnTo>
                  <a:pt x="130562" y="32618"/>
                </a:lnTo>
                <a:lnTo>
                  <a:pt x="130204" y="35279"/>
                </a:lnTo>
                <a:lnTo>
                  <a:pt x="130277" y="36580"/>
                </a:lnTo>
                <a:lnTo>
                  <a:pt x="129861" y="38612"/>
                </a:lnTo>
                <a:lnTo>
                  <a:pt x="130511" y="39803"/>
                </a:lnTo>
                <a:lnTo>
                  <a:pt x="133310" y="38853"/>
                </a:lnTo>
                <a:lnTo>
                  <a:pt x="134253" y="39796"/>
                </a:lnTo>
                <a:lnTo>
                  <a:pt x="133449" y="42112"/>
                </a:lnTo>
                <a:lnTo>
                  <a:pt x="134034" y="43487"/>
                </a:lnTo>
                <a:lnTo>
                  <a:pt x="133230" y="45796"/>
                </a:lnTo>
                <a:lnTo>
                  <a:pt x="134231" y="46790"/>
                </a:lnTo>
                <a:lnTo>
                  <a:pt x="136877" y="45738"/>
                </a:lnTo>
                <a:lnTo>
                  <a:pt x="137688" y="46966"/>
                </a:lnTo>
                <a:lnTo>
                  <a:pt x="137096" y="49012"/>
                </a:lnTo>
                <a:lnTo>
                  <a:pt x="137666" y="52023"/>
                </a:lnTo>
                <a:lnTo>
                  <a:pt x="136643" y="54662"/>
                </a:lnTo>
                <a:lnTo>
                  <a:pt x="137345" y="57154"/>
                </a:lnTo>
                <a:lnTo>
                  <a:pt x="140466" y="56532"/>
                </a:lnTo>
                <a:lnTo>
                  <a:pt x="141087" y="57154"/>
                </a:lnTo>
                <a:lnTo>
                  <a:pt x="140729" y="59814"/>
                </a:lnTo>
                <a:lnTo>
                  <a:pt x="140941" y="63812"/>
                </a:lnTo>
                <a:lnTo>
                  <a:pt x="140758" y="67364"/>
                </a:lnTo>
                <a:lnTo>
                  <a:pt x="140758" y="74037"/>
                </a:lnTo>
                <a:lnTo>
                  <a:pt x="141430" y="78276"/>
                </a:lnTo>
                <a:lnTo>
                  <a:pt x="140626" y="81974"/>
                </a:lnTo>
                <a:lnTo>
                  <a:pt x="141167" y="84466"/>
                </a:lnTo>
                <a:lnTo>
                  <a:pt x="140268" y="85365"/>
                </a:lnTo>
                <a:lnTo>
                  <a:pt x="137623" y="84313"/>
                </a:lnTo>
                <a:lnTo>
                  <a:pt x="136760" y="85606"/>
                </a:lnTo>
                <a:lnTo>
                  <a:pt x="137506" y="87521"/>
                </a:lnTo>
                <a:lnTo>
                  <a:pt x="136899" y="89568"/>
                </a:lnTo>
                <a:lnTo>
                  <a:pt x="138127" y="94676"/>
                </a:lnTo>
                <a:lnTo>
                  <a:pt x="136914" y="95670"/>
                </a:lnTo>
                <a:lnTo>
                  <a:pt x="133866" y="95042"/>
                </a:lnTo>
                <a:lnTo>
                  <a:pt x="133040" y="97417"/>
                </a:lnTo>
                <a:lnTo>
                  <a:pt x="134626" y="100465"/>
                </a:lnTo>
                <a:lnTo>
                  <a:pt x="133537" y="102869"/>
                </a:lnTo>
                <a:lnTo>
                  <a:pt x="130613" y="102029"/>
                </a:lnTo>
                <a:lnTo>
                  <a:pt x="129897" y="102745"/>
                </a:lnTo>
                <a:lnTo>
                  <a:pt x="130255" y="105405"/>
                </a:lnTo>
                <a:lnTo>
                  <a:pt x="130189" y="106706"/>
                </a:lnTo>
                <a:lnTo>
                  <a:pt x="130606" y="108745"/>
                </a:lnTo>
                <a:lnTo>
                  <a:pt x="129956" y="109929"/>
                </a:lnTo>
                <a:lnTo>
                  <a:pt x="127156" y="108987"/>
                </a:lnTo>
                <a:lnTo>
                  <a:pt x="126148" y="109995"/>
                </a:lnTo>
                <a:lnTo>
                  <a:pt x="127164" y="112224"/>
                </a:lnTo>
                <a:lnTo>
                  <a:pt x="126287" y="113635"/>
                </a:lnTo>
                <a:lnTo>
                  <a:pt x="127302" y="115857"/>
                </a:lnTo>
                <a:lnTo>
                  <a:pt x="126235" y="116917"/>
                </a:lnTo>
                <a:lnTo>
                  <a:pt x="123590" y="115872"/>
                </a:lnTo>
                <a:lnTo>
                  <a:pt x="122713" y="117194"/>
                </a:lnTo>
                <a:lnTo>
                  <a:pt x="123801" y="119248"/>
                </a:lnTo>
                <a:lnTo>
                  <a:pt x="122720" y="120527"/>
                </a:lnTo>
                <a:lnTo>
                  <a:pt x="120264" y="119380"/>
                </a:lnTo>
                <a:lnTo>
                  <a:pt x="119131" y="120513"/>
                </a:lnTo>
                <a:lnTo>
                  <a:pt x="120301" y="122888"/>
                </a:lnTo>
                <a:lnTo>
                  <a:pt x="119095" y="124014"/>
                </a:lnTo>
                <a:lnTo>
                  <a:pt x="116793" y="122851"/>
                </a:lnTo>
                <a:lnTo>
                  <a:pt x="115711" y="123926"/>
                </a:lnTo>
                <a:lnTo>
                  <a:pt x="116763" y="126579"/>
                </a:lnTo>
                <a:lnTo>
                  <a:pt x="115389" y="127485"/>
                </a:lnTo>
                <a:lnTo>
                  <a:pt x="113518" y="126418"/>
                </a:lnTo>
                <a:lnTo>
                  <a:pt x="111990" y="127397"/>
                </a:lnTo>
                <a:lnTo>
                  <a:pt x="109769" y="126367"/>
                </a:lnTo>
                <a:lnTo>
                  <a:pt x="108767" y="127368"/>
                </a:lnTo>
                <a:lnTo>
                  <a:pt x="109688" y="130189"/>
                </a:lnTo>
                <a:lnTo>
                  <a:pt x="107349" y="131424"/>
                </a:lnTo>
                <a:lnTo>
                  <a:pt x="104097" y="129627"/>
                </a:lnTo>
                <a:lnTo>
                  <a:pt x="101729" y="130635"/>
                </a:lnTo>
                <a:lnTo>
                  <a:pt x="102540" y="133588"/>
                </a:lnTo>
                <a:lnTo>
                  <a:pt x="101663" y="134465"/>
                </a:lnTo>
                <a:lnTo>
                  <a:pt x="99354" y="133661"/>
                </a:lnTo>
                <a:lnTo>
                  <a:pt x="97980" y="134246"/>
                </a:lnTo>
                <a:lnTo>
                  <a:pt x="95670" y="133449"/>
                </a:lnTo>
                <a:lnTo>
                  <a:pt x="94669" y="134443"/>
                </a:lnTo>
                <a:lnTo>
                  <a:pt x="95721" y="137089"/>
                </a:lnTo>
                <a:lnTo>
                  <a:pt x="94501" y="137900"/>
                </a:lnTo>
                <a:lnTo>
                  <a:pt x="92447" y="137308"/>
                </a:lnTo>
                <a:lnTo>
                  <a:pt x="89451" y="137871"/>
                </a:lnTo>
                <a:lnTo>
                  <a:pt x="86776" y="136826"/>
                </a:lnTo>
                <a:lnTo>
                  <a:pt x="84291" y="137564"/>
                </a:lnTo>
                <a:lnTo>
                  <a:pt x="84934" y="140670"/>
                </a:lnTo>
                <a:lnTo>
                  <a:pt x="84203" y="141394"/>
                </a:lnTo>
                <a:lnTo>
                  <a:pt x="81747" y="140809"/>
                </a:lnTo>
                <a:lnTo>
                  <a:pt x="79050" y="1414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5858" y="1246045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20" h="134619">
                <a:moveTo>
                  <a:pt x="81688" y="134370"/>
                </a:moveTo>
                <a:lnTo>
                  <a:pt x="77515" y="133727"/>
                </a:lnTo>
                <a:lnTo>
                  <a:pt x="54558" y="133727"/>
                </a:lnTo>
                <a:lnTo>
                  <a:pt x="51898" y="134128"/>
                </a:lnTo>
                <a:lnTo>
                  <a:pt x="49471" y="133675"/>
                </a:lnTo>
                <a:lnTo>
                  <a:pt x="49983" y="130460"/>
                </a:lnTo>
                <a:lnTo>
                  <a:pt x="49311" y="129787"/>
                </a:lnTo>
                <a:lnTo>
                  <a:pt x="46855" y="130372"/>
                </a:lnTo>
                <a:lnTo>
                  <a:pt x="44195" y="129714"/>
                </a:lnTo>
                <a:lnTo>
                  <a:pt x="41110" y="131073"/>
                </a:lnTo>
                <a:lnTo>
                  <a:pt x="38764" y="130014"/>
                </a:lnTo>
                <a:lnTo>
                  <a:pt x="39597" y="127090"/>
                </a:lnTo>
                <a:lnTo>
                  <a:pt x="38881" y="126381"/>
                </a:lnTo>
                <a:lnTo>
                  <a:pt x="36221" y="126739"/>
                </a:lnTo>
                <a:lnTo>
                  <a:pt x="35022" y="126673"/>
                </a:lnTo>
                <a:lnTo>
                  <a:pt x="32749" y="127090"/>
                </a:lnTo>
                <a:lnTo>
                  <a:pt x="31631" y="126330"/>
                </a:lnTo>
                <a:lnTo>
                  <a:pt x="32698" y="123706"/>
                </a:lnTo>
                <a:lnTo>
                  <a:pt x="31616" y="122625"/>
                </a:lnTo>
                <a:lnTo>
                  <a:pt x="29278" y="123794"/>
                </a:lnTo>
                <a:lnTo>
                  <a:pt x="28108" y="122625"/>
                </a:lnTo>
                <a:lnTo>
                  <a:pt x="29278" y="120286"/>
                </a:lnTo>
                <a:lnTo>
                  <a:pt x="28116" y="119131"/>
                </a:lnTo>
                <a:lnTo>
                  <a:pt x="25894" y="120147"/>
                </a:lnTo>
                <a:lnTo>
                  <a:pt x="24476" y="119262"/>
                </a:lnTo>
                <a:lnTo>
                  <a:pt x="22254" y="120278"/>
                </a:lnTo>
                <a:lnTo>
                  <a:pt x="21187" y="119219"/>
                </a:lnTo>
                <a:lnTo>
                  <a:pt x="22240" y="116566"/>
                </a:lnTo>
                <a:lnTo>
                  <a:pt x="20975" y="115732"/>
                </a:lnTo>
                <a:lnTo>
                  <a:pt x="18753" y="116785"/>
                </a:lnTo>
                <a:lnTo>
                  <a:pt x="17591" y="115616"/>
                </a:lnTo>
                <a:lnTo>
                  <a:pt x="18761" y="113277"/>
                </a:lnTo>
                <a:lnTo>
                  <a:pt x="17803" y="112327"/>
                </a:lnTo>
                <a:lnTo>
                  <a:pt x="14858" y="113138"/>
                </a:lnTo>
                <a:lnTo>
                  <a:pt x="13937" y="110989"/>
                </a:lnTo>
                <a:lnTo>
                  <a:pt x="15764" y="107130"/>
                </a:lnTo>
                <a:lnTo>
                  <a:pt x="14229" y="105098"/>
                </a:lnTo>
                <a:lnTo>
                  <a:pt x="11686" y="106202"/>
                </a:lnTo>
                <a:lnTo>
                  <a:pt x="10677" y="105193"/>
                </a:lnTo>
                <a:lnTo>
                  <a:pt x="11730" y="102540"/>
                </a:lnTo>
                <a:lnTo>
                  <a:pt x="10626" y="101809"/>
                </a:lnTo>
                <a:lnTo>
                  <a:pt x="8002" y="102679"/>
                </a:lnTo>
                <a:lnTo>
                  <a:pt x="6796" y="100903"/>
                </a:lnTo>
                <a:lnTo>
                  <a:pt x="8799" y="96094"/>
                </a:lnTo>
                <a:lnTo>
                  <a:pt x="7264" y="94830"/>
                </a:lnTo>
                <a:lnTo>
                  <a:pt x="4341" y="95583"/>
                </a:lnTo>
                <a:lnTo>
                  <a:pt x="3296" y="93258"/>
                </a:lnTo>
                <a:lnTo>
                  <a:pt x="4662" y="90174"/>
                </a:lnTo>
                <a:lnTo>
                  <a:pt x="3997" y="87514"/>
                </a:lnTo>
                <a:lnTo>
                  <a:pt x="4582" y="85058"/>
                </a:lnTo>
                <a:lnTo>
                  <a:pt x="3902" y="84386"/>
                </a:lnTo>
                <a:lnTo>
                  <a:pt x="701" y="84912"/>
                </a:lnTo>
                <a:lnTo>
                  <a:pt x="0" y="81491"/>
                </a:lnTo>
                <a:lnTo>
                  <a:pt x="643" y="77326"/>
                </a:lnTo>
                <a:lnTo>
                  <a:pt x="643" y="54377"/>
                </a:lnTo>
                <a:lnTo>
                  <a:pt x="241" y="51716"/>
                </a:lnTo>
                <a:lnTo>
                  <a:pt x="694" y="49297"/>
                </a:lnTo>
                <a:lnTo>
                  <a:pt x="3910" y="49801"/>
                </a:lnTo>
                <a:lnTo>
                  <a:pt x="4582" y="49129"/>
                </a:lnTo>
                <a:lnTo>
                  <a:pt x="3997" y="46673"/>
                </a:lnTo>
                <a:lnTo>
                  <a:pt x="4677" y="43962"/>
                </a:lnTo>
                <a:lnTo>
                  <a:pt x="3354" y="41031"/>
                </a:lnTo>
                <a:lnTo>
                  <a:pt x="4319" y="38612"/>
                </a:lnTo>
                <a:lnTo>
                  <a:pt x="7308" y="39394"/>
                </a:lnTo>
                <a:lnTo>
                  <a:pt x="8244" y="38459"/>
                </a:lnTo>
                <a:lnTo>
                  <a:pt x="7191" y="36229"/>
                </a:lnTo>
                <a:lnTo>
                  <a:pt x="8127" y="34833"/>
                </a:lnTo>
                <a:lnTo>
                  <a:pt x="7074" y="32611"/>
                </a:lnTo>
                <a:lnTo>
                  <a:pt x="8127" y="31566"/>
                </a:lnTo>
                <a:lnTo>
                  <a:pt x="10831" y="32575"/>
                </a:lnTo>
                <a:lnTo>
                  <a:pt x="11605" y="31318"/>
                </a:lnTo>
                <a:lnTo>
                  <a:pt x="10590" y="29103"/>
                </a:lnTo>
                <a:lnTo>
                  <a:pt x="11532" y="28153"/>
                </a:lnTo>
                <a:lnTo>
                  <a:pt x="14485" y="28972"/>
                </a:lnTo>
                <a:lnTo>
                  <a:pt x="15355" y="26933"/>
                </a:lnTo>
                <a:lnTo>
                  <a:pt x="13579" y="22796"/>
                </a:lnTo>
                <a:lnTo>
                  <a:pt x="15172" y="20918"/>
                </a:lnTo>
                <a:lnTo>
                  <a:pt x="17621" y="22065"/>
                </a:lnTo>
                <a:lnTo>
                  <a:pt x="18761" y="20925"/>
                </a:lnTo>
                <a:lnTo>
                  <a:pt x="17591" y="18586"/>
                </a:lnTo>
                <a:lnTo>
                  <a:pt x="18761" y="17424"/>
                </a:lnTo>
                <a:lnTo>
                  <a:pt x="21099" y="18586"/>
                </a:lnTo>
                <a:lnTo>
                  <a:pt x="22181" y="17504"/>
                </a:lnTo>
                <a:lnTo>
                  <a:pt x="21107" y="14895"/>
                </a:lnTo>
                <a:lnTo>
                  <a:pt x="22941" y="13616"/>
                </a:lnTo>
                <a:lnTo>
                  <a:pt x="27758" y="15648"/>
                </a:lnTo>
                <a:lnTo>
                  <a:pt x="29117" y="13981"/>
                </a:lnTo>
                <a:lnTo>
                  <a:pt x="28160" y="11343"/>
                </a:lnTo>
                <a:lnTo>
                  <a:pt x="29395" y="10539"/>
                </a:lnTo>
                <a:lnTo>
                  <a:pt x="31617" y="11577"/>
                </a:lnTo>
                <a:lnTo>
                  <a:pt x="32691" y="10510"/>
                </a:lnTo>
                <a:lnTo>
                  <a:pt x="31639" y="7857"/>
                </a:lnTo>
                <a:lnTo>
                  <a:pt x="33020" y="6951"/>
                </a:lnTo>
                <a:lnTo>
                  <a:pt x="34847" y="7966"/>
                </a:lnTo>
                <a:lnTo>
                  <a:pt x="36418" y="7097"/>
                </a:lnTo>
                <a:lnTo>
                  <a:pt x="38655" y="8047"/>
                </a:lnTo>
                <a:lnTo>
                  <a:pt x="39707" y="7002"/>
                </a:lnTo>
                <a:lnTo>
                  <a:pt x="38655" y="4356"/>
                </a:lnTo>
                <a:lnTo>
                  <a:pt x="39978" y="3479"/>
                </a:lnTo>
                <a:lnTo>
                  <a:pt x="41849" y="4297"/>
                </a:lnTo>
                <a:lnTo>
                  <a:pt x="43595" y="3684"/>
                </a:lnTo>
                <a:lnTo>
                  <a:pt x="45305" y="3983"/>
                </a:lnTo>
                <a:lnTo>
                  <a:pt x="47257" y="3983"/>
                </a:lnTo>
                <a:lnTo>
                  <a:pt x="48719" y="4202"/>
                </a:lnTo>
                <a:lnTo>
                  <a:pt x="49756" y="4005"/>
                </a:lnTo>
                <a:lnTo>
                  <a:pt x="50056" y="3939"/>
                </a:lnTo>
                <a:lnTo>
                  <a:pt x="49493" y="767"/>
                </a:lnTo>
                <a:lnTo>
                  <a:pt x="50137" y="124"/>
                </a:lnTo>
                <a:lnTo>
                  <a:pt x="52695" y="591"/>
                </a:lnTo>
                <a:lnTo>
                  <a:pt x="56554" y="0"/>
                </a:lnTo>
                <a:lnTo>
                  <a:pt x="60449" y="504"/>
                </a:lnTo>
                <a:lnTo>
                  <a:pt x="79992" y="504"/>
                </a:lnTo>
                <a:lnTo>
                  <a:pt x="82718" y="65"/>
                </a:lnTo>
                <a:lnTo>
                  <a:pt x="85116" y="562"/>
                </a:lnTo>
                <a:lnTo>
                  <a:pt x="84589" y="3756"/>
                </a:lnTo>
                <a:lnTo>
                  <a:pt x="85269" y="4436"/>
                </a:lnTo>
                <a:lnTo>
                  <a:pt x="87725" y="3851"/>
                </a:lnTo>
                <a:lnTo>
                  <a:pt x="90502" y="4546"/>
                </a:lnTo>
                <a:lnTo>
                  <a:pt x="93257" y="3303"/>
                </a:lnTo>
                <a:lnTo>
                  <a:pt x="95735" y="4136"/>
                </a:lnTo>
                <a:lnTo>
                  <a:pt x="95048" y="7206"/>
                </a:lnTo>
                <a:lnTo>
                  <a:pt x="95699" y="7842"/>
                </a:lnTo>
                <a:lnTo>
                  <a:pt x="98359" y="7484"/>
                </a:lnTo>
                <a:lnTo>
                  <a:pt x="99667" y="7557"/>
                </a:lnTo>
                <a:lnTo>
                  <a:pt x="101684" y="7140"/>
                </a:lnTo>
                <a:lnTo>
                  <a:pt x="102876" y="7783"/>
                </a:lnTo>
                <a:lnTo>
                  <a:pt x="101940" y="10590"/>
                </a:lnTo>
                <a:lnTo>
                  <a:pt x="102956" y="11598"/>
                </a:lnTo>
                <a:lnTo>
                  <a:pt x="105295" y="10436"/>
                </a:lnTo>
                <a:lnTo>
                  <a:pt x="106464" y="11598"/>
                </a:lnTo>
                <a:lnTo>
                  <a:pt x="105295" y="13937"/>
                </a:lnTo>
                <a:lnTo>
                  <a:pt x="106450" y="15092"/>
                </a:lnTo>
                <a:lnTo>
                  <a:pt x="108679" y="14083"/>
                </a:lnTo>
                <a:lnTo>
                  <a:pt x="110089" y="14960"/>
                </a:lnTo>
                <a:lnTo>
                  <a:pt x="112318" y="13945"/>
                </a:lnTo>
                <a:lnTo>
                  <a:pt x="113378" y="15011"/>
                </a:lnTo>
                <a:lnTo>
                  <a:pt x="112326" y="17657"/>
                </a:lnTo>
                <a:lnTo>
                  <a:pt x="113590" y="18491"/>
                </a:lnTo>
                <a:lnTo>
                  <a:pt x="115805" y="17445"/>
                </a:lnTo>
                <a:lnTo>
                  <a:pt x="116981" y="18607"/>
                </a:lnTo>
                <a:lnTo>
                  <a:pt x="115812" y="20946"/>
                </a:lnTo>
                <a:lnTo>
                  <a:pt x="116886" y="22021"/>
                </a:lnTo>
                <a:lnTo>
                  <a:pt x="119532" y="20968"/>
                </a:lnTo>
                <a:lnTo>
                  <a:pt x="120446" y="22342"/>
                </a:lnTo>
                <a:lnTo>
                  <a:pt x="119378" y="24213"/>
                </a:lnTo>
                <a:lnTo>
                  <a:pt x="120358" y="25741"/>
                </a:lnTo>
                <a:lnTo>
                  <a:pt x="119327" y="27963"/>
                </a:lnTo>
                <a:lnTo>
                  <a:pt x="120380" y="29015"/>
                </a:lnTo>
                <a:lnTo>
                  <a:pt x="123055" y="27992"/>
                </a:lnTo>
                <a:lnTo>
                  <a:pt x="123866" y="29249"/>
                </a:lnTo>
                <a:lnTo>
                  <a:pt x="122828" y="31464"/>
                </a:lnTo>
                <a:lnTo>
                  <a:pt x="123902" y="32531"/>
                </a:lnTo>
                <a:lnTo>
                  <a:pt x="126548" y="31486"/>
                </a:lnTo>
                <a:lnTo>
                  <a:pt x="127462" y="32852"/>
                </a:lnTo>
                <a:lnTo>
                  <a:pt x="126395" y="34723"/>
                </a:lnTo>
                <a:lnTo>
                  <a:pt x="127374" y="36258"/>
                </a:lnTo>
                <a:lnTo>
                  <a:pt x="126343" y="38473"/>
                </a:lnTo>
                <a:lnTo>
                  <a:pt x="127301" y="39437"/>
                </a:lnTo>
                <a:lnTo>
                  <a:pt x="130224" y="38604"/>
                </a:lnTo>
                <a:lnTo>
                  <a:pt x="131284" y="40950"/>
                </a:lnTo>
                <a:lnTo>
                  <a:pt x="129917" y="44035"/>
                </a:lnTo>
                <a:lnTo>
                  <a:pt x="130582" y="46695"/>
                </a:lnTo>
                <a:lnTo>
                  <a:pt x="129998" y="49150"/>
                </a:lnTo>
                <a:lnTo>
                  <a:pt x="130677" y="49823"/>
                </a:lnTo>
                <a:lnTo>
                  <a:pt x="133879" y="49297"/>
                </a:lnTo>
                <a:lnTo>
                  <a:pt x="134580" y="52717"/>
                </a:lnTo>
                <a:lnTo>
                  <a:pt x="133937" y="56883"/>
                </a:lnTo>
                <a:lnTo>
                  <a:pt x="133937" y="79832"/>
                </a:lnTo>
                <a:lnTo>
                  <a:pt x="134339" y="82500"/>
                </a:lnTo>
                <a:lnTo>
                  <a:pt x="133886" y="84912"/>
                </a:lnTo>
                <a:lnTo>
                  <a:pt x="130670" y="84407"/>
                </a:lnTo>
                <a:lnTo>
                  <a:pt x="129998" y="85080"/>
                </a:lnTo>
                <a:lnTo>
                  <a:pt x="130582" y="87535"/>
                </a:lnTo>
                <a:lnTo>
                  <a:pt x="129917" y="90189"/>
                </a:lnTo>
                <a:lnTo>
                  <a:pt x="131284" y="93273"/>
                </a:lnTo>
                <a:lnTo>
                  <a:pt x="130224" y="95626"/>
                </a:lnTo>
                <a:lnTo>
                  <a:pt x="127301" y="94785"/>
                </a:lnTo>
                <a:lnTo>
                  <a:pt x="126592" y="95502"/>
                </a:lnTo>
                <a:lnTo>
                  <a:pt x="126943" y="98169"/>
                </a:lnTo>
                <a:lnTo>
                  <a:pt x="126884" y="99368"/>
                </a:lnTo>
                <a:lnTo>
                  <a:pt x="127294" y="101634"/>
                </a:lnTo>
                <a:lnTo>
                  <a:pt x="126534" y="102745"/>
                </a:lnTo>
                <a:lnTo>
                  <a:pt x="123910" y="101685"/>
                </a:lnTo>
                <a:lnTo>
                  <a:pt x="122828" y="102767"/>
                </a:lnTo>
                <a:lnTo>
                  <a:pt x="123997" y="105098"/>
                </a:lnTo>
                <a:lnTo>
                  <a:pt x="122828" y="106268"/>
                </a:lnTo>
                <a:lnTo>
                  <a:pt x="120489" y="105105"/>
                </a:lnTo>
                <a:lnTo>
                  <a:pt x="119327" y="106260"/>
                </a:lnTo>
                <a:lnTo>
                  <a:pt x="120343" y="108489"/>
                </a:lnTo>
                <a:lnTo>
                  <a:pt x="119466" y="109893"/>
                </a:lnTo>
                <a:lnTo>
                  <a:pt x="120475" y="112122"/>
                </a:lnTo>
                <a:lnTo>
                  <a:pt x="119415" y="113182"/>
                </a:lnTo>
                <a:lnTo>
                  <a:pt x="116769" y="112137"/>
                </a:lnTo>
                <a:lnTo>
                  <a:pt x="115929" y="113401"/>
                </a:lnTo>
                <a:lnTo>
                  <a:pt x="116981" y="115615"/>
                </a:lnTo>
                <a:lnTo>
                  <a:pt x="115812" y="116785"/>
                </a:lnTo>
                <a:lnTo>
                  <a:pt x="113473" y="115616"/>
                </a:lnTo>
                <a:lnTo>
                  <a:pt x="112516" y="116573"/>
                </a:lnTo>
                <a:lnTo>
                  <a:pt x="113327" y="119518"/>
                </a:lnTo>
                <a:lnTo>
                  <a:pt x="111178" y="120439"/>
                </a:lnTo>
                <a:lnTo>
                  <a:pt x="107327" y="118619"/>
                </a:lnTo>
                <a:lnTo>
                  <a:pt x="105287" y="120147"/>
                </a:lnTo>
                <a:lnTo>
                  <a:pt x="106391" y="122690"/>
                </a:lnTo>
                <a:lnTo>
                  <a:pt x="105382" y="123699"/>
                </a:lnTo>
                <a:lnTo>
                  <a:pt x="102737" y="122647"/>
                </a:lnTo>
                <a:lnTo>
                  <a:pt x="102006" y="123750"/>
                </a:lnTo>
                <a:lnTo>
                  <a:pt x="102868" y="126374"/>
                </a:lnTo>
                <a:lnTo>
                  <a:pt x="101100" y="127573"/>
                </a:lnTo>
                <a:lnTo>
                  <a:pt x="96283" y="125577"/>
                </a:lnTo>
                <a:lnTo>
                  <a:pt x="95026" y="127112"/>
                </a:lnTo>
                <a:lnTo>
                  <a:pt x="95772" y="130028"/>
                </a:lnTo>
                <a:lnTo>
                  <a:pt x="93455" y="131073"/>
                </a:lnTo>
                <a:lnTo>
                  <a:pt x="90371" y="129714"/>
                </a:lnTo>
                <a:lnTo>
                  <a:pt x="87710" y="130372"/>
                </a:lnTo>
                <a:lnTo>
                  <a:pt x="85254" y="129787"/>
                </a:lnTo>
                <a:lnTo>
                  <a:pt x="84575" y="130467"/>
                </a:lnTo>
                <a:lnTo>
                  <a:pt x="85101" y="133675"/>
                </a:lnTo>
                <a:lnTo>
                  <a:pt x="81688" y="134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298911" y="1245929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19">
                <a:moveTo>
                  <a:pt x="79117" y="134297"/>
                </a:moveTo>
                <a:lnTo>
                  <a:pt x="76332" y="133836"/>
                </a:lnTo>
                <a:lnTo>
                  <a:pt x="58075" y="133836"/>
                </a:lnTo>
                <a:lnTo>
                  <a:pt x="55144" y="134355"/>
                </a:lnTo>
                <a:lnTo>
                  <a:pt x="52820" y="133749"/>
                </a:lnTo>
                <a:lnTo>
                  <a:pt x="53427" y="130606"/>
                </a:lnTo>
                <a:lnTo>
                  <a:pt x="52813" y="129992"/>
                </a:lnTo>
                <a:lnTo>
                  <a:pt x="50145" y="130357"/>
                </a:lnTo>
                <a:lnTo>
                  <a:pt x="48640" y="130277"/>
                </a:lnTo>
                <a:lnTo>
                  <a:pt x="47068" y="130642"/>
                </a:lnTo>
                <a:lnTo>
                  <a:pt x="45467" y="130109"/>
                </a:lnTo>
                <a:lnTo>
                  <a:pt x="43085" y="130796"/>
                </a:lnTo>
                <a:lnTo>
                  <a:pt x="42252" y="129955"/>
                </a:lnTo>
                <a:lnTo>
                  <a:pt x="43063" y="127010"/>
                </a:lnTo>
                <a:lnTo>
                  <a:pt x="40644" y="125979"/>
                </a:lnTo>
                <a:lnTo>
                  <a:pt x="37567" y="127682"/>
                </a:lnTo>
                <a:lnTo>
                  <a:pt x="35155" y="126630"/>
                </a:lnTo>
                <a:lnTo>
                  <a:pt x="35973" y="123684"/>
                </a:lnTo>
                <a:lnTo>
                  <a:pt x="35272" y="122983"/>
                </a:lnTo>
                <a:lnTo>
                  <a:pt x="32604" y="123348"/>
                </a:lnTo>
                <a:lnTo>
                  <a:pt x="31391" y="123282"/>
                </a:lnTo>
                <a:lnTo>
                  <a:pt x="29147" y="123692"/>
                </a:lnTo>
                <a:lnTo>
                  <a:pt x="28022" y="122946"/>
                </a:lnTo>
                <a:lnTo>
                  <a:pt x="29074" y="120301"/>
                </a:lnTo>
                <a:lnTo>
                  <a:pt x="28000" y="119233"/>
                </a:lnTo>
                <a:lnTo>
                  <a:pt x="25661" y="120395"/>
                </a:lnTo>
                <a:lnTo>
                  <a:pt x="24492" y="119233"/>
                </a:lnTo>
                <a:lnTo>
                  <a:pt x="25661" y="116895"/>
                </a:lnTo>
                <a:lnTo>
                  <a:pt x="24506" y="115740"/>
                </a:lnTo>
                <a:lnTo>
                  <a:pt x="22109" y="116902"/>
                </a:lnTo>
                <a:lnTo>
                  <a:pt x="20998" y="115689"/>
                </a:lnTo>
                <a:lnTo>
                  <a:pt x="22167" y="113401"/>
                </a:lnTo>
                <a:lnTo>
                  <a:pt x="21078" y="112319"/>
                </a:lnTo>
                <a:lnTo>
                  <a:pt x="18433" y="113364"/>
                </a:lnTo>
                <a:lnTo>
                  <a:pt x="17555" y="112049"/>
                </a:lnTo>
                <a:lnTo>
                  <a:pt x="18644" y="109973"/>
                </a:lnTo>
                <a:lnTo>
                  <a:pt x="17548" y="108709"/>
                </a:lnTo>
                <a:lnTo>
                  <a:pt x="15114" y="109856"/>
                </a:lnTo>
                <a:lnTo>
                  <a:pt x="14062" y="108811"/>
                </a:lnTo>
                <a:lnTo>
                  <a:pt x="15114" y="106165"/>
                </a:lnTo>
                <a:lnTo>
                  <a:pt x="13967" y="105405"/>
                </a:lnTo>
                <a:lnTo>
                  <a:pt x="11445" y="106326"/>
                </a:lnTo>
                <a:lnTo>
                  <a:pt x="10108" y="104550"/>
                </a:lnTo>
                <a:lnTo>
                  <a:pt x="12205" y="99734"/>
                </a:lnTo>
                <a:lnTo>
                  <a:pt x="10612" y="98425"/>
                </a:lnTo>
                <a:lnTo>
                  <a:pt x="7762" y="99230"/>
                </a:lnTo>
                <a:lnTo>
                  <a:pt x="6892" y="97497"/>
                </a:lnTo>
                <a:lnTo>
                  <a:pt x="8580" y="92615"/>
                </a:lnTo>
                <a:lnTo>
                  <a:pt x="7235" y="91519"/>
                </a:lnTo>
                <a:lnTo>
                  <a:pt x="4107" y="92067"/>
                </a:lnTo>
                <a:lnTo>
                  <a:pt x="3135" y="88493"/>
                </a:lnTo>
                <a:lnTo>
                  <a:pt x="4838" y="84532"/>
                </a:lnTo>
                <a:lnTo>
                  <a:pt x="3946" y="80929"/>
                </a:lnTo>
                <a:lnTo>
                  <a:pt x="789" y="81513"/>
                </a:lnTo>
                <a:lnTo>
                  <a:pt x="190" y="80907"/>
                </a:lnTo>
                <a:lnTo>
                  <a:pt x="540" y="78246"/>
                </a:lnTo>
                <a:lnTo>
                  <a:pt x="277" y="73138"/>
                </a:lnTo>
                <a:lnTo>
                  <a:pt x="606" y="61546"/>
                </a:lnTo>
                <a:lnTo>
                  <a:pt x="0" y="58776"/>
                </a:lnTo>
                <a:lnTo>
                  <a:pt x="672" y="56065"/>
                </a:lnTo>
                <a:lnTo>
                  <a:pt x="87" y="53609"/>
                </a:lnTo>
                <a:lnTo>
                  <a:pt x="818" y="52886"/>
                </a:lnTo>
                <a:lnTo>
                  <a:pt x="3917" y="53536"/>
                </a:lnTo>
                <a:lnTo>
                  <a:pt x="4677" y="51036"/>
                </a:lnTo>
                <a:lnTo>
                  <a:pt x="3479" y="48347"/>
                </a:lnTo>
                <a:lnTo>
                  <a:pt x="4180" y="45540"/>
                </a:lnTo>
                <a:lnTo>
                  <a:pt x="3596" y="43085"/>
                </a:lnTo>
                <a:lnTo>
                  <a:pt x="4385" y="42295"/>
                </a:lnTo>
                <a:lnTo>
                  <a:pt x="7352" y="43099"/>
                </a:lnTo>
                <a:lnTo>
                  <a:pt x="8368" y="40680"/>
                </a:lnTo>
                <a:lnTo>
                  <a:pt x="6687" y="37625"/>
                </a:lnTo>
                <a:lnTo>
                  <a:pt x="7725" y="35199"/>
                </a:lnTo>
                <a:lnTo>
                  <a:pt x="10670" y="36017"/>
                </a:lnTo>
                <a:lnTo>
                  <a:pt x="11591" y="35104"/>
                </a:lnTo>
                <a:lnTo>
                  <a:pt x="10678" y="32845"/>
                </a:lnTo>
                <a:lnTo>
                  <a:pt x="11409" y="31427"/>
                </a:lnTo>
                <a:lnTo>
                  <a:pt x="10495" y="29176"/>
                </a:lnTo>
                <a:lnTo>
                  <a:pt x="11533" y="28146"/>
                </a:lnTo>
                <a:lnTo>
                  <a:pt x="14179" y="29198"/>
                </a:lnTo>
                <a:lnTo>
                  <a:pt x="15070" y="27861"/>
                </a:lnTo>
                <a:lnTo>
                  <a:pt x="13974" y="25858"/>
                </a:lnTo>
                <a:lnTo>
                  <a:pt x="15012" y="24543"/>
                </a:lnTo>
                <a:lnTo>
                  <a:pt x="17526" y="25668"/>
                </a:lnTo>
                <a:lnTo>
                  <a:pt x="18644" y="24550"/>
                </a:lnTo>
                <a:lnTo>
                  <a:pt x="17475" y="22211"/>
                </a:lnTo>
                <a:lnTo>
                  <a:pt x="18644" y="21041"/>
                </a:lnTo>
                <a:lnTo>
                  <a:pt x="20983" y="22211"/>
                </a:lnTo>
                <a:lnTo>
                  <a:pt x="22153" y="21042"/>
                </a:lnTo>
                <a:lnTo>
                  <a:pt x="20983" y="18703"/>
                </a:lnTo>
                <a:lnTo>
                  <a:pt x="22152" y="17541"/>
                </a:lnTo>
                <a:lnTo>
                  <a:pt x="24491" y="18703"/>
                </a:lnTo>
                <a:lnTo>
                  <a:pt x="25661" y="17533"/>
                </a:lnTo>
                <a:lnTo>
                  <a:pt x="24492" y="15202"/>
                </a:lnTo>
                <a:lnTo>
                  <a:pt x="25661" y="14032"/>
                </a:lnTo>
                <a:lnTo>
                  <a:pt x="28000" y="15202"/>
                </a:lnTo>
                <a:lnTo>
                  <a:pt x="29081" y="14120"/>
                </a:lnTo>
                <a:lnTo>
                  <a:pt x="28014" y="11496"/>
                </a:lnTo>
                <a:lnTo>
                  <a:pt x="30148" y="10035"/>
                </a:lnTo>
                <a:lnTo>
                  <a:pt x="33825" y="11869"/>
                </a:lnTo>
                <a:lnTo>
                  <a:pt x="36046" y="10926"/>
                </a:lnTo>
                <a:lnTo>
                  <a:pt x="35235" y="7974"/>
                </a:lnTo>
                <a:lnTo>
                  <a:pt x="36149" y="7067"/>
                </a:lnTo>
                <a:lnTo>
                  <a:pt x="38400" y="7973"/>
                </a:lnTo>
                <a:lnTo>
                  <a:pt x="39818" y="7243"/>
                </a:lnTo>
                <a:lnTo>
                  <a:pt x="42069" y="8149"/>
                </a:lnTo>
                <a:lnTo>
                  <a:pt x="43107" y="7119"/>
                </a:lnTo>
                <a:lnTo>
                  <a:pt x="42054" y="4473"/>
                </a:lnTo>
                <a:lnTo>
                  <a:pt x="43348" y="3617"/>
                </a:lnTo>
                <a:lnTo>
                  <a:pt x="45270" y="4356"/>
                </a:lnTo>
                <a:lnTo>
                  <a:pt x="48245" y="3442"/>
                </a:lnTo>
                <a:lnTo>
                  <a:pt x="50949" y="4538"/>
                </a:lnTo>
                <a:lnTo>
                  <a:pt x="53142" y="4121"/>
                </a:lnTo>
                <a:lnTo>
                  <a:pt x="53427" y="4063"/>
                </a:lnTo>
                <a:lnTo>
                  <a:pt x="52893" y="869"/>
                </a:lnTo>
                <a:lnTo>
                  <a:pt x="53507" y="255"/>
                </a:lnTo>
                <a:lnTo>
                  <a:pt x="56102" y="686"/>
                </a:lnTo>
                <a:lnTo>
                  <a:pt x="61189" y="109"/>
                </a:lnTo>
                <a:lnTo>
                  <a:pt x="66115" y="621"/>
                </a:lnTo>
                <a:lnTo>
                  <a:pt x="73913" y="621"/>
                </a:lnTo>
                <a:lnTo>
                  <a:pt x="78035" y="0"/>
                </a:lnTo>
                <a:lnTo>
                  <a:pt x="81470" y="672"/>
                </a:lnTo>
                <a:lnTo>
                  <a:pt x="80958" y="3880"/>
                </a:lnTo>
                <a:lnTo>
                  <a:pt x="81631" y="4553"/>
                </a:lnTo>
                <a:lnTo>
                  <a:pt x="84086" y="3968"/>
                </a:lnTo>
                <a:lnTo>
                  <a:pt x="86791" y="4641"/>
                </a:lnTo>
                <a:lnTo>
                  <a:pt x="89743" y="3318"/>
                </a:lnTo>
                <a:lnTo>
                  <a:pt x="92155" y="4297"/>
                </a:lnTo>
                <a:lnTo>
                  <a:pt x="91366" y="7279"/>
                </a:lnTo>
                <a:lnTo>
                  <a:pt x="92053" y="7959"/>
                </a:lnTo>
                <a:lnTo>
                  <a:pt x="94721" y="7600"/>
                </a:lnTo>
                <a:lnTo>
                  <a:pt x="96087" y="7674"/>
                </a:lnTo>
                <a:lnTo>
                  <a:pt x="97973" y="7264"/>
                </a:lnTo>
                <a:lnTo>
                  <a:pt x="99201" y="7849"/>
                </a:lnTo>
                <a:lnTo>
                  <a:pt x="98339" y="10743"/>
                </a:lnTo>
                <a:lnTo>
                  <a:pt x="99069" y="11467"/>
                </a:lnTo>
                <a:lnTo>
                  <a:pt x="101730" y="11109"/>
                </a:lnTo>
                <a:lnTo>
                  <a:pt x="102943" y="11175"/>
                </a:lnTo>
                <a:lnTo>
                  <a:pt x="105172" y="10758"/>
                </a:lnTo>
                <a:lnTo>
                  <a:pt x="106298" y="11496"/>
                </a:lnTo>
                <a:lnTo>
                  <a:pt x="105260" y="14156"/>
                </a:lnTo>
                <a:lnTo>
                  <a:pt x="106232" y="15128"/>
                </a:lnTo>
                <a:lnTo>
                  <a:pt x="108877" y="14076"/>
                </a:lnTo>
                <a:lnTo>
                  <a:pt x="109755" y="15399"/>
                </a:lnTo>
                <a:lnTo>
                  <a:pt x="108666" y="17453"/>
                </a:lnTo>
                <a:lnTo>
                  <a:pt x="109740" y="18732"/>
                </a:lnTo>
                <a:lnTo>
                  <a:pt x="112203" y="17591"/>
                </a:lnTo>
                <a:lnTo>
                  <a:pt x="113336" y="18724"/>
                </a:lnTo>
                <a:lnTo>
                  <a:pt x="112167" y="21063"/>
                </a:lnTo>
                <a:lnTo>
                  <a:pt x="113336" y="22233"/>
                </a:lnTo>
                <a:lnTo>
                  <a:pt x="115675" y="21063"/>
                </a:lnTo>
                <a:lnTo>
                  <a:pt x="116742" y="22137"/>
                </a:lnTo>
                <a:lnTo>
                  <a:pt x="115697" y="24783"/>
                </a:lnTo>
                <a:lnTo>
                  <a:pt x="117012" y="25653"/>
                </a:lnTo>
                <a:lnTo>
                  <a:pt x="119073" y="24572"/>
                </a:lnTo>
                <a:lnTo>
                  <a:pt x="120352" y="25646"/>
                </a:lnTo>
                <a:lnTo>
                  <a:pt x="119205" y="28109"/>
                </a:lnTo>
                <a:lnTo>
                  <a:pt x="120243" y="29139"/>
                </a:lnTo>
                <a:lnTo>
                  <a:pt x="122903" y="28102"/>
                </a:lnTo>
                <a:lnTo>
                  <a:pt x="124336" y="30279"/>
                </a:lnTo>
                <a:lnTo>
                  <a:pt x="122494" y="33868"/>
                </a:lnTo>
                <a:lnTo>
                  <a:pt x="123451" y="36119"/>
                </a:lnTo>
                <a:lnTo>
                  <a:pt x="126404" y="35300"/>
                </a:lnTo>
                <a:lnTo>
                  <a:pt x="127310" y="36214"/>
                </a:lnTo>
                <a:lnTo>
                  <a:pt x="126404" y="38472"/>
                </a:lnTo>
                <a:lnTo>
                  <a:pt x="127135" y="39890"/>
                </a:lnTo>
                <a:lnTo>
                  <a:pt x="126229" y="42141"/>
                </a:lnTo>
                <a:lnTo>
                  <a:pt x="127259" y="43172"/>
                </a:lnTo>
                <a:lnTo>
                  <a:pt x="129905" y="42127"/>
                </a:lnTo>
                <a:lnTo>
                  <a:pt x="130775" y="43435"/>
                </a:lnTo>
                <a:lnTo>
                  <a:pt x="129985" y="45313"/>
                </a:lnTo>
                <a:lnTo>
                  <a:pt x="130957" y="48237"/>
                </a:lnTo>
                <a:lnTo>
                  <a:pt x="129430" y="51219"/>
                </a:lnTo>
                <a:lnTo>
                  <a:pt x="130460" y="53645"/>
                </a:lnTo>
                <a:lnTo>
                  <a:pt x="133413" y="52834"/>
                </a:lnTo>
                <a:lnTo>
                  <a:pt x="134173" y="53594"/>
                </a:lnTo>
                <a:lnTo>
                  <a:pt x="133676" y="56123"/>
                </a:lnTo>
                <a:lnTo>
                  <a:pt x="134341" y="59938"/>
                </a:lnTo>
                <a:lnTo>
                  <a:pt x="133778" y="63943"/>
                </a:lnTo>
                <a:lnTo>
                  <a:pt x="133778" y="75228"/>
                </a:lnTo>
                <a:lnTo>
                  <a:pt x="134064" y="76828"/>
                </a:lnTo>
                <a:lnTo>
                  <a:pt x="133588" y="78399"/>
                </a:lnTo>
                <a:lnTo>
                  <a:pt x="134232" y="80804"/>
                </a:lnTo>
                <a:lnTo>
                  <a:pt x="133493" y="81542"/>
                </a:lnTo>
                <a:lnTo>
                  <a:pt x="130365" y="80921"/>
                </a:lnTo>
                <a:lnTo>
                  <a:pt x="129729" y="83231"/>
                </a:lnTo>
                <a:lnTo>
                  <a:pt x="130278" y="86220"/>
                </a:lnTo>
                <a:lnTo>
                  <a:pt x="130278" y="89121"/>
                </a:lnTo>
                <a:lnTo>
                  <a:pt x="130607" y="91007"/>
                </a:lnTo>
                <a:lnTo>
                  <a:pt x="130088" y="92220"/>
                </a:lnTo>
                <a:lnTo>
                  <a:pt x="127135" y="91409"/>
                </a:lnTo>
                <a:lnTo>
                  <a:pt x="126236" y="92308"/>
                </a:lnTo>
                <a:lnTo>
                  <a:pt x="127106" y="94581"/>
                </a:lnTo>
                <a:lnTo>
                  <a:pt x="126433" y="95984"/>
                </a:lnTo>
                <a:lnTo>
                  <a:pt x="127303" y="98257"/>
                </a:lnTo>
                <a:lnTo>
                  <a:pt x="126280" y="99273"/>
                </a:lnTo>
                <a:lnTo>
                  <a:pt x="123634" y="98228"/>
                </a:lnTo>
                <a:lnTo>
                  <a:pt x="122728" y="99595"/>
                </a:lnTo>
                <a:lnTo>
                  <a:pt x="123788" y="101466"/>
                </a:lnTo>
                <a:lnTo>
                  <a:pt x="122815" y="103000"/>
                </a:lnTo>
                <a:lnTo>
                  <a:pt x="123846" y="105215"/>
                </a:lnTo>
                <a:lnTo>
                  <a:pt x="122720" y="106341"/>
                </a:lnTo>
                <a:lnTo>
                  <a:pt x="120243" y="105208"/>
                </a:lnTo>
                <a:lnTo>
                  <a:pt x="119219" y="106458"/>
                </a:lnTo>
                <a:lnTo>
                  <a:pt x="120360" y="108701"/>
                </a:lnTo>
                <a:lnTo>
                  <a:pt x="119176" y="109885"/>
                </a:lnTo>
                <a:lnTo>
                  <a:pt x="116837" y="108716"/>
                </a:lnTo>
                <a:lnTo>
                  <a:pt x="115675" y="109885"/>
                </a:lnTo>
                <a:lnTo>
                  <a:pt x="116837" y="112224"/>
                </a:lnTo>
                <a:lnTo>
                  <a:pt x="115675" y="113386"/>
                </a:lnTo>
                <a:lnTo>
                  <a:pt x="113336" y="112224"/>
                </a:lnTo>
                <a:lnTo>
                  <a:pt x="112167" y="113386"/>
                </a:lnTo>
                <a:lnTo>
                  <a:pt x="113336" y="115725"/>
                </a:lnTo>
                <a:lnTo>
                  <a:pt x="112262" y="116799"/>
                </a:lnTo>
                <a:lnTo>
                  <a:pt x="109616" y="115747"/>
                </a:lnTo>
                <a:lnTo>
                  <a:pt x="108739" y="117070"/>
                </a:lnTo>
                <a:lnTo>
                  <a:pt x="109828" y="119124"/>
                </a:lnTo>
                <a:lnTo>
                  <a:pt x="108753" y="120410"/>
                </a:lnTo>
                <a:lnTo>
                  <a:pt x="106298" y="119262"/>
                </a:lnTo>
                <a:lnTo>
                  <a:pt x="105253" y="120300"/>
                </a:lnTo>
                <a:lnTo>
                  <a:pt x="106298" y="122953"/>
                </a:lnTo>
                <a:lnTo>
                  <a:pt x="104470" y="124167"/>
                </a:lnTo>
                <a:lnTo>
                  <a:pt x="99654" y="122186"/>
                </a:lnTo>
                <a:lnTo>
                  <a:pt x="98448" y="123655"/>
                </a:lnTo>
                <a:lnTo>
                  <a:pt x="99077" y="126703"/>
                </a:lnTo>
                <a:lnTo>
                  <a:pt x="97849" y="127127"/>
                </a:lnTo>
                <a:lnTo>
                  <a:pt x="96153" y="126827"/>
                </a:lnTo>
                <a:lnTo>
                  <a:pt x="94370" y="126827"/>
                </a:lnTo>
                <a:lnTo>
                  <a:pt x="92484" y="126491"/>
                </a:lnTo>
                <a:lnTo>
                  <a:pt x="91271" y="127010"/>
                </a:lnTo>
                <a:lnTo>
                  <a:pt x="92090" y="129962"/>
                </a:lnTo>
                <a:lnTo>
                  <a:pt x="91381" y="130664"/>
                </a:lnTo>
                <a:lnTo>
                  <a:pt x="88720" y="130299"/>
                </a:lnTo>
                <a:lnTo>
                  <a:pt x="87280" y="130379"/>
                </a:lnTo>
                <a:lnTo>
                  <a:pt x="85563" y="129985"/>
                </a:lnTo>
                <a:lnTo>
                  <a:pt x="84021" y="130606"/>
                </a:lnTo>
                <a:lnTo>
                  <a:pt x="81697" y="129831"/>
                </a:lnTo>
                <a:lnTo>
                  <a:pt x="80944" y="130591"/>
                </a:lnTo>
                <a:lnTo>
                  <a:pt x="81492" y="133770"/>
                </a:lnTo>
                <a:lnTo>
                  <a:pt x="79117" y="1342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512770" y="1249210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4">
                <a:moveTo>
                  <a:pt x="70477" y="127383"/>
                </a:moveTo>
                <a:lnTo>
                  <a:pt x="67810" y="127032"/>
                </a:lnTo>
                <a:lnTo>
                  <a:pt x="64981" y="127163"/>
                </a:lnTo>
                <a:lnTo>
                  <a:pt x="59280" y="127054"/>
                </a:lnTo>
                <a:lnTo>
                  <a:pt x="57746" y="127317"/>
                </a:lnTo>
                <a:lnTo>
                  <a:pt x="56452" y="126966"/>
                </a:lnTo>
                <a:lnTo>
                  <a:pt x="57066" y="123830"/>
                </a:lnTo>
                <a:lnTo>
                  <a:pt x="56452" y="123217"/>
                </a:lnTo>
                <a:lnTo>
                  <a:pt x="53792" y="123575"/>
                </a:lnTo>
                <a:lnTo>
                  <a:pt x="52242" y="123494"/>
                </a:lnTo>
                <a:lnTo>
                  <a:pt x="50758" y="123838"/>
                </a:lnTo>
                <a:lnTo>
                  <a:pt x="47711" y="122946"/>
                </a:lnTo>
                <a:lnTo>
                  <a:pt x="44729" y="124393"/>
                </a:lnTo>
                <a:lnTo>
                  <a:pt x="42317" y="123363"/>
                </a:lnTo>
                <a:lnTo>
                  <a:pt x="43128" y="120410"/>
                </a:lnTo>
                <a:lnTo>
                  <a:pt x="42244" y="119533"/>
                </a:lnTo>
                <a:lnTo>
                  <a:pt x="39942" y="120344"/>
                </a:lnTo>
                <a:lnTo>
                  <a:pt x="38568" y="119745"/>
                </a:lnTo>
                <a:lnTo>
                  <a:pt x="36258" y="120556"/>
                </a:lnTo>
                <a:lnTo>
                  <a:pt x="35381" y="119672"/>
                </a:lnTo>
                <a:lnTo>
                  <a:pt x="36192" y="116726"/>
                </a:lnTo>
                <a:lnTo>
                  <a:pt x="33956" y="115776"/>
                </a:lnTo>
                <a:lnTo>
                  <a:pt x="30331" y="117611"/>
                </a:lnTo>
                <a:lnTo>
                  <a:pt x="28167" y="116164"/>
                </a:lnTo>
                <a:lnTo>
                  <a:pt x="29220" y="113525"/>
                </a:lnTo>
                <a:lnTo>
                  <a:pt x="28241" y="112546"/>
                </a:lnTo>
                <a:lnTo>
                  <a:pt x="25595" y="113598"/>
                </a:lnTo>
                <a:lnTo>
                  <a:pt x="24725" y="112275"/>
                </a:lnTo>
                <a:lnTo>
                  <a:pt x="25814" y="110222"/>
                </a:lnTo>
                <a:lnTo>
                  <a:pt x="24732" y="108935"/>
                </a:lnTo>
                <a:lnTo>
                  <a:pt x="22277" y="110083"/>
                </a:lnTo>
                <a:lnTo>
                  <a:pt x="21136" y="108950"/>
                </a:lnTo>
                <a:lnTo>
                  <a:pt x="22306" y="106611"/>
                </a:lnTo>
                <a:lnTo>
                  <a:pt x="21136" y="105441"/>
                </a:lnTo>
                <a:lnTo>
                  <a:pt x="18805" y="106611"/>
                </a:lnTo>
                <a:lnTo>
                  <a:pt x="17731" y="105537"/>
                </a:lnTo>
                <a:lnTo>
                  <a:pt x="18776" y="102891"/>
                </a:lnTo>
                <a:lnTo>
                  <a:pt x="17460" y="102014"/>
                </a:lnTo>
                <a:lnTo>
                  <a:pt x="15399" y="103103"/>
                </a:lnTo>
                <a:lnTo>
                  <a:pt x="14120" y="102021"/>
                </a:lnTo>
                <a:lnTo>
                  <a:pt x="15267" y="99565"/>
                </a:lnTo>
                <a:lnTo>
                  <a:pt x="14237" y="98535"/>
                </a:lnTo>
                <a:lnTo>
                  <a:pt x="11562" y="99573"/>
                </a:lnTo>
                <a:lnTo>
                  <a:pt x="10144" y="97373"/>
                </a:lnTo>
                <a:lnTo>
                  <a:pt x="11986" y="93821"/>
                </a:lnTo>
                <a:lnTo>
                  <a:pt x="11021" y="91555"/>
                </a:lnTo>
                <a:lnTo>
                  <a:pt x="8069" y="92374"/>
                </a:lnTo>
                <a:lnTo>
                  <a:pt x="7162" y="91460"/>
                </a:lnTo>
                <a:lnTo>
                  <a:pt x="8068" y="89202"/>
                </a:lnTo>
                <a:lnTo>
                  <a:pt x="7338" y="87784"/>
                </a:lnTo>
                <a:lnTo>
                  <a:pt x="8251" y="85533"/>
                </a:lnTo>
                <a:lnTo>
                  <a:pt x="7213" y="84502"/>
                </a:lnTo>
                <a:lnTo>
                  <a:pt x="4568" y="85547"/>
                </a:lnTo>
                <a:lnTo>
                  <a:pt x="3705" y="84239"/>
                </a:lnTo>
                <a:lnTo>
                  <a:pt x="4480" y="82354"/>
                </a:lnTo>
                <a:lnTo>
                  <a:pt x="3164" y="78304"/>
                </a:lnTo>
                <a:lnTo>
                  <a:pt x="5079" y="74190"/>
                </a:lnTo>
                <a:lnTo>
                  <a:pt x="4107" y="70638"/>
                </a:lnTo>
                <a:lnTo>
                  <a:pt x="979" y="71252"/>
                </a:lnTo>
                <a:lnTo>
                  <a:pt x="358" y="70631"/>
                </a:lnTo>
                <a:lnTo>
                  <a:pt x="723" y="67970"/>
                </a:lnTo>
                <a:lnTo>
                  <a:pt x="628" y="66304"/>
                </a:lnTo>
                <a:lnTo>
                  <a:pt x="694" y="62167"/>
                </a:lnTo>
                <a:lnTo>
                  <a:pt x="0" y="58564"/>
                </a:lnTo>
                <a:lnTo>
                  <a:pt x="884" y="56495"/>
                </a:lnTo>
                <a:lnTo>
                  <a:pt x="3837" y="57307"/>
                </a:lnTo>
                <a:lnTo>
                  <a:pt x="4589" y="56547"/>
                </a:lnTo>
                <a:lnTo>
                  <a:pt x="4092" y="54018"/>
                </a:lnTo>
                <a:lnTo>
                  <a:pt x="4582" y="51255"/>
                </a:lnTo>
                <a:lnTo>
                  <a:pt x="4202" y="48631"/>
                </a:lnTo>
                <a:lnTo>
                  <a:pt x="4202" y="45511"/>
                </a:lnTo>
                <a:lnTo>
                  <a:pt x="3880" y="43749"/>
                </a:lnTo>
                <a:lnTo>
                  <a:pt x="4356" y="42507"/>
                </a:lnTo>
                <a:lnTo>
                  <a:pt x="7367" y="43252"/>
                </a:lnTo>
                <a:lnTo>
                  <a:pt x="8287" y="42331"/>
                </a:lnTo>
                <a:lnTo>
                  <a:pt x="7243" y="40102"/>
                </a:lnTo>
                <a:lnTo>
                  <a:pt x="8171" y="38706"/>
                </a:lnTo>
                <a:lnTo>
                  <a:pt x="7118" y="36492"/>
                </a:lnTo>
                <a:lnTo>
                  <a:pt x="8134" y="35476"/>
                </a:lnTo>
                <a:lnTo>
                  <a:pt x="10941" y="36404"/>
                </a:lnTo>
                <a:lnTo>
                  <a:pt x="12191" y="34080"/>
                </a:lnTo>
                <a:lnTo>
                  <a:pt x="10393" y="30806"/>
                </a:lnTo>
                <a:lnTo>
                  <a:pt x="11394" y="28445"/>
                </a:lnTo>
                <a:lnTo>
                  <a:pt x="14346" y="29256"/>
                </a:lnTo>
                <a:lnTo>
                  <a:pt x="15311" y="28291"/>
                </a:lnTo>
                <a:lnTo>
                  <a:pt x="14186" y="26048"/>
                </a:lnTo>
                <a:lnTo>
                  <a:pt x="15165" y="24798"/>
                </a:lnTo>
                <a:lnTo>
                  <a:pt x="17687" y="25916"/>
                </a:lnTo>
                <a:lnTo>
                  <a:pt x="18805" y="24798"/>
                </a:lnTo>
                <a:lnTo>
                  <a:pt x="17636" y="22459"/>
                </a:lnTo>
                <a:lnTo>
                  <a:pt x="18798" y="21297"/>
                </a:lnTo>
                <a:lnTo>
                  <a:pt x="21136" y="22459"/>
                </a:lnTo>
                <a:lnTo>
                  <a:pt x="22306" y="21297"/>
                </a:lnTo>
                <a:lnTo>
                  <a:pt x="21136" y="18958"/>
                </a:lnTo>
                <a:lnTo>
                  <a:pt x="22306" y="17789"/>
                </a:lnTo>
                <a:lnTo>
                  <a:pt x="24644" y="18958"/>
                </a:lnTo>
                <a:lnTo>
                  <a:pt x="25814" y="17789"/>
                </a:lnTo>
                <a:lnTo>
                  <a:pt x="24645" y="15450"/>
                </a:lnTo>
                <a:lnTo>
                  <a:pt x="25814" y="14288"/>
                </a:lnTo>
                <a:lnTo>
                  <a:pt x="28145" y="15450"/>
                </a:lnTo>
                <a:lnTo>
                  <a:pt x="29227" y="14368"/>
                </a:lnTo>
                <a:lnTo>
                  <a:pt x="28167" y="11752"/>
                </a:lnTo>
                <a:lnTo>
                  <a:pt x="30002" y="10495"/>
                </a:lnTo>
                <a:lnTo>
                  <a:pt x="34811" y="12505"/>
                </a:lnTo>
                <a:lnTo>
                  <a:pt x="36082" y="10948"/>
                </a:lnTo>
                <a:lnTo>
                  <a:pt x="35308" y="8061"/>
                </a:lnTo>
                <a:lnTo>
                  <a:pt x="37025" y="7257"/>
                </a:lnTo>
                <a:lnTo>
                  <a:pt x="41930" y="8887"/>
                </a:lnTo>
                <a:lnTo>
                  <a:pt x="43033" y="7535"/>
                </a:lnTo>
                <a:lnTo>
                  <a:pt x="42427" y="4458"/>
                </a:lnTo>
                <a:lnTo>
                  <a:pt x="44626" y="3749"/>
                </a:lnTo>
                <a:lnTo>
                  <a:pt x="47806" y="4355"/>
                </a:lnTo>
                <a:lnTo>
                  <a:pt x="52044" y="4355"/>
                </a:lnTo>
                <a:lnTo>
                  <a:pt x="54529" y="4648"/>
                </a:lnTo>
                <a:lnTo>
                  <a:pt x="56788" y="4348"/>
                </a:lnTo>
                <a:lnTo>
                  <a:pt x="57015" y="4319"/>
                </a:lnTo>
                <a:lnTo>
                  <a:pt x="56576" y="1059"/>
                </a:lnTo>
                <a:lnTo>
                  <a:pt x="57087" y="540"/>
                </a:lnTo>
                <a:lnTo>
                  <a:pt x="61297" y="869"/>
                </a:lnTo>
                <a:lnTo>
                  <a:pt x="62854" y="555"/>
                </a:lnTo>
                <a:lnTo>
                  <a:pt x="65865" y="1468"/>
                </a:lnTo>
                <a:lnTo>
                  <a:pt x="68840" y="0"/>
                </a:lnTo>
                <a:lnTo>
                  <a:pt x="71259" y="1030"/>
                </a:lnTo>
                <a:lnTo>
                  <a:pt x="70448" y="3983"/>
                </a:lnTo>
                <a:lnTo>
                  <a:pt x="71208" y="4743"/>
                </a:lnTo>
                <a:lnTo>
                  <a:pt x="73737" y="4246"/>
                </a:lnTo>
                <a:lnTo>
                  <a:pt x="76499" y="4728"/>
                </a:lnTo>
                <a:lnTo>
                  <a:pt x="79123" y="4348"/>
                </a:lnTo>
                <a:lnTo>
                  <a:pt x="82244" y="4348"/>
                </a:lnTo>
                <a:lnTo>
                  <a:pt x="83998" y="4034"/>
                </a:lnTo>
                <a:lnTo>
                  <a:pt x="85248" y="4502"/>
                </a:lnTo>
                <a:lnTo>
                  <a:pt x="84502" y="7520"/>
                </a:lnTo>
                <a:lnTo>
                  <a:pt x="85175" y="8185"/>
                </a:lnTo>
                <a:lnTo>
                  <a:pt x="87835" y="7827"/>
                </a:lnTo>
                <a:lnTo>
                  <a:pt x="89209" y="7900"/>
                </a:lnTo>
                <a:lnTo>
                  <a:pt x="91087" y="7484"/>
                </a:lnTo>
                <a:lnTo>
                  <a:pt x="92315" y="8076"/>
                </a:lnTo>
                <a:lnTo>
                  <a:pt x="91453" y="10970"/>
                </a:lnTo>
                <a:lnTo>
                  <a:pt x="92184" y="11693"/>
                </a:lnTo>
                <a:lnTo>
                  <a:pt x="94844" y="11328"/>
                </a:lnTo>
                <a:lnTo>
                  <a:pt x="96035" y="11394"/>
                </a:lnTo>
                <a:lnTo>
                  <a:pt x="98323" y="10985"/>
                </a:lnTo>
                <a:lnTo>
                  <a:pt x="99427" y="11752"/>
                </a:lnTo>
                <a:lnTo>
                  <a:pt x="98360" y="14361"/>
                </a:lnTo>
                <a:lnTo>
                  <a:pt x="99346" y="15348"/>
                </a:lnTo>
                <a:lnTo>
                  <a:pt x="101999" y="14303"/>
                </a:lnTo>
                <a:lnTo>
                  <a:pt x="102869" y="15618"/>
                </a:lnTo>
                <a:lnTo>
                  <a:pt x="101780" y="17679"/>
                </a:lnTo>
                <a:lnTo>
                  <a:pt x="102862" y="18958"/>
                </a:lnTo>
                <a:lnTo>
                  <a:pt x="105318" y="17811"/>
                </a:lnTo>
                <a:lnTo>
                  <a:pt x="106451" y="18951"/>
                </a:lnTo>
                <a:lnTo>
                  <a:pt x="105289" y="21290"/>
                </a:lnTo>
                <a:lnTo>
                  <a:pt x="106451" y="22452"/>
                </a:lnTo>
                <a:lnTo>
                  <a:pt x="108789" y="21290"/>
                </a:lnTo>
                <a:lnTo>
                  <a:pt x="109864" y="22357"/>
                </a:lnTo>
                <a:lnTo>
                  <a:pt x="108819" y="25010"/>
                </a:lnTo>
                <a:lnTo>
                  <a:pt x="110134" y="25880"/>
                </a:lnTo>
                <a:lnTo>
                  <a:pt x="112195" y="24791"/>
                </a:lnTo>
                <a:lnTo>
                  <a:pt x="113474" y="25872"/>
                </a:lnTo>
                <a:lnTo>
                  <a:pt x="112327" y="28328"/>
                </a:lnTo>
                <a:lnTo>
                  <a:pt x="113379" y="29373"/>
                </a:lnTo>
                <a:lnTo>
                  <a:pt x="116003" y="28313"/>
                </a:lnTo>
                <a:lnTo>
                  <a:pt x="117253" y="30148"/>
                </a:lnTo>
                <a:lnTo>
                  <a:pt x="115243" y="34957"/>
                </a:lnTo>
                <a:lnTo>
                  <a:pt x="116800" y="36236"/>
                </a:lnTo>
                <a:lnTo>
                  <a:pt x="119687" y="35454"/>
                </a:lnTo>
                <a:lnTo>
                  <a:pt x="120491" y="37172"/>
                </a:lnTo>
                <a:lnTo>
                  <a:pt x="118861" y="42076"/>
                </a:lnTo>
                <a:lnTo>
                  <a:pt x="120242" y="43201"/>
                </a:lnTo>
                <a:lnTo>
                  <a:pt x="123261" y="42536"/>
                </a:lnTo>
                <a:lnTo>
                  <a:pt x="124050" y="44648"/>
                </a:lnTo>
                <a:lnTo>
                  <a:pt x="123392" y="48047"/>
                </a:lnTo>
                <a:lnTo>
                  <a:pt x="123392" y="50992"/>
                </a:lnTo>
                <a:lnTo>
                  <a:pt x="123173" y="52403"/>
                </a:lnTo>
                <a:lnTo>
                  <a:pt x="123531" y="54040"/>
                </a:lnTo>
                <a:lnTo>
                  <a:pt x="122975" y="56532"/>
                </a:lnTo>
                <a:lnTo>
                  <a:pt x="123882" y="57424"/>
                </a:lnTo>
                <a:lnTo>
                  <a:pt x="126527" y="56379"/>
                </a:lnTo>
                <a:lnTo>
                  <a:pt x="127273" y="57490"/>
                </a:lnTo>
                <a:lnTo>
                  <a:pt x="126871" y="59762"/>
                </a:lnTo>
                <a:lnTo>
                  <a:pt x="127003" y="62766"/>
                </a:lnTo>
                <a:lnTo>
                  <a:pt x="126900" y="68474"/>
                </a:lnTo>
                <a:lnTo>
                  <a:pt x="127164" y="70002"/>
                </a:lnTo>
                <a:lnTo>
                  <a:pt x="126805" y="71296"/>
                </a:lnTo>
                <a:lnTo>
                  <a:pt x="123677" y="70682"/>
                </a:lnTo>
                <a:lnTo>
                  <a:pt x="123063" y="71296"/>
                </a:lnTo>
                <a:lnTo>
                  <a:pt x="123421" y="73956"/>
                </a:lnTo>
                <a:lnTo>
                  <a:pt x="123341" y="75505"/>
                </a:lnTo>
                <a:lnTo>
                  <a:pt x="123685" y="76989"/>
                </a:lnTo>
                <a:lnTo>
                  <a:pt x="122793" y="80037"/>
                </a:lnTo>
                <a:lnTo>
                  <a:pt x="124233" y="83019"/>
                </a:lnTo>
                <a:lnTo>
                  <a:pt x="123209" y="85438"/>
                </a:lnTo>
                <a:lnTo>
                  <a:pt x="120249" y="84619"/>
                </a:lnTo>
                <a:lnTo>
                  <a:pt x="119380" y="85504"/>
                </a:lnTo>
                <a:lnTo>
                  <a:pt x="120184" y="87806"/>
                </a:lnTo>
                <a:lnTo>
                  <a:pt x="119592" y="89187"/>
                </a:lnTo>
                <a:lnTo>
                  <a:pt x="120403" y="91489"/>
                </a:lnTo>
                <a:lnTo>
                  <a:pt x="119519" y="92374"/>
                </a:lnTo>
                <a:lnTo>
                  <a:pt x="116573" y="91555"/>
                </a:lnTo>
                <a:lnTo>
                  <a:pt x="115616" y="93799"/>
                </a:lnTo>
                <a:lnTo>
                  <a:pt x="117450" y="97409"/>
                </a:lnTo>
                <a:lnTo>
                  <a:pt x="116010" y="99580"/>
                </a:lnTo>
                <a:lnTo>
                  <a:pt x="113372" y="98528"/>
                </a:lnTo>
                <a:lnTo>
                  <a:pt x="112392" y="99507"/>
                </a:lnTo>
                <a:lnTo>
                  <a:pt x="113438" y="102153"/>
                </a:lnTo>
                <a:lnTo>
                  <a:pt x="112122" y="103030"/>
                </a:lnTo>
                <a:lnTo>
                  <a:pt x="110061" y="101941"/>
                </a:lnTo>
                <a:lnTo>
                  <a:pt x="108782" y="103015"/>
                </a:lnTo>
                <a:lnTo>
                  <a:pt x="109929" y="105471"/>
                </a:lnTo>
                <a:lnTo>
                  <a:pt x="108789" y="106611"/>
                </a:lnTo>
                <a:lnTo>
                  <a:pt x="106458" y="105442"/>
                </a:lnTo>
                <a:lnTo>
                  <a:pt x="105288" y="106611"/>
                </a:lnTo>
                <a:lnTo>
                  <a:pt x="106451" y="108950"/>
                </a:lnTo>
                <a:lnTo>
                  <a:pt x="105384" y="110017"/>
                </a:lnTo>
                <a:lnTo>
                  <a:pt x="102738" y="108972"/>
                </a:lnTo>
                <a:lnTo>
                  <a:pt x="101861" y="110295"/>
                </a:lnTo>
                <a:lnTo>
                  <a:pt x="102949" y="112348"/>
                </a:lnTo>
                <a:lnTo>
                  <a:pt x="101868" y="113627"/>
                </a:lnTo>
                <a:lnTo>
                  <a:pt x="99412" y="112487"/>
                </a:lnTo>
                <a:lnTo>
                  <a:pt x="98367" y="113532"/>
                </a:lnTo>
                <a:lnTo>
                  <a:pt x="99427" y="116156"/>
                </a:lnTo>
                <a:lnTo>
                  <a:pt x="97293" y="117618"/>
                </a:lnTo>
                <a:lnTo>
                  <a:pt x="93616" y="115776"/>
                </a:lnTo>
                <a:lnTo>
                  <a:pt x="91402" y="116726"/>
                </a:lnTo>
                <a:lnTo>
                  <a:pt x="92213" y="119679"/>
                </a:lnTo>
                <a:lnTo>
                  <a:pt x="91300" y="120585"/>
                </a:lnTo>
                <a:lnTo>
                  <a:pt x="89041" y="119679"/>
                </a:lnTo>
                <a:lnTo>
                  <a:pt x="87638" y="120410"/>
                </a:lnTo>
                <a:lnTo>
                  <a:pt x="85380" y="119504"/>
                </a:lnTo>
                <a:lnTo>
                  <a:pt x="84349" y="120534"/>
                </a:lnTo>
                <a:lnTo>
                  <a:pt x="85394" y="123180"/>
                </a:lnTo>
                <a:lnTo>
                  <a:pt x="84079" y="124050"/>
                </a:lnTo>
                <a:lnTo>
                  <a:pt x="82200" y="123268"/>
                </a:lnTo>
                <a:lnTo>
                  <a:pt x="79474" y="124159"/>
                </a:lnTo>
                <a:lnTo>
                  <a:pt x="76288" y="123553"/>
                </a:lnTo>
                <a:lnTo>
                  <a:pt x="73459" y="123553"/>
                </a:lnTo>
                <a:lnTo>
                  <a:pt x="71581" y="123217"/>
                </a:lnTo>
                <a:lnTo>
                  <a:pt x="70368" y="123735"/>
                </a:lnTo>
                <a:lnTo>
                  <a:pt x="71179" y="126688"/>
                </a:lnTo>
                <a:lnTo>
                  <a:pt x="70477" y="1273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730267" y="1256460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43340" y="113511"/>
                </a:moveTo>
                <a:lnTo>
                  <a:pt x="42514" y="112502"/>
                </a:lnTo>
                <a:lnTo>
                  <a:pt x="43062" y="109374"/>
                </a:lnTo>
                <a:lnTo>
                  <a:pt x="40782" y="108760"/>
                </a:lnTo>
                <a:lnTo>
                  <a:pt x="37808" y="109293"/>
                </a:lnTo>
                <a:lnTo>
                  <a:pt x="34848" y="109293"/>
                </a:lnTo>
                <a:lnTo>
                  <a:pt x="33064" y="109615"/>
                </a:lnTo>
                <a:lnTo>
                  <a:pt x="31822" y="109140"/>
                </a:lnTo>
                <a:lnTo>
                  <a:pt x="32582" y="106129"/>
                </a:lnTo>
                <a:lnTo>
                  <a:pt x="31654" y="105208"/>
                </a:lnTo>
                <a:lnTo>
                  <a:pt x="29432" y="106253"/>
                </a:lnTo>
                <a:lnTo>
                  <a:pt x="28029" y="105325"/>
                </a:lnTo>
                <a:lnTo>
                  <a:pt x="25814" y="106377"/>
                </a:lnTo>
                <a:lnTo>
                  <a:pt x="24681" y="105244"/>
                </a:lnTo>
                <a:lnTo>
                  <a:pt x="25821" y="102767"/>
                </a:lnTo>
                <a:lnTo>
                  <a:pt x="24564" y="101751"/>
                </a:lnTo>
                <a:lnTo>
                  <a:pt x="22320" y="102884"/>
                </a:lnTo>
                <a:lnTo>
                  <a:pt x="21136" y="101707"/>
                </a:lnTo>
                <a:lnTo>
                  <a:pt x="22306" y="99368"/>
                </a:lnTo>
                <a:lnTo>
                  <a:pt x="21144" y="98199"/>
                </a:lnTo>
                <a:lnTo>
                  <a:pt x="18805" y="99368"/>
                </a:lnTo>
                <a:lnTo>
                  <a:pt x="17635" y="98199"/>
                </a:lnTo>
                <a:lnTo>
                  <a:pt x="18805" y="95860"/>
                </a:lnTo>
                <a:lnTo>
                  <a:pt x="17636" y="94690"/>
                </a:lnTo>
                <a:lnTo>
                  <a:pt x="15297" y="95860"/>
                </a:lnTo>
                <a:lnTo>
                  <a:pt x="14127" y="94691"/>
                </a:lnTo>
                <a:lnTo>
                  <a:pt x="15297" y="92359"/>
                </a:lnTo>
                <a:lnTo>
                  <a:pt x="14127" y="91190"/>
                </a:lnTo>
                <a:lnTo>
                  <a:pt x="11796" y="92359"/>
                </a:lnTo>
                <a:lnTo>
                  <a:pt x="10612" y="91175"/>
                </a:lnTo>
                <a:lnTo>
                  <a:pt x="11752" y="88924"/>
                </a:lnTo>
                <a:lnTo>
                  <a:pt x="10729" y="87682"/>
                </a:lnTo>
                <a:lnTo>
                  <a:pt x="8251" y="88814"/>
                </a:lnTo>
                <a:lnTo>
                  <a:pt x="7118" y="87689"/>
                </a:lnTo>
                <a:lnTo>
                  <a:pt x="8171" y="85460"/>
                </a:lnTo>
                <a:lnTo>
                  <a:pt x="7243" y="84064"/>
                </a:lnTo>
                <a:lnTo>
                  <a:pt x="8288" y="81842"/>
                </a:lnTo>
                <a:lnTo>
                  <a:pt x="7345" y="80899"/>
                </a:lnTo>
                <a:lnTo>
                  <a:pt x="4370" y="81688"/>
                </a:lnTo>
                <a:lnTo>
                  <a:pt x="2974" y="78268"/>
                </a:lnTo>
                <a:lnTo>
                  <a:pt x="5474" y="73707"/>
                </a:lnTo>
                <a:lnTo>
                  <a:pt x="4012" y="70294"/>
                </a:lnTo>
                <a:lnTo>
                  <a:pt x="1059" y="71113"/>
                </a:lnTo>
                <a:lnTo>
                  <a:pt x="314" y="70360"/>
                </a:lnTo>
                <a:lnTo>
                  <a:pt x="782" y="67802"/>
                </a:lnTo>
                <a:lnTo>
                  <a:pt x="219" y="63921"/>
                </a:lnTo>
                <a:lnTo>
                  <a:pt x="694" y="60062"/>
                </a:lnTo>
                <a:lnTo>
                  <a:pt x="694" y="54413"/>
                </a:lnTo>
                <a:lnTo>
                  <a:pt x="482" y="51993"/>
                </a:lnTo>
                <a:lnTo>
                  <a:pt x="796" y="48668"/>
                </a:lnTo>
                <a:lnTo>
                  <a:pt x="0" y="43252"/>
                </a:lnTo>
                <a:lnTo>
                  <a:pt x="1030" y="42405"/>
                </a:lnTo>
                <a:lnTo>
                  <a:pt x="4085" y="43033"/>
                </a:lnTo>
                <a:lnTo>
                  <a:pt x="4502" y="41805"/>
                </a:lnTo>
                <a:lnTo>
                  <a:pt x="4202" y="40102"/>
                </a:lnTo>
                <a:lnTo>
                  <a:pt x="4202" y="38290"/>
                </a:lnTo>
                <a:lnTo>
                  <a:pt x="3880" y="36484"/>
                </a:lnTo>
                <a:lnTo>
                  <a:pt x="4465" y="34986"/>
                </a:lnTo>
                <a:lnTo>
                  <a:pt x="3705" y="32662"/>
                </a:lnTo>
                <a:lnTo>
                  <a:pt x="4692" y="31675"/>
                </a:lnTo>
                <a:lnTo>
                  <a:pt x="7337" y="32728"/>
                </a:lnTo>
                <a:lnTo>
                  <a:pt x="8244" y="31354"/>
                </a:lnTo>
                <a:lnTo>
                  <a:pt x="7184" y="29483"/>
                </a:lnTo>
                <a:lnTo>
                  <a:pt x="8156" y="27955"/>
                </a:lnTo>
                <a:lnTo>
                  <a:pt x="7125" y="25733"/>
                </a:lnTo>
                <a:lnTo>
                  <a:pt x="8200" y="24666"/>
                </a:lnTo>
                <a:lnTo>
                  <a:pt x="10831" y="25719"/>
                </a:lnTo>
                <a:lnTo>
                  <a:pt x="11679" y="24454"/>
                </a:lnTo>
                <a:lnTo>
                  <a:pt x="10627" y="22240"/>
                </a:lnTo>
                <a:lnTo>
                  <a:pt x="11701" y="21165"/>
                </a:lnTo>
                <a:lnTo>
                  <a:pt x="14346" y="22210"/>
                </a:lnTo>
                <a:lnTo>
                  <a:pt x="15224" y="20888"/>
                </a:lnTo>
                <a:lnTo>
                  <a:pt x="14135" y="18834"/>
                </a:lnTo>
                <a:lnTo>
                  <a:pt x="15209" y="17555"/>
                </a:lnTo>
                <a:lnTo>
                  <a:pt x="17665" y="18702"/>
                </a:lnTo>
                <a:lnTo>
                  <a:pt x="18812" y="17555"/>
                </a:lnTo>
                <a:lnTo>
                  <a:pt x="17643" y="15253"/>
                </a:lnTo>
                <a:lnTo>
                  <a:pt x="18776" y="14054"/>
                </a:lnTo>
                <a:lnTo>
                  <a:pt x="21151" y="15216"/>
                </a:lnTo>
                <a:lnTo>
                  <a:pt x="22306" y="14061"/>
                </a:lnTo>
                <a:lnTo>
                  <a:pt x="21144" y="11723"/>
                </a:lnTo>
                <a:lnTo>
                  <a:pt x="22306" y="10553"/>
                </a:lnTo>
                <a:lnTo>
                  <a:pt x="24644" y="11722"/>
                </a:lnTo>
                <a:lnTo>
                  <a:pt x="25675" y="10685"/>
                </a:lnTo>
                <a:lnTo>
                  <a:pt x="24710" y="7929"/>
                </a:lnTo>
                <a:lnTo>
                  <a:pt x="26516" y="6891"/>
                </a:lnTo>
                <a:lnTo>
                  <a:pt x="31354" y="8718"/>
                </a:lnTo>
                <a:lnTo>
                  <a:pt x="32487" y="7337"/>
                </a:lnTo>
                <a:lnTo>
                  <a:pt x="31946" y="4202"/>
                </a:lnTo>
                <a:lnTo>
                  <a:pt x="35534" y="3252"/>
                </a:lnTo>
                <a:lnTo>
                  <a:pt x="39481" y="4933"/>
                </a:lnTo>
                <a:lnTo>
                  <a:pt x="42763" y="4114"/>
                </a:lnTo>
                <a:lnTo>
                  <a:pt x="43062" y="4041"/>
                </a:lnTo>
                <a:lnTo>
                  <a:pt x="42493" y="869"/>
                </a:lnTo>
                <a:lnTo>
                  <a:pt x="43165" y="204"/>
                </a:lnTo>
                <a:lnTo>
                  <a:pt x="45664" y="730"/>
                </a:lnTo>
                <a:lnTo>
                  <a:pt x="48390" y="175"/>
                </a:lnTo>
                <a:lnTo>
                  <a:pt x="51102" y="606"/>
                </a:lnTo>
                <a:lnTo>
                  <a:pt x="63541" y="606"/>
                </a:lnTo>
                <a:lnTo>
                  <a:pt x="67641" y="0"/>
                </a:lnTo>
                <a:lnTo>
                  <a:pt x="71084" y="665"/>
                </a:lnTo>
                <a:lnTo>
                  <a:pt x="70572" y="3873"/>
                </a:lnTo>
                <a:lnTo>
                  <a:pt x="71252" y="4546"/>
                </a:lnTo>
                <a:lnTo>
                  <a:pt x="73707" y="3961"/>
                </a:lnTo>
                <a:lnTo>
                  <a:pt x="76485" y="4655"/>
                </a:lnTo>
                <a:lnTo>
                  <a:pt x="79233" y="3413"/>
                </a:lnTo>
                <a:lnTo>
                  <a:pt x="81718" y="4239"/>
                </a:lnTo>
                <a:lnTo>
                  <a:pt x="81023" y="7308"/>
                </a:lnTo>
                <a:lnTo>
                  <a:pt x="81674" y="7951"/>
                </a:lnTo>
                <a:lnTo>
                  <a:pt x="84334" y="7593"/>
                </a:lnTo>
                <a:lnTo>
                  <a:pt x="85591" y="7659"/>
                </a:lnTo>
                <a:lnTo>
                  <a:pt x="87740" y="7243"/>
                </a:lnTo>
                <a:lnTo>
                  <a:pt x="88888" y="7944"/>
                </a:lnTo>
                <a:lnTo>
                  <a:pt x="87886" y="10663"/>
                </a:lnTo>
                <a:lnTo>
                  <a:pt x="88836" y="11613"/>
                </a:lnTo>
                <a:lnTo>
                  <a:pt x="91482" y="10561"/>
                </a:lnTo>
                <a:lnTo>
                  <a:pt x="92359" y="11884"/>
                </a:lnTo>
                <a:lnTo>
                  <a:pt x="91270" y="13937"/>
                </a:lnTo>
                <a:lnTo>
                  <a:pt x="92352" y="15216"/>
                </a:lnTo>
                <a:lnTo>
                  <a:pt x="94808" y="14076"/>
                </a:lnTo>
                <a:lnTo>
                  <a:pt x="95940" y="15209"/>
                </a:lnTo>
                <a:lnTo>
                  <a:pt x="94771" y="17548"/>
                </a:lnTo>
                <a:lnTo>
                  <a:pt x="95940" y="18717"/>
                </a:lnTo>
                <a:lnTo>
                  <a:pt x="98279" y="17548"/>
                </a:lnTo>
                <a:lnTo>
                  <a:pt x="99354" y="18622"/>
                </a:lnTo>
                <a:lnTo>
                  <a:pt x="98301" y="21268"/>
                </a:lnTo>
                <a:lnTo>
                  <a:pt x="99624" y="22145"/>
                </a:lnTo>
                <a:lnTo>
                  <a:pt x="101678" y="21056"/>
                </a:lnTo>
                <a:lnTo>
                  <a:pt x="102957" y="22130"/>
                </a:lnTo>
                <a:lnTo>
                  <a:pt x="101817" y="24586"/>
                </a:lnTo>
                <a:lnTo>
                  <a:pt x="102898" y="25668"/>
                </a:lnTo>
                <a:lnTo>
                  <a:pt x="105427" y="24557"/>
                </a:lnTo>
                <a:lnTo>
                  <a:pt x="106823" y="26377"/>
                </a:lnTo>
                <a:lnTo>
                  <a:pt x="104704" y="31201"/>
                </a:lnTo>
                <a:lnTo>
                  <a:pt x="106290" y="32494"/>
                </a:lnTo>
                <a:lnTo>
                  <a:pt x="109169" y="31719"/>
                </a:lnTo>
                <a:lnTo>
                  <a:pt x="110098" y="33663"/>
                </a:lnTo>
                <a:lnTo>
                  <a:pt x="109374" y="37479"/>
                </a:lnTo>
                <a:lnTo>
                  <a:pt x="109374" y="40029"/>
                </a:lnTo>
                <a:lnTo>
                  <a:pt x="109045" y="41907"/>
                </a:lnTo>
                <a:lnTo>
                  <a:pt x="109564" y="43121"/>
                </a:lnTo>
                <a:lnTo>
                  <a:pt x="112517" y="42310"/>
                </a:lnTo>
                <a:lnTo>
                  <a:pt x="113248" y="43055"/>
                </a:lnTo>
                <a:lnTo>
                  <a:pt x="112802" y="45620"/>
                </a:lnTo>
                <a:lnTo>
                  <a:pt x="113343" y="49508"/>
                </a:lnTo>
                <a:lnTo>
                  <a:pt x="112882" y="53346"/>
                </a:lnTo>
                <a:lnTo>
                  <a:pt x="112882" y="58995"/>
                </a:lnTo>
                <a:lnTo>
                  <a:pt x="113123" y="61444"/>
                </a:lnTo>
                <a:lnTo>
                  <a:pt x="112772" y="64762"/>
                </a:lnTo>
                <a:lnTo>
                  <a:pt x="113591" y="70163"/>
                </a:lnTo>
                <a:lnTo>
                  <a:pt x="112583" y="70981"/>
                </a:lnTo>
                <a:lnTo>
                  <a:pt x="109455" y="70441"/>
                </a:lnTo>
                <a:lnTo>
                  <a:pt x="108840" y="72721"/>
                </a:lnTo>
                <a:lnTo>
                  <a:pt x="109374" y="75695"/>
                </a:lnTo>
                <a:lnTo>
                  <a:pt x="109374" y="78648"/>
                </a:lnTo>
                <a:lnTo>
                  <a:pt x="109696" y="80439"/>
                </a:lnTo>
                <a:lnTo>
                  <a:pt x="109221" y="81674"/>
                </a:lnTo>
                <a:lnTo>
                  <a:pt x="106209" y="80914"/>
                </a:lnTo>
                <a:lnTo>
                  <a:pt x="105289" y="81842"/>
                </a:lnTo>
                <a:lnTo>
                  <a:pt x="106334" y="84071"/>
                </a:lnTo>
                <a:lnTo>
                  <a:pt x="105405" y="85467"/>
                </a:lnTo>
                <a:lnTo>
                  <a:pt x="106458" y="87689"/>
                </a:lnTo>
                <a:lnTo>
                  <a:pt x="105325" y="88814"/>
                </a:lnTo>
                <a:lnTo>
                  <a:pt x="102847" y="87682"/>
                </a:lnTo>
                <a:lnTo>
                  <a:pt x="101831" y="88931"/>
                </a:lnTo>
                <a:lnTo>
                  <a:pt x="102964" y="91175"/>
                </a:lnTo>
                <a:lnTo>
                  <a:pt x="101780" y="92359"/>
                </a:lnTo>
                <a:lnTo>
                  <a:pt x="99449" y="91190"/>
                </a:lnTo>
                <a:lnTo>
                  <a:pt x="98279" y="92359"/>
                </a:lnTo>
                <a:lnTo>
                  <a:pt x="99449" y="94690"/>
                </a:lnTo>
                <a:lnTo>
                  <a:pt x="98279" y="95860"/>
                </a:lnTo>
                <a:lnTo>
                  <a:pt x="95941" y="94691"/>
                </a:lnTo>
                <a:lnTo>
                  <a:pt x="94771" y="95860"/>
                </a:lnTo>
                <a:lnTo>
                  <a:pt x="95940" y="98199"/>
                </a:lnTo>
                <a:lnTo>
                  <a:pt x="94771" y="99368"/>
                </a:lnTo>
                <a:lnTo>
                  <a:pt x="92440" y="98199"/>
                </a:lnTo>
                <a:lnTo>
                  <a:pt x="91270" y="99368"/>
                </a:lnTo>
                <a:lnTo>
                  <a:pt x="92440" y="101707"/>
                </a:lnTo>
                <a:lnTo>
                  <a:pt x="91256" y="102884"/>
                </a:lnTo>
                <a:lnTo>
                  <a:pt x="89004" y="101751"/>
                </a:lnTo>
                <a:lnTo>
                  <a:pt x="87762" y="102767"/>
                </a:lnTo>
                <a:lnTo>
                  <a:pt x="88895" y="105244"/>
                </a:lnTo>
                <a:lnTo>
                  <a:pt x="87762" y="106377"/>
                </a:lnTo>
                <a:lnTo>
                  <a:pt x="85540" y="105332"/>
                </a:lnTo>
                <a:lnTo>
                  <a:pt x="84152" y="106253"/>
                </a:lnTo>
                <a:lnTo>
                  <a:pt x="81922" y="105208"/>
                </a:lnTo>
                <a:lnTo>
                  <a:pt x="80994" y="106136"/>
                </a:lnTo>
                <a:lnTo>
                  <a:pt x="81754" y="109140"/>
                </a:lnTo>
                <a:lnTo>
                  <a:pt x="78319" y="110470"/>
                </a:lnTo>
                <a:lnTo>
                  <a:pt x="73795" y="108022"/>
                </a:lnTo>
                <a:lnTo>
                  <a:pt x="70375" y="109484"/>
                </a:lnTo>
                <a:lnTo>
                  <a:pt x="71186" y="112436"/>
                </a:lnTo>
                <a:lnTo>
                  <a:pt x="70441" y="113174"/>
                </a:lnTo>
                <a:lnTo>
                  <a:pt x="67875" y="112721"/>
                </a:lnTo>
                <a:lnTo>
                  <a:pt x="63987" y="113262"/>
                </a:lnTo>
                <a:lnTo>
                  <a:pt x="60157" y="112802"/>
                </a:lnTo>
                <a:lnTo>
                  <a:pt x="54508" y="112802"/>
                </a:lnTo>
                <a:lnTo>
                  <a:pt x="52059" y="113043"/>
                </a:lnTo>
                <a:lnTo>
                  <a:pt x="48734" y="112692"/>
                </a:lnTo>
                <a:lnTo>
                  <a:pt x="43340" y="113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947933" y="1263579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4">
                <a:moveTo>
                  <a:pt x="65120" y="99200"/>
                </a:moveTo>
                <a:lnTo>
                  <a:pt x="62218" y="98689"/>
                </a:lnTo>
                <a:lnTo>
                  <a:pt x="36974" y="98689"/>
                </a:lnTo>
                <a:lnTo>
                  <a:pt x="34080" y="99200"/>
                </a:lnTo>
                <a:lnTo>
                  <a:pt x="31741" y="98608"/>
                </a:lnTo>
                <a:lnTo>
                  <a:pt x="32333" y="95458"/>
                </a:lnTo>
                <a:lnTo>
                  <a:pt x="31727" y="94852"/>
                </a:lnTo>
                <a:lnTo>
                  <a:pt x="29066" y="95209"/>
                </a:lnTo>
                <a:lnTo>
                  <a:pt x="27692" y="95137"/>
                </a:lnTo>
                <a:lnTo>
                  <a:pt x="25814" y="95546"/>
                </a:lnTo>
                <a:lnTo>
                  <a:pt x="24579" y="94961"/>
                </a:lnTo>
                <a:lnTo>
                  <a:pt x="25441" y="92067"/>
                </a:lnTo>
                <a:lnTo>
                  <a:pt x="24718" y="91343"/>
                </a:lnTo>
                <a:lnTo>
                  <a:pt x="22050" y="91709"/>
                </a:lnTo>
                <a:lnTo>
                  <a:pt x="20859" y="91643"/>
                </a:lnTo>
                <a:lnTo>
                  <a:pt x="18586" y="92052"/>
                </a:lnTo>
                <a:lnTo>
                  <a:pt x="17475" y="91292"/>
                </a:lnTo>
                <a:lnTo>
                  <a:pt x="18534" y="88668"/>
                </a:lnTo>
                <a:lnTo>
                  <a:pt x="17548" y="87689"/>
                </a:lnTo>
                <a:lnTo>
                  <a:pt x="14902" y="88734"/>
                </a:lnTo>
                <a:lnTo>
                  <a:pt x="14069" y="87470"/>
                </a:lnTo>
                <a:lnTo>
                  <a:pt x="15121" y="85255"/>
                </a:lnTo>
                <a:lnTo>
                  <a:pt x="13952" y="84086"/>
                </a:lnTo>
                <a:lnTo>
                  <a:pt x="11613" y="85255"/>
                </a:lnTo>
                <a:lnTo>
                  <a:pt x="10539" y="84181"/>
                </a:lnTo>
                <a:lnTo>
                  <a:pt x="11591" y="81535"/>
                </a:lnTo>
                <a:lnTo>
                  <a:pt x="10466" y="80789"/>
                </a:lnTo>
                <a:lnTo>
                  <a:pt x="7893" y="81688"/>
                </a:lnTo>
                <a:lnTo>
                  <a:pt x="6621" y="79905"/>
                </a:lnTo>
                <a:lnTo>
                  <a:pt x="8682" y="75096"/>
                </a:lnTo>
                <a:lnTo>
                  <a:pt x="7111" y="73810"/>
                </a:lnTo>
                <a:lnTo>
                  <a:pt x="4224" y="74592"/>
                </a:lnTo>
                <a:lnTo>
                  <a:pt x="3420" y="72874"/>
                </a:lnTo>
                <a:lnTo>
                  <a:pt x="5043" y="67970"/>
                </a:lnTo>
                <a:lnTo>
                  <a:pt x="3734" y="66896"/>
                </a:lnTo>
                <a:lnTo>
                  <a:pt x="584" y="67422"/>
                </a:lnTo>
                <a:lnTo>
                  <a:pt x="0" y="65112"/>
                </a:lnTo>
                <a:lnTo>
                  <a:pt x="518" y="62211"/>
                </a:lnTo>
                <a:lnTo>
                  <a:pt x="518" y="36967"/>
                </a:lnTo>
                <a:lnTo>
                  <a:pt x="7" y="34073"/>
                </a:lnTo>
                <a:lnTo>
                  <a:pt x="599" y="31734"/>
                </a:lnTo>
                <a:lnTo>
                  <a:pt x="3749" y="32326"/>
                </a:lnTo>
                <a:lnTo>
                  <a:pt x="4356" y="31719"/>
                </a:lnTo>
                <a:lnTo>
                  <a:pt x="3990" y="29052"/>
                </a:lnTo>
                <a:lnTo>
                  <a:pt x="4063" y="27685"/>
                </a:lnTo>
                <a:lnTo>
                  <a:pt x="3654" y="25807"/>
                </a:lnTo>
                <a:lnTo>
                  <a:pt x="4239" y="24572"/>
                </a:lnTo>
                <a:lnTo>
                  <a:pt x="7133" y="25434"/>
                </a:lnTo>
                <a:lnTo>
                  <a:pt x="7857" y="24703"/>
                </a:lnTo>
                <a:lnTo>
                  <a:pt x="7498" y="22043"/>
                </a:lnTo>
                <a:lnTo>
                  <a:pt x="7564" y="20866"/>
                </a:lnTo>
                <a:lnTo>
                  <a:pt x="7155" y="18549"/>
                </a:lnTo>
                <a:lnTo>
                  <a:pt x="7937" y="17460"/>
                </a:lnTo>
                <a:lnTo>
                  <a:pt x="10524" y="18535"/>
                </a:lnTo>
                <a:lnTo>
                  <a:pt x="11613" y="17446"/>
                </a:lnTo>
                <a:lnTo>
                  <a:pt x="10444" y="15107"/>
                </a:lnTo>
                <a:lnTo>
                  <a:pt x="11613" y="13945"/>
                </a:lnTo>
                <a:lnTo>
                  <a:pt x="13952" y="15107"/>
                </a:lnTo>
                <a:lnTo>
                  <a:pt x="15063" y="13996"/>
                </a:lnTo>
                <a:lnTo>
                  <a:pt x="13952" y="11467"/>
                </a:lnTo>
                <a:lnTo>
                  <a:pt x="15216" y="10502"/>
                </a:lnTo>
                <a:lnTo>
                  <a:pt x="17446" y="11613"/>
                </a:lnTo>
                <a:lnTo>
                  <a:pt x="18410" y="10648"/>
                </a:lnTo>
                <a:lnTo>
                  <a:pt x="17592" y="7703"/>
                </a:lnTo>
                <a:lnTo>
                  <a:pt x="19923" y="6709"/>
                </a:lnTo>
                <a:lnTo>
                  <a:pt x="23292" y="8529"/>
                </a:lnTo>
                <a:lnTo>
                  <a:pt x="25580" y="7213"/>
                </a:lnTo>
                <a:lnTo>
                  <a:pt x="24608" y="4458"/>
                </a:lnTo>
                <a:lnTo>
                  <a:pt x="25529" y="3537"/>
                </a:lnTo>
                <a:lnTo>
                  <a:pt x="27897" y="4246"/>
                </a:lnTo>
                <a:lnTo>
                  <a:pt x="29585" y="3647"/>
                </a:lnTo>
                <a:lnTo>
                  <a:pt x="30974" y="4377"/>
                </a:lnTo>
                <a:lnTo>
                  <a:pt x="32077" y="4012"/>
                </a:lnTo>
                <a:lnTo>
                  <a:pt x="32436" y="3895"/>
                </a:lnTo>
                <a:lnTo>
                  <a:pt x="31770" y="811"/>
                </a:lnTo>
                <a:lnTo>
                  <a:pt x="32465" y="124"/>
                </a:lnTo>
                <a:lnTo>
                  <a:pt x="35008" y="599"/>
                </a:lnTo>
                <a:lnTo>
                  <a:pt x="38867" y="0"/>
                </a:lnTo>
                <a:lnTo>
                  <a:pt x="42777" y="504"/>
                </a:lnTo>
                <a:lnTo>
                  <a:pt x="62240" y="504"/>
                </a:lnTo>
                <a:lnTo>
                  <a:pt x="65120" y="7"/>
                </a:lnTo>
                <a:lnTo>
                  <a:pt x="67466" y="584"/>
                </a:lnTo>
                <a:lnTo>
                  <a:pt x="66881" y="3742"/>
                </a:lnTo>
                <a:lnTo>
                  <a:pt x="67488" y="4341"/>
                </a:lnTo>
                <a:lnTo>
                  <a:pt x="70148" y="3983"/>
                </a:lnTo>
                <a:lnTo>
                  <a:pt x="71515" y="4056"/>
                </a:lnTo>
                <a:lnTo>
                  <a:pt x="73400" y="3647"/>
                </a:lnTo>
                <a:lnTo>
                  <a:pt x="74628" y="4231"/>
                </a:lnTo>
                <a:lnTo>
                  <a:pt x="73766" y="7125"/>
                </a:lnTo>
                <a:lnTo>
                  <a:pt x="74497" y="7849"/>
                </a:lnTo>
                <a:lnTo>
                  <a:pt x="77157" y="7491"/>
                </a:lnTo>
                <a:lnTo>
                  <a:pt x="78327" y="7549"/>
                </a:lnTo>
                <a:lnTo>
                  <a:pt x="80665" y="7148"/>
                </a:lnTo>
                <a:lnTo>
                  <a:pt x="81747" y="7937"/>
                </a:lnTo>
                <a:lnTo>
                  <a:pt x="80665" y="10509"/>
                </a:lnTo>
                <a:lnTo>
                  <a:pt x="81659" y="11511"/>
                </a:lnTo>
                <a:lnTo>
                  <a:pt x="84312" y="10458"/>
                </a:lnTo>
                <a:lnTo>
                  <a:pt x="85146" y="11723"/>
                </a:lnTo>
                <a:lnTo>
                  <a:pt x="84093" y="13945"/>
                </a:lnTo>
                <a:lnTo>
                  <a:pt x="85262" y="15107"/>
                </a:lnTo>
                <a:lnTo>
                  <a:pt x="87601" y="13945"/>
                </a:lnTo>
                <a:lnTo>
                  <a:pt x="88669" y="15012"/>
                </a:lnTo>
                <a:lnTo>
                  <a:pt x="87623" y="17665"/>
                </a:lnTo>
                <a:lnTo>
                  <a:pt x="88720" y="18396"/>
                </a:lnTo>
                <a:lnTo>
                  <a:pt x="91344" y="17526"/>
                </a:lnTo>
                <a:lnTo>
                  <a:pt x="92557" y="19302"/>
                </a:lnTo>
                <a:lnTo>
                  <a:pt x="90547" y="24111"/>
                </a:lnTo>
                <a:lnTo>
                  <a:pt x="92096" y="25383"/>
                </a:lnTo>
                <a:lnTo>
                  <a:pt x="94990" y="24608"/>
                </a:lnTo>
                <a:lnTo>
                  <a:pt x="95794" y="26325"/>
                </a:lnTo>
                <a:lnTo>
                  <a:pt x="94165" y="31230"/>
                </a:lnTo>
                <a:lnTo>
                  <a:pt x="95480" y="32297"/>
                </a:lnTo>
                <a:lnTo>
                  <a:pt x="98630" y="31778"/>
                </a:lnTo>
                <a:lnTo>
                  <a:pt x="99208" y="34087"/>
                </a:lnTo>
                <a:lnTo>
                  <a:pt x="98696" y="36981"/>
                </a:lnTo>
                <a:lnTo>
                  <a:pt x="98696" y="62225"/>
                </a:lnTo>
                <a:lnTo>
                  <a:pt x="99208" y="65127"/>
                </a:lnTo>
                <a:lnTo>
                  <a:pt x="98616" y="67466"/>
                </a:lnTo>
                <a:lnTo>
                  <a:pt x="95466" y="66874"/>
                </a:lnTo>
                <a:lnTo>
                  <a:pt x="94859" y="67480"/>
                </a:lnTo>
                <a:lnTo>
                  <a:pt x="95217" y="70141"/>
                </a:lnTo>
                <a:lnTo>
                  <a:pt x="95144" y="71507"/>
                </a:lnTo>
                <a:lnTo>
                  <a:pt x="95561" y="73393"/>
                </a:lnTo>
                <a:lnTo>
                  <a:pt x="94969" y="74621"/>
                </a:lnTo>
                <a:lnTo>
                  <a:pt x="92074" y="73758"/>
                </a:lnTo>
                <a:lnTo>
                  <a:pt x="91351" y="74489"/>
                </a:lnTo>
                <a:lnTo>
                  <a:pt x="91716" y="77150"/>
                </a:lnTo>
                <a:lnTo>
                  <a:pt x="91650" y="78319"/>
                </a:lnTo>
                <a:lnTo>
                  <a:pt x="92060" y="80658"/>
                </a:lnTo>
                <a:lnTo>
                  <a:pt x="91270" y="81740"/>
                </a:lnTo>
                <a:lnTo>
                  <a:pt x="88690" y="80658"/>
                </a:lnTo>
                <a:lnTo>
                  <a:pt x="87697" y="81652"/>
                </a:lnTo>
                <a:lnTo>
                  <a:pt x="88741" y="84297"/>
                </a:lnTo>
                <a:lnTo>
                  <a:pt x="87477" y="85131"/>
                </a:lnTo>
                <a:lnTo>
                  <a:pt x="85263" y="84086"/>
                </a:lnTo>
                <a:lnTo>
                  <a:pt x="84093" y="85255"/>
                </a:lnTo>
                <a:lnTo>
                  <a:pt x="85262" y="87586"/>
                </a:lnTo>
                <a:lnTo>
                  <a:pt x="84188" y="88661"/>
                </a:lnTo>
                <a:lnTo>
                  <a:pt x="81543" y="87616"/>
                </a:lnTo>
                <a:lnTo>
                  <a:pt x="80811" y="88712"/>
                </a:lnTo>
                <a:lnTo>
                  <a:pt x="81681" y="91336"/>
                </a:lnTo>
                <a:lnTo>
                  <a:pt x="79905" y="92549"/>
                </a:lnTo>
                <a:lnTo>
                  <a:pt x="75089" y="90539"/>
                </a:lnTo>
                <a:lnTo>
                  <a:pt x="73817" y="92089"/>
                </a:lnTo>
                <a:lnTo>
                  <a:pt x="74599" y="94976"/>
                </a:lnTo>
                <a:lnTo>
                  <a:pt x="72882" y="95787"/>
                </a:lnTo>
                <a:lnTo>
                  <a:pt x="67977" y="94157"/>
                </a:lnTo>
                <a:lnTo>
                  <a:pt x="66903" y="95473"/>
                </a:lnTo>
                <a:lnTo>
                  <a:pt x="67429" y="98623"/>
                </a:lnTo>
                <a:lnTo>
                  <a:pt x="65120" y="9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165394" y="127039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22" y="85460"/>
                </a:moveTo>
                <a:lnTo>
                  <a:pt x="55179" y="84868"/>
                </a:lnTo>
                <a:lnTo>
                  <a:pt x="30154" y="84868"/>
                </a:lnTo>
                <a:lnTo>
                  <a:pt x="27019" y="85460"/>
                </a:lnTo>
                <a:lnTo>
                  <a:pt x="24768" y="84751"/>
                </a:lnTo>
                <a:lnTo>
                  <a:pt x="25433" y="81667"/>
                </a:lnTo>
                <a:lnTo>
                  <a:pt x="24541" y="80775"/>
                </a:lnTo>
                <a:lnTo>
                  <a:pt x="22320" y="81827"/>
                </a:lnTo>
                <a:lnTo>
                  <a:pt x="20923" y="80899"/>
                </a:lnTo>
                <a:lnTo>
                  <a:pt x="18702" y="81944"/>
                </a:lnTo>
                <a:lnTo>
                  <a:pt x="17605" y="80848"/>
                </a:lnTo>
                <a:lnTo>
                  <a:pt x="18694" y="78275"/>
                </a:lnTo>
                <a:lnTo>
                  <a:pt x="17430" y="77354"/>
                </a:lnTo>
                <a:lnTo>
                  <a:pt x="15208" y="78451"/>
                </a:lnTo>
                <a:lnTo>
                  <a:pt x="14126" y="77369"/>
                </a:lnTo>
                <a:lnTo>
                  <a:pt x="15179" y="74723"/>
                </a:lnTo>
                <a:lnTo>
                  <a:pt x="13915" y="73890"/>
                </a:lnTo>
                <a:lnTo>
                  <a:pt x="11693" y="74935"/>
                </a:lnTo>
                <a:lnTo>
                  <a:pt x="10523" y="73773"/>
                </a:lnTo>
                <a:lnTo>
                  <a:pt x="11693" y="71434"/>
                </a:lnTo>
                <a:lnTo>
                  <a:pt x="10523" y="70265"/>
                </a:lnTo>
                <a:lnTo>
                  <a:pt x="8192" y="71434"/>
                </a:lnTo>
                <a:lnTo>
                  <a:pt x="7023" y="70265"/>
                </a:lnTo>
                <a:lnTo>
                  <a:pt x="8192" y="67926"/>
                </a:lnTo>
                <a:lnTo>
                  <a:pt x="7103" y="66844"/>
                </a:lnTo>
                <a:lnTo>
                  <a:pt x="4494" y="67911"/>
                </a:lnTo>
                <a:lnTo>
                  <a:pt x="3222" y="66077"/>
                </a:lnTo>
                <a:lnTo>
                  <a:pt x="5247" y="61268"/>
                </a:lnTo>
                <a:lnTo>
                  <a:pt x="3778" y="60069"/>
                </a:lnTo>
                <a:lnTo>
                  <a:pt x="694" y="60661"/>
                </a:lnTo>
                <a:lnTo>
                  <a:pt x="0" y="58439"/>
                </a:lnTo>
                <a:lnTo>
                  <a:pt x="599" y="55297"/>
                </a:lnTo>
                <a:lnTo>
                  <a:pt x="599" y="30279"/>
                </a:lnTo>
                <a:lnTo>
                  <a:pt x="0" y="27137"/>
                </a:lnTo>
                <a:lnTo>
                  <a:pt x="715" y="24893"/>
                </a:lnTo>
                <a:lnTo>
                  <a:pt x="3800" y="25558"/>
                </a:lnTo>
                <a:lnTo>
                  <a:pt x="4436" y="24922"/>
                </a:lnTo>
                <a:lnTo>
                  <a:pt x="4078" y="22255"/>
                </a:lnTo>
                <a:lnTo>
                  <a:pt x="4136" y="21107"/>
                </a:lnTo>
                <a:lnTo>
                  <a:pt x="3734" y="18732"/>
                </a:lnTo>
                <a:lnTo>
                  <a:pt x="4538" y="17665"/>
                </a:lnTo>
                <a:lnTo>
                  <a:pt x="7081" y="18768"/>
                </a:lnTo>
                <a:lnTo>
                  <a:pt x="8097" y="17752"/>
                </a:lnTo>
                <a:lnTo>
                  <a:pt x="7044" y="15107"/>
                </a:lnTo>
                <a:lnTo>
                  <a:pt x="8265" y="14295"/>
                </a:lnTo>
                <a:lnTo>
                  <a:pt x="10604" y="15311"/>
                </a:lnTo>
                <a:lnTo>
                  <a:pt x="11678" y="14105"/>
                </a:lnTo>
                <a:lnTo>
                  <a:pt x="10516" y="11825"/>
                </a:lnTo>
                <a:lnTo>
                  <a:pt x="11598" y="10743"/>
                </a:lnTo>
                <a:lnTo>
                  <a:pt x="14251" y="11796"/>
                </a:lnTo>
                <a:lnTo>
                  <a:pt x="15077" y="10531"/>
                </a:lnTo>
                <a:lnTo>
                  <a:pt x="14031" y="8310"/>
                </a:lnTo>
                <a:lnTo>
                  <a:pt x="15201" y="7147"/>
                </a:lnTo>
                <a:lnTo>
                  <a:pt x="17540" y="8309"/>
                </a:lnTo>
                <a:lnTo>
                  <a:pt x="18607" y="7242"/>
                </a:lnTo>
                <a:lnTo>
                  <a:pt x="17562" y="4589"/>
                </a:lnTo>
                <a:lnTo>
                  <a:pt x="18929" y="3683"/>
                </a:lnTo>
                <a:lnTo>
                  <a:pt x="20792" y="4743"/>
                </a:lnTo>
                <a:lnTo>
                  <a:pt x="22334" y="3778"/>
                </a:lnTo>
                <a:lnTo>
                  <a:pt x="24556" y="4801"/>
                </a:lnTo>
                <a:lnTo>
                  <a:pt x="25616" y="3734"/>
                </a:lnTo>
                <a:lnTo>
                  <a:pt x="24571" y="1089"/>
                </a:lnTo>
                <a:lnTo>
                  <a:pt x="25828" y="263"/>
                </a:lnTo>
                <a:lnTo>
                  <a:pt x="27808" y="913"/>
                </a:lnTo>
                <a:lnTo>
                  <a:pt x="31675" y="0"/>
                </a:lnTo>
                <a:lnTo>
                  <a:pt x="36023" y="723"/>
                </a:lnTo>
                <a:lnTo>
                  <a:pt x="55208" y="723"/>
                </a:lnTo>
                <a:lnTo>
                  <a:pt x="58271" y="146"/>
                </a:lnTo>
                <a:lnTo>
                  <a:pt x="60551" y="825"/>
                </a:lnTo>
                <a:lnTo>
                  <a:pt x="59908" y="3931"/>
                </a:lnTo>
                <a:lnTo>
                  <a:pt x="60785" y="4809"/>
                </a:lnTo>
                <a:lnTo>
                  <a:pt x="63014" y="3764"/>
                </a:lnTo>
                <a:lnTo>
                  <a:pt x="64403" y="4684"/>
                </a:lnTo>
                <a:lnTo>
                  <a:pt x="66632" y="3639"/>
                </a:lnTo>
                <a:lnTo>
                  <a:pt x="67728" y="4743"/>
                </a:lnTo>
                <a:lnTo>
                  <a:pt x="66639" y="7308"/>
                </a:lnTo>
                <a:lnTo>
                  <a:pt x="67904" y="8229"/>
                </a:lnTo>
                <a:lnTo>
                  <a:pt x="70126" y="7140"/>
                </a:lnTo>
                <a:lnTo>
                  <a:pt x="71207" y="8214"/>
                </a:lnTo>
                <a:lnTo>
                  <a:pt x="70162" y="10867"/>
                </a:lnTo>
                <a:lnTo>
                  <a:pt x="71419" y="11701"/>
                </a:lnTo>
                <a:lnTo>
                  <a:pt x="73641" y="10648"/>
                </a:lnTo>
                <a:lnTo>
                  <a:pt x="74810" y="11818"/>
                </a:lnTo>
                <a:lnTo>
                  <a:pt x="73641" y="14156"/>
                </a:lnTo>
                <a:lnTo>
                  <a:pt x="74810" y="15319"/>
                </a:lnTo>
                <a:lnTo>
                  <a:pt x="77142" y="14157"/>
                </a:lnTo>
                <a:lnTo>
                  <a:pt x="78311" y="15326"/>
                </a:lnTo>
                <a:lnTo>
                  <a:pt x="77142" y="17657"/>
                </a:lnTo>
                <a:lnTo>
                  <a:pt x="78230" y="18746"/>
                </a:lnTo>
                <a:lnTo>
                  <a:pt x="80840" y="17672"/>
                </a:lnTo>
                <a:lnTo>
                  <a:pt x="82111" y="19506"/>
                </a:lnTo>
                <a:lnTo>
                  <a:pt x="80087" y="24323"/>
                </a:lnTo>
                <a:lnTo>
                  <a:pt x="81549" y="25521"/>
                </a:lnTo>
                <a:lnTo>
                  <a:pt x="84640" y="24929"/>
                </a:lnTo>
                <a:lnTo>
                  <a:pt x="85327" y="27151"/>
                </a:lnTo>
                <a:lnTo>
                  <a:pt x="84735" y="30287"/>
                </a:lnTo>
                <a:lnTo>
                  <a:pt x="84743" y="42799"/>
                </a:lnTo>
                <a:lnTo>
                  <a:pt x="84743" y="55311"/>
                </a:lnTo>
                <a:lnTo>
                  <a:pt x="85335" y="58447"/>
                </a:lnTo>
                <a:lnTo>
                  <a:pt x="84633" y="60698"/>
                </a:lnTo>
                <a:lnTo>
                  <a:pt x="81542" y="60033"/>
                </a:lnTo>
                <a:lnTo>
                  <a:pt x="80657" y="60917"/>
                </a:lnTo>
                <a:lnTo>
                  <a:pt x="81702" y="63139"/>
                </a:lnTo>
                <a:lnTo>
                  <a:pt x="80774" y="64542"/>
                </a:lnTo>
                <a:lnTo>
                  <a:pt x="81827" y="66756"/>
                </a:lnTo>
                <a:lnTo>
                  <a:pt x="80723" y="67860"/>
                </a:lnTo>
                <a:lnTo>
                  <a:pt x="78151" y="66764"/>
                </a:lnTo>
                <a:lnTo>
                  <a:pt x="77237" y="68036"/>
                </a:lnTo>
                <a:lnTo>
                  <a:pt x="78326" y="70257"/>
                </a:lnTo>
                <a:lnTo>
                  <a:pt x="77244" y="71339"/>
                </a:lnTo>
                <a:lnTo>
                  <a:pt x="74598" y="70287"/>
                </a:lnTo>
                <a:lnTo>
                  <a:pt x="73765" y="71551"/>
                </a:lnTo>
                <a:lnTo>
                  <a:pt x="74818" y="73773"/>
                </a:lnTo>
                <a:lnTo>
                  <a:pt x="73648" y="74935"/>
                </a:lnTo>
                <a:lnTo>
                  <a:pt x="71309" y="73773"/>
                </a:lnTo>
                <a:lnTo>
                  <a:pt x="70140" y="74935"/>
                </a:lnTo>
                <a:lnTo>
                  <a:pt x="71310" y="77274"/>
                </a:lnTo>
                <a:lnTo>
                  <a:pt x="70140" y="78443"/>
                </a:lnTo>
                <a:lnTo>
                  <a:pt x="67801" y="77274"/>
                </a:lnTo>
                <a:lnTo>
                  <a:pt x="66720" y="78363"/>
                </a:lnTo>
                <a:lnTo>
                  <a:pt x="67794" y="80972"/>
                </a:lnTo>
                <a:lnTo>
                  <a:pt x="65960" y="82244"/>
                </a:lnTo>
                <a:lnTo>
                  <a:pt x="61144" y="80219"/>
                </a:lnTo>
                <a:lnTo>
                  <a:pt x="59945" y="81681"/>
                </a:lnTo>
                <a:lnTo>
                  <a:pt x="60537" y="84765"/>
                </a:lnTo>
                <a:lnTo>
                  <a:pt x="58322" y="85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382723" y="1277655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5" h="71755">
                <a:moveTo>
                  <a:pt x="47907" y="71157"/>
                </a:moveTo>
                <a:lnTo>
                  <a:pt x="44860" y="70594"/>
                </a:lnTo>
                <a:lnTo>
                  <a:pt x="26800" y="70594"/>
                </a:lnTo>
                <a:lnTo>
                  <a:pt x="23687" y="71179"/>
                </a:lnTo>
                <a:lnTo>
                  <a:pt x="21457" y="70492"/>
                </a:lnTo>
                <a:lnTo>
                  <a:pt x="22035" y="67400"/>
                </a:lnTo>
                <a:lnTo>
                  <a:pt x="20851" y="65953"/>
                </a:lnTo>
                <a:lnTo>
                  <a:pt x="16034" y="67933"/>
                </a:lnTo>
                <a:lnTo>
                  <a:pt x="14222" y="66727"/>
                </a:lnTo>
                <a:lnTo>
                  <a:pt x="15201" y="64104"/>
                </a:lnTo>
                <a:lnTo>
                  <a:pt x="14763" y="63585"/>
                </a:lnTo>
                <a:lnTo>
                  <a:pt x="13812" y="63183"/>
                </a:lnTo>
                <a:lnTo>
                  <a:pt x="12153" y="64074"/>
                </a:lnTo>
                <a:lnTo>
                  <a:pt x="10743" y="63300"/>
                </a:lnTo>
                <a:lnTo>
                  <a:pt x="11700" y="60515"/>
                </a:lnTo>
                <a:lnTo>
                  <a:pt x="10772" y="59594"/>
                </a:lnTo>
                <a:lnTo>
                  <a:pt x="8126" y="60639"/>
                </a:lnTo>
                <a:lnTo>
                  <a:pt x="7220" y="59273"/>
                </a:lnTo>
                <a:lnTo>
                  <a:pt x="8192" y="57453"/>
                </a:lnTo>
                <a:lnTo>
                  <a:pt x="7754" y="56576"/>
                </a:lnTo>
                <a:lnTo>
                  <a:pt x="7235" y="56137"/>
                </a:lnTo>
                <a:lnTo>
                  <a:pt x="4603" y="57109"/>
                </a:lnTo>
                <a:lnTo>
                  <a:pt x="3873" y="56013"/>
                </a:lnTo>
                <a:lnTo>
                  <a:pt x="4289" y="53762"/>
                </a:lnTo>
                <a:lnTo>
                  <a:pt x="4223" y="52563"/>
                </a:lnTo>
                <a:lnTo>
                  <a:pt x="4582" y="49888"/>
                </a:lnTo>
                <a:lnTo>
                  <a:pt x="3938" y="49260"/>
                </a:lnTo>
                <a:lnTo>
                  <a:pt x="854" y="49925"/>
                </a:lnTo>
                <a:lnTo>
                  <a:pt x="146" y="47681"/>
                </a:lnTo>
                <a:lnTo>
                  <a:pt x="745" y="44538"/>
                </a:lnTo>
                <a:lnTo>
                  <a:pt x="745" y="38048"/>
                </a:lnTo>
                <a:lnTo>
                  <a:pt x="95" y="32961"/>
                </a:lnTo>
                <a:lnTo>
                  <a:pt x="898" y="27443"/>
                </a:lnTo>
                <a:lnTo>
                  <a:pt x="0" y="22108"/>
                </a:lnTo>
                <a:lnTo>
                  <a:pt x="1162" y="21166"/>
                </a:lnTo>
                <a:lnTo>
                  <a:pt x="4041" y="21940"/>
                </a:lnTo>
                <a:lnTo>
                  <a:pt x="4852" y="20223"/>
                </a:lnTo>
                <a:lnTo>
                  <a:pt x="3222" y="15318"/>
                </a:lnTo>
                <a:lnTo>
                  <a:pt x="4955" y="13908"/>
                </a:lnTo>
                <a:lnTo>
                  <a:pt x="6964" y="14939"/>
                </a:lnTo>
                <a:lnTo>
                  <a:pt x="7754" y="14485"/>
                </a:lnTo>
                <a:lnTo>
                  <a:pt x="8222" y="13777"/>
                </a:lnTo>
                <a:lnTo>
                  <a:pt x="7169" y="11562"/>
                </a:lnTo>
                <a:lnTo>
                  <a:pt x="8339" y="10392"/>
                </a:lnTo>
                <a:lnTo>
                  <a:pt x="10677" y="11562"/>
                </a:lnTo>
                <a:lnTo>
                  <a:pt x="11839" y="10393"/>
                </a:lnTo>
                <a:lnTo>
                  <a:pt x="10677" y="8061"/>
                </a:lnTo>
                <a:lnTo>
                  <a:pt x="11839" y="6892"/>
                </a:lnTo>
                <a:lnTo>
                  <a:pt x="14068" y="7937"/>
                </a:lnTo>
                <a:lnTo>
                  <a:pt x="14763" y="7476"/>
                </a:lnTo>
                <a:lnTo>
                  <a:pt x="15231" y="6767"/>
                </a:lnTo>
                <a:lnTo>
                  <a:pt x="14178" y="4553"/>
                </a:lnTo>
                <a:lnTo>
                  <a:pt x="15347" y="3383"/>
                </a:lnTo>
                <a:lnTo>
                  <a:pt x="17569" y="4436"/>
                </a:lnTo>
                <a:lnTo>
                  <a:pt x="18972" y="3508"/>
                </a:lnTo>
                <a:lnTo>
                  <a:pt x="21187" y="4553"/>
                </a:lnTo>
                <a:lnTo>
                  <a:pt x="22166" y="3573"/>
                </a:lnTo>
                <a:lnTo>
                  <a:pt x="21311" y="679"/>
                </a:lnTo>
                <a:lnTo>
                  <a:pt x="22678" y="36"/>
                </a:lnTo>
                <a:lnTo>
                  <a:pt x="24293" y="686"/>
                </a:lnTo>
                <a:lnTo>
                  <a:pt x="27355" y="0"/>
                </a:lnTo>
                <a:lnTo>
                  <a:pt x="30154" y="460"/>
                </a:lnTo>
                <a:lnTo>
                  <a:pt x="47315" y="460"/>
                </a:lnTo>
                <a:lnTo>
                  <a:pt x="48894" y="190"/>
                </a:lnTo>
                <a:lnTo>
                  <a:pt x="50151" y="555"/>
                </a:lnTo>
                <a:lnTo>
                  <a:pt x="49581" y="3661"/>
                </a:lnTo>
                <a:lnTo>
                  <a:pt x="50765" y="5101"/>
                </a:lnTo>
                <a:lnTo>
                  <a:pt x="55574" y="3120"/>
                </a:lnTo>
                <a:lnTo>
                  <a:pt x="57357" y="4333"/>
                </a:lnTo>
                <a:lnTo>
                  <a:pt x="56407" y="6965"/>
                </a:lnTo>
                <a:lnTo>
                  <a:pt x="56853" y="7476"/>
                </a:lnTo>
                <a:lnTo>
                  <a:pt x="57803" y="7871"/>
                </a:lnTo>
                <a:lnTo>
                  <a:pt x="59469" y="6979"/>
                </a:lnTo>
                <a:lnTo>
                  <a:pt x="60873" y="7761"/>
                </a:lnTo>
                <a:lnTo>
                  <a:pt x="59916" y="10546"/>
                </a:lnTo>
                <a:lnTo>
                  <a:pt x="60843" y="11467"/>
                </a:lnTo>
                <a:lnTo>
                  <a:pt x="63497" y="10414"/>
                </a:lnTo>
                <a:lnTo>
                  <a:pt x="64403" y="11781"/>
                </a:lnTo>
                <a:lnTo>
                  <a:pt x="63431" y="13601"/>
                </a:lnTo>
                <a:lnTo>
                  <a:pt x="63862" y="14485"/>
                </a:lnTo>
                <a:lnTo>
                  <a:pt x="64381" y="14916"/>
                </a:lnTo>
                <a:lnTo>
                  <a:pt x="67012" y="13945"/>
                </a:lnTo>
                <a:lnTo>
                  <a:pt x="67743" y="15041"/>
                </a:lnTo>
                <a:lnTo>
                  <a:pt x="67334" y="17292"/>
                </a:lnTo>
                <a:lnTo>
                  <a:pt x="67400" y="18498"/>
                </a:lnTo>
                <a:lnTo>
                  <a:pt x="67034" y="21166"/>
                </a:lnTo>
                <a:lnTo>
                  <a:pt x="67662" y="21787"/>
                </a:lnTo>
                <a:lnTo>
                  <a:pt x="70776" y="21151"/>
                </a:lnTo>
                <a:lnTo>
                  <a:pt x="71441" y="23431"/>
                </a:lnTo>
                <a:lnTo>
                  <a:pt x="70871" y="26479"/>
                </a:lnTo>
                <a:lnTo>
                  <a:pt x="70871" y="44539"/>
                </a:lnTo>
                <a:lnTo>
                  <a:pt x="71456" y="47659"/>
                </a:lnTo>
                <a:lnTo>
                  <a:pt x="70769" y="49889"/>
                </a:lnTo>
                <a:lnTo>
                  <a:pt x="67677" y="49304"/>
                </a:lnTo>
                <a:lnTo>
                  <a:pt x="66237" y="50488"/>
                </a:lnTo>
                <a:lnTo>
                  <a:pt x="68218" y="55297"/>
                </a:lnTo>
                <a:lnTo>
                  <a:pt x="67005" y="57109"/>
                </a:lnTo>
                <a:lnTo>
                  <a:pt x="64381" y="56137"/>
                </a:lnTo>
                <a:lnTo>
                  <a:pt x="63862" y="56576"/>
                </a:lnTo>
                <a:lnTo>
                  <a:pt x="63467" y="57526"/>
                </a:lnTo>
                <a:lnTo>
                  <a:pt x="64359" y="59185"/>
                </a:lnTo>
                <a:lnTo>
                  <a:pt x="63577" y="60596"/>
                </a:lnTo>
                <a:lnTo>
                  <a:pt x="60793" y="59638"/>
                </a:lnTo>
                <a:lnTo>
                  <a:pt x="59871" y="60566"/>
                </a:lnTo>
                <a:lnTo>
                  <a:pt x="60917" y="63212"/>
                </a:lnTo>
                <a:lnTo>
                  <a:pt x="59550" y="64126"/>
                </a:lnTo>
                <a:lnTo>
                  <a:pt x="57737" y="63146"/>
                </a:lnTo>
                <a:lnTo>
                  <a:pt x="56853" y="63585"/>
                </a:lnTo>
                <a:lnTo>
                  <a:pt x="56422" y="64104"/>
                </a:lnTo>
                <a:lnTo>
                  <a:pt x="57394" y="66735"/>
                </a:lnTo>
                <a:lnTo>
                  <a:pt x="56298" y="67466"/>
                </a:lnTo>
                <a:lnTo>
                  <a:pt x="54039" y="67049"/>
                </a:lnTo>
                <a:lnTo>
                  <a:pt x="52841" y="67115"/>
                </a:lnTo>
                <a:lnTo>
                  <a:pt x="50173" y="66757"/>
                </a:lnTo>
                <a:lnTo>
                  <a:pt x="49552" y="67385"/>
                </a:lnTo>
                <a:lnTo>
                  <a:pt x="50195" y="70499"/>
                </a:lnTo>
                <a:lnTo>
                  <a:pt x="47907" y="71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600521" y="1284357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3116" y="57563"/>
                </a:moveTo>
                <a:lnTo>
                  <a:pt x="21048" y="56678"/>
                </a:lnTo>
                <a:lnTo>
                  <a:pt x="21859" y="53726"/>
                </a:lnTo>
                <a:lnTo>
                  <a:pt x="20946" y="52819"/>
                </a:lnTo>
                <a:lnTo>
                  <a:pt x="18687" y="53726"/>
                </a:lnTo>
                <a:lnTo>
                  <a:pt x="17277" y="53002"/>
                </a:lnTo>
                <a:lnTo>
                  <a:pt x="15025" y="53908"/>
                </a:lnTo>
                <a:lnTo>
                  <a:pt x="13995" y="52878"/>
                </a:lnTo>
                <a:lnTo>
                  <a:pt x="15041" y="50225"/>
                </a:lnTo>
                <a:lnTo>
                  <a:pt x="13717" y="49355"/>
                </a:lnTo>
                <a:lnTo>
                  <a:pt x="11657" y="50444"/>
                </a:lnTo>
                <a:lnTo>
                  <a:pt x="10385" y="49355"/>
                </a:lnTo>
                <a:lnTo>
                  <a:pt x="11532" y="46907"/>
                </a:lnTo>
                <a:lnTo>
                  <a:pt x="10392" y="45767"/>
                </a:lnTo>
                <a:lnTo>
                  <a:pt x="8053" y="46936"/>
                </a:lnTo>
                <a:lnTo>
                  <a:pt x="6884" y="45767"/>
                </a:lnTo>
                <a:lnTo>
                  <a:pt x="8054" y="43435"/>
                </a:lnTo>
                <a:lnTo>
                  <a:pt x="6979" y="42361"/>
                </a:lnTo>
                <a:lnTo>
                  <a:pt x="4333" y="43406"/>
                </a:lnTo>
                <a:lnTo>
                  <a:pt x="2901" y="41242"/>
                </a:lnTo>
                <a:lnTo>
                  <a:pt x="4735" y="37625"/>
                </a:lnTo>
                <a:lnTo>
                  <a:pt x="3778" y="35388"/>
                </a:lnTo>
                <a:lnTo>
                  <a:pt x="825" y="36199"/>
                </a:lnTo>
                <a:lnTo>
                  <a:pt x="102" y="35476"/>
                </a:lnTo>
                <a:lnTo>
                  <a:pt x="518" y="32867"/>
                </a:lnTo>
                <a:lnTo>
                  <a:pt x="0" y="27173"/>
                </a:lnTo>
                <a:lnTo>
                  <a:pt x="613" y="24688"/>
                </a:lnTo>
                <a:lnTo>
                  <a:pt x="29" y="22233"/>
                </a:lnTo>
                <a:lnTo>
                  <a:pt x="847" y="21421"/>
                </a:lnTo>
                <a:lnTo>
                  <a:pt x="3756" y="22262"/>
                </a:lnTo>
                <a:lnTo>
                  <a:pt x="4553" y="20537"/>
                </a:lnTo>
                <a:lnTo>
                  <a:pt x="2952" y="15618"/>
                </a:lnTo>
                <a:lnTo>
                  <a:pt x="4523" y="14332"/>
                </a:lnTo>
                <a:lnTo>
                  <a:pt x="7059" y="15348"/>
                </a:lnTo>
                <a:lnTo>
                  <a:pt x="7973" y="14106"/>
                </a:lnTo>
                <a:lnTo>
                  <a:pt x="6877" y="11876"/>
                </a:lnTo>
                <a:lnTo>
                  <a:pt x="8054" y="10700"/>
                </a:lnTo>
                <a:lnTo>
                  <a:pt x="10392" y="11869"/>
                </a:lnTo>
                <a:lnTo>
                  <a:pt x="11561" y="10700"/>
                </a:lnTo>
                <a:lnTo>
                  <a:pt x="10392" y="8368"/>
                </a:lnTo>
                <a:lnTo>
                  <a:pt x="11562" y="7199"/>
                </a:lnTo>
                <a:lnTo>
                  <a:pt x="13783" y="8244"/>
                </a:lnTo>
                <a:lnTo>
                  <a:pt x="15041" y="7411"/>
                </a:lnTo>
                <a:lnTo>
                  <a:pt x="13995" y="4765"/>
                </a:lnTo>
                <a:lnTo>
                  <a:pt x="14814" y="3939"/>
                </a:lnTo>
                <a:lnTo>
                  <a:pt x="17474" y="4304"/>
                </a:lnTo>
                <a:lnTo>
                  <a:pt x="19009" y="4202"/>
                </a:lnTo>
                <a:lnTo>
                  <a:pt x="20543" y="4568"/>
                </a:lnTo>
                <a:lnTo>
                  <a:pt x="21479" y="4282"/>
                </a:lnTo>
                <a:lnTo>
                  <a:pt x="21654" y="4231"/>
                </a:lnTo>
                <a:lnTo>
                  <a:pt x="21325" y="782"/>
                </a:lnTo>
                <a:lnTo>
                  <a:pt x="23620" y="694"/>
                </a:lnTo>
                <a:lnTo>
                  <a:pt x="26397" y="380"/>
                </a:lnTo>
                <a:lnTo>
                  <a:pt x="29606" y="986"/>
                </a:lnTo>
                <a:lnTo>
                  <a:pt x="34876" y="0"/>
                </a:lnTo>
                <a:lnTo>
                  <a:pt x="35789" y="1118"/>
                </a:lnTo>
                <a:lnTo>
                  <a:pt x="35161" y="4165"/>
                </a:lnTo>
                <a:lnTo>
                  <a:pt x="37339" y="4911"/>
                </a:lnTo>
                <a:lnTo>
                  <a:pt x="40935" y="3259"/>
                </a:lnTo>
                <a:lnTo>
                  <a:pt x="43083" y="4641"/>
                </a:lnTo>
                <a:lnTo>
                  <a:pt x="42053" y="7308"/>
                </a:lnTo>
                <a:lnTo>
                  <a:pt x="43113" y="8368"/>
                </a:lnTo>
                <a:lnTo>
                  <a:pt x="45473" y="7199"/>
                </a:lnTo>
                <a:lnTo>
                  <a:pt x="46613" y="8390"/>
                </a:lnTo>
                <a:lnTo>
                  <a:pt x="45451" y="10707"/>
                </a:lnTo>
                <a:lnTo>
                  <a:pt x="46620" y="11876"/>
                </a:lnTo>
                <a:lnTo>
                  <a:pt x="48959" y="10707"/>
                </a:lnTo>
                <a:lnTo>
                  <a:pt x="50128" y="11876"/>
                </a:lnTo>
                <a:lnTo>
                  <a:pt x="48959" y="14215"/>
                </a:lnTo>
                <a:lnTo>
                  <a:pt x="50026" y="15282"/>
                </a:lnTo>
                <a:lnTo>
                  <a:pt x="52679" y="14237"/>
                </a:lnTo>
                <a:lnTo>
                  <a:pt x="54112" y="16400"/>
                </a:lnTo>
                <a:lnTo>
                  <a:pt x="52277" y="20018"/>
                </a:lnTo>
                <a:lnTo>
                  <a:pt x="53235" y="22254"/>
                </a:lnTo>
                <a:lnTo>
                  <a:pt x="56187" y="21443"/>
                </a:lnTo>
                <a:lnTo>
                  <a:pt x="56903" y="22167"/>
                </a:lnTo>
                <a:lnTo>
                  <a:pt x="56494" y="24776"/>
                </a:lnTo>
                <a:lnTo>
                  <a:pt x="56779" y="27597"/>
                </a:lnTo>
                <a:lnTo>
                  <a:pt x="56553" y="30038"/>
                </a:lnTo>
                <a:lnTo>
                  <a:pt x="56553" y="33188"/>
                </a:lnTo>
                <a:lnTo>
                  <a:pt x="56881" y="35066"/>
                </a:lnTo>
                <a:lnTo>
                  <a:pt x="56363" y="36280"/>
                </a:lnTo>
                <a:lnTo>
                  <a:pt x="53410" y="35468"/>
                </a:lnTo>
                <a:lnTo>
                  <a:pt x="52504" y="36382"/>
                </a:lnTo>
                <a:lnTo>
                  <a:pt x="53403" y="38640"/>
                </a:lnTo>
                <a:lnTo>
                  <a:pt x="52686" y="40044"/>
                </a:lnTo>
                <a:lnTo>
                  <a:pt x="53585" y="42309"/>
                </a:lnTo>
                <a:lnTo>
                  <a:pt x="52555" y="43340"/>
                </a:lnTo>
                <a:lnTo>
                  <a:pt x="49909" y="42288"/>
                </a:lnTo>
                <a:lnTo>
                  <a:pt x="49032" y="43610"/>
                </a:lnTo>
                <a:lnTo>
                  <a:pt x="50121" y="45664"/>
                </a:lnTo>
                <a:lnTo>
                  <a:pt x="49047" y="46943"/>
                </a:lnTo>
                <a:lnTo>
                  <a:pt x="46591" y="45803"/>
                </a:lnTo>
                <a:lnTo>
                  <a:pt x="45480" y="46914"/>
                </a:lnTo>
                <a:lnTo>
                  <a:pt x="46628" y="49348"/>
                </a:lnTo>
                <a:lnTo>
                  <a:pt x="45392" y="50415"/>
                </a:lnTo>
                <a:lnTo>
                  <a:pt x="43127" y="49260"/>
                </a:lnTo>
                <a:lnTo>
                  <a:pt x="42162" y="50225"/>
                </a:lnTo>
                <a:lnTo>
                  <a:pt x="42973" y="53178"/>
                </a:lnTo>
                <a:lnTo>
                  <a:pt x="40554" y="54208"/>
                </a:lnTo>
                <a:lnTo>
                  <a:pt x="37485" y="52505"/>
                </a:lnTo>
                <a:lnTo>
                  <a:pt x="35066" y="53558"/>
                </a:lnTo>
                <a:lnTo>
                  <a:pt x="35892" y="56503"/>
                </a:lnTo>
                <a:lnTo>
                  <a:pt x="35182" y="57197"/>
                </a:lnTo>
                <a:lnTo>
                  <a:pt x="32523" y="56839"/>
                </a:lnTo>
                <a:lnTo>
                  <a:pt x="30856" y="56927"/>
                </a:lnTo>
                <a:lnTo>
                  <a:pt x="26719" y="56861"/>
                </a:lnTo>
                <a:lnTo>
                  <a:pt x="23116" y="575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821511" y="1295415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20442" y="35775"/>
                </a:moveTo>
                <a:lnTo>
                  <a:pt x="15596" y="35710"/>
                </a:lnTo>
                <a:lnTo>
                  <a:pt x="14127" y="35183"/>
                </a:lnTo>
                <a:lnTo>
                  <a:pt x="14785" y="32143"/>
                </a:lnTo>
                <a:lnTo>
                  <a:pt x="14493" y="31814"/>
                </a:lnTo>
                <a:lnTo>
                  <a:pt x="13228" y="30937"/>
                </a:lnTo>
                <a:lnTo>
                  <a:pt x="8412" y="32954"/>
                </a:lnTo>
                <a:lnTo>
                  <a:pt x="6906" y="31112"/>
                </a:lnTo>
                <a:lnTo>
                  <a:pt x="7930" y="29103"/>
                </a:lnTo>
                <a:lnTo>
                  <a:pt x="7476" y="28306"/>
                </a:lnTo>
                <a:lnTo>
                  <a:pt x="6957" y="27875"/>
                </a:lnTo>
                <a:lnTo>
                  <a:pt x="4326" y="28847"/>
                </a:lnTo>
                <a:lnTo>
                  <a:pt x="3595" y="27751"/>
                </a:lnTo>
                <a:lnTo>
                  <a:pt x="4012" y="25492"/>
                </a:lnTo>
                <a:lnTo>
                  <a:pt x="3946" y="24293"/>
                </a:lnTo>
                <a:lnTo>
                  <a:pt x="4304" y="21626"/>
                </a:lnTo>
                <a:lnTo>
                  <a:pt x="3720" y="21048"/>
                </a:lnTo>
                <a:lnTo>
                  <a:pt x="518" y="21575"/>
                </a:lnTo>
                <a:lnTo>
                  <a:pt x="314" y="20559"/>
                </a:lnTo>
                <a:lnTo>
                  <a:pt x="0" y="14675"/>
                </a:lnTo>
                <a:lnTo>
                  <a:pt x="804" y="14010"/>
                </a:lnTo>
                <a:lnTo>
                  <a:pt x="3851" y="14639"/>
                </a:lnTo>
                <a:lnTo>
                  <a:pt x="4509" y="12731"/>
                </a:lnTo>
                <a:lnTo>
                  <a:pt x="2930" y="8456"/>
                </a:lnTo>
                <a:lnTo>
                  <a:pt x="4472" y="6687"/>
                </a:lnTo>
                <a:lnTo>
                  <a:pt x="6848" y="7725"/>
                </a:lnTo>
                <a:lnTo>
                  <a:pt x="7476" y="7264"/>
                </a:lnTo>
                <a:lnTo>
                  <a:pt x="7930" y="6475"/>
                </a:lnTo>
                <a:lnTo>
                  <a:pt x="6906" y="4458"/>
                </a:lnTo>
                <a:lnTo>
                  <a:pt x="8419" y="2616"/>
                </a:lnTo>
                <a:lnTo>
                  <a:pt x="13228" y="4641"/>
                </a:lnTo>
                <a:lnTo>
                  <a:pt x="14493" y="3764"/>
                </a:lnTo>
                <a:lnTo>
                  <a:pt x="14961" y="3077"/>
                </a:lnTo>
                <a:lnTo>
                  <a:pt x="13908" y="811"/>
                </a:lnTo>
                <a:lnTo>
                  <a:pt x="14763" y="0"/>
                </a:lnTo>
                <a:lnTo>
                  <a:pt x="21304" y="7"/>
                </a:lnTo>
                <a:lnTo>
                  <a:pt x="22086" y="957"/>
                </a:lnTo>
                <a:lnTo>
                  <a:pt x="21056" y="2967"/>
                </a:lnTo>
                <a:lnTo>
                  <a:pt x="21509" y="3764"/>
                </a:lnTo>
                <a:lnTo>
                  <a:pt x="22773" y="4641"/>
                </a:lnTo>
                <a:lnTo>
                  <a:pt x="27590" y="2616"/>
                </a:lnTo>
                <a:lnTo>
                  <a:pt x="29096" y="4465"/>
                </a:lnTo>
                <a:lnTo>
                  <a:pt x="28072" y="6475"/>
                </a:lnTo>
                <a:lnTo>
                  <a:pt x="28526" y="7264"/>
                </a:lnTo>
                <a:lnTo>
                  <a:pt x="29227" y="7732"/>
                </a:lnTo>
                <a:lnTo>
                  <a:pt x="31449" y="6680"/>
                </a:lnTo>
                <a:lnTo>
                  <a:pt x="32362" y="7601"/>
                </a:lnTo>
                <a:lnTo>
                  <a:pt x="32004" y="10261"/>
                </a:lnTo>
                <a:lnTo>
                  <a:pt x="32077" y="11628"/>
                </a:lnTo>
                <a:lnTo>
                  <a:pt x="31668" y="13513"/>
                </a:lnTo>
                <a:lnTo>
                  <a:pt x="32253" y="14741"/>
                </a:lnTo>
                <a:lnTo>
                  <a:pt x="35147" y="13879"/>
                </a:lnTo>
                <a:lnTo>
                  <a:pt x="35871" y="14610"/>
                </a:lnTo>
                <a:lnTo>
                  <a:pt x="35513" y="17270"/>
                </a:lnTo>
                <a:lnTo>
                  <a:pt x="35586" y="18651"/>
                </a:lnTo>
                <a:lnTo>
                  <a:pt x="35827" y="20464"/>
                </a:lnTo>
                <a:lnTo>
                  <a:pt x="35388" y="21648"/>
                </a:lnTo>
                <a:lnTo>
                  <a:pt x="32392" y="20990"/>
                </a:lnTo>
                <a:lnTo>
                  <a:pt x="32026" y="21290"/>
                </a:lnTo>
                <a:lnTo>
                  <a:pt x="31149" y="22554"/>
                </a:lnTo>
                <a:lnTo>
                  <a:pt x="33166" y="27371"/>
                </a:lnTo>
                <a:lnTo>
                  <a:pt x="31324" y="28883"/>
                </a:lnTo>
                <a:lnTo>
                  <a:pt x="29315" y="27853"/>
                </a:lnTo>
                <a:lnTo>
                  <a:pt x="28518" y="28306"/>
                </a:lnTo>
                <a:lnTo>
                  <a:pt x="28058" y="29008"/>
                </a:lnTo>
                <a:lnTo>
                  <a:pt x="29103" y="31229"/>
                </a:lnTo>
                <a:lnTo>
                  <a:pt x="27941" y="32392"/>
                </a:lnTo>
                <a:lnTo>
                  <a:pt x="25712" y="31361"/>
                </a:lnTo>
                <a:lnTo>
                  <a:pt x="24308" y="32267"/>
                </a:lnTo>
                <a:lnTo>
                  <a:pt x="22086" y="31230"/>
                </a:lnTo>
                <a:lnTo>
                  <a:pt x="21144" y="32180"/>
                </a:lnTo>
                <a:lnTo>
                  <a:pt x="21955" y="35132"/>
                </a:lnTo>
                <a:lnTo>
                  <a:pt x="20442" y="35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48271" y="1347555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4" h="141605">
                <a:moveTo>
                  <a:pt x="83984" y="141394"/>
                </a:moveTo>
                <a:lnTo>
                  <a:pt x="81930" y="140802"/>
                </a:lnTo>
                <a:lnTo>
                  <a:pt x="78933" y="141364"/>
                </a:lnTo>
                <a:lnTo>
                  <a:pt x="76361" y="140860"/>
                </a:lnTo>
                <a:lnTo>
                  <a:pt x="70624" y="141101"/>
                </a:lnTo>
                <a:lnTo>
                  <a:pt x="61444" y="140955"/>
                </a:lnTo>
                <a:lnTo>
                  <a:pt x="58667" y="141415"/>
                </a:lnTo>
                <a:lnTo>
                  <a:pt x="56284" y="140889"/>
                </a:lnTo>
                <a:lnTo>
                  <a:pt x="56832" y="137710"/>
                </a:lnTo>
                <a:lnTo>
                  <a:pt x="56240" y="137118"/>
                </a:lnTo>
                <a:lnTo>
                  <a:pt x="53580" y="137476"/>
                </a:lnTo>
                <a:lnTo>
                  <a:pt x="52140" y="137396"/>
                </a:lnTo>
                <a:lnTo>
                  <a:pt x="50423" y="137790"/>
                </a:lnTo>
                <a:lnTo>
                  <a:pt x="48880" y="137177"/>
                </a:lnTo>
                <a:lnTo>
                  <a:pt x="46556" y="137944"/>
                </a:lnTo>
                <a:lnTo>
                  <a:pt x="45708" y="137096"/>
                </a:lnTo>
                <a:lnTo>
                  <a:pt x="46483" y="134107"/>
                </a:lnTo>
                <a:lnTo>
                  <a:pt x="44817" y="133449"/>
                </a:lnTo>
                <a:lnTo>
                  <a:pt x="39832" y="134911"/>
                </a:lnTo>
                <a:lnTo>
                  <a:pt x="38765" y="133610"/>
                </a:lnTo>
                <a:lnTo>
                  <a:pt x="39394" y="130555"/>
                </a:lnTo>
                <a:lnTo>
                  <a:pt x="37113" y="129765"/>
                </a:lnTo>
                <a:lnTo>
                  <a:pt x="33803" y="131417"/>
                </a:lnTo>
                <a:lnTo>
                  <a:pt x="31515" y="130160"/>
                </a:lnTo>
                <a:lnTo>
                  <a:pt x="32465" y="127368"/>
                </a:lnTo>
                <a:lnTo>
                  <a:pt x="31537" y="126447"/>
                </a:lnTo>
                <a:lnTo>
                  <a:pt x="28891" y="127492"/>
                </a:lnTo>
                <a:lnTo>
                  <a:pt x="28248" y="126535"/>
                </a:lnTo>
                <a:lnTo>
                  <a:pt x="28906" y="123597"/>
                </a:lnTo>
                <a:lnTo>
                  <a:pt x="27773" y="123093"/>
                </a:lnTo>
                <a:lnTo>
                  <a:pt x="25844" y="123429"/>
                </a:lnTo>
                <a:lnTo>
                  <a:pt x="24506" y="123429"/>
                </a:lnTo>
                <a:lnTo>
                  <a:pt x="21838" y="123750"/>
                </a:lnTo>
                <a:lnTo>
                  <a:pt x="20910" y="122873"/>
                </a:lnTo>
                <a:lnTo>
                  <a:pt x="22080" y="120498"/>
                </a:lnTo>
                <a:lnTo>
                  <a:pt x="21012" y="119438"/>
                </a:lnTo>
                <a:lnTo>
                  <a:pt x="18367" y="120483"/>
                </a:lnTo>
                <a:lnTo>
                  <a:pt x="17446" y="119109"/>
                </a:lnTo>
                <a:lnTo>
                  <a:pt x="18469" y="117282"/>
                </a:lnTo>
                <a:lnTo>
                  <a:pt x="17599" y="115711"/>
                </a:lnTo>
                <a:lnTo>
                  <a:pt x="18557" y="113474"/>
                </a:lnTo>
                <a:lnTo>
                  <a:pt x="17504" y="112429"/>
                </a:lnTo>
                <a:lnTo>
                  <a:pt x="14859" y="113474"/>
                </a:lnTo>
                <a:lnTo>
                  <a:pt x="13945" y="112100"/>
                </a:lnTo>
                <a:lnTo>
                  <a:pt x="15005" y="110244"/>
                </a:lnTo>
                <a:lnTo>
                  <a:pt x="14142" y="108870"/>
                </a:lnTo>
                <a:lnTo>
                  <a:pt x="11445" y="109878"/>
                </a:lnTo>
                <a:lnTo>
                  <a:pt x="10648" y="109074"/>
                </a:lnTo>
                <a:lnTo>
                  <a:pt x="11007" y="106414"/>
                </a:lnTo>
                <a:lnTo>
                  <a:pt x="10933" y="105113"/>
                </a:lnTo>
                <a:lnTo>
                  <a:pt x="11350" y="103081"/>
                </a:lnTo>
                <a:lnTo>
                  <a:pt x="10700" y="101890"/>
                </a:lnTo>
                <a:lnTo>
                  <a:pt x="7900" y="102840"/>
                </a:lnTo>
                <a:lnTo>
                  <a:pt x="6950" y="101890"/>
                </a:lnTo>
                <a:lnTo>
                  <a:pt x="7776" y="99588"/>
                </a:lnTo>
                <a:lnTo>
                  <a:pt x="7162" y="98199"/>
                </a:lnTo>
                <a:lnTo>
                  <a:pt x="7988" y="95904"/>
                </a:lnTo>
                <a:lnTo>
                  <a:pt x="6980" y="94903"/>
                </a:lnTo>
                <a:lnTo>
                  <a:pt x="4334" y="95955"/>
                </a:lnTo>
                <a:lnTo>
                  <a:pt x="3522" y="94735"/>
                </a:lnTo>
                <a:lnTo>
                  <a:pt x="4114" y="92681"/>
                </a:lnTo>
                <a:lnTo>
                  <a:pt x="3544" y="89670"/>
                </a:lnTo>
                <a:lnTo>
                  <a:pt x="4568" y="87031"/>
                </a:lnTo>
                <a:lnTo>
                  <a:pt x="3866" y="84539"/>
                </a:lnTo>
                <a:lnTo>
                  <a:pt x="745" y="85160"/>
                </a:lnTo>
                <a:lnTo>
                  <a:pt x="124" y="84539"/>
                </a:lnTo>
                <a:lnTo>
                  <a:pt x="475" y="81879"/>
                </a:lnTo>
                <a:lnTo>
                  <a:pt x="146" y="75557"/>
                </a:lnTo>
                <a:lnTo>
                  <a:pt x="453" y="69644"/>
                </a:lnTo>
                <a:lnTo>
                  <a:pt x="453" y="62847"/>
                </a:lnTo>
                <a:lnTo>
                  <a:pt x="168" y="61254"/>
                </a:lnTo>
                <a:lnTo>
                  <a:pt x="650" y="59675"/>
                </a:lnTo>
                <a:lnTo>
                  <a:pt x="0" y="57271"/>
                </a:lnTo>
                <a:lnTo>
                  <a:pt x="738" y="56532"/>
                </a:lnTo>
                <a:lnTo>
                  <a:pt x="3866" y="57153"/>
                </a:lnTo>
                <a:lnTo>
                  <a:pt x="4509" y="54851"/>
                </a:lnTo>
                <a:lnTo>
                  <a:pt x="3961" y="51855"/>
                </a:lnTo>
                <a:lnTo>
                  <a:pt x="3961" y="48953"/>
                </a:lnTo>
                <a:lnTo>
                  <a:pt x="3632" y="47068"/>
                </a:lnTo>
                <a:lnTo>
                  <a:pt x="4151" y="45854"/>
                </a:lnTo>
                <a:lnTo>
                  <a:pt x="7104" y="46666"/>
                </a:lnTo>
                <a:lnTo>
                  <a:pt x="7988" y="45781"/>
                </a:lnTo>
                <a:lnTo>
                  <a:pt x="7162" y="43486"/>
                </a:lnTo>
                <a:lnTo>
                  <a:pt x="7776" y="42098"/>
                </a:lnTo>
                <a:lnTo>
                  <a:pt x="6950" y="39803"/>
                </a:lnTo>
                <a:lnTo>
                  <a:pt x="7959" y="38802"/>
                </a:lnTo>
                <a:lnTo>
                  <a:pt x="10604" y="39847"/>
                </a:lnTo>
                <a:lnTo>
                  <a:pt x="11518" y="38480"/>
                </a:lnTo>
                <a:lnTo>
                  <a:pt x="10451" y="36609"/>
                </a:lnTo>
                <a:lnTo>
                  <a:pt x="11431" y="35074"/>
                </a:lnTo>
                <a:lnTo>
                  <a:pt x="10400" y="32860"/>
                </a:lnTo>
                <a:lnTo>
                  <a:pt x="11431" y="31829"/>
                </a:lnTo>
                <a:lnTo>
                  <a:pt x="14171" y="32808"/>
                </a:lnTo>
                <a:lnTo>
                  <a:pt x="14910" y="31566"/>
                </a:lnTo>
                <a:lnTo>
                  <a:pt x="13915" y="29344"/>
                </a:lnTo>
                <a:lnTo>
                  <a:pt x="14851" y="28401"/>
                </a:lnTo>
                <a:lnTo>
                  <a:pt x="17804" y="29220"/>
                </a:lnTo>
                <a:lnTo>
                  <a:pt x="18637" y="27268"/>
                </a:lnTo>
                <a:lnTo>
                  <a:pt x="16912" y="22905"/>
                </a:lnTo>
                <a:lnTo>
                  <a:pt x="18549" y="21166"/>
                </a:lnTo>
                <a:lnTo>
                  <a:pt x="20925" y="22335"/>
                </a:lnTo>
                <a:lnTo>
                  <a:pt x="21867" y="21385"/>
                </a:lnTo>
                <a:lnTo>
                  <a:pt x="21064" y="18440"/>
                </a:lnTo>
                <a:lnTo>
                  <a:pt x="23212" y="17519"/>
                </a:lnTo>
                <a:lnTo>
                  <a:pt x="27064" y="19346"/>
                </a:lnTo>
                <a:lnTo>
                  <a:pt x="29103" y="17811"/>
                </a:lnTo>
                <a:lnTo>
                  <a:pt x="27992" y="15268"/>
                </a:lnTo>
                <a:lnTo>
                  <a:pt x="29008" y="14259"/>
                </a:lnTo>
                <a:lnTo>
                  <a:pt x="31654" y="15311"/>
                </a:lnTo>
                <a:lnTo>
                  <a:pt x="32348" y="14266"/>
                </a:lnTo>
                <a:lnTo>
                  <a:pt x="31566" y="11518"/>
                </a:lnTo>
                <a:lnTo>
                  <a:pt x="33766" y="10217"/>
                </a:lnTo>
                <a:lnTo>
                  <a:pt x="37172" y="12044"/>
                </a:lnTo>
                <a:lnTo>
                  <a:pt x="39489" y="11058"/>
                </a:lnTo>
                <a:lnTo>
                  <a:pt x="38677" y="8105"/>
                </a:lnTo>
                <a:lnTo>
                  <a:pt x="39591" y="7199"/>
                </a:lnTo>
                <a:lnTo>
                  <a:pt x="41842" y="8105"/>
                </a:lnTo>
                <a:lnTo>
                  <a:pt x="43260" y="7374"/>
                </a:lnTo>
                <a:lnTo>
                  <a:pt x="45518" y="8280"/>
                </a:lnTo>
                <a:lnTo>
                  <a:pt x="46549" y="7250"/>
                </a:lnTo>
                <a:lnTo>
                  <a:pt x="45496" y="4604"/>
                </a:lnTo>
                <a:lnTo>
                  <a:pt x="46819" y="3734"/>
                </a:lnTo>
                <a:lnTo>
                  <a:pt x="48690" y="4538"/>
                </a:lnTo>
                <a:lnTo>
                  <a:pt x="51614" y="3500"/>
                </a:lnTo>
                <a:lnTo>
                  <a:pt x="54464" y="4670"/>
                </a:lnTo>
                <a:lnTo>
                  <a:pt x="56584" y="4231"/>
                </a:lnTo>
                <a:lnTo>
                  <a:pt x="56854" y="4180"/>
                </a:lnTo>
                <a:lnTo>
                  <a:pt x="56336" y="972"/>
                </a:lnTo>
                <a:lnTo>
                  <a:pt x="56942" y="365"/>
                </a:lnTo>
                <a:lnTo>
                  <a:pt x="59544" y="796"/>
                </a:lnTo>
                <a:lnTo>
                  <a:pt x="63476" y="343"/>
                </a:lnTo>
                <a:lnTo>
                  <a:pt x="67203" y="730"/>
                </a:lnTo>
                <a:lnTo>
                  <a:pt x="72875" y="730"/>
                </a:lnTo>
                <a:lnTo>
                  <a:pt x="75375" y="438"/>
                </a:lnTo>
                <a:lnTo>
                  <a:pt x="78685" y="869"/>
                </a:lnTo>
                <a:lnTo>
                  <a:pt x="84042" y="0"/>
                </a:lnTo>
                <a:lnTo>
                  <a:pt x="84919" y="1067"/>
                </a:lnTo>
                <a:lnTo>
                  <a:pt x="84291" y="4114"/>
                </a:lnTo>
                <a:lnTo>
                  <a:pt x="85519" y="4538"/>
                </a:lnTo>
                <a:lnTo>
                  <a:pt x="87214" y="4231"/>
                </a:lnTo>
                <a:lnTo>
                  <a:pt x="89086" y="4231"/>
                </a:lnTo>
                <a:lnTo>
                  <a:pt x="90774" y="3932"/>
                </a:lnTo>
                <a:lnTo>
                  <a:pt x="92323" y="4458"/>
                </a:lnTo>
                <a:lnTo>
                  <a:pt x="94691" y="3764"/>
                </a:lnTo>
                <a:lnTo>
                  <a:pt x="95532" y="4604"/>
                </a:lnTo>
                <a:lnTo>
                  <a:pt x="94728" y="7557"/>
                </a:lnTo>
                <a:lnTo>
                  <a:pt x="97118" y="8573"/>
                </a:lnTo>
                <a:lnTo>
                  <a:pt x="100283" y="6811"/>
                </a:lnTo>
                <a:lnTo>
                  <a:pt x="102658" y="7974"/>
                </a:lnTo>
                <a:lnTo>
                  <a:pt x="101781" y="10846"/>
                </a:lnTo>
                <a:lnTo>
                  <a:pt x="102767" y="11825"/>
                </a:lnTo>
                <a:lnTo>
                  <a:pt x="104989" y="10780"/>
                </a:lnTo>
                <a:lnTo>
                  <a:pt x="106393" y="11708"/>
                </a:lnTo>
                <a:lnTo>
                  <a:pt x="108614" y="10663"/>
                </a:lnTo>
                <a:lnTo>
                  <a:pt x="109667" y="11708"/>
                </a:lnTo>
                <a:lnTo>
                  <a:pt x="108651" y="14420"/>
                </a:lnTo>
                <a:lnTo>
                  <a:pt x="109908" y="15194"/>
                </a:lnTo>
                <a:lnTo>
                  <a:pt x="112130" y="14171"/>
                </a:lnTo>
                <a:lnTo>
                  <a:pt x="113073" y="15121"/>
                </a:lnTo>
                <a:lnTo>
                  <a:pt x="112269" y="18067"/>
                </a:lnTo>
                <a:lnTo>
                  <a:pt x="114213" y="18900"/>
                </a:lnTo>
                <a:lnTo>
                  <a:pt x="118576" y="17175"/>
                </a:lnTo>
                <a:lnTo>
                  <a:pt x="120315" y="18805"/>
                </a:lnTo>
                <a:lnTo>
                  <a:pt x="119146" y="21188"/>
                </a:lnTo>
                <a:lnTo>
                  <a:pt x="120213" y="22247"/>
                </a:lnTo>
                <a:lnTo>
                  <a:pt x="122859" y="21195"/>
                </a:lnTo>
                <a:lnTo>
                  <a:pt x="123780" y="22569"/>
                </a:lnTo>
                <a:lnTo>
                  <a:pt x="122757" y="24403"/>
                </a:lnTo>
                <a:lnTo>
                  <a:pt x="123626" y="25975"/>
                </a:lnTo>
                <a:lnTo>
                  <a:pt x="122676" y="28211"/>
                </a:lnTo>
                <a:lnTo>
                  <a:pt x="123721" y="29256"/>
                </a:lnTo>
                <a:lnTo>
                  <a:pt x="126367" y="28204"/>
                </a:lnTo>
                <a:lnTo>
                  <a:pt x="127281" y="29578"/>
                </a:lnTo>
                <a:lnTo>
                  <a:pt x="126221" y="31442"/>
                </a:lnTo>
                <a:lnTo>
                  <a:pt x="127083" y="32816"/>
                </a:lnTo>
                <a:lnTo>
                  <a:pt x="129780" y="31800"/>
                </a:lnTo>
                <a:lnTo>
                  <a:pt x="130577" y="32604"/>
                </a:lnTo>
                <a:lnTo>
                  <a:pt x="130226" y="35264"/>
                </a:lnTo>
                <a:lnTo>
                  <a:pt x="130292" y="36565"/>
                </a:lnTo>
                <a:lnTo>
                  <a:pt x="129875" y="38604"/>
                </a:lnTo>
                <a:lnTo>
                  <a:pt x="130533" y="39788"/>
                </a:lnTo>
                <a:lnTo>
                  <a:pt x="133325" y="38846"/>
                </a:lnTo>
                <a:lnTo>
                  <a:pt x="134275" y="39796"/>
                </a:lnTo>
                <a:lnTo>
                  <a:pt x="133457" y="42098"/>
                </a:lnTo>
                <a:lnTo>
                  <a:pt x="134063" y="43479"/>
                </a:lnTo>
                <a:lnTo>
                  <a:pt x="133245" y="45774"/>
                </a:lnTo>
                <a:lnTo>
                  <a:pt x="134246" y="46783"/>
                </a:lnTo>
                <a:lnTo>
                  <a:pt x="136892" y="45730"/>
                </a:lnTo>
                <a:lnTo>
                  <a:pt x="137703" y="46951"/>
                </a:lnTo>
                <a:lnTo>
                  <a:pt x="137111" y="48997"/>
                </a:lnTo>
                <a:lnTo>
                  <a:pt x="137674" y="52009"/>
                </a:lnTo>
                <a:lnTo>
                  <a:pt x="136658" y="54647"/>
                </a:lnTo>
                <a:lnTo>
                  <a:pt x="137360" y="57146"/>
                </a:lnTo>
                <a:lnTo>
                  <a:pt x="140480" y="56525"/>
                </a:lnTo>
                <a:lnTo>
                  <a:pt x="141102" y="57146"/>
                </a:lnTo>
                <a:lnTo>
                  <a:pt x="140744" y="59807"/>
                </a:lnTo>
                <a:lnTo>
                  <a:pt x="141072" y="66129"/>
                </a:lnTo>
                <a:lnTo>
                  <a:pt x="140765" y="72042"/>
                </a:lnTo>
                <a:lnTo>
                  <a:pt x="140765" y="78838"/>
                </a:lnTo>
                <a:lnTo>
                  <a:pt x="141051" y="80432"/>
                </a:lnTo>
                <a:lnTo>
                  <a:pt x="140575" y="82010"/>
                </a:lnTo>
                <a:lnTo>
                  <a:pt x="141219" y="84415"/>
                </a:lnTo>
                <a:lnTo>
                  <a:pt x="140480" y="85153"/>
                </a:lnTo>
                <a:lnTo>
                  <a:pt x="137352" y="84532"/>
                </a:lnTo>
                <a:lnTo>
                  <a:pt x="136716" y="86834"/>
                </a:lnTo>
                <a:lnTo>
                  <a:pt x="137265" y="89831"/>
                </a:lnTo>
                <a:lnTo>
                  <a:pt x="137265" y="92732"/>
                </a:lnTo>
                <a:lnTo>
                  <a:pt x="137594" y="94618"/>
                </a:lnTo>
                <a:lnTo>
                  <a:pt x="137075" y="95831"/>
                </a:lnTo>
                <a:lnTo>
                  <a:pt x="134122" y="95013"/>
                </a:lnTo>
                <a:lnTo>
                  <a:pt x="133237" y="95897"/>
                </a:lnTo>
                <a:lnTo>
                  <a:pt x="134063" y="98199"/>
                </a:lnTo>
                <a:lnTo>
                  <a:pt x="133450" y="99588"/>
                </a:lnTo>
                <a:lnTo>
                  <a:pt x="134275" y="101875"/>
                </a:lnTo>
                <a:lnTo>
                  <a:pt x="133267" y="102884"/>
                </a:lnTo>
                <a:lnTo>
                  <a:pt x="130621" y="101832"/>
                </a:lnTo>
                <a:lnTo>
                  <a:pt x="129707" y="103206"/>
                </a:lnTo>
                <a:lnTo>
                  <a:pt x="130774" y="105077"/>
                </a:lnTo>
                <a:lnTo>
                  <a:pt x="129802" y="106604"/>
                </a:lnTo>
                <a:lnTo>
                  <a:pt x="130833" y="108826"/>
                </a:lnTo>
                <a:lnTo>
                  <a:pt x="129795" y="109857"/>
                </a:lnTo>
                <a:lnTo>
                  <a:pt x="127054" y="108870"/>
                </a:lnTo>
                <a:lnTo>
                  <a:pt x="126323" y="110112"/>
                </a:lnTo>
                <a:lnTo>
                  <a:pt x="127310" y="112342"/>
                </a:lnTo>
                <a:lnTo>
                  <a:pt x="126375" y="113277"/>
                </a:lnTo>
                <a:lnTo>
                  <a:pt x="123422" y="112466"/>
                </a:lnTo>
                <a:lnTo>
                  <a:pt x="122588" y="114410"/>
                </a:lnTo>
                <a:lnTo>
                  <a:pt x="124314" y="118781"/>
                </a:lnTo>
                <a:lnTo>
                  <a:pt x="122676" y="120512"/>
                </a:lnTo>
                <a:lnTo>
                  <a:pt x="120301" y="119350"/>
                </a:lnTo>
                <a:lnTo>
                  <a:pt x="119234" y="120410"/>
                </a:lnTo>
                <a:lnTo>
                  <a:pt x="120286" y="123063"/>
                </a:lnTo>
                <a:lnTo>
                  <a:pt x="118912" y="123970"/>
                </a:lnTo>
                <a:lnTo>
                  <a:pt x="117041" y="122903"/>
                </a:lnTo>
                <a:lnTo>
                  <a:pt x="115506" y="123882"/>
                </a:lnTo>
                <a:lnTo>
                  <a:pt x="113292" y="122851"/>
                </a:lnTo>
                <a:lnTo>
                  <a:pt x="112232" y="123904"/>
                </a:lnTo>
                <a:lnTo>
                  <a:pt x="113262" y="126586"/>
                </a:lnTo>
                <a:lnTo>
                  <a:pt x="111998" y="127390"/>
                </a:lnTo>
                <a:lnTo>
                  <a:pt x="109784" y="126352"/>
                </a:lnTo>
                <a:lnTo>
                  <a:pt x="108709" y="127419"/>
                </a:lnTo>
                <a:lnTo>
                  <a:pt x="109762" y="130072"/>
                </a:lnTo>
                <a:lnTo>
                  <a:pt x="108388" y="130979"/>
                </a:lnTo>
                <a:lnTo>
                  <a:pt x="106517" y="129912"/>
                </a:lnTo>
                <a:lnTo>
                  <a:pt x="104982" y="130891"/>
                </a:lnTo>
                <a:lnTo>
                  <a:pt x="102767" y="129860"/>
                </a:lnTo>
                <a:lnTo>
                  <a:pt x="101788" y="130840"/>
                </a:lnTo>
                <a:lnTo>
                  <a:pt x="102650" y="133719"/>
                </a:lnTo>
                <a:lnTo>
                  <a:pt x="100911" y="134553"/>
                </a:lnTo>
                <a:lnTo>
                  <a:pt x="96007" y="132916"/>
                </a:lnTo>
                <a:lnTo>
                  <a:pt x="94888" y="134282"/>
                </a:lnTo>
                <a:lnTo>
                  <a:pt x="95517" y="137330"/>
                </a:lnTo>
                <a:lnTo>
                  <a:pt x="94289" y="137754"/>
                </a:lnTo>
                <a:lnTo>
                  <a:pt x="92594" y="137447"/>
                </a:lnTo>
                <a:lnTo>
                  <a:pt x="90686" y="137447"/>
                </a:lnTo>
                <a:lnTo>
                  <a:pt x="89071" y="137162"/>
                </a:lnTo>
                <a:lnTo>
                  <a:pt x="87499" y="137644"/>
                </a:lnTo>
                <a:lnTo>
                  <a:pt x="85102" y="136994"/>
                </a:lnTo>
                <a:lnTo>
                  <a:pt x="84152" y="137936"/>
                </a:lnTo>
                <a:lnTo>
                  <a:pt x="85204" y="140582"/>
                </a:lnTo>
                <a:lnTo>
                  <a:pt x="83984" y="1413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58592" y="1347533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4" h="141605">
                <a:moveTo>
                  <a:pt x="85102" y="141583"/>
                </a:moveTo>
                <a:lnTo>
                  <a:pt x="81053" y="140998"/>
                </a:lnTo>
                <a:lnTo>
                  <a:pt x="58060" y="140998"/>
                </a:lnTo>
                <a:lnTo>
                  <a:pt x="55363" y="141422"/>
                </a:lnTo>
                <a:lnTo>
                  <a:pt x="52951" y="140940"/>
                </a:lnTo>
                <a:lnTo>
                  <a:pt x="53478" y="137739"/>
                </a:lnTo>
                <a:lnTo>
                  <a:pt x="52798" y="137059"/>
                </a:lnTo>
                <a:lnTo>
                  <a:pt x="50342" y="137644"/>
                </a:lnTo>
                <a:lnTo>
                  <a:pt x="47630" y="136971"/>
                </a:lnTo>
                <a:lnTo>
                  <a:pt x="44685" y="138301"/>
                </a:lnTo>
                <a:lnTo>
                  <a:pt x="42273" y="137322"/>
                </a:lnTo>
                <a:lnTo>
                  <a:pt x="43063" y="134340"/>
                </a:lnTo>
                <a:lnTo>
                  <a:pt x="42368" y="133653"/>
                </a:lnTo>
                <a:lnTo>
                  <a:pt x="39708" y="134011"/>
                </a:lnTo>
                <a:lnTo>
                  <a:pt x="38334" y="133938"/>
                </a:lnTo>
                <a:lnTo>
                  <a:pt x="36456" y="134355"/>
                </a:lnTo>
                <a:lnTo>
                  <a:pt x="35220" y="133770"/>
                </a:lnTo>
                <a:lnTo>
                  <a:pt x="36083" y="130868"/>
                </a:lnTo>
                <a:lnTo>
                  <a:pt x="35352" y="130152"/>
                </a:lnTo>
                <a:lnTo>
                  <a:pt x="32692" y="130510"/>
                </a:lnTo>
                <a:lnTo>
                  <a:pt x="31486" y="130445"/>
                </a:lnTo>
                <a:lnTo>
                  <a:pt x="29227" y="130861"/>
                </a:lnTo>
                <a:lnTo>
                  <a:pt x="28109" y="130101"/>
                </a:lnTo>
                <a:lnTo>
                  <a:pt x="29161" y="127470"/>
                </a:lnTo>
                <a:lnTo>
                  <a:pt x="28182" y="126490"/>
                </a:lnTo>
                <a:lnTo>
                  <a:pt x="25536" y="127536"/>
                </a:lnTo>
                <a:lnTo>
                  <a:pt x="24659" y="126220"/>
                </a:lnTo>
                <a:lnTo>
                  <a:pt x="25748" y="124159"/>
                </a:lnTo>
                <a:lnTo>
                  <a:pt x="24667" y="122880"/>
                </a:lnTo>
                <a:lnTo>
                  <a:pt x="22211" y="124027"/>
                </a:lnTo>
                <a:lnTo>
                  <a:pt x="21078" y="122887"/>
                </a:lnTo>
                <a:lnTo>
                  <a:pt x="22247" y="120549"/>
                </a:lnTo>
                <a:lnTo>
                  <a:pt x="21078" y="119387"/>
                </a:lnTo>
                <a:lnTo>
                  <a:pt x="18739" y="120556"/>
                </a:lnTo>
                <a:lnTo>
                  <a:pt x="17665" y="119482"/>
                </a:lnTo>
                <a:lnTo>
                  <a:pt x="18717" y="116836"/>
                </a:lnTo>
                <a:lnTo>
                  <a:pt x="17394" y="115959"/>
                </a:lnTo>
                <a:lnTo>
                  <a:pt x="15341" y="117048"/>
                </a:lnTo>
                <a:lnTo>
                  <a:pt x="14054" y="115966"/>
                </a:lnTo>
                <a:lnTo>
                  <a:pt x="15209" y="113510"/>
                </a:lnTo>
                <a:lnTo>
                  <a:pt x="14149" y="112458"/>
                </a:lnTo>
                <a:lnTo>
                  <a:pt x="11540" y="113525"/>
                </a:lnTo>
                <a:lnTo>
                  <a:pt x="10268" y="111690"/>
                </a:lnTo>
                <a:lnTo>
                  <a:pt x="12293" y="106881"/>
                </a:lnTo>
                <a:lnTo>
                  <a:pt x="10736" y="105602"/>
                </a:lnTo>
                <a:lnTo>
                  <a:pt x="7842" y="106384"/>
                </a:lnTo>
                <a:lnTo>
                  <a:pt x="7030" y="104667"/>
                </a:lnTo>
                <a:lnTo>
                  <a:pt x="8660" y="99763"/>
                </a:lnTo>
                <a:lnTo>
                  <a:pt x="7264" y="98615"/>
                </a:lnTo>
                <a:lnTo>
                  <a:pt x="4290" y="99324"/>
                </a:lnTo>
                <a:lnTo>
                  <a:pt x="3318" y="96956"/>
                </a:lnTo>
                <a:lnTo>
                  <a:pt x="4648" y="93989"/>
                </a:lnTo>
                <a:lnTo>
                  <a:pt x="3975" y="91285"/>
                </a:lnTo>
                <a:lnTo>
                  <a:pt x="4560" y="88829"/>
                </a:lnTo>
                <a:lnTo>
                  <a:pt x="3880" y="88157"/>
                </a:lnTo>
                <a:lnTo>
                  <a:pt x="672" y="88675"/>
                </a:lnTo>
                <a:lnTo>
                  <a:pt x="0" y="85240"/>
                </a:lnTo>
                <a:lnTo>
                  <a:pt x="621" y="81111"/>
                </a:lnTo>
                <a:lnTo>
                  <a:pt x="621" y="58140"/>
                </a:lnTo>
                <a:lnTo>
                  <a:pt x="226" y="55494"/>
                </a:lnTo>
                <a:lnTo>
                  <a:pt x="672" y="53068"/>
                </a:lnTo>
                <a:lnTo>
                  <a:pt x="3888" y="53572"/>
                </a:lnTo>
                <a:lnTo>
                  <a:pt x="4560" y="52900"/>
                </a:lnTo>
                <a:lnTo>
                  <a:pt x="3975" y="50444"/>
                </a:lnTo>
                <a:lnTo>
                  <a:pt x="4670" y="47674"/>
                </a:lnTo>
                <a:lnTo>
                  <a:pt x="3413" y="44897"/>
                </a:lnTo>
                <a:lnTo>
                  <a:pt x="4261" y="42427"/>
                </a:lnTo>
                <a:lnTo>
                  <a:pt x="7316" y="43128"/>
                </a:lnTo>
                <a:lnTo>
                  <a:pt x="7973" y="42478"/>
                </a:lnTo>
                <a:lnTo>
                  <a:pt x="7615" y="39817"/>
                </a:lnTo>
                <a:lnTo>
                  <a:pt x="7681" y="38443"/>
                </a:lnTo>
                <a:lnTo>
                  <a:pt x="7279" y="36565"/>
                </a:lnTo>
                <a:lnTo>
                  <a:pt x="7864" y="35330"/>
                </a:lnTo>
                <a:lnTo>
                  <a:pt x="10751" y="36192"/>
                </a:lnTo>
                <a:lnTo>
                  <a:pt x="11481" y="35468"/>
                </a:lnTo>
                <a:lnTo>
                  <a:pt x="11123" y="32801"/>
                </a:lnTo>
                <a:lnTo>
                  <a:pt x="11182" y="31610"/>
                </a:lnTo>
                <a:lnTo>
                  <a:pt x="10773" y="29329"/>
                </a:lnTo>
                <a:lnTo>
                  <a:pt x="11533" y="28226"/>
                </a:lnTo>
                <a:lnTo>
                  <a:pt x="14156" y="29285"/>
                </a:lnTo>
                <a:lnTo>
                  <a:pt x="15143" y="28299"/>
                </a:lnTo>
                <a:lnTo>
                  <a:pt x="14091" y="25653"/>
                </a:lnTo>
                <a:lnTo>
                  <a:pt x="15355" y="24820"/>
                </a:lnTo>
                <a:lnTo>
                  <a:pt x="17577" y="25872"/>
                </a:lnTo>
                <a:lnTo>
                  <a:pt x="18739" y="24703"/>
                </a:lnTo>
                <a:lnTo>
                  <a:pt x="17570" y="22364"/>
                </a:lnTo>
                <a:lnTo>
                  <a:pt x="18644" y="21290"/>
                </a:lnTo>
                <a:lnTo>
                  <a:pt x="21290" y="22342"/>
                </a:lnTo>
                <a:lnTo>
                  <a:pt x="22108" y="21107"/>
                </a:lnTo>
                <a:lnTo>
                  <a:pt x="21085" y="18812"/>
                </a:lnTo>
                <a:lnTo>
                  <a:pt x="22277" y="17701"/>
                </a:lnTo>
                <a:lnTo>
                  <a:pt x="24579" y="18870"/>
                </a:lnTo>
                <a:lnTo>
                  <a:pt x="25653" y="17789"/>
                </a:lnTo>
                <a:lnTo>
                  <a:pt x="24601" y="15136"/>
                </a:lnTo>
                <a:lnTo>
                  <a:pt x="25975" y="14229"/>
                </a:lnTo>
                <a:lnTo>
                  <a:pt x="27853" y="15296"/>
                </a:lnTo>
                <a:lnTo>
                  <a:pt x="29227" y="14412"/>
                </a:lnTo>
                <a:lnTo>
                  <a:pt x="28189" y="11744"/>
                </a:lnTo>
                <a:lnTo>
                  <a:pt x="29001" y="10933"/>
                </a:lnTo>
                <a:lnTo>
                  <a:pt x="31668" y="11291"/>
                </a:lnTo>
                <a:lnTo>
                  <a:pt x="32940" y="11225"/>
                </a:lnTo>
                <a:lnTo>
                  <a:pt x="35038" y="11642"/>
                </a:lnTo>
                <a:lnTo>
                  <a:pt x="36214" y="10962"/>
                </a:lnTo>
                <a:lnTo>
                  <a:pt x="35235" y="8207"/>
                </a:lnTo>
                <a:lnTo>
                  <a:pt x="36017" y="7425"/>
                </a:lnTo>
                <a:lnTo>
                  <a:pt x="38685" y="7790"/>
                </a:lnTo>
                <a:lnTo>
                  <a:pt x="39986" y="7717"/>
                </a:lnTo>
                <a:lnTo>
                  <a:pt x="42017" y="8134"/>
                </a:lnTo>
                <a:lnTo>
                  <a:pt x="43216" y="7483"/>
                </a:lnTo>
                <a:lnTo>
                  <a:pt x="42266" y="4684"/>
                </a:lnTo>
                <a:lnTo>
                  <a:pt x="43158" y="3800"/>
                </a:lnTo>
                <a:lnTo>
                  <a:pt x="45570" y="4443"/>
                </a:lnTo>
                <a:lnTo>
                  <a:pt x="48332" y="3595"/>
                </a:lnTo>
                <a:lnTo>
                  <a:pt x="51037" y="4765"/>
                </a:lnTo>
                <a:lnTo>
                  <a:pt x="53243" y="4253"/>
                </a:lnTo>
                <a:lnTo>
                  <a:pt x="53536" y="4187"/>
                </a:lnTo>
                <a:lnTo>
                  <a:pt x="52980" y="1008"/>
                </a:lnTo>
                <a:lnTo>
                  <a:pt x="53616" y="380"/>
                </a:lnTo>
                <a:lnTo>
                  <a:pt x="56189" y="825"/>
                </a:lnTo>
                <a:lnTo>
                  <a:pt x="62372" y="0"/>
                </a:lnTo>
                <a:lnTo>
                  <a:pt x="68621" y="752"/>
                </a:lnTo>
                <a:lnTo>
                  <a:pt x="83494" y="752"/>
                </a:lnTo>
                <a:lnTo>
                  <a:pt x="86183" y="328"/>
                </a:lnTo>
                <a:lnTo>
                  <a:pt x="88602" y="803"/>
                </a:lnTo>
                <a:lnTo>
                  <a:pt x="88076" y="4012"/>
                </a:lnTo>
                <a:lnTo>
                  <a:pt x="88756" y="4684"/>
                </a:lnTo>
                <a:lnTo>
                  <a:pt x="91211" y="4100"/>
                </a:lnTo>
                <a:lnTo>
                  <a:pt x="93923" y="4779"/>
                </a:lnTo>
                <a:lnTo>
                  <a:pt x="96868" y="3449"/>
                </a:lnTo>
                <a:lnTo>
                  <a:pt x="99280" y="4428"/>
                </a:lnTo>
                <a:lnTo>
                  <a:pt x="98491" y="7411"/>
                </a:lnTo>
                <a:lnTo>
                  <a:pt x="99185" y="8098"/>
                </a:lnTo>
                <a:lnTo>
                  <a:pt x="101846" y="7732"/>
                </a:lnTo>
                <a:lnTo>
                  <a:pt x="103220" y="7805"/>
                </a:lnTo>
                <a:lnTo>
                  <a:pt x="105098" y="7396"/>
                </a:lnTo>
                <a:lnTo>
                  <a:pt x="106326" y="7981"/>
                </a:lnTo>
                <a:lnTo>
                  <a:pt x="105464" y="10875"/>
                </a:lnTo>
                <a:lnTo>
                  <a:pt x="106194" y="11599"/>
                </a:lnTo>
                <a:lnTo>
                  <a:pt x="108855" y="11240"/>
                </a:lnTo>
                <a:lnTo>
                  <a:pt x="110061" y="11306"/>
                </a:lnTo>
                <a:lnTo>
                  <a:pt x="112319" y="10889"/>
                </a:lnTo>
                <a:lnTo>
                  <a:pt x="113430" y="11642"/>
                </a:lnTo>
                <a:lnTo>
                  <a:pt x="112378" y="14281"/>
                </a:lnTo>
                <a:lnTo>
                  <a:pt x="113357" y="15260"/>
                </a:lnTo>
                <a:lnTo>
                  <a:pt x="116003" y="14208"/>
                </a:lnTo>
                <a:lnTo>
                  <a:pt x="116880" y="15531"/>
                </a:lnTo>
                <a:lnTo>
                  <a:pt x="115791" y="17584"/>
                </a:lnTo>
                <a:lnTo>
                  <a:pt x="116872" y="18871"/>
                </a:lnTo>
                <a:lnTo>
                  <a:pt x="119328" y="17723"/>
                </a:lnTo>
                <a:lnTo>
                  <a:pt x="120468" y="18856"/>
                </a:lnTo>
                <a:lnTo>
                  <a:pt x="119299" y="21195"/>
                </a:lnTo>
                <a:lnTo>
                  <a:pt x="120468" y="22364"/>
                </a:lnTo>
                <a:lnTo>
                  <a:pt x="122807" y="21195"/>
                </a:lnTo>
                <a:lnTo>
                  <a:pt x="123881" y="22269"/>
                </a:lnTo>
                <a:lnTo>
                  <a:pt x="122829" y="24915"/>
                </a:lnTo>
                <a:lnTo>
                  <a:pt x="124152" y="25792"/>
                </a:lnTo>
                <a:lnTo>
                  <a:pt x="126206" y="24703"/>
                </a:lnTo>
                <a:lnTo>
                  <a:pt x="127492" y="25777"/>
                </a:lnTo>
                <a:lnTo>
                  <a:pt x="126345" y="28240"/>
                </a:lnTo>
                <a:lnTo>
                  <a:pt x="127390" y="29278"/>
                </a:lnTo>
                <a:lnTo>
                  <a:pt x="130035" y="28233"/>
                </a:lnTo>
                <a:lnTo>
                  <a:pt x="131249" y="30068"/>
                </a:lnTo>
                <a:lnTo>
                  <a:pt x="129276" y="34877"/>
                </a:lnTo>
                <a:lnTo>
                  <a:pt x="130818" y="36141"/>
                </a:lnTo>
                <a:lnTo>
                  <a:pt x="133712" y="35366"/>
                </a:lnTo>
                <a:lnTo>
                  <a:pt x="134523" y="37084"/>
                </a:lnTo>
                <a:lnTo>
                  <a:pt x="132893" y="41988"/>
                </a:lnTo>
                <a:lnTo>
                  <a:pt x="134289" y="43128"/>
                </a:lnTo>
                <a:lnTo>
                  <a:pt x="137264" y="42427"/>
                </a:lnTo>
                <a:lnTo>
                  <a:pt x="138236" y="44802"/>
                </a:lnTo>
                <a:lnTo>
                  <a:pt x="136906" y="47754"/>
                </a:lnTo>
                <a:lnTo>
                  <a:pt x="137578" y="50458"/>
                </a:lnTo>
                <a:lnTo>
                  <a:pt x="136994" y="52921"/>
                </a:lnTo>
                <a:lnTo>
                  <a:pt x="137673" y="53587"/>
                </a:lnTo>
                <a:lnTo>
                  <a:pt x="140882" y="53075"/>
                </a:lnTo>
                <a:lnTo>
                  <a:pt x="141554" y="56510"/>
                </a:lnTo>
                <a:lnTo>
                  <a:pt x="140933" y="60639"/>
                </a:lnTo>
                <a:lnTo>
                  <a:pt x="140933" y="83610"/>
                </a:lnTo>
                <a:lnTo>
                  <a:pt x="141328" y="86256"/>
                </a:lnTo>
                <a:lnTo>
                  <a:pt x="140889" y="88683"/>
                </a:lnTo>
                <a:lnTo>
                  <a:pt x="137666" y="88178"/>
                </a:lnTo>
                <a:lnTo>
                  <a:pt x="136994" y="88851"/>
                </a:lnTo>
                <a:lnTo>
                  <a:pt x="137578" y="91306"/>
                </a:lnTo>
                <a:lnTo>
                  <a:pt x="136906" y="94011"/>
                </a:lnTo>
                <a:lnTo>
                  <a:pt x="138236" y="96963"/>
                </a:lnTo>
                <a:lnTo>
                  <a:pt x="137249" y="99375"/>
                </a:lnTo>
                <a:lnTo>
                  <a:pt x="134275" y="98579"/>
                </a:lnTo>
                <a:lnTo>
                  <a:pt x="133588" y="99273"/>
                </a:lnTo>
                <a:lnTo>
                  <a:pt x="133938" y="101933"/>
                </a:lnTo>
                <a:lnTo>
                  <a:pt x="133873" y="103300"/>
                </a:lnTo>
                <a:lnTo>
                  <a:pt x="134275" y="105185"/>
                </a:lnTo>
                <a:lnTo>
                  <a:pt x="133690" y="106413"/>
                </a:lnTo>
                <a:lnTo>
                  <a:pt x="130803" y="105551"/>
                </a:lnTo>
                <a:lnTo>
                  <a:pt x="130079" y="106282"/>
                </a:lnTo>
                <a:lnTo>
                  <a:pt x="130430" y="108942"/>
                </a:lnTo>
                <a:lnTo>
                  <a:pt x="130372" y="110148"/>
                </a:lnTo>
                <a:lnTo>
                  <a:pt x="130781" y="112406"/>
                </a:lnTo>
                <a:lnTo>
                  <a:pt x="130028" y="113517"/>
                </a:lnTo>
                <a:lnTo>
                  <a:pt x="127390" y="112465"/>
                </a:lnTo>
                <a:lnTo>
                  <a:pt x="126411" y="113445"/>
                </a:lnTo>
                <a:lnTo>
                  <a:pt x="127463" y="116097"/>
                </a:lnTo>
                <a:lnTo>
                  <a:pt x="126140" y="116967"/>
                </a:lnTo>
                <a:lnTo>
                  <a:pt x="124086" y="115878"/>
                </a:lnTo>
                <a:lnTo>
                  <a:pt x="122800" y="116960"/>
                </a:lnTo>
                <a:lnTo>
                  <a:pt x="123947" y="119416"/>
                </a:lnTo>
                <a:lnTo>
                  <a:pt x="122807" y="120556"/>
                </a:lnTo>
                <a:lnTo>
                  <a:pt x="120468" y="119387"/>
                </a:lnTo>
                <a:lnTo>
                  <a:pt x="119299" y="120549"/>
                </a:lnTo>
                <a:lnTo>
                  <a:pt x="120468" y="122887"/>
                </a:lnTo>
                <a:lnTo>
                  <a:pt x="119394" y="123962"/>
                </a:lnTo>
                <a:lnTo>
                  <a:pt x="116748" y="122917"/>
                </a:lnTo>
                <a:lnTo>
                  <a:pt x="115871" y="124232"/>
                </a:lnTo>
                <a:lnTo>
                  <a:pt x="116960" y="126293"/>
                </a:lnTo>
                <a:lnTo>
                  <a:pt x="115878" y="127572"/>
                </a:lnTo>
                <a:lnTo>
                  <a:pt x="113423" y="126425"/>
                </a:lnTo>
                <a:lnTo>
                  <a:pt x="112370" y="127477"/>
                </a:lnTo>
                <a:lnTo>
                  <a:pt x="113437" y="130094"/>
                </a:lnTo>
                <a:lnTo>
                  <a:pt x="111603" y="131358"/>
                </a:lnTo>
                <a:lnTo>
                  <a:pt x="106786" y="129341"/>
                </a:lnTo>
                <a:lnTo>
                  <a:pt x="105515" y="130898"/>
                </a:lnTo>
                <a:lnTo>
                  <a:pt x="106290" y="133785"/>
                </a:lnTo>
                <a:lnTo>
                  <a:pt x="104579" y="134589"/>
                </a:lnTo>
                <a:lnTo>
                  <a:pt x="99675" y="132959"/>
                </a:lnTo>
                <a:lnTo>
                  <a:pt x="98528" y="134362"/>
                </a:lnTo>
                <a:lnTo>
                  <a:pt x="99237" y="137329"/>
                </a:lnTo>
                <a:lnTo>
                  <a:pt x="96862" y="138301"/>
                </a:lnTo>
                <a:lnTo>
                  <a:pt x="93902" y="136971"/>
                </a:lnTo>
                <a:lnTo>
                  <a:pt x="91197" y="137644"/>
                </a:lnTo>
                <a:lnTo>
                  <a:pt x="88742" y="137059"/>
                </a:lnTo>
                <a:lnTo>
                  <a:pt x="88069" y="137731"/>
                </a:lnTo>
                <a:lnTo>
                  <a:pt x="88574" y="140954"/>
                </a:lnTo>
                <a:lnTo>
                  <a:pt x="85102" y="1415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69153" y="1347533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54998" y="141773"/>
                </a:moveTo>
                <a:lnTo>
                  <a:pt x="52732" y="140809"/>
                </a:lnTo>
                <a:lnTo>
                  <a:pt x="53543" y="137856"/>
                </a:lnTo>
                <a:lnTo>
                  <a:pt x="52688" y="137008"/>
                </a:lnTo>
                <a:lnTo>
                  <a:pt x="50335" y="137732"/>
                </a:lnTo>
                <a:lnTo>
                  <a:pt x="47630" y="136745"/>
                </a:lnTo>
                <a:lnTo>
                  <a:pt x="44634" y="138338"/>
                </a:lnTo>
                <a:lnTo>
                  <a:pt x="42200" y="137308"/>
                </a:lnTo>
                <a:lnTo>
                  <a:pt x="43019" y="134348"/>
                </a:lnTo>
                <a:lnTo>
                  <a:pt x="42105" y="133449"/>
                </a:lnTo>
                <a:lnTo>
                  <a:pt x="39847" y="134340"/>
                </a:lnTo>
                <a:lnTo>
                  <a:pt x="38429" y="133631"/>
                </a:lnTo>
                <a:lnTo>
                  <a:pt x="36171" y="134523"/>
                </a:lnTo>
                <a:lnTo>
                  <a:pt x="35045" y="133405"/>
                </a:lnTo>
                <a:lnTo>
                  <a:pt x="36214" y="131066"/>
                </a:lnTo>
                <a:lnTo>
                  <a:pt x="35045" y="129897"/>
                </a:lnTo>
                <a:lnTo>
                  <a:pt x="32706" y="131066"/>
                </a:lnTo>
                <a:lnTo>
                  <a:pt x="31632" y="129992"/>
                </a:lnTo>
                <a:lnTo>
                  <a:pt x="32684" y="127346"/>
                </a:lnTo>
                <a:lnTo>
                  <a:pt x="30521" y="125913"/>
                </a:lnTo>
                <a:lnTo>
                  <a:pt x="26903" y="127748"/>
                </a:lnTo>
                <a:lnTo>
                  <a:pt x="24667" y="126790"/>
                </a:lnTo>
                <a:lnTo>
                  <a:pt x="25471" y="123838"/>
                </a:lnTo>
                <a:lnTo>
                  <a:pt x="24513" y="122880"/>
                </a:lnTo>
                <a:lnTo>
                  <a:pt x="22211" y="124042"/>
                </a:lnTo>
                <a:lnTo>
                  <a:pt x="21005" y="122924"/>
                </a:lnTo>
                <a:lnTo>
                  <a:pt x="22174" y="120541"/>
                </a:lnTo>
                <a:lnTo>
                  <a:pt x="21107" y="119482"/>
                </a:lnTo>
                <a:lnTo>
                  <a:pt x="18462" y="120527"/>
                </a:lnTo>
                <a:lnTo>
                  <a:pt x="17577" y="119211"/>
                </a:lnTo>
                <a:lnTo>
                  <a:pt x="18673" y="117150"/>
                </a:lnTo>
                <a:lnTo>
                  <a:pt x="17592" y="115871"/>
                </a:lnTo>
                <a:lnTo>
                  <a:pt x="15136" y="117018"/>
                </a:lnTo>
                <a:lnTo>
                  <a:pt x="13981" y="115871"/>
                </a:lnTo>
                <a:lnTo>
                  <a:pt x="15092" y="113635"/>
                </a:lnTo>
                <a:lnTo>
                  <a:pt x="14069" y="112275"/>
                </a:lnTo>
                <a:lnTo>
                  <a:pt x="15173" y="110046"/>
                </a:lnTo>
                <a:lnTo>
                  <a:pt x="13996" y="108869"/>
                </a:lnTo>
                <a:lnTo>
                  <a:pt x="11657" y="110039"/>
                </a:lnTo>
                <a:lnTo>
                  <a:pt x="10488" y="108869"/>
                </a:lnTo>
                <a:lnTo>
                  <a:pt x="11657" y="106531"/>
                </a:lnTo>
                <a:lnTo>
                  <a:pt x="10634" y="105515"/>
                </a:lnTo>
                <a:lnTo>
                  <a:pt x="7842" y="106457"/>
                </a:lnTo>
                <a:lnTo>
                  <a:pt x="6570" y="104141"/>
                </a:lnTo>
                <a:lnTo>
                  <a:pt x="8383" y="100844"/>
                </a:lnTo>
                <a:lnTo>
                  <a:pt x="7374" y="98491"/>
                </a:lnTo>
                <a:lnTo>
                  <a:pt x="4422" y="99302"/>
                </a:lnTo>
                <a:lnTo>
                  <a:pt x="3573" y="98454"/>
                </a:lnTo>
                <a:lnTo>
                  <a:pt x="4297" y="96094"/>
                </a:lnTo>
                <a:lnTo>
                  <a:pt x="3311" y="93397"/>
                </a:lnTo>
                <a:lnTo>
                  <a:pt x="4904" y="90400"/>
                </a:lnTo>
                <a:lnTo>
                  <a:pt x="3866" y="87966"/>
                </a:lnTo>
                <a:lnTo>
                  <a:pt x="913" y="88785"/>
                </a:lnTo>
                <a:lnTo>
                  <a:pt x="160" y="88018"/>
                </a:lnTo>
                <a:lnTo>
                  <a:pt x="643" y="85489"/>
                </a:lnTo>
                <a:lnTo>
                  <a:pt x="0" y="81659"/>
                </a:lnTo>
                <a:lnTo>
                  <a:pt x="548" y="77690"/>
                </a:lnTo>
                <a:lnTo>
                  <a:pt x="548" y="58155"/>
                </a:lnTo>
                <a:lnTo>
                  <a:pt x="138" y="55494"/>
                </a:lnTo>
                <a:lnTo>
                  <a:pt x="599" y="53068"/>
                </a:lnTo>
                <a:lnTo>
                  <a:pt x="3807" y="53579"/>
                </a:lnTo>
                <a:lnTo>
                  <a:pt x="4385" y="53002"/>
                </a:lnTo>
                <a:lnTo>
                  <a:pt x="4027" y="50342"/>
                </a:lnTo>
                <a:lnTo>
                  <a:pt x="4100" y="48902"/>
                </a:lnTo>
                <a:lnTo>
                  <a:pt x="3712" y="47184"/>
                </a:lnTo>
                <a:lnTo>
                  <a:pt x="4334" y="45642"/>
                </a:lnTo>
                <a:lnTo>
                  <a:pt x="3552" y="43318"/>
                </a:lnTo>
                <a:lnTo>
                  <a:pt x="4545" y="42331"/>
                </a:lnTo>
                <a:lnTo>
                  <a:pt x="7191" y="43384"/>
                </a:lnTo>
                <a:lnTo>
                  <a:pt x="8105" y="42010"/>
                </a:lnTo>
                <a:lnTo>
                  <a:pt x="7118" y="40197"/>
                </a:lnTo>
                <a:lnTo>
                  <a:pt x="7922" y="38611"/>
                </a:lnTo>
                <a:lnTo>
                  <a:pt x="7023" y="36353"/>
                </a:lnTo>
                <a:lnTo>
                  <a:pt x="8054" y="35322"/>
                </a:lnTo>
                <a:lnTo>
                  <a:pt x="10699" y="36374"/>
                </a:lnTo>
                <a:lnTo>
                  <a:pt x="11613" y="35001"/>
                </a:lnTo>
                <a:lnTo>
                  <a:pt x="10539" y="33129"/>
                </a:lnTo>
                <a:lnTo>
                  <a:pt x="11431" y="31756"/>
                </a:lnTo>
                <a:lnTo>
                  <a:pt x="14098" y="32786"/>
                </a:lnTo>
                <a:lnTo>
                  <a:pt x="14910" y="31975"/>
                </a:lnTo>
                <a:lnTo>
                  <a:pt x="14551" y="29314"/>
                </a:lnTo>
                <a:lnTo>
                  <a:pt x="14610" y="28196"/>
                </a:lnTo>
                <a:lnTo>
                  <a:pt x="14215" y="25748"/>
                </a:lnTo>
                <a:lnTo>
                  <a:pt x="15048" y="24710"/>
                </a:lnTo>
                <a:lnTo>
                  <a:pt x="17548" y="25843"/>
                </a:lnTo>
                <a:lnTo>
                  <a:pt x="18673" y="24717"/>
                </a:lnTo>
                <a:lnTo>
                  <a:pt x="17504" y="22378"/>
                </a:lnTo>
                <a:lnTo>
                  <a:pt x="18673" y="21209"/>
                </a:lnTo>
                <a:lnTo>
                  <a:pt x="21012" y="22378"/>
                </a:lnTo>
                <a:lnTo>
                  <a:pt x="22123" y="21267"/>
                </a:lnTo>
                <a:lnTo>
                  <a:pt x="21012" y="18731"/>
                </a:lnTo>
                <a:lnTo>
                  <a:pt x="22277" y="17774"/>
                </a:lnTo>
                <a:lnTo>
                  <a:pt x="24506" y="18885"/>
                </a:lnTo>
                <a:lnTo>
                  <a:pt x="25471" y="17920"/>
                </a:lnTo>
                <a:lnTo>
                  <a:pt x="24667" y="14975"/>
                </a:lnTo>
                <a:lnTo>
                  <a:pt x="26874" y="14024"/>
                </a:lnTo>
                <a:lnTo>
                  <a:pt x="30565" y="15859"/>
                </a:lnTo>
                <a:lnTo>
                  <a:pt x="32692" y="14390"/>
                </a:lnTo>
                <a:lnTo>
                  <a:pt x="31617" y="11781"/>
                </a:lnTo>
                <a:lnTo>
                  <a:pt x="32706" y="10699"/>
                </a:lnTo>
                <a:lnTo>
                  <a:pt x="35045" y="11861"/>
                </a:lnTo>
                <a:lnTo>
                  <a:pt x="36214" y="10699"/>
                </a:lnTo>
                <a:lnTo>
                  <a:pt x="35045" y="8360"/>
                </a:lnTo>
                <a:lnTo>
                  <a:pt x="36207" y="7205"/>
                </a:lnTo>
                <a:lnTo>
                  <a:pt x="38429" y="8214"/>
                </a:lnTo>
                <a:lnTo>
                  <a:pt x="39847" y="7337"/>
                </a:lnTo>
                <a:lnTo>
                  <a:pt x="42069" y="8346"/>
                </a:lnTo>
                <a:lnTo>
                  <a:pt x="43136" y="7286"/>
                </a:lnTo>
                <a:lnTo>
                  <a:pt x="42083" y="4640"/>
                </a:lnTo>
                <a:lnTo>
                  <a:pt x="43414" y="3763"/>
                </a:lnTo>
                <a:lnTo>
                  <a:pt x="45270" y="4589"/>
                </a:lnTo>
                <a:lnTo>
                  <a:pt x="47009" y="3960"/>
                </a:lnTo>
                <a:lnTo>
                  <a:pt x="48742" y="4267"/>
                </a:lnTo>
                <a:lnTo>
                  <a:pt x="50686" y="4267"/>
                </a:lnTo>
                <a:lnTo>
                  <a:pt x="52147" y="4486"/>
                </a:lnTo>
                <a:lnTo>
                  <a:pt x="53171" y="4253"/>
                </a:lnTo>
                <a:lnTo>
                  <a:pt x="53470" y="4187"/>
                </a:lnTo>
                <a:lnTo>
                  <a:pt x="52907" y="1015"/>
                </a:lnTo>
                <a:lnTo>
                  <a:pt x="53543" y="380"/>
                </a:lnTo>
                <a:lnTo>
                  <a:pt x="56116" y="825"/>
                </a:lnTo>
                <a:lnTo>
                  <a:pt x="62299" y="0"/>
                </a:lnTo>
                <a:lnTo>
                  <a:pt x="68548" y="752"/>
                </a:lnTo>
                <a:lnTo>
                  <a:pt x="83406" y="752"/>
                </a:lnTo>
                <a:lnTo>
                  <a:pt x="86125" y="314"/>
                </a:lnTo>
                <a:lnTo>
                  <a:pt x="88530" y="811"/>
                </a:lnTo>
                <a:lnTo>
                  <a:pt x="87996" y="4005"/>
                </a:lnTo>
                <a:lnTo>
                  <a:pt x="88683" y="4684"/>
                </a:lnTo>
                <a:lnTo>
                  <a:pt x="91139" y="4100"/>
                </a:lnTo>
                <a:lnTo>
                  <a:pt x="93799" y="4765"/>
                </a:lnTo>
                <a:lnTo>
                  <a:pt x="96869" y="3405"/>
                </a:lnTo>
                <a:lnTo>
                  <a:pt x="99230" y="4458"/>
                </a:lnTo>
                <a:lnTo>
                  <a:pt x="98396" y="7388"/>
                </a:lnTo>
                <a:lnTo>
                  <a:pt x="99105" y="8098"/>
                </a:lnTo>
                <a:lnTo>
                  <a:pt x="101773" y="7732"/>
                </a:lnTo>
                <a:lnTo>
                  <a:pt x="102964" y="7798"/>
                </a:lnTo>
                <a:lnTo>
                  <a:pt x="105252" y="7389"/>
                </a:lnTo>
                <a:lnTo>
                  <a:pt x="106363" y="8149"/>
                </a:lnTo>
                <a:lnTo>
                  <a:pt x="105296" y="10772"/>
                </a:lnTo>
                <a:lnTo>
                  <a:pt x="106282" y="11752"/>
                </a:lnTo>
                <a:lnTo>
                  <a:pt x="108928" y="10707"/>
                </a:lnTo>
                <a:lnTo>
                  <a:pt x="109564" y="11672"/>
                </a:lnTo>
                <a:lnTo>
                  <a:pt x="108914" y="14602"/>
                </a:lnTo>
                <a:lnTo>
                  <a:pt x="110046" y="15107"/>
                </a:lnTo>
                <a:lnTo>
                  <a:pt x="111976" y="14770"/>
                </a:lnTo>
                <a:lnTo>
                  <a:pt x="113379" y="14770"/>
                </a:lnTo>
                <a:lnTo>
                  <a:pt x="115893" y="14434"/>
                </a:lnTo>
                <a:lnTo>
                  <a:pt x="116909" y="15238"/>
                </a:lnTo>
                <a:lnTo>
                  <a:pt x="115777" y="17738"/>
                </a:lnTo>
                <a:lnTo>
                  <a:pt x="116902" y="18856"/>
                </a:lnTo>
                <a:lnTo>
                  <a:pt x="119241" y="17694"/>
                </a:lnTo>
                <a:lnTo>
                  <a:pt x="120410" y="18856"/>
                </a:lnTo>
                <a:lnTo>
                  <a:pt x="119241" y="21195"/>
                </a:lnTo>
                <a:lnTo>
                  <a:pt x="120396" y="22350"/>
                </a:lnTo>
                <a:lnTo>
                  <a:pt x="122793" y="21188"/>
                </a:lnTo>
                <a:lnTo>
                  <a:pt x="123904" y="22408"/>
                </a:lnTo>
                <a:lnTo>
                  <a:pt x="122742" y="24688"/>
                </a:lnTo>
                <a:lnTo>
                  <a:pt x="123823" y="25770"/>
                </a:lnTo>
                <a:lnTo>
                  <a:pt x="126469" y="24725"/>
                </a:lnTo>
                <a:lnTo>
                  <a:pt x="127376" y="26077"/>
                </a:lnTo>
                <a:lnTo>
                  <a:pt x="126279" y="28021"/>
                </a:lnTo>
                <a:lnTo>
                  <a:pt x="127346" y="29476"/>
                </a:lnTo>
                <a:lnTo>
                  <a:pt x="126250" y="31705"/>
                </a:lnTo>
                <a:lnTo>
                  <a:pt x="127427" y="32874"/>
                </a:lnTo>
                <a:lnTo>
                  <a:pt x="129765" y="31712"/>
                </a:lnTo>
                <a:lnTo>
                  <a:pt x="130935" y="32874"/>
                </a:lnTo>
                <a:lnTo>
                  <a:pt x="129766" y="35213"/>
                </a:lnTo>
                <a:lnTo>
                  <a:pt x="130855" y="36302"/>
                </a:lnTo>
                <a:lnTo>
                  <a:pt x="133464" y="35228"/>
                </a:lnTo>
                <a:lnTo>
                  <a:pt x="134743" y="37062"/>
                </a:lnTo>
                <a:lnTo>
                  <a:pt x="132711" y="41879"/>
                </a:lnTo>
                <a:lnTo>
                  <a:pt x="134239" y="43128"/>
                </a:lnTo>
                <a:lnTo>
                  <a:pt x="137199" y="42405"/>
                </a:lnTo>
                <a:lnTo>
                  <a:pt x="138631" y="45781"/>
                </a:lnTo>
                <a:lnTo>
                  <a:pt x="136095" y="50371"/>
                </a:lnTo>
                <a:lnTo>
                  <a:pt x="137557" y="53784"/>
                </a:lnTo>
                <a:lnTo>
                  <a:pt x="140509" y="52966"/>
                </a:lnTo>
                <a:lnTo>
                  <a:pt x="141262" y="53726"/>
                </a:lnTo>
                <a:lnTo>
                  <a:pt x="140780" y="56262"/>
                </a:lnTo>
                <a:lnTo>
                  <a:pt x="141613" y="61224"/>
                </a:lnTo>
                <a:lnTo>
                  <a:pt x="140875" y="66428"/>
                </a:lnTo>
                <a:lnTo>
                  <a:pt x="140875" y="74292"/>
                </a:lnTo>
                <a:lnTo>
                  <a:pt x="141255" y="78012"/>
                </a:lnTo>
                <a:lnTo>
                  <a:pt x="140656" y="83362"/>
                </a:lnTo>
                <a:lnTo>
                  <a:pt x="141642" y="86622"/>
                </a:lnTo>
                <a:lnTo>
                  <a:pt x="140685" y="88858"/>
                </a:lnTo>
                <a:lnTo>
                  <a:pt x="137740" y="88040"/>
                </a:lnTo>
                <a:lnTo>
                  <a:pt x="136884" y="88895"/>
                </a:lnTo>
                <a:lnTo>
                  <a:pt x="137615" y="91248"/>
                </a:lnTo>
                <a:lnTo>
                  <a:pt x="136628" y="93952"/>
                </a:lnTo>
                <a:lnTo>
                  <a:pt x="138222" y="96942"/>
                </a:lnTo>
                <a:lnTo>
                  <a:pt x="137177" y="99375"/>
                </a:lnTo>
                <a:lnTo>
                  <a:pt x="134231" y="98564"/>
                </a:lnTo>
                <a:lnTo>
                  <a:pt x="133318" y="99470"/>
                </a:lnTo>
                <a:lnTo>
                  <a:pt x="134209" y="101736"/>
                </a:lnTo>
                <a:lnTo>
                  <a:pt x="133508" y="103139"/>
                </a:lnTo>
                <a:lnTo>
                  <a:pt x="134399" y="105405"/>
                </a:lnTo>
                <a:lnTo>
                  <a:pt x="133274" y="106523"/>
                </a:lnTo>
                <a:lnTo>
                  <a:pt x="130935" y="105361"/>
                </a:lnTo>
                <a:lnTo>
                  <a:pt x="129766" y="106523"/>
                </a:lnTo>
                <a:lnTo>
                  <a:pt x="130935" y="108862"/>
                </a:lnTo>
                <a:lnTo>
                  <a:pt x="129861" y="109937"/>
                </a:lnTo>
                <a:lnTo>
                  <a:pt x="127215" y="108884"/>
                </a:lnTo>
                <a:lnTo>
                  <a:pt x="125775" y="111055"/>
                </a:lnTo>
                <a:lnTo>
                  <a:pt x="127610" y="114665"/>
                </a:lnTo>
                <a:lnTo>
                  <a:pt x="126652" y="116909"/>
                </a:lnTo>
                <a:lnTo>
                  <a:pt x="123707" y="116090"/>
                </a:lnTo>
                <a:lnTo>
                  <a:pt x="122742" y="117055"/>
                </a:lnTo>
                <a:lnTo>
                  <a:pt x="123911" y="119357"/>
                </a:lnTo>
                <a:lnTo>
                  <a:pt x="122786" y="120563"/>
                </a:lnTo>
                <a:lnTo>
                  <a:pt x="120403" y="119394"/>
                </a:lnTo>
                <a:lnTo>
                  <a:pt x="119336" y="120454"/>
                </a:lnTo>
                <a:lnTo>
                  <a:pt x="120388" y="123107"/>
                </a:lnTo>
                <a:lnTo>
                  <a:pt x="119065" y="123977"/>
                </a:lnTo>
                <a:lnTo>
                  <a:pt x="117012" y="122888"/>
                </a:lnTo>
                <a:lnTo>
                  <a:pt x="115725" y="123969"/>
                </a:lnTo>
                <a:lnTo>
                  <a:pt x="116873" y="126425"/>
                </a:lnTo>
                <a:lnTo>
                  <a:pt x="115718" y="127572"/>
                </a:lnTo>
                <a:lnTo>
                  <a:pt x="113489" y="126469"/>
                </a:lnTo>
                <a:lnTo>
                  <a:pt x="112130" y="127485"/>
                </a:lnTo>
                <a:lnTo>
                  <a:pt x="109900" y="126381"/>
                </a:lnTo>
                <a:lnTo>
                  <a:pt x="108716" y="127565"/>
                </a:lnTo>
                <a:lnTo>
                  <a:pt x="109886" y="129897"/>
                </a:lnTo>
                <a:lnTo>
                  <a:pt x="108716" y="131066"/>
                </a:lnTo>
                <a:lnTo>
                  <a:pt x="106378" y="129897"/>
                </a:lnTo>
                <a:lnTo>
                  <a:pt x="105354" y="130920"/>
                </a:lnTo>
                <a:lnTo>
                  <a:pt x="106304" y="133704"/>
                </a:lnTo>
                <a:lnTo>
                  <a:pt x="103980" y="134983"/>
                </a:lnTo>
                <a:lnTo>
                  <a:pt x="100684" y="133171"/>
                </a:lnTo>
                <a:lnTo>
                  <a:pt x="98338" y="134172"/>
                </a:lnTo>
                <a:lnTo>
                  <a:pt x="99142" y="137132"/>
                </a:lnTo>
                <a:lnTo>
                  <a:pt x="98294" y="137973"/>
                </a:lnTo>
                <a:lnTo>
                  <a:pt x="95941" y="137249"/>
                </a:lnTo>
                <a:lnTo>
                  <a:pt x="93236" y="138236"/>
                </a:lnTo>
                <a:lnTo>
                  <a:pt x="90240" y="136643"/>
                </a:lnTo>
                <a:lnTo>
                  <a:pt x="87806" y="137680"/>
                </a:lnTo>
                <a:lnTo>
                  <a:pt x="88617" y="140633"/>
                </a:lnTo>
                <a:lnTo>
                  <a:pt x="87872" y="141379"/>
                </a:lnTo>
                <a:lnTo>
                  <a:pt x="85314" y="140904"/>
                </a:lnTo>
                <a:lnTo>
                  <a:pt x="80322" y="141678"/>
                </a:lnTo>
                <a:lnTo>
                  <a:pt x="75191" y="140999"/>
                </a:lnTo>
                <a:lnTo>
                  <a:pt x="67335" y="140999"/>
                </a:lnTo>
                <a:lnTo>
                  <a:pt x="63534" y="141444"/>
                </a:lnTo>
                <a:lnTo>
                  <a:pt x="58206" y="140735"/>
                </a:lnTo>
                <a:lnTo>
                  <a:pt x="54998" y="1417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979511" y="1347438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76237" y="141781"/>
                </a:moveTo>
                <a:lnTo>
                  <a:pt x="72633" y="141086"/>
                </a:lnTo>
                <a:lnTo>
                  <a:pt x="69052" y="141086"/>
                </a:lnTo>
                <a:lnTo>
                  <a:pt x="65442" y="141781"/>
                </a:lnTo>
                <a:lnTo>
                  <a:pt x="63381" y="140896"/>
                </a:lnTo>
                <a:lnTo>
                  <a:pt x="64192" y="137944"/>
                </a:lnTo>
                <a:lnTo>
                  <a:pt x="63432" y="137184"/>
                </a:lnTo>
                <a:lnTo>
                  <a:pt x="60903" y="137688"/>
                </a:lnTo>
                <a:lnTo>
                  <a:pt x="58140" y="137191"/>
                </a:lnTo>
                <a:lnTo>
                  <a:pt x="55517" y="137578"/>
                </a:lnTo>
                <a:lnTo>
                  <a:pt x="51322" y="137578"/>
                </a:lnTo>
                <a:lnTo>
                  <a:pt x="48150" y="138185"/>
                </a:lnTo>
                <a:lnTo>
                  <a:pt x="45921" y="137461"/>
                </a:lnTo>
                <a:lnTo>
                  <a:pt x="46593" y="134377"/>
                </a:lnTo>
                <a:lnTo>
                  <a:pt x="45950" y="133741"/>
                </a:lnTo>
                <a:lnTo>
                  <a:pt x="43289" y="134099"/>
                </a:lnTo>
                <a:lnTo>
                  <a:pt x="41915" y="134026"/>
                </a:lnTo>
                <a:lnTo>
                  <a:pt x="40037" y="134442"/>
                </a:lnTo>
                <a:lnTo>
                  <a:pt x="38809" y="133858"/>
                </a:lnTo>
                <a:lnTo>
                  <a:pt x="39671" y="130956"/>
                </a:lnTo>
                <a:lnTo>
                  <a:pt x="38941" y="130240"/>
                </a:lnTo>
                <a:lnTo>
                  <a:pt x="36280" y="130598"/>
                </a:lnTo>
                <a:lnTo>
                  <a:pt x="35089" y="130532"/>
                </a:lnTo>
                <a:lnTo>
                  <a:pt x="32809" y="130942"/>
                </a:lnTo>
                <a:lnTo>
                  <a:pt x="31698" y="130182"/>
                </a:lnTo>
                <a:lnTo>
                  <a:pt x="32765" y="127565"/>
                </a:lnTo>
                <a:lnTo>
                  <a:pt x="31778" y="126579"/>
                </a:lnTo>
                <a:lnTo>
                  <a:pt x="29132" y="127623"/>
                </a:lnTo>
                <a:lnTo>
                  <a:pt x="28292" y="126359"/>
                </a:lnTo>
                <a:lnTo>
                  <a:pt x="29344" y="124145"/>
                </a:lnTo>
                <a:lnTo>
                  <a:pt x="28175" y="122975"/>
                </a:lnTo>
                <a:lnTo>
                  <a:pt x="25836" y="124144"/>
                </a:lnTo>
                <a:lnTo>
                  <a:pt x="24762" y="123070"/>
                </a:lnTo>
                <a:lnTo>
                  <a:pt x="25814" y="120425"/>
                </a:lnTo>
                <a:lnTo>
                  <a:pt x="24550" y="119591"/>
                </a:lnTo>
                <a:lnTo>
                  <a:pt x="22328" y="120636"/>
                </a:lnTo>
                <a:lnTo>
                  <a:pt x="21159" y="119474"/>
                </a:lnTo>
                <a:lnTo>
                  <a:pt x="22328" y="117136"/>
                </a:lnTo>
                <a:lnTo>
                  <a:pt x="21254" y="116061"/>
                </a:lnTo>
                <a:lnTo>
                  <a:pt x="18608" y="117114"/>
                </a:lnTo>
                <a:lnTo>
                  <a:pt x="17767" y="115849"/>
                </a:lnTo>
                <a:lnTo>
                  <a:pt x="18820" y="113635"/>
                </a:lnTo>
                <a:lnTo>
                  <a:pt x="17650" y="112465"/>
                </a:lnTo>
                <a:lnTo>
                  <a:pt x="15312" y="113635"/>
                </a:lnTo>
                <a:lnTo>
                  <a:pt x="14237" y="112560"/>
                </a:lnTo>
                <a:lnTo>
                  <a:pt x="15289" y="109907"/>
                </a:lnTo>
                <a:lnTo>
                  <a:pt x="14186" y="109176"/>
                </a:lnTo>
                <a:lnTo>
                  <a:pt x="11569" y="110046"/>
                </a:lnTo>
                <a:lnTo>
                  <a:pt x="10349" y="108270"/>
                </a:lnTo>
                <a:lnTo>
                  <a:pt x="12366" y="103461"/>
                </a:lnTo>
                <a:lnTo>
                  <a:pt x="10809" y="102189"/>
                </a:lnTo>
                <a:lnTo>
                  <a:pt x="7915" y="102964"/>
                </a:lnTo>
                <a:lnTo>
                  <a:pt x="7104" y="101247"/>
                </a:lnTo>
                <a:lnTo>
                  <a:pt x="8734" y="96342"/>
                </a:lnTo>
                <a:lnTo>
                  <a:pt x="7389" y="95246"/>
                </a:lnTo>
                <a:lnTo>
                  <a:pt x="4312" y="95845"/>
                </a:lnTo>
                <a:lnTo>
                  <a:pt x="3595" y="93638"/>
                </a:lnTo>
                <a:lnTo>
                  <a:pt x="4202" y="90474"/>
                </a:lnTo>
                <a:lnTo>
                  <a:pt x="4202" y="86278"/>
                </a:lnTo>
                <a:lnTo>
                  <a:pt x="4589" y="83655"/>
                </a:lnTo>
                <a:lnTo>
                  <a:pt x="4100" y="80892"/>
                </a:lnTo>
                <a:lnTo>
                  <a:pt x="4597" y="78356"/>
                </a:lnTo>
                <a:lnTo>
                  <a:pt x="3837" y="77603"/>
                </a:lnTo>
                <a:lnTo>
                  <a:pt x="884" y="78414"/>
                </a:lnTo>
                <a:lnTo>
                  <a:pt x="0" y="76353"/>
                </a:lnTo>
                <a:lnTo>
                  <a:pt x="694" y="72743"/>
                </a:lnTo>
                <a:lnTo>
                  <a:pt x="694" y="69169"/>
                </a:lnTo>
                <a:lnTo>
                  <a:pt x="0" y="65559"/>
                </a:lnTo>
                <a:lnTo>
                  <a:pt x="884" y="63490"/>
                </a:lnTo>
                <a:lnTo>
                  <a:pt x="3836" y="64309"/>
                </a:lnTo>
                <a:lnTo>
                  <a:pt x="4597" y="63542"/>
                </a:lnTo>
                <a:lnTo>
                  <a:pt x="4100" y="61020"/>
                </a:lnTo>
                <a:lnTo>
                  <a:pt x="4589" y="58257"/>
                </a:lnTo>
                <a:lnTo>
                  <a:pt x="4202" y="55633"/>
                </a:lnTo>
                <a:lnTo>
                  <a:pt x="4202" y="51438"/>
                </a:lnTo>
                <a:lnTo>
                  <a:pt x="3595" y="48267"/>
                </a:lnTo>
                <a:lnTo>
                  <a:pt x="4319" y="46030"/>
                </a:lnTo>
                <a:lnTo>
                  <a:pt x="7403" y="46710"/>
                </a:lnTo>
                <a:lnTo>
                  <a:pt x="8046" y="46067"/>
                </a:lnTo>
                <a:lnTo>
                  <a:pt x="7688" y="43406"/>
                </a:lnTo>
                <a:lnTo>
                  <a:pt x="7754" y="42105"/>
                </a:lnTo>
                <a:lnTo>
                  <a:pt x="7338" y="40066"/>
                </a:lnTo>
                <a:lnTo>
                  <a:pt x="7988" y="38882"/>
                </a:lnTo>
                <a:lnTo>
                  <a:pt x="10787" y="39825"/>
                </a:lnTo>
                <a:lnTo>
                  <a:pt x="11803" y="38809"/>
                </a:lnTo>
                <a:lnTo>
                  <a:pt x="10765" y="36587"/>
                </a:lnTo>
                <a:lnTo>
                  <a:pt x="11672" y="35177"/>
                </a:lnTo>
                <a:lnTo>
                  <a:pt x="10634" y="32962"/>
                </a:lnTo>
                <a:lnTo>
                  <a:pt x="11803" y="31800"/>
                </a:lnTo>
                <a:lnTo>
                  <a:pt x="14142" y="32969"/>
                </a:lnTo>
                <a:lnTo>
                  <a:pt x="15312" y="31800"/>
                </a:lnTo>
                <a:lnTo>
                  <a:pt x="14142" y="29461"/>
                </a:lnTo>
                <a:lnTo>
                  <a:pt x="15275" y="28336"/>
                </a:lnTo>
                <a:lnTo>
                  <a:pt x="17753" y="29468"/>
                </a:lnTo>
                <a:lnTo>
                  <a:pt x="18776" y="28211"/>
                </a:lnTo>
                <a:lnTo>
                  <a:pt x="17636" y="25968"/>
                </a:lnTo>
                <a:lnTo>
                  <a:pt x="18724" y="24886"/>
                </a:lnTo>
                <a:lnTo>
                  <a:pt x="21370" y="25931"/>
                </a:lnTo>
                <a:lnTo>
                  <a:pt x="22255" y="24616"/>
                </a:lnTo>
                <a:lnTo>
                  <a:pt x="21159" y="22555"/>
                </a:lnTo>
                <a:lnTo>
                  <a:pt x="22240" y="21275"/>
                </a:lnTo>
                <a:lnTo>
                  <a:pt x="24696" y="22423"/>
                </a:lnTo>
                <a:lnTo>
                  <a:pt x="25843" y="21275"/>
                </a:lnTo>
                <a:lnTo>
                  <a:pt x="24674" y="18973"/>
                </a:lnTo>
                <a:lnTo>
                  <a:pt x="25807" y="17775"/>
                </a:lnTo>
                <a:lnTo>
                  <a:pt x="28182" y="18937"/>
                </a:lnTo>
                <a:lnTo>
                  <a:pt x="29344" y="17782"/>
                </a:lnTo>
                <a:lnTo>
                  <a:pt x="28175" y="15443"/>
                </a:lnTo>
                <a:lnTo>
                  <a:pt x="29344" y="14274"/>
                </a:lnTo>
                <a:lnTo>
                  <a:pt x="31683" y="15443"/>
                </a:lnTo>
                <a:lnTo>
                  <a:pt x="32765" y="14361"/>
                </a:lnTo>
                <a:lnTo>
                  <a:pt x="31698" y="11738"/>
                </a:lnTo>
                <a:lnTo>
                  <a:pt x="33532" y="10480"/>
                </a:lnTo>
                <a:lnTo>
                  <a:pt x="38349" y="12498"/>
                </a:lnTo>
                <a:lnTo>
                  <a:pt x="39620" y="10941"/>
                </a:lnTo>
                <a:lnTo>
                  <a:pt x="38846" y="8054"/>
                </a:lnTo>
                <a:lnTo>
                  <a:pt x="40556" y="7243"/>
                </a:lnTo>
                <a:lnTo>
                  <a:pt x="45460" y="8873"/>
                </a:lnTo>
                <a:lnTo>
                  <a:pt x="46556" y="7542"/>
                </a:lnTo>
                <a:lnTo>
                  <a:pt x="45986" y="4436"/>
                </a:lnTo>
                <a:lnTo>
                  <a:pt x="48230" y="3771"/>
                </a:lnTo>
                <a:lnTo>
                  <a:pt x="51292" y="4341"/>
                </a:lnTo>
                <a:lnTo>
                  <a:pt x="56752" y="4341"/>
                </a:lnTo>
                <a:lnTo>
                  <a:pt x="60479" y="4706"/>
                </a:lnTo>
                <a:lnTo>
                  <a:pt x="63826" y="4348"/>
                </a:lnTo>
                <a:lnTo>
                  <a:pt x="64038" y="4326"/>
                </a:lnTo>
                <a:lnTo>
                  <a:pt x="63614" y="1059"/>
                </a:lnTo>
                <a:lnTo>
                  <a:pt x="64140" y="533"/>
                </a:lnTo>
                <a:lnTo>
                  <a:pt x="67334" y="847"/>
                </a:lnTo>
                <a:lnTo>
                  <a:pt x="68270" y="833"/>
                </a:lnTo>
                <a:lnTo>
                  <a:pt x="69965" y="555"/>
                </a:lnTo>
                <a:lnTo>
                  <a:pt x="72896" y="1542"/>
                </a:lnTo>
                <a:lnTo>
                  <a:pt x="75878" y="0"/>
                </a:lnTo>
                <a:lnTo>
                  <a:pt x="78297" y="1030"/>
                </a:lnTo>
                <a:lnTo>
                  <a:pt x="77493" y="3990"/>
                </a:lnTo>
                <a:lnTo>
                  <a:pt x="78253" y="4743"/>
                </a:lnTo>
                <a:lnTo>
                  <a:pt x="80782" y="4246"/>
                </a:lnTo>
                <a:lnTo>
                  <a:pt x="83545" y="4736"/>
                </a:lnTo>
                <a:lnTo>
                  <a:pt x="86169" y="4348"/>
                </a:lnTo>
                <a:lnTo>
                  <a:pt x="90342" y="4348"/>
                </a:lnTo>
                <a:lnTo>
                  <a:pt x="93558" y="3734"/>
                </a:lnTo>
                <a:lnTo>
                  <a:pt x="95772" y="4480"/>
                </a:lnTo>
                <a:lnTo>
                  <a:pt x="95085" y="7549"/>
                </a:lnTo>
                <a:lnTo>
                  <a:pt x="95728" y="8193"/>
                </a:lnTo>
                <a:lnTo>
                  <a:pt x="98396" y="7827"/>
                </a:lnTo>
                <a:lnTo>
                  <a:pt x="99770" y="7900"/>
                </a:lnTo>
                <a:lnTo>
                  <a:pt x="101648" y="7491"/>
                </a:lnTo>
                <a:lnTo>
                  <a:pt x="102883" y="8076"/>
                </a:lnTo>
                <a:lnTo>
                  <a:pt x="102021" y="10970"/>
                </a:lnTo>
                <a:lnTo>
                  <a:pt x="102752" y="11694"/>
                </a:lnTo>
                <a:lnTo>
                  <a:pt x="105412" y="11335"/>
                </a:lnTo>
                <a:lnTo>
                  <a:pt x="106604" y="11394"/>
                </a:lnTo>
                <a:lnTo>
                  <a:pt x="108891" y="10985"/>
                </a:lnTo>
                <a:lnTo>
                  <a:pt x="110002" y="11752"/>
                </a:lnTo>
                <a:lnTo>
                  <a:pt x="108935" y="14369"/>
                </a:lnTo>
                <a:lnTo>
                  <a:pt x="109922" y="15355"/>
                </a:lnTo>
                <a:lnTo>
                  <a:pt x="112567" y="14303"/>
                </a:lnTo>
                <a:lnTo>
                  <a:pt x="113452" y="15626"/>
                </a:lnTo>
                <a:lnTo>
                  <a:pt x="112356" y="17679"/>
                </a:lnTo>
                <a:lnTo>
                  <a:pt x="113437" y="18966"/>
                </a:lnTo>
                <a:lnTo>
                  <a:pt x="115893" y="17818"/>
                </a:lnTo>
                <a:lnTo>
                  <a:pt x="117041" y="18958"/>
                </a:lnTo>
                <a:lnTo>
                  <a:pt x="115878" y="21268"/>
                </a:lnTo>
                <a:lnTo>
                  <a:pt x="117004" y="22467"/>
                </a:lnTo>
                <a:lnTo>
                  <a:pt x="119379" y="21297"/>
                </a:lnTo>
                <a:lnTo>
                  <a:pt x="120541" y="22459"/>
                </a:lnTo>
                <a:lnTo>
                  <a:pt x="119372" y="24798"/>
                </a:lnTo>
                <a:lnTo>
                  <a:pt x="120541" y="25968"/>
                </a:lnTo>
                <a:lnTo>
                  <a:pt x="122880" y="24798"/>
                </a:lnTo>
                <a:lnTo>
                  <a:pt x="124057" y="25975"/>
                </a:lnTo>
                <a:lnTo>
                  <a:pt x="122917" y="28226"/>
                </a:lnTo>
                <a:lnTo>
                  <a:pt x="123940" y="29476"/>
                </a:lnTo>
                <a:lnTo>
                  <a:pt x="126418" y="28343"/>
                </a:lnTo>
                <a:lnTo>
                  <a:pt x="127456" y="29373"/>
                </a:lnTo>
                <a:lnTo>
                  <a:pt x="126403" y="32019"/>
                </a:lnTo>
                <a:lnTo>
                  <a:pt x="127368" y="32655"/>
                </a:lnTo>
                <a:lnTo>
                  <a:pt x="130299" y="32004"/>
                </a:lnTo>
                <a:lnTo>
                  <a:pt x="131307" y="34256"/>
                </a:lnTo>
                <a:lnTo>
                  <a:pt x="129436" y="37661"/>
                </a:lnTo>
                <a:lnTo>
                  <a:pt x="130781" y="39934"/>
                </a:lnTo>
                <a:lnTo>
                  <a:pt x="133522" y="38955"/>
                </a:lnTo>
                <a:lnTo>
                  <a:pt x="134560" y="39986"/>
                </a:lnTo>
                <a:lnTo>
                  <a:pt x="133507" y="42215"/>
                </a:lnTo>
                <a:lnTo>
                  <a:pt x="134435" y="43611"/>
                </a:lnTo>
                <a:lnTo>
                  <a:pt x="133390" y="45832"/>
                </a:lnTo>
                <a:lnTo>
                  <a:pt x="134282" y="46724"/>
                </a:lnTo>
                <a:lnTo>
                  <a:pt x="137366" y="46044"/>
                </a:lnTo>
                <a:lnTo>
                  <a:pt x="138090" y="48281"/>
                </a:lnTo>
                <a:lnTo>
                  <a:pt x="137483" y="51453"/>
                </a:lnTo>
                <a:lnTo>
                  <a:pt x="137483" y="55648"/>
                </a:lnTo>
                <a:lnTo>
                  <a:pt x="137096" y="58272"/>
                </a:lnTo>
                <a:lnTo>
                  <a:pt x="137586" y="61034"/>
                </a:lnTo>
                <a:lnTo>
                  <a:pt x="137089" y="63563"/>
                </a:lnTo>
                <a:lnTo>
                  <a:pt x="137849" y="64323"/>
                </a:lnTo>
                <a:lnTo>
                  <a:pt x="140801" y="63512"/>
                </a:lnTo>
                <a:lnTo>
                  <a:pt x="141686" y="65573"/>
                </a:lnTo>
                <a:lnTo>
                  <a:pt x="140991" y="69183"/>
                </a:lnTo>
                <a:lnTo>
                  <a:pt x="140991" y="72757"/>
                </a:lnTo>
                <a:lnTo>
                  <a:pt x="141686" y="76368"/>
                </a:lnTo>
                <a:lnTo>
                  <a:pt x="140801" y="78429"/>
                </a:lnTo>
                <a:lnTo>
                  <a:pt x="137849" y="77618"/>
                </a:lnTo>
                <a:lnTo>
                  <a:pt x="137089" y="78377"/>
                </a:lnTo>
                <a:lnTo>
                  <a:pt x="137586" y="80906"/>
                </a:lnTo>
                <a:lnTo>
                  <a:pt x="137096" y="83669"/>
                </a:lnTo>
                <a:lnTo>
                  <a:pt x="137483" y="86293"/>
                </a:lnTo>
                <a:lnTo>
                  <a:pt x="137483" y="90488"/>
                </a:lnTo>
                <a:lnTo>
                  <a:pt x="138090" y="93653"/>
                </a:lnTo>
                <a:lnTo>
                  <a:pt x="137366" y="95889"/>
                </a:lnTo>
                <a:lnTo>
                  <a:pt x="134282" y="95209"/>
                </a:lnTo>
                <a:lnTo>
                  <a:pt x="133639" y="95860"/>
                </a:lnTo>
                <a:lnTo>
                  <a:pt x="133997" y="98520"/>
                </a:lnTo>
                <a:lnTo>
                  <a:pt x="133931" y="99887"/>
                </a:lnTo>
                <a:lnTo>
                  <a:pt x="134340" y="101772"/>
                </a:lnTo>
                <a:lnTo>
                  <a:pt x="133748" y="103000"/>
                </a:lnTo>
                <a:lnTo>
                  <a:pt x="130862" y="102138"/>
                </a:lnTo>
                <a:lnTo>
                  <a:pt x="130138" y="102869"/>
                </a:lnTo>
                <a:lnTo>
                  <a:pt x="130496" y="105529"/>
                </a:lnTo>
                <a:lnTo>
                  <a:pt x="130430" y="106720"/>
                </a:lnTo>
                <a:lnTo>
                  <a:pt x="130839" y="109001"/>
                </a:lnTo>
                <a:lnTo>
                  <a:pt x="130079" y="110112"/>
                </a:lnTo>
                <a:lnTo>
                  <a:pt x="127456" y="109045"/>
                </a:lnTo>
                <a:lnTo>
                  <a:pt x="126476" y="110031"/>
                </a:lnTo>
                <a:lnTo>
                  <a:pt x="127529" y="112677"/>
                </a:lnTo>
                <a:lnTo>
                  <a:pt x="126264" y="113510"/>
                </a:lnTo>
                <a:lnTo>
                  <a:pt x="124043" y="112465"/>
                </a:lnTo>
                <a:lnTo>
                  <a:pt x="122873" y="113627"/>
                </a:lnTo>
                <a:lnTo>
                  <a:pt x="124042" y="115966"/>
                </a:lnTo>
                <a:lnTo>
                  <a:pt x="122968" y="117040"/>
                </a:lnTo>
                <a:lnTo>
                  <a:pt x="120322" y="115988"/>
                </a:lnTo>
                <a:lnTo>
                  <a:pt x="119489" y="117252"/>
                </a:lnTo>
                <a:lnTo>
                  <a:pt x="120541" y="119474"/>
                </a:lnTo>
                <a:lnTo>
                  <a:pt x="119372" y="120636"/>
                </a:lnTo>
                <a:lnTo>
                  <a:pt x="117033" y="119474"/>
                </a:lnTo>
                <a:lnTo>
                  <a:pt x="115959" y="120541"/>
                </a:lnTo>
                <a:lnTo>
                  <a:pt x="117011" y="123194"/>
                </a:lnTo>
                <a:lnTo>
                  <a:pt x="115747" y="124028"/>
                </a:lnTo>
                <a:lnTo>
                  <a:pt x="113525" y="122975"/>
                </a:lnTo>
                <a:lnTo>
                  <a:pt x="112356" y="124144"/>
                </a:lnTo>
                <a:lnTo>
                  <a:pt x="113525" y="126483"/>
                </a:lnTo>
                <a:lnTo>
                  <a:pt x="112451" y="127551"/>
                </a:lnTo>
                <a:lnTo>
                  <a:pt x="109805" y="126505"/>
                </a:lnTo>
                <a:lnTo>
                  <a:pt x="109074" y="127609"/>
                </a:lnTo>
                <a:lnTo>
                  <a:pt x="109944" y="130225"/>
                </a:lnTo>
                <a:lnTo>
                  <a:pt x="108168" y="131439"/>
                </a:lnTo>
                <a:lnTo>
                  <a:pt x="103351" y="129429"/>
                </a:lnTo>
                <a:lnTo>
                  <a:pt x="102080" y="130986"/>
                </a:lnTo>
                <a:lnTo>
                  <a:pt x="102854" y="133872"/>
                </a:lnTo>
                <a:lnTo>
                  <a:pt x="101144" y="134677"/>
                </a:lnTo>
                <a:lnTo>
                  <a:pt x="96240" y="133047"/>
                </a:lnTo>
                <a:lnTo>
                  <a:pt x="95137" y="134399"/>
                </a:lnTo>
                <a:lnTo>
                  <a:pt x="95736" y="137476"/>
                </a:lnTo>
                <a:lnTo>
                  <a:pt x="93536" y="138185"/>
                </a:lnTo>
                <a:lnTo>
                  <a:pt x="90364" y="137578"/>
                </a:lnTo>
                <a:lnTo>
                  <a:pt x="86169" y="137578"/>
                </a:lnTo>
                <a:lnTo>
                  <a:pt x="83545" y="137191"/>
                </a:lnTo>
                <a:lnTo>
                  <a:pt x="80783" y="137688"/>
                </a:lnTo>
                <a:lnTo>
                  <a:pt x="78254" y="137184"/>
                </a:lnTo>
                <a:lnTo>
                  <a:pt x="77494" y="137951"/>
                </a:lnTo>
                <a:lnTo>
                  <a:pt x="78298" y="140896"/>
                </a:lnTo>
                <a:lnTo>
                  <a:pt x="76237" y="141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41110" y="1351290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20" h="134619">
                <a:moveTo>
                  <a:pt x="81695" y="134370"/>
                </a:moveTo>
                <a:lnTo>
                  <a:pt x="77522" y="133719"/>
                </a:lnTo>
                <a:lnTo>
                  <a:pt x="54565" y="133719"/>
                </a:lnTo>
                <a:lnTo>
                  <a:pt x="51905" y="134128"/>
                </a:lnTo>
                <a:lnTo>
                  <a:pt x="49486" y="133668"/>
                </a:lnTo>
                <a:lnTo>
                  <a:pt x="49990" y="130459"/>
                </a:lnTo>
                <a:lnTo>
                  <a:pt x="49318" y="129787"/>
                </a:lnTo>
                <a:lnTo>
                  <a:pt x="46862" y="130372"/>
                </a:lnTo>
                <a:lnTo>
                  <a:pt x="44202" y="129707"/>
                </a:lnTo>
                <a:lnTo>
                  <a:pt x="41118" y="131073"/>
                </a:lnTo>
                <a:lnTo>
                  <a:pt x="38771" y="130014"/>
                </a:lnTo>
                <a:lnTo>
                  <a:pt x="39605" y="127090"/>
                </a:lnTo>
                <a:lnTo>
                  <a:pt x="38896" y="126381"/>
                </a:lnTo>
                <a:lnTo>
                  <a:pt x="36228" y="126739"/>
                </a:lnTo>
                <a:lnTo>
                  <a:pt x="35030" y="126673"/>
                </a:lnTo>
                <a:lnTo>
                  <a:pt x="32756" y="127090"/>
                </a:lnTo>
                <a:lnTo>
                  <a:pt x="31638" y="126323"/>
                </a:lnTo>
                <a:lnTo>
                  <a:pt x="32705" y="123699"/>
                </a:lnTo>
                <a:lnTo>
                  <a:pt x="31624" y="122625"/>
                </a:lnTo>
                <a:lnTo>
                  <a:pt x="29285" y="123794"/>
                </a:lnTo>
                <a:lnTo>
                  <a:pt x="28116" y="122625"/>
                </a:lnTo>
                <a:lnTo>
                  <a:pt x="29285" y="120286"/>
                </a:lnTo>
                <a:lnTo>
                  <a:pt x="28123" y="119131"/>
                </a:lnTo>
                <a:lnTo>
                  <a:pt x="25901" y="120139"/>
                </a:lnTo>
                <a:lnTo>
                  <a:pt x="24483" y="119263"/>
                </a:lnTo>
                <a:lnTo>
                  <a:pt x="22261" y="120278"/>
                </a:lnTo>
                <a:lnTo>
                  <a:pt x="21194" y="119211"/>
                </a:lnTo>
                <a:lnTo>
                  <a:pt x="22247" y="116566"/>
                </a:lnTo>
                <a:lnTo>
                  <a:pt x="20982" y="115732"/>
                </a:lnTo>
                <a:lnTo>
                  <a:pt x="18761" y="116778"/>
                </a:lnTo>
                <a:lnTo>
                  <a:pt x="17591" y="115616"/>
                </a:lnTo>
                <a:lnTo>
                  <a:pt x="18761" y="113277"/>
                </a:lnTo>
                <a:lnTo>
                  <a:pt x="17803" y="112319"/>
                </a:lnTo>
                <a:lnTo>
                  <a:pt x="14858" y="113138"/>
                </a:lnTo>
                <a:lnTo>
                  <a:pt x="13937" y="110989"/>
                </a:lnTo>
                <a:lnTo>
                  <a:pt x="15757" y="107130"/>
                </a:lnTo>
                <a:lnTo>
                  <a:pt x="14229" y="105091"/>
                </a:lnTo>
                <a:lnTo>
                  <a:pt x="11686" y="106202"/>
                </a:lnTo>
                <a:lnTo>
                  <a:pt x="10670" y="105186"/>
                </a:lnTo>
                <a:lnTo>
                  <a:pt x="11722" y="102540"/>
                </a:lnTo>
                <a:lnTo>
                  <a:pt x="10619" y="101809"/>
                </a:lnTo>
                <a:lnTo>
                  <a:pt x="7995" y="102679"/>
                </a:lnTo>
                <a:lnTo>
                  <a:pt x="6789" y="100903"/>
                </a:lnTo>
                <a:lnTo>
                  <a:pt x="8792" y="96087"/>
                </a:lnTo>
                <a:lnTo>
                  <a:pt x="7250" y="94829"/>
                </a:lnTo>
                <a:lnTo>
                  <a:pt x="4334" y="95582"/>
                </a:lnTo>
                <a:lnTo>
                  <a:pt x="3288" y="93258"/>
                </a:lnTo>
                <a:lnTo>
                  <a:pt x="4655" y="90174"/>
                </a:lnTo>
                <a:lnTo>
                  <a:pt x="3990" y="87514"/>
                </a:lnTo>
                <a:lnTo>
                  <a:pt x="4575" y="85058"/>
                </a:lnTo>
                <a:lnTo>
                  <a:pt x="3895" y="84385"/>
                </a:lnTo>
                <a:lnTo>
                  <a:pt x="694" y="84912"/>
                </a:lnTo>
                <a:lnTo>
                  <a:pt x="0" y="81491"/>
                </a:lnTo>
                <a:lnTo>
                  <a:pt x="643" y="77318"/>
                </a:lnTo>
                <a:lnTo>
                  <a:pt x="643" y="54376"/>
                </a:lnTo>
                <a:lnTo>
                  <a:pt x="233" y="51716"/>
                </a:lnTo>
                <a:lnTo>
                  <a:pt x="694" y="49290"/>
                </a:lnTo>
                <a:lnTo>
                  <a:pt x="3902" y="49801"/>
                </a:lnTo>
                <a:lnTo>
                  <a:pt x="4575" y="49129"/>
                </a:lnTo>
                <a:lnTo>
                  <a:pt x="3990" y="46673"/>
                </a:lnTo>
                <a:lnTo>
                  <a:pt x="4670" y="43961"/>
                </a:lnTo>
                <a:lnTo>
                  <a:pt x="3347" y="41024"/>
                </a:lnTo>
                <a:lnTo>
                  <a:pt x="4312" y="38612"/>
                </a:lnTo>
                <a:lnTo>
                  <a:pt x="7301" y="39394"/>
                </a:lnTo>
                <a:lnTo>
                  <a:pt x="8236" y="38451"/>
                </a:lnTo>
                <a:lnTo>
                  <a:pt x="7184" y="36229"/>
                </a:lnTo>
                <a:lnTo>
                  <a:pt x="8119" y="34826"/>
                </a:lnTo>
                <a:lnTo>
                  <a:pt x="7067" y="32611"/>
                </a:lnTo>
                <a:lnTo>
                  <a:pt x="8119" y="31559"/>
                </a:lnTo>
                <a:lnTo>
                  <a:pt x="10824" y="32567"/>
                </a:lnTo>
                <a:lnTo>
                  <a:pt x="11598" y="31318"/>
                </a:lnTo>
                <a:lnTo>
                  <a:pt x="10582" y="29096"/>
                </a:lnTo>
                <a:lnTo>
                  <a:pt x="11525" y="28153"/>
                </a:lnTo>
                <a:lnTo>
                  <a:pt x="14478" y="28964"/>
                </a:lnTo>
                <a:lnTo>
                  <a:pt x="15348" y="26925"/>
                </a:lnTo>
                <a:lnTo>
                  <a:pt x="13572" y="22788"/>
                </a:lnTo>
                <a:lnTo>
                  <a:pt x="15172" y="20910"/>
                </a:lnTo>
                <a:lnTo>
                  <a:pt x="17621" y="22065"/>
                </a:lnTo>
                <a:lnTo>
                  <a:pt x="18761" y="20925"/>
                </a:lnTo>
                <a:lnTo>
                  <a:pt x="17591" y="18586"/>
                </a:lnTo>
                <a:lnTo>
                  <a:pt x="18761" y="17416"/>
                </a:lnTo>
                <a:lnTo>
                  <a:pt x="21099" y="18586"/>
                </a:lnTo>
                <a:lnTo>
                  <a:pt x="22188" y="17497"/>
                </a:lnTo>
                <a:lnTo>
                  <a:pt x="21114" y="14888"/>
                </a:lnTo>
                <a:lnTo>
                  <a:pt x="22948" y="13616"/>
                </a:lnTo>
                <a:lnTo>
                  <a:pt x="27765" y="15641"/>
                </a:lnTo>
                <a:lnTo>
                  <a:pt x="29124" y="13981"/>
                </a:lnTo>
                <a:lnTo>
                  <a:pt x="28167" y="11336"/>
                </a:lnTo>
                <a:lnTo>
                  <a:pt x="29402" y="10532"/>
                </a:lnTo>
                <a:lnTo>
                  <a:pt x="31624" y="11577"/>
                </a:lnTo>
                <a:lnTo>
                  <a:pt x="32698" y="10503"/>
                </a:lnTo>
                <a:lnTo>
                  <a:pt x="31646" y="7857"/>
                </a:lnTo>
                <a:lnTo>
                  <a:pt x="33027" y="6943"/>
                </a:lnTo>
                <a:lnTo>
                  <a:pt x="34854" y="7966"/>
                </a:lnTo>
                <a:lnTo>
                  <a:pt x="36426" y="7089"/>
                </a:lnTo>
                <a:lnTo>
                  <a:pt x="38662" y="8047"/>
                </a:lnTo>
                <a:lnTo>
                  <a:pt x="39714" y="7002"/>
                </a:lnTo>
                <a:lnTo>
                  <a:pt x="38662" y="4349"/>
                </a:lnTo>
                <a:lnTo>
                  <a:pt x="39985" y="3479"/>
                </a:lnTo>
                <a:lnTo>
                  <a:pt x="41856" y="4290"/>
                </a:lnTo>
                <a:lnTo>
                  <a:pt x="43603" y="3676"/>
                </a:lnTo>
                <a:lnTo>
                  <a:pt x="45313" y="3983"/>
                </a:lnTo>
                <a:lnTo>
                  <a:pt x="47265" y="3983"/>
                </a:lnTo>
                <a:lnTo>
                  <a:pt x="48726" y="4202"/>
                </a:lnTo>
                <a:lnTo>
                  <a:pt x="49748" y="4005"/>
                </a:lnTo>
                <a:lnTo>
                  <a:pt x="50048" y="3932"/>
                </a:lnTo>
                <a:lnTo>
                  <a:pt x="49485" y="760"/>
                </a:lnTo>
                <a:lnTo>
                  <a:pt x="50128" y="116"/>
                </a:lnTo>
                <a:lnTo>
                  <a:pt x="52687" y="591"/>
                </a:lnTo>
                <a:lnTo>
                  <a:pt x="56553" y="0"/>
                </a:lnTo>
                <a:lnTo>
                  <a:pt x="60448" y="496"/>
                </a:lnTo>
                <a:lnTo>
                  <a:pt x="79984" y="496"/>
                </a:lnTo>
                <a:lnTo>
                  <a:pt x="82711" y="58"/>
                </a:lnTo>
                <a:lnTo>
                  <a:pt x="85108" y="555"/>
                </a:lnTo>
                <a:lnTo>
                  <a:pt x="84581" y="3756"/>
                </a:lnTo>
                <a:lnTo>
                  <a:pt x="85261" y="4436"/>
                </a:lnTo>
                <a:lnTo>
                  <a:pt x="87717" y="3851"/>
                </a:lnTo>
                <a:lnTo>
                  <a:pt x="90494" y="4546"/>
                </a:lnTo>
                <a:lnTo>
                  <a:pt x="93249" y="3303"/>
                </a:lnTo>
                <a:lnTo>
                  <a:pt x="95727" y="4129"/>
                </a:lnTo>
                <a:lnTo>
                  <a:pt x="95040" y="7199"/>
                </a:lnTo>
                <a:lnTo>
                  <a:pt x="95683" y="7842"/>
                </a:lnTo>
                <a:lnTo>
                  <a:pt x="98351" y="7484"/>
                </a:lnTo>
                <a:lnTo>
                  <a:pt x="99659" y="7549"/>
                </a:lnTo>
                <a:lnTo>
                  <a:pt x="101676" y="7133"/>
                </a:lnTo>
                <a:lnTo>
                  <a:pt x="102875" y="7783"/>
                </a:lnTo>
                <a:lnTo>
                  <a:pt x="101940" y="10590"/>
                </a:lnTo>
                <a:lnTo>
                  <a:pt x="102955" y="11598"/>
                </a:lnTo>
                <a:lnTo>
                  <a:pt x="105294" y="10429"/>
                </a:lnTo>
                <a:lnTo>
                  <a:pt x="106464" y="11598"/>
                </a:lnTo>
                <a:lnTo>
                  <a:pt x="105294" y="13937"/>
                </a:lnTo>
                <a:lnTo>
                  <a:pt x="106456" y="15092"/>
                </a:lnTo>
                <a:lnTo>
                  <a:pt x="108678" y="14076"/>
                </a:lnTo>
                <a:lnTo>
                  <a:pt x="110096" y="14960"/>
                </a:lnTo>
                <a:lnTo>
                  <a:pt x="112318" y="13945"/>
                </a:lnTo>
                <a:lnTo>
                  <a:pt x="113385" y="15004"/>
                </a:lnTo>
                <a:lnTo>
                  <a:pt x="112333" y="17657"/>
                </a:lnTo>
                <a:lnTo>
                  <a:pt x="113597" y="18491"/>
                </a:lnTo>
                <a:lnTo>
                  <a:pt x="115819" y="17438"/>
                </a:lnTo>
                <a:lnTo>
                  <a:pt x="116988" y="18607"/>
                </a:lnTo>
                <a:lnTo>
                  <a:pt x="115819" y="20946"/>
                </a:lnTo>
                <a:lnTo>
                  <a:pt x="116893" y="22014"/>
                </a:lnTo>
                <a:lnTo>
                  <a:pt x="119539" y="20968"/>
                </a:lnTo>
                <a:lnTo>
                  <a:pt x="120453" y="22342"/>
                </a:lnTo>
                <a:lnTo>
                  <a:pt x="119386" y="24206"/>
                </a:lnTo>
                <a:lnTo>
                  <a:pt x="120365" y="25741"/>
                </a:lnTo>
                <a:lnTo>
                  <a:pt x="119334" y="27963"/>
                </a:lnTo>
                <a:lnTo>
                  <a:pt x="120387" y="29015"/>
                </a:lnTo>
                <a:lnTo>
                  <a:pt x="123062" y="27985"/>
                </a:lnTo>
                <a:lnTo>
                  <a:pt x="123873" y="29242"/>
                </a:lnTo>
                <a:lnTo>
                  <a:pt x="122843" y="31464"/>
                </a:lnTo>
                <a:lnTo>
                  <a:pt x="123910" y="32531"/>
                </a:lnTo>
                <a:lnTo>
                  <a:pt x="126555" y="31486"/>
                </a:lnTo>
                <a:lnTo>
                  <a:pt x="127469" y="32852"/>
                </a:lnTo>
                <a:lnTo>
                  <a:pt x="126402" y="34723"/>
                </a:lnTo>
                <a:lnTo>
                  <a:pt x="127382" y="36251"/>
                </a:lnTo>
                <a:lnTo>
                  <a:pt x="126351" y="38473"/>
                </a:lnTo>
                <a:lnTo>
                  <a:pt x="127308" y="39438"/>
                </a:lnTo>
                <a:lnTo>
                  <a:pt x="130232" y="38597"/>
                </a:lnTo>
                <a:lnTo>
                  <a:pt x="131292" y="40950"/>
                </a:lnTo>
                <a:lnTo>
                  <a:pt x="129925" y="44035"/>
                </a:lnTo>
                <a:lnTo>
                  <a:pt x="130590" y="46687"/>
                </a:lnTo>
                <a:lnTo>
                  <a:pt x="130005" y="49151"/>
                </a:lnTo>
                <a:lnTo>
                  <a:pt x="130685" y="49823"/>
                </a:lnTo>
                <a:lnTo>
                  <a:pt x="133886" y="49297"/>
                </a:lnTo>
                <a:lnTo>
                  <a:pt x="134588" y="52717"/>
                </a:lnTo>
                <a:lnTo>
                  <a:pt x="133945" y="56883"/>
                </a:lnTo>
                <a:lnTo>
                  <a:pt x="133945" y="79832"/>
                </a:lnTo>
                <a:lnTo>
                  <a:pt x="134347" y="82493"/>
                </a:lnTo>
                <a:lnTo>
                  <a:pt x="133894" y="84912"/>
                </a:lnTo>
                <a:lnTo>
                  <a:pt x="130678" y="84407"/>
                </a:lnTo>
                <a:lnTo>
                  <a:pt x="130005" y="85080"/>
                </a:lnTo>
                <a:lnTo>
                  <a:pt x="130590" y="87535"/>
                </a:lnTo>
                <a:lnTo>
                  <a:pt x="129925" y="90188"/>
                </a:lnTo>
                <a:lnTo>
                  <a:pt x="131292" y="93273"/>
                </a:lnTo>
                <a:lnTo>
                  <a:pt x="130232" y="95626"/>
                </a:lnTo>
                <a:lnTo>
                  <a:pt x="127308" y="94786"/>
                </a:lnTo>
                <a:lnTo>
                  <a:pt x="126599" y="95502"/>
                </a:lnTo>
                <a:lnTo>
                  <a:pt x="126950" y="98162"/>
                </a:lnTo>
                <a:lnTo>
                  <a:pt x="126892" y="99361"/>
                </a:lnTo>
                <a:lnTo>
                  <a:pt x="127301" y="101634"/>
                </a:lnTo>
                <a:lnTo>
                  <a:pt x="126541" y="102745"/>
                </a:lnTo>
                <a:lnTo>
                  <a:pt x="123917" y="101685"/>
                </a:lnTo>
                <a:lnTo>
                  <a:pt x="122836" y="102759"/>
                </a:lnTo>
                <a:lnTo>
                  <a:pt x="124005" y="105098"/>
                </a:lnTo>
                <a:lnTo>
                  <a:pt x="122836" y="106268"/>
                </a:lnTo>
                <a:lnTo>
                  <a:pt x="120497" y="105098"/>
                </a:lnTo>
                <a:lnTo>
                  <a:pt x="119334" y="106253"/>
                </a:lnTo>
                <a:lnTo>
                  <a:pt x="120350" y="108482"/>
                </a:lnTo>
                <a:lnTo>
                  <a:pt x="119473" y="109900"/>
                </a:lnTo>
                <a:lnTo>
                  <a:pt x="120489" y="112122"/>
                </a:lnTo>
                <a:lnTo>
                  <a:pt x="119422" y="113181"/>
                </a:lnTo>
                <a:lnTo>
                  <a:pt x="116777" y="112129"/>
                </a:lnTo>
                <a:lnTo>
                  <a:pt x="115936" y="113394"/>
                </a:lnTo>
                <a:lnTo>
                  <a:pt x="116988" y="115615"/>
                </a:lnTo>
                <a:lnTo>
                  <a:pt x="115819" y="116778"/>
                </a:lnTo>
                <a:lnTo>
                  <a:pt x="113480" y="115616"/>
                </a:lnTo>
                <a:lnTo>
                  <a:pt x="112530" y="116566"/>
                </a:lnTo>
                <a:lnTo>
                  <a:pt x="113334" y="119518"/>
                </a:lnTo>
                <a:lnTo>
                  <a:pt x="111185" y="120439"/>
                </a:lnTo>
                <a:lnTo>
                  <a:pt x="107334" y="118612"/>
                </a:lnTo>
                <a:lnTo>
                  <a:pt x="105295" y="120139"/>
                </a:lnTo>
                <a:lnTo>
                  <a:pt x="106405" y="122683"/>
                </a:lnTo>
                <a:lnTo>
                  <a:pt x="105390" y="123692"/>
                </a:lnTo>
                <a:lnTo>
                  <a:pt x="102744" y="122647"/>
                </a:lnTo>
                <a:lnTo>
                  <a:pt x="102013" y="123743"/>
                </a:lnTo>
                <a:lnTo>
                  <a:pt x="102875" y="126374"/>
                </a:lnTo>
                <a:lnTo>
                  <a:pt x="101099" y="127573"/>
                </a:lnTo>
                <a:lnTo>
                  <a:pt x="96283" y="125570"/>
                </a:lnTo>
                <a:lnTo>
                  <a:pt x="95033" y="127112"/>
                </a:lnTo>
                <a:lnTo>
                  <a:pt x="95779" y="130028"/>
                </a:lnTo>
                <a:lnTo>
                  <a:pt x="93454" y="131073"/>
                </a:lnTo>
                <a:lnTo>
                  <a:pt x="90370" y="129707"/>
                </a:lnTo>
                <a:lnTo>
                  <a:pt x="87717" y="130372"/>
                </a:lnTo>
                <a:lnTo>
                  <a:pt x="85262" y="129787"/>
                </a:lnTo>
                <a:lnTo>
                  <a:pt x="84582" y="130467"/>
                </a:lnTo>
                <a:lnTo>
                  <a:pt x="85108" y="133668"/>
                </a:lnTo>
                <a:lnTo>
                  <a:pt x="81695" y="134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193682" y="1351333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19">
                <a:moveTo>
                  <a:pt x="57095" y="134143"/>
                </a:moveTo>
                <a:lnTo>
                  <a:pt x="56394" y="133456"/>
                </a:lnTo>
                <a:lnTo>
                  <a:pt x="56898" y="130225"/>
                </a:lnTo>
                <a:lnTo>
                  <a:pt x="54464" y="129794"/>
                </a:lnTo>
                <a:lnTo>
                  <a:pt x="51833" y="130189"/>
                </a:lnTo>
                <a:lnTo>
                  <a:pt x="47667" y="130189"/>
                </a:lnTo>
                <a:lnTo>
                  <a:pt x="44437" y="130803"/>
                </a:lnTo>
                <a:lnTo>
                  <a:pt x="42222" y="130057"/>
                </a:lnTo>
                <a:lnTo>
                  <a:pt x="42917" y="126995"/>
                </a:lnTo>
                <a:lnTo>
                  <a:pt x="42273" y="126352"/>
                </a:lnTo>
                <a:lnTo>
                  <a:pt x="39606" y="126710"/>
                </a:lnTo>
                <a:lnTo>
                  <a:pt x="38232" y="126637"/>
                </a:lnTo>
                <a:lnTo>
                  <a:pt x="36353" y="127046"/>
                </a:lnTo>
                <a:lnTo>
                  <a:pt x="35118" y="126461"/>
                </a:lnTo>
                <a:lnTo>
                  <a:pt x="35981" y="123567"/>
                </a:lnTo>
                <a:lnTo>
                  <a:pt x="35257" y="122844"/>
                </a:lnTo>
                <a:lnTo>
                  <a:pt x="32589" y="123202"/>
                </a:lnTo>
                <a:lnTo>
                  <a:pt x="31369" y="123136"/>
                </a:lnTo>
                <a:lnTo>
                  <a:pt x="29147" y="123552"/>
                </a:lnTo>
                <a:lnTo>
                  <a:pt x="28014" y="122814"/>
                </a:lnTo>
                <a:lnTo>
                  <a:pt x="29052" y="120154"/>
                </a:lnTo>
                <a:lnTo>
                  <a:pt x="28080" y="119182"/>
                </a:lnTo>
                <a:lnTo>
                  <a:pt x="25434" y="120234"/>
                </a:lnTo>
                <a:lnTo>
                  <a:pt x="24557" y="118911"/>
                </a:lnTo>
                <a:lnTo>
                  <a:pt x="25646" y="116858"/>
                </a:lnTo>
                <a:lnTo>
                  <a:pt x="24564" y="115579"/>
                </a:lnTo>
                <a:lnTo>
                  <a:pt x="22109" y="116719"/>
                </a:lnTo>
                <a:lnTo>
                  <a:pt x="20968" y="115586"/>
                </a:lnTo>
                <a:lnTo>
                  <a:pt x="22138" y="113247"/>
                </a:lnTo>
                <a:lnTo>
                  <a:pt x="20968" y="112078"/>
                </a:lnTo>
                <a:lnTo>
                  <a:pt x="18630" y="113247"/>
                </a:lnTo>
                <a:lnTo>
                  <a:pt x="17555" y="112173"/>
                </a:lnTo>
                <a:lnTo>
                  <a:pt x="18608" y="109527"/>
                </a:lnTo>
                <a:lnTo>
                  <a:pt x="17285" y="108650"/>
                </a:lnTo>
                <a:lnTo>
                  <a:pt x="15231" y="109739"/>
                </a:lnTo>
                <a:lnTo>
                  <a:pt x="13945" y="108665"/>
                </a:lnTo>
                <a:lnTo>
                  <a:pt x="15092" y="106209"/>
                </a:lnTo>
                <a:lnTo>
                  <a:pt x="14032" y="105156"/>
                </a:lnTo>
                <a:lnTo>
                  <a:pt x="11423" y="106224"/>
                </a:lnTo>
                <a:lnTo>
                  <a:pt x="10151" y="104389"/>
                </a:lnTo>
                <a:lnTo>
                  <a:pt x="12176" y="99573"/>
                </a:lnTo>
                <a:lnTo>
                  <a:pt x="10619" y="98301"/>
                </a:lnTo>
                <a:lnTo>
                  <a:pt x="7725" y="99076"/>
                </a:lnTo>
                <a:lnTo>
                  <a:pt x="6914" y="97365"/>
                </a:lnTo>
                <a:lnTo>
                  <a:pt x="8544" y="92454"/>
                </a:lnTo>
                <a:lnTo>
                  <a:pt x="7169" y="91336"/>
                </a:lnTo>
                <a:lnTo>
                  <a:pt x="4151" y="91994"/>
                </a:lnTo>
                <a:lnTo>
                  <a:pt x="3362" y="89867"/>
                </a:lnTo>
                <a:lnTo>
                  <a:pt x="4012" y="86498"/>
                </a:lnTo>
                <a:lnTo>
                  <a:pt x="4012" y="82419"/>
                </a:lnTo>
                <a:lnTo>
                  <a:pt x="4443" y="79723"/>
                </a:lnTo>
                <a:lnTo>
                  <a:pt x="3961" y="77311"/>
                </a:lnTo>
                <a:lnTo>
                  <a:pt x="752" y="77837"/>
                </a:lnTo>
                <a:lnTo>
                  <a:pt x="80" y="77157"/>
                </a:lnTo>
                <a:lnTo>
                  <a:pt x="665" y="74702"/>
                </a:lnTo>
                <a:lnTo>
                  <a:pt x="0" y="72056"/>
                </a:lnTo>
                <a:lnTo>
                  <a:pt x="511" y="69169"/>
                </a:lnTo>
                <a:lnTo>
                  <a:pt x="511" y="64967"/>
                </a:lnTo>
                <a:lnTo>
                  <a:pt x="0" y="62080"/>
                </a:lnTo>
                <a:lnTo>
                  <a:pt x="665" y="59427"/>
                </a:lnTo>
                <a:lnTo>
                  <a:pt x="80" y="56971"/>
                </a:lnTo>
                <a:lnTo>
                  <a:pt x="760" y="56299"/>
                </a:lnTo>
                <a:lnTo>
                  <a:pt x="3961" y="56817"/>
                </a:lnTo>
                <a:lnTo>
                  <a:pt x="4443" y="54413"/>
                </a:lnTo>
                <a:lnTo>
                  <a:pt x="4012" y="51709"/>
                </a:lnTo>
                <a:lnTo>
                  <a:pt x="4012" y="47579"/>
                </a:lnTo>
                <a:lnTo>
                  <a:pt x="3391" y="44342"/>
                </a:lnTo>
                <a:lnTo>
                  <a:pt x="4144" y="42135"/>
                </a:lnTo>
                <a:lnTo>
                  <a:pt x="7206" y="42836"/>
                </a:lnTo>
                <a:lnTo>
                  <a:pt x="7849" y="42178"/>
                </a:lnTo>
                <a:lnTo>
                  <a:pt x="7491" y="39518"/>
                </a:lnTo>
                <a:lnTo>
                  <a:pt x="7564" y="38151"/>
                </a:lnTo>
                <a:lnTo>
                  <a:pt x="7155" y="36266"/>
                </a:lnTo>
                <a:lnTo>
                  <a:pt x="7739" y="35038"/>
                </a:lnTo>
                <a:lnTo>
                  <a:pt x="10634" y="35900"/>
                </a:lnTo>
                <a:lnTo>
                  <a:pt x="11357" y="35169"/>
                </a:lnTo>
                <a:lnTo>
                  <a:pt x="10999" y="32509"/>
                </a:lnTo>
                <a:lnTo>
                  <a:pt x="11065" y="31288"/>
                </a:lnTo>
                <a:lnTo>
                  <a:pt x="10656" y="29066"/>
                </a:lnTo>
                <a:lnTo>
                  <a:pt x="11387" y="27941"/>
                </a:lnTo>
                <a:lnTo>
                  <a:pt x="14054" y="28971"/>
                </a:lnTo>
                <a:lnTo>
                  <a:pt x="15121" y="27912"/>
                </a:lnTo>
                <a:lnTo>
                  <a:pt x="13952" y="25573"/>
                </a:lnTo>
                <a:lnTo>
                  <a:pt x="15121" y="24403"/>
                </a:lnTo>
                <a:lnTo>
                  <a:pt x="17460" y="25573"/>
                </a:lnTo>
                <a:lnTo>
                  <a:pt x="18630" y="24404"/>
                </a:lnTo>
                <a:lnTo>
                  <a:pt x="17460" y="22065"/>
                </a:lnTo>
                <a:lnTo>
                  <a:pt x="18629" y="20903"/>
                </a:lnTo>
                <a:lnTo>
                  <a:pt x="20968" y="22072"/>
                </a:lnTo>
                <a:lnTo>
                  <a:pt x="22138" y="20903"/>
                </a:lnTo>
                <a:lnTo>
                  <a:pt x="20968" y="18564"/>
                </a:lnTo>
                <a:lnTo>
                  <a:pt x="22138" y="17394"/>
                </a:lnTo>
                <a:lnTo>
                  <a:pt x="24477" y="18564"/>
                </a:lnTo>
                <a:lnTo>
                  <a:pt x="25595" y="17446"/>
                </a:lnTo>
                <a:lnTo>
                  <a:pt x="24469" y="14931"/>
                </a:lnTo>
                <a:lnTo>
                  <a:pt x="25734" y="13952"/>
                </a:lnTo>
                <a:lnTo>
                  <a:pt x="27970" y="15070"/>
                </a:lnTo>
                <a:lnTo>
                  <a:pt x="28935" y="14106"/>
                </a:lnTo>
                <a:lnTo>
                  <a:pt x="28124" y="11160"/>
                </a:lnTo>
                <a:lnTo>
                  <a:pt x="30484" y="10151"/>
                </a:lnTo>
                <a:lnTo>
                  <a:pt x="33759" y="11957"/>
                </a:lnTo>
                <a:lnTo>
                  <a:pt x="36090" y="10700"/>
                </a:lnTo>
                <a:lnTo>
                  <a:pt x="35155" y="7893"/>
                </a:lnTo>
                <a:lnTo>
                  <a:pt x="36170" y="6885"/>
                </a:lnTo>
                <a:lnTo>
                  <a:pt x="38392" y="7930"/>
                </a:lnTo>
                <a:lnTo>
                  <a:pt x="39796" y="7001"/>
                </a:lnTo>
                <a:lnTo>
                  <a:pt x="42017" y="8047"/>
                </a:lnTo>
                <a:lnTo>
                  <a:pt x="42916" y="7155"/>
                </a:lnTo>
                <a:lnTo>
                  <a:pt x="42237" y="4078"/>
                </a:lnTo>
                <a:lnTo>
                  <a:pt x="44459" y="3354"/>
                </a:lnTo>
                <a:lnTo>
                  <a:pt x="47645" y="3961"/>
                </a:lnTo>
                <a:lnTo>
                  <a:pt x="51884" y="3961"/>
                </a:lnTo>
                <a:lnTo>
                  <a:pt x="54442" y="4326"/>
                </a:lnTo>
                <a:lnTo>
                  <a:pt x="56634" y="3961"/>
                </a:lnTo>
                <a:lnTo>
                  <a:pt x="56876" y="3924"/>
                </a:lnTo>
                <a:lnTo>
                  <a:pt x="56408" y="687"/>
                </a:lnTo>
                <a:lnTo>
                  <a:pt x="56971" y="124"/>
                </a:lnTo>
                <a:lnTo>
                  <a:pt x="59631" y="482"/>
                </a:lnTo>
                <a:lnTo>
                  <a:pt x="63629" y="277"/>
                </a:lnTo>
                <a:lnTo>
                  <a:pt x="67181" y="453"/>
                </a:lnTo>
                <a:lnTo>
                  <a:pt x="71646" y="453"/>
                </a:lnTo>
                <a:lnTo>
                  <a:pt x="73247" y="175"/>
                </a:lnTo>
                <a:lnTo>
                  <a:pt x="74826" y="650"/>
                </a:lnTo>
                <a:lnTo>
                  <a:pt x="77230" y="0"/>
                </a:lnTo>
                <a:lnTo>
                  <a:pt x="77925" y="694"/>
                </a:lnTo>
                <a:lnTo>
                  <a:pt x="77428" y="3924"/>
                </a:lnTo>
                <a:lnTo>
                  <a:pt x="79854" y="4348"/>
                </a:lnTo>
                <a:lnTo>
                  <a:pt x="82492" y="3961"/>
                </a:lnTo>
                <a:lnTo>
                  <a:pt x="86651" y="3961"/>
                </a:lnTo>
                <a:lnTo>
                  <a:pt x="89882" y="3340"/>
                </a:lnTo>
                <a:lnTo>
                  <a:pt x="92096" y="4093"/>
                </a:lnTo>
                <a:lnTo>
                  <a:pt x="91402" y="7155"/>
                </a:lnTo>
                <a:lnTo>
                  <a:pt x="92052" y="7798"/>
                </a:lnTo>
                <a:lnTo>
                  <a:pt x="94712" y="7440"/>
                </a:lnTo>
                <a:lnTo>
                  <a:pt x="96079" y="7513"/>
                </a:lnTo>
                <a:lnTo>
                  <a:pt x="97965" y="7104"/>
                </a:lnTo>
                <a:lnTo>
                  <a:pt x="99200" y="7688"/>
                </a:lnTo>
                <a:lnTo>
                  <a:pt x="98338" y="10583"/>
                </a:lnTo>
                <a:lnTo>
                  <a:pt x="99061" y="11306"/>
                </a:lnTo>
                <a:lnTo>
                  <a:pt x="101729" y="10941"/>
                </a:lnTo>
                <a:lnTo>
                  <a:pt x="102949" y="11007"/>
                </a:lnTo>
                <a:lnTo>
                  <a:pt x="105164" y="10590"/>
                </a:lnTo>
                <a:lnTo>
                  <a:pt x="106304" y="11328"/>
                </a:lnTo>
                <a:lnTo>
                  <a:pt x="105266" y="13996"/>
                </a:lnTo>
                <a:lnTo>
                  <a:pt x="106238" y="14960"/>
                </a:lnTo>
                <a:lnTo>
                  <a:pt x="108884" y="13916"/>
                </a:lnTo>
                <a:lnTo>
                  <a:pt x="109761" y="15231"/>
                </a:lnTo>
                <a:lnTo>
                  <a:pt x="108672" y="17292"/>
                </a:lnTo>
                <a:lnTo>
                  <a:pt x="109754" y="18571"/>
                </a:lnTo>
                <a:lnTo>
                  <a:pt x="112210" y="17424"/>
                </a:lnTo>
                <a:lnTo>
                  <a:pt x="113350" y="18564"/>
                </a:lnTo>
                <a:lnTo>
                  <a:pt x="112181" y="20903"/>
                </a:lnTo>
                <a:lnTo>
                  <a:pt x="113350" y="22065"/>
                </a:lnTo>
                <a:lnTo>
                  <a:pt x="115689" y="20903"/>
                </a:lnTo>
                <a:lnTo>
                  <a:pt x="116763" y="21970"/>
                </a:lnTo>
                <a:lnTo>
                  <a:pt x="115711" y="24623"/>
                </a:lnTo>
                <a:lnTo>
                  <a:pt x="117034" y="25492"/>
                </a:lnTo>
                <a:lnTo>
                  <a:pt x="119087" y="24404"/>
                </a:lnTo>
                <a:lnTo>
                  <a:pt x="120374" y="25485"/>
                </a:lnTo>
                <a:lnTo>
                  <a:pt x="119226" y="27941"/>
                </a:lnTo>
                <a:lnTo>
                  <a:pt x="120286" y="28993"/>
                </a:lnTo>
                <a:lnTo>
                  <a:pt x="122895" y="27926"/>
                </a:lnTo>
                <a:lnTo>
                  <a:pt x="124167" y="29761"/>
                </a:lnTo>
                <a:lnTo>
                  <a:pt x="122142" y="34570"/>
                </a:lnTo>
                <a:lnTo>
                  <a:pt x="123699" y="35849"/>
                </a:lnTo>
                <a:lnTo>
                  <a:pt x="126593" y="35067"/>
                </a:lnTo>
                <a:lnTo>
                  <a:pt x="127405" y="36784"/>
                </a:lnTo>
                <a:lnTo>
                  <a:pt x="125775" y="41688"/>
                </a:lnTo>
                <a:lnTo>
                  <a:pt x="127149" y="42814"/>
                </a:lnTo>
                <a:lnTo>
                  <a:pt x="130167" y="42156"/>
                </a:lnTo>
                <a:lnTo>
                  <a:pt x="130957" y="44276"/>
                </a:lnTo>
                <a:lnTo>
                  <a:pt x="130306" y="47652"/>
                </a:lnTo>
                <a:lnTo>
                  <a:pt x="130306" y="51723"/>
                </a:lnTo>
                <a:lnTo>
                  <a:pt x="129875" y="54427"/>
                </a:lnTo>
                <a:lnTo>
                  <a:pt x="130357" y="56832"/>
                </a:lnTo>
                <a:lnTo>
                  <a:pt x="133566" y="56313"/>
                </a:lnTo>
                <a:lnTo>
                  <a:pt x="134246" y="56992"/>
                </a:lnTo>
                <a:lnTo>
                  <a:pt x="133661" y="59448"/>
                </a:lnTo>
                <a:lnTo>
                  <a:pt x="134319" y="62094"/>
                </a:lnTo>
                <a:lnTo>
                  <a:pt x="133815" y="64981"/>
                </a:lnTo>
                <a:lnTo>
                  <a:pt x="133815" y="69183"/>
                </a:lnTo>
                <a:lnTo>
                  <a:pt x="134319" y="72070"/>
                </a:lnTo>
                <a:lnTo>
                  <a:pt x="133661" y="74723"/>
                </a:lnTo>
                <a:lnTo>
                  <a:pt x="134246" y="77179"/>
                </a:lnTo>
                <a:lnTo>
                  <a:pt x="133566" y="77851"/>
                </a:lnTo>
                <a:lnTo>
                  <a:pt x="130358" y="77325"/>
                </a:lnTo>
                <a:lnTo>
                  <a:pt x="129875" y="79737"/>
                </a:lnTo>
                <a:lnTo>
                  <a:pt x="130306" y="82434"/>
                </a:lnTo>
                <a:lnTo>
                  <a:pt x="130306" y="86570"/>
                </a:lnTo>
                <a:lnTo>
                  <a:pt x="130928" y="89808"/>
                </a:lnTo>
                <a:lnTo>
                  <a:pt x="130175" y="92015"/>
                </a:lnTo>
                <a:lnTo>
                  <a:pt x="127120" y="91314"/>
                </a:lnTo>
                <a:lnTo>
                  <a:pt x="126469" y="91971"/>
                </a:lnTo>
                <a:lnTo>
                  <a:pt x="126820" y="94632"/>
                </a:lnTo>
                <a:lnTo>
                  <a:pt x="126754" y="95999"/>
                </a:lnTo>
                <a:lnTo>
                  <a:pt x="127163" y="97884"/>
                </a:lnTo>
                <a:lnTo>
                  <a:pt x="126579" y="99112"/>
                </a:lnTo>
                <a:lnTo>
                  <a:pt x="123685" y="98250"/>
                </a:lnTo>
                <a:lnTo>
                  <a:pt x="122961" y="98980"/>
                </a:lnTo>
                <a:lnTo>
                  <a:pt x="123319" y="101641"/>
                </a:lnTo>
                <a:lnTo>
                  <a:pt x="123253" y="102861"/>
                </a:lnTo>
                <a:lnTo>
                  <a:pt x="123663" y="105076"/>
                </a:lnTo>
                <a:lnTo>
                  <a:pt x="122932" y="106209"/>
                </a:lnTo>
                <a:lnTo>
                  <a:pt x="120264" y="105171"/>
                </a:lnTo>
                <a:lnTo>
                  <a:pt x="119292" y="106143"/>
                </a:lnTo>
                <a:lnTo>
                  <a:pt x="120344" y="108789"/>
                </a:lnTo>
                <a:lnTo>
                  <a:pt x="119022" y="109666"/>
                </a:lnTo>
                <a:lnTo>
                  <a:pt x="116968" y="108577"/>
                </a:lnTo>
                <a:lnTo>
                  <a:pt x="115682" y="109651"/>
                </a:lnTo>
                <a:lnTo>
                  <a:pt x="116829" y="112114"/>
                </a:lnTo>
                <a:lnTo>
                  <a:pt x="115689" y="113247"/>
                </a:lnTo>
                <a:lnTo>
                  <a:pt x="113350" y="112078"/>
                </a:lnTo>
                <a:lnTo>
                  <a:pt x="112180" y="113247"/>
                </a:lnTo>
                <a:lnTo>
                  <a:pt x="113350" y="115586"/>
                </a:lnTo>
                <a:lnTo>
                  <a:pt x="112276" y="116653"/>
                </a:lnTo>
                <a:lnTo>
                  <a:pt x="109630" y="115608"/>
                </a:lnTo>
                <a:lnTo>
                  <a:pt x="108753" y="116931"/>
                </a:lnTo>
                <a:lnTo>
                  <a:pt x="109842" y="118985"/>
                </a:lnTo>
                <a:lnTo>
                  <a:pt x="108760" y="120264"/>
                </a:lnTo>
                <a:lnTo>
                  <a:pt x="106304" y="119123"/>
                </a:lnTo>
                <a:lnTo>
                  <a:pt x="105245" y="120169"/>
                </a:lnTo>
                <a:lnTo>
                  <a:pt x="106319" y="122785"/>
                </a:lnTo>
                <a:lnTo>
                  <a:pt x="104484" y="124049"/>
                </a:lnTo>
                <a:lnTo>
                  <a:pt x="99668" y="122032"/>
                </a:lnTo>
                <a:lnTo>
                  <a:pt x="98396" y="123589"/>
                </a:lnTo>
                <a:lnTo>
                  <a:pt x="99171" y="126476"/>
                </a:lnTo>
                <a:lnTo>
                  <a:pt x="97461" y="127287"/>
                </a:lnTo>
                <a:lnTo>
                  <a:pt x="92549" y="125657"/>
                </a:lnTo>
                <a:lnTo>
                  <a:pt x="91431" y="127039"/>
                </a:lnTo>
                <a:lnTo>
                  <a:pt x="92089" y="130050"/>
                </a:lnTo>
                <a:lnTo>
                  <a:pt x="89977" y="130847"/>
                </a:lnTo>
                <a:lnTo>
                  <a:pt x="86578" y="130189"/>
                </a:lnTo>
                <a:lnTo>
                  <a:pt x="82617" y="130189"/>
                </a:lnTo>
                <a:lnTo>
                  <a:pt x="79686" y="129663"/>
                </a:lnTo>
                <a:lnTo>
                  <a:pt x="77362" y="130269"/>
                </a:lnTo>
                <a:lnTo>
                  <a:pt x="77969" y="133412"/>
                </a:lnTo>
                <a:lnTo>
                  <a:pt x="77355" y="134026"/>
                </a:lnTo>
                <a:lnTo>
                  <a:pt x="74687" y="133661"/>
                </a:lnTo>
                <a:lnTo>
                  <a:pt x="70697" y="133872"/>
                </a:lnTo>
                <a:lnTo>
                  <a:pt x="67137" y="133690"/>
                </a:lnTo>
                <a:lnTo>
                  <a:pt x="62672" y="133690"/>
                </a:lnTo>
                <a:lnTo>
                  <a:pt x="61071" y="133975"/>
                </a:lnTo>
                <a:lnTo>
                  <a:pt x="59500" y="133500"/>
                </a:lnTo>
                <a:lnTo>
                  <a:pt x="57095" y="13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0" y="1354841"/>
            <a:ext cx="62230" cy="127635"/>
          </a:xfrm>
          <a:custGeom>
            <a:avLst/>
            <a:gdLst/>
            <a:ahLst/>
            <a:cxnLst/>
            <a:rect l="l" t="t" r="r" b="b"/>
            <a:pathLst>
              <a:path w="62230" h="127634">
                <a:moveTo>
                  <a:pt x="12338" y="127339"/>
                </a:moveTo>
                <a:lnTo>
                  <a:pt x="8121" y="126674"/>
                </a:lnTo>
                <a:lnTo>
                  <a:pt x="0" y="126674"/>
                </a:lnTo>
                <a:lnTo>
                  <a:pt x="0" y="453"/>
                </a:lnTo>
                <a:lnTo>
                  <a:pt x="10599" y="453"/>
                </a:lnTo>
                <a:lnTo>
                  <a:pt x="13347" y="0"/>
                </a:lnTo>
                <a:lnTo>
                  <a:pt x="15737" y="511"/>
                </a:lnTo>
                <a:lnTo>
                  <a:pt x="15196" y="3705"/>
                </a:lnTo>
                <a:lnTo>
                  <a:pt x="15883" y="4392"/>
                </a:lnTo>
                <a:lnTo>
                  <a:pt x="18339" y="3808"/>
                </a:lnTo>
                <a:lnTo>
                  <a:pt x="20941" y="4451"/>
                </a:lnTo>
                <a:lnTo>
                  <a:pt x="24164" y="3062"/>
                </a:lnTo>
                <a:lnTo>
                  <a:pt x="26459" y="4195"/>
                </a:lnTo>
                <a:lnTo>
                  <a:pt x="25574" y="7060"/>
                </a:lnTo>
                <a:lnTo>
                  <a:pt x="26466" y="7951"/>
                </a:lnTo>
                <a:lnTo>
                  <a:pt x="29112" y="6899"/>
                </a:lnTo>
                <a:lnTo>
                  <a:pt x="29755" y="7864"/>
                </a:lnTo>
                <a:lnTo>
                  <a:pt x="29097" y="10794"/>
                </a:lnTo>
                <a:lnTo>
                  <a:pt x="30237" y="11306"/>
                </a:lnTo>
                <a:lnTo>
                  <a:pt x="32159" y="10963"/>
                </a:lnTo>
                <a:lnTo>
                  <a:pt x="33592" y="10963"/>
                </a:lnTo>
                <a:lnTo>
                  <a:pt x="36047" y="10627"/>
                </a:lnTo>
                <a:lnTo>
                  <a:pt x="37085" y="11409"/>
                </a:lnTo>
                <a:lnTo>
                  <a:pt x="35974" y="13952"/>
                </a:lnTo>
                <a:lnTo>
                  <a:pt x="37085" y="15055"/>
                </a:lnTo>
                <a:lnTo>
                  <a:pt x="39424" y="13886"/>
                </a:lnTo>
                <a:lnTo>
                  <a:pt x="40593" y="15055"/>
                </a:lnTo>
                <a:lnTo>
                  <a:pt x="39424" y="17394"/>
                </a:lnTo>
                <a:lnTo>
                  <a:pt x="40593" y="18564"/>
                </a:lnTo>
                <a:lnTo>
                  <a:pt x="42932" y="17395"/>
                </a:lnTo>
                <a:lnTo>
                  <a:pt x="44102" y="18557"/>
                </a:lnTo>
                <a:lnTo>
                  <a:pt x="42932" y="20895"/>
                </a:lnTo>
                <a:lnTo>
                  <a:pt x="44102" y="22065"/>
                </a:lnTo>
                <a:lnTo>
                  <a:pt x="46440" y="20895"/>
                </a:lnTo>
                <a:lnTo>
                  <a:pt x="47610" y="22065"/>
                </a:lnTo>
                <a:lnTo>
                  <a:pt x="46440" y="24403"/>
                </a:lnTo>
                <a:lnTo>
                  <a:pt x="47537" y="25500"/>
                </a:lnTo>
                <a:lnTo>
                  <a:pt x="50117" y="24411"/>
                </a:lnTo>
                <a:lnTo>
                  <a:pt x="51439" y="26238"/>
                </a:lnTo>
                <a:lnTo>
                  <a:pt x="49371" y="31054"/>
                </a:lnTo>
                <a:lnTo>
                  <a:pt x="51176" y="32531"/>
                </a:lnTo>
                <a:lnTo>
                  <a:pt x="53464" y="31405"/>
                </a:lnTo>
                <a:lnTo>
                  <a:pt x="54604" y="32604"/>
                </a:lnTo>
                <a:lnTo>
                  <a:pt x="53442" y="34920"/>
                </a:lnTo>
                <a:lnTo>
                  <a:pt x="54436" y="35915"/>
                </a:lnTo>
                <a:lnTo>
                  <a:pt x="57301" y="35030"/>
                </a:lnTo>
                <a:lnTo>
                  <a:pt x="58434" y="37325"/>
                </a:lnTo>
                <a:lnTo>
                  <a:pt x="57045" y="40534"/>
                </a:lnTo>
                <a:lnTo>
                  <a:pt x="57688" y="43143"/>
                </a:lnTo>
                <a:lnTo>
                  <a:pt x="57104" y="45606"/>
                </a:lnTo>
                <a:lnTo>
                  <a:pt x="57798" y="46286"/>
                </a:lnTo>
                <a:lnTo>
                  <a:pt x="60984" y="45737"/>
                </a:lnTo>
                <a:lnTo>
                  <a:pt x="61730" y="49114"/>
                </a:lnTo>
                <a:lnTo>
                  <a:pt x="61043" y="53382"/>
                </a:lnTo>
                <a:lnTo>
                  <a:pt x="61043" y="76251"/>
                </a:lnTo>
                <a:lnTo>
                  <a:pt x="61496" y="78999"/>
                </a:lnTo>
                <a:lnTo>
                  <a:pt x="60977" y="81389"/>
                </a:lnTo>
                <a:lnTo>
                  <a:pt x="57791" y="80848"/>
                </a:lnTo>
                <a:lnTo>
                  <a:pt x="57206" y="81440"/>
                </a:lnTo>
                <a:lnTo>
                  <a:pt x="57564" y="84100"/>
                </a:lnTo>
                <a:lnTo>
                  <a:pt x="57491" y="85540"/>
                </a:lnTo>
                <a:lnTo>
                  <a:pt x="57878" y="87258"/>
                </a:lnTo>
                <a:lnTo>
                  <a:pt x="57264" y="88800"/>
                </a:lnTo>
                <a:lnTo>
                  <a:pt x="58039" y="91117"/>
                </a:lnTo>
                <a:lnTo>
                  <a:pt x="57126" y="92030"/>
                </a:lnTo>
                <a:lnTo>
                  <a:pt x="54282" y="91131"/>
                </a:lnTo>
                <a:lnTo>
                  <a:pt x="53676" y="92323"/>
                </a:lnTo>
                <a:lnTo>
                  <a:pt x="54575" y="94581"/>
                </a:lnTo>
                <a:lnTo>
                  <a:pt x="53661" y="95495"/>
                </a:lnTo>
                <a:lnTo>
                  <a:pt x="50716" y="94676"/>
                </a:lnTo>
                <a:lnTo>
                  <a:pt x="49788" y="96839"/>
                </a:lnTo>
                <a:lnTo>
                  <a:pt x="51615" y="100662"/>
                </a:lnTo>
                <a:lnTo>
                  <a:pt x="50102" y="102716"/>
                </a:lnTo>
                <a:lnTo>
                  <a:pt x="47537" y="101619"/>
                </a:lnTo>
                <a:lnTo>
                  <a:pt x="46440" y="102723"/>
                </a:lnTo>
                <a:lnTo>
                  <a:pt x="47610" y="105061"/>
                </a:lnTo>
                <a:lnTo>
                  <a:pt x="46440" y="106231"/>
                </a:lnTo>
                <a:lnTo>
                  <a:pt x="44102" y="105062"/>
                </a:lnTo>
                <a:lnTo>
                  <a:pt x="42932" y="106224"/>
                </a:lnTo>
                <a:lnTo>
                  <a:pt x="44102" y="108562"/>
                </a:lnTo>
                <a:lnTo>
                  <a:pt x="42932" y="109732"/>
                </a:lnTo>
                <a:lnTo>
                  <a:pt x="40593" y="108563"/>
                </a:lnTo>
                <a:lnTo>
                  <a:pt x="39424" y="109732"/>
                </a:lnTo>
                <a:lnTo>
                  <a:pt x="40593" y="112071"/>
                </a:lnTo>
                <a:lnTo>
                  <a:pt x="39424" y="113240"/>
                </a:lnTo>
                <a:lnTo>
                  <a:pt x="37085" y="112071"/>
                </a:lnTo>
                <a:lnTo>
                  <a:pt x="35989" y="113167"/>
                </a:lnTo>
                <a:lnTo>
                  <a:pt x="37078" y="115747"/>
                </a:lnTo>
                <a:lnTo>
                  <a:pt x="35244" y="117062"/>
                </a:lnTo>
                <a:lnTo>
                  <a:pt x="30434" y="115002"/>
                </a:lnTo>
                <a:lnTo>
                  <a:pt x="28958" y="116807"/>
                </a:lnTo>
                <a:lnTo>
                  <a:pt x="30084" y="119094"/>
                </a:lnTo>
                <a:lnTo>
                  <a:pt x="28878" y="120242"/>
                </a:lnTo>
                <a:lnTo>
                  <a:pt x="26568" y="119073"/>
                </a:lnTo>
                <a:lnTo>
                  <a:pt x="25574" y="120066"/>
                </a:lnTo>
                <a:lnTo>
                  <a:pt x="26459" y="122931"/>
                </a:lnTo>
                <a:lnTo>
                  <a:pt x="24156" y="124057"/>
                </a:lnTo>
                <a:lnTo>
                  <a:pt x="20948" y="122676"/>
                </a:lnTo>
                <a:lnTo>
                  <a:pt x="18339" y="123319"/>
                </a:lnTo>
                <a:lnTo>
                  <a:pt x="15883" y="122734"/>
                </a:lnTo>
                <a:lnTo>
                  <a:pt x="15196" y="123421"/>
                </a:lnTo>
                <a:lnTo>
                  <a:pt x="15737" y="126615"/>
                </a:lnTo>
                <a:lnTo>
                  <a:pt x="12338" y="1273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407788" y="1354630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3394" y="127302"/>
                </a:moveTo>
                <a:lnTo>
                  <a:pt x="71347" y="126711"/>
                </a:lnTo>
                <a:lnTo>
                  <a:pt x="68394" y="127266"/>
                </a:lnTo>
                <a:lnTo>
                  <a:pt x="65734" y="126864"/>
                </a:lnTo>
                <a:lnTo>
                  <a:pt x="55502" y="126864"/>
                </a:lnTo>
                <a:lnTo>
                  <a:pt x="53975" y="127127"/>
                </a:lnTo>
                <a:lnTo>
                  <a:pt x="52681" y="126769"/>
                </a:lnTo>
                <a:lnTo>
                  <a:pt x="53295" y="123641"/>
                </a:lnTo>
                <a:lnTo>
                  <a:pt x="52681" y="123027"/>
                </a:lnTo>
                <a:lnTo>
                  <a:pt x="50021" y="123385"/>
                </a:lnTo>
                <a:lnTo>
                  <a:pt x="48464" y="123305"/>
                </a:lnTo>
                <a:lnTo>
                  <a:pt x="46995" y="123641"/>
                </a:lnTo>
                <a:lnTo>
                  <a:pt x="45357" y="123173"/>
                </a:lnTo>
                <a:lnTo>
                  <a:pt x="42938" y="123809"/>
                </a:lnTo>
                <a:lnTo>
                  <a:pt x="42010" y="122866"/>
                </a:lnTo>
                <a:lnTo>
                  <a:pt x="43055" y="120220"/>
                </a:lnTo>
                <a:lnTo>
                  <a:pt x="41835" y="119409"/>
                </a:lnTo>
                <a:lnTo>
                  <a:pt x="39788" y="120001"/>
                </a:lnTo>
                <a:lnTo>
                  <a:pt x="37925" y="119657"/>
                </a:lnTo>
                <a:lnTo>
                  <a:pt x="36573" y="119855"/>
                </a:lnTo>
                <a:lnTo>
                  <a:pt x="34738" y="119855"/>
                </a:lnTo>
                <a:lnTo>
                  <a:pt x="32618" y="120206"/>
                </a:lnTo>
                <a:lnTo>
                  <a:pt x="31478" y="119577"/>
                </a:lnTo>
                <a:lnTo>
                  <a:pt x="32421" y="116778"/>
                </a:lnTo>
                <a:lnTo>
                  <a:pt x="31398" y="115762"/>
                </a:lnTo>
                <a:lnTo>
                  <a:pt x="29066" y="116931"/>
                </a:lnTo>
                <a:lnTo>
                  <a:pt x="27897" y="115762"/>
                </a:lnTo>
                <a:lnTo>
                  <a:pt x="29066" y="113423"/>
                </a:lnTo>
                <a:lnTo>
                  <a:pt x="27897" y="112261"/>
                </a:lnTo>
                <a:lnTo>
                  <a:pt x="25668" y="113306"/>
                </a:lnTo>
                <a:lnTo>
                  <a:pt x="24418" y="112466"/>
                </a:lnTo>
                <a:lnTo>
                  <a:pt x="25463" y="109827"/>
                </a:lnTo>
                <a:lnTo>
                  <a:pt x="24644" y="109002"/>
                </a:lnTo>
                <a:lnTo>
                  <a:pt x="21977" y="109367"/>
                </a:lnTo>
                <a:lnTo>
                  <a:pt x="20961" y="109308"/>
                </a:lnTo>
                <a:lnTo>
                  <a:pt x="18293" y="109674"/>
                </a:lnTo>
                <a:lnTo>
                  <a:pt x="16897" y="108271"/>
                </a:lnTo>
                <a:lnTo>
                  <a:pt x="18586" y="103768"/>
                </a:lnTo>
                <a:lnTo>
                  <a:pt x="17782" y="101876"/>
                </a:lnTo>
                <a:lnTo>
                  <a:pt x="14822" y="102694"/>
                </a:lnTo>
                <a:lnTo>
                  <a:pt x="13872" y="101729"/>
                </a:lnTo>
                <a:lnTo>
                  <a:pt x="15034" y="99427"/>
                </a:lnTo>
                <a:lnTo>
                  <a:pt x="13908" y="98229"/>
                </a:lnTo>
                <a:lnTo>
                  <a:pt x="11525" y="99391"/>
                </a:lnTo>
                <a:lnTo>
                  <a:pt x="10466" y="98331"/>
                </a:lnTo>
                <a:lnTo>
                  <a:pt x="11518" y="95678"/>
                </a:lnTo>
                <a:lnTo>
                  <a:pt x="10502" y="95005"/>
                </a:lnTo>
                <a:lnTo>
                  <a:pt x="7688" y="95758"/>
                </a:lnTo>
                <a:lnTo>
                  <a:pt x="6709" y="93946"/>
                </a:lnTo>
                <a:lnTo>
                  <a:pt x="7447" y="89889"/>
                </a:lnTo>
                <a:lnTo>
                  <a:pt x="7447" y="87288"/>
                </a:lnTo>
                <a:lnTo>
                  <a:pt x="7717" y="85753"/>
                </a:lnTo>
                <a:lnTo>
                  <a:pt x="7359" y="84459"/>
                </a:lnTo>
                <a:lnTo>
                  <a:pt x="4231" y="85073"/>
                </a:lnTo>
                <a:lnTo>
                  <a:pt x="3610" y="84459"/>
                </a:lnTo>
                <a:lnTo>
                  <a:pt x="3975" y="81799"/>
                </a:lnTo>
                <a:lnTo>
                  <a:pt x="3888" y="80242"/>
                </a:lnTo>
                <a:lnTo>
                  <a:pt x="4231" y="78773"/>
                </a:lnTo>
                <a:lnTo>
                  <a:pt x="3764" y="77136"/>
                </a:lnTo>
                <a:lnTo>
                  <a:pt x="4399" y="74724"/>
                </a:lnTo>
                <a:lnTo>
                  <a:pt x="3457" y="73788"/>
                </a:lnTo>
                <a:lnTo>
                  <a:pt x="811" y="74841"/>
                </a:lnTo>
                <a:lnTo>
                  <a:pt x="0" y="73620"/>
                </a:lnTo>
                <a:lnTo>
                  <a:pt x="591" y="71566"/>
                </a:lnTo>
                <a:lnTo>
                  <a:pt x="36" y="68614"/>
                </a:lnTo>
                <a:lnTo>
                  <a:pt x="445" y="65961"/>
                </a:lnTo>
                <a:lnTo>
                  <a:pt x="445" y="55729"/>
                </a:lnTo>
                <a:lnTo>
                  <a:pt x="175" y="54201"/>
                </a:lnTo>
                <a:lnTo>
                  <a:pt x="533" y="52907"/>
                </a:lnTo>
                <a:lnTo>
                  <a:pt x="3661" y="53521"/>
                </a:lnTo>
                <a:lnTo>
                  <a:pt x="4282" y="52900"/>
                </a:lnTo>
                <a:lnTo>
                  <a:pt x="3917" y="50240"/>
                </a:lnTo>
                <a:lnTo>
                  <a:pt x="4005" y="48690"/>
                </a:lnTo>
                <a:lnTo>
                  <a:pt x="3661" y="47214"/>
                </a:lnTo>
                <a:lnTo>
                  <a:pt x="4129" y="45584"/>
                </a:lnTo>
                <a:lnTo>
                  <a:pt x="3493" y="43165"/>
                </a:lnTo>
                <a:lnTo>
                  <a:pt x="4436" y="42230"/>
                </a:lnTo>
                <a:lnTo>
                  <a:pt x="7081" y="43282"/>
                </a:lnTo>
                <a:lnTo>
                  <a:pt x="7893" y="42061"/>
                </a:lnTo>
                <a:lnTo>
                  <a:pt x="7301" y="40015"/>
                </a:lnTo>
                <a:lnTo>
                  <a:pt x="7644" y="38151"/>
                </a:lnTo>
                <a:lnTo>
                  <a:pt x="7447" y="36799"/>
                </a:lnTo>
                <a:lnTo>
                  <a:pt x="7447" y="34965"/>
                </a:lnTo>
                <a:lnTo>
                  <a:pt x="7104" y="32838"/>
                </a:lnTo>
                <a:lnTo>
                  <a:pt x="7725" y="31698"/>
                </a:lnTo>
                <a:lnTo>
                  <a:pt x="10531" y="32640"/>
                </a:lnTo>
                <a:lnTo>
                  <a:pt x="11540" y="31625"/>
                </a:lnTo>
                <a:lnTo>
                  <a:pt x="10371" y="29286"/>
                </a:lnTo>
                <a:lnTo>
                  <a:pt x="11540" y="28116"/>
                </a:lnTo>
                <a:lnTo>
                  <a:pt x="13879" y="29286"/>
                </a:lnTo>
                <a:lnTo>
                  <a:pt x="15041" y="28116"/>
                </a:lnTo>
                <a:lnTo>
                  <a:pt x="13996" y="25894"/>
                </a:lnTo>
                <a:lnTo>
                  <a:pt x="14836" y="24637"/>
                </a:lnTo>
                <a:lnTo>
                  <a:pt x="17475" y="25683"/>
                </a:lnTo>
                <a:lnTo>
                  <a:pt x="18301" y="24864"/>
                </a:lnTo>
                <a:lnTo>
                  <a:pt x="17935" y="22204"/>
                </a:lnTo>
                <a:lnTo>
                  <a:pt x="17994" y="21180"/>
                </a:lnTo>
                <a:lnTo>
                  <a:pt x="17628" y="18513"/>
                </a:lnTo>
                <a:lnTo>
                  <a:pt x="19031" y="17124"/>
                </a:lnTo>
                <a:lnTo>
                  <a:pt x="23533" y="18805"/>
                </a:lnTo>
                <a:lnTo>
                  <a:pt x="25426" y="18001"/>
                </a:lnTo>
                <a:lnTo>
                  <a:pt x="24608" y="15048"/>
                </a:lnTo>
                <a:lnTo>
                  <a:pt x="25573" y="14091"/>
                </a:lnTo>
                <a:lnTo>
                  <a:pt x="27875" y="15253"/>
                </a:lnTo>
                <a:lnTo>
                  <a:pt x="29081" y="14135"/>
                </a:lnTo>
                <a:lnTo>
                  <a:pt x="27911" y="11752"/>
                </a:lnTo>
                <a:lnTo>
                  <a:pt x="28971" y="10692"/>
                </a:lnTo>
                <a:lnTo>
                  <a:pt x="31624" y="11737"/>
                </a:lnTo>
                <a:lnTo>
                  <a:pt x="32282" y="10736"/>
                </a:lnTo>
                <a:lnTo>
                  <a:pt x="31566" y="7893"/>
                </a:lnTo>
                <a:lnTo>
                  <a:pt x="33758" y="6760"/>
                </a:lnTo>
                <a:lnTo>
                  <a:pt x="37055" y="8156"/>
                </a:lnTo>
                <a:lnTo>
                  <a:pt x="39627" y="7520"/>
                </a:lnTo>
                <a:lnTo>
                  <a:pt x="42090" y="8105"/>
                </a:lnTo>
                <a:lnTo>
                  <a:pt x="42777" y="7411"/>
                </a:lnTo>
                <a:lnTo>
                  <a:pt x="42215" y="4231"/>
                </a:lnTo>
                <a:lnTo>
                  <a:pt x="45803" y="3369"/>
                </a:lnTo>
                <a:lnTo>
                  <a:pt x="49677" y="4757"/>
                </a:lnTo>
                <a:lnTo>
                  <a:pt x="53017" y="4173"/>
                </a:lnTo>
                <a:lnTo>
                  <a:pt x="53273" y="4122"/>
                </a:lnTo>
                <a:lnTo>
                  <a:pt x="52783" y="899"/>
                </a:lnTo>
                <a:lnTo>
                  <a:pt x="53353" y="329"/>
                </a:lnTo>
                <a:lnTo>
                  <a:pt x="56014" y="694"/>
                </a:lnTo>
                <a:lnTo>
                  <a:pt x="57687" y="599"/>
                </a:lnTo>
                <a:lnTo>
                  <a:pt x="63176" y="614"/>
                </a:lnTo>
                <a:lnTo>
                  <a:pt x="67488" y="0"/>
                </a:lnTo>
                <a:lnTo>
                  <a:pt x="71157" y="796"/>
                </a:lnTo>
                <a:lnTo>
                  <a:pt x="73650" y="248"/>
                </a:lnTo>
                <a:lnTo>
                  <a:pt x="74541" y="1154"/>
                </a:lnTo>
                <a:lnTo>
                  <a:pt x="73496" y="3800"/>
                </a:lnTo>
                <a:lnTo>
                  <a:pt x="74768" y="4641"/>
                </a:lnTo>
                <a:lnTo>
                  <a:pt x="76712" y="3946"/>
                </a:lnTo>
                <a:lnTo>
                  <a:pt x="78729" y="4480"/>
                </a:lnTo>
                <a:lnTo>
                  <a:pt x="83882" y="3325"/>
                </a:lnTo>
                <a:lnTo>
                  <a:pt x="84817" y="4465"/>
                </a:lnTo>
                <a:lnTo>
                  <a:pt x="84276" y="7601"/>
                </a:lnTo>
                <a:lnTo>
                  <a:pt x="86557" y="8215"/>
                </a:lnTo>
                <a:lnTo>
                  <a:pt x="89531" y="7674"/>
                </a:lnTo>
                <a:lnTo>
                  <a:pt x="92352" y="7674"/>
                </a:lnTo>
                <a:lnTo>
                  <a:pt x="94435" y="7323"/>
                </a:lnTo>
                <a:lnTo>
                  <a:pt x="95590" y="7930"/>
                </a:lnTo>
                <a:lnTo>
                  <a:pt x="94676" y="10765"/>
                </a:lnTo>
                <a:lnTo>
                  <a:pt x="95678" y="11759"/>
                </a:lnTo>
                <a:lnTo>
                  <a:pt x="98016" y="10597"/>
                </a:lnTo>
                <a:lnTo>
                  <a:pt x="99186" y="11759"/>
                </a:lnTo>
                <a:lnTo>
                  <a:pt x="98017" y="14098"/>
                </a:lnTo>
                <a:lnTo>
                  <a:pt x="99186" y="15268"/>
                </a:lnTo>
                <a:lnTo>
                  <a:pt x="101408" y="14222"/>
                </a:lnTo>
                <a:lnTo>
                  <a:pt x="102665" y="15055"/>
                </a:lnTo>
                <a:lnTo>
                  <a:pt x="101620" y="17701"/>
                </a:lnTo>
                <a:lnTo>
                  <a:pt x="102438" y="18520"/>
                </a:lnTo>
                <a:lnTo>
                  <a:pt x="105099" y="18162"/>
                </a:lnTo>
                <a:lnTo>
                  <a:pt x="106100" y="18213"/>
                </a:lnTo>
                <a:lnTo>
                  <a:pt x="108811" y="17862"/>
                </a:lnTo>
                <a:lnTo>
                  <a:pt x="110193" y="19316"/>
                </a:lnTo>
                <a:lnTo>
                  <a:pt x="108475" y="23709"/>
                </a:lnTo>
                <a:lnTo>
                  <a:pt x="109301" y="25646"/>
                </a:lnTo>
                <a:lnTo>
                  <a:pt x="112254" y="24835"/>
                </a:lnTo>
                <a:lnTo>
                  <a:pt x="113211" y="25799"/>
                </a:lnTo>
                <a:lnTo>
                  <a:pt x="112049" y="28101"/>
                </a:lnTo>
                <a:lnTo>
                  <a:pt x="113168" y="29300"/>
                </a:lnTo>
                <a:lnTo>
                  <a:pt x="115550" y="28138"/>
                </a:lnTo>
                <a:lnTo>
                  <a:pt x="116610" y="29198"/>
                </a:lnTo>
                <a:lnTo>
                  <a:pt x="115565" y="31843"/>
                </a:lnTo>
                <a:lnTo>
                  <a:pt x="116573" y="32509"/>
                </a:lnTo>
                <a:lnTo>
                  <a:pt x="119409" y="31785"/>
                </a:lnTo>
                <a:lnTo>
                  <a:pt x="120367" y="33612"/>
                </a:lnTo>
                <a:lnTo>
                  <a:pt x="119628" y="37603"/>
                </a:lnTo>
                <a:lnTo>
                  <a:pt x="119628" y="40241"/>
                </a:lnTo>
                <a:lnTo>
                  <a:pt x="119365" y="41769"/>
                </a:lnTo>
                <a:lnTo>
                  <a:pt x="119723" y="43062"/>
                </a:lnTo>
                <a:lnTo>
                  <a:pt x="122852" y="42448"/>
                </a:lnTo>
                <a:lnTo>
                  <a:pt x="123466" y="43070"/>
                </a:lnTo>
                <a:lnTo>
                  <a:pt x="123108" y="45730"/>
                </a:lnTo>
                <a:lnTo>
                  <a:pt x="123188" y="47279"/>
                </a:lnTo>
                <a:lnTo>
                  <a:pt x="122844" y="48756"/>
                </a:lnTo>
                <a:lnTo>
                  <a:pt x="123319" y="50386"/>
                </a:lnTo>
                <a:lnTo>
                  <a:pt x="122683" y="52805"/>
                </a:lnTo>
                <a:lnTo>
                  <a:pt x="123619" y="53740"/>
                </a:lnTo>
                <a:lnTo>
                  <a:pt x="126272" y="52688"/>
                </a:lnTo>
                <a:lnTo>
                  <a:pt x="127083" y="53908"/>
                </a:lnTo>
                <a:lnTo>
                  <a:pt x="126484" y="55955"/>
                </a:lnTo>
                <a:lnTo>
                  <a:pt x="127047" y="58908"/>
                </a:lnTo>
                <a:lnTo>
                  <a:pt x="126638" y="61568"/>
                </a:lnTo>
                <a:lnTo>
                  <a:pt x="126638" y="71800"/>
                </a:lnTo>
                <a:lnTo>
                  <a:pt x="126901" y="73327"/>
                </a:lnTo>
                <a:lnTo>
                  <a:pt x="126550" y="74621"/>
                </a:lnTo>
                <a:lnTo>
                  <a:pt x="123414" y="74007"/>
                </a:lnTo>
                <a:lnTo>
                  <a:pt x="122801" y="74621"/>
                </a:lnTo>
                <a:lnTo>
                  <a:pt x="123159" y="77289"/>
                </a:lnTo>
                <a:lnTo>
                  <a:pt x="123078" y="78838"/>
                </a:lnTo>
                <a:lnTo>
                  <a:pt x="123422" y="80315"/>
                </a:lnTo>
                <a:lnTo>
                  <a:pt x="122954" y="81945"/>
                </a:lnTo>
                <a:lnTo>
                  <a:pt x="123583" y="84364"/>
                </a:lnTo>
                <a:lnTo>
                  <a:pt x="122647" y="85292"/>
                </a:lnTo>
                <a:lnTo>
                  <a:pt x="120001" y="84247"/>
                </a:lnTo>
                <a:lnTo>
                  <a:pt x="119190" y="85467"/>
                </a:lnTo>
                <a:lnTo>
                  <a:pt x="119782" y="87514"/>
                </a:lnTo>
                <a:lnTo>
                  <a:pt x="119431" y="89377"/>
                </a:lnTo>
                <a:lnTo>
                  <a:pt x="119628" y="90729"/>
                </a:lnTo>
                <a:lnTo>
                  <a:pt x="119628" y="92564"/>
                </a:lnTo>
                <a:lnTo>
                  <a:pt x="119979" y="94684"/>
                </a:lnTo>
                <a:lnTo>
                  <a:pt x="119351" y="95824"/>
                </a:lnTo>
                <a:lnTo>
                  <a:pt x="116552" y="94881"/>
                </a:lnTo>
                <a:lnTo>
                  <a:pt x="115543" y="95904"/>
                </a:lnTo>
                <a:lnTo>
                  <a:pt x="116712" y="98243"/>
                </a:lnTo>
                <a:lnTo>
                  <a:pt x="115543" y="99405"/>
                </a:lnTo>
                <a:lnTo>
                  <a:pt x="113204" y="98243"/>
                </a:lnTo>
                <a:lnTo>
                  <a:pt x="112035" y="99405"/>
                </a:lnTo>
                <a:lnTo>
                  <a:pt x="113080" y="101634"/>
                </a:lnTo>
                <a:lnTo>
                  <a:pt x="112247" y="102884"/>
                </a:lnTo>
                <a:lnTo>
                  <a:pt x="109601" y="101846"/>
                </a:lnTo>
                <a:lnTo>
                  <a:pt x="108782" y="102665"/>
                </a:lnTo>
                <a:lnTo>
                  <a:pt x="109140" y="105325"/>
                </a:lnTo>
                <a:lnTo>
                  <a:pt x="109089" y="106341"/>
                </a:lnTo>
                <a:lnTo>
                  <a:pt x="109448" y="109009"/>
                </a:lnTo>
                <a:lnTo>
                  <a:pt x="108052" y="110405"/>
                </a:lnTo>
                <a:lnTo>
                  <a:pt x="103542" y="108716"/>
                </a:lnTo>
                <a:lnTo>
                  <a:pt x="101656" y="109528"/>
                </a:lnTo>
                <a:lnTo>
                  <a:pt x="102468" y="112480"/>
                </a:lnTo>
                <a:lnTo>
                  <a:pt x="101510" y="113438"/>
                </a:lnTo>
                <a:lnTo>
                  <a:pt x="99208" y="112268"/>
                </a:lnTo>
                <a:lnTo>
                  <a:pt x="98002" y="113394"/>
                </a:lnTo>
                <a:lnTo>
                  <a:pt x="99164" y="115777"/>
                </a:lnTo>
                <a:lnTo>
                  <a:pt x="98105" y="116836"/>
                </a:lnTo>
                <a:lnTo>
                  <a:pt x="95459" y="115791"/>
                </a:lnTo>
                <a:lnTo>
                  <a:pt x="94786" y="116800"/>
                </a:lnTo>
                <a:lnTo>
                  <a:pt x="95532" y="119614"/>
                </a:lnTo>
                <a:lnTo>
                  <a:pt x="93726" y="120600"/>
                </a:lnTo>
                <a:lnTo>
                  <a:pt x="89663" y="119855"/>
                </a:lnTo>
                <a:lnTo>
                  <a:pt x="87061" y="119855"/>
                </a:lnTo>
                <a:lnTo>
                  <a:pt x="85533" y="119592"/>
                </a:lnTo>
                <a:lnTo>
                  <a:pt x="84240" y="119943"/>
                </a:lnTo>
                <a:lnTo>
                  <a:pt x="84854" y="123071"/>
                </a:lnTo>
                <a:lnTo>
                  <a:pt x="84232" y="123692"/>
                </a:lnTo>
                <a:lnTo>
                  <a:pt x="81572" y="123327"/>
                </a:lnTo>
                <a:lnTo>
                  <a:pt x="80023" y="123414"/>
                </a:lnTo>
                <a:lnTo>
                  <a:pt x="78546" y="123071"/>
                </a:lnTo>
                <a:lnTo>
                  <a:pt x="76916" y="123538"/>
                </a:lnTo>
                <a:lnTo>
                  <a:pt x="74497" y="122903"/>
                </a:lnTo>
                <a:lnTo>
                  <a:pt x="73569" y="123845"/>
                </a:lnTo>
                <a:lnTo>
                  <a:pt x="74614" y="126491"/>
                </a:lnTo>
                <a:lnTo>
                  <a:pt x="73394" y="1273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625023" y="1361602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71237" y="113605"/>
                </a:moveTo>
                <a:lnTo>
                  <a:pt x="66969" y="112918"/>
                </a:lnTo>
                <a:lnTo>
                  <a:pt x="44122" y="112918"/>
                </a:lnTo>
                <a:lnTo>
                  <a:pt x="41330" y="113379"/>
                </a:lnTo>
                <a:lnTo>
                  <a:pt x="38955" y="112845"/>
                </a:lnTo>
                <a:lnTo>
                  <a:pt x="39510" y="109673"/>
                </a:lnTo>
                <a:lnTo>
                  <a:pt x="38816" y="108979"/>
                </a:lnTo>
                <a:lnTo>
                  <a:pt x="36360" y="109564"/>
                </a:lnTo>
                <a:lnTo>
                  <a:pt x="33773" y="108921"/>
                </a:lnTo>
                <a:lnTo>
                  <a:pt x="30521" y="110309"/>
                </a:lnTo>
                <a:lnTo>
                  <a:pt x="28248" y="109169"/>
                </a:lnTo>
                <a:lnTo>
                  <a:pt x="29139" y="106311"/>
                </a:lnTo>
                <a:lnTo>
                  <a:pt x="28146" y="105325"/>
                </a:lnTo>
                <a:lnTo>
                  <a:pt x="25807" y="106494"/>
                </a:lnTo>
                <a:lnTo>
                  <a:pt x="24637" y="105325"/>
                </a:lnTo>
                <a:lnTo>
                  <a:pt x="25807" y="102986"/>
                </a:lnTo>
                <a:lnTo>
                  <a:pt x="24652" y="101831"/>
                </a:lnTo>
                <a:lnTo>
                  <a:pt x="22423" y="102840"/>
                </a:lnTo>
                <a:lnTo>
                  <a:pt x="21019" y="101963"/>
                </a:lnTo>
                <a:lnTo>
                  <a:pt x="18790" y="102978"/>
                </a:lnTo>
                <a:lnTo>
                  <a:pt x="17723" y="101911"/>
                </a:lnTo>
                <a:lnTo>
                  <a:pt x="18776" y="99266"/>
                </a:lnTo>
                <a:lnTo>
                  <a:pt x="17511" y="98432"/>
                </a:lnTo>
                <a:lnTo>
                  <a:pt x="15297" y="99485"/>
                </a:lnTo>
                <a:lnTo>
                  <a:pt x="14127" y="98316"/>
                </a:lnTo>
                <a:lnTo>
                  <a:pt x="15297" y="95977"/>
                </a:lnTo>
                <a:lnTo>
                  <a:pt x="14339" y="95019"/>
                </a:lnTo>
                <a:lnTo>
                  <a:pt x="11394" y="95838"/>
                </a:lnTo>
                <a:lnTo>
                  <a:pt x="10473" y="93689"/>
                </a:lnTo>
                <a:lnTo>
                  <a:pt x="12293" y="89830"/>
                </a:lnTo>
                <a:lnTo>
                  <a:pt x="10765" y="87798"/>
                </a:lnTo>
                <a:lnTo>
                  <a:pt x="8222" y="88895"/>
                </a:lnTo>
                <a:lnTo>
                  <a:pt x="7213" y="87886"/>
                </a:lnTo>
                <a:lnTo>
                  <a:pt x="8258" y="85240"/>
                </a:lnTo>
                <a:lnTo>
                  <a:pt x="7264" y="84582"/>
                </a:lnTo>
                <a:lnTo>
                  <a:pt x="4399" y="85292"/>
                </a:lnTo>
                <a:lnTo>
                  <a:pt x="3296" y="83077"/>
                </a:lnTo>
                <a:lnTo>
                  <a:pt x="4684" y="79825"/>
                </a:lnTo>
                <a:lnTo>
                  <a:pt x="4041" y="77230"/>
                </a:lnTo>
                <a:lnTo>
                  <a:pt x="4626" y="74774"/>
                </a:lnTo>
                <a:lnTo>
                  <a:pt x="3939" y="74087"/>
                </a:lnTo>
                <a:lnTo>
                  <a:pt x="752" y="74643"/>
                </a:lnTo>
                <a:lnTo>
                  <a:pt x="0" y="71274"/>
                </a:lnTo>
                <a:lnTo>
                  <a:pt x="694" y="66991"/>
                </a:lnTo>
                <a:lnTo>
                  <a:pt x="694" y="44144"/>
                </a:lnTo>
                <a:lnTo>
                  <a:pt x="233" y="41367"/>
                </a:lnTo>
                <a:lnTo>
                  <a:pt x="760" y="38984"/>
                </a:lnTo>
                <a:lnTo>
                  <a:pt x="3939" y="39532"/>
                </a:lnTo>
                <a:lnTo>
                  <a:pt x="4626" y="38845"/>
                </a:lnTo>
                <a:lnTo>
                  <a:pt x="4041" y="36390"/>
                </a:lnTo>
                <a:lnTo>
                  <a:pt x="4692" y="33773"/>
                </a:lnTo>
                <a:lnTo>
                  <a:pt x="3310" y="30594"/>
                </a:lnTo>
                <a:lnTo>
                  <a:pt x="4421" y="28284"/>
                </a:lnTo>
                <a:lnTo>
                  <a:pt x="7308" y="29154"/>
                </a:lnTo>
                <a:lnTo>
                  <a:pt x="8192" y="28262"/>
                </a:lnTo>
                <a:lnTo>
                  <a:pt x="7140" y="25617"/>
                </a:lnTo>
                <a:lnTo>
                  <a:pt x="8105" y="24981"/>
                </a:lnTo>
                <a:lnTo>
                  <a:pt x="11036" y="25639"/>
                </a:lnTo>
                <a:lnTo>
                  <a:pt x="11547" y="24498"/>
                </a:lnTo>
                <a:lnTo>
                  <a:pt x="11204" y="22576"/>
                </a:lnTo>
                <a:lnTo>
                  <a:pt x="11204" y="21188"/>
                </a:lnTo>
                <a:lnTo>
                  <a:pt x="10875" y="18637"/>
                </a:lnTo>
                <a:lnTo>
                  <a:pt x="11686" y="17650"/>
                </a:lnTo>
                <a:lnTo>
                  <a:pt x="14164" y="18783"/>
                </a:lnTo>
                <a:lnTo>
                  <a:pt x="15202" y="17753"/>
                </a:lnTo>
                <a:lnTo>
                  <a:pt x="14149" y="15107"/>
                </a:lnTo>
                <a:lnTo>
                  <a:pt x="15472" y="14230"/>
                </a:lnTo>
                <a:lnTo>
                  <a:pt x="17526" y="15318"/>
                </a:lnTo>
                <a:lnTo>
                  <a:pt x="18805" y="14237"/>
                </a:lnTo>
                <a:lnTo>
                  <a:pt x="17665" y="11781"/>
                </a:lnTo>
                <a:lnTo>
                  <a:pt x="18812" y="10634"/>
                </a:lnTo>
                <a:lnTo>
                  <a:pt x="21041" y="11737"/>
                </a:lnTo>
                <a:lnTo>
                  <a:pt x="22401" y="10721"/>
                </a:lnTo>
                <a:lnTo>
                  <a:pt x="24630" y="11825"/>
                </a:lnTo>
                <a:lnTo>
                  <a:pt x="25807" y="10648"/>
                </a:lnTo>
                <a:lnTo>
                  <a:pt x="24637" y="8310"/>
                </a:lnTo>
                <a:lnTo>
                  <a:pt x="25807" y="7140"/>
                </a:lnTo>
                <a:lnTo>
                  <a:pt x="28145" y="8309"/>
                </a:lnTo>
                <a:lnTo>
                  <a:pt x="29242" y="7213"/>
                </a:lnTo>
                <a:lnTo>
                  <a:pt x="28153" y="4633"/>
                </a:lnTo>
                <a:lnTo>
                  <a:pt x="29454" y="3705"/>
                </a:lnTo>
                <a:lnTo>
                  <a:pt x="31391" y="4531"/>
                </a:lnTo>
                <a:lnTo>
                  <a:pt x="34277" y="3486"/>
                </a:lnTo>
                <a:lnTo>
                  <a:pt x="37128" y="4801"/>
                </a:lnTo>
                <a:lnTo>
                  <a:pt x="39254" y="4217"/>
                </a:lnTo>
                <a:lnTo>
                  <a:pt x="39583" y="4129"/>
                </a:lnTo>
                <a:lnTo>
                  <a:pt x="38976" y="1001"/>
                </a:lnTo>
                <a:lnTo>
                  <a:pt x="39634" y="336"/>
                </a:lnTo>
                <a:lnTo>
                  <a:pt x="42192" y="803"/>
                </a:lnTo>
                <a:lnTo>
                  <a:pt x="47206" y="58"/>
                </a:lnTo>
                <a:lnTo>
                  <a:pt x="52300" y="716"/>
                </a:lnTo>
                <a:lnTo>
                  <a:pt x="60208" y="716"/>
                </a:lnTo>
                <a:lnTo>
                  <a:pt x="63936" y="328"/>
                </a:lnTo>
                <a:lnTo>
                  <a:pt x="68365" y="840"/>
                </a:lnTo>
                <a:lnTo>
                  <a:pt x="73751" y="0"/>
                </a:lnTo>
                <a:lnTo>
                  <a:pt x="74577" y="1015"/>
                </a:lnTo>
                <a:lnTo>
                  <a:pt x="74036" y="4143"/>
                </a:lnTo>
                <a:lnTo>
                  <a:pt x="76316" y="4757"/>
                </a:lnTo>
                <a:lnTo>
                  <a:pt x="79284" y="4217"/>
                </a:lnTo>
                <a:lnTo>
                  <a:pt x="82207" y="4217"/>
                </a:lnTo>
                <a:lnTo>
                  <a:pt x="84078" y="3888"/>
                </a:lnTo>
                <a:lnTo>
                  <a:pt x="85299" y="4407"/>
                </a:lnTo>
                <a:lnTo>
                  <a:pt x="84487" y="7367"/>
                </a:lnTo>
                <a:lnTo>
                  <a:pt x="85437" y="8309"/>
                </a:lnTo>
                <a:lnTo>
                  <a:pt x="87776" y="7140"/>
                </a:lnTo>
                <a:lnTo>
                  <a:pt x="88946" y="8309"/>
                </a:lnTo>
                <a:lnTo>
                  <a:pt x="87776" y="10648"/>
                </a:lnTo>
                <a:lnTo>
                  <a:pt x="88931" y="11803"/>
                </a:lnTo>
                <a:lnTo>
                  <a:pt x="91160" y="10787"/>
                </a:lnTo>
                <a:lnTo>
                  <a:pt x="92571" y="11672"/>
                </a:lnTo>
                <a:lnTo>
                  <a:pt x="94793" y="10656"/>
                </a:lnTo>
                <a:lnTo>
                  <a:pt x="95860" y="11715"/>
                </a:lnTo>
                <a:lnTo>
                  <a:pt x="94807" y="14368"/>
                </a:lnTo>
                <a:lnTo>
                  <a:pt x="96064" y="15194"/>
                </a:lnTo>
                <a:lnTo>
                  <a:pt x="98308" y="14156"/>
                </a:lnTo>
                <a:lnTo>
                  <a:pt x="99456" y="15326"/>
                </a:lnTo>
                <a:lnTo>
                  <a:pt x="98286" y="17650"/>
                </a:lnTo>
                <a:lnTo>
                  <a:pt x="99244" y="18607"/>
                </a:lnTo>
                <a:lnTo>
                  <a:pt x="102189" y="17796"/>
                </a:lnTo>
                <a:lnTo>
                  <a:pt x="103110" y="19945"/>
                </a:lnTo>
                <a:lnTo>
                  <a:pt x="101290" y="23804"/>
                </a:lnTo>
                <a:lnTo>
                  <a:pt x="102818" y="25836"/>
                </a:lnTo>
                <a:lnTo>
                  <a:pt x="105361" y="24732"/>
                </a:lnTo>
                <a:lnTo>
                  <a:pt x="106370" y="25741"/>
                </a:lnTo>
                <a:lnTo>
                  <a:pt x="105325" y="28394"/>
                </a:lnTo>
                <a:lnTo>
                  <a:pt x="106319" y="29044"/>
                </a:lnTo>
                <a:lnTo>
                  <a:pt x="109184" y="28342"/>
                </a:lnTo>
                <a:lnTo>
                  <a:pt x="110287" y="30550"/>
                </a:lnTo>
                <a:lnTo>
                  <a:pt x="108899" y="33802"/>
                </a:lnTo>
                <a:lnTo>
                  <a:pt x="109542" y="36397"/>
                </a:lnTo>
                <a:lnTo>
                  <a:pt x="108957" y="38860"/>
                </a:lnTo>
                <a:lnTo>
                  <a:pt x="109644" y="39539"/>
                </a:lnTo>
                <a:lnTo>
                  <a:pt x="112831" y="38991"/>
                </a:lnTo>
                <a:lnTo>
                  <a:pt x="113583" y="42360"/>
                </a:lnTo>
                <a:lnTo>
                  <a:pt x="112889" y="46643"/>
                </a:lnTo>
                <a:lnTo>
                  <a:pt x="112889" y="69490"/>
                </a:lnTo>
                <a:lnTo>
                  <a:pt x="113349" y="72267"/>
                </a:lnTo>
                <a:lnTo>
                  <a:pt x="112823" y="74650"/>
                </a:lnTo>
                <a:lnTo>
                  <a:pt x="109644" y="74102"/>
                </a:lnTo>
                <a:lnTo>
                  <a:pt x="108957" y="74789"/>
                </a:lnTo>
                <a:lnTo>
                  <a:pt x="109542" y="77244"/>
                </a:lnTo>
                <a:lnTo>
                  <a:pt x="108899" y="79832"/>
                </a:lnTo>
                <a:lnTo>
                  <a:pt x="110287" y="83084"/>
                </a:lnTo>
                <a:lnTo>
                  <a:pt x="109147" y="85364"/>
                </a:lnTo>
                <a:lnTo>
                  <a:pt x="106289" y="84465"/>
                </a:lnTo>
                <a:lnTo>
                  <a:pt x="105303" y="85459"/>
                </a:lnTo>
                <a:lnTo>
                  <a:pt x="106465" y="87798"/>
                </a:lnTo>
                <a:lnTo>
                  <a:pt x="105295" y="88968"/>
                </a:lnTo>
                <a:lnTo>
                  <a:pt x="102964" y="87798"/>
                </a:lnTo>
                <a:lnTo>
                  <a:pt x="101802" y="88953"/>
                </a:lnTo>
                <a:lnTo>
                  <a:pt x="102818" y="91189"/>
                </a:lnTo>
                <a:lnTo>
                  <a:pt x="101941" y="92600"/>
                </a:lnTo>
                <a:lnTo>
                  <a:pt x="102949" y="94822"/>
                </a:lnTo>
                <a:lnTo>
                  <a:pt x="101890" y="95882"/>
                </a:lnTo>
                <a:lnTo>
                  <a:pt x="99244" y="94829"/>
                </a:lnTo>
                <a:lnTo>
                  <a:pt x="98411" y="96094"/>
                </a:lnTo>
                <a:lnTo>
                  <a:pt x="99456" y="98315"/>
                </a:lnTo>
                <a:lnTo>
                  <a:pt x="98286" y="99485"/>
                </a:lnTo>
                <a:lnTo>
                  <a:pt x="95955" y="98316"/>
                </a:lnTo>
                <a:lnTo>
                  <a:pt x="94997" y="99265"/>
                </a:lnTo>
                <a:lnTo>
                  <a:pt x="95809" y="102218"/>
                </a:lnTo>
                <a:lnTo>
                  <a:pt x="93667" y="103139"/>
                </a:lnTo>
                <a:lnTo>
                  <a:pt x="89808" y="101312"/>
                </a:lnTo>
                <a:lnTo>
                  <a:pt x="87769" y="102840"/>
                </a:lnTo>
                <a:lnTo>
                  <a:pt x="88873" y="105383"/>
                </a:lnTo>
                <a:lnTo>
                  <a:pt x="87864" y="106392"/>
                </a:lnTo>
                <a:lnTo>
                  <a:pt x="85219" y="105346"/>
                </a:lnTo>
                <a:lnTo>
                  <a:pt x="84561" y="106340"/>
                </a:lnTo>
                <a:lnTo>
                  <a:pt x="85262" y="109205"/>
                </a:lnTo>
                <a:lnTo>
                  <a:pt x="83055" y="110309"/>
                </a:lnTo>
                <a:lnTo>
                  <a:pt x="79803" y="108921"/>
                </a:lnTo>
                <a:lnTo>
                  <a:pt x="77208" y="109564"/>
                </a:lnTo>
                <a:lnTo>
                  <a:pt x="74753" y="108979"/>
                </a:lnTo>
                <a:lnTo>
                  <a:pt x="74065" y="109666"/>
                </a:lnTo>
                <a:lnTo>
                  <a:pt x="74614" y="112860"/>
                </a:lnTo>
                <a:lnTo>
                  <a:pt x="71237" y="1136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838990" y="1365395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4">
                <a:moveTo>
                  <a:pt x="44911" y="106034"/>
                </a:moveTo>
                <a:lnTo>
                  <a:pt x="42507" y="105544"/>
                </a:lnTo>
                <a:lnTo>
                  <a:pt x="43033" y="102343"/>
                </a:lnTo>
                <a:lnTo>
                  <a:pt x="42354" y="101663"/>
                </a:lnTo>
                <a:lnTo>
                  <a:pt x="39898" y="102255"/>
                </a:lnTo>
                <a:lnTo>
                  <a:pt x="37230" y="101590"/>
                </a:lnTo>
                <a:lnTo>
                  <a:pt x="34182" y="102942"/>
                </a:lnTo>
                <a:lnTo>
                  <a:pt x="31807" y="101905"/>
                </a:lnTo>
                <a:lnTo>
                  <a:pt x="32640" y="98967"/>
                </a:lnTo>
                <a:lnTo>
                  <a:pt x="31676" y="98009"/>
                </a:lnTo>
                <a:lnTo>
                  <a:pt x="29454" y="99061"/>
                </a:lnTo>
                <a:lnTo>
                  <a:pt x="28051" y="98133"/>
                </a:lnTo>
                <a:lnTo>
                  <a:pt x="25836" y="99178"/>
                </a:lnTo>
                <a:lnTo>
                  <a:pt x="24703" y="98045"/>
                </a:lnTo>
                <a:lnTo>
                  <a:pt x="25843" y="95568"/>
                </a:lnTo>
                <a:lnTo>
                  <a:pt x="24586" y="94552"/>
                </a:lnTo>
                <a:lnTo>
                  <a:pt x="22342" y="95685"/>
                </a:lnTo>
                <a:lnTo>
                  <a:pt x="21166" y="94508"/>
                </a:lnTo>
                <a:lnTo>
                  <a:pt x="22328" y="92169"/>
                </a:lnTo>
                <a:lnTo>
                  <a:pt x="21166" y="91000"/>
                </a:lnTo>
                <a:lnTo>
                  <a:pt x="18827" y="92169"/>
                </a:lnTo>
                <a:lnTo>
                  <a:pt x="17657" y="91000"/>
                </a:lnTo>
                <a:lnTo>
                  <a:pt x="18827" y="88661"/>
                </a:lnTo>
                <a:lnTo>
                  <a:pt x="17658" y="87499"/>
                </a:lnTo>
                <a:lnTo>
                  <a:pt x="15319" y="88661"/>
                </a:lnTo>
                <a:lnTo>
                  <a:pt x="14156" y="87499"/>
                </a:lnTo>
                <a:lnTo>
                  <a:pt x="15318" y="85160"/>
                </a:lnTo>
                <a:lnTo>
                  <a:pt x="14156" y="83991"/>
                </a:lnTo>
                <a:lnTo>
                  <a:pt x="11818" y="85160"/>
                </a:lnTo>
                <a:lnTo>
                  <a:pt x="10634" y="83976"/>
                </a:lnTo>
                <a:lnTo>
                  <a:pt x="11774" y="81725"/>
                </a:lnTo>
                <a:lnTo>
                  <a:pt x="10751" y="80483"/>
                </a:lnTo>
                <a:lnTo>
                  <a:pt x="8273" y="81616"/>
                </a:lnTo>
                <a:lnTo>
                  <a:pt x="7148" y="80490"/>
                </a:lnTo>
                <a:lnTo>
                  <a:pt x="8192" y="78261"/>
                </a:lnTo>
                <a:lnTo>
                  <a:pt x="7264" y="76865"/>
                </a:lnTo>
                <a:lnTo>
                  <a:pt x="8310" y="74643"/>
                </a:lnTo>
                <a:lnTo>
                  <a:pt x="7345" y="73678"/>
                </a:lnTo>
                <a:lnTo>
                  <a:pt x="4421" y="74511"/>
                </a:lnTo>
                <a:lnTo>
                  <a:pt x="3376" y="72158"/>
                </a:lnTo>
                <a:lnTo>
                  <a:pt x="4736" y="69088"/>
                </a:lnTo>
                <a:lnTo>
                  <a:pt x="4070" y="66421"/>
                </a:lnTo>
                <a:lnTo>
                  <a:pt x="4655" y="63965"/>
                </a:lnTo>
                <a:lnTo>
                  <a:pt x="3961" y="63278"/>
                </a:lnTo>
                <a:lnTo>
                  <a:pt x="782" y="63841"/>
                </a:lnTo>
                <a:lnTo>
                  <a:pt x="0" y="60501"/>
                </a:lnTo>
                <a:lnTo>
                  <a:pt x="716" y="56145"/>
                </a:lnTo>
                <a:lnTo>
                  <a:pt x="716" y="45153"/>
                </a:lnTo>
                <a:lnTo>
                  <a:pt x="387" y="43267"/>
                </a:lnTo>
                <a:lnTo>
                  <a:pt x="906" y="42054"/>
                </a:lnTo>
                <a:lnTo>
                  <a:pt x="3858" y="42865"/>
                </a:lnTo>
                <a:lnTo>
                  <a:pt x="4677" y="42046"/>
                </a:lnTo>
                <a:lnTo>
                  <a:pt x="4027" y="39635"/>
                </a:lnTo>
                <a:lnTo>
                  <a:pt x="4597" y="37793"/>
                </a:lnTo>
                <a:lnTo>
                  <a:pt x="3332" y="32706"/>
                </a:lnTo>
                <a:lnTo>
                  <a:pt x="4560" y="31705"/>
                </a:lnTo>
                <a:lnTo>
                  <a:pt x="7608" y="32333"/>
                </a:lnTo>
                <a:lnTo>
                  <a:pt x="8375" y="30111"/>
                </a:lnTo>
                <a:lnTo>
                  <a:pt x="6716" y="26625"/>
                </a:lnTo>
                <a:lnTo>
                  <a:pt x="8054" y="24426"/>
                </a:lnTo>
                <a:lnTo>
                  <a:pt x="10772" y="25419"/>
                </a:lnTo>
                <a:lnTo>
                  <a:pt x="11723" y="24469"/>
                </a:lnTo>
                <a:lnTo>
                  <a:pt x="10670" y="21824"/>
                </a:lnTo>
                <a:lnTo>
                  <a:pt x="11993" y="20954"/>
                </a:lnTo>
                <a:lnTo>
                  <a:pt x="14047" y="22036"/>
                </a:lnTo>
                <a:lnTo>
                  <a:pt x="15333" y="20961"/>
                </a:lnTo>
                <a:lnTo>
                  <a:pt x="14186" y="18506"/>
                </a:lnTo>
                <a:lnTo>
                  <a:pt x="15318" y="17365"/>
                </a:lnTo>
                <a:lnTo>
                  <a:pt x="17657" y="18534"/>
                </a:lnTo>
                <a:lnTo>
                  <a:pt x="18827" y="17365"/>
                </a:lnTo>
                <a:lnTo>
                  <a:pt x="17658" y="15034"/>
                </a:lnTo>
                <a:lnTo>
                  <a:pt x="18732" y="13959"/>
                </a:lnTo>
                <a:lnTo>
                  <a:pt x="21377" y="15004"/>
                </a:lnTo>
                <a:lnTo>
                  <a:pt x="22255" y="13689"/>
                </a:lnTo>
                <a:lnTo>
                  <a:pt x="21166" y="11628"/>
                </a:lnTo>
                <a:lnTo>
                  <a:pt x="22240" y="10349"/>
                </a:lnTo>
                <a:lnTo>
                  <a:pt x="24703" y="11496"/>
                </a:lnTo>
                <a:lnTo>
                  <a:pt x="25704" y="10495"/>
                </a:lnTo>
                <a:lnTo>
                  <a:pt x="24732" y="7740"/>
                </a:lnTo>
                <a:lnTo>
                  <a:pt x="26537" y="6702"/>
                </a:lnTo>
                <a:lnTo>
                  <a:pt x="31376" y="8522"/>
                </a:lnTo>
                <a:lnTo>
                  <a:pt x="32508" y="7140"/>
                </a:lnTo>
                <a:lnTo>
                  <a:pt x="31968" y="4012"/>
                </a:lnTo>
                <a:lnTo>
                  <a:pt x="35556" y="3055"/>
                </a:lnTo>
                <a:lnTo>
                  <a:pt x="39503" y="4589"/>
                </a:lnTo>
                <a:lnTo>
                  <a:pt x="42792" y="3932"/>
                </a:lnTo>
                <a:lnTo>
                  <a:pt x="43070" y="3873"/>
                </a:lnTo>
                <a:lnTo>
                  <a:pt x="42536" y="679"/>
                </a:lnTo>
                <a:lnTo>
                  <a:pt x="43121" y="95"/>
                </a:lnTo>
                <a:lnTo>
                  <a:pt x="45781" y="453"/>
                </a:lnTo>
                <a:lnTo>
                  <a:pt x="49779" y="248"/>
                </a:lnTo>
                <a:lnTo>
                  <a:pt x="53331" y="424"/>
                </a:lnTo>
                <a:lnTo>
                  <a:pt x="58995" y="424"/>
                </a:lnTo>
                <a:lnTo>
                  <a:pt x="61699" y="0"/>
                </a:lnTo>
                <a:lnTo>
                  <a:pt x="64104" y="482"/>
                </a:lnTo>
                <a:lnTo>
                  <a:pt x="63585" y="3683"/>
                </a:lnTo>
                <a:lnTo>
                  <a:pt x="64264" y="4363"/>
                </a:lnTo>
                <a:lnTo>
                  <a:pt x="66720" y="3778"/>
                </a:lnTo>
                <a:lnTo>
                  <a:pt x="69395" y="4443"/>
                </a:lnTo>
                <a:lnTo>
                  <a:pt x="72414" y="3098"/>
                </a:lnTo>
                <a:lnTo>
                  <a:pt x="74796" y="4122"/>
                </a:lnTo>
                <a:lnTo>
                  <a:pt x="73978" y="7074"/>
                </a:lnTo>
                <a:lnTo>
                  <a:pt x="74687" y="7769"/>
                </a:lnTo>
                <a:lnTo>
                  <a:pt x="77347" y="7411"/>
                </a:lnTo>
                <a:lnTo>
                  <a:pt x="78582" y="7477"/>
                </a:lnTo>
                <a:lnTo>
                  <a:pt x="80768" y="7060"/>
                </a:lnTo>
                <a:lnTo>
                  <a:pt x="81908" y="7783"/>
                </a:lnTo>
                <a:lnTo>
                  <a:pt x="80892" y="10466"/>
                </a:lnTo>
                <a:lnTo>
                  <a:pt x="81849" y="11430"/>
                </a:lnTo>
                <a:lnTo>
                  <a:pt x="84502" y="10385"/>
                </a:lnTo>
                <a:lnTo>
                  <a:pt x="85372" y="11701"/>
                </a:lnTo>
                <a:lnTo>
                  <a:pt x="84283" y="13762"/>
                </a:lnTo>
                <a:lnTo>
                  <a:pt x="85365" y="15041"/>
                </a:lnTo>
                <a:lnTo>
                  <a:pt x="87820" y="13894"/>
                </a:lnTo>
                <a:lnTo>
                  <a:pt x="88953" y="15026"/>
                </a:lnTo>
                <a:lnTo>
                  <a:pt x="87791" y="17365"/>
                </a:lnTo>
                <a:lnTo>
                  <a:pt x="88953" y="18534"/>
                </a:lnTo>
                <a:lnTo>
                  <a:pt x="91292" y="17365"/>
                </a:lnTo>
                <a:lnTo>
                  <a:pt x="92366" y="18439"/>
                </a:lnTo>
                <a:lnTo>
                  <a:pt x="91314" y="21085"/>
                </a:lnTo>
                <a:lnTo>
                  <a:pt x="92637" y="21962"/>
                </a:lnTo>
                <a:lnTo>
                  <a:pt x="94691" y="20874"/>
                </a:lnTo>
                <a:lnTo>
                  <a:pt x="95970" y="21955"/>
                </a:lnTo>
                <a:lnTo>
                  <a:pt x="94830" y="24411"/>
                </a:lnTo>
                <a:lnTo>
                  <a:pt x="95845" y="25427"/>
                </a:lnTo>
                <a:lnTo>
                  <a:pt x="98557" y="24418"/>
                </a:lnTo>
                <a:lnTo>
                  <a:pt x="99675" y="26245"/>
                </a:lnTo>
                <a:lnTo>
                  <a:pt x="97775" y="31069"/>
                </a:lnTo>
                <a:lnTo>
                  <a:pt x="99222" y="32253"/>
                </a:lnTo>
                <a:lnTo>
                  <a:pt x="102270" y="31624"/>
                </a:lnTo>
                <a:lnTo>
                  <a:pt x="102694" y="32852"/>
                </a:lnTo>
                <a:lnTo>
                  <a:pt x="102387" y="34555"/>
                </a:lnTo>
                <a:lnTo>
                  <a:pt x="102387" y="36412"/>
                </a:lnTo>
                <a:lnTo>
                  <a:pt x="102087" y="38107"/>
                </a:lnTo>
                <a:lnTo>
                  <a:pt x="102613" y="39649"/>
                </a:lnTo>
                <a:lnTo>
                  <a:pt x="101919" y="42017"/>
                </a:lnTo>
                <a:lnTo>
                  <a:pt x="102759" y="42858"/>
                </a:lnTo>
                <a:lnTo>
                  <a:pt x="105712" y="42047"/>
                </a:lnTo>
                <a:lnTo>
                  <a:pt x="106626" y="44188"/>
                </a:lnTo>
                <a:lnTo>
                  <a:pt x="105793" y="47630"/>
                </a:lnTo>
                <a:lnTo>
                  <a:pt x="106019" y="51825"/>
                </a:lnTo>
                <a:lnTo>
                  <a:pt x="105895" y="58703"/>
                </a:lnTo>
                <a:lnTo>
                  <a:pt x="106326" y="61407"/>
                </a:lnTo>
                <a:lnTo>
                  <a:pt x="105837" y="63811"/>
                </a:lnTo>
                <a:lnTo>
                  <a:pt x="102635" y="63293"/>
                </a:lnTo>
                <a:lnTo>
                  <a:pt x="101956" y="63972"/>
                </a:lnTo>
                <a:lnTo>
                  <a:pt x="102540" y="66428"/>
                </a:lnTo>
                <a:lnTo>
                  <a:pt x="101875" y="69110"/>
                </a:lnTo>
                <a:lnTo>
                  <a:pt x="103220" y="72122"/>
                </a:lnTo>
                <a:lnTo>
                  <a:pt x="102204" y="74504"/>
                </a:lnTo>
                <a:lnTo>
                  <a:pt x="99251" y="73693"/>
                </a:lnTo>
                <a:lnTo>
                  <a:pt x="98301" y="74643"/>
                </a:lnTo>
                <a:lnTo>
                  <a:pt x="99346" y="76872"/>
                </a:lnTo>
                <a:lnTo>
                  <a:pt x="98425" y="78261"/>
                </a:lnTo>
                <a:lnTo>
                  <a:pt x="99470" y="80490"/>
                </a:lnTo>
                <a:lnTo>
                  <a:pt x="98367" y="81586"/>
                </a:lnTo>
                <a:lnTo>
                  <a:pt x="95802" y="80490"/>
                </a:lnTo>
                <a:lnTo>
                  <a:pt x="94881" y="81762"/>
                </a:lnTo>
                <a:lnTo>
                  <a:pt x="95977" y="83984"/>
                </a:lnTo>
                <a:lnTo>
                  <a:pt x="94895" y="85065"/>
                </a:lnTo>
                <a:lnTo>
                  <a:pt x="92242" y="84013"/>
                </a:lnTo>
                <a:lnTo>
                  <a:pt x="91387" y="85321"/>
                </a:lnTo>
                <a:lnTo>
                  <a:pt x="92461" y="87433"/>
                </a:lnTo>
                <a:lnTo>
                  <a:pt x="91343" y="88676"/>
                </a:lnTo>
                <a:lnTo>
                  <a:pt x="88939" y="87514"/>
                </a:lnTo>
                <a:lnTo>
                  <a:pt x="87791" y="88661"/>
                </a:lnTo>
                <a:lnTo>
                  <a:pt x="88953" y="91000"/>
                </a:lnTo>
                <a:lnTo>
                  <a:pt x="87784" y="92169"/>
                </a:lnTo>
                <a:lnTo>
                  <a:pt x="85453" y="91000"/>
                </a:lnTo>
                <a:lnTo>
                  <a:pt x="84342" y="92111"/>
                </a:lnTo>
                <a:lnTo>
                  <a:pt x="85452" y="94647"/>
                </a:lnTo>
                <a:lnTo>
                  <a:pt x="84188" y="95605"/>
                </a:lnTo>
                <a:lnTo>
                  <a:pt x="81959" y="94494"/>
                </a:lnTo>
                <a:lnTo>
                  <a:pt x="80994" y="95458"/>
                </a:lnTo>
                <a:lnTo>
                  <a:pt x="81805" y="98411"/>
                </a:lnTo>
                <a:lnTo>
                  <a:pt x="79423" y="99420"/>
                </a:lnTo>
                <a:lnTo>
                  <a:pt x="76214" y="97644"/>
                </a:lnTo>
                <a:lnTo>
                  <a:pt x="73861" y="98842"/>
                </a:lnTo>
                <a:lnTo>
                  <a:pt x="74760" y="101693"/>
                </a:lnTo>
                <a:lnTo>
                  <a:pt x="73912" y="102533"/>
                </a:lnTo>
                <a:lnTo>
                  <a:pt x="71456" y="101948"/>
                </a:lnTo>
                <a:lnTo>
                  <a:pt x="68679" y="102635"/>
                </a:lnTo>
                <a:lnTo>
                  <a:pt x="65931" y="101393"/>
                </a:lnTo>
                <a:lnTo>
                  <a:pt x="63446" y="102226"/>
                </a:lnTo>
                <a:lnTo>
                  <a:pt x="64140" y="105296"/>
                </a:lnTo>
                <a:lnTo>
                  <a:pt x="63490" y="105939"/>
                </a:lnTo>
                <a:lnTo>
                  <a:pt x="60830" y="105574"/>
                </a:lnTo>
                <a:lnTo>
                  <a:pt x="56839" y="105785"/>
                </a:lnTo>
                <a:lnTo>
                  <a:pt x="53280" y="105603"/>
                </a:lnTo>
                <a:lnTo>
                  <a:pt x="47616" y="105603"/>
                </a:lnTo>
                <a:lnTo>
                  <a:pt x="44911" y="1060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056488" y="1372412"/>
            <a:ext cx="92710" cy="92075"/>
          </a:xfrm>
          <a:custGeom>
            <a:avLst/>
            <a:gdLst/>
            <a:ahLst/>
            <a:cxnLst/>
            <a:rect l="l" t="t" r="r" b="b"/>
            <a:pathLst>
              <a:path w="92710" h="92075">
                <a:moveTo>
                  <a:pt x="37909" y="92015"/>
                </a:moveTo>
                <a:lnTo>
                  <a:pt x="35497" y="91526"/>
                </a:lnTo>
                <a:lnTo>
                  <a:pt x="36023" y="88325"/>
                </a:lnTo>
                <a:lnTo>
                  <a:pt x="35344" y="87652"/>
                </a:lnTo>
                <a:lnTo>
                  <a:pt x="32888" y="88237"/>
                </a:lnTo>
                <a:lnTo>
                  <a:pt x="30228" y="87572"/>
                </a:lnTo>
                <a:lnTo>
                  <a:pt x="27158" y="88931"/>
                </a:lnTo>
                <a:lnTo>
                  <a:pt x="24797" y="87879"/>
                </a:lnTo>
                <a:lnTo>
                  <a:pt x="25631" y="84948"/>
                </a:lnTo>
                <a:lnTo>
                  <a:pt x="24666" y="83991"/>
                </a:lnTo>
                <a:lnTo>
                  <a:pt x="22334" y="85160"/>
                </a:lnTo>
                <a:lnTo>
                  <a:pt x="21165" y="83991"/>
                </a:lnTo>
                <a:lnTo>
                  <a:pt x="22334" y="81652"/>
                </a:lnTo>
                <a:lnTo>
                  <a:pt x="21172" y="80497"/>
                </a:lnTo>
                <a:lnTo>
                  <a:pt x="18943" y="81513"/>
                </a:lnTo>
                <a:lnTo>
                  <a:pt x="17533" y="80629"/>
                </a:lnTo>
                <a:lnTo>
                  <a:pt x="15311" y="81645"/>
                </a:lnTo>
                <a:lnTo>
                  <a:pt x="14251" y="80585"/>
                </a:lnTo>
                <a:lnTo>
                  <a:pt x="15296" y="77932"/>
                </a:lnTo>
                <a:lnTo>
                  <a:pt x="14083" y="77128"/>
                </a:lnTo>
                <a:lnTo>
                  <a:pt x="11737" y="78136"/>
                </a:lnTo>
                <a:lnTo>
                  <a:pt x="10188" y="76397"/>
                </a:lnTo>
                <a:lnTo>
                  <a:pt x="12424" y="71522"/>
                </a:lnTo>
                <a:lnTo>
                  <a:pt x="10582" y="70024"/>
                </a:lnTo>
                <a:lnTo>
                  <a:pt x="8302" y="71149"/>
                </a:lnTo>
                <a:lnTo>
                  <a:pt x="7155" y="69943"/>
                </a:lnTo>
                <a:lnTo>
                  <a:pt x="8317" y="67634"/>
                </a:lnTo>
                <a:lnTo>
                  <a:pt x="7337" y="66654"/>
                </a:lnTo>
                <a:lnTo>
                  <a:pt x="4436" y="67502"/>
                </a:lnTo>
                <a:lnTo>
                  <a:pt x="3362" y="65171"/>
                </a:lnTo>
                <a:lnTo>
                  <a:pt x="4728" y="62050"/>
                </a:lnTo>
                <a:lnTo>
                  <a:pt x="4070" y="59404"/>
                </a:lnTo>
                <a:lnTo>
                  <a:pt x="4655" y="56949"/>
                </a:lnTo>
                <a:lnTo>
                  <a:pt x="3961" y="56261"/>
                </a:lnTo>
                <a:lnTo>
                  <a:pt x="789" y="56824"/>
                </a:lnTo>
                <a:lnTo>
                  <a:pt x="0" y="53484"/>
                </a:lnTo>
                <a:lnTo>
                  <a:pt x="723" y="49128"/>
                </a:lnTo>
                <a:lnTo>
                  <a:pt x="723" y="37975"/>
                </a:lnTo>
                <a:lnTo>
                  <a:pt x="460" y="36448"/>
                </a:lnTo>
                <a:lnTo>
                  <a:pt x="811" y="35154"/>
                </a:lnTo>
                <a:lnTo>
                  <a:pt x="3939" y="35768"/>
                </a:lnTo>
                <a:lnTo>
                  <a:pt x="4560" y="35147"/>
                </a:lnTo>
                <a:lnTo>
                  <a:pt x="4195" y="32487"/>
                </a:lnTo>
                <a:lnTo>
                  <a:pt x="4275" y="31054"/>
                </a:lnTo>
                <a:lnTo>
                  <a:pt x="3880" y="29314"/>
                </a:lnTo>
                <a:lnTo>
                  <a:pt x="4509" y="27780"/>
                </a:lnTo>
                <a:lnTo>
                  <a:pt x="3720" y="25470"/>
                </a:lnTo>
                <a:lnTo>
                  <a:pt x="4714" y="24476"/>
                </a:lnTo>
                <a:lnTo>
                  <a:pt x="7359" y="25529"/>
                </a:lnTo>
                <a:lnTo>
                  <a:pt x="8273" y="24155"/>
                </a:lnTo>
                <a:lnTo>
                  <a:pt x="7198" y="22284"/>
                </a:lnTo>
                <a:lnTo>
                  <a:pt x="8090" y="20910"/>
                </a:lnTo>
                <a:lnTo>
                  <a:pt x="10758" y="21940"/>
                </a:lnTo>
                <a:lnTo>
                  <a:pt x="11569" y="21129"/>
                </a:lnTo>
                <a:lnTo>
                  <a:pt x="11203" y="18468"/>
                </a:lnTo>
                <a:lnTo>
                  <a:pt x="11262" y="17409"/>
                </a:lnTo>
                <a:lnTo>
                  <a:pt x="10889" y="14829"/>
                </a:lnTo>
                <a:lnTo>
                  <a:pt x="11773" y="13864"/>
                </a:lnTo>
                <a:lnTo>
                  <a:pt x="14171" y="15019"/>
                </a:lnTo>
                <a:lnTo>
                  <a:pt x="15231" y="13966"/>
                </a:lnTo>
                <a:lnTo>
                  <a:pt x="14178" y="11313"/>
                </a:lnTo>
                <a:lnTo>
                  <a:pt x="15552" y="10407"/>
                </a:lnTo>
                <a:lnTo>
                  <a:pt x="17423" y="11474"/>
                </a:lnTo>
                <a:lnTo>
                  <a:pt x="18950" y="10494"/>
                </a:lnTo>
                <a:lnTo>
                  <a:pt x="21172" y="11525"/>
                </a:lnTo>
                <a:lnTo>
                  <a:pt x="22173" y="10524"/>
                </a:lnTo>
                <a:lnTo>
                  <a:pt x="21253" y="7710"/>
                </a:lnTo>
                <a:lnTo>
                  <a:pt x="22458" y="7067"/>
                </a:lnTo>
                <a:lnTo>
                  <a:pt x="24702" y="7995"/>
                </a:lnTo>
                <a:lnTo>
                  <a:pt x="25740" y="6957"/>
                </a:lnTo>
                <a:lnTo>
                  <a:pt x="24695" y="4312"/>
                </a:lnTo>
                <a:lnTo>
                  <a:pt x="25916" y="3500"/>
                </a:lnTo>
                <a:lnTo>
                  <a:pt x="27962" y="4092"/>
                </a:lnTo>
                <a:lnTo>
                  <a:pt x="31024" y="3500"/>
                </a:lnTo>
                <a:lnTo>
                  <a:pt x="33509" y="4450"/>
                </a:lnTo>
                <a:lnTo>
                  <a:pt x="35783" y="3931"/>
                </a:lnTo>
                <a:lnTo>
                  <a:pt x="36075" y="3866"/>
                </a:lnTo>
                <a:lnTo>
                  <a:pt x="35519" y="686"/>
                </a:lnTo>
                <a:lnTo>
                  <a:pt x="36111" y="95"/>
                </a:lnTo>
                <a:lnTo>
                  <a:pt x="38779" y="452"/>
                </a:lnTo>
                <a:lnTo>
                  <a:pt x="42770" y="248"/>
                </a:lnTo>
                <a:lnTo>
                  <a:pt x="46329" y="431"/>
                </a:lnTo>
                <a:lnTo>
                  <a:pt x="51993" y="431"/>
                </a:lnTo>
                <a:lnTo>
                  <a:pt x="54690" y="0"/>
                </a:lnTo>
                <a:lnTo>
                  <a:pt x="57095" y="482"/>
                </a:lnTo>
                <a:lnTo>
                  <a:pt x="56576" y="3683"/>
                </a:lnTo>
                <a:lnTo>
                  <a:pt x="57256" y="4363"/>
                </a:lnTo>
                <a:lnTo>
                  <a:pt x="59711" y="3778"/>
                </a:lnTo>
                <a:lnTo>
                  <a:pt x="62372" y="4443"/>
                </a:lnTo>
                <a:lnTo>
                  <a:pt x="65441" y="3084"/>
                </a:lnTo>
                <a:lnTo>
                  <a:pt x="67802" y="4136"/>
                </a:lnTo>
                <a:lnTo>
                  <a:pt x="66961" y="7067"/>
                </a:lnTo>
                <a:lnTo>
                  <a:pt x="67926" y="8017"/>
                </a:lnTo>
                <a:lnTo>
                  <a:pt x="70265" y="6855"/>
                </a:lnTo>
                <a:lnTo>
                  <a:pt x="71434" y="8017"/>
                </a:lnTo>
                <a:lnTo>
                  <a:pt x="70265" y="10356"/>
                </a:lnTo>
                <a:lnTo>
                  <a:pt x="71427" y="11518"/>
                </a:lnTo>
                <a:lnTo>
                  <a:pt x="73649" y="10502"/>
                </a:lnTo>
                <a:lnTo>
                  <a:pt x="75066" y="11379"/>
                </a:lnTo>
                <a:lnTo>
                  <a:pt x="77288" y="10370"/>
                </a:lnTo>
                <a:lnTo>
                  <a:pt x="78348" y="11430"/>
                </a:lnTo>
                <a:lnTo>
                  <a:pt x="77303" y="14076"/>
                </a:lnTo>
                <a:lnTo>
                  <a:pt x="78516" y="14887"/>
                </a:lnTo>
                <a:lnTo>
                  <a:pt x="80855" y="13879"/>
                </a:lnTo>
                <a:lnTo>
                  <a:pt x="82412" y="15611"/>
                </a:lnTo>
                <a:lnTo>
                  <a:pt x="80175" y="20493"/>
                </a:lnTo>
                <a:lnTo>
                  <a:pt x="82010" y="21991"/>
                </a:lnTo>
                <a:lnTo>
                  <a:pt x="84297" y="20866"/>
                </a:lnTo>
                <a:lnTo>
                  <a:pt x="85445" y="22064"/>
                </a:lnTo>
                <a:lnTo>
                  <a:pt x="84283" y="24381"/>
                </a:lnTo>
                <a:lnTo>
                  <a:pt x="85262" y="25360"/>
                </a:lnTo>
                <a:lnTo>
                  <a:pt x="88156" y="24505"/>
                </a:lnTo>
                <a:lnTo>
                  <a:pt x="89092" y="26493"/>
                </a:lnTo>
                <a:lnTo>
                  <a:pt x="88375" y="30272"/>
                </a:lnTo>
                <a:lnTo>
                  <a:pt x="88375" y="32998"/>
                </a:lnTo>
                <a:lnTo>
                  <a:pt x="88112" y="34525"/>
                </a:lnTo>
                <a:lnTo>
                  <a:pt x="88463" y="35819"/>
                </a:lnTo>
                <a:lnTo>
                  <a:pt x="91591" y="35205"/>
                </a:lnTo>
                <a:lnTo>
                  <a:pt x="92213" y="35819"/>
                </a:lnTo>
                <a:lnTo>
                  <a:pt x="91847" y="38479"/>
                </a:lnTo>
                <a:lnTo>
                  <a:pt x="92059" y="42477"/>
                </a:lnTo>
                <a:lnTo>
                  <a:pt x="91876" y="46029"/>
                </a:lnTo>
                <a:lnTo>
                  <a:pt x="91876" y="51694"/>
                </a:lnTo>
                <a:lnTo>
                  <a:pt x="92308" y="54398"/>
                </a:lnTo>
                <a:lnTo>
                  <a:pt x="91818" y="56802"/>
                </a:lnTo>
                <a:lnTo>
                  <a:pt x="88624" y="56283"/>
                </a:lnTo>
                <a:lnTo>
                  <a:pt x="87944" y="56963"/>
                </a:lnTo>
                <a:lnTo>
                  <a:pt x="88529" y="59419"/>
                </a:lnTo>
                <a:lnTo>
                  <a:pt x="87864" y="62079"/>
                </a:lnTo>
                <a:lnTo>
                  <a:pt x="89223" y="65149"/>
                </a:lnTo>
                <a:lnTo>
                  <a:pt x="88171" y="67502"/>
                </a:lnTo>
                <a:lnTo>
                  <a:pt x="85240" y="66669"/>
                </a:lnTo>
                <a:lnTo>
                  <a:pt x="84283" y="67633"/>
                </a:lnTo>
                <a:lnTo>
                  <a:pt x="85452" y="69972"/>
                </a:lnTo>
                <a:lnTo>
                  <a:pt x="84283" y="71142"/>
                </a:lnTo>
                <a:lnTo>
                  <a:pt x="81951" y="69973"/>
                </a:lnTo>
                <a:lnTo>
                  <a:pt x="80789" y="71127"/>
                </a:lnTo>
                <a:lnTo>
                  <a:pt x="81805" y="73356"/>
                </a:lnTo>
                <a:lnTo>
                  <a:pt x="80928" y="74774"/>
                </a:lnTo>
                <a:lnTo>
                  <a:pt x="81937" y="76996"/>
                </a:lnTo>
                <a:lnTo>
                  <a:pt x="80877" y="78056"/>
                </a:lnTo>
                <a:lnTo>
                  <a:pt x="78231" y="77003"/>
                </a:lnTo>
                <a:lnTo>
                  <a:pt x="77420" y="78224"/>
                </a:lnTo>
                <a:lnTo>
                  <a:pt x="78429" y="80563"/>
                </a:lnTo>
                <a:lnTo>
                  <a:pt x="76696" y="82120"/>
                </a:lnTo>
                <a:lnTo>
                  <a:pt x="71814" y="79883"/>
                </a:lnTo>
                <a:lnTo>
                  <a:pt x="70316" y="81717"/>
                </a:lnTo>
                <a:lnTo>
                  <a:pt x="71441" y="84005"/>
                </a:lnTo>
                <a:lnTo>
                  <a:pt x="70235" y="85153"/>
                </a:lnTo>
                <a:lnTo>
                  <a:pt x="67926" y="83983"/>
                </a:lnTo>
                <a:lnTo>
                  <a:pt x="66946" y="84970"/>
                </a:lnTo>
                <a:lnTo>
                  <a:pt x="67801" y="87864"/>
                </a:lnTo>
                <a:lnTo>
                  <a:pt x="65814" y="88800"/>
                </a:lnTo>
                <a:lnTo>
                  <a:pt x="62035" y="88084"/>
                </a:lnTo>
                <a:lnTo>
                  <a:pt x="59309" y="88084"/>
                </a:lnTo>
                <a:lnTo>
                  <a:pt x="57782" y="87820"/>
                </a:lnTo>
                <a:lnTo>
                  <a:pt x="56488" y="88171"/>
                </a:lnTo>
                <a:lnTo>
                  <a:pt x="57102" y="91299"/>
                </a:lnTo>
                <a:lnTo>
                  <a:pt x="56480" y="91920"/>
                </a:lnTo>
                <a:lnTo>
                  <a:pt x="53820" y="91555"/>
                </a:lnTo>
                <a:lnTo>
                  <a:pt x="49830" y="91767"/>
                </a:lnTo>
                <a:lnTo>
                  <a:pt x="46270" y="91584"/>
                </a:lnTo>
                <a:lnTo>
                  <a:pt x="40606" y="91584"/>
                </a:lnTo>
                <a:lnTo>
                  <a:pt x="37909" y="920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273971" y="1379333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40">
                <a:moveTo>
                  <a:pt x="30783" y="78173"/>
                </a:moveTo>
                <a:lnTo>
                  <a:pt x="28459" y="77559"/>
                </a:lnTo>
                <a:lnTo>
                  <a:pt x="29058" y="74424"/>
                </a:lnTo>
                <a:lnTo>
                  <a:pt x="28444" y="73810"/>
                </a:lnTo>
                <a:lnTo>
                  <a:pt x="25784" y="74168"/>
                </a:lnTo>
                <a:lnTo>
                  <a:pt x="24402" y="74095"/>
                </a:lnTo>
                <a:lnTo>
                  <a:pt x="22553" y="74504"/>
                </a:lnTo>
                <a:lnTo>
                  <a:pt x="21318" y="73934"/>
                </a:lnTo>
                <a:lnTo>
                  <a:pt x="22159" y="71018"/>
                </a:lnTo>
                <a:lnTo>
                  <a:pt x="21187" y="70053"/>
                </a:lnTo>
                <a:lnTo>
                  <a:pt x="18965" y="71098"/>
                </a:lnTo>
                <a:lnTo>
                  <a:pt x="17562" y="70178"/>
                </a:lnTo>
                <a:lnTo>
                  <a:pt x="15347" y="71222"/>
                </a:lnTo>
                <a:lnTo>
                  <a:pt x="14244" y="70119"/>
                </a:lnTo>
                <a:lnTo>
                  <a:pt x="15340" y="67554"/>
                </a:lnTo>
                <a:lnTo>
                  <a:pt x="14076" y="66633"/>
                </a:lnTo>
                <a:lnTo>
                  <a:pt x="11847" y="67722"/>
                </a:lnTo>
                <a:lnTo>
                  <a:pt x="10772" y="66647"/>
                </a:lnTo>
                <a:lnTo>
                  <a:pt x="11817" y="63994"/>
                </a:lnTo>
                <a:lnTo>
                  <a:pt x="10663" y="63234"/>
                </a:lnTo>
                <a:lnTo>
                  <a:pt x="8163" y="64170"/>
                </a:lnTo>
                <a:lnTo>
                  <a:pt x="6657" y="62211"/>
                </a:lnTo>
                <a:lnTo>
                  <a:pt x="8477" y="58301"/>
                </a:lnTo>
                <a:lnTo>
                  <a:pt x="7571" y="56167"/>
                </a:lnTo>
                <a:lnTo>
                  <a:pt x="4611" y="56978"/>
                </a:lnTo>
                <a:lnTo>
                  <a:pt x="3734" y="56101"/>
                </a:lnTo>
                <a:lnTo>
                  <a:pt x="4546" y="53791"/>
                </a:lnTo>
                <a:lnTo>
                  <a:pt x="3954" y="52410"/>
                </a:lnTo>
                <a:lnTo>
                  <a:pt x="4757" y="50115"/>
                </a:lnTo>
                <a:lnTo>
                  <a:pt x="3880" y="49231"/>
                </a:lnTo>
                <a:lnTo>
                  <a:pt x="928" y="50049"/>
                </a:lnTo>
                <a:lnTo>
                  <a:pt x="0" y="47879"/>
                </a:lnTo>
                <a:lnTo>
                  <a:pt x="869" y="44487"/>
                </a:lnTo>
                <a:lnTo>
                  <a:pt x="591" y="40278"/>
                </a:lnTo>
                <a:lnTo>
                  <a:pt x="745" y="37888"/>
                </a:lnTo>
                <a:lnTo>
                  <a:pt x="745" y="34584"/>
                </a:lnTo>
                <a:lnTo>
                  <a:pt x="460" y="32991"/>
                </a:lnTo>
                <a:lnTo>
                  <a:pt x="935" y="31412"/>
                </a:lnTo>
                <a:lnTo>
                  <a:pt x="292" y="29008"/>
                </a:lnTo>
                <a:lnTo>
                  <a:pt x="1052" y="28248"/>
                </a:lnTo>
                <a:lnTo>
                  <a:pt x="4136" y="28927"/>
                </a:lnTo>
                <a:lnTo>
                  <a:pt x="4648" y="27349"/>
                </a:lnTo>
                <a:lnTo>
                  <a:pt x="3347" y="22284"/>
                </a:lnTo>
                <a:lnTo>
                  <a:pt x="4589" y="21268"/>
                </a:lnTo>
                <a:lnTo>
                  <a:pt x="7637" y="21897"/>
                </a:lnTo>
                <a:lnTo>
                  <a:pt x="8324" y="19879"/>
                </a:lnTo>
                <a:lnTo>
                  <a:pt x="6709" y="15882"/>
                </a:lnTo>
                <a:lnTo>
                  <a:pt x="8207" y="13945"/>
                </a:lnTo>
                <a:lnTo>
                  <a:pt x="10728" y="15056"/>
                </a:lnTo>
                <a:lnTo>
                  <a:pt x="11744" y="14040"/>
                </a:lnTo>
                <a:lnTo>
                  <a:pt x="10699" y="11394"/>
                </a:lnTo>
                <a:lnTo>
                  <a:pt x="12022" y="10517"/>
                </a:lnTo>
                <a:lnTo>
                  <a:pt x="14076" y="11606"/>
                </a:lnTo>
                <a:lnTo>
                  <a:pt x="15355" y="10524"/>
                </a:lnTo>
                <a:lnTo>
                  <a:pt x="14214" y="8069"/>
                </a:lnTo>
                <a:lnTo>
                  <a:pt x="15311" y="6965"/>
                </a:lnTo>
                <a:lnTo>
                  <a:pt x="17562" y="7900"/>
                </a:lnTo>
                <a:lnTo>
                  <a:pt x="18980" y="7133"/>
                </a:lnTo>
                <a:lnTo>
                  <a:pt x="21216" y="8069"/>
                </a:lnTo>
                <a:lnTo>
                  <a:pt x="22144" y="7148"/>
                </a:lnTo>
                <a:lnTo>
                  <a:pt x="21326" y="4202"/>
                </a:lnTo>
                <a:lnTo>
                  <a:pt x="23745" y="3135"/>
                </a:lnTo>
                <a:lnTo>
                  <a:pt x="26741" y="4597"/>
                </a:lnTo>
                <a:lnTo>
                  <a:pt x="28788" y="4026"/>
                </a:lnTo>
                <a:lnTo>
                  <a:pt x="29124" y="3931"/>
                </a:lnTo>
                <a:lnTo>
                  <a:pt x="28503" y="811"/>
                </a:lnTo>
                <a:lnTo>
                  <a:pt x="29124" y="190"/>
                </a:lnTo>
                <a:lnTo>
                  <a:pt x="31784" y="548"/>
                </a:lnTo>
                <a:lnTo>
                  <a:pt x="35775" y="343"/>
                </a:lnTo>
                <a:lnTo>
                  <a:pt x="39334" y="526"/>
                </a:lnTo>
                <a:lnTo>
                  <a:pt x="44896" y="526"/>
                </a:lnTo>
                <a:lnTo>
                  <a:pt x="47834" y="0"/>
                </a:lnTo>
                <a:lnTo>
                  <a:pt x="50151" y="606"/>
                </a:lnTo>
                <a:lnTo>
                  <a:pt x="49552" y="3749"/>
                </a:lnTo>
                <a:lnTo>
                  <a:pt x="50166" y="4363"/>
                </a:lnTo>
                <a:lnTo>
                  <a:pt x="52826" y="3997"/>
                </a:lnTo>
                <a:lnTo>
                  <a:pt x="54208" y="4078"/>
                </a:lnTo>
                <a:lnTo>
                  <a:pt x="56057" y="3668"/>
                </a:lnTo>
                <a:lnTo>
                  <a:pt x="57299" y="4238"/>
                </a:lnTo>
                <a:lnTo>
                  <a:pt x="56451" y="7155"/>
                </a:lnTo>
                <a:lnTo>
                  <a:pt x="57423" y="8112"/>
                </a:lnTo>
                <a:lnTo>
                  <a:pt x="59652" y="7067"/>
                </a:lnTo>
                <a:lnTo>
                  <a:pt x="61048" y="7995"/>
                </a:lnTo>
                <a:lnTo>
                  <a:pt x="63263" y="6950"/>
                </a:lnTo>
                <a:lnTo>
                  <a:pt x="64366" y="8046"/>
                </a:lnTo>
                <a:lnTo>
                  <a:pt x="63270" y="10619"/>
                </a:lnTo>
                <a:lnTo>
                  <a:pt x="64534" y="11540"/>
                </a:lnTo>
                <a:lnTo>
                  <a:pt x="66763" y="10444"/>
                </a:lnTo>
                <a:lnTo>
                  <a:pt x="67838" y="11525"/>
                </a:lnTo>
                <a:lnTo>
                  <a:pt x="66792" y="14171"/>
                </a:lnTo>
                <a:lnTo>
                  <a:pt x="67940" y="14938"/>
                </a:lnTo>
                <a:lnTo>
                  <a:pt x="70454" y="14003"/>
                </a:lnTo>
                <a:lnTo>
                  <a:pt x="71953" y="15969"/>
                </a:lnTo>
                <a:lnTo>
                  <a:pt x="70133" y="19872"/>
                </a:lnTo>
                <a:lnTo>
                  <a:pt x="71046" y="22006"/>
                </a:lnTo>
                <a:lnTo>
                  <a:pt x="73999" y="21187"/>
                </a:lnTo>
                <a:lnTo>
                  <a:pt x="74876" y="22072"/>
                </a:lnTo>
                <a:lnTo>
                  <a:pt x="74065" y="24374"/>
                </a:lnTo>
                <a:lnTo>
                  <a:pt x="74656" y="25755"/>
                </a:lnTo>
                <a:lnTo>
                  <a:pt x="73853" y="28057"/>
                </a:lnTo>
                <a:lnTo>
                  <a:pt x="74730" y="28934"/>
                </a:lnTo>
                <a:lnTo>
                  <a:pt x="77682" y="28123"/>
                </a:lnTo>
                <a:lnTo>
                  <a:pt x="78611" y="30294"/>
                </a:lnTo>
                <a:lnTo>
                  <a:pt x="77741" y="33685"/>
                </a:lnTo>
                <a:lnTo>
                  <a:pt x="78019" y="37895"/>
                </a:lnTo>
                <a:lnTo>
                  <a:pt x="77865" y="40285"/>
                </a:lnTo>
                <a:lnTo>
                  <a:pt x="77865" y="43661"/>
                </a:lnTo>
                <a:lnTo>
                  <a:pt x="78092" y="45079"/>
                </a:lnTo>
                <a:lnTo>
                  <a:pt x="77734" y="46709"/>
                </a:lnTo>
                <a:lnTo>
                  <a:pt x="78282" y="49201"/>
                </a:lnTo>
                <a:lnTo>
                  <a:pt x="77383" y="50100"/>
                </a:lnTo>
                <a:lnTo>
                  <a:pt x="74730" y="49048"/>
                </a:lnTo>
                <a:lnTo>
                  <a:pt x="73845" y="50385"/>
                </a:lnTo>
                <a:lnTo>
                  <a:pt x="74708" y="52234"/>
                </a:lnTo>
                <a:lnTo>
                  <a:pt x="74101" y="53798"/>
                </a:lnTo>
                <a:lnTo>
                  <a:pt x="74854" y="56130"/>
                </a:lnTo>
                <a:lnTo>
                  <a:pt x="73874" y="57109"/>
                </a:lnTo>
                <a:lnTo>
                  <a:pt x="71229" y="56057"/>
                </a:lnTo>
                <a:lnTo>
                  <a:pt x="70316" y="57431"/>
                </a:lnTo>
                <a:lnTo>
                  <a:pt x="71331" y="59265"/>
                </a:lnTo>
                <a:lnTo>
                  <a:pt x="70461" y="60837"/>
                </a:lnTo>
                <a:lnTo>
                  <a:pt x="71419" y="63073"/>
                </a:lnTo>
                <a:lnTo>
                  <a:pt x="70366" y="64118"/>
                </a:lnTo>
                <a:lnTo>
                  <a:pt x="67721" y="63066"/>
                </a:lnTo>
                <a:lnTo>
                  <a:pt x="66887" y="64338"/>
                </a:lnTo>
                <a:lnTo>
                  <a:pt x="67940" y="66538"/>
                </a:lnTo>
                <a:lnTo>
                  <a:pt x="66778" y="67722"/>
                </a:lnTo>
                <a:lnTo>
                  <a:pt x="64432" y="66552"/>
                </a:lnTo>
                <a:lnTo>
                  <a:pt x="63365" y="67619"/>
                </a:lnTo>
                <a:lnTo>
                  <a:pt x="64410" y="70272"/>
                </a:lnTo>
                <a:lnTo>
                  <a:pt x="63036" y="71179"/>
                </a:lnTo>
                <a:lnTo>
                  <a:pt x="61165" y="70112"/>
                </a:lnTo>
                <a:lnTo>
                  <a:pt x="59638" y="71091"/>
                </a:lnTo>
                <a:lnTo>
                  <a:pt x="57416" y="70060"/>
                </a:lnTo>
                <a:lnTo>
                  <a:pt x="56437" y="71040"/>
                </a:lnTo>
                <a:lnTo>
                  <a:pt x="57314" y="73912"/>
                </a:lnTo>
                <a:lnTo>
                  <a:pt x="55560" y="74767"/>
                </a:lnTo>
                <a:lnTo>
                  <a:pt x="50663" y="73108"/>
                </a:lnTo>
                <a:lnTo>
                  <a:pt x="49552" y="74482"/>
                </a:lnTo>
                <a:lnTo>
                  <a:pt x="50180" y="77530"/>
                </a:lnTo>
                <a:lnTo>
                  <a:pt x="48945" y="77954"/>
                </a:lnTo>
                <a:lnTo>
                  <a:pt x="47250" y="77647"/>
                </a:lnTo>
                <a:lnTo>
                  <a:pt x="33714" y="77647"/>
                </a:lnTo>
                <a:lnTo>
                  <a:pt x="30783" y="781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494976" y="1390054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5" h="57150">
                <a:moveTo>
                  <a:pt x="16444" y="57102"/>
                </a:moveTo>
                <a:lnTo>
                  <a:pt x="14332" y="56262"/>
                </a:lnTo>
                <a:lnTo>
                  <a:pt x="15106" y="53265"/>
                </a:lnTo>
                <a:lnTo>
                  <a:pt x="14171" y="52337"/>
                </a:lnTo>
                <a:lnTo>
                  <a:pt x="11832" y="53506"/>
                </a:lnTo>
                <a:lnTo>
                  <a:pt x="10663" y="52337"/>
                </a:lnTo>
                <a:lnTo>
                  <a:pt x="11832" y="49998"/>
                </a:lnTo>
                <a:lnTo>
                  <a:pt x="10684" y="48851"/>
                </a:lnTo>
                <a:lnTo>
                  <a:pt x="8280" y="50013"/>
                </a:lnTo>
                <a:lnTo>
                  <a:pt x="7176" y="48792"/>
                </a:lnTo>
                <a:lnTo>
                  <a:pt x="8339" y="46505"/>
                </a:lnTo>
                <a:lnTo>
                  <a:pt x="7257" y="45423"/>
                </a:lnTo>
                <a:lnTo>
                  <a:pt x="4604" y="46475"/>
                </a:lnTo>
                <a:lnTo>
                  <a:pt x="3698" y="45109"/>
                </a:lnTo>
                <a:lnTo>
                  <a:pt x="4677" y="43289"/>
                </a:lnTo>
                <a:lnTo>
                  <a:pt x="4239" y="42404"/>
                </a:lnTo>
                <a:lnTo>
                  <a:pt x="3924" y="42149"/>
                </a:lnTo>
                <a:lnTo>
                  <a:pt x="833" y="42733"/>
                </a:lnTo>
                <a:lnTo>
                  <a:pt x="153" y="40504"/>
                </a:lnTo>
                <a:lnTo>
                  <a:pt x="738" y="37391"/>
                </a:lnTo>
                <a:lnTo>
                  <a:pt x="738" y="30879"/>
                </a:lnTo>
                <a:lnTo>
                  <a:pt x="109" y="25821"/>
                </a:lnTo>
                <a:lnTo>
                  <a:pt x="891" y="20288"/>
                </a:lnTo>
                <a:lnTo>
                  <a:pt x="0" y="14946"/>
                </a:lnTo>
                <a:lnTo>
                  <a:pt x="1439" y="13769"/>
                </a:lnTo>
                <a:lnTo>
                  <a:pt x="3449" y="14792"/>
                </a:lnTo>
                <a:lnTo>
                  <a:pt x="4239" y="14339"/>
                </a:lnTo>
                <a:lnTo>
                  <a:pt x="4707" y="13638"/>
                </a:lnTo>
                <a:lnTo>
                  <a:pt x="3654" y="11423"/>
                </a:lnTo>
                <a:lnTo>
                  <a:pt x="4728" y="10349"/>
                </a:lnTo>
                <a:lnTo>
                  <a:pt x="7374" y="11394"/>
                </a:lnTo>
                <a:lnTo>
                  <a:pt x="8207" y="10130"/>
                </a:lnTo>
                <a:lnTo>
                  <a:pt x="7162" y="7915"/>
                </a:lnTo>
                <a:lnTo>
                  <a:pt x="8331" y="6745"/>
                </a:lnTo>
                <a:lnTo>
                  <a:pt x="10663" y="7915"/>
                </a:lnTo>
                <a:lnTo>
                  <a:pt x="11737" y="6841"/>
                </a:lnTo>
                <a:lnTo>
                  <a:pt x="10692" y="4195"/>
                </a:lnTo>
                <a:lnTo>
                  <a:pt x="12051" y="3318"/>
                </a:lnTo>
                <a:lnTo>
                  <a:pt x="13878" y="4268"/>
                </a:lnTo>
                <a:lnTo>
                  <a:pt x="14763" y="3829"/>
                </a:lnTo>
                <a:lnTo>
                  <a:pt x="14997" y="3530"/>
                </a:lnTo>
                <a:lnTo>
                  <a:pt x="14463" y="394"/>
                </a:lnTo>
                <a:lnTo>
                  <a:pt x="15728" y="58"/>
                </a:lnTo>
                <a:lnTo>
                  <a:pt x="17262" y="321"/>
                </a:lnTo>
                <a:lnTo>
                  <a:pt x="40197" y="321"/>
                </a:lnTo>
                <a:lnTo>
                  <a:pt x="42010" y="0"/>
                </a:lnTo>
                <a:lnTo>
                  <a:pt x="43245" y="482"/>
                </a:lnTo>
                <a:lnTo>
                  <a:pt x="42470" y="3486"/>
                </a:lnTo>
                <a:lnTo>
                  <a:pt x="43406" y="4407"/>
                </a:lnTo>
                <a:lnTo>
                  <a:pt x="45737" y="3245"/>
                </a:lnTo>
                <a:lnTo>
                  <a:pt x="46906" y="4407"/>
                </a:lnTo>
                <a:lnTo>
                  <a:pt x="45737" y="6745"/>
                </a:lnTo>
                <a:lnTo>
                  <a:pt x="46892" y="7900"/>
                </a:lnTo>
                <a:lnTo>
                  <a:pt x="49296" y="6738"/>
                </a:lnTo>
                <a:lnTo>
                  <a:pt x="50400" y="7959"/>
                </a:lnTo>
                <a:lnTo>
                  <a:pt x="49238" y="10246"/>
                </a:lnTo>
                <a:lnTo>
                  <a:pt x="50319" y="11321"/>
                </a:lnTo>
                <a:lnTo>
                  <a:pt x="52965" y="10276"/>
                </a:lnTo>
                <a:lnTo>
                  <a:pt x="53871" y="11642"/>
                </a:lnTo>
                <a:lnTo>
                  <a:pt x="52899" y="13462"/>
                </a:lnTo>
                <a:lnTo>
                  <a:pt x="53338" y="14339"/>
                </a:lnTo>
                <a:lnTo>
                  <a:pt x="53623" y="14551"/>
                </a:lnTo>
                <a:lnTo>
                  <a:pt x="56780" y="14076"/>
                </a:lnTo>
                <a:lnTo>
                  <a:pt x="57335" y="16386"/>
                </a:lnTo>
                <a:lnTo>
                  <a:pt x="56838" y="19243"/>
                </a:lnTo>
                <a:lnTo>
                  <a:pt x="56838" y="37237"/>
                </a:lnTo>
                <a:lnTo>
                  <a:pt x="57511" y="40716"/>
                </a:lnTo>
                <a:lnTo>
                  <a:pt x="56678" y="42828"/>
                </a:lnTo>
                <a:lnTo>
                  <a:pt x="53674" y="42053"/>
                </a:lnTo>
                <a:lnTo>
                  <a:pt x="52753" y="42989"/>
                </a:lnTo>
                <a:lnTo>
                  <a:pt x="53915" y="45328"/>
                </a:lnTo>
                <a:lnTo>
                  <a:pt x="52753" y="46497"/>
                </a:lnTo>
                <a:lnTo>
                  <a:pt x="50414" y="45328"/>
                </a:lnTo>
                <a:lnTo>
                  <a:pt x="49260" y="46483"/>
                </a:lnTo>
                <a:lnTo>
                  <a:pt x="50422" y="48880"/>
                </a:lnTo>
                <a:lnTo>
                  <a:pt x="49201" y="49984"/>
                </a:lnTo>
                <a:lnTo>
                  <a:pt x="46921" y="48821"/>
                </a:lnTo>
                <a:lnTo>
                  <a:pt x="45839" y="49903"/>
                </a:lnTo>
                <a:lnTo>
                  <a:pt x="46885" y="52556"/>
                </a:lnTo>
                <a:lnTo>
                  <a:pt x="45518" y="53463"/>
                </a:lnTo>
                <a:lnTo>
                  <a:pt x="43698" y="52490"/>
                </a:lnTo>
                <a:lnTo>
                  <a:pt x="42821" y="52922"/>
                </a:lnTo>
                <a:lnTo>
                  <a:pt x="42609" y="53207"/>
                </a:lnTo>
                <a:lnTo>
                  <a:pt x="43084" y="56364"/>
                </a:lnTo>
                <a:lnTo>
                  <a:pt x="40774" y="56919"/>
                </a:lnTo>
                <a:lnTo>
                  <a:pt x="37917" y="56430"/>
                </a:lnTo>
                <a:lnTo>
                  <a:pt x="19923" y="56430"/>
                </a:lnTo>
                <a:lnTo>
                  <a:pt x="16444" y="57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2712920" y="1397093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18292" y="42931"/>
                </a:moveTo>
                <a:lnTo>
                  <a:pt x="17591" y="42083"/>
                </a:lnTo>
                <a:lnTo>
                  <a:pt x="18139" y="38947"/>
                </a:lnTo>
                <a:lnTo>
                  <a:pt x="15851" y="38333"/>
                </a:lnTo>
                <a:lnTo>
                  <a:pt x="12884" y="38874"/>
                </a:lnTo>
                <a:lnTo>
                  <a:pt x="10107" y="38874"/>
                </a:lnTo>
                <a:lnTo>
                  <a:pt x="7907" y="39225"/>
                </a:lnTo>
                <a:lnTo>
                  <a:pt x="6804" y="38567"/>
                </a:lnTo>
                <a:lnTo>
                  <a:pt x="7725" y="35841"/>
                </a:lnTo>
                <a:lnTo>
                  <a:pt x="7315" y="35366"/>
                </a:lnTo>
                <a:lnTo>
                  <a:pt x="6847" y="34957"/>
                </a:lnTo>
                <a:lnTo>
                  <a:pt x="4107" y="35878"/>
                </a:lnTo>
                <a:lnTo>
                  <a:pt x="2864" y="33751"/>
                </a:lnTo>
                <a:lnTo>
                  <a:pt x="4268" y="30206"/>
                </a:lnTo>
                <a:lnTo>
                  <a:pt x="3654" y="27729"/>
                </a:lnTo>
                <a:lnTo>
                  <a:pt x="4239" y="25273"/>
                </a:lnTo>
                <a:lnTo>
                  <a:pt x="3478" y="24520"/>
                </a:lnTo>
                <a:lnTo>
                  <a:pt x="438" y="25236"/>
                </a:lnTo>
                <a:lnTo>
                  <a:pt x="0" y="23979"/>
                </a:lnTo>
                <a:lnTo>
                  <a:pt x="306" y="22262"/>
                </a:lnTo>
                <a:lnTo>
                  <a:pt x="306" y="20215"/>
                </a:lnTo>
                <a:lnTo>
                  <a:pt x="168" y="18958"/>
                </a:lnTo>
                <a:lnTo>
                  <a:pt x="336" y="17606"/>
                </a:lnTo>
                <a:lnTo>
                  <a:pt x="3712" y="18088"/>
                </a:lnTo>
                <a:lnTo>
                  <a:pt x="4604" y="15845"/>
                </a:lnTo>
                <a:lnTo>
                  <a:pt x="3288" y="12921"/>
                </a:lnTo>
                <a:lnTo>
                  <a:pt x="3961" y="10195"/>
                </a:lnTo>
                <a:lnTo>
                  <a:pt x="3376" y="7739"/>
                </a:lnTo>
                <a:lnTo>
                  <a:pt x="4392" y="6731"/>
                </a:lnTo>
                <a:lnTo>
                  <a:pt x="6621" y="7783"/>
                </a:lnTo>
                <a:lnTo>
                  <a:pt x="7315" y="7316"/>
                </a:lnTo>
                <a:lnTo>
                  <a:pt x="7725" y="6848"/>
                </a:lnTo>
                <a:lnTo>
                  <a:pt x="6804" y="4114"/>
                </a:lnTo>
                <a:lnTo>
                  <a:pt x="8930" y="2864"/>
                </a:lnTo>
                <a:lnTo>
                  <a:pt x="12482" y="4275"/>
                </a:lnTo>
                <a:lnTo>
                  <a:pt x="14953" y="3661"/>
                </a:lnTo>
                <a:lnTo>
                  <a:pt x="17409" y="4246"/>
                </a:lnTo>
                <a:lnTo>
                  <a:pt x="18161" y="3486"/>
                </a:lnTo>
                <a:lnTo>
                  <a:pt x="17445" y="445"/>
                </a:lnTo>
                <a:lnTo>
                  <a:pt x="18702" y="0"/>
                </a:lnTo>
                <a:lnTo>
                  <a:pt x="20420" y="306"/>
                </a:lnTo>
                <a:lnTo>
                  <a:pt x="22474" y="306"/>
                </a:lnTo>
                <a:lnTo>
                  <a:pt x="23723" y="167"/>
                </a:lnTo>
                <a:lnTo>
                  <a:pt x="25075" y="336"/>
                </a:lnTo>
                <a:lnTo>
                  <a:pt x="24593" y="3720"/>
                </a:lnTo>
                <a:lnTo>
                  <a:pt x="26836" y="4611"/>
                </a:lnTo>
                <a:lnTo>
                  <a:pt x="29767" y="3288"/>
                </a:lnTo>
                <a:lnTo>
                  <a:pt x="32486" y="3968"/>
                </a:lnTo>
                <a:lnTo>
                  <a:pt x="34942" y="3383"/>
                </a:lnTo>
                <a:lnTo>
                  <a:pt x="35951" y="4399"/>
                </a:lnTo>
                <a:lnTo>
                  <a:pt x="34905" y="6621"/>
                </a:lnTo>
                <a:lnTo>
                  <a:pt x="35366" y="7316"/>
                </a:lnTo>
                <a:lnTo>
                  <a:pt x="38881" y="7316"/>
                </a:lnTo>
                <a:lnTo>
                  <a:pt x="39305" y="9552"/>
                </a:lnTo>
                <a:lnTo>
                  <a:pt x="38326" y="12132"/>
                </a:lnTo>
                <a:lnTo>
                  <a:pt x="39034" y="14960"/>
                </a:lnTo>
                <a:lnTo>
                  <a:pt x="38450" y="17416"/>
                </a:lnTo>
                <a:lnTo>
                  <a:pt x="39210" y="18169"/>
                </a:lnTo>
                <a:lnTo>
                  <a:pt x="42250" y="17445"/>
                </a:lnTo>
                <a:lnTo>
                  <a:pt x="42689" y="18702"/>
                </a:lnTo>
                <a:lnTo>
                  <a:pt x="42382" y="20427"/>
                </a:lnTo>
                <a:lnTo>
                  <a:pt x="42382" y="22474"/>
                </a:lnTo>
                <a:lnTo>
                  <a:pt x="42521" y="23731"/>
                </a:lnTo>
                <a:lnTo>
                  <a:pt x="42352" y="25083"/>
                </a:lnTo>
                <a:lnTo>
                  <a:pt x="38976" y="24601"/>
                </a:lnTo>
                <a:lnTo>
                  <a:pt x="38084" y="26837"/>
                </a:lnTo>
                <a:lnTo>
                  <a:pt x="39400" y="29768"/>
                </a:lnTo>
                <a:lnTo>
                  <a:pt x="38728" y="32486"/>
                </a:lnTo>
                <a:lnTo>
                  <a:pt x="39312" y="34942"/>
                </a:lnTo>
                <a:lnTo>
                  <a:pt x="38296" y="35951"/>
                </a:lnTo>
                <a:lnTo>
                  <a:pt x="36067" y="34906"/>
                </a:lnTo>
                <a:lnTo>
                  <a:pt x="35373" y="35366"/>
                </a:lnTo>
                <a:lnTo>
                  <a:pt x="34963" y="35841"/>
                </a:lnTo>
                <a:lnTo>
                  <a:pt x="35885" y="38575"/>
                </a:lnTo>
                <a:lnTo>
                  <a:pt x="33758" y="39824"/>
                </a:lnTo>
                <a:lnTo>
                  <a:pt x="30206" y="38414"/>
                </a:lnTo>
                <a:lnTo>
                  <a:pt x="27735" y="39028"/>
                </a:lnTo>
                <a:lnTo>
                  <a:pt x="25279" y="38443"/>
                </a:lnTo>
                <a:lnTo>
                  <a:pt x="24659" y="39072"/>
                </a:lnTo>
                <a:lnTo>
                  <a:pt x="25046" y="42368"/>
                </a:lnTo>
                <a:lnTo>
                  <a:pt x="18292" y="42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937733" y="1411425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5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246477" y="1456578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20" h="134619">
                <a:moveTo>
                  <a:pt x="57103" y="134143"/>
                </a:moveTo>
                <a:lnTo>
                  <a:pt x="56401" y="133449"/>
                </a:lnTo>
                <a:lnTo>
                  <a:pt x="56905" y="130226"/>
                </a:lnTo>
                <a:lnTo>
                  <a:pt x="54472" y="129794"/>
                </a:lnTo>
                <a:lnTo>
                  <a:pt x="51840" y="130182"/>
                </a:lnTo>
                <a:lnTo>
                  <a:pt x="47675" y="130182"/>
                </a:lnTo>
                <a:lnTo>
                  <a:pt x="44444" y="130803"/>
                </a:lnTo>
                <a:lnTo>
                  <a:pt x="42237" y="130050"/>
                </a:lnTo>
                <a:lnTo>
                  <a:pt x="42924" y="126988"/>
                </a:lnTo>
                <a:lnTo>
                  <a:pt x="42281" y="126345"/>
                </a:lnTo>
                <a:lnTo>
                  <a:pt x="39613" y="126710"/>
                </a:lnTo>
                <a:lnTo>
                  <a:pt x="38239" y="126630"/>
                </a:lnTo>
                <a:lnTo>
                  <a:pt x="36361" y="127046"/>
                </a:lnTo>
                <a:lnTo>
                  <a:pt x="35126" y="126462"/>
                </a:lnTo>
                <a:lnTo>
                  <a:pt x="35988" y="123560"/>
                </a:lnTo>
                <a:lnTo>
                  <a:pt x="35264" y="122844"/>
                </a:lnTo>
                <a:lnTo>
                  <a:pt x="32597" y="123202"/>
                </a:lnTo>
                <a:lnTo>
                  <a:pt x="31376" y="123136"/>
                </a:lnTo>
                <a:lnTo>
                  <a:pt x="29162" y="123553"/>
                </a:lnTo>
                <a:lnTo>
                  <a:pt x="28022" y="122814"/>
                </a:lnTo>
                <a:lnTo>
                  <a:pt x="29059" y="120147"/>
                </a:lnTo>
                <a:lnTo>
                  <a:pt x="28087" y="119182"/>
                </a:lnTo>
                <a:lnTo>
                  <a:pt x="25442" y="120227"/>
                </a:lnTo>
                <a:lnTo>
                  <a:pt x="24564" y="118912"/>
                </a:lnTo>
                <a:lnTo>
                  <a:pt x="25653" y="116851"/>
                </a:lnTo>
                <a:lnTo>
                  <a:pt x="24572" y="115572"/>
                </a:lnTo>
                <a:lnTo>
                  <a:pt x="22116" y="116719"/>
                </a:lnTo>
                <a:lnTo>
                  <a:pt x="20976" y="115579"/>
                </a:lnTo>
                <a:lnTo>
                  <a:pt x="22145" y="113247"/>
                </a:lnTo>
                <a:lnTo>
                  <a:pt x="20976" y="112078"/>
                </a:lnTo>
                <a:lnTo>
                  <a:pt x="18637" y="113247"/>
                </a:lnTo>
                <a:lnTo>
                  <a:pt x="17563" y="112173"/>
                </a:lnTo>
                <a:lnTo>
                  <a:pt x="18615" y="109527"/>
                </a:lnTo>
                <a:lnTo>
                  <a:pt x="17292" y="108650"/>
                </a:lnTo>
                <a:lnTo>
                  <a:pt x="15238" y="109739"/>
                </a:lnTo>
                <a:lnTo>
                  <a:pt x="13952" y="108658"/>
                </a:lnTo>
                <a:lnTo>
                  <a:pt x="15099" y="106202"/>
                </a:lnTo>
                <a:lnTo>
                  <a:pt x="14040" y="105149"/>
                </a:lnTo>
                <a:lnTo>
                  <a:pt x="11431" y="106216"/>
                </a:lnTo>
                <a:lnTo>
                  <a:pt x="10159" y="104382"/>
                </a:lnTo>
                <a:lnTo>
                  <a:pt x="12183" y="99573"/>
                </a:lnTo>
                <a:lnTo>
                  <a:pt x="10627" y="98301"/>
                </a:lnTo>
                <a:lnTo>
                  <a:pt x="7732" y="99076"/>
                </a:lnTo>
                <a:lnTo>
                  <a:pt x="6921" y="97358"/>
                </a:lnTo>
                <a:lnTo>
                  <a:pt x="8551" y="92454"/>
                </a:lnTo>
                <a:lnTo>
                  <a:pt x="7177" y="91329"/>
                </a:lnTo>
                <a:lnTo>
                  <a:pt x="4158" y="91987"/>
                </a:lnTo>
                <a:lnTo>
                  <a:pt x="3369" y="89867"/>
                </a:lnTo>
                <a:lnTo>
                  <a:pt x="4019" y="86491"/>
                </a:lnTo>
                <a:lnTo>
                  <a:pt x="4019" y="82420"/>
                </a:lnTo>
                <a:lnTo>
                  <a:pt x="4443" y="79715"/>
                </a:lnTo>
                <a:lnTo>
                  <a:pt x="3961" y="77311"/>
                </a:lnTo>
                <a:lnTo>
                  <a:pt x="760" y="77830"/>
                </a:lnTo>
                <a:lnTo>
                  <a:pt x="80" y="77150"/>
                </a:lnTo>
                <a:lnTo>
                  <a:pt x="665" y="74694"/>
                </a:lnTo>
                <a:lnTo>
                  <a:pt x="0" y="72048"/>
                </a:lnTo>
                <a:lnTo>
                  <a:pt x="511" y="69169"/>
                </a:lnTo>
                <a:lnTo>
                  <a:pt x="511" y="64959"/>
                </a:lnTo>
                <a:lnTo>
                  <a:pt x="0" y="62072"/>
                </a:lnTo>
                <a:lnTo>
                  <a:pt x="665" y="59419"/>
                </a:lnTo>
                <a:lnTo>
                  <a:pt x="80" y="56964"/>
                </a:lnTo>
                <a:lnTo>
                  <a:pt x="760" y="56299"/>
                </a:lnTo>
                <a:lnTo>
                  <a:pt x="3961" y="56817"/>
                </a:lnTo>
                <a:lnTo>
                  <a:pt x="4443" y="54413"/>
                </a:lnTo>
                <a:lnTo>
                  <a:pt x="4019" y="51709"/>
                </a:lnTo>
                <a:lnTo>
                  <a:pt x="4019" y="47579"/>
                </a:lnTo>
                <a:lnTo>
                  <a:pt x="3398" y="44334"/>
                </a:lnTo>
                <a:lnTo>
                  <a:pt x="4151" y="42127"/>
                </a:lnTo>
                <a:lnTo>
                  <a:pt x="7206" y="42829"/>
                </a:lnTo>
                <a:lnTo>
                  <a:pt x="7857" y="42178"/>
                </a:lnTo>
                <a:lnTo>
                  <a:pt x="7498" y="39518"/>
                </a:lnTo>
                <a:lnTo>
                  <a:pt x="7572" y="38144"/>
                </a:lnTo>
                <a:lnTo>
                  <a:pt x="7162" y="36266"/>
                </a:lnTo>
                <a:lnTo>
                  <a:pt x="7747" y="35030"/>
                </a:lnTo>
                <a:lnTo>
                  <a:pt x="10641" y="35893"/>
                </a:lnTo>
                <a:lnTo>
                  <a:pt x="11365" y="35169"/>
                </a:lnTo>
                <a:lnTo>
                  <a:pt x="11007" y="32509"/>
                </a:lnTo>
                <a:lnTo>
                  <a:pt x="11072" y="31281"/>
                </a:lnTo>
                <a:lnTo>
                  <a:pt x="10663" y="29066"/>
                </a:lnTo>
                <a:lnTo>
                  <a:pt x="11394" y="27934"/>
                </a:lnTo>
                <a:lnTo>
                  <a:pt x="14062" y="28971"/>
                </a:lnTo>
                <a:lnTo>
                  <a:pt x="15129" y="27904"/>
                </a:lnTo>
                <a:lnTo>
                  <a:pt x="13959" y="25573"/>
                </a:lnTo>
                <a:lnTo>
                  <a:pt x="15129" y="24403"/>
                </a:lnTo>
                <a:lnTo>
                  <a:pt x="17467" y="25573"/>
                </a:lnTo>
                <a:lnTo>
                  <a:pt x="18637" y="24404"/>
                </a:lnTo>
                <a:lnTo>
                  <a:pt x="17468" y="22065"/>
                </a:lnTo>
                <a:lnTo>
                  <a:pt x="18637" y="20895"/>
                </a:lnTo>
                <a:lnTo>
                  <a:pt x="20976" y="22065"/>
                </a:lnTo>
                <a:lnTo>
                  <a:pt x="22145" y="20895"/>
                </a:lnTo>
                <a:lnTo>
                  <a:pt x="20976" y="18564"/>
                </a:lnTo>
                <a:lnTo>
                  <a:pt x="22145" y="17394"/>
                </a:lnTo>
                <a:lnTo>
                  <a:pt x="24484" y="18564"/>
                </a:lnTo>
                <a:lnTo>
                  <a:pt x="25602" y="17446"/>
                </a:lnTo>
                <a:lnTo>
                  <a:pt x="24484" y="14924"/>
                </a:lnTo>
                <a:lnTo>
                  <a:pt x="25741" y="13945"/>
                </a:lnTo>
                <a:lnTo>
                  <a:pt x="27978" y="15070"/>
                </a:lnTo>
                <a:lnTo>
                  <a:pt x="28942" y="14098"/>
                </a:lnTo>
                <a:lnTo>
                  <a:pt x="28138" y="11153"/>
                </a:lnTo>
                <a:lnTo>
                  <a:pt x="30492" y="10151"/>
                </a:lnTo>
                <a:lnTo>
                  <a:pt x="33766" y="11949"/>
                </a:lnTo>
                <a:lnTo>
                  <a:pt x="36097" y="10692"/>
                </a:lnTo>
                <a:lnTo>
                  <a:pt x="35162" y="7886"/>
                </a:lnTo>
                <a:lnTo>
                  <a:pt x="36178" y="6877"/>
                </a:lnTo>
                <a:lnTo>
                  <a:pt x="38400" y="7930"/>
                </a:lnTo>
                <a:lnTo>
                  <a:pt x="39803" y="7001"/>
                </a:lnTo>
                <a:lnTo>
                  <a:pt x="42025" y="8046"/>
                </a:lnTo>
                <a:lnTo>
                  <a:pt x="42924" y="7147"/>
                </a:lnTo>
                <a:lnTo>
                  <a:pt x="42244" y="4071"/>
                </a:lnTo>
                <a:lnTo>
                  <a:pt x="44466" y="3354"/>
                </a:lnTo>
                <a:lnTo>
                  <a:pt x="47653" y="3961"/>
                </a:lnTo>
                <a:lnTo>
                  <a:pt x="51891" y="3961"/>
                </a:lnTo>
                <a:lnTo>
                  <a:pt x="54450" y="4326"/>
                </a:lnTo>
                <a:lnTo>
                  <a:pt x="56642" y="3961"/>
                </a:lnTo>
                <a:lnTo>
                  <a:pt x="56890" y="3917"/>
                </a:lnTo>
                <a:lnTo>
                  <a:pt x="56415" y="679"/>
                </a:lnTo>
                <a:lnTo>
                  <a:pt x="56978" y="117"/>
                </a:lnTo>
                <a:lnTo>
                  <a:pt x="59638" y="482"/>
                </a:lnTo>
                <a:lnTo>
                  <a:pt x="63636" y="270"/>
                </a:lnTo>
                <a:lnTo>
                  <a:pt x="67188" y="453"/>
                </a:lnTo>
                <a:lnTo>
                  <a:pt x="71654" y="453"/>
                </a:lnTo>
                <a:lnTo>
                  <a:pt x="73247" y="168"/>
                </a:lnTo>
                <a:lnTo>
                  <a:pt x="74826" y="650"/>
                </a:lnTo>
                <a:lnTo>
                  <a:pt x="77230" y="0"/>
                </a:lnTo>
                <a:lnTo>
                  <a:pt x="77917" y="694"/>
                </a:lnTo>
                <a:lnTo>
                  <a:pt x="77420" y="3917"/>
                </a:lnTo>
                <a:lnTo>
                  <a:pt x="79854" y="4348"/>
                </a:lnTo>
                <a:lnTo>
                  <a:pt x="82485" y="3961"/>
                </a:lnTo>
                <a:lnTo>
                  <a:pt x="86651" y="3961"/>
                </a:lnTo>
                <a:lnTo>
                  <a:pt x="89882" y="3340"/>
                </a:lnTo>
                <a:lnTo>
                  <a:pt x="92089" y="4085"/>
                </a:lnTo>
                <a:lnTo>
                  <a:pt x="91394" y="7147"/>
                </a:lnTo>
                <a:lnTo>
                  <a:pt x="92045" y="7798"/>
                </a:lnTo>
                <a:lnTo>
                  <a:pt x="94713" y="7433"/>
                </a:lnTo>
                <a:lnTo>
                  <a:pt x="96087" y="7506"/>
                </a:lnTo>
                <a:lnTo>
                  <a:pt x="97965" y="7096"/>
                </a:lnTo>
                <a:lnTo>
                  <a:pt x="99200" y="7681"/>
                </a:lnTo>
                <a:lnTo>
                  <a:pt x="98338" y="10575"/>
                </a:lnTo>
                <a:lnTo>
                  <a:pt x="99061" y="11299"/>
                </a:lnTo>
                <a:lnTo>
                  <a:pt x="101729" y="10941"/>
                </a:lnTo>
                <a:lnTo>
                  <a:pt x="102949" y="11007"/>
                </a:lnTo>
                <a:lnTo>
                  <a:pt x="105171" y="10590"/>
                </a:lnTo>
                <a:lnTo>
                  <a:pt x="106304" y="11328"/>
                </a:lnTo>
                <a:lnTo>
                  <a:pt x="105266" y="13996"/>
                </a:lnTo>
                <a:lnTo>
                  <a:pt x="106238" y="14960"/>
                </a:lnTo>
                <a:lnTo>
                  <a:pt x="108884" y="13915"/>
                </a:lnTo>
                <a:lnTo>
                  <a:pt x="109761" y="15231"/>
                </a:lnTo>
                <a:lnTo>
                  <a:pt x="108672" y="17292"/>
                </a:lnTo>
                <a:lnTo>
                  <a:pt x="109754" y="18571"/>
                </a:lnTo>
                <a:lnTo>
                  <a:pt x="112210" y="17424"/>
                </a:lnTo>
                <a:lnTo>
                  <a:pt x="113350" y="18564"/>
                </a:lnTo>
                <a:lnTo>
                  <a:pt x="112181" y="20895"/>
                </a:lnTo>
                <a:lnTo>
                  <a:pt x="113350" y="22065"/>
                </a:lnTo>
                <a:lnTo>
                  <a:pt x="115689" y="20895"/>
                </a:lnTo>
                <a:lnTo>
                  <a:pt x="116763" y="21970"/>
                </a:lnTo>
                <a:lnTo>
                  <a:pt x="115711" y="24615"/>
                </a:lnTo>
                <a:lnTo>
                  <a:pt x="117034" y="25492"/>
                </a:lnTo>
                <a:lnTo>
                  <a:pt x="119087" y="24404"/>
                </a:lnTo>
                <a:lnTo>
                  <a:pt x="120374" y="25478"/>
                </a:lnTo>
                <a:lnTo>
                  <a:pt x="119226" y="27941"/>
                </a:lnTo>
                <a:lnTo>
                  <a:pt x="120286" y="28993"/>
                </a:lnTo>
                <a:lnTo>
                  <a:pt x="122895" y="27919"/>
                </a:lnTo>
                <a:lnTo>
                  <a:pt x="124167" y="29761"/>
                </a:lnTo>
                <a:lnTo>
                  <a:pt x="122142" y="34570"/>
                </a:lnTo>
                <a:lnTo>
                  <a:pt x="123699" y="35841"/>
                </a:lnTo>
                <a:lnTo>
                  <a:pt x="126593" y="35067"/>
                </a:lnTo>
                <a:lnTo>
                  <a:pt x="127405" y="36784"/>
                </a:lnTo>
                <a:lnTo>
                  <a:pt x="125775" y="41688"/>
                </a:lnTo>
                <a:lnTo>
                  <a:pt x="127149" y="42806"/>
                </a:lnTo>
                <a:lnTo>
                  <a:pt x="130167" y="42149"/>
                </a:lnTo>
                <a:lnTo>
                  <a:pt x="130957" y="44275"/>
                </a:lnTo>
                <a:lnTo>
                  <a:pt x="130306" y="47652"/>
                </a:lnTo>
                <a:lnTo>
                  <a:pt x="130306" y="51723"/>
                </a:lnTo>
                <a:lnTo>
                  <a:pt x="129882" y="54427"/>
                </a:lnTo>
                <a:lnTo>
                  <a:pt x="130365" y="56832"/>
                </a:lnTo>
                <a:lnTo>
                  <a:pt x="133566" y="56305"/>
                </a:lnTo>
                <a:lnTo>
                  <a:pt x="134246" y="56985"/>
                </a:lnTo>
                <a:lnTo>
                  <a:pt x="133661" y="59448"/>
                </a:lnTo>
                <a:lnTo>
                  <a:pt x="134319" y="62087"/>
                </a:lnTo>
                <a:lnTo>
                  <a:pt x="133815" y="64973"/>
                </a:lnTo>
                <a:lnTo>
                  <a:pt x="133815" y="69183"/>
                </a:lnTo>
                <a:lnTo>
                  <a:pt x="134319" y="72063"/>
                </a:lnTo>
                <a:lnTo>
                  <a:pt x="133661" y="74716"/>
                </a:lnTo>
                <a:lnTo>
                  <a:pt x="134246" y="77171"/>
                </a:lnTo>
                <a:lnTo>
                  <a:pt x="133566" y="77844"/>
                </a:lnTo>
                <a:lnTo>
                  <a:pt x="130365" y="77325"/>
                </a:lnTo>
                <a:lnTo>
                  <a:pt x="129882" y="79729"/>
                </a:lnTo>
                <a:lnTo>
                  <a:pt x="130306" y="82434"/>
                </a:lnTo>
                <a:lnTo>
                  <a:pt x="130306" y="86563"/>
                </a:lnTo>
                <a:lnTo>
                  <a:pt x="130928" y="89808"/>
                </a:lnTo>
                <a:lnTo>
                  <a:pt x="130175" y="92015"/>
                </a:lnTo>
                <a:lnTo>
                  <a:pt x="127120" y="91314"/>
                </a:lnTo>
                <a:lnTo>
                  <a:pt x="126469" y="91964"/>
                </a:lnTo>
                <a:lnTo>
                  <a:pt x="126827" y="94625"/>
                </a:lnTo>
                <a:lnTo>
                  <a:pt x="126754" y="95999"/>
                </a:lnTo>
                <a:lnTo>
                  <a:pt x="127164" y="97877"/>
                </a:lnTo>
                <a:lnTo>
                  <a:pt x="126579" y="99105"/>
                </a:lnTo>
                <a:lnTo>
                  <a:pt x="123685" y="98243"/>
                </a:lnTo>
                <a:lnTo>
                  <a:pt x="122961" y="98973"/>
                </a:lnTo>
                <a:lnTo>
                  <a:pt x="123319" y="101634"/>
                </a:lnTo>
                <a:lnTo>
                  <a:pt x="123253" y="102854"/>
                </a:lnTo>
                <a:lnTo>
                  <a:pt x="123663" y="105076"/>
                </a:lnTo>
                <a:lnTo>
                  <a:pt x="122932" y="106209"/>
                </a:lnTo>
                <a:lnTo>
                  <a:pt x="120264" y="105171"/>
                </a:lnTo>
                <a:lnTo>
                  <a:pt x="119292" y="106136"/>
                </a:lnTo>
                <a:lnTo>
                  <a:pt x="120345" y="108789"/>
                </a:lnTo>
                <a:lnTo>
                  <a:pt x="119022" y="109659"/>
                </a:lnTo>
                <a:lnTo>
                  <a:pt x="116968" y="108570"/>
                </a:lnTo>
                <a:lnTo>
                  <a:pt x="115682" y="109651"/>
                </a:lnTo>
                <a:lnTo>
                  <a:pt x="116829" y="112107"/>
                </a:lnTo>
                <a:lnTo>
                  <a:pt x="115689" y="113247"/>
                </a:lnTo>
                <a:lnTo>
                  <a:pt x="113350" y="112078"/>
                </a:lnTo>
                <a:lnTo>
                  <a:pt x="112180" y="113247"/>
                </a:lnTo>
                <a:lnTo>
                  <a:pt x="113350" y="115579"/>
                </a:lnTo>
                <a:lnTo>
                  <a:pt x="112276" y="116653"/>
                </a:lnTo>
                <a:lnTo>
                  <a:pt x="109630" y="115608"/>
                </a:lnTo>
                <a:lnTo>
                  <a:pt x="108753" y="116924"/>
                </a:lnTo>
                <a:lnTo>
                  <a:pt x="109842" y="118985"/>
                </a:lnTo>
                <a:lnTo>
                  <a:pt x="108760" y="120264"/>
                </a:lnTo>
                <a:lnTo>
                  <a:pt x="106304" y="119116"/>
                </a:lnTo>
                <a:lnTo>
                  <a:pt x="105245" y="120169"/>
                </a:lnTo>
                <a:lnTo>
                  <a:pt x="106319" y="122785"/>
                </a:lnTo>
                <a:lnTo>
                  <a:pt x="104484" y="124050"/>
                </a:lnTo>
                <a:lnTo>
                  <a:pt x="99668" y="122032"/>
                </a:lnTo>
                <a:lnTo>
                  <a:pt x="98397" y="123589"/>
                </a:lnTo>
                <a:lnTo>
                  <a:pt x="99171" y="126476"/>
                </a:lnTo>
                <a:lnTo>
                  <a:pt x="97461" y="127280"/>
                </a:lnTo>
                <a:lnTo>
                  <a:pt x="92550" y="125650"/>
                </a:lnTo>
                <a:lnTo>
                  <a:pt x="91424" y="127032"/>
                </a:lnTo>
                <a:lnTo>
                  <a:pt x="92089" y="130050"/>
                </a:lnTo>
                <a:lnTo>
                  <a:pt x="89977" y="130839"/>
                </a:lnTo>
                <a:lnTo>
                  <a:pt x="86578" y="130182"/>
                </a:lnTo>
                <a:lnTo>
                  <a:pt x="82617" y="130182"/>
                </a:lnTo>
                <a:lnTo>
                  <a:pt x="79686" y="129656"/>
                </a:lnTo>
                <a:lnTo>
                  <a:pt x="77362" y="130269"/>
                </a:lnTo>
                <a:lnTo>
                  <a:pt x="77962" y="133412"/>
                </a:lnTo>
                <a:lnTo>
                  <a:pt x="77348" y="134019"/>
                </a:lnTo>
                <a:lnTo>
                  <a:pt x="74687" y="133661"/>
                </a:lnTo>
                <a:lnTo>
                  <a:pt x="70697" y="133873"/>
                </a:lnTo>
                <a:lnTo>
                  <a:pt x="67137" y="133690"/>
                </a:lnTo>
                <a:lnTo>
                  <a:pt x="62679" y="133690"/>
                </a:lnTo>
                <a:lnTo>
                  <a:pt x="61079" y="133968"/>
                </a:lnTo>
                <a:lnTo>
                  <a:pt x="59500" y="133493"/>
                </a:lnTo>
                <a:lnTo>
                  <a:pt x="57103" y="13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456849" y="1456526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20" h="134619">
                <a:moveTo>
                  <a:pt x="81682" y="134370"/>
                </a:moveTo>
                <a:lnTo>
                  <a:pt x="77516" y="133727"/>
                </a:lnTo>
                <a:lnTo>
                  <a:pt x="54559" y="133727"/>
                </a:lnTo>
                <a:lnTo>
                  <a:pt x="51892" y="134136"/>
                </a:lnTo>
                <a:lnTo>
                  <a:pt x="49473" y="133676"/>
                </a:lnTo>
                <a:lnTo>
                  <a:pt x="49984" y="130460"/>
                </a:lnTo>
                <a:lnTo>
                  <a:pt x="49312" y="129787"/>
                </a:lnTo>
                <a:lnTo>
                  <a:pt x="46856" y="130372"/>
                </a:lnTo>
                <a:lnTo>
                  <a:pt x="44196" y="129714"/>
                </a:lnTo>
                <a:lnTo>
                  <a:pt x="41111" y="131074"/>
                </a:lnTo>
                <a:lnTo>
                  <a:pt x="38765" y="130014"/>
                </a:lnTo>
                <a:lnTo>
                  <a:pt x="39606" y="127090"/>
                </a:lnTo>
                <a:lnTo>
                  <a:pt x="38890" y="126382"/>
                </a:lnTo>
                <a:lnTo>
                  <a:pt x="36222" y="126747"/>
                </a:lnTo>
                <a:lnTo>
                  <a:pt x="35031" y="126681"/>
                </a:lnTo>
                <a:lnTo>
                  <a:pt x="32758" y="127090"/>
                </a:lnTo>
                <a:lnTo>
                  <a:pt x="31647" y="126330"/>
                </a:lnTo>
                <a:lnTo>
                  <a:pt x="32706" y="123707"/>
                </a:lnTo>
                <a:lnTo>
                  <a:pt x="31625" y="122625"/>
                </a:lnTo>
                <a:lnTo>
                  <a:pt x="29286" y="123794"/>
                </a:lnTo>
                <a:lnTo>
                  <a:pt x="28124" y="122625"/>
                </a:lnTo>
                <a:lnTo>
                  <a:pt x="29293" y="120293"/>
                </a:lnTo>
                <a:lnTo>
                  <a:pt x="28131" y="119131"/>
                </a:lnTo>
                <a:lnTo>
                  <a:pt x="25909" y="120147"/>
                </a:lnTo>
                <a:lnTo>
                  <a:pt x="24491" y="119270"/>
                </a:lnTo>
                <a:lnTo>
                  <a:pt x="22270" y="120279"/>
                </a:lnTo>
                <a:lnTo>
                  <a:pt x="21202" y="119219"/>
                </a:lnTo>
                <a:lnTo>
                  <a:pt x="22255" y="116573"/>
                </a:lnTo>
                <a:lnTo>
                  <a:pt x="20990" y="115740"/>
                </a:lnTo>
                <a:lnTo>
                  <a:pt x="18769" y="116785"/>
                </a:lnTo>
                <a:lnTo>
                  <a:pt x="17599" y="115616"/>
                </a:lnTo>
                <a:lnTo>
                  <a:pt x="18768" y="113284"/>
                </a:lnTo>
                <a:lnTo>
                  <a:pt x="17819" y="112327"/>
                </a:lnTo>
                <a:lnTo>
                  <a:pt x="14866" y="113138"/>
                </a:lnTo>
                <a:lnTo>
                  <a:pt x="13945" y="110989"/>
                </a:lnTo>
                <a:lnTo>
                  <a:pt x="15772" y="107138"/>
                </a:lnTo>
                <a:lnTo>
                  <a:pt x="14237" y="105099"/>
                </a:lnTo>
                <a:lnTo>
                  <a:pt x="11694" y="106202"/>
                </a:lnTo>
                <a:lnTo>
                  <a:pt x="10678" y="105194"/>
                </a:lnTo>
                <a:lnTo>
                  <a:pt x="11730" y="102548"/>
                </a:lnTo>
                <a:lnTo>
                  <a:pt x="10627" y="101817"/>
                </a:lnTo>
                <a:lnTo>
                  <a:pt x="8003" y="102679"/>
                </a:lnTo>
                <a:lnTo>
                  <a:pt x="6797" y="100903"/>
                </a:lnTo>
                <a:lnTo>
                  <a:pt x="8799" y="96094"/>
                </a:lnTo>
                <a:lnTo>
                  <a:pt x="7265" y="94837"/>
                </a:lnTo>
                <a:lnTo>
                  <a:pt x="4341" y="95583"/>
                </a:lnTo>
                <a:lnTo>
                  <a:pt x="3296" y="93259"/>
                </a:lnTo>
                <a:lnTo>
                  <a:pt x="4663" y="90174"/>
                </a:lnTo>
                <a:lnTo>
                  <a:pt x="3998" y="87521"/>
                </a:lnTo>
                <a:lnTo>
                  <a:pt x="4582" y="85066"/>
                </a:lnTo>
                <a:lnTo>
                  <a:pt x="3903" y="84386"/>
                </a:lnTo>
                <a:lnTo>
                  <a:pt x="701" y="84919"/>
                </a:lnTo>
                <a:lnTo>
                  <a:pt x="0" y="81499"/>
                </a:lnTo>
                <a:lnTo>
                  <a:pt x="643" y="77326"/>
                </a:lnTo>
                <a:lnTo>
                  <a:pt x="643" y="54377"/>
                </a:lnTo>
                <a:lnTo>
                  <a:pt x="241" y="51716"/>
                </a:lnTo>
                <a:lnTo>
                  <a:pt x="694" y="49297"/>
                </a:lnTo>
                <a:lnTo>
                  <a:pt x="3910" y="49802"/>
                </a:lnTo>
                <a:lnTo>
                  <a:pt x="4582" y="49129"/>
                </a:lnTo>
                <a:lnTo>
                  <a:pt x="3998" y="46674"/>
                </a:lnTo>
                <a:lnTo>
                  <a:pt x="4677" y="43962"/>
                </a:lnTo>
                <a:lnTo>
                  <a:pt x="3354" y="41031"/>
                </a:lnTo>
                <a:lnTo>
                  <a:pt x="4319" y="38619"/>
                </a:lnTo>
                <a:lnTo>
                  <a:pt x="7308" y="39394"/>
                </a:lnTo>
                <a:lnTo>
                  <a:pt x="8244" y="38459"/>
                </a:lnTo>
                <a:lnTo>
                  <a:pt x="7191" y="36237"/>
                </a:lnTo>
                <a:lnTo>
                  <a:pt x="8127" y="34833"/>
                </a:lnTo>
                <a:lnTo>
                  <a:pt x="7075" y="32619"/>
                </a:lnTo>
                <a:lnTo>
                  <a:pt x="8127" y="31567"/>
                </a:lnTo>
                <a:lnTo>
                  <a:pt x="10831" y="32575"/>
                </a:lnTo>
                <a:lnTo>
                  <a:pt x="11613" y="31325"/>
                </a:lnTo>
                <a:lnTo>
                  <a:pt x="10590" y="29104"/>
                </a:lnTo>
                <a:lnTo>
                  <a:pt x="11540" y="28161"/>
                </a:lnTo>
                <a:lnTo>
                  <a:pt x="14486" y="28972"/>
                </a:lnTo>
                <a:lnTo>
                  <a:pt x="15363" y="26933"/>
                </a:lnTo>
                <a:lnTo>
                  <a:pt x="13579" y="22796"/>
                </a:lnTo>
                <a:lnTo>
                  <a:pt x="15180" y="20918"/>
                </a:lnTo>
                <a:lnTo>
                  <a:pt x="17628" y="22065"/>
                </a:lnTo>
                <a:lnTo>
                  <a:pt x="18768" y="20925"/>
                </a:lnTo>
                <a:lnTo>
                  <a:pt x="17599" y="18594"/>
                </a:lnTo>
                <a:lnTo>
                  <a:pt x="18768" y="17424"/>
                </a:lnTo>
                <a:lnTo>
                  <a:pt x="21107" y="18594"/>
                </a:lnTo>
                <a:lnTo>
                  <a:pt x="22196" y="17505"/>
                </a:lnTo>
                <a:lnTo>
                  <a:pt x="21122" y="14896"/>
                </a:lnTo>
                <a:lnTo>
                  <a:pt x="22956" y="13624"/>
                </a:lnTo>
                <a:lnTo>
                  <a:pt x="27773" y="15648"/>
                </a:lnTo>
                <a:lnTo>
                  <a:pt x="29132" y="13989"/>
                </a:lnTo>
                <a:lnTo>
                  <a:pt x="28175" y="11343"/>
                </a:lnTo>
                <a:lnTo>
                  <a:pt x="29410" y="10540"/>
                </a:lnTo>
                <a:lnTo>
                  <a:pt x="31632" y="11577"/>
                </a:lnTo>
                <a:lnTo>
                  <a:pt x="32699" y="10510"/>
                </a:lnTo>
                <a:lnTo>
                  <a:pt x="31646" y="7865"/>
                </a:lnTo>
                <a:lnTo>
                  <a:pt x="33028" y="6951"/>
                </a:lnTo>
                <a:lnTo>
                  <a:pt x="34855" y="7967"/>
                </a:lnTo>
                <a:lnTo>
                  <a:pt x="36426" y="7097"/>
                </a:lnTo>
                <a:lnTo>
                  <a:pt x="38663" y="8047"/>
                </a:lnTo>
                <a:lnTo>
                  <a:pt x="39708" y="7002"/>
                </a:lnTo>
                <a:lnTo>
                  <a:pt x="38655" y="4356"/>
                </a:lnTo>
                <a:lnTo>
                  <a:pt x="39978" y="3479"/>
                </a:lnTo>
                <a:lnTo>
                  <a:pt x="41849" y="4298"/>
                </a:lnTo>
                <a:lnTo>
                  <a:pt x="43596" y="3684"/>
                </a:lnTo>
                <a:lnTo>
                  <a:pt x="45306" y="3991"/>
                </a:lnTo>
                <a:lnTo>
                  <a:pt x="47258" y="3991"/>
                </a:lnTo>
                <a:lnTo>
                  <a:pt x="48720" y="4210"/>
                </a:lnTo>
                <a:lnTo>
                  <a:pt x="49742" y="4012"/>
                </a:lnTo>
                <a:lnTo>
                  <a:pt x="50035" y="3939"/>
                </a:lnTo>
                <a:lnTo>
                  <a:pt x="49479" y="767"/>
                </a:lnTo>
                <a:lnTo>
                  <a:pt x="50122" y="124"/>
                </a:lnTo>
                <a:lnTo>
                  <a:pt x="52673" y="591"/>
                </a:lnTo>
                <a:lnTo>
                  <a:pt x="56539" y="0"/>
                </a:lnTo>
                <a:lnTo>
                  <a:pt x="60435" y="504"/>
                </a:lnTo>
                <a:lnTo>
                  <a:pt x="79978" y="504"/>
                </a:lnTo>
                <a:lnTo>
                  <a:pt x="82704" y="65"/>
                </a:lnTo>
                <a:lnTo>
                  <a:pt x="85101" y="562"/>
                </a:lnTo>
                <a:lnTo>
                  <a:pt x="84575" y="3756"/>
                </a:lnTo>
                <a:lnTo>
                  <a:pt x="85255" y="4443"/>
                </a:lnTo>
                <a:lnTo>
                  <a:pt x="87711" y="3859"/>
                </a:lnTo>
                <a:lnTo>
                  <a:pt x="90488" y="4546"/>
                </a:lnTo>
                <a:lnTo>
                  <a:pt x="93243" y="3303"/>
                </a:lnTo>
                <a:lnTo>
                  <a:pt x="95721" y="4136"/>
                </a:lnTo>
                <a:lnTo>
                  <a:pt x="95034" y="7206"/>
                </a:lnTo>
                <a:lnTo>
                  <a:pt x="95677" y="7849"/>
                </a:lnTo>
                <a:lnTo>
                  <a:pt x="98345" y="7484"/>
                </a:lnTo>
                <a:lnTo>
                  <a:pt x="99660" y="7557"/>
                </a:lnTo>
                <a:lnTo>
                  <a:pt x="101670" y="7140"/>
                </a:lnTo>
                <a:lnTo>
                  <a:pt x="102869" y="7783"/>
                </a:lnTo>
                <a:lnTo>
                  <a:pt x="101933" y="10597"/>
                </a:lnTo>
                <a:lnTo>
                  <a:pt x="102949" y="11599"/>
                </a:lnTo>
                <a:lnTo>
                  <a:pt x="105288" y="10437"/>
                </a:lnTo>
                <a:lnTo>
                  <a:pt x="106457" y="11599"/>
                </a:lnTo>
                <a:lnTo>
                  <a:pt x="105288" y="13937"/>
                </a:lnTo>
                <a:lnTo>
                  <a:pt x="106450" y="15099"/>
                </a:lnTo>
                <a:lnTo>
                  <a:pt x="108672" y="14083"/>
                </a:lnTo>
                <a:lnTo>
                  <a:pt x="110090" y="14960"/>
                </a:lnTo>
                <a:lnTo>
                  <a:pt x="112312" y="13952"/>
                </a:lnTo>
                <a:lnTo>
                  <a:pt x="113379" y="15011"/>
                </a:lnTo>
                <a:lnTo>
                  <a:pt x="112327" y="17657"/>
                </a:lnTo>
                <a:lnTo>
                  <a:pt x="113591" y="18491"/>
                </a:lnTo>
                <a:lnTo>
                  <a:pt x="115813" y="17446"/>
                </a:lnTo>
                <a:lnTo>
                  <a:pt x="116982" y="18608"/>
                </a:lnTo>
                <a:lnTo>
                  <a:pt x="115813" y="20946"/>
                </a:lnTo>
                <a:lnTo>
                  <a:pt x="116887" y="22021"/>
                </a:lnTo>
                <a:lnTo>
                  <a:pt x="119533" y="20976"/>
                </a:lnTo>
                <a:lnTo>
                  <a:pt x="120439" y="22342"/>
                </a:lnTo>
                <a:lnTo>
                  <a:pt x="119372" y="24213"/>
                </a:lnTo>
                <a:lnTo>
                  <a:pt x="120352" y="25741"/>
                </a:lnTo>
                <a:lnTo>
                  <a:pt x="119321" y="27963"/>
                </a:lnTo>
                <a:lnTo>
                  <a:pt x="120381" y="29023"/>
                </a:lnTo>
                <a:lnTo>
                  <a:pt x="123056" y="27992"/>
                </a:lnTo>
                <a:lnTo>
                  <a:pt x="123860" y="29249"/>
                </a:lnTo>
                <a:lnTo>
                  <a:pt x="122822" y="31464"/>
                </a:lnTo>
                <a:lnTo>
                  <a:pt x="123896" y="32531"/>
                </a:lnTo>
                <a:lnTo>
                  <a:pt x="126542" y="31486"/>
                </a:lnTo>
                <a:lnTo>
                  <a:pt x="127448" y="32860"/>
                </a:lnTo>
                <a:lnTo>
                  <a:pt x="126381" y="34731"/>
                </a:lnTo>
                <a:lnTo>
                  <a:pt x="127361" y="36258"/>
                </a:lnTo>
                <a:lnTo>
                  <a:pt x="126330" y="38480"/>
                </a:lnTo>
                <a:lnTo>
                  <a:pt x="127295" y="39438"/>
                </a:lnTo>
                <a:lnTo>
                  <a:pt x="130211" y="38604"/>
                </a:lnTo>
                <a:lnTo>
                  <a:pt x="131271" y="40950"/>
                </a:lnTo>
                <a:lnTo>
                  <a:pt x="129904" y="44035"/>
                </a:lnTo>
                <a:lnTo>
                  <a:pt x="130569" y="46695"/>
                </a:lnTo>
                <a:lnTo>
                  <a:pt x="129985" y="49150"/>
                </a:lnTo>
                <a:lnTo>
                  <a:pt x="130664" y="49823"/>
                </a:lnTo>
                <a:lnTo>
                  <a:pt x="133865" y="49297"/>
                </a:lnTo>
                <a:lnTo>
                  <a:pt x="134567" y="52717"/>
                </a:lnTo>
                <a:lnTo>
                  <a:pt x="133924" y="56891"/>
                </a:lnTo>
                <a:lnTo>
                  <a:pt x="133924" y="79832"/>
                </a:lnTo>
                <a:lnTo>
                  <a:pt x="134326" y="82500"/>
                </a:lnTo>
                <a:lnTo>
                  <a:pt x="133873" y="84919"/>
                </a:lnTo>
                <a:lnTo>
                  <a:pt x="130657" y="84408"/>
                </a:lnTo>
                <a:lnTo>
                  <a:pt x="129985" y="85087"/>
                </a:lnTo>
                <a:lnTo>
                  <a:pt x="130569" y="87543"/>
                </a:lnTo>
                <a:lnTo>
                  <a:pt x="129904" y="90189"/>
                </a:lnTo>
                <a:lnTo>
                  <a:pt x="131271" y="93273"/>
                </a:lnTo>
                <a:lnTo>
                  <a:pt x="130211" y="95626"/>
                </a:lnTo>
                <a:lnTo>
                  <a:pt x="127288" y="94793"/>
                </a:lnTo>
                <a:lnTo>
                  <a:pt x="126578" y="95509"/>
                </a:lnTo>
                <a:lnTo>
                  <a:pt x="126937" y="98170"/>
                </a:lnTo>
                <a:lnTo>
                  <a:pt x="126871" y="99368"/>
                </a:lnTo>
                <a:lnTo>
                  <a:pt x="127280" y="101634"/>
                </a:lnTo>
                <a:lnTo>
                  <a:pt x="126527" y="102745"/>
                </a:lnTo>
                <a:lnTo>
                  <a:pt x="123896" y="101685"/>
                </a:lnTo>
                <a:lnTo>
                  <a:pt x="122822" y="102767"/>
                </a:lnTo>
                <a:lnTo>
                  <a:pt x="123991" y="105106"/>
                </a:lnTo>
                <a:lnTo>
                  <a:pt x="122822" y="106275"/>
                </a:lnTo>
                <a:lnTo>
                  <a:pt x="120483" y="105106"/>
                </a:lnTo>
                <a:lnTo>
                  <a:pt x="119328" y="106260"/>
                </a:lnTo>
                <a:lnTo>
                  <a:pt x="120337" y="108490"/>
                </a:lnTo>
                <a:lnTo>
                  <a:pt x="119460" y="109900"/>
                </a:lnTo>
                <a:lnTo>
                  <a:pt x="120476" y="112122"/>
                </a:lnTo>
                <a:lnTo>
                  <a:pt x="119409" y="113189"/>
                </a:lnTo>
                <a:lnTo>
                  <a:pt x="116763" y="112137"/>
                </a:lnTo>
                <a:lnTo>
                  <a:pt x="115930" y="113401"/>
                </a:lnTo>
                <a:lnTo>
                  <a:pt x="116982" y="115616"/>
                </a:lnTo>
                <a:lnTo>
                  <a:pt x="115813" y="116785"/>
                </a:lnTo>
                <a:lnTo>
                  <a:pt x="113474" y="115616"/>
                </a:lnTo>
                <a:lnTo>
                  <a:pt x="112524" y="116573"/>
                </a:lnTo>
                <a:lnTo>
                  <a:pt x="113335" y="119519"/>
                </a:lnTo>
                <a:lnTo>
                  <a:pt x="111186" y="120439"/>
                </a:lnTo>
                <a:lnTo>
                  <a:pt x="107328" y="118620"/>
                </a:lnTo>
                <a:lnTo>
                  <a:pt x="105296" y="120147"/>
                </a:lnTo>
                <a:lnTo>
                  <a:pt x="106399" y="122690"/>
                </a:lnTo>
                <a:lnTo>
                  <a:pt x="105384" y="123699"/>
                </a:lnTo>
                <a:lnTo>
                  <a:pt x="102738" y="122654"/>
                </a:lnTo>
                <a:lnTo>
                  <a:pt x="102007" y="123750"/>
                </a:lnTo>
                <a:lnTo>
                  <a:pt x="102869" y="126374"/>
                </a:lnTo>
                <a:lnTo>
                  <a:pt x="101100" y="127580"/>
                </a:lnTo>
                <a:lnTo>
                  <a:pt x="96284" y="125577"/>
                </a:lnTo>
                <a:lnTo>
                  <a:pt x="95027" y="127112"/>
                </a:lnTo>
                <a:lnTo>
                  <a:pt x="95773" y="130036"/>
                </a:lnTo>
                <a:lnTo>
                  <a:pt x="93456" y="131074"/>
                </a:lnTo>
                <a:lnTo>
                  <a:pt x="90371" y="129714"/>
                </a:lnTo>
                <a:lnTo>
                  <a:pt x="87711" y="130372"/>
                </a:lnTo>
                <a:lnTo>
                  <a:pt x="85256" y="129787"/>
                </a:lnTo>
                <a:lnTo>
                  <a:pt x="84576" y="130467"/>
                </a:lnTo>
                <a:lnTo>
                  <a:pt x="85102" y="133675"/>
                </a:lnTo>
                <a:lnTo>
                  <a:pt x="81682" y="134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67256" y="1456556"/>
            <a:ext cx="135255" cy="134620"/>
          </a:xfrm>
          <a:custGeom>
            <a:avLst/>
            <a:gdLst/>
            <a:ahLst/>
            <a:cxnLst/>
            <a:rect l="l" t="t" r="r" b="b"/>
            <a:pathLst>
              <a:path w="135254" h="134619">
                <a:moveTo>
                  <a:pt x="85350" y="134406"/>
                </a:moveTo>
                <a:lnTo>
                  <a:pt x="81038" y="133705"/>
                </a:lnTo>
                <a:lnTo>
                  <a:pt x="53704" y="133705"/>
                </a:lnTo>
                <a:lnTo>
                  <a:pt x="49355" y="134421"/>
                </a:lnTo>
                <a:lnTo>
                  <a:pt x="46015" y="133631"/>
                </a:lnTo>
                <a:lnTo>
                  <a:pt x="46585" y="130467"/>
                </a:lnTo>
                <a:lnTo>
                  <a:pt x="45986" y="129867"/>
                </a:lnTo>
                <a:lnTo>
                  <a:pt x="43318" y="130226"/>
                </a:lnTo>
                <a:lnTo>
                  <a:pt x="42017" y="130152"/>
                </a:lnTo>
                <a:lnTo>
                  <a:pt x="39978" y="130577"/>
                </a:lnTo>
                <a:lnTo>
                  <a:pt x="38787" y="129919"/>
                </a:lnTo>
                <a:lnTo>
                  <a:pt x="39730" y="127120"/>
                </a:lnTo>
                <a:lnTo>
                  <a:pt x="38772" y="126169"/>
                </a:lnTo>
                <a:lnTo>
                  <a:pt x="36492" y="127017"/>
                </a:lnTo>
                <a:lnTo>
                  <a:pt x="35089" y="126367"/>
                </a:lnTo>
                <a:lnTo>
                  <a:pt x="32808" y="127215"/>
                </a:lnTo>
                <a:lnTo>
                  <a:pt x="31917" y="126323"/>
                </a:lnTo>
                <a:lnTo>
                  <a:pt x="32721" y="123377"/>
                </a:lnTo>
                <a:lnTo>
                  <a:pt x="30543" y="122442"/>
                </a:lnTo>
                <a:lnTo>
                  <a:pt x="26771" y="124276"/>
                </a:lnTo>
                <a:lnTo>
                  <a:pt x="24688" y="122771"/>
                </a:lnTo>
                <a:lnTo>
                  <a:pt x="25778" y="120198"/>
                </a:lnTo>
                <a:lnTo>
                  <a:pt x="24681" y="119102"/>
                </a:lnTo>
                <a:lnTo>
                  <a:pt x="22342" y="120271"/>
                </a:lnTo>
                <a:lnTo>
                  <a:pt x="21173" y="119102"/>
                </a:lnTo>
                <a:lnTo>
                  <a:pt x="22342" y="116763"/>
                </a:lnTo>
                <a:lnTo>
                  <a:pt x="21173" y="115593"/>
                </a:lnTo>
                <a:lnTo>
                  <a:pt x="18834" y="116763"/>
                </a:lnTo>
                <a:lnTo>
                  <a:pt x="17665" y="115594"/>
                </a:lnTo>
                <a:lnTo>
                  <a:pt x="18834" y="113262"/>
                </a:lnTo>
                <a:lnTo>
                  <a:pt x="17665" y="112093"/>
                </a:lnTo>
                <a:lnTo>
                  <a:pt x="15326" y="113262"/>
                </a:lnTo>
                <a:lnTo>
                  <a:pt x="14156" y="112093"/>
                </a:lnTo>
                <a:lnTo>
                  <a:pt x="15326" y="109754"/>
                </a:lnTo>
                <a:lnTo>
                  <a:pt x="14237" y="108672"/>
                </a:lnTo>
                <a:lnTo>
                  <a:pt x="11628" y="109739"/>
                </a:lnTo>
                <a:lnTo>
                  <a:pt x="10349" y="107905"/>
                </a:lnTo>
                <a:lnTo>
                  <a:pt x="12381" y="103096"/>
                </a:lnTo>
                <a:lnTo>
                  <a:pt x="10897" y="101883"/>
                </a:lnTo>
                <a:lnTo>
                  <a:pt x="7849" y="102511"/>
                </a:lnTo>
                <a:lnTo>
                  <a:pt x="7038" y="100180"/>
                </a:lnTo>
                <a:lnTo>
                  <a:pt x="8668" y="96978"/>
                </a:lnTo>
                <a:lnTo>
                  <a:pt x="7469" y="94647"/>
                </a:lnTo>
                <a:lnTo>
                  <a:pt x="4633" y="95553"/>
                </a:lnTo>
                <a:lnTo>
                  <a:pt x="3632" y="94552"/>
                </a:lnTo>
                <a:lnTo>
                  <a:pt x="4684" y="92330"/>
                </a:lnTo>
                <a:lnTo>
                  <a:pt x="3756" y="90927"/>
                </a:lnTo>
                <a:lnTo>
                  <a:pt x="4801" y="88712"/>
                </a:lnTo>
                <a:lnTo>
                  <a:pt x="3953" y="87864"/>
                </a:lnTo>
                <a:lnTo>
                  <a:pt x="781" y="88427"/>
                </a:lnTo>
                <a:lnTo>
                  <a:pt x="0" y="85087"/>
                </a:lnTo>
                <a:lnTo>
                  <a:pt x="716" y="80731"/>
                </a:lnTo>
                <a:lnTo>
                  <a:pt x="716" y="53404"/>
                </a:lnTo>
                <a:lnTo>
                  <a:pt x="14" y="49092"/>
                </a:lnTo>
                <a:lnTo>
                  <a:pt x="781" y="45738"/>
                </a:lnTo>
                <a:lnTo>
                  <a:pt x="3961" y="46293"/>
                </a:lnTo>
                <a:lnTo>
                  <a:pt x="4553" y="45701"/>
                </a:lnTo>
                <a:lnTo>
                  <a:pt x="4195" y="43041"/>
                </a:lnTo>
                <a:lnTo>
                  <a:pt x="4261" y="41740"/>
                </a:lnTo>
                <a:lnTo>
                  <a:pt x="3844" y="39701"/>
                </a:lnTo>
                <a:lnTo>
                  <a:pt x="4502" y="38517"/>
                </a:lnTo>
                <a:lnTo>
                  <a:pt x="7293" y="39467"/>
                </a:lnTo>
                <a:lnTo>
                  <a:pt x="8251" y="38502"/>
                </a:lnTo>
                <a:lnTo>
                  <a:pt x="7403" y="36214"/>
                </a:lnTo>
                <a:lnTo>
                  <a:pt x="8046" y="34818"/>
                </a:lnTo>
                <a:lnTo>
                  <a:pt x="7199" y="32538"/>
                </a:lnTo>
                <a:lnTo>
                  <a:pt x="8090" y="31646"/>
                </a:lnTo>
                <a:lnTo>
                  <a:pt x="11043" y="32458"/>
                </a:lnTo>
                <a:lnTo>
                  <a:pt x="11978" y="30280"/>
                </a:lnTo>
                <a:lnTo>
                  <a:pt x="10144" y="26501"/>
                </a:lnTo>
                <a:lnTo>
                  <a:pt x="11650" y="24425"/>
                </a:lnTo>
                <a:lnTo>
                  <a:pt x="14230" y="25514"/>
                </a:lnTo>
                <a:lnTo>
                  <a:pt x="15326" y="24418"/>
                </a:lnTo>
                <a:lnTo>
                  <a:pt x="14157" y="22079"/>
                </a:lnTo>
                <a:lnTo>
                  <a:pt x="15326" y="20910"/>
                </a:lnTo>
                <a:lnTo>
                  <a:pt x="17665" y="22079"/>
                </a:lnTo>
                <a:lnTo>
                  <a:pt x="18820" y="20925"/>
                </a:lnTo>
                <a:lnTo>
                  <a:pt x="17658" y="18527"/>
                </a:lnTo>
                <a:lnTo>
                  <a:pt x="18871" y="17424"/>
                </a:lnTo>
                <a:lnTo>
                  <a:pt x="21158" y="18586"/>
                </a:lnTo>
                <a:lnTo>
                  <a:pt x="22247" y="17504"/>
                </a:lnTo>
                <a:lnTo>
                  <a:pt x="21195" y="14859"/>
                </a:lnTo>
                <a:lnTo>
                  <a:pt x="22562" y="13952"/>
                </a:lnTo>
                <a:lnTo>
                  <a:pt x="24477" y="15041"/>
                </a:lnTo>
                <a:lnTo>
                  <a:pt x="25836" y="14084"/>
                </a:lnTo>
                <a:lnTo>
                  <a:pt x="24762" y="11482"/>
                </a:lnTo>
                <a:lnTo>
                  <a:pt x="25595" y="10649"/>
                </a:lnTo>
                <a:lnTo>
                  <a:pt x="28262" y="11007"/>
                </a:lnTo>
                <a:lnTo>
                  <a:pt x="29637" y="10934"/>
                </a:lnTo>
                <a:lnTo>
                  <a:pt x="31515" y="11350"/>
                </a:lnTo>
                <a:lnTo>
                  <a:pt x="32750" y="10758"/>
                </a:lnTo>
                <a:lnTo>
                  <a:pt x="31888" y="7864"/>
                </a:lnTo>
                <a:lnTo>
                  <a:pt x="32611" y="7140"/>
                </a:lnTo>
                <a:lnTo>
                  <a:pt x="35279" y="7506"/>
                </a:lnTo>
                <a:lnTo>
                  <a:pt x="36689" y="7425"/>
                </a:lnTo>
                <a:lnTo>
                  <a:pt x="38480" y="7835"/>
                </a:lnTo>
                <a:lnTo>
                  <a:pt x="39745" y="7286"/>
                </a:lnTo>
                <a:lnTo>
                  <a:pt x="38926" y="4341"/>
                </a:lnTo>
                <a:lnTo>
                  <a:pt x="39628" y="3639"/>
                </a:lnTo>
                <a:lnTo>
                  <a:pt x="42295" y="3997"/>
                </a:lnTo>
                <a:lnTo>
                  <a:pt x="43830" y="3902"/>
                </a:lnTo>
                <a:lnTo>
                  <a:pt x="45292" y="4268"/>
                </a:lnTo>
                <a:lnTo>
                  <a:pt x="46315" y="3983"/>
                </a:lnTo>
                <a:lnTo>
                  <a:pt x="46636" y="3888"/>
                </a:lnTo>
                <a:lnTo>
                  <a:pt x="46030" y="760"/>
                </a:lnTo>
                <a:lnTo>
                  <a:pt x="46680" y="109"/>
                </a:lnTo>
                <a:lnTo>
                  <a:pt x="49267" y="548"/>
                </a:lnTo>
                <a:lnTo>
                  <a:pt x="53192" y="58"/>
                </a:lnTo>
                <a:lnTo>
                  <a:pt x="56956" y="475"/>
                </a:lnTo>
                <a:lnTo>
                  <a:pt x="83530" y="475"/>
                </a:lnTo>
                <a:lnTo>
                  <a:pt x="86337" y="0"/>
                </a:lnTo>
                <a:lnTo>
                  <a:pt x="88712" y="548"/>
                </a:lnTo>
                <a:lnTo>
                  <a:pt x="88149" y="3720"/>
                </a:lnTo>
                <a:lnTo>
                  <a:pt x="88741" y="4312"/>
                </a:lnTo>
                <a:lnTo>
                  <a:pt x="91409" y="3954"/>
                </a:lnTo>
                <a:lnTo>
                  <a:pt x="92710" y="4019"/>
                </a:lnTo>
                <a:lnTo>
                  <a:pt x="94742" y="3603"/>
                </a:lnTo>
                <a:lnTo>
                  <a:pt x="95933" y="4260"/>
                </a:lnTo>
                <a:lnTo>
                  <a:pt x="94983" y="7052"/>
                </a:lnTo>
                <a:lnTo>
                  <a:pt x="95948" y="8010"/>
                </a:lnTo>
                <a:lnTo>
                  <a:pt x="98228" y="7162"/>
                </a:lnTo>
                <a:lnTo>
                  <a:pt x="99631" y="7805"/>
                </a:lnTo>
                <a:lnTo>
                  <a:pt x="101912" y="6957"/>
                </a:lnTo>
                <a:lnTo>
                  <a:pt x="102803" y="7856"/>
                </a:lnTo>
                <a:lnTo>
                  <a:pt x="101992" y="10802"/>
                </a:lnTo>
                <a:lnTo>
                  <a:pt x="104170" y="11737"/>
                </a:lnTo>
                <a:lnTo>
                  <a:pt x="107949" y="9903"/>
                </a:lnTo>
                <a:lnTo>
                  <a:pt x="110032" y="11408"/>
                </a:lnTo>
                <a:lnTo>
                  <a:pt x="108943" y="13981"/>
                </a:lnTo>
                <a:lnTo>
                  <a:pt x="109944" y="14982"/>
                </a:lnTo>
                <a:lnTo>
                  <a:pt x="112590" y="13937"/>
                </a:lnTo>
                <a:lnTo>
                  <a:pt x="113467" y="15253"/>
                </a:lnTo>
                <a:lnTo>
                  <a:pt x="112378" y="17314"/>
                </a:lnTo>
                <a:lnTo>
                  <a:pt x="113459" y="18593"/>
                </a:lnTo>
                <a:lnTo>
                  <a:pt x="115915" y="17446"/>
                </a:lnTo>
                <a:lnTo>
                  <a:pt x="117063" y="18586"/>
                </a:lnTo>
                <a:lnTo>
                  <a:pt x="115893" y="20895"/>
                </a:lnTo>
                <a:lnTo>
                  <a:pt x="117026" y="22094"/>
                </a:lnTo>
                <a:lnTo>
                  <a:pt x="119401" y="20932"/>
                </a:lnTo>
                <a:lnTo>
                  <a:pt x="120563" y="22086"/>
                </a:lnTo>
                <a:lnTo>
                  <a:pt x="119394" y="24425"/>
                </a:lnTo>
                <a:lnTo>
                  <a:pt x="120563" y="25595"/>
                </a:lnTo>
                <a:lnTo>
                  <a:pt x="122902" y="24425"/>
                </a:lnTo>
                <a:lnTo>
                  <a:pt x="124072" y="25587"/>
                </a:lnTo>
                <a:lnTo>
                  <a:pt x="123027" y="27817"/>
                </a:lnTo>
                <a:lnTo>
                  <a:pt x="123940" y="29220"/>
                </a:lnTo>
                <a:lnTo>
                  <a:pt x="122903" y="31434"/>
                </a:lnTo>
                <a:lnTo>
                  <a:pt x="123853" y="32384"/>
                </a:lnTo>
                <a:lnTo>
                  <a:pt x="126805" y="31573"/>
                </a:lnTo>
                <a:lnTo>
                  <a:pt x="127814" y="33934"/>
                </a:lnTo>
                <a:lnTo>
                  <a:pt x="126016" y="37208"/>
                </a:lnTo>
                <a:lnTo>
                  <a:pt x="127273" y="39540"/>
                </a:lnTo>
                <a:lnTo>
                  <a:pt x="130072" y="38604"/>
                </a:lnTo>
                <a:lnTo>
                  <a:pt x="131088" y="39620"/>
                </a:lnTo>
                <a:lnTo>
                  <a:pt x="130036" y="41842"/>
                </a:lnTo>
                <a:lnTo>
                  <a:pt x="130971" y="43231"/>
                </a:lnTo>
                <a:lnTo>
                  <a:pt x="129919" y="45460"/>
                </a:lnTo>
                <a:lnTo>
                  <a:pt x="130767" y="46308"/>
                </a:lnTo>
                <a:lnTo>
                  <a:pt x="133939" y="45745"/>
                </a:lnTo>
                <a:lnTo>
                  <a:pt x="134728" y="49085"/>
                </a:lnTo>
                <a:lnTo>
                  <a:pt x="134012" y="53433"/>
                </a:lnTo>
                <a:lnTo>
                  <a:pt x="134012" y="80768"/>
                </a:lnTo>
                <a:lnTo>
                  <a:pt x="134713" y="85080"/>
                </a:lnTo>
                <a:lnTo>
                  <a:pt x="133946" y="88434"/>
                </a:lnTo>
                <a:lnTo>
                  <a:pt x="130767" y="87872"/>
                </a:lnTo>
                <a:lnTo>
                  <a:pt x="130175" y="88471"/>
                </a:lnTo>
                <a:lnTo>
                  <a:pt x="130533" y="91131"/>
                </a:lnTo>
                <a:lnTo>
                  <a:pt x="130460" y="92432"/>
                </a:lnTo>
                <a:lnTo>
                  <a:pt x="130876" y="94464"/>
                </a:lnTo>
                <a:lnTo>
                  <a:pt x="130226" y="95656"/>
                </a:lnTo>
                <a:lnTo>
                  <a:pt x="127427" y="94705"/>
                </a:lnTo>
                <a:lnTo>
                  <a:pt x="126469" y="95670"/>
                </a:lnTo>
                <a:lnTo>
                  <a:pt x="127317" y="97950"/>
                </a:lnTo>
                <a:lnTo>
                  <a:pt x="126674" y="99354"/>
                </a:lnTo>
                <a:lnTo>
                  <a:pt x="127522" y="101627"/>
                </a:lnTo>
                <a:lnTo>
                  <a:pt x="126630" y="102526"/>
                </a:lnTo>
                <a:lnTo>
                  <a:pt x="123677" y="101707"/>
                </a:lnTo>
                <a:lnTo>
                  <a:pt x="122742" y="103892"/>
                </a:lnTo>
                <a:lnTo>
                  <a:pt x="124576" y="107664"/>
                </a:lnTo>
                <a:lnTo>
                  <a:pt x="123070" y="109747"/>
                </a:lnTo>
                <a:lnTo>
                  <a:pt x="120491" y="108658"/>
                </a:lnTo>
                <a:lnTo>
                  <a:pt x="119394" y="109754"/>
                </a:lnTo>
                <a:lnTo>
                  <a:pt x="120563" y="112093"/>
                </a:lnTo>
                <a:lnTo>
                  <a:pt x="119394" y="113262"/>
                </a:lnTo>
                <a:lnTo>
                  <a:pt x="117055" y="112093"/>
                </a:lnTo>
                <a:lnTo>
                  <a:pt x="115886" y="113255"/>
                </a:lnTo>
                <a:lnTo>
                  <a:pt x="117055" y="115593"/>
                </a:lnTo>
                <a:lnTo>
                  <a:pt x="115886" y="116763"/>
                </a:lnTo>
                <a:lnTo>
                  <a:pt x="113547" y="115594"/>
                </a:lnTo>
                <a:lnTo>
                  <a:pt x="112378" y="116763"/>
                </a:lnTo>
                <a:lnTo>
                  <a:pt x="113547" y="119102"/>
                </a:lnTo>
                <a:lnTo>
                  <a:pt x="112378" y="120271"/>
                </a:lnTo>
                <a:lnTo>
                  <a:pt x="110039" y="119102"/>
                </a:lnTo>
                <a:lnTo>
                  <a:pt x="108950" y="120183"/>
                </a:lnTo>
                <a:lnTo>
                  <a:pt x="110024" y="122800"/>
                </a:lnTo>
                <a:lnTo>
                  <a:pt x="108190" y="124064"/>
                </a:lnTo>
                <a:lnTo>
                  <a:pt x="103373" y="122047"/>
                </a:lnTo>
                <a:lnTo>
                  <a:pt x="102160" y="123523"/>
                </a:lnTo>
                <a:lnTo>
                  <a:pt x="102789" y="126578"/>
                </a:lnTo>
                <a:lnTo>
                  <a:pt x="100465" y="127375"/>
                </a:lnTo>
                <a:lnTo>
                  <a:pt x="97263" y="125745"/>
                </a:lnTo>
                <a:lnTo>
                  <a:pt x="94932" y="126944"/>
                </a:lnTo>
                <a:lnTo>
                  <a:pt x="95838" y="129787"/>
                </a:lnTo>
                <a:lnTo>
                  <a:pt x="94837" y="130781"/>
                </a:lnTo>
                <a:lnTo>
                  <a:pt x="92615" y="129736"/>
                </a:lnTo>
                <a:lnTo>
                  <a:pt x="91212" y="130664"/>
                </a:lnTo>
                <a:lnTo>
                  <a:pt x="88998" y="129612"/>
                </a:lnTo>
                <a:lnTo>
                  <a:pt x="88150" y="130460"/>
                </a:lnTo>
                <a:lnTo>
                  <a:pt x="88705" y="133639"/>
                </a:lnTo>
                <a:lnTo>
                  <a:pt x="85350" y="1344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77818" y="1456526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19">
                <a:moveTo>
                  <a:pt x="81689" y="134370"/>
                </a:moveTo>
                <a:lnTo>
                  <a:pt x="77523" y="133727"/>
                </a:lnTo>
                <a:lnTo>
                  <a:pt x="54574" y="133727"/>
                </a:lnTo>
                <a:lnTo>
                  <a:pt x="51906" y="134136"/>
                </a:lnTo>
                <a:lnTo>
                  <a:pt x="49487" y="133676"/>
                </a:lnTo>
                <a:lnTo>
                  <a:pt x="49999" y="130460"/>
                </a:lnTo>
                <a:lnTo>
                  <a:pt x="49319" y="129787"/>
                </a:lnTo>
                <a:lnTo>
                  <a:pt x="46863" y="130372"/>
                </a:lnTo>
                <a:lnTo>
                  <a:pt x="44210" y="129714"/>
                </a:lnTo>
                <a:lnTo>
                  <a:pt x="41126" y="131074"/>
                </a:lnTo>
                <a:lnTo>
                  <a:pt x="38780" y="130014"/>
                </a:lnTo>
                <a:lnTo>
                  <a:pt x="39613" y="127090"/>
                </a:lnTo>
                <a:lnTo>
                  <a:pt x="38904" y="126382"/>
                </a:lnTo>
                <a:lnTo>
                  <a:pt x="36237" y="126747"/>
                </a:lnTo>
                <a:lnTo>
                  <a:pt x="35038" y="126681"/>
                </a:lnTo>
                <a:lnTo>
                  <a:pt x="32765" y="127090"/>
                </a:lnTo>
                <a:lnTo>
                  <a:pt x="31654" y="126330"/>
                </a:lnTo>
                <a:lnTo>
                  <a:pt x="32714" y="123707"/>
                </a:lnTo>
                <a:lnTo>
                  <a:pt x="31632" y="122625"/>
                </a:lnTo>
                <a:lnTo>
                  <a:pt x="29293" y="123794"/>
                </a:lnTo>
                <a:lnTo>
                  <a:pt x="28124" y="122625"/>
                </a:lnTo>
                <a:lnTo>
                  <a:pt x="29293" y="120293"/>
                </a:lnTo>
                <a:lnTo>
                  <a:pt x="28131" y="119131"/>
                </a:lnTo>
                <a:lnTo>
                  <a:pt x="25909" y="120147"/>
                </a:lnTo>
                <a:lnTo>
                  <a:pt x="24491" y="119270"/>
                </a:lnTo>
                <a:lnTo>
                  <a:pt x="22270" y="120279"/>
                </a:lnTo>
                <a:lnTo>
                  <a:pt x="21202" y="119219"/>
                </a:lnTo>
                <a:lnTo>
                  <a:pt x="22255" y="116573"/>
                </a:lnTo>
                <a:lnTo>
                  <a:pt x="20990" y="115740"/>
                </a:lnTo>
                <a:lnTo>
                  <a:pt x="18769" y="116785"/>
                </a:lnTo>
                <a:lnTo>
                  <a:pt x="17599" y="115616"/>
                </a:lnTo>
                <a:lnTo>
                  <a:pt x="18768" y="113284"/>
                </a:lnTo>
                <a:lnTo>
                  <a:pt x="17819" y="112327"/>
                </a:lnTo>
                <a:lnTo>
                  <a:pt x="14866" y="113138"/>
                </a:lnTo>
                <a:lnTo>
                  <a:pt x="13945" y="110989"/>
                </a:lnTo>
                <a:lnTo>
                  <a:pt x="15764" y="107138"/>
                </a:lnTo>
                <a:lnTo>
                  <a:pt x="14237" y="105099"/>
                </a:lnTo>
                <a:lnTo>
                  <a:pt x="11694" y="106202"/>
                </a:lnTo>
                <a:lnTo>
                  <a:pt x="10678" y="105194"/>
                </a:lnTo>
                <a:lnTo>
                  <a:pt x="11730" y="102548"/>
                </a:lnTo>
                <a:lnTo>
                  <a:pt x="10627" y="101817"/>
                </a:lnTo>
                <a:lnTo>
                  <a:pt x="8003" y="102679"/>
                </a:lnTo>
                <a:lnTo>
                  <a:pt x="6797" y="100903"/>
                </a:lnTo>
                <a:lnTo>
                  <a:pt x="8799" y="96094"/>
                </a:lnTo>
                <a:lnTo>
                  <a:pt x="7257" y="94837"/>
                </a:lnTo>
                <a:lnTo>
                  <a:pt x="4341" y="95583"/>
                </a:lnTo>
                <a:lnTo>
                  <a:pt x="3296" y="93259"/>
                </a:lnTo>
                <a:lnTo>
                  <a:pt x="4663" y="90174"/>
                </a:lnTo>
                <a:lnTo>
                  <a:pt x="3998" y="87521"/>
                </a:lnTo>
                <a:lnTo>
                  <a:pt x="4582" y="85066"/>
                </a:lnTo>
                <a:lnTo>
                  <a:pt x="3895" y="84386"/>
                </a:lnTo>
                <a:lnTo>
                  <a:pt x="701" y="84919"/>
                </a:lnTo>
                <a:lnTo>
                  <a:pt x="0" y="81499"/>
                </a:lnTo>
                <a:lnTo>
                  <a:pt x="643" y="77326"/>
                </a:lnTo>
                <a:lnTo>
                  <a:pt x="643" y="54377"/>
                </a:lnTo>
                <a:lnTo>
                  <a:pt x="233" y="51716"/>
                </a:lnTo>
                <a:lnTo>
                  <a:pt x="694" y="49297"/>
                </a:lnTo>
                <a:lnTo>
                  <a:pt x="3910" y="49802"/>
                </a:lnTo>
                <a:lnTo>
                  <a:pt x="4582" y="49129"/>
                </a:lnTo>
                <a:lnTo>
                  <a:pt x="3998" y="46674"/>
                </a:lnTo>
                <a:lnTo>
                  <a:pt x="4677" y="43962"/>
                </a:lnTo>
                <a:lnTo>
                  <a:pt x="3347" y="41031"/>
                </a:lnTo>
                <a:lnTo>
                  <a:pt x="4319" y="38619"/>
                </a:lnTo>
                <a:lnTo>
                  <a:pt x="7308" y="39394"/>
                </a:lnTo>
                <a:lnTo>
                  <a:pt x="8244" y="38459"/>
                </a:lnTo>
                <a:lnTo>
                  <a:pt x="7191" y="36237"/>
                </a:lnTo>
                <a:lnTo>
                  <a:pt x="8127" y="34833"/>
                </a:lnTo>
                <a:lnTo>
                  <a:pt x="7075" y="32619"/>
                </a:lnTo>
                <a:lnTo>
                  <a:pt x="8127" y="31567"/>
                </a:lnTo>
                <a:lnTo>
                  <a:pt x="10831" y="32575"/>
                </a:lnTo>
                <a:lnTo>
                  <a:pt x="11606" y="31325"/>
                </a:lnTo>
                <a:lnTo>
                  <a:pt x="10590" y="29104"/>
                </a:lnTo>
                <a:lnTo>
                  <a:pt x="11533" y="28161"/>
                </a:lnTo>
                <a:lnTo>
                  <a:pt x="14486" y="28972"/>
                </a:lnTo>
                <a:lnTo>
                  <a:pt x="15363" y="26933"/>
                </a:lnTo>
                <a:lnTo>
                  <a:pt x="13579" y="22796"/>
                </a:lnTo>
                <a:lnTo>
                  <a:pt x="15180" y="20918"/>
                </a:lnTo>
                <a:lnTo>
                  <a:pt x="17628" y="22065"/>
                </a:lnTo>
                <a:lnTo>
                  <a:pt x="18768" y="20925"/>
                </a:lnTo>
                <a:lnTo>
                  <a:pt x="17599" y="18594"/>
                </a:lnTo>
                <a:lnTo>
                  <a:pt x="18768" y="17424"/>
                </a:lnTo>
                <a:lnTo>
                  <a:pt x="21107" y="18594"/>
                </a:lnTo>
                <a:lnTo>
                  <a:pt x="22196" y="17505"/>
                </a:lnTo>
                <a:lnTo>
                  <a:pt x="21122" y="14896"/>
                </a:lnTo>
                <a:lnTo>
                  <a:pt x="22956" y="13624"/>
                </a:lnTo>
                <a:lnTo>
                  <a:pt x="27773" y="15648"/>
                </a:lnTo>
                <a:lnTo>
                  <a:pt x="29132" y="13989"/>
                </a:lnTo>
                <a:lnTo>
                  <a:pt x="28175" y="11343"/>
                </a:lnTo>
                <a:lnTo>
                  <a:pt x="29410" y="10540"/>
                </a:lnTo>
                <a:lnTo>
                  <a:pt x="31632" y="11577"/>
                </a:lnTo>
                <a:lnTo>
                  <a:pt x="32706" y="10510"/>
                </a:lnTo>
                <a:lnTo>
                  <a:pt x="31654" y="7865"/>
                </a:lnTo>
                <a:lnTo>
                  <a:pt x="33035" y="6951"/>
                </a:lnTo>
                <a:lnTo>
                  <a:pt x="34862" y="7967"/>
                </a:lnTo>
                <a:lnTo>
                  <a:pt x="36434" y="7097"/>
                </a:lnTo>
                <a:lnTo>
                  <a:pt x="38677" y="8047"/>
                </a:lnTo>
                <a:lnTo>
                  <a:pt x="39723" y="7002"/>
                </a:lnTo>
                <a:lnTo>
                  <a:pt x="38670" y="4356"/>
                </a:lnTo>
                <a:lnTo>
                  <a:pt x="39993" y="3479"/>
                </a:lnTo>
                <a:lnTo>
                  <a:pt x="41864" y="4298"/>
                </a:lnTo>
                <a:lnTo>
                  <a:pt x="43611" y="3684"/>
                </a:lnTo>
                <a:lnTo>
                  <a:pt x="45321" y="3991"/>
                </a:lnTo>
                <a:lnTo>
                  <a:pt x="47273" y="3991"/>
                </a:lnTo>
                <a:lnTo>
                  <a:pt x="48734" y="4210"/>
                </a:lnTo>
                <a:lnTo>
                  <a:pt x="49750" y="4012"/>
                </a:lnTo>
                <a:lnTo>
                  <a:pt x="50049" y="3939"/>
                </a:lnTo>
                <a:lnTo>
                  <a:pt x="49486" y="767"/>
                </a:lnTo>
                <a:lnTo>
                  <a:pt x="50130" y="124"/>
                </a:lnTo>
                <a:lnTo>
                  <a:pt x="52688" y="591"/>
                </a:lnTo>
                <a:lnTo>
                  <a:pt x="56547" y="0"/>
                </a:lnTo>
                <a:lnTo>
                  <a:pt x="60442" y="504"/>
                </a:lnTo>
                <a:lnTo>
                  <a:pt x="79986" y="504"/>
                </a:lnTo>
                <a:lnTo>
                  <a:pt x="82704" y="65"/>
                </a:lnTo>
                <a:lnTo>
                  <a:pt x="85109" y="562"/>
                </a:lnTo>
                <a:lnTo>
                  <a:pt x="84575" y="3756"/>
                </a:lnTo>
                <a:lnTo>
                  <a:pt x="85262" y="4443"/>
                </a:lnTo>
                <a:lnTo>
                  <a:pt x="87718" y="3859"/>
                </a:lnTo>
                <a:lnTo>
                  <a:pt x="90495" y="4546"/>
                </a:lnTo>
                <a:lnTo>
                  <a:pt x="93251" y="3303"/>
                </a:lnTo>
                <a:lnTo>
                  <a:pt x="95728" y="4136"/>
                </a:lnTo>
                <a:lnTo>
                  <a:pt x="95041" y="7206"/>
                </a:lnTo>
                <a:lnTo>
                  <a:pt x="95685" y="7849"/>
                </a:lnTo>
                <a:lnTo>
                  <a:pt x="98352" y="7484"/>
                </a:lnTo>
                <a:lnTo>
                  <a:pt x="99668" y="7557"/>
                </a:lnTo>
                <a:lnTo>
                  <a:pt x="101678" y="7140"/>
                </a:lnTo>
                <a:lnTo>
                  <a:pt x="102876" y="7783"/>
                </a:lnTo>
                <a:lnTo>
                  <a:pt x="101941" y="10597"/>
                </a:lnTo>
                <a:lnTo>
                  <a:pt x="102957" y="11599"/>
                </a:lnTo>
                <a:lnTo>
                  <a:pt x="105295" y="10437"/>
                </a:lnTo>
                <a:lnTo>
                  <a:pt x="106465" y="11599"/>
                </a:lnTo>
                <a:lnTo>
                  <a:pt x="105296" y="13937"/>
                </a:lnTo>
                <a:lnTo>
                  <a:pt x="106458" y="15099"/>
                </a:lnTo>
                <a:lnTo>
                  <a:pt x="108679" y="14083"/>
                </a:lnTo>
                <a:lnTo>
                  <a:pt x="110098" y="14960"/>
                </a:lnTo>
                <a:lnTo>
                  <a:pt x="112319" y="13952"/>
                </a:lnTo>
                <a:lnTo>
                  <a:pt x="113386" y="15011"/>
                </a:lnTo>
                <a:lnTo>
                  <a:pt x="112334" y="17657"/>
                </a:lnTo>
                <a:lnTo>
                  <a:pt x="113598" y="18491"/>
                </a:lnTo>
                <a:lnTo>
                  <a:pt x="115820" y="17446"/>
                </a:lnTo>
                <a:lnTo>
                  <a:pt x="116989" y="18608"/>
                </a:lnTo>
                <a:lnTo>
                  <a:pt x="115820" y="20946"/>
                </a:lnTo>
                <a:lnTo>
                  <a:pt x="116894" y="22021"/>
                </a:lnTo>
                <a:lnTo>
                  <a:pt x="119540" y="20976"/>
                </a:lnTo>
                <a:lnTo>
                  <a:pt x="120454" y="22342"/>
                </a:lnTo>
                <a:lnTo>
                  <a:pt x="119387" y="24213"/>
                </a:lnTo>
                <a:lnTo>
                  <a:pt x="120366" y="25741"/>
                </a:lnTo>
                <a:lnTo>
                  <a:pt x="119336" y="27963"/>
                </a:lnTo>
                <a:lnTo>
                  <a:pt x="120396" y="29015"/>
                </a:lnTo>
                <a:lnTo>
                  <a:pt x="123070" y="27992"/>
                </a:lnTo>
                <a:lnTo>
                  <a:pt x="123875" y="29249"/>
                </a:lnTo>
                <a:lnTo>
                  <a:pt x="122844" y="31464"/>
                </a:lnTo>
                <a:lnTo>
                  <a:pt x="123911" y="32531"/>
                </a:lnTo>
                <a:lnTo>
                  <a:pt x="126557" y="31486"/>
                </a:lnTo>
                <a:lnTo>
                  <a:pt x="127470" y="32860"/>
                </a:lnTo>
                <a:lnTo>
                  <a:pt x="126403" y="34731"/>
                </a:lnTo>
                <a:lnTo>
                  <a:pt x="127383" y="36258"/>
                </a:lnTo>
                <a:lnTo>
                  <a:pt x="126352" y="38480"/>
                </a:lnTo>
                <a:lnTo>
                  <a:pt x="127310" y="39438"/>
                </a:lnTo>
                <a:lnTo>
                  <a:pt x="130233" y="38604"/>
                </a:lnTo>
                <a:lnTo>
                  <a:pt x="131293" y="40950"/>
                </a:lnTo>
                <a:lnTo>
                  <a:pt x="129933" y="44035"/>
                </a:lnTo>
                <a:lnTo>
                  <a:pt x="130591" y="46695"/>
                </a:lnTo>
                <a:lnTo>
                  <a:pt x="130007" y="49150"/>
                </a:lnTo>
                <a:lnTo>
                  <a:pt x="130694" y="49823"/>
                </a:lnTo>
                <a:lnTo>
                  <a:pt x="133895" y="49297"/>
                </a:lnTo>
                <a:lnTo>
                  <a:pt x="134589" y="52717"/>
                </a:lnTo>
                <a:lnTo>
                  <a:pt x="133946" y="56891"/>
                </a:lnTo>
                <a:lnTo>
                  <a:pt x="133946" y="79832"/>
                </a:lnTo>
                <a:lnTo>
                  <a:pt x="134348" y="82500"/>
                </a:lnTo>
                <a:lnTo>
                  <a:pt x="133895" y="84919"/>
                </a:lnTo>
                <a:lnTo>
                  <a:pt x="130679" y="84408"/>
                </a:lnTo>
                <a:lnTo>
                  <a:pt x="130007" y="85087"/>
                </a:lnTo>
                <a:lnTo>
                  <a:pt x="130591" y="87543"/>
                </a:lnTo>
                <a:lnTo>
                  <a:pt x="129933" y="90189"/>
                </a:lnTo>
                <a:lnTo>
                  <a:pt x="131293" y="93273"/>
                </a:lnTo>
                <a:lnTo>
                  <a:pt x="130233" y="95626"/>
                </a:lnTo>
                <a:lnTo>
                  <a:pt x="127310" y="94793"/>
                </a:lnTo>
                <a:lnTo>
                  <a:pt x="126601" y="95509"/>
                </a:lnTo>
                <a:lnTo>
                  <a:pt x="126959" y="98170"/>
                </a:lnTo>
                <a:lnTo>
                  <a:pt x="126893" y="99368"/>
                </a:lnTo>
                <a:lnTo>
                  <a:pt x="127302" y="101634"/>
                </a:lnTo>
                <a:lnTo>
                  <a:pt x="126549" y="102745"/>
                </a:lnTo>
                <a:lnTo>
                  <a:pt x="123918" y="101685"/>
                </a:lnTo>
                <a:lnTo>
                  <a:pt x="122837" y="102767"/>
                </a:lnTo>
                <a:lnTo>
                  <a:pt x="124006" y="105106"/>
                </a:lnTo>
                <a:lnTo>
                  <a:pt x="122837" y="106275"/>
                </a:lnTo>
                <a:lnTo>
                  <a:pt x="120498" y="105106"/>
                </a:lnTo>
                <a:lnTo>
                  <a:pt x="119336" y="106260"/>
                </a:lnTo>
                <a:lnTo>
                  <a:pt x="120352" y="108490"/>
                </a:lnTo>
                <a:lnTo>
                  <a:pt x="119475" y="109893"/>
                </a:lnTo>
                <a:lnTo>
                  <a:pt x="120491" y="112122"/>
                </a:lnTo>
                <a:lnTo>
                  <a:pt x="119424" y="113189"/>
                </a:lnTo>
                <a:lnTo>
                  <a:pt x="116778" y="112137"/>
                </a:lnTo>
                <a:lnTo>
                  <a:pt x="115937" y="113401"/>
                </a:lnTo>
                <a:lnTo>
                  <a:pt x="116989" y="115616"/>
                </a:lnTo>
                <a:lnTo>
                  <a:pt x="115820" y="116785"/>
                </a:lnTo>
                <a:lnTo>
                  <a:pt x="113481" y="115616"/>
                </a:lnTo>
                <a:lnTo>
                  <a:pt x="112531" y="116573"/>
                </a:lnTo>
                <a:lnTo>
                  <a:pt x="113343" y="119519"/>
                </a:lnTo>
                <a:lnTo>
                  <a:pt x="111194" y="120439"/>
                </a:lnTo>
                <a:lnTo>
                  <a:pt x="107335" y="118620"/>
                </a:lnTo>
                <a:lnTo>
                  <a:pt x="105296" y="120147"/>
                </a:lnTo>
                <a:lnTo>
                  <a:pt x="106407" y="122690"/>
                </a:lnTo>
                <a:lnTo>
                  <a:pt x="105391" y="123699"/>
                </a:lnTo>
                <a:lnTo>
                  <a:pt x="102745" y="122654"/>
                </a:lnTo>
                <a:lnTo>
                  <a:pt x="102014" y="123750"/>
                </a:lnTo>
                <a:lnTo>
                  <a:pt x="102877" y="126374"/>
                </a:lnTo>
                <a:lnTo>
                  <a:pt x="101100" y="127580"/>
                </a:lnTo>
                <a:lnTo>
                  <a:pt x="96291" y="125577"/>
                </a:lnTo>
                <a:lnTo>
                  <a:pt x="95034" y="127112"/>
                </a:lnTo>
                <a:lnTo>
                  <a:pt x="95780" y="130036"/>
                </a:lnTo>
                <a:lnTo>
                  <a:pt x="93463" y="131074"/>
                </a:lnTo>
                <a:lnTo>
                  <a:pt x="90379" y="129714"/>
                </a:lnTo>
                <a:lnTo>
                  <a:pt x="87719" y="130372"/>
                </a:lnTo>
                <a:lnTo>
                  <a:pt x="85263" y="129787"/>
                </a:lnTo>
                <a:lnTo>
                  <a:pt x="84576" y="130467"/>
                </a:lnTo>
                <a:lnTo>
                  <a:pt x="85109" y="133675"/>
                </a:lnTo>
                <a:lnTo>
                  <a:pt x="81689" y="134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088285" y="1456680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19">
                <a:moveTo>
                  <a:pt x="69257" y="134253"/>
                </a:moveTo>
                <a:lnTo>
                  <a:pt x="65515" y="133653"/>
                </a:lnTo>
                <a:lnTo>
                  <a:pt x="63637" y="133580"/>
                </a:lnTo>
                <a:lnTo>
                  <a:pt x="63980" y="130262"/>
                </a:lnTo>
                <a:lnTo>
                  <a:pt x="63468" y="129750"/>
                </a:lnTo>
                <a:lnTo>
                  <a:pt x="60801" y="130109"/>
                </a:lnTo>
                <a:lnTo>
                  <a:pt x="59134" y="130021"/>
                </a:lnTo>
                <a:lnTo>
                  <a:pt x="57928" y="130225"/>
                </a:lnTo>
                <a:lnTo>
                  <a:pt x="53390" y="129670"/>
                </a:lnTo>
                <a:lnTo>
                  <a:pt x="49597" y="130766"/>
                </a:lnTo>
                <a:lnTo>
                  <a:pt x="45979" y="130021"/>
                </a:lnTo>
                <a:lnTo>
                  <a:pt x="46505" y="126827"/>
                </a:lnTo>
                <a:lnTo>
                  <a:pt x="45825" y="126147"/>
                </a:lnTo>
                <a:lnTo>
                  <a:pt x="43370" y="126732"/>
                </a:lnTo>
                <a:lnTo>
                  <a:pt x="40724" y="126074"/>
                </a:lnTo>
                <a:lnTo>
                  <a:pt x="37610" y="127441"/>
                </a:lnTo>
                <a:lnTo>
                  <a:pt x="35272" y="126367"/>
                </a:lnTo>
                <a:lnTo>
                  <a:pt x="36119" y="123450"/>
                </a:lnTo>
                <a:lnTo>
                  <a:pt x="35147" y="122486"/>
                </a:lnTo>
                <a:lnTo>
                  <a:pt x="32809" y="123655"/>
                </a:lnTo>
                <a:lnTo>
                  <a:pt x="31639" y="122486"/>
                </a:lnTo>
                <a:lnTo>
                  <a:pt x="32808" y="120154"/>
                </a:lnTo>
                <a:lnTo>
                  <a:pt x="31646" y="118992"/>
                </a:lnTo>
                <a:lnTo>
                  <a:pt x="29425" y="120008"/>
                </a:lnTo>
                <a:lnTo>
                  <a:pt x="28007" y="119131"/>
                </a:lnTo>
                <a:lnTo>
                  <a:pt x="25785" y="120139"/>
                </a:lnTo>
                <a:lnTo>
                  <a:pt x="24718" y="119080"/>
                </a:lnTo>
                <a:lnTo>
                  <a:pt x="25770" y="116434"/>
                </a:lnTo>
                <a:lnTo>
                  <a:pt x="24477" y="115579"/>
                </a:lnTo>
                <a:lnTo>
                  <a:pt x="22321" y="116653"/>
                </a:lnTo>
                <a:lnTo>
                  <a:pt x="21107" y="115513"/>
                </a:lnTo>
                <a:lnTo>
                  <a:pt x="22277" y="113130"/>
                </a:lnTo>
                <a:lnTo>
                  <a:pt x="21202" y="112063"/>
                </a:lnTo>
                <a:lnTo>
                  <a:pt x="18578" y="113123"/>
                </a:lnTo>
                <a:lnTo>
                  <a:pt x="17723" y="111859"/>
                </a:lnTo>
                <a:lnTo>
                  <a:pt x="18783" y="109637"/>
                </a:lnTo>
                <a:lnTo>
                  <a:pt x="17826" y="108687"/>
                </a:lnTo>
                <a:lnTo>
                  <a:pt x="14880" y="109498"/>
                </a:lnTo>
                <a:lnTo>
                  <a:pt x="13959" y="107349"/>
                </a:lnTo>
                <a:lnTo>
                  <a:pt x="15786" y="103490"/>
                </a:lnTo>
                <a:lnTo>
                  <a:pt x="14252" y="101451"/>
                </a:lnTo>
                <a:lnTo>
                  <a:pt x="11708" y="102562"/>
                </a:lnTo>
                <a:lnTo>
                  <a:pt x="10700" y="101546"/>
                </a:lnTo>
                <a:lnTo>
                  <a:pt x="11752" y="98901"/>
                </a:lnTo>
                <a:lnTo>
                  <a:pt x="10773" y="98257"/>
                </a:lnTo>
                <a:lnTo>
                  <a:pt x="7871" y="98937"/>
                </a:lnTo>
                <a:lnTo>
                  <a:pt x="6804" y="96686"/>
                </a:lnTo>
                <a:lnTo>
                  <a:pt x="8185" y="93521"/>
                </a:lnTo>
                <a:lnTo>
                  <a:pt x="7528" y="90890"/>
                </a:lnTo>
                <a:lnTo>
                  <a:pt x="8112" y="88435"/>
                </a:lnTo>
                <a:lnTo>
                  <a:pt x="7433" y="87762"/>
                </a:lnTo>
                <a:lnTo>
                  <a:pt x="4231" y="88288"/>
                </a:lnTo>
                <a:lnTo>
                  <a:pt x="3245" y="83523"/>
                </a:lnTo>
                <a:lnTo>
                  <a:pt x="4970" y="78495"/>
                </a:lnTo>
                <a:lnTo>
                  <a:pt x="4070" y="73393"/>
                </a:lnTo>
                <a:lnTo>
                  <a:pt x="4567" y="70857"/>
                </a:lnTo>
                <a:lnTo>
                  <a:pt x="3807" y="70104"/>
                </a:lnTo>
                <a:lnTo>
                  <a:pt x="855" y="70916"/>
                </a:lnTo>
                <a:lnTo>
                  <a:pt x="0" y="68913"/>
                </a:lnTo>
                <a:lnTo>
                  <a:pt x="606" y="65171"/>
                </a:lnTo>
                <a:lnTo>
                  <a:pt x="672" y="63300"/>
                </a:lnTo>
                <a:lnTo>
                  <a:pt x="3990" y="63636"/>
                </a:lnTo>
                <a:lnTo>
                  <a:pt x="4509" y="63125"/>
                </a:lnTo>
                <a:lnTo>
                  <a:pt x="4151" y="60464"/>
                </a:lnTo>
                <a:lnTo>
                  <a:pt x="4231" y="58798"/>
                </a:lnTo>
                <a:lnTo>
                  <a:pt x="4034" y="57592"/>
                </a:lnTo>
                <a:lnTo>
                  <a:pt x="4582" y="53053"/>
                </a:lnTo>
                <a:lnTo>
                  <a:pt x="3486" y="49267"/>
                </a:lnTo>
                <a:lnTo>
                  <a:pt x="4231" y="45650"/>
                </a:lnTo>
                <a:lnTo>
                  <a:pt x="7433" y="46176"/>
                </a:lnTo>
                <a:lnTo>
                  <a:pt x="8112" y="45496"/>
                </a:lnTo>
                <a:lnTo>
                  <a:pt x="7528" y="43041"/>
                </a:lnTo>
                <a:lnTo>
                  <a:pt x="8193" y="40380"/>
                </a:lnTo>
                <a:lnTo>
                  <a:pt x="6833" y="37310"/>
                </a:lnTo>
                <a:lnTo>
                  <a:pt x="7886" y="34950"/>
                </a:lnTo>
                <a:lnTo>
                  <a:pt x="10809" y="35783"/>
                </a:lnTo>
                <a:lnTo>
                  <a:pt x="11679" y="34913"/>
                </a:lnTo>
                <a:lnTo>
                  <a:pt x="10627" y="32268"/>
                </a:lnTo>
                <a:lnTo>
                  <a:pt x="11591" y="31632"/>
                </a:lnTo>
                <a:lnTo>
                  <a:pt x="14522" y="32289"/>
                </a:lnTo>
                <a:lnTo>
                  <a:pt x="15026" y="31149"/>
                </a:lnTo>
                <a:lnTo>
                  <a:pt x="14690" y="29227"/>
                </a:lnTo>
                <a:lnTo>
                  <a:pt x="14690" y="27802"/>
                </a:lnTo>
                <a:lnTo>
                  <a:pt x="14354" y="25339"/>
                </a:lnTo>
                <a:lnTo>
                  <a:pt x="15136" y="24308"/>
                </a:lnTo>
                <a:lnTo>
                  <a:pt x="17672" y="25412"/>
                </a:lnTo>
                <a:lnTo>
                  <a:pt x="18688" y="24403"/>
                </a:lnTo>
                <a:lnTo>
                  <a:pt x="17636" y="21758"/>
                </a:lnTo>
                <a:lnTo>
                  <a:pt x="18900" y="20924"/>
                </a:lnTo>
                <a:lnTo>
                  <a:pt x="21122" y="21969"/>
                </a:lnTo>
                <a:lnTo>
                  <a:pt x="22284" y="20800"/>
                </a:lnTo>
                <a:lnTo>
                  <a:pt x="21115" y="18469"/>
                </a:lnTo>
                <a:lnTo>
                  <a:pt x="22189" y="17394"/>
                </a:lnTo>
                <a:lnTo>
                  <a:pt x="24835" y="18439"/>
                </a:lnTo>
                <a:lnTo>
                  <a:pt x="25602" y="17285"/>
                </a:lnTo>
                <a:lnTo>
                  <a:pt x="24659" y="14800"/>
                </a:lnTo>
                <a:lnTo>
                  <a:pt x="26435" y="13411"/>
                </a:lnTo>
                <a:lnTo>
                  <a:pt x="31266" y="15545"/>
                </a:lnTo>
                <a:lnTo>
                  <a:pt x="32750" y="13725"/>
                </a:lnTo>
                <a:lnTo>
                  <a:pt x="31624" y="11445"/>
                </a:lnTo>
                <a:lnTo>
                  <a:pt x="32830" y="10297"/>
                </a:lnTo>
                <a:lnTo>
                  <a:pt x="35140" y="11459"/>
                </a:lnTo>
                <a:lnTo>
                  <a:pt x="36141" y="10458"/>
                </a:lnTo>
                <a:lnTo>
                  <a:pt x="35242" y="7615"/>
                </a:lnTo>
                <a:lnTo>
                  <a:pt x="37522" y="6468"/>
                </a:lnTo>
                <a:lnTo>
                  <a:pt x="40782" y="7856"/>
                </a:lnTo>
                <a:lnTo>
                  <a:pt x="43369" y="7213"/>
                </a:lnTo>
                <a:lnTo>
                  <a:pt x="45825" y="7798"/>
                </a:lnTo>
                <a:lnTo>
                  <a:pt x="46527" y="7096"/>
                </a:lnTo>
                <a:lnTo>
                  <a:pt x="45949" y="3932"/>
                </a:lnTo>
                <a:lnTo>
                  <a:pt x="48295" y="3361"/>
                </a:lnTo>
                <a:lnTo>
                  <a:pt x="51160" y="3866"/>
                </a:lnTo>
                <a:lnTo>
                  <a:pt x="56708" y="3866"/>
                </a:lnTo>
                <a:lnTo>
                  <a:pt x="60362" y="4085"/>
                </a:lnTo>
                <a:lnTo>
                  <a:pt x="63804" y="3859"/>
                </a:lnTo>
                <a:lnTo>
                  <a:pt x="63987" y="3844"/>
                </a:lnTo>
                <a:lnTo>
                  <a:pt x="63607" y="548"/>
                </a:lnTo>
                <a:lnTo>
                  <a:pt x="64074" y="80"/>
                </a:lnTo>
                <a:lnTo>
                  <a:pt x="67846" y="401"/>
                </a:lnTo>
                <a:lnTo>
                  <a:pt x="70470" y="0"/>
                </a:lnTo>
                <a:lnTo>
                  <a:pt x="71310" y="840"/>
                </a:lnTo>
                <a:lnTo>
                  <a:pt x="70258" y="3486"/>
                </a:lnTo>
                <a:lnTo>
                  <a:pt x="71500" y="4312"/>
                </a:lnTo>
                <a:lnTo>
                  <a:pt x="73510" y="3683"/>
                </a:lnTo>
                <a:lnTo>
                  <a:pt x="77676" y="4590"/>
                </a:lnTo>
                <a:lnTo>
                  <a:pt x="81498" y="3128"/>
                </a:lnTo>
                <a:lnTo>
                  <a:pt x="85460" y="3990"/>
                </a:lnTo>
                <a:lnTo>
                  <a:pt x="87952" y="3442"/>
                </a:lnTo>
                <a:lnTo>
                  <a:pt x="88851" y="4341"/>
                </a:lnTo>
                <a:lnTo>
                  <a:pt x="87799" y="6994"/>
                </a:lnTo>
                <a:lnTo>
                  <a:pt x="89019" y="7805"/>
                </a:lnTo>
                <a:lnTo>
                  <a:pt x="91073" y="7206"/>
                </a:lnTo>
                <a:lnTo>
                  <a:pt x="92937" y="7557"/>
                </a:lnTo>
                <a:lnTo>
                  <a:pt x="94296" y="7359"/>
                </a:lnTo>
                <a:lnTo>
                  <a:pt x="96196" y="7359"/>
                </a:lnTo>
                <a:lnTo>
                  <a:pt x="98155" y="7023"/>
                </a:lnTo>
                <a:lnTo>
                  <a:pt x="99346" y="7571"/>
                </a:lnTo>
                <a:lnTo>
                  <a:pt x="98499" y="10480"/>
                </a:lnTo>
                <a:lnTo>
                  <a:pt x="99376" y="11350"/>
                </a:lnTo>
                <a:lnTo>
                  <a:pt x="102021" y="10305"/>
                </a:lnTo>
                <a:lnTo>
                  <a:pt x="102657" y="11270"/>
                </a:lnTo>
                <a:lnTo>
                  <a:pt x="102007" y="14200"/>
                </a:lnTo>
                <a:lnTo>
                  <a:pt x="103140" y="14705"/>
                </a:lnTo>
                <a:lnTo>
                  <a:pt x="105062" y="14369"/>
                </a:lnTo>
                <a:lnTo>
                  <a:pt x="106502" y="14369"/>
                </a:lnTo>
                <a:lnTo>
                  <a:pt x="108928" y="14025"/>
                </a:lnTo>
                <a:lnTo>
                  <a:pt x="109973" y="14793"/>
                </a:lnTo>
                <a:lnTo>
                  <a:pt x="108884" y="17365"/>
                </a:lnTo>
                <a:lnTo>
                  <a:pt x="109981" y="18461"/>
                </a:lnTo>
                <a:lnTo>
                  <a:pt x="112319" y="17292"/>
                </a:lnTo>
                <a:lnTo>
                  <a:pt x="113489" y="18461"/>
                </a:lnTo>
                <a:lnTo>
                  <a:pt x="112320" y="20793"/>
                </a:lnTo>
                <a:lnTo>
                  <a:pt x="113474" y="21948"/>
                </a:lnTo>
                <a:lnTo>
                  <a:pt x="115872" y="20786"/>
                </a:lnTo>
                <a:lnTo>
                  <a:pt x="116983" y="22006"/>
                </a:lnTo>
                <a:lnTo>
                  <a:pt x="115813" y="24294"/>
                </a:lnTo>
                <a:lnTo>
                  <a:pt x="116778" y="25251"/>
                </a:lnTo>
                <a:lnTo>
                  <a:pt x="119731" y="24440"/>
                </a:lnTo>
                <a:lnTo>
                  <a:pt x="120652" y="26589"/>
                </a:lnTo>
                <a:lnTo>
                  <a:pt x="118832" y="30448"/>
                </a:lnTo>
                <a:lnTo>
                  <a:pt x="120359" y="32480"/>
                </a:lnTo>
                <a:lnTo>
                  <a:pt x="122903" y="31376"/>
                </a:lnTo>
                <a:lnTo>
                  <a:pt x="123918" y="32384"/>
                </a:lnTo>
                <a:lnTo>
                  <a:pt x="122866" y="35037"/>
                </a:lnTo>
                <a:lnTo>
                  <a:pt x="123823" y="35666"/>
                </a:lnTo>
                <a:lnTo>
                  <a:pt x="126769" y="35015"/>
                </a:lnTo>
                <a:lnTo>
                  <a:pt x="127792" y="37310"/>
                </a:lnTo>
                <a:lnTo>
                  <a:pt x="126425" y="40387"/>
                </a:lnTo>
                <a:lnTo>
                  <a:pt x="127091" y="43048"/>
                </a:lnTo>
                <a:lnTo>
                  <a:pt x="126506" y="45503"/>
                </a:lnTo>
                <a:lnTo>
                  <a:pt x="127186" y="46176"/>
                </a:lnTo>
                <a:lnTo>
                  <a:pt x="130387" y="45650"/>
                </a:lnTo>
                <a:lnTo>
                  <a:pt x="131132" y="49267"/>
                </a:lnTo>
                <a:lnTo>
                  <a:pt x="130036" y="53061"/>
                </a:lnTo>
                <a:lnTo>
                  <a:pt x="130570" y="57497"/>
                </a:lnTo>
                <a:lnTo>
                  <a:pt x="129722" y="62876"/>
                </a:lnTo>
                <a:lnTo>
                  <a:pt x="130643" y="63621"/>
                </a:lnTo>
                <a:lnTo>
                  <a:pt x="133946" y="63315"/>
                </a:lnTo>
                <a:lnTo>
                  <a:pt x="134019" y="65178"/>
                </a:lnTo>
                <a:lnTo>
                  <a:pt x="134619" y="68920"/>
                </a:lnTo>
                <a:lnTo>
                  <a:pt x="133764" y="70923"/>
                </a:lnTo>
                <a:lnTo>
                  <a:pt x="130811" y="70112"/>
                </a:lnTo>
                <a:lnTo>
                  <a:pt x="130051" y="70871"/>
                </a:lnTo>
                <a:lnTo>
                  <a:pt x="130548" y="73400"/>
                </a:lnTo>
                <a:lnTo>
                  <a:pt x="129649" y="78502"/>
                </a:lnTo>
                <a:lnTo>
                  <a:pt x="131374" y="83530"/>
                </a:lnTo>
                <a:lnTo>
                  <a:pt x="130387" y="88295"/>
                </a:lnTo>
                <a:lnTo>
                  <a:pt x="127186" y="87769"/>
                </a:lnTo>
                <a:lnTo>
                  <a:pt x="126506" y="88449"/>
                </a:lnTo>
                <a:lnTo>
                  <a:pt x="127091" y="90905"/>
                </a:lnTo>
                <a:lnTo>
                  <a:pt x="126433" y="93528"/>
                </a:lnTo>
                <a:lnTo>
                  <a:pt x="127814" y="96693"/>
                </a:lnTo>
                <a:lnTo>
                  <a:pt x="126710" y="99010"/>
                </a:lnTo>
                <a:lnTo>
                  <a:pt x="123824" y="98140"/>
                </a:lnTo>
                <a:lnTo>
                  <a:pt x="122844" y="99120"/>
                </a:lnTo>
                <a:lnTo>
                  <a:pt x="124014" y="101458"/>
                </a:lnTo>
                <a:lnTo>
                  <a:pt x="122844" y="102628"/>
                </a:lnTo>
                <a:lnTo>
                  <a:pt x="120505" y="101458"/>
                </a:lnTo>
                <a:lnTo>
                  <a:pt x="119343" y="102621"/>
                </a:lnTo>
                <a:lnTo>
                  <a:pt x="120359" y="104842"/>
                </a:lnTo>
                <a:lnTo>
                  <a:pt x="119482" y="106260"/>
                </a:lnTo>
                <a:lnTo>
                  <a:pt x="120498" y="108482"/>
                </a:lnTo>
                <a:lnTo>
                  <a:pt x="119431" y="109542"/>
                </a:lnTo>
                <a:lnTo>
                  <a:pt x="116785" y="108489"/>
                </a:lnTo>
                <a:lnTo>
                  <a:pt x="115872" y="109856"/>
                </a:lnTo>
                <a:lnTo>
                  <a:pt x="116961" y="111764"/>
                </a:lnTo>
                <a:lnTo>
                  <a:pt x="116025" y="113123"/>
                </a:lnTo>
                <a:lnTo>
                  <a:pt x="113401" y="112063"/>
                </a:lnTo>
                <a:lnTo>
                  <a:pt x="112327" y="113130"/>
                </a:lnTo>
                <a:lnTo>
                  <a:pt x="113496" y="115513"/>
                </a:lnTo>
                <a:lnTo>
                  <a:pt x="112290" y="116639"/>
                </a:lnTo>
                <a:lnTo>
                  <a:pt x="109988" y="115469"/>
                </a:lnTo>
                <a:lnTo>
                  <a:pt x="109031" y="116434"/>
                </a:lnTo>
                <a:lnTo>
                  <a:pt x="109842" y="119379"/>
                </a:lnTo>
                <a:lnTo>
                  <a:pt x="107693" y="120300"/>
                </a:lnTo>
                <a:lnTo>
                  <a:pt x="103841" y="118481"/>
                </a:lnTo>
                <a:lnTo>
                  <a:pt x="101802" y="120008"/>
                </a:lnTo>
                <a:lnTo>
                  <a:pt x="102906" y="122551"/>
                </a:lnTo>
                <a:lnTo>
                  <a:pt x="101890" y="123560"/>
                </a:lnTo>
                <a:lnTo>
                  <a:pt x="99245" y="122515"/>
                </a:lnTo>
                <a:lnTo>
                  <a:pt x="98601" y="123487"/>
                </a:lnTo>
                <a:lnTo>
                  <a:pt x="99281" y="126389"/>
                </a:lnTo>
                <a:lnTo>
                  <a:pt x="97030" y="127456"/>
                </a:lnTo>
                <a:lnTo>
                  <a:pt x="93865" y="126074"/>
                </a:lnTo>
                <a:lnTo>
                  <a:pt x="91242" y="126732"/>
                </a:lnTo>
                <a:lnTo>
                  <a:pt x="88786" y="126147"/>
                </a:lnTo>
                <a:lnTo>
                  <a:pt x="88106" y="126827"/>
                </a:lnTo>
                <a:lnTo>
                  <a:pt x="88632" y="130028"/>
                </a:lnTo>
                <a:lnTo>
                  <a:pt x="83867" y="131008"/>
                </a:lnTo>
                <a:lnTo>
                  <a:pt x="78839" y="129290"/>
                </a:lnTo>
                <a:lnTo>
                  <a:pt x="73737" y="130189"/>
                </a:lnTo>
                <a:lnTo>
                  <a:pt x="71208" y="129685"/>
                </a:lnTo>
                <a:lnTo>
                  <a:pt x="70448" y="130452"/>
                </a:lnTo>
                <a:lnTo>
                  <a:pt x="71252" y="133398"/>
                </a:lnTo>
                <a:lnTo>
                  <a:pt x="69257" y="1342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39256" y="1459918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4">
                <a:moveTo>
                  <a:pt x="55457" y="127354"/>
                </a:moveTo>
                <a:lnTo>
                  <a:pt x="52746" y="126681"/>
                </a:lnTo>
                <a:lnTo>
                  <a:pt x="50290" y="127266"/>
                </a:lnTo>
                <a:lnTo>
                  <a:pt x="49596" y="126571"/>
                </a:lnTo>
                <a:lnTo>
                  <a:pt x="50158" y="123399"/>
                </a:lnTo>
                <a:lnTo>
                  <a:pt x="47798" y="122851"/>
                </a:lnTo>
                <a:lnTo>
                  <a:pt x="44969" y="123334"/>
                </a:lnTo>
                <a:lnTo>
                  <a:pt x="41936" y="123334"/>
                </a:lnTo>
                <a:lnTo>
                  <a:pt x="40175" y="123648"/>
                </a:lnTo>
                <a:lnTo>
                  <a:pt x="38932" y="123180"/>
                </a:lnTo>
                <a:lnTo>
                  <a:pt x="39671" y="120162"/>
                </a:lnTo>
                <a:lnTo>
                  <a:pt x="39005" y="119496"/>
                </a:lnTo>
                <a:lnTo>
                  <a:pt x="36338" y="119855"/>
                </a:lnTo>
                <a:lnTo>
                  <a:pt x="34964" y="119782"/>
                </a:lnTo>
                <a:lnTo>
                  <a:pt x="33086" y="120191"/>
                </a:lnTo>
                <a:lnTo>
                  <a:pt x="31850" y="119606"/>
                </a:lnTo>
                <a:lnTo>
                  <a:pt x="32713" y="116712"/>
                </a:lnTo>
                <a:lnTo>
                  <a:pt x="31989" y="115988"/>
                </a:lnTo>
                <a:lnTo>
                  <a:pt x="29322" y="116354"/>
                </a:lnTo>
                <a:lnTo>
                  <a:pt x="28138" y="116288"/>
                </a:lnTo>
                <a:lnTo>
                  <a:pt x="25828" y="116697"/>
                </a:lnTo>
                <a:lnTo>
                  <a:pt x="24725" y="115923"/>
                </a:lnTo>
                <a:lnTo>
                  <a:pt x="25806" y="113321"/>
                </a:lnTo>
                <a:lnTo>
                  <a:pt x="24717" y="112232"/>
                </a:lnTo>
                <a:lnTo>
                  <a:pt x="22379" y="113401"/>
                </a:lnTo>
                <a:lnTo>
                  <a:pt x="21209" y="112232"/>
                </a:lnTo>
                <a:lnTo>
                  <a:pt x="22379" y="109900"/>
                </a:lnTo>
                <a:lnTo>
                  <a:pt x="21209" y="108731"/>
                </a:lnTo>
                <a:lnTo>
                  <a:pt x="18870" y="109900"/>
                </a:lnTo>
                <a:lnTo>
                  <a:pt x="17701" y="108731"/>
                </a:lnTo>
                <a:lnTo>
                  <a:pt x="18870" y="106392"/>
                </a:lnTo>
                <a:lnTo>
                  <a:pt x="17701" y="105222"/>
                </a:lnTo>
                <a:lnTo>
                  <a:pt x="15362" y="106392"/>
                </a:lnTo>
                <a:lnTo>
                  <a:pt x="14200" y="105223"/>
                </a:lnTo>
                <a:lnTo>
                  <a:pt x="15370" y="102891"/>
                </a:lnTo>
                <a:lnTo>
                  <a:pt x="14288" y="101809"/>
                </a:lnTo>
                <a:lnTo>
                  <a:pt x="11657" y="102869"/>
                </a:lnTo>
                <a:lnTo>
                  <a:pt x="10210" y="100720"/>
                </a:lnTo>
                <a:lnTo>
                  <a:pt x="12044" y="97073"/>
                </a:lnTo>
                <a:lnTo>
                  <a:pt x="11094" y="94844"/>
                </a:lnTo>
                <a:lnTo>
                  <a:pt x="8141" y="95656"/>
                </a:lnTo>
                <a:lnTo>
                  <a:pt x="7264" y="94779"/>
                </a:lnTo>
                <a:lnTo>
                  <a:pt x="8068" y="92469"/>
                </a:lnTo>
                <a:lnTo>
                  <a:pt x="7476" y="91088"/>
                </a:lnTo>
                <a:lnTo>
                  <a:pt x="8287" y="88785"/>
                </a:lnTo>
                <a:lnTo>
                  <a:pt x="7403" y="87908"/>
                </a:lnTo>
                <a:lnTo>
                  <a:pt x="4450" y="88720"/>
                </a:lnTo>
                <a:lnTo>
                  <a:pt x="3427" y="86308"/>
                </a:lnTo>
                <a:lnTo>
                  <a:pt x="4860" y="83326"/>
                </a:lnTo>
                <a:lnTo>
                  <a:pt x="4085" y="80622"/>
                </a:lnTo>
                <a:lnTo>
                  <a:pt x="4721" y="78203"/>
                </a:lnTo>
                <a:lnTo>
                  <a:pt x="3902" y="77384"/>
                </a:lnTo>
                <a:lnTo>
                  <a:pt x="950" y="78203"/>
                </a:lnTo>
                <a:lnTo>
                  <a:pt x="0" y="75973"/>
                </a:lnTo>
                <a:lnTo>
                  <a:pt x="964" y="72699"/>
                </a:lnTo>
                <a:lnTo>
                  <a:pt x="409" y="67408"/>
                </a:lnTo>
                <a:lnTo>
                  <a:pt x="847" y="58060"/>
                </a:lnTo>
                <a:lnTo>
                  <a:pt x="241" y="55290"/>
                </a:lnTo>
                <a:lnTo>
                  <a:pt x="913" y="52579"/>
                </a:lnTo>
                <a:lnTo>
                  <a:pt x="328" y="50123"/>
                </a:lnTo>
                <a:lnTo>
                  <a:pt x="1030" y="49436"/>
                </a:lnTo>
                <a:lnTo>
                  <a:pt x="4202" y="49998"/>
                </a:lnTo>
                <a:lnTo>
                  <a:pt x="4750" y="47638"/>
                </a:lnTo>
                <a:lnTo>
                  <a:pt x="4268" y="44809"/>
                </a:lnTo>
                <a:lnTo>
                  <a:pt x="4268" y="41776"/>
                </a:lnTo>
                <a:lnTo>
                  <a:pt x="3953" y="40015"/>
                </a:lnTo>
                <a:lnTo>
                  <a:pt x="4421" y="38773"/>
                </a:lnTo>
                <a:lnTo>
                  <a:pt x="7440" y="39518"/>
                </a:lnTo>
                <a:lnTo>
                  <a:pt x="8105" y="38846"/>
                </a:lnTo>
                <a:lnTo>
                  <a:pt x="7747" y="36185"/>
                </a:lnTo>
                <a:lnTo>
                  <a:pt x="7820" y="34811"/>
                </a:lnTo>
                <a:lnTo>
                  <a:pt x="7410" y="32933"/>
                </a:lnTo>
                <a:lnTo>
                  <a:pt x="7995" y="31698"/>
                </a:lnTo>
                <a:lnTo>
                  <a:pt x="10889" y="32560"/>
                </a:lnTo>
                <a:lnTo>
                  <a:pt x="11613" y="31836"/>
                </a:lnTo>
                <a:lnTo>
                  <a:pt x="11255" y="29169"/>
                </a:lnTo>
                <a:lnTo>
                  <a:pt x="11313" y="27992"/>
                </a:lnTo>
                <a:lnTo>
                  <a:pt x="10904" y="25683"/>
                </a:lnTo>
                <a:lnTo>
                  <a:pt x="11679" y="24586"/>
                </a:lnTo>
                <a:lnTo>
                  <a:pt x="14281" y="25661"/>
                </a:lnTo>
                <a:lnTo>
                  <a:pt x="15370" y="24572"/>
                </a:lnTo>
                <a:lnTo>
                  <a:pt x="14200" y="22240"/>
                </a:lnTo>
                <a:lnTo>
                  <a:pt x="15370" y="21071"/>
                </a:lnTo>
                <a:lnTo>
                  <a:pt x="17708" y="22240"/>
                </a:lnTo>
                <a:lnTo>
                  <a:pt x="18870" y="21071"/>
                </a:lnTo>
                <a:lnTo>
                  <a:pt x="17701" y="18732"/>
                </a:lnTo>
                <a:lnTo>
                  <a:pt x="18870" y="17562"/>
                </a:lnTo>
                <a:lnTo>
                  <a:pt x="21209" y="18732"/>
                </a:lnTo>
                <a:lnTo>
                  <a:pt x="22379" y="17563"/>
                </a:lnTo>
                <a:lnTo>
                  <a:pt x="21209" y="15231"/>
                </a:lnTo>
                <a:lnTo>
                  <a:pt x="22379" y="14062"/>
                </a:lnTo>
                <a:lnTo>
                  <a:pt x="24717" y="15231"/>
                </a:lnTo>
                <a:lnTo>
                  <a:pt x="25799" y="14149"/>
                </a:lnTo>
                <a:lnTo>
                  <a:pt x="24732" y="11526"/>
                </a:lnTo>
                <a:lnTo>
                  <a:pt x="26866" y="10064"/>
                </a:lnTo>
                <a:lnTo>
                  <a:pt x="30542" y="11898"/>
                </a:lnTo>
                <a:lnTo>
                  <a:pt x="32757" y="10955"/>
                </a:lnTo>
                <a:lnTo>
                  <a:pt x="31953" y="7996"/>
                </a:lnTo>
                <a:lnTo>
                  <a:pt x="32866" y="7089"/>
                </a:lnTo>
                <a:lnTo>
                  <a:pt x="35117" y="8003"/>
                </a:lnTo>
                <a:lnTo>
                  <a:pt x="36535" y="7272"/>
                </a:lnTo>
                <a:lnTo>
                  <a:pt x="38786" y="8178"/>
                </a:lnTo>
                <a:lnTo>
                  <a:pt x="39824" y="7148"/>
                </a:lnTo>
                <a:lnTo>
                  <a:pt x="38772" y="4502"/>
                </a:lnTo>
                <a:lnTo>
                  <a:pt x="40073" y="3639"/>
                </a:lnTo>
                <a:lnTo>
                  <a:pt x="41980" y="4385"/>
                </a:lnTo>
                <a:lnTo>
                  <a:pt x="43778" y="3851"/>
                </a:lnTo>
                <a:lnTo>
                  <a:pt x="45371" y="4129"/>
                </a:lnTo>
                <a:lnTo>
                  <a:pt x="47447" y="4129"/>
                </a:lnTo>
                <a:lnTo>
                  <a:pt x="48836" y="4348"/>
                </a:lnTo>
                <a:lnTo>
                  <a:pt x="49866" y="4129"/>
                </a:lnTo>
                <a:lnTo>
                  <a:pt x="50144" y="4070"/>
                </a:lnTo>
                <a:lnTo>
                  <a:pt x="49610" y="876"/>
                </a:lnTo>
                <a:lnTo>
                  <a:pt x="50224" y="263"/>
                </a:lnTo>
                <a:lnTo>
                  <a:pt x="52826" y="686"/>
                </a:lnTo>
                <a:lnTo>
                  <a:pt x="57913" y="116"/>
                </a:lnTo>
                <a:lnTo>
                  <a:pt x="62832" y="628"/>
                </a:lnTo>
                <a:lnTo>
                  <a:pt x="70645" y="628"/>
                </a:lnTo>
                <a:lnTo>
                  <a:pt x="74759" y="0"/>
                </a:lnTo>
                <a:lnTo>
                  <a:pt x="78202" y="679"/>
                </a:lnTo>
                <a:lnTo>
                  <a:pt x="77683" y="3880"/>
                </a:lnTo>
                <a:lnTo>
                  <a:pt x="78363" y="4560"/>
                </a:lnTo>
                <a:lnTo>
                  <a:pt x="80818" y="3975"/>
                </a:lnTo>
                <a:lnTo>
                  <a:pt x="83530" y="4648"/>
                </a:lnTo>
                <a:lnTo>
                  <a:pt x="86482" y="3325"/>
                </a:lnTo>
                <a:lnTo>
                  <a:pt x="88887" y="4304"/>
                </a:lnTo>
                <a:lnTo>
                  <a:pt x="88098" y="7279"/>
                </a:lnTo>
                <a:lnTo>
                  <a:pt x="88792" y="7966"/>
                </a:lnTo>
                <a:lnTo>
                  <a:pt x="91452" y="7608"/>
                </a:lnTo>
                <a:lnTo>
                  <a:pt x="92826" y="7681"/>
                </a:lnTo>
                <a:lnTo>
                  <a:pt x="94705" y="7272"/>
                </a:lnTo>
                <a:lnTo>
                  <a:pt x="95940" y="7856"/>
                </a:lnTo>
                <a:lnTo>
                  <a:pt x="95077" y="10751"/>
                </a:lnTo>
                <a:lnTo>
                  <a:pt x="95801" y="11474"/>
                </a:lnTo>
                <a:lnTo>
                  <a:pt x="98469" y="11109"/>
                </a:lnTo>
                <a:lnTo>
                  <a:pt x="99653" y="11175"/>
                </a:lnTo>
                <a:lnTo>
                  <a:pt x="101940" y="10765"/>
                </a:lnTo>
                <a:lnTo>
                  <a:pt x="103044" y="11533"/>
                </a:lnTo>
                <a:lnTo>
                  <a:pt x="101977" y="14149"/>
                </a:lnTo>
                <a:lnTo>
                  <a:pt x="102971" y="15129"/>
                </a:lnTo>
                <a:lnTo>
                  <a:pt x="105616" y="14083"/>
                </a:lnTo>
                <a:lnTo>
                  <a:pt x="106450" y="15348"/>
                </a:lnTo>
                <a:lnTo>
                  <a:pt x="105397" y="17562"/>
                </a:lnTo>
                <a:lnTo>
                  <a:pt x="106567" y="18732"/>
                </a:lnTo>
                <a:lnTo>
                  <a:pt x="108905" y="17562"/>
                </a:lnTo>
                <a:lnTo>
                  <a:pt x="109980" y="18637"/>
                </a:lnTo>
                <a:lnTo>
                  <a:pt x="108927" y="21282"/>
                </a:lnTo>
                <a:lnTo>
                  <a:pt x="110089" y="22057"/>
                </a:lnTo>
                <a:lnTo>
                  <a:pt x="112567" y="21107"/>
                </a:lnTo>
                <a:lnTo>
                  <a:pt x="113524" y="22328"/>
                </a:lnTo>
                <a:lnTo>
                  <a:pt x="112399" y="24564"/>
                </a:lnTo>
                <a:lnTo>
                  <a:pt x="113364" y="25529"/>
                </a:lnTo>
                <a:lnTo>
                  <a:pt x="116316" y="24710"/>
                </a:lnTo>
                <a:lnTo>
                  <a:pt x="117354" y="27137"/>
                </a:lnTo>
                <a:lnTo>
                  <a:pt x="115644" y="30206"/>
                </a:lnTo>
                <a:lnTo>
                  <a:pt x="116696" y="32626"/>
                </a:lnTo>
                <a:lnTo>
                  <a:pt x="119642" y="31800"/>
                </a:lnTo>
                <a:lnTo>
                  <a:pt x="120343" y="32508"/>
                </a:lnTo>
                <a:lnTo>
                  <a:pt x="119985" y="35169"/>
                </a:lnTo>
                <a:lnTo>
                  <a:pt x="120058" y="36579"/>
                </a:lnTo>
                <a:lnTo>
                  <a:pt x="119663" y="38363"/>
                </a:lnTo>
                <a:lnTo>
                  <a:pt x="120204" y="39627"/>
                </a:lnTo>
                <a:lnTo>
                  <a:pt x="123150" y="38816"/>
                </a:lnTo>
                <a:lnTo>
                  <a:pt x="123954" y="39613"/>
                </a:lnTo>
                <a:lnTo>
                  <a:pt x="123369" y="42068"/>
                </a:lnTo>
                <a:lnTo>
                  <a:pt x="124063" y="44846"/>
                </a:lnTo>
                <a:lnTo>
                  <a:pt x="122821" y="47601"/>
                </a:lnTo>
                <a:lnTo>
                  <a:pt x="123647" y="50079"/>
                </a:lnTo>
                <a:lnTo>
                  <a:pt x="126716" y="49384"/>
                </a:lnTo>
                <a:lnTo>
                  <a:pt x="127359" y="50035"/>
                </a:lnTo>
                <a:lnTo>
                  <a:pt x="127001" y="52695"/>
                </a:lnTo>
                <a:lnTo>
                  <a:pt x="127272" y="57811"/>
                </a:lnTo>
                <a:lnTo>
                  <a:pt x="126943" y="69403"/>
                </a:lnTo>
                <a:lnTo>
                  <a:pt x="127549" y="72173"/>
                </a:lnTo>
                <a:lnTo>
                  <a:pt x="126877" y="74884"/>
                </a:lnTo>
                <a:lnTo>
                  <a:pt x="127462" y="77340"/>
                </a:lnTo>
                <a:lnTo>
                  <a:pt x="126760" y="78027"/>
                </a:lnTo>
                <a:lnTo>
                  <a:pt x="123595" y="77464"/>
                </a:lnTo>
                <a:lnTo>
                  <a:pt x="123040" y="79825"/>
                </a:lnTo>
                <a:lnTo>
                  <a:pt x="123522" y="82653"/>
                </a:lnTo>
                <a:lnTo>
                  <a:pt x="123522" y="85686"/>
                </a:lnTo>
                <a:lnTo>
                  <a:pt x="123837" y="87448"/>
                </a:lnTo>
                <a:lnTo>
                  <a:pt x="123369" y="88690"/>
                </a:lnTo>
                <a:lnTo>
                  <a:pt x="120350" y="87945"/>
                </a:lnTo>
                <a:lnTo>
                  <a:pt x="119685" y="88617"/>
                </a:lnTo>
                <a:lnTo>
                  <a:pt x="120036" y="91277"/>
                </a:lnTo>
                <a:lnTo>
                  <a:pt x="119970" y="92652"/>
                </a:lnTo>
                <a:lnTo>
                  <a:pt x="120372" y="94530"/>
                </a:lnTo>
                <a:lnTo>
                  <a:pt x="119788" y="95758"/>
                </a:lnTo>
                <a:lnTo>
                  <a:pt x="116901" y="94895"/>
                </a:lnTo>
                <a:lnTo>
                  <a:pt x="116170" y="95626"/>
                </a:lnTo>
                <a:lnTo>
                  <a:pt x="116528" y="98287"/>
                </a:lnTo>
                <a:lnTo>
                  <a:pt x="116470" y="99471"/>
                </a:lnTo>
                <a:lnTo>
                  <a:pt x="116879" y="101773"/>
                </a:lnTo>
                <a:lnTo>
                  <a:pt x="116104" y="102877"/>
                </a:lnTo>
                <a:lnTo>
                  <a:pt x="113502" y="101802"/>
                </a:lnTo>
                <a:lnTo>
                  <a:pt x="112413" y="102891"/>
                </a:lnTo>
                <a:lnTo>
                  <a:pt x="113583" y="105222"/>
                </a:lnTo>
                <a:lnTo>
                  <a:pt x="112413" y="106392"/>
                </a:lnTo>
                <a:lnTo>
                  <a:pt x="110075" y="105223"/>
                </a:lnTo>
                <a:lnTo>
                  <a:pt x="108905" y="106392"/>
                </a:lnTo>
                <a:lnTo>
                  <a:pt x="110075" y="108731"/>
                </a:lnTo>
                <a:lnTo>
                  <a:pt x="108905" y="109900"/>
                </a:lnTo>
                <a:lnTo>
                  <a:pt x="106567" y="108731"/>
                </a:lnTo>
                <a:lnTo>
                  <a:pt x="105397" y="109893"/>
                </a:lnTo>
                <a:lnTo>
                  <a:pt x="106567" y="112232"/>
                </a:lnTo>
                <a:lnTo>
                  <a:pt x="105397" y="113401"/>
                </a:lnTo>
                <a:lnTo>
                  <a:pt x="103066" y="112232"/>
                </a:lnTo>
                <a:lnTo>
                  <a:pt x="101984" y="113306"/>
                </a:lnTo>
                <a:lnTo>
                  <a:pt x="103044" y="115952"/>
                </a:lnTo>
                <a:lnTo>
                  <a:pt x="101209" y="117180"/>
                </a:lnTo>
                <a:lnTo>
                  <a:pt x="96393" y="115184"/>
                </a:lnTo>
                <a:lnTo>
                  <a:pt x="95128" y="116734"/>
                </a:lnTo>
                <a:lnTo>
                  <a:pt x="95903" y="119621"/>
                </a:lnTo>
                <a:lnTo>
                  <a:pt x="94186" y="120432"/>
                </a:lnTo>
                <a:lnTo>
                  <a:pt x="89282" y="118802"/>
                </a:lnTo>
                <a:lnTo>
                  <a:pt x="88156" y="120191"/>
                </a:lnTo>
                <a:lnTo>
                  <a:pt x="88828" y="123187"/>
                </a:lnTo>
                <a:lnTo>
                  <a:pt x="86738" y="123999"/>
                </a:lnTo>
                <a:lnTo>
                  <a:pt x="83288" y="123334"/>
                </a:lnTo>
                <a:lnTo>
                  <a:pt x="80423" y="123334"/>
                </a:lnTo>
                <a:lnTo>
                  <a:pt x="78896" y="123070"/>
                </a:lnTo>
                <a:lnTo>
                  <a:pt x="77595" y="123421"/>
                </a:lnTo>
                <a:lnTo>
                  <a:pt x="78209" y="126549"/>
                </a:lnTo>
                <a:lnTo>
                  <a:pt x="77595" y="127171"/>
                </a:lnTo>
                <a:lnTo>
                  <a:pt x="74927" y="126805"/>
                </a:lnTo>
                <a:lnTo>
                  <a:pt x="69819" y="127076"/>
                </a:lnTo>
                <a:lnTo>
                  <a:pt x="58227" y="126747"/>
                </a:lnTo>
                <a:lnTo>
                  <a:pt x="55457" y="1273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302230" y="1459699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0529" y="127383"/>
                </a:moveTo>
                <a:lnTo>
                  <a:pt x="67854" y="127032"/>
                </a:lnTo>
                <a:lnTo>
                  <a:pt x="65018" y="127163"/>
                </a:lnTo>
                <a:lnTo>
                  <a:pt x="59325" y="127054"/>
                </a:lnTo>
                <a:lnTo>
                  <a:pt x="57790" y="127317"/>
                </a:lnTo>
                <a:lnTo>
                  <a:pt x="56496" y="126966"/>
                </a:lnTo>
                <a:lnTo>
                  <a:pt x="57110" y="123838"/>
                </a:lnTo>
                <a:lnTo>
                  <a:pt x="56496" y="123217"/>
                </a:lnTo>
                <a:lnTo>
                  <a:pt x="53828" y="123582"/>
                </a:lnTo>
                <a:lnTo>
                  <a:pt x="52279" y="123494"/>
                </a:lnTo>
                <a:lnTo>
                  <a:pt x="50803" y="123838"/>
                </a:lnTo>
                <a:lnTo>
                  <a:pt x="47747" y="122946"/>
                </a:lnTo>
                <a:lnTo>
                  <a:pt x="44766" y="124393"/>
                </a:lnTo>
                <a:lnTo>
                  <a:pt x="42354" y="123363"/>
                </a:lnTo>
                <a:lnTo>
                  <a:pt x="43165" y="120410"/>
                </a:lnTo>
                <a:lnTo>
                  <a:pt x="42281" y="119533"/>
                </a:lnTo>
                <a:lnTo>
                  <a:pt x="39978" y="120344"/>
                </a:lnTo>
                <a:lnTo>
                  <a:pt x="38590" y="119752"/>
                </a:lnTo>
                <a:lnTo>
                  <a:pt x="36287" y="120556"/>
                </a:lnTo>
                <a:lnTo>
                  <a:pt x="35411" y="119679"/>
                </a:lnTo>
                <a:lnTo>
                  <a:pt x="36222" y="116726"/>
                </a:lnTo>
                <a:lnTo>
                  <a:pt x="33985" y="115776"/>
                </a:lnTo>
                <a:lnTo>
                  <a:pt x="30353" y="117611"/>
                </a:lnTo>
                <a:lnTo>
                  <a:pt x="28197" y="116164"/>
                </a:lnTo>
                <a:lnTo>
                  <a:pt x="29249" y="113525"/>
                </a:lnTo>
                <a:lnTo>
                  <a:pt x="28270" y="112546"/>
                </a:lnTo>
                <a:lnTo>
                  <a:pt x="25624" y="113598"/>
                </a:lnTo>
                <a:lnTo>
                  <a:pt x="24747" y="112275"/>
                </a:lnTo>
                <a:lnTo>
                  <a:pt x="25836" y="110221"/>
                </a:lnTo>
                <a:lnTo>
                  <a:pt x="24754" y="108943"/>
                </a:lnTo>
                <a:lnTo>
                  <a:pt x="22299" y="110083"/>
                </a:lnTo>
                <a:lnTo>
                  <a:pt x="21159" y="108950"/>
                </a:lnTo>
                <a:lnTo>
                  <a:pt x="22328" y="106611"/>
                </a:lnTo>
                <a:lnTo>
                  <a:pt x="21159" y="105441"/>
                </a:lnTo>
                <a:lnTo>
                  <a:pt x="18820" y="106611"/>
                </a:lnTo>
                <a:lnTo>
                  <a:pt x="17745" y="105537"/>
                </a:lnTo>
                <a:lnTo>
                  <a:pt x="18798" y="102891"/>
                </a:lnTo>
                <a:lnTo>
                  <a:pt x="17475" y="102021"/>
                </a:lnTo>
                <a:lnTo>
                  <a:pt x="15421" y="103103"/>
                </a:lnTo>
                <a:lnTo>
                  <a:pt x="14135" y="102029"/>
                </a:lnTo>
                <a:lnTo>
                  <a:pt x="15282" y="99573"/>
                </a:lnTo>
                <a:lnTo>
                  <a:pt x="14244" y="98542"/>
                </a:lnTo>
                <a:lnTo>
                  <a:pt x="11577" y="99573"/>
                </a:lnTo>
                <a:lnTo>
                  <a:pt x="10159" y="97373"/>
                </a:lnTo>
                <a:lnTo>
                  <a:pt x="11993" y="93821"/>
                </a:lnTo>
                <a:lnTo>
                  <a:pt x="11029" y="91555"/>
                </a:lnTo>
                <a:lnTo>
                  <a:pt x="8076" y="92374"/>
                </a:lnTo>
                <a:lnTo>
                  <a:pt x="7162" y="91460"/>
                </a:lnTo>
                <a:lnTo>
                  <a:pt x="8076" y="89202"/>
                </a:lnTo>
                <a:lnTo>
                  <a:pt x="7345" y="87784"/>
                </a:lnTo>
                <a:lnTo>
                  <a:pt x="8259" y="85533"/>
                </a:lnTo>
                <a:lnTo>
                  <a:pt x="7221" y="84502"/>
                </a:lnTo>
                <a:lnTo>
                  <a:pt x="4575" y="85555"/>
                </a:lnTo>
                <a:lnTo>
                  <a:pt x="3705" y="84239"/>
                </a:lnTo>
                <a:lnTo>
                  <a:pt x="4487" y="82354"/>
                </a:lnTo>
                <a:lnTo>
                  <a:pt x="3172" y="78304"/>
                </a:lnTo>
                <a:lnTo>
                  <a:pt x="5086" y="74190"/>
                </a:lnTo>
                <a:lnTo>
                  <a:pt x="4114" y="70638"/>
                </a:lnTo>
                <a:lnTo>
                  <a:pt x="979" y="71252"/>
                </a:lnTo>
                <a:lnTo>
                  <a:pt x="358" y="70631"/>
                </a:lnTo>
                <a:lnTo>
                  <a:pt x="716" y="67970"/>
                </a:lnTo>
                <a:lnTo>
                  <a:pt x="694" y="62174"/>
                </a:lnTo>
                <a:lnTo>
                  <a:pt x="0" y="58564"/>
                </a:lnTo>
                <a:lnTo>
                  <a:pt x="884" y="56495"/>
                </a:lnTo>
                <a:lnTo>
                  <a:pt x="3829" y="57314"/>
                </a:lnTo>
                <a:lnTo>
                  <a:pt x="4590" y="56547"/>
                </a:lnTo>
                <a:lnTo>
                  <a:pt x="4100" y="54018"/>
                </a:lnTo>
                <a:lnTo>
                  <a:pt x="4582" y="51255"/>
                </a:lnTo>
                <a:lnTo>
                  <a:pt x="4202" y="48639"/>
                </a:lnTo>
                <a:lnTo>
                  <a:pt x="4202" y="45518"/>
                </a:lnTo>
                <a:lnTo>
                  <a:pt x="3888" y="43749"/>
                </a:lnTo>
                <a:lnTo>
                  <a:pt x="4356" y="42507"/>
                </a:lnTo>
                <a:lnTo>
                  <a:pt x="7367" y="43260"/>
                </a:lnTo>
                <a:lnTo>
                  <a:pt x="8295" y="42331"/>
                </a:lnTo>
                <a:lnTo>
                  <a:pt x="7243" y="40102"/>
                </a:lnTo>
                <a:lnTo>
                  <a:pt x="8178" y="38714"/>
                </a:lnTo>
                <a:lnTo>
                  <a:pt x="7126" y="36492"/>
                </a:lnTo>
                <a:lnTo>
                  <a:pt x="8141" y="35476"/>
                </a:lnTo>
                <a:lnTo>
                  <a:pt x="10948" y="36411"/>
                </a:lnTo>
                <a:lnTo>
                  <a:pt x="12198" y="34080"/>
                </a:lnTo>
                <a:lnTo>
                  <a:pt x="10400" y="30806"/>
                </a:lnTo>
                <a:lnTo>
                  <a:pt x="11409" y="28445"/>
                </a:lnTo>
                <a:lnTo>
                  <a:pt x="14354" y="29256"/>
                </a:lnTo>
                <a:lnTo>
                  <a:pt x="15326" y="28291"/>
                </a:lnTo>
                <a:lnTo>
                  <a:pt x="14201" y="26048"/>
                </a:lnTo>
                <a:lnTo>
                  <a:pt x="15180" y="24798"/>
                </a:lnTo>
                <a:lnTo>
                  <a:pt x="17701" y="25916"/>
                </a:lnTo>
                <a:lnTo>
                  <a:pt x="18820" y="24798"/>
                </a:lnTo>
                <a:lnTo>
                  <a:pt x="17650" y="22466"/>
                </a:lnTo>
                <a:lnTo>
                  <a:pt x="18820" y="21297"/>
                </a:lnTo>
                <a:lnTo>
                  <a:pt x="21158" y="22459"/>
                </a:lnTo>
                <a:lnTo>
                  <a:pt x="22328" y="21297"/>
                </a:lnTo>
                <a:lnTo>
                  <a:pt x="21159" y="18958"/>
                </a:lnTo>
                <a:lnTo>
                  <a:pt x="22328" y="17789"/>
                </a:lnTo>
                <a:lnTo>
                  <a:pt x="24667" y="18958"/>
                </a:lnTo>
                <a:lnTo>
                  <a:pt x="25836" y="17789"/>
                </a:lnTo>
                <a:lnTo>
                  <a:pt x="24667" y="15457"/>
                </a:lnTo>
                <a:lnTo>
                  <a:pt x="25836" y="14288"/>
                </a:lnTo>
                <a:lnTo>
                  <a:pt x="28175" y="15457"/>
                </a:lnTo>
                <a:lnTo>
                  <a:pt x="29257" y="14376"/>
                </a:lnTo>
                <a:lnTo>
                  <a:pt x="28190" y="11752"/>
                </a:lnTo>
                <a:lnTo>
                  <a:pt x="30024" y="10495"/>
                </a:lnTo>
                <a:lnTo>
                  <a:pt x="34840" y="12505"/>
                </a:lnTo>
                <a:lnTo>
                  <a:pt x="36112" y="10948"/>
                </a:lnTo>
                <a:lnTo>
                  <a:pt x="35337" y="8068"/>
                </a:lnTo>
                <a:lnTo>
                  <a:pt x="37048" y="7257"/>
                </a:lnTo>
                <a:lnTo>
                  <a:pt x="41959" y="8887"/>
                </a:lnTo>
                <a:lnTo>
                  <a:pt x="43062" y="7534"/>
                </a:lnTo>
                <a:lnTo>
                  <a:pt x="42456" y="4458"/>
                </a:lnTo>
                <a:lnTo>
                  <a:pt x="44656" y="3749"/>
                </a:lnTo>
                <a:lnTo>
                  <a:pt x="47835" y="4355"/>
                </a:lnTo>
                <a:lnTo>
                  <a:pt x="52074" y="4355"/>
                </a:lnTo>
                <a:lnTo>
                  <a:pt x="54559" y="4648"/>
                </a:lnTo>
                <a:lnTo>
                  <a:pt x="56839" y="4348"/>
                </a:lnTo>
                <a:lnTo>
                  <a:pt x="57066" y="4319"/>
                </a:lnTo>
                <a:lnTo>
                  <a:pt x="56620" y="1059"/>
                </a:lnTo>
                <a:lnTo>
                  <a:pt x="57139" y="548"/>
                </a:lnTo>
                <a:lnTo>
                  <a:pt x="61349" y="869"/>
                </a:lnTo>
                <a:lnTo>
                  <a:pt x="62898" y="555"/>
                </a:lnTo>
                <a:lnTo>
                  <a:pt x="65917" y="1468"/>
                </a:lnTo>
                <a:lnTo>
                  <a:pt x="68891" y="0"/>
                </a:lnTo>
                <a:lnTo>
                  <a:pt x="71303" y="1030"/>
                </a:lnTo>
                <a:lnTo>
                  <a:pt x="70492" y="3990"/>
                </a:lnTo>
                <a:lnTo>
                  <a:pt x="71252" y="4743"/>
                </a:lnTo>
                <a:lnTo>
                  <a:pt x="73788" y="4246"/>
                </a:lnTo>
                <a:lnTo>
                  <a:pt x="76551" y="4728"/>
                </a:lnTo>
                <a:lnTo>
                  <a:pt x="79167" y="4348"/>
                </a:lnTo>
                <a:lnTo>
                  <a:pt x="82295" y="4348"/>
                </a:lnTo>
                <a:lnTo>
                  <a:pt x="84050" y="4034"/>
                </a:lnTo>
                <a:lnTo>
                  <a:pt x="85299" y="4502"/>
                </a:lnTo>
                <a:lnTo>
                  <a:pt x="84554" y="7520"/>
                </a:lnTo>
                <a:lnTo>
                  <a:pt x="85226" y="8185"/>
                </a:lnTo>
                <a:lnTo>
                  <a:pt x="87887" y="7827"/>
                </a:lnTo>
                <a:lnTo>
                  <a:pt x="89253" y="7900"/>
                </a:lnTo>
                <a:lnTo>
                  <a:pt x="91139" y="7491"/>
                </a:lnTo>
                <a:lnTo>
                  <a:pt x="92367" y="8076"/>
                </a:lnTo>
                <a:lnTo>
                  <a:pt x="91505" y="10970"/>
                </a:lnTo>
                <a:lnTo>
                  <a:pt x="92235" y="11693"/>
                </a:lnTo>
                <a:lnTo>
                  <a:pt x="94896" y="11328"/>
                </a:lnTo>
                <a:lnTo>
                  <a:pt x="96087" y="11394"/>
                </a:lnTo>
                <a:lnTo>
                  <a:pt x="98375" y="10985"/>
                </a:lnTo>
                <a:lnTo>
                  <a:pt x="99478" y="11752"/>
                </a:lnTo>
                <a:lnTo>
                  <a:pt x="98411" y="14361"/>
                </a:lnTo>
                <a:lnTo>
                  <a:pt x="99398" y="15348"/>
                </a:lnTo>
                <a:lnTo>
                  <a:pt x="102051" y="14303"/>
                </a:lnTo>
                <a:lnTo>
                  <a:pt x="102921" y="15626"/>
                </a:lnTo>
                <a:lnTo>
                  <a:pt x="101832" y="17679"/>
                </a:lnTo>
                <a:lnTo>
                  <a:pt x="102913" y="18958"/>
                </a:lnTo>
                <a:lnTo>
                  <a:pt x="105369" y="17818"/>
                </a:lnTo>
                <a:lnTo>
                  <a:pt x="106502" y="18951"/>
                </a:lnTo>
                <a:lnTo>
                  <a:pt x="105340" y="21290"/>
                </a:lnTo>
                <a:lnTo>
                  <a:pt x="106502" y="22452"/>
                </a:lnTo>
                <a:lnTo>
                  <a:pt x="108841" y="21290"/>
                </a:lnTo>
                <a:lnTo>
                  <a:pt x="109915" y="22357"/>
                </a:lnTo>
                <a:lnTo>
                  <a:pt x="108863" y="25010"/>
                </a:lnTo>
                <a:lnTo>
                  <a:pt x="110186" y="25880"/>
                </a:lnTo>
                <a:lnTo>
                  <a:pt x="112239" y="24791"/>
                </a:lnTo>
                <a:lnTo>
                  <a:pt x="113526" y="25872"/>
                </a:lnTo>
                <a:lnTo>
                  <a:pt x="112378" y="28328"/>
                </a:lnTo>
                <a:lnTo>
                  <a:pt x="113423" y="29381"/>
                </a:lnTo>
                <a:lnTo>
                  <a:pt x="116047" y="28313"/>
                </a:lnTo>
                <a:lnTo>
                  <a:pt x="117304" y="30148"/>
                </a:lnTo>
                <a:lnTo>
                  <a:pt x="115294" y="34964"/>
                </a:lnTo>
                <a:lnTo>
                  <a:pt x="116851" y="36236"/>
                </a:lnTo>
                <a:lnTo>
                  <a:pt x="119738" y="35461"/>
                </a:lnTo>
                <a:lnTo>
                  <a:pt x="120542" y="37172"/>
                </a:lnTo>
                <a:lnTo>
                  <a:pt x="118912" y="42083"/>
                </a:lnTo>
                <a:lnTo>
                  <a:pt x="120294" y="43201"/>
                </a:lnTo>
                <a:lnTo>
                  <a:pt x="123305" y="42543"/>
                </a:lnTo>
                <a:lnTo>
                  <a:pt x="124101" y="44656"/>
                </a:lnTo>
                <a:lnTo>
                  <a:pt x="123444" y="48054"/>
                </a:lnTo>
                <a:lnTo>
                  <a:pt x="123444" y="50992"/>
                </a:lnTo>
                <a:lnTo>
                  <a:pt x="123224" y="52410"/>
                </a:lnTo>
                <a:lnTo>
                  <a:pt x="123583" y="54040"/>
                </a:lnTo>
                <a:lnTo>
                  <a:pt x="123027" y="56532"/>
                </a:lnTo>
                <a:lnTo>
                  <a:pt x="123933" y="57431"/>
                </a:lnTo>
                <a:lnTo>
                  <a:pt x="126579" y="56379"/>
                </a:lnTo>
                <a:lnTo>
                  <a:pt x="127317" y="57497"/>
                </a:lnTo>
                <a:lnTo>
                  <a:pt x="126915" y="59762"/>
                </a:lnTo>
                <a:lnTo>
                  <a:pt x="127054" y="62774"/>
                </a:lnTo>
                <a:lnTo>
                  <a:pt x="126952" y="68474"/>
                </a:lnTo>
                <a:lnTo>
                  <a:pt x="127215" y="70002"/>
                </a:lnTo>
                <a:lnTo>
                  <a:pt x="126857" y="71296"/>
                </a:lnTo>
                <a:lnTo>
                  <a:pt x="123729" y="70682"/>
                </a:lnTo>
                <a:lnTo>
                  <a:pt x="123108" y="71303"/>
                </a:lnTo>
                <a:lnTo>
                  <a:pt x="123473" y="73963"/>
                </a:lnTo>
                <a:lnTo>
                  <a:pt x="123385" y="75505"/>
                </a:lnTo>
                <a:lnTo>
                  <a:pt x="123736" y="76989"/>
                </a:lnTo>
                <a:lnTo>
                  <a:pt x="122837" y="80037"/>
                </a:lnTo>
                <a:lnTo>
                  <a:pt x="124284" y="83019"/>
                </a:lnTo>
                <a:lnTo>
                  <a:pt x="123261" y="85438"/>
                </a:lnTo>
                <a:lnTo>
                  <a:pt x="120301" y="84619"/>
                </a:lnTo>
                <a:lnTo>
                  <a:pt x="119431" y="85504"/>
                </a:lnTo>
                <a:lnTo>
                  <a:pt x="120235" y="87813"/>
                </a:lnTo>
                <a:lnTo>
                  <a:pt x="119643" y="89187"/>
                </a:lnTo>
                <a:lnTo>
                  <a:pt x="120447" y="91489"/>
                </a:lnTo>
                <a:lnTo>
                  <a:pt x="119570" y="92374"/>
                </a:lnTo>
                <a:lnTo>
                  <a:pt x="116617" y="91555"/>
                </a:lnTo>
                <a:lnTo>
                  <a:pt x="115667" y="93799"/>
                </a:lnTo>
                <a:lnTo>
                  <a:pt x="117502" y="97409"/>
                </a:lnTo>
                <a:lnTo>
                  <a:pt x="116062" y="99580"/>
                </a:lnTo>
                <a:lnTo>
                  <a:pt x="113416" y="98528"/>
                </a:lnTo>
                <a:lnTo>
                  <a:pt x="112444" y="99507"/>
                </a:lnTo>
                <a:lnTo>
                  <a:pt x="113489" y="102153"/>
                </a:lnTo>
                <a:lnTo>
                  <a:pt x="112166" y="103030"/>
                </a:lnTo>
                <a:lnTo>
                  <a:pt x="110113" y="101941"/>
                </a:lnTo>
                <a:lnTo>
                  <a:pt x="108834" y="103022"/>
                </a:lnTo>
                <a:lnTo>
                  <a:pt x="109974" y="105478"/>
                </a:lnTo>
                <a:lnTo>
                  <a:pt x="108841" y="106611"/>
                </a:lnTo>
                <a:lnTo>
                  <a:pt x="106502" y="105442"/>
                </a:lnTo>
                <a:lnTo>
                  <a:pt x="105340" y="106611"/>
                </a:lnTo>
                <a:lnTo>
                  <a:pt x="106502" y="108950"/>
                </a:lnTo>
                <a:lnTo>
                  <a:pt x="105435" y="110024"/>
                </a:lnTo>
                <a:lnTo>
                  <a:pt x="102782" y="108972"/>
                </a:lnTo>
                <a:lnTo>
                  <a:pt x="101912" y="110295"/>
                </a:lnTo>
                <a:lnTo>
                  <a:pt x="103001" y="112348"/>
                </a:lnTo>
                <a:lnTo>
                  <a:pt x="101919" y="113627"/>
                </a:lnTo>
                <a:lnTo>
                  <a:pt x="99464" y="112487"/>
                </a:lnTo>
                <a:lnTo>
                  <a:pt x="98411" y="113532"/>
                </a:lnTo>
                <a:lnTo>
                  <a:pt x="99478" y="116156"/>
                </a:lnTo>
                <a:lnTo>
                  <a:pt x="97344" y="117618"/>
                </a:lnTo>
                <a:lnTo>
                  <a:pt x="93668" y="115783"/>
                </a:lnTo>
                <a:lnTo>
                  <a:pt x="91454" y="116726"/>
                </a:lnTo>
                <a:lnTo>
                  <a:pt x="92265" y="119686"/>
                </a:lnTo>
                <a:lnTo>
                  <a:pt x="91351" y="120593"/>
                </a:lnTo>
                <a:lnTo>
                  <a:pt x="89093" y="119679"/>
                </a:lnTo>
                <a:lnTo>
                  <a:pt x="87689" y="120410"/>
                </a:lnTo>
                <a:lnTo>
                  <a:pt x="85431" y="119504"/>
                </a:lnTo>
                <a:lnTo>
                  <a:pt x="84400" y="120534"/>
                </a:lnTo>
                <a:lnTo>
                  <a:pt x="85446" y="123180"/>
                </a:lnTo>
                <a:lnTo>
                  <a:pt x="84130" y="124050"/>
                </a:lnTo>
                <a:lnTo>
                  <a:pt x="82252" y="123268"/>
                </a:lnTo>
                <a:lnTo>
                  <a:pt x="79526" y="124159"/>
                </a:lnTo>
                <a:lnTo>
                  <a:pt x="76339" y="123553"/>
                </a:lnTo>
                <a:lnTo>
                  <a:pt x="73511" y="123553"/>
                </a:lnTo>
                <a:lnTo>
                  <a:pt x="71632" y="123217"/>
                </a:lnTo>
                <a:lnTo>
                  <a:pt x="70412" y="123735"/>
                </a:lnTo>
                <a:lnTo>
                  <a:pt x="71223" y="126695"/>
                </a:lnTo>
                <a:lnTo>
                  <a:pt x="70529" y="1273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519838" y="1467168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38852" y="113211"/>
                </a:moveTo>
                <a:lnTo>
                  <a:pt x="35446" y="112582"/>
                </a:lnTo>
                <a:lnTo>
                  <a:pt x="35819" y="109381"/>
                </a:lnTo>
                <a:lnTo>
                  <a:pt x="35651" y="109118"/>
                </a:lnTo>
                <a:lnTo>
                  <a:pt x="34387" y="108241"/>
                </a:lnTo>
                <a:lnTo>
                  <a:pt x="29578" y="110258"/>
                </a:lnTo>
                <a:lnTo>
                  <a:pt x="28109" y="108468"/>
                </a:lnTo>
                <a:lnTo>
                  <a:pt x="29234" y="106180"/>
                </a:lnTo>
                <a:lnTo>
                  <a:pt x="28036" y="105032"/>
                </a:lnTo>
                <a:lnTo>
                  <a:pt x="25719" y="106202"/>
                </a:lnTo>
                <a:lnTo>
                  <a:pt x="24674" y="105149"/>
                </a:lnTo>
                <a:lnTo>
                  <a:pt x="25675" y="102430"/>
                </a:lnTo>
                <a:lnTo>
                  <a:pt x="23431" y="101064"/>
                </a:lnTo>
                <a:lnTo>
                  <a:pt x="19967" y="102898"/>
                </a:lnTo>
                <a:lnTo>
                  <a:pt x="17672" y="101919"/>
                </a:lnTo>
                <a:lnTo>
                  <a:pt x="18483" y="98966"/>
                </a:lnTo>
                <a:lnTo>
                  <a:pt x="17533" y="98016"/>
                </a:lnTo>
                <a:lnTo>
                  <a:pt x="15194" y="99185"/>
                </a:lnTo>
                <a:lnTo>
                  <a:pt x="14025" y="98016"/>
                </a:lnTo>
                <a:lnTo>
                  <a:pt x="15194" y="95685"/>
                </a:lnTo>
                <a:lnTo>
                  <a:pt x="14120" y="94610"/>
                </a:lnTo>
                <a:lnTo>
                  <a:pt x="11474" y="95655"/>
                </a:lnTo>
                <a:lnTo>
                  <a:pt x="10568" y="94289"/>
                </a:lnTo>
                <a:lnTo>
                  <a:pt x="11628" y="92417"/>
                </a:lnTo>
                <a:lnTo>
                  <a:pt x="10656" y="90883"/>
                </a:lnTo>
                <a:lnTo>
                  <a:pt x="11686" y="88668"/>
                </a:lnTo>
                <a:lnTo>
                  <a:pt x="10656" y="87637"/>
                </a:lnTo>
                <a:lnTo>
                  <a:pt x="7908" y="88617"/>
                </a:lnTo>
                <a:lnTo>
                  <a:pt x="7177" y="87374"/>
                </a:lnTo>
                <a:lnTo>
                  <a:pt x="8171" y="85153"/>
                </a:lnTo>
                <a:lnTo>
                  <a:pt x="7235" y="84210"/>
                </a:lnTo>
                <a:lnTo>
                  <a:pt x="4282" y="85028"/>
                </a:lnTo>
                <a:lnTo>
                  <a:pt x="3252" y="82602"/>
                </a:lnTo>
                <a:lnTo>
                  <a:pt x="4750" y="79627"/>
                </a:lnTo>
                <a:lnTo>
                  <a:pt x="4100" y="77566"/>
                </a:lnTo>
                <a:lnTo>
                  <a:pt x="3844" y="77427"/>
                </a:lnTo>
                <a:lnTo>
                  <a:pt x="614" y="77727"/>
                </a:lnTo>
                <a:lnTo>
                  <a:pt x="116" y="74255"/>
                </a:lnTo>
                <a:lnTo>
                  <a:pt x="591" y="70397"/>
                </a:lnTo>
                <a:lnTo>
                  <a:pt x="591" y="42733"/>
                </a:lnTo>
                <a:lnTo>
                  <a:pt x="0" y="38670"/>
                </a:lnTo>
                <a:lnTo>
                  <a:pt x="665" y="35257"/>
                </a:lnTo>
                <a:lnTo>
                  <a:pt x="3807" y="35622"/>
                </a:lnTo>
                <a:lnTo>
                  <a:pt x="4114" y="35469"/>
                </a:lnTo>
                <a:lnTo>
                  <a:pt x="4764" y="33408"/>
                </a:lnTo>
                <a:lnTo>
                  <a:pt x="3266" y="30433"/>
                </a:lnTo>
                <a:lnTo>
                  <a:pt x="4297" y="28007"/>
                </a:lnTo>
                <a:lnTo>
                  <a:pt x="7249" y="28818"/>
                </a:lnTo>
                <a:lnTo>
                  <a:pt x="8192" y="27875"/>
                </a:lnTo>
                <a:lnTo>
                  <a:pt x="7176" y="25646"/>
                </a:lnTo>
                <a:lnTo>
                  <a:pt x="7958" y="24403"/>
                </a:lnTo>
                <a:lnTo>
                  <a:pt x="10655" y="25412"/>
                </a:lnTo>
                <a:lnTo>
                  <a:pt x="11708" y="24360"/>
                </a:lnTo>
                <a:lnTo>
                  <a:pt x="10655" y="22138"/>
                </a:lnTo>
                <a:lnTo>
                  <a:pt x="11583" y="20735"/>
                </a:lnTo>
                <a:lnTo>
                  <a:pt x="10538" y="18520"/>
                </a:lnTo>
                <a:lnTo>
                  <a:pt x="11693" y="17365"/>
                </a:lnTo>
                <a:lnTo>
                  <a:pt x="14069" y="18527"/>
                </a:lnTo>
                <a:lnTo>
                  <a:pt x="15201" y="17328"/>
                </a:lnTo>
                <a:lnTo>
                  <a:pt x="14032" y="15026"/>
                </a:lnTo>
                <a:lnTo>
                  <a:pt x="15209" y="13850"/>
                </a:lnTo>
                <a:lnTo>
                  <a:pt x="17547" y="15019"/>
                </a:lnTo>
                <a:lnTo>
                  <a:pt x="18717" y="13850"/>
                </a:lnTo>
                <a:lnTo>
                  <a:pt x="17548" y="11511"/>
                </a:lnTo>
                <a:lnTo>
                  <a:pt x="18702" y="10356"/>
                </a:lnTo>
                <a:lnTo>
                  <a:pt x="20931" y="11365"/>
                </a:lnTo>
                <a:lnTo>
                  <a:pt x="22335" y="10488"/>
                </a:lnTo>
                <a:lnTo>
                  <a:pt x="24564" y="11504"/>
                </a:lnTo>
                <a:lnTo>
                  <a:pt x="25631" y="10437"/>
                </a:lnTo>
                <a:lnTo>
                  <a:pt x="24578" y="7791"/>
                </a:lnTo>
                <a:lnTo>
                  <a:pt x="25952" y="6877"/>
                </a:lnTo>
                <a:lnTo>
                  <a:pt x="27780" y="7886"/>
                </a:lnTo>
                <a:lnTo>
                  <a:pt x="29146" y="7148"/>
                </a:lnTo>
                <a:lnTo>
                  <a:pt x="28211" y="4341"/>
                </a:lnTo>
                <a:lnTo>
                  <a:pt x="28978" y="3588"/>
                </a:lnTo>
                <a:lnTo>
                  <a:pt x="31639" y="3946"/>
                </a:lnTo>
                <a:lnTo>
                  <a:pt x="33312" y="3859"/>
                </a:lnTo>
                <a:lnTo>
                  <a:pt x="34489" y="3968"/>
                </a:lnTo>
                <a:lnTo>
                  <a:pt x="35651" y="3917"/>
                </a:lnTo>
                <a:lnTo>
                  <a:pt x="36119" y="3215"/>
                </a:lnTo>
                <a:lnTo>
                  <a:pt x="35074" y="994"/>
                </a:lnTo>
                <a:lnTo>
                  <a:pt x="36016" y="43"/>
                </a:lnTo>
                <a:lnTo>
                  <a:pt x="38604" y="482"/>
                </a:lnTo>
                <a:lnTo>
                  <a:pt x="42529" y="0"/>
                </a:lnTo>
                <a:lnTo>
                  <a:pt x="46293" y="416"/>
                </a:lnTo>
                <a:lnTo>
                  <a:pt x="72933" y="416"/>
                </a:lnTo>
                <a:lnTo>
                  <a:pt x="75586" y="7"/>
                </a:lnTo>
                <a:lnTo>
                  <a:pt x="77954" y="453"/>
                </a:lnTo>
                <a:lnTo>
                  <a:pt x="77581" y="3654"/>
                </a:lnTo>
                <a:lnTo>
                  <a:pt x="77749" y="3917"/>
                </a:lnTo>
                <a:lnTo>
                  <a:pt x="79803" y="4567"/>
                </a:lnTo>
                <a:lnTo>
                  <a:pt x="82785" y="3069"/>
                </a:lnTo>
                <a:lnTo>
                  <a:pt x="85204" y="4107"/>
                </a:lnTo>
                <a:lnTo>
                  <a:pt x="84392" y="7060"/>
                </a:lnTo>
                <a:lnTo>
                  <a:pt x="85320" y="7981"/>
                </a:lnTo>
                <a:lnTo>
                  <a:pt x="87564" y="7023"/>
                </a:lnTo>
                <a:lnTo>
                  <a:pt x="88778" y="7710"/>
                </a:lnTo>
                <a:lnTo>
                  <a:pt x="87827" y="10495"/>
                </a:lnTo>
                <a:lnTo>
                  <a:pt x="88602" y="11262"/>
                </a:lnTo>
                <a:lnTo>
                  <a:pt x="91263" y="10897"/>
                </a:lnTo>
                <a:lnTo>
                  <a:pt x="92366" y="10963"/>
                </a:lnTo>
                <a:lnTo>
                  <a:pt x="94844" y="10568"/>
                </a:lnTo>
                <a:lnTo>
                  <a:pt x="95867" y="11409"/>
                </a:lnTo>
                <a:lnTo>
                  <a:pt x="94734" y="13886"/>
                </a:lnTo>
                <a:lnTo>
                  <a:pt x="95765" y="14917"/>
                </a:lnTo>
                <a:lnTo>
                  <a:pt x="98410" y="13872"/>
                </a:lnTo>
                <a:lnTo>
                  <a:pt x="99317" y="15238"/>
                </a:lnTo>
                <a:lnTo>
                  <a:pt x="98250" y="17117"/>
                </a:lnTo>
                <a:lnTo>
                  <a:pt x="99142" y="18491"/>
                </a:lnTo>
                <a:lnTo>
                  <a:pt x="101809" y="17460"/>
                </a:lnTo>
                <a:lnTo>
                  <a:pt x="102620" y="18271"/>
                </a:lnTo>
                <a:lnTo>
                  <a:pt x="102255" y="20932"/>
                </a:lnTo>
                <a:lnTo>
                  <a:pt x="102328" y="22160"/>
                </a:lnTo>
                <a:lnTo>
                  <a:pt x="101911" y="24367"/>
                </a:lnTo>
                <a:lnTo>
                  <a:pt x="102642" y="25500"/>
                </a:lnTo>
                <a:lnTo>
                  <a:pt x="105310" y="24469"/>
                </a:lnTo>
                <a:lnTo>
                  <a:pt x="106275" y="25434"/>
                </a:lnTo>
                <a:lnTo>
                  <a:pt x="105230" y="28080"/>
                </a:lnTo>
                <a:lnTo>
                  <a:pt x="106194" y="28716"/>
                </a:lnTo>
                <a:lnTo>
                  <a:pt x="109125" y="28065"/>
                </a:lnTo>
                <a:lnTo>
                  <a:pt x="110170" y="30397"/>
                </a:lnTo>
                <a:lnTo>
                  <a:pt x="108621" y="33430"/>
                </a:lnTo>
                <a:lnTo>
                  <a:pt x="109293" y="35469"/>
                </a:lnTo>
                <a:lnTo>
                  <a:pt x="109549" y="35600"/>
                </a:lnTo>
                <a:lnTo>
                  <a:pt x="112779" y="35301"/>
                </a:lnTo>
                <a:lnTo>
                  <a:pt x="113277" y="38780"/>
                </a:lnTo>
                <a:lnTo>
                  <a:pt x="112801" y="42638"/>
                </a:lnTo>
                <a:lnTo>
                  <a:pt x="112801" y="70294"/>
                </a:lnTo>
                <a:lnTo>
                  <a:pt x="113393" y="74365"/>
                </a:lnTo>
                <a:lnTo>
                  <a:pt x="112757" y="77771"/>
                </a:lnTo>
                <a:lnTo>
                  <a:pt x="109556" y="77391"/>
                </a:lnTo>
                <a:lnTo>
                  <a:pt x="109293" y="77559"/>
                </a:lnTo>
                <a:lnTo>
                  <a:pt x="108416" y="78824"/>
                </a:lnTo>
                <a:lnTo>
                  <a:pt x="110441" y="83640"/>
                </a:lnTo>
                <a:lnTo>
                  <a:pt x="108643" y="85101"/>
                </a:lnTo>
                <a:lnTo>
                  <a:pt x="106362" y="83976"/>
                </a:lnTo>
                <a:lnTo>
                  <a:pt x="105215" y="85182"/>
                </a:lnTo>
                <a:lnTo>
                  <a:pt x="106377" y="87491"/>
                </a:lnTo>
                <a:lnTo>
                  <a:pt x="105325" y="88544"/>
                </a:lnTo>
                <a:lnTo>
                  <a:pt x="102613" y="87543"/>
                </a:lnTo>
                <a:lnTo>
                  <a:pt x="101239" y="89779"/>
                </a:lnTo>
                <a:lnTo>
                  <a:pt x="103073" y="93243"/>
                </a:lnTo>
                <a:lnTo>
                  <a:pt x="102102" y="95538"/>
                </a:lnTo>
                <a:lnTo>
                  <a:pt x="99142" y="94727"/>
                </a:lnTo>
                <a:lnTo>
                  <a:pt x="98199" y="95684"/>
                </a:lnTo>
                <a:lnTo>
                  <a:pt x="99368" y="98016"/>
                </a:lnTo>
                <a:lnTo>
                  <a:pt x="98199" y="99185"/>
                </a:lnTo>
                <a:lnTo>
                  <a:pt x="95860" y="98016"/>
                </a:lnTo>
                <a:lnTo>
                  <a:pt x="94786" y="99090"/>
                </a:lnTo>
                <a:lnTo>
                  <a:pt x="95838" y="101736"/>
                </a:lnTo>
                <a:lnTo>
                  <a:pt x="94464" y="102650"/>
                </a:lnTo>
                <a:lnTo>
                  <a:pt x="92593" y="101583"/>
                </a:lnTo>
                <a:lnTo>
                  <a:pt x="91065" y="102562"/>
                </a:lnTo>
                <a:lnTo>
                  <a:pt x="88843" y="101531"/>
                </a:lnTo>
                <a:lnTo>
                  <a:pt x="87813" y="102562"/>
                </a:lnTo>
                <a:lnTo>
                  <a:pt x="88800" y="105303"/>
                </a:lnTo>
                <a:lnTo>
                  <a:pt x="87557" y="106034"/>
                </a:lnTo>
                <a:lnTo>
                  <a:pt x="85328" y="105040"/>
                </a:lnTo>
                <a:lnTo>
                  <a:pt x="84392" y="105982"/>
                </a:lnTo>
                <a:lnTo>
                  <a:pt x="85204" y="108928"/>
                </a:lnTo>
                <a:lnTo>
                  <a:pt x="82785" y="109958"/>
                </a:lnTo>
                <a:lnTo>
                  <a:pt x="79803" y="108468"/>
                </a:lnTo>
                <a:lnTo>
                  <a:pt x="77749" y="109118"/>
                </a:lnTo>
                <a:lnTo>
                  <a:pt x="77610" y="109366"/>
                </a:lnTo>
                <a:lnTo>
                  <a:pt x="77910" y="112604"/>
                </a:lnTo>
                <a:lnTo>
                  <a:pt x="74431" y="113101"/>
                </a:lnTo>
                <a:lnTo>
                  <a:pt x="70579" y="112619"/>
                </a:lnTo>
                <a:lnTo>
                  <a:pt x="42916" y="112619"/>
                </a:lnTo>
                <a:lnTo>
                  <a:pt x="38852" y="113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734068" y="1470347"/>
            <a:ext cx="106045" cy="106680"/>
          </a:xfrm>
          <a:custGeom>
            <a:avLst/>
            <a:gdLst/>
            <a:ahLst/>
            <a:cxnLst/>
            <a:rect l="l" t="t" r="r" b="b"/>
            <a:pathLst>
              <a:path w="106044" h="106680">
                <a:moveTo>
                  <a:pt x="40863" y="106480"/>
                </a:moveTo>
                <a:lnTo>
                  <a:pt x="38597" y="105793"/>
                </a:lnTo>
                <a:lnTo>
                  <a:pt x="39255" y="102694"/>
                </a:lnTo>
                <a:lnTo>
                  <a:pt x="38371" y="101809"/>
                </a:lnTo>
                <a:lnTo>
                  <a:pt x="36141" y="102862"/>
                </a:lnTo>
                <a:lnTo>
                  <a:pt x="34745" y="101934"/>
                </a:lnTo>
                <a:lnTo>
                  <a:pt x="32523" y="102979"/>
                </a:lnTo>
                <a:lnTo>
                  <a:pt x="31566" y="102014"/>
                </a:lnTo>
                <a:lnTo>
                  <a:pt x="32392" y="99091"/>
                </a:lnTo>
                <a:lnTo>
                  <a:pt x="29980" y="98024"/>
                </a:lnTo>
                <a:lnTo>
                  <a:pt x="26903" y="99734"/>
                </a:lnTo>
                <a:lnTo>
                  <a:pt x="24484" y="98703"/>
                </a:lnTo>
                <a:lnTo>
                  <a:pt x="25295" y="95751"/>
                </a:lnTo>
                <a:lnTo>
                  <a:pt x="24381" y="94844"/>
                </a:lnTo>
                <a:lnTo>
                  <a:pt x="22123" y="95750"/>
                </a:lnTo>
                <a:lnTo>
                  <a:pt x="20720" y="95020"/>
                </a:lnTo>
                <a:lnTo>
                  <a:pt x="18461" y="95933"/>
                </a:lnTo>
                <a:lnTo>
                  <a:pt x="17431" y="94895"/>
                </a:lnTo>
                <a:lnTo>
                  <a:pt x="18476" y="92250"/>
                </a:lnTo>
                <a:lnTo>
                  <a:pt x="17211" y="91416"/>
                </a:lnTo>
                <a:lnTo>
                  <a:pt x="14997" y="92469"/>
                </a:lnTo>
                <a:lnTo>
                  <a:pt x="13827" y="91300"/>
                </a:lnTo>
                <a:lnTo>
                  <a:pt x="14997" y="88961"/>
                </a:lnTo>
                <a:lnTo>
                  <a:pt x="14040" y="88003"/>
                </a:lnTo>
                <a:lnTo>
                  <a:pt x="11094" y="88822"/>
                </a:lnTo>
                <a:lnTo>
                  <a:pt x="10085" y="86461"/>
                </a:lnTo>
                <a:lnTo>
                  <a:pt x="11891" y="83187"/>
                </a:lnTo>
                <a:lnTo>
                  <a:pt x="10634" y="80855"/>
                </a:lnTo>
                <a:lnTo>
                  <a:pt x="7827" y="81791"/>
                </a:lnTo>
                <a:lnTo>
                  <a:pt x="6819" y="80775"/>
                </a:lnTo>
                <a:lnTo>
                  <a:pt x="7864" y="78553"/>
                </a:lnTo>
                <a:lnTo>
                  <a:pt x="6935" y="77150"/>
                </a:lnTo>
                <a:lnTo>
                  <a:pt x="7988" y="74935"/>
                </a:lnTo>
                <a:lnTo>
                  <a:pt x="7052" y="74007"/>
                </a:lnTo>
                <a:lnTo>
                  <a:pt x="4056" y="74767"/>
                </a:lnTo>
                <a:lnTo>
                  <a:pt x="3120" y="72341"/>
                </a:lnTo>
                <a:lnTo>
                  <a:pt x="4750" y="69322"/>
                </a:lnTo>
                <a:lnTo>
                  <a:pt x="3712" y="66889"/>
                </a:lnTo>
                <a:lnTo>
                  <a:pt x="752" y="67707"/>
                </a:lnTo>
                <a:lnTo>
                  <a:pt x="0" y="66940"/>
                </a:lnTo>
                <a:lnTo>
                  <a:pt x="496" y="64411"/>
                </a:lnTo>
                <a:lnTo>
                  <a:pt x="7" y="61656"/>
                </a:lnTo>
                <a:lnTo>
                  <a:pt x="394" y="59025"/>
                </a:lnTo>
                <a:lnTo>
                  <a:pt x="394" y="41769"/>
                </a:lnTo>
                <a:lnTo>
                  <a:pt x="131" y="40234"/>
                </a:lnTo>
                <a:lnTo>
                  <a:pt x="482" y="38947"/>
                </a:lnTo>
                <a:lnTo>
                  <a:pt x="3610" y="39561"/>
                </a:lnTo>
                <a:lnTo>
                  <a:pt x="4231" y="38940"/>
                </a:lnTo>
                <a:lnTo>
                  <a:pt x="3873" y="36280"/>
                </a:lnTo>
                <a:lnTo>
                  <a:pt x="3946" y="34862"/>
                </a:lnTo>
                <a:lnTo>
                  <a:pt x="3544" y="33093"/>
                </a:lnTo>
                <a:lnTo>
                  <a:pt x="4078" y="31829"/>
                </a:lnTo>
                <a:lnTo>
                  <a:pt x="7045" y="32633"/>
                </a:lnTo>
                <a:lnTo>
                  <a:pt x="7732" y="31931"/>
                </a:lnTo>
                <a:lnTo>
                  <a:pt x="7374" y="29271"/>
                </a:lnTo>
                <a:lnTo>
                  <a:pt x="7447" y="27904"/>
                </a:lnTo>
                <a:lnTo>
                  <a:pt x="7038" y="26018"/>
                </a:lnTo>
                <a:lnTo>
                  <a:pt x="7622" y="24791"/>
                </a:lnTo>
                <a:lnTo>
                  <a:pt x="10517" y="25653"/>
                </a:lnTo>
                <a:lnTo>
                  <a:pt x="11240" y="24922"/>
                </a:lnTo>
                <a:lnTo>
                  <a:pt x="10882" y="22262"/>
                </a:lnTo>
                <a:lnTo>
                  <a:pt x="10941" y="21158"/>
                </a:lnTo>
                <a:lnTo>
                  <a:pt x="10546" y="18673"/>
                </a:lnTo>
                <a:lnTo>
                  <a:pt x="11394" y="17657"/>
                </a:lnTo>
                <a:lnTo>
                  <a:pt x="13864" y="18797"/>
                </a:lnTo>
                <a:lnTo>
                  <a:pt x="14902" y="17760"/>
                </a:lnTo>
                <a:lnTo>
                  <a:pt x="13849" y="15114"/>
                </a:lnTo>
                <a:lnTo>
                  <a:pt x="15172" y="14237"/>
                </a:lnTo>
                <a:lnTo>
                  <a:pt x="17226" y="15326"/>
                </a:lnTo>
                <a:lnTo>
                  <a:pt x="18512" y="14244"/>
                </a:lnTo>
                <a:lnTo>
                  <a:pt x="17365" y="11788"/>
                </a:lnTo>
                <a:lnTo>
                  <a:pt x="18468" y="10685"/>
                </a:lnTo>
                <a:lnTo>
                  <a:pt x="20720" y="11620"/>
                </a:lnTo>
                <a:lnTo>
                  <a:pt x="22130" y="10853"/>
                </a:lnTo>
                <a:lnTo>
                  <a:pt x="24374" y="11788"/>
                </a:lnTo>
                <a:lnTo>
                  <a:pt x="25295" y="10867"/>
                </a:lnTo>
                <a:lnTo>
                  <a:pt x="24484" y="7922"/>
                </a:lnTo>
                <a:lnTo>
                  <a:pt x="26910" y="6884"/>
                </a:lnTo>
                <a:lnTo>
                  <a:pt x="29958" y="8558"/>
                </a:lnTo>
                <a:lnTo>
                  <a:pt x="32377" y="7557"/>
                </a:lnTo>
                <a:lnTo>
                  <a:pt x="31580" y="4582"/>
                </a:lnTo>
                <a:lnTo>
                  <a:pt x="32275" y="3895"/>
                </a:lnTo>
                <a:lnTo>
                  <a:pt x="34935" y="4253"/>
                </a:lnTo>
                <a:lnTo>
                  <a:pt x="36543" y="4158"/>
                </a:lnTo>
                <a:lnTo>
                  <a:pt x="37932" y="4450"/>
                </a:lnTo>
                <a:lnTo>
                  <a:pt x="38962" y="4224"/>
                </a:lnTo>
                <a:lnTo>
                  <a:pt x="39269" y="4144"/>
                </a:lnTo>
                <a:lnTo>
                  <a:pt x="38692" y="986"/>
                </a:lnTo>
                <a:lnTo>
                  <a:pt x="39313" y="357"/>
                </a:lnTo>
                <a:lnTo>
                  <a:pt x="41922" y="774"/>
                </a:lnTo>
                <a:lnTo>
                  <a:pt x="47031" y="262"/>
                </a:lnTo>
                <a:lnTo>
                  <a:pt x="51906" y="716"/>
                </a:lnTo>
                <a:lnTo>
                  <a:pt x="59638" y="716"/>
                </a:lnTo>
                <a:lnTo>
                  <a:pt x="63972" y="0"/>
                </a:lnTo>
                <a:lnTo>
                  <a:pt x="67319" y="789"/>
                </a:lnTo>
                <a:lnTo>
                  <a:pt x="66757" y="3961"/>
                </a:lnTo>
                <a:lnTo>
                  <a:pt x="67349" y="4553"/>
                </a:lnTo>
                <a:lnTo>
                  <a:pt x="70009" y="4195"/>
                </a:lnTo>
                <a:lnTo>
                  <a:pt x="71383" y="4268"/>
                </a:lnTo>
                <a:lnTo>
                  <a:pt x="73262" y="3859"/>
                </a:lnTo>
                <a:lnTo>
                  <a:pt x="74489" y="4443"/>
                </a:lnTo>
                <a:lnTo>
                  <a:pt x="73634" y="7337"/>
                </a:lnTo>
                <a:lnTo>
                  <a:pt x="74358" y="8061"/>
                </a:lnTo>
                <a:lnTo>
                  <a:pt x="77018" y="7696"/>
                </a:lnTo>
                <a:lnTo>
                  <a:pt x="78348" y="7769"/>
                </a:lnTo>
                <a:lnTo>
                  <a:pt x="80329" y="7352"/>
                </a:lnTo>
                <a:lnTo>
                  <a:pt x="81528" y="7981"/>
                </a:lnTo>
                <a:lnTo>
                  <a:pt x="80614" y="10816"/>
                </a:lnTo>
                <a:lnTo>
                  <a:pt x="81367" y="11562"/>
                </a:lnTo>
                <a:lnTo>
                  <a:pt x="84035" y="11204"/>
                </a:lnTo>
                <a:lnTo>
                  <a:pt x="85328" y="11277"/>
                </a:lnTo>
                <a:lnTo>
                  <a:pt x="87367" y="10853"/>
                </a:lnTo>
                <a:lnTo>
                  <a:pt x="88551" y="11511"/>
                </a:lnTo>
                <a:lnTo>
                  <a:pt x="87609" y="14310"/>
                </a:lnTo>
                <a:lnTo>
                  <a:pt x="88632" y="15318"/>
                </a:lnTo>
                <a:lnTo>
                  <a:pt x="90963" y="14156"/>
                </a:lnTo>
                <a:lnTo>
                  <a:pt x="92133" y="15311"/>
                </a:lnTo>
                <a:lnTo>
                  <a:pt x="90971" y="17657"/>
                </a:lnTo>
                <a:lnTo>
                  <a:pt x="91921" y="18607"/>
                </a:lnTo>
                <a:lnTo>
                  <a:pt x="94873" y="17796"/>
                </a:lnTo>
                <a:lnTo>
                  <a:pt x="95897" y="20215"/>
                </a:lnTo>
                <a:lnTo>
                  <a:pt x="94201" y="23285"/>
                </a:lnTo>
                <a:lnTo>
                  <a:pt x="95246" y="25704"/>
                </a:lnTo>
                <a:lnTo>
                  <a:pt x="98192" y="24878"/>
                </a:lnTo>
                <a:lnTo>
                  <a:pt x="98893" y="25587"/>
                </a:lnTo>
                <a:lnTo>
                  <a:pt x="98535" y="28247"/>
                </a:lnTo>
                <a:lnTo>
                  <a:pt x="98608" y="29607"/>
                </a:lnTo>
                <a:lnTo>
                  <a:pt x="98192" y="31515"/>
                </a:lnTo>
                <a:lnTo>
                  <a:pt x="98791" y="32735"/>
                </a:lnTo>
                <a:lnTo>
                  <a:pt x="101671" y="31865"/>
                </a:lnTo>
                <a:lnTo>
                  <a:pt x="102401" y="32596"/>
                </a:lnTo>
                <a:lnTo>
                  <a:pt x="102036" y="35264"/>
                </a:lnTo>
                <a:lnTo>
                  <a:pt x="102109" y="36631"/>
                </a:lnTo>
                <a:lnTo>
                  <a:pt x="101700" y="38509"/>
                </a:lnTo>
                <a:lnTo>
                  <a:pt x="102285" y="39744"/>
                </a:lnTo>
                <a:lnTo>
                  <a:pt x="105179" y="38882"/>
                </a:lnTo>
                <a:lnTo>
                  <a:pt x="105902" y="39605"/>
                </a:lnTo>
                <a:lnTo>
                  <a:pt x="105544" y="42266"/>
                </a:lnTo>
                <a:lnTo>
                  <a:pt x="105815" y="47425"/>
                </a:lnTo>
                <a:lnTo>
                  <a:pt x="105566" y="52154"/>
                </a:lnTo>
                <a:lnTo>
                  <a:pt x="105566" y="59025"/>
                </a:lnTo>
                <a:lnTo>
                  <a:pt x="105968" y="61663"/>
                </a:lnTo>
                <a:lnTo>
                  <a:pt x="105464" y="64418"/>
                </a:lnTo>
                <a:lnTo>
                  <a:pt x="105968" y="66947"/>
                </a:lnTo>
                <a:lnTo>
                  <a:pt x="105201" y="67707"/>
                </a:lnTo>
                <a:lnTo>
                  <a:pt x="102248" y="66889"/>
                </a:lnTo>
                <a:lnTo>
                  <a:pt x="101218" y="69315"/>
                </a:lnTo>
                <a:lnTo>
                  <a:pt x="102833" y="72333"/>
                </a:lnTo>
                <a:lnTo>
                  <a:pt x="101912" y="74760"/>
                </a:lnTo>
                <a:lnTo>
                  <a:pt x="98893" y="74007"/>
                </a:lnTo>
                <a:lnTo>
                  <a:pt x="97980" y="74935"/>
                </a:lnTo>
                <a:lnTo>
                  <a:pt x="99025" y="77157"/>
                </a:lnTo>
                <a:lnTo>
                  <a:pt x="98097" y="78561"/>
                </a:lnTo>
                <a:lnTo>
                  <a:pt x="99142" y="80775"/>
                </a:lnTo>
                <a:lnTo>
                  <a:pt x="98126" y="81791"/>
                </a:lnTo>
                <a:lnTo>
                  <a:pt x="95327" y="80855"/>
                </a:lnTo>
                <a:lnTo>
                  <a:pt x="94070" y="83187"/>
                </a:lnTo>
                <a:lnTo>
                  <a:pt x="95875" y="86461"/>
                </a:lnTo>
                <a:lnTo>
                  <a:pt x="94866" y="88822"/>
                </a:lnTo>
                <a:lnTo>
                  <a:pt x="91914" y="88003"/>
                </a:lnTo>
                <a:lnTo>
                  <a:pt x="90963" y="88961"/>
                </a:lnTo>
                <a:lnTo>
                  <a:pt x="92133" y="91299"/>
                </a:lnTo>
                <a:lnTo>
                  <a:pt x="90963" y="92469"/>
                </a:lnTo>
                <a:lnTo>
                  <a:pt x="88632" y="91300"/>
                </a:lnTo>
                <a:lnTo>
                  <a:pt x="87675" y="92249"/>
                </a:lnTo>
                <a:lnTo>
                  <a:pt x="88486" y="95202"/>
                </a:lnTo>
                <a:lnTo>
                  <a:pt x="86067" y="96233"/>
                </a:lnTo>
                <a:lnTo>
                  <a:pt x="82997" y="94530"/>
                </a:lnTo>
                <a:lnTo>
                  <a:pt x="80578" y="95575"/>
                </a:lnTo>
                <a:lnTo>
                  <a:pt x="81404" y="98520"/>
                </a:lnTo>
                <a:lnTo>
                  <a:pt x="80695" y="99222"/>
                </a:lnTo>
                <a:lnTo>
                  <a:pt x="78034" y="98864"/>
                </a:lnTo>
                <a:lnTo>
                  <a:pt x="76675" y="98937"/>
                </a:lnTo>
                <a:lnTo>
                  <a:pt x="74775" y="98521"/>
                </a:lnTo>
                <a:lnTo>
                  <a:pt x="73547" y="99120"/>
                </a:lnTo>
                <a:lnTo>
                  <a:pt x="74424" y="101999"/>
                </a:lnTo>
                <a:lnTo>
                  <a:pt x="73686" y="102730"/>
                </a:lnTo>
                <a:lnTo>
                  <a:pt x="71025" y="102365"/>
                </a:lnTo>
                <a:lnTo>
                  <a:pt x="69659" y="102445"/>
                </a:lnTo>
                <a:lnTo>
                  <a:pt x="67773" y="102029"/>
                </a:lnTo>
                <a:lnTo>
                  <a:pt x="66545" y="102613"/>
                </a:lnTo>
                <a:lnTo>
                  <a:pt x="67407" y="105508"/>
                </a:lnTo>
                <a:lnTo>
                  <a:pt x="66677" y="106231"/>
                </a:lnTo>
                <a:lnTo>
                  <a:pt x="64016" y="105873"/>
                </a:lnTo>
                <a:lnTo>
                  <a:pt x="57694" y="106209"/>
                </a:lnTo>
                <a:lnTo>
                  <a:pt x="51782" y="105902"/>
                </a:lnTo>
                <a:lnTo>
                  <a:pt x="43961" y="105902"/>
                </a:lnTo>
                <a:lnTo>
                  <a:pt x="40863" y="106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951477" y="1477444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09">
                <a:moveTo>
                  <a:pt x="57935" y="92206"/>
                </a:moveTo>
                <a:lnTo>
                  <a:pt x="55282" y="91804"/>
                </a:lnTo>
                <a:lnTo>
                  <a:pt x="36850" y="91804"/>
                </a:lnTo>
                <a:lnTo>
                  <a:pt x="34182" y="92213"/>
                </a:lnTo>
                <a:lnTo>
                  <a:pt x="31763" y="91753"/>
                </a:lnTo>
                <a:lnTo>
                  <a:pt x="32275" y="88537"/>
                </a:lnTo>
                <a:lnTo>
                  <a:pt x="31603" y="87864"/>
                </a:lnTo>
                <a:lnTo>
                  <a:pt x="29139" y="88449"/>
                </a:lnTo>
                <a:lnTo>
                  <a:pt x="26537" y="87799"/>
                </a:lnTo>
                <a:lnTo>
                  <a:pt x="23343" y="89180"/>
                </a:lnTo>
                <a:lnTo>
                  <a:pt x="21041" y="88069"/>
                </a:lnTo>
                <a:lnTo>
                  <a:pt x="21911" y="85190"/>
                </a:lnTo>
                <a:lnTo>
                  <a:pt x="21020" y="84305"/>
                </a:lnTo>
                <a:lnTo>
                  <a:pt x="18374" y="85350"/>
                </a:lnTo>
                <a:lnTo>
                  <a:pt x="17504" y="84035"/>
                </a:lnTo>
                <a:lnTo>
                  <a:pt x="18586" y="81974"/>
                </a:lnTo>
                <a:lnTo>
                  <a:pt x="17511" y="80695"/>
                </a:lnTo>
                <a:lnTo>
                  <a:pt x="15056" y="81842"/>
                </a:lnTo>
                <a:lnTo>
                  <a:pt x="13916" y="80702"/>
                </a:lnTo>
                <a:lnTo>
                  <a:pt x="15085" y="78370"/>
                </a:lnTo>
                <a:lnTo>
                  <a:pt x="13916" y="77201"/>
                </a:lnTo>
                <a:lnTo>
                  <a:pt x="11584" y="78370"/>
                </a:lnTo>
                <a:lnTo>
                  <a:pt x="10510" y="77296"/>
                </a:lnTo>
                <a:lnTo>
                  <a:pt x="11555" y="74650"/>
                </a:lnTo>
                <a:lnTo>
                  <a:pt x="10239" y="73773"/>
                </a:lnTo>
                <a:lnTo>
                  <a:pt x="8178" y="74862"/>
                </a:lnTo>
                <a:lnTo>
                  <a:pt x="6899" y="73781"/>
                </a:lnTo>
                <a:lnTo>
                  <a:pt x="8046" y="71325"/>
                </a:lnTo>
                <a:lnTo>
                  <a:pt x="7038" y="70323"/>
                </a:lnTo>
                <a:lnTo>
                  <a:pt x="4290" y="71303"/>
                </a:lnTo>
                <a:lnTo>
                  <a:pt x="3040" y="69161"/>
                </a:lnTo>
                <a:lnTo>
                  <a:pt x="4443" y="65609"/>
                </a:lnTo>
                <a:lnTo>
                  <a:pt x="3837" y="63132"/>
                </a:lnTo>
                <a:lnTo>
                  <a:pt x="4421" y="60676"/>
                </a:lnTo>
                <a:lnTo>
                  <a:pt x="3720" y="59989"/>
                </a:lnTo>
                <a:lnTo>
                  <a:pt x="548" y="60552"/>
                </a:lnTo>
                <a:lnTo>
                  <a:pt x="0" y="58191"/>
                </a:lnTo>
                <a:lnTo>
                  <a:pt x="482" y="55363"/>
                </a:lnTo>
                <a:lnTo>
                  <a:pt x="482" y="37055"/>
                </a:lnTo>
                <a:lnTo>
                  <a:pt x="22" y="34277"/>
                </a:lnTo>
                <a:lnTo>
                  <a:pt x="548" y="31895"/>
                </a:lnTo>
                <a:lnTo>
                  <a:pt x="3727" y="32443"/>
                </a:lnTo>
                <a:lnTo>
                  <a:pt x="4487" y="31690"/>
                </a:lnTo>
                <a:lnTo>
                  <a:pt x="3720" y="29359"/>
                </a:lnTo>
                <a:lnTo>
                  <a:pt x="4480" y="27436"/>
                </a:lnTo>
                <a:lnTo>
                  <a:pt x="3025" y="22452"/>
                </a:lnTo>
                <a:lnTo>
                  <a:pt x="4494" y="21246"/>
                </a:lnTo>
                <a:lnTo>
                  <a:pt x="7155" y="22189"/>
                </a:lnTo>
                <a:lnTo>
                  <a:pt x="7944" y="20961"/>
                </a:lnTo>
                <a:lnTo>
                  <a:pt x="6914" y="18739"/>
                </a:lnTo>
                <a:lnTo>
                  <a:pt x="7981" y="17672"/>
                </a:lnTo>
                <a:lnTo>
                  <a:pt x="10626" y="18717"/>
                </a:lnTo>
                <a:lnTo>
                  <a:pt x="11496" y="17409"/>
                </a:lnTo>
                <a:lnTo>
                  <a:pt x="10407" y="15319"/>
                </a:lnTo>
                <a:lnTo>
                  <a:pt x="11511" y="14062"/>
                </a:lnTo>
                <a:lnTo>
                  <a:pt x="13937" y="15216"/>
                </a:lnTo>
                <a:lnTo>
                  <a:pt x="14990" y="14164"/>
                </a:lnTo>
                <a:lnTo>
                  <a:pt x="13945" y="11518"/>
                </a:lnTo>
                <a:lnTo>
                  <a:pt x="15202" y="10685"/>
                </a:lnTo>
                <a:lnTo>
                  <a:pt x="17424" y="11737"/>
                </a:lnTo>
                <a:lnTo>
                  <a:pt x="18593" y="10568"/>
                </a:lnTo>
                <a:lnTo>
                  <a:pt x="17424" y="8229"/>
                </a:lnTo>
                <a:lnTo>
                  <a:pt x="18491" y="7155"/>
                </a:lnTo>
                <a:lnTo>
                  <a:pt x="21144" y="8207"/>
                </a:lnTo>
                <a:lnTo>
                  <a:pt x="21838" y="7155"/>
                </a:lnTo>
                <a:lnTo>
                  <a:pt x="21041" y="4421"/>
                </a:lnTo>
                <a:lnTo>
                  <a:pt x="22094" y="3793"/>
                </a:lnTo>
                <a:lnTo>
                  <a:pt x="24323" y="4144"/>
                </a:lnTo>
                <a:lnTo>
                  <a:pt x="25931" y="4144"/>
                </a:lnTo>
                <a:lnTo>
                  <a:pt x="27670" y="4451"/>
                </a:lnTo>
                <a:lnTo>
                  <a:pt x="29542" y="3778"/>
                </a:lnTo>
                <a:lnTo>
                  <a:pt x="30930" y="4436"/>
                </a:lnTo>
                <a:lnTo>
                  <a:pt x="32041" y="4144"/>
                </a:lnTo>
                <a:lnTo>
                  <a:pt x="32377" y="4041"/>
                </a:lnTo>
                <a:lnTo>
                  <a:pt x="31749" y="928"/>
                </a:lnTo>
                <a:lnTo>
                  <a:pt x="32443" y="226"/>
                </a:lnTo>
                <a:lnTo>
                  <a:pt x="34943" y="760"/>
                </a:lnTo>
                <a:lnTo>
                  <a:pt x="37669" y="204"/>
                </a:lnTo>
                <a:lnTo>
                  <a:pt x="40380" y="635"/>
                </a:lnTo>
                <a:lnTo>
                  <a:pt x="52797" y="635"/>
                </a:lnTo>
                <a:lnTo>
                  <a:pt x="56949" y="0"/>
                </a:lnTo>
                <a:lnTo>
                  <a:pt x="60376" y="694"/>
                </a:lnTo>
                <a:lnTo>
                  <a:pt x="59850" y="3895"/>
                </a:lnTo>
                <a:lnTo>
                  <a:pt x="60530" y="4575"/>
                </a:lnTo>
                <a:lnTo>
                  <a:pt x="62986" y="3990"/>
                </a:lnTo>
                <a:lnTo>
                  <a:pt x="65602" y="4641"/>
                </a:lnTo>
                <a:lnTo>
                  <a:pt x="68781" y="3259"/>
                </a:lnTo>
                <a:lnTo>
                  <a:pt x="71091" y="4370"/>
                </a:lnTo>
                <a:lnTo>
                  <a:pt x="70221" y="7257"/>
                </a:lnTo>
                <a:lnTo>
                  <a:pt x="71106" y="8134"/>
                </a:lnTo>
                <a:lnTo>
                  <a:pt x="73758" y="7089"/>
                </a:lnTo>
                <a:lnTo>
                  <a:pt x="74628" y="8405"/>
                </a:lnTo>
                <a:lnTo>
                  <a:pt x="73539" y="10465"/>
                </a:lnTo>
                <a:lnTo>
                  <a:pt x="74621" y="11745"/>
                </a:lnTo>
                <a:lnTo>
                  <a:pt x="77077" y="10597"/>
                </a:lnTo>
                <a:lnTo>
                  <a:pt x="78209" y="11737"/>
                </a:lnTo>
                <a:lnTo>
                  <a:pt x="77047" y="14069"/>
                </a:lnTo>
                <a:lnTo>
                  <a:pt x="78209" y="15238"/>
                </a:lnTo>
                <a:lnTo>
                  <a:pt x="80548" y="14069"/>
                </a:lnTo>
                <a:lnTo>
                  <a:pt x="81623" y="15143"/>
                </a:lnTo>
                <a:lnTo>
                  <a:pt x="80578" y="17789"/>
                </a:lnTo>
                <a:lnTo>
                  <a:pt x="81893" y="18666"/>
                </a:lnTo>
                <a:lnTo>
                  <a:pt x="83947" y="17577"/>
                </a:lnTo>
                <a:lnTo>
                  <a:pt x="85233" y="18659"/>
                </a:lnTo>
                <a:lnTo>
                  <a:pt x="84086" y="21114"/>
                </a:lnTo>
                <a:lnTo>
                  <a:pt x="85095" y="22116"/>
                </a:lnTo>
                <a:lnTo>
                  <a:pt x="87835" y="21136"/>
                </a:lnTo>
                <a:lnTo>
                  <a:pt x="89092" y="23278"/>
                </a:lnTo>
                <a:lnTo>
                  <a:pt x="87682" y="26830"/>
                </a:lnTo>
                <a:lnTo>
                  <a:pt x="88296" y="29307"/>
                </a:lnTo>
                <a:lnTo>
                  <a:pt x="87711" y="31763"/>
                </a:lnTo>
                <a:lnTo>
                  <a:pt x="88398" y="32443"/>
                </a:lnTo>
                <a:lnTo>
                  <a:pt x="91592" y="31895"/>
                </a:lnTo>
                <a:lnTo>
                  <a:pt x="92111" y="34270"/>
                </a:lnTo>
                <a:lnTo>
                  <a:pt x="91650" y="37055"/>
                </a:lnTo>
                <a:lnTo>
                  <a:pt x="91650" y="55363"/>
                </a:lnTo>
                <a:lnTo>
                  <a:pt x="92133" y="58191"/>
                </a:lnTo>
                <a:lnTo>
                  <a:pt x="91577" y="60552"/>
                </a:lnTo>
                <a:lnTo>
                  <a:pt x="88405" y="59989"/>
                </a:lnTo>
                <a:lnTo>
                  <a:pt x="87711" y="60683"/>
                </a:lnTo>
                <a:lnTo>
                  <a:pt x="88296" y="63139"/>
                </a:lnTo>
                <a:lnTo>
                  <a:pt x="87682" y="65609"/>
                </a:lnTo>
                <a:lnTo>
                  <a:pt x="89092" y="69161"/>
                </a:lnTo>
                <a:lnTo>
                  <a:pt x="87828" y="71303"/>
                </a:lnTo>
                <a:lnTo>
                  <a:pt x="85087" y="70323"/>
                </a:lnTo>
                <a:lnTo>
                  <a:pt x="84152" y="71259"/>
                </a:lnTo>
                <a:lnTo>
                  <a:pt x="85197" y="73912"/>
                </a:lnTo>
                <a:lnTo>
                  <a:pt x="83881" y="74782"/>
                </a:lnTo>
                <a:lnTo>
                  <a:pt x="81820" y="73693"/>
                </a:lnTo>
                <a:lnTo>
                  <a:pt x="80541" y="74774"/>
                </a:lnTo>
                <a:lnTo>
                  <a:pt x="81689" y="77230"/>
                </a:lnTo>
                <a:lnTo>
                  <a:pt x="80549" y="78370"/>
                </a:lnTo>
                <a:lnTo>
                  <a:pt x="78210" y="77201"/>
                </a:lnTo>
                <a:lnTo>
                  <a:pt x="77047" y="78363"/>
                </a:lnTo>
                <a:lnTo>
                  <a:pt x="78209" y="80702"/>
                </a:lnTo>
                <a:lnTo>
                  <a:pt x="77142" y="81776"/>
                </a:lnTo>
                <a:lnTo>
                  <a:pt x="74490" y="80724"/>
                </a:lnTo>
                <a:lnTo>
                  <a:pt x="73620" y="82047"/>
                </a:lnTo>
                <a:lnTo>
                  <a:pt x="74709" y="84100"/>
                </a:lnTo>
                <a:lnTo>
                  <a:pt x="73627" y="85387"/>
                </a:lnTo>
                <a:lnTo>
                  <a:pt x="71171" y="84239"/>
                </a:lnTo>
                <a:lnTo>
                  <a:pt x="70221" y="85197"/>
                </a:lnTo>
                <a:lnTo>
                  <a:pt x="71091" y="88069"/>
                </a:lnTo>
                <a:lnTo>
                  <a:pt x="68789" y="89180"/>
                </a:lnTo>
                <a:lnTo>
                  <a:pt x="65595" y="87799"/>
                </a:lnTo>
                <a:lnTo>
                  <a:pt x="62978" y="88449"/>
                </a:lnTo>
                <a:lnTo>
                  <a:pt x="60523" y="87864"/>
                </a:lnTo>
                <a:lnTo>
                  <a:pt x="59858" y="88537"/>
                </a:lnTo>
                <a:lnTo>
                  <a:pt x="60362" y="91760"/>
                </a:lnTo>
                <a:lnTo>
                  <a:pt x="57935" y="922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2168668" y="1484665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40">
                <a:moveTo>
                  <a:pt x="25959" y="78327"/>
                </a:moveTo>
                <a:lnTo>
                  <a:pt x="25053" y="77223"/>
                </a:lnTo>
                <a:lnTo>
                  <a:pt x="25681" y="74175"/>
                </a:lnTo>
                <a:lnTo>
                  <a:pt x="23497" y="73422"/>
                </a:lnTo>
                <a:lnTo>
                  <a:pt x="19923" y="75082"/>
                </a:lnTo>
                <a:lnTo>
                  <a:pt x="17766" y="73707"/>
                </a:lnTo>
                <a:lnTo>
                  <a:pt x="18789" y="71032"/>
                </a:lnTo>
                <a:lnTo>
                  <a:pt x="17730" y="69973"/>
                </a:lnTo>
                <a:lnTo>
                  <a:pt x="15391" y="71135"/>
                </a:lnTo>
                <a:lnTo>
                  <a:pt x="14229" y="69973"/>
                </a:lnTo>
                <a:lnTo>
                  <a:pt x="15391" y="67634"/>
                </a:lnTo>
                <a:lnTo>
                  <a:pt x="14222" y="66464"/>
                </a:lnTo>
                <a:lnTo>
                  <a:pt x="11897" y="67634"/>
                </a:lnTo>
                <a:lnTo>
                  <a:pt x="10721" y="66472"/>
                </a:lnTo>
                <a:lnTo>
                  <a:pt x="11890" y="64126"/>
                </a:lnTo>
                <a:lnTo>
                  <a:pt x="10721" y="62964"/>
                </a:lnTo>
                <a:lnTo>
                  <a:pt x="8382" y="64133"/>
                </a:lnTo>
                <a:lnTo>
                  <a:pt x="7213" y="62964"/>
                </a:lnTo>
                <a:lnTo>
                  <a:pt x="8382" y="60625"/>
                </a:lnTo>
                <a:lnTo>
                  <a:pt x="7315" y="59550"/>
                </a:lnTo>
                <a:lnTo>
                  <a:pt x="4662" y="60603"/>
                </a:lnTo>
                <a:lnTo>
                  <a:pt x="3230" y="58432"/>
                </a:lnTo>
                <a:lnTo>
                  <a:pt x="5064" y="54822"/>
                </a:lnTo>
                <a:lnTo>
                  <a:pt x="4107" y="52578"/>
                </a:lnTo>
                <a:lnTo>
                  <a:pt x="1154" y="53397"/>
                </a:lnTo>
                <a:lnTo>
                  <a:pt x="387" y="52622"/>
                </a:lnTo>
                <a:lnTo>
                  <a:pt x="913" y="50115"/>
                </a:lnTo>
                <a:lnTo>
                  <a:pt x="175" y="46344"/>
                </a:lnTo>
                <a:lnTo>
                  <a:pt x="789" y="42236"/>
                </a:lnTo>
                <a:lnTo>
                  <a:pt x="789" y="36762"/>
                </a:lnTo>
                <a:lnTo>
                  <a:pt x="438" y="34190"/>
                </a:lnTo>
                <a:lnTo>
                  <a:pt x="1110" y="29973"/>
                </a:lnTo>
                <a:lnTo>
                  <a:pt x="0" y="26815"/>
                </a:lnTo>
                <a:lnTo>
                  <a:pt x="979" y="24520"/>
                </a:lnTo>
                <a:lnTo>
                  <a:pt x="3931" y="25339"/>
                </a:lnTo>
                <a:lnTo>
                  <a:pt x="4860" y="24403"/>
                </a:lnTo>
                <a:lnTo>
                  <a:pt x="3880" y="22167"/>
                </a:lnTo>
                <a:lnTo>
                  <a:pt x="4706" y="20749"/>
                </a:lnTo>
                <a:lnTo>
                  <a:pt x="3734" y="18520"/>
                </a:lnTo>
                <a:lnTo>
                  <a:pt x="4881" y="17372"/>
                </a:lnTo>
                <a:lnTo>
                  <a:pt x="7213" y="18542"/>
                </a:lnTo>
                <a:lnTo>
                  <a:pt x="8382" y="17372"/>
                </a:lnTo>
                <a:lnTo>
                  <a:pt x="7213" y="15034"/>
                </a:lnTo>
                <a:lnTo>
                  <a:pt x="8368" y="13879"/>
                </a:lnTo>
                <a:lnTo>
                  <a:pt x="10765" y="15041"/>
                </a:lnTo>
                <a:lnTo>
                  <a:pt x="11876" y="13828"/>
                </a:lnTo>
                <a:lnTo>
                  <a:pt x="10714" y="11540"/>
                </a:lnTo>
                <a:lnTo>
                  <a:pt x="11890" y="10363"/>
                </a:lnTo>
                <a:lnTo>
                  <a:pt x="14229" y="11533"/>
                </a:lnTo>
                <a:lnTo>
                  <a:pt x="15391" y="10363"/>
                </a:lnTo>
                <a:lnTo>
                  <a:pt x="14222" y="8025"/>
                </a:lnTo>
                <a:lnTo>
                  <a:pt x="15391" y="6862"/>
                </a:lnTo>
                <a:lnTo>
                  <a:pt x="17620" y="7900"/>
                </a:lnTo>
                <a:lnTo>
                  <a:pt x="18870" y="7067"/>
                </a:lnTo>
                <a:lnTo>
                  <a:pt x="17825" y="4421"/>
                </a:lnTo>
                <a:lnTo>
                  <a:pt x="18651" y="3603"/>
                </a:lnTo>
                <a:lnTo>
                  <a:pt x="21311" y="3968"/>
                </a:lnTo>
                <a:lnTo>
                  <a:pt x="22765" y="3866"/>
                </a:lnTo>
                <a:lnTo>
                  <a:pt x="24373" y="4231"/>
                </a:lnTo>
                <a:lnTo>
                  <a:pt x="25339" y="3939"/>
                </a:lnTo>
                <a:lnTo>
                  <a:pt x="25719" y="3800"/>
                </a:lnTo>
                <a:lnTo>
                  <a:pt x="25017" y="745"/>
                </a:lnTo>
                <a:lnTo>
                  <a:pt x="25748" y="29"/>
                </a:lnTo>
                <a:lnTo>
                  <a:pt x="28248" y="555"/>
                </a:lnTo>
                <a:lnTo>
                  <a:pt x="30974" y="0"/>
                </a:lnTo>
                <a:lnTo>
                  <a:pt x="33685" y="431"/>
                </a:lnTo>
                <a:lnTo>
                  <a:pt x="50904" y="431"/>
                </a:lnTo>
                <a:lnTo>
                  <a:pt x="52432" y="167"/>
                </a:lnTo>
                <a:lnTo>
                  <a:pt x="53725" y="526"/>
                </a:lnTo>
                <a:lnTo>
                  <a:pt x="53112" y="3654"/>
                </a:lnTo>
                <a:lnTo>
                  <a:pt x="53733" y="4268"/>
                </a:lnTo>
                <a:lnTo>
                  <a:pt x="56393" y="3910"/>
                </a:lnTo>
                <a:lnTo>
                  <a:pt x="57577" y="3975"/>
                </a:lnTo>
                <a:lnTo>
                  <a:pt x="59872" y="3566"/>
                </a:lnTo>
                <a:lnTo>
                  <a:pt x="60976" y="4333"/>
                </a:lnTo>
                <a:lnTo>
                  <a:pt x="59909" y="6943"/>
                </a:lnTo>
                <a:lnTo>
                  <a:pt x="60895" y="7929"/>
                </a:lnTo>
                <a:lnTo>
                  <a:pt x="63541" y="6884"/>
                </a:lnTo>
                <a:lnTo>
                  <a:pt x="64374" y="8141"/>
                </a:lnTo>
                <a:lnTo>
                  <a:pt x="63329" y="10363"/>
                </a:lnTo>
                <a:lnTo>
                  <a:pt x="64491" y="11533"/>
                </a:lnTo>
                <a:lnTo>
                  <a:pt x="66830" y="10363"/>
                </a:lnTo>
                <a:lnTo>
                  <a:pt x="67904" y="11438"/>
                </a:lnTo>
                <a:lnTo>
                  <a:pt x="66859" y="14083"/>
                </a:lnTo>
                <a:lnTo>
                  <a:pt x="68021" y="14858"/>
                </a:lnTo>
                <a:lnTo>
                  <a:pt x="70484" y="13901"/>
                </a:lnTo>
                <a:lnTo>
                  <a:pt x="71449" y="15121"/>
                </a:lnTo>
                <a:lnTo>
                  <a:pt x="70323" y="17358"/>
                </a:lnTo>
                <a:lnTo>
                  <a:pt x="71404" y="18447"/>
                </a:lnTo>
                <a:lnTo>
                  <a:pt x="74058" y="17394"/>
                </a:lnTo>
                <a:lnTo>
                  <a:pt x="74964" y="18768"/>
                </a:lnTo>
                <a:lnTo>
                  <a:pt x="73948" y="20603"/>
                </a:lnTo>
                <a:lnTo>
                  <a:pt x="74818" y="22174"/>
                </a:lnTo>
                <a:lnTo>
                  <a:pt x="73868" y="24411"/>
                </a:lnTo>
                <a:lnTo>
                  <a:pt x="74913" y="25456"/>
                </a:lnTo>
                <a:lnTo>
                  <a:pt x="77559" y="24403"/>
                </a:lnTo>
                <a:lnTo>
                  <a:pt x="78377" y="25631"/>
                </a:lnTo>
                <a:lnTo>
                  <a:pt x="77778" y="27670"/>
                </a:lnTo>
                <a:lnTo>
                  <a:pt x="78553" y="31646"/>
                </a:lnTo>
                <a:lnTo>
                  <a:pt x="77931" y="35754"/>
                </a:lnTo>
                <a:lnTo>
                  <a:pt x="77931" y="41213"/>
                </a:lnTo>
                <a:lnTo>
                  <a:pt x="78304" y="43823"/>
                </a:lnTo>
                <a:lnTo>
                  <a:pt x="77741" y="47097"/>
                </a:lnTo>
                <a:lnTo>
                  <a:pt x="78691" y="52395"/>
                </a:lnTo>
                <a:lnTo>
                  <a:pt x="77595" y="53302"/>
                </a:lnTo>
                <a:lnTo>
                  <a:pt x="74540" y="52673"/>
                </a:lnTo>
                <a:lnTo>
                  <a:pt x="73787" y="54858"/>
                </a:lnTo>
                <a:lnTo>
                  <a:pt x="75446" y="58432"/>
                </a:lnTo>
                <a:lnTo>
                  <a:pt x="74072" y="60588"/>
                </a:lnTo>
                <a:lnTo>
                  <a:pt x="71397" y="59565"/>
                </a:lnTo>
                <a:lnTo>
                  <a:pt x="70337" y="60625"/>
                </a:lnTo>
                <a:lnTo>
                  <a:pt x="71507" y="62963"/>
                </a:lnTo>
                <a:lnTo>
                  <a:pt x="70337" y="64126"/>
                </a:lnTo>
                <a:lnTo>
                  <a:pt x="67999" y="62964"/>
                </a:lnTo>
                <a:lnTo>
                  <a:pt x="66830" y="64133"/>
                </a:lnTo>
                <a:lnTo>
                  <a:pt x="67999" y="66457"/>
                </a:lnTo>
                <a:lnTo>
                  <a:pt x="66844" y="67634"/>
                </a:lnTo>
                <a:lnTo>
                  <a:pt x="64491" y="66472"/>
                </a:lnTo>
                <a:lnTo>
                  <a:pt x="63329" y="67634"/>
                </a:lnTo>
                <a:lnTo>
                  <a:pt x="64498" y="69973"/>
                </a:lnTo>
                <a:lnTo>
                  <a:pt x="63329" y="71142"/>
                </a:lnTo>
                <a:lnTo>
                  <a:pt x="60990" y="69973"/>
                </a:lnTo>
                <a:lnTo>
                  <a:pt x="59916" y="71040"/>
                </a:lnTo>
                <a:lnTo>
                  <a:pt x="60968" y="73693"/>
                </a:lnTo>
                <a:lnTo>
                  <a:pt x="58798" y="75125"/>
                </a:lnTo>
                <a:lnTo>
                  <a:pt x="55187" y="73291"/>
                </a:lnTo>
                <a:lnTo>
                  <a:pt x="52943" y="74248"/>
                </a:lnTo>
                <a:lnTo>
                  <a:pt x="53762" y="77201"/>
                </a:lnTo>
                <a:lnTo>
                  <a:pt x="52987" y="77968"/>
                </a:lnTo>
                <a:lnTo>
                  <a:pt x="50480" y="77442"/>
                </a:lnTo>
                <a:lnTo>
                  <a:pt x="46709" y="78181"/>
                </a:lnTo>
                <a:lnTo>
                  <a:pt x="42601" y="77566"/>
                </a:lnTo>
                <a:lnTo>
                  <a:pt x="37142" y="77566"/>
                </a:lnTo>
                <a:lnTo>
                  <a:pt x="34533" y="77939"/>
                </a:lnTo>
                <a:lnTo>
                  <a:pt x="31258" y="77376"/>
                </a:lnTo>
                <a:lnTo>
                  <a:pt x="25959" y="78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386217" y="1491593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69">
                <a:moveTo>
                  <a:pt x="41082" y="64382"/>
                </a:moveTo>
                <a:lnTo>
                  <a:pt x="37741" y="63468"/>
                </a:lnTo>
                <a:lnTo>
                  <a:pt x="33517" y="63812"/>
                </a:lnTo>
                <a:lnTo>
                  <a:pt x="31105" y="63629"/>
                </a:lnTo>
                <a:lnTo>
                  <a:pt x="27816" y="63629"/>
                </a:lnTo>
                <a:lnTo>
                  <a:pt x="26222" y="63907"/>
                </a:lnTo>
                <a:lnTo>
                  <a:pt x="24644" y="63432"/>
                </a:lnTo>
                <a:lnTo>
                  <a:pt x="22239" y="64082"/>
                </a:lnTo>
                <a:lnTo>
                  <a:pt x="21443" y="63278"/>
                </a:lnTo>
                <a:lnTo>
                  <a:pt x="22203" y="60274"/>
                </a:lnTo>
                <a:lnTo>
                  <a:pt x="19777" y="59346"/>
                </a:lnTo>
                <a:lnTo>
                  <a:pt x="16765" y="60969"/>
                </a:lnTo>
                <a:lnTo>
                  <a:pt x="14332" y="59938"/>
                </a:lnTo>
                <a:lnTo>
                  <a:pt x="15143" y="56978"/>
                </a:lnTo>
                <a:lnTo>
                  <a:pt x="14178" y="56021"/>
                </a:lnTo>
                <a:lnTo>
                  <a:pt x="11920" y="57154"/>
                </a:lnTo>
                <a:lnTo>
                  <a:pt x="10677" y="56138"/>
                </a:lnTo>
                <a:lnTo>
                  <a:pt x="11818" y="53660"/>
                </a:lnTo>
                <a:lnTo>
                  <a:pt x="10780" y="52622"/>
                </a:lnTo>
                <a:lnTo>
                  <a:pt x="8134" y="53675"/>
                </a:lnTo>
                <a:lnTo>
                  <a:pt x="7264" y="52352"/>
                </a:lnTo>
                <a:lnTo>
                  <a:pt x="8346" y="50298"/>
                </a:lnTo>
                <a:lnTo>
                  <a:pt x="7272" y="49019"/>
                </a:lnTo>
                <a:lnTo>
                  <a:pt x="4808" y="50159"/>
                </a:lnTo>
                <a:lnTo>
                  <a:pt x="3712" y="49056"/>
                </a:lnTo>
                <a:lnTo>
                  <a:pt x="4648" y="46805"/>
                </a:lnTo>
                <a:lnTo>
                  <a:pt x="3873" y="45401"/>
                </a:lnTo>
                <a:lnTo>
                  <a:pt x="4816" y="43150"/>
                </a:lnTo>
                <a:lnTo>
                  <a:pt x="3895" y="42229"/>
                </a:lnTo>
                <a:lnTo>
                  <a:pt x="942" y="43041"/>
                </a:lnTo>
                <a:lnTo>
                  <a:pt x="0" y="40848"/>
                </a:lnTo>
                <a:lnTo>
                  <a:pt x="913" y="37508"/>
                </a:lnTo>
                <a:lnTo>
                  <a:pt x="570" y="33284"/>
                </a:lnTo>
                <a:lnTo>
                  <a:pt x="760" y="30872"/>
                </a:lnTo>
                <a:lnTo>
                  <a:pt x="760" y="26560"/>
                </a:lnTo>
                <a:lnTo>
                  <a:pt x="175" y="23461"/>
                </a:lnTo>
                <a:lnTo>
                  <a:pt x="869" y="21195"/>
                </a:lnTo>
                <a:lnTo>
                  <a:pt x="3961" y="21853"/>
                </a:lnTo>
                <a:lnTo>
                  <a:pt x="4845" y="20961"/>
                </a:lnTo>
                <a:lnTo>
                  <a:pt x="3800" y="18739"/>
                </a:lnTo>
                <a:lnTo>
                  <a:pt x="4728" y="17336"/>
                </a:lnTo>
                <a:lnTo>
                  <a:pt x="3676" y="15122"/>
                </a:lnTo>
                <a:lnTo>
                  <a:pt x="4772" y="14025"/>
                </a:lnTo>
                <a:lnTo>
                  <a:pt x="7352" y="15114"/>
                </a:lnTo>
                <a:lnTo>
                  <a:pt x="8265" y="13850"/>
                </a:lnTo>
                <a:lnTo>
                  <a:pt x="7176" y="11628"/>
                </a:lnTo>
                <a:lnTo>
                  <a:pt x="8346" y="10451"/>
                </a:lnTo>
                <a:lnTo>
                  <a:pt x="10684" y="11621"/>
                </a:lnTo>
                <a:lnTo>
                  <a:pt x="11854" y="10451"/>
                </a:lnTo>
                <a:lnTo>
                  <a:pt x="10684" y="8113"/>
                </a:lnTo>
                <a:lnTo>
                  <a:pt x="11854" y="6943"/>
                </a:lnTo>
                <a:lnTo>
                  <a:pt x="14076" y="7996"/>
                </a:lnTo>
                <a:lnTo>
                  <a:pt x="15333" y="7155"/>
                </a:lnTo>
                <a:lnTo>
                  <a:pt x="14287" y="4509"/>
                </a:lnTo>
                <a:lnTo>
                  <a:pt x="15106" y="3691"/>
                </a:lnTo>
                <a:lnTo>
                  <a:pt x="17767" y="4056"/>
                </a:lnTo>
                <a:lnTo>
                  <a:pt x="19228" y="3954"/>
                </a:lnTo>
                <a:lnTo>
                  <a:pt x="20836" y="4319"/>
                </a:lnTo>
                <a:lnTo>
                  <a:pt x="21786" y="4027"/>
                </a:lnTo>
                <a:lnTo>
                  <a:pt x="22181" y="3881"/>
                </a:lnTo>
                <a:lnTo>
                  <a:pt x="21391" y="679"/>
                </a:lnTo>
                <a:lnTo>
                  <a:pt x="22575" y="190"/>
                </a:lnTo>
                <a:lnTo>
                  <a:pt x="24417" y="519"/>
                </a:lnTo>
                <a:lnTo>
                  <a:pt x="37894" y="519"/>
                </a:lnTo>
                <a:lnTo>
                  <a:pt x="40818" y="0"/>
                </a:lnTo>
                <a:lnTo>
                  <a:pt x="43120" y="599"/>
                </a:lnTo>
                <a:lnTo>
                  <a:pt x="42587" y="3734"/>
                </a:lnTo>
                <a:lnTo>
                  <a:pt x="43756" y="5160"/>
                </a:lnTo>
                <a:lnTo>
                  <a:pt x="48565" y="3179"/>
                </a:lnTo>
                <a:lnTo>
                  <a:pt x="50407" y="4399"/>
                </a:lnTo>
                <a:lnTo>
                  <a:pt x="49355" y="7038"/>
                </a:lnTo>
                <a:lnTo>
                  <a:pt x="50429" y="8120"/>
                </a:lnTo>
                <a:lnTo>
                  <a:pt x="52746" y="6958"/>
                </a:lnTo>
                <a:lnTo>
                  <a:pt x="53937" y="8090"/>
                </a:lnTo>
                <a:lnTo>
                  <a:pt x="52775" y="10458"/>
                </a:lnTo>
                <a:lnTo>
                  <a:pt x="53835" y="11525"/>
                </a:lnTo>
                <a:lnTo>
                  <a:pt x="56488" y="10473"/>
                </a:lnTo>
                <a:lnTo>
                  <a:pt x="57357" y="11796"/>
                </a:lnTo>
                <a:lnTo>
                  <a:pt x="56268" y="13850"/>
                </a:lnTo>
                <a:lnTo>
                  <a:pt x="57350" y="15129"/>
                </a:lnTo>
                <a:lnTo>
                  <a:pt x="59806" y="13988"/>
                </a:lnTo>
                <a:lnTo>
                  <a:pt x="60909" y="15092"/>
                </a:lnTo>
                <a:lnTo>
                  <a:pt x="59974" y="17336"/>
                </a:lnTo>
                <a:lnTo>
                  <a:pt x="60741" y="18754"/>
                </a:lnTo>
                <a:lnTo>
                  <a:pt x="59806" y="20998"/>
                </a:lnTo>
                <a:lnTo>
                  <a:pt x="60727" y="21919"/>
                </a:lnTo>
                <a:lnTo>
                  <a:pt x="63672" y="21107"/>
                </a:lnTo>
                <a:lnTo>
                  <a:pt x="64615" y="23300"/>
                </a:lnTo>
                <a:lnTo>
                  <a:pt x="63709" y="26640"/>
                </a:lnTo>
                <a:lnTo>
                  <a:pt x="64052" y="30864"/>
                </a:lnTo>
                <a:lnTo>
                  <a:pt x="63862" y="33276"/>
                </a:lnTo>
                <a:lnTo>
                  <a:pt x="63862" y="36565"/>
                </a:lnTo>
                <a:lnTo>
                  <a:pt x="64140" y="38158"/>
                </a:lnTo>
                <a:lnTo>
                  <a:pt x="63672" y="39737"/>
                </a:lnTo>
                <a:lnTo>
                  <a:pt x="64315" y="42141"/>
                </a:lnTo>
                <a:lnTo>
                  <a:pt x="63511" y="42938"/>
                </a:lnTo>
                <a:lnTo>
                  <a:pt x="60515" y="42178"/>
                </a:lnTo>
                <a:lnTo>
                  <a:pt x="59579" y="44604"/>
                </a:lnTo>
                <a:lnTo>
                  <a:pt x="61202" y="47623"/>
                </a:lnTo>
                <a:lnTo>
                  <a:pt x="60171" y="50050"/>
                </a:lnTo>
                <a:lnTo>
                  <a:pt x="57219" y="49238"/>
                </a:lnTo>
                <a:lnTo>
                  <a:pt x="56254" y="50203"/>
                </a:lnTo>
                <a:lnTo>
                  <a:pt x="57394" y="52461"/>
                </a:lnTo>
                <a:lnTo>
                  <a:pt x="56371" y="53704"/>
                </a:lnTo>
                <a:lnTo>
                  <a:pt x="53893" y="52564"/>
                </a:lnTo>
                <a:lnTo>
                  <a:pt x="52863" y="53602"/>
                </a:lnTo>
                <a:lnTo>
                  <a:pt x="53908" y="56247"/>
                </a:lnTo>
                <a:lnTo>
                  <a:pt x="52585" y="57124"/>
                </a:lnTo>
                <a:lnTo>
                  <a:pt x="50531" y="56036"/>
                </a:lnTo>
                <a:lnTo>
                  <a:pt x="49252" y="57110"/>
                </a:lnTo>
                <a:lnTo>
                  <a:pt x="50393" y="59573"/>
                </a:lnTo>
                <a:lnTo>
                  <a:pt x="49289" y="60676"/>
                </a:lnTo>
                <a:lnTo>
                  <a:pt x="47045" y="59734"/>
                </a:lnTo>
                <a:lnTo>
                  <a:pt x="45628" y="60508"/>
                </a:lnTo>
                <a:lnTo>
                  <a:pt x="43391" y="59566"/>
                </a:lnTo>
                <a:lnTo>
                  <a:pt x="42463" y="60494"/>
                </a:lnTo>
                <a:lnTo>
                  <a:pt x="43281" y="63439"/>
                </a:lnTo>
                <a:lnTo>
                  <a:pt x="41082" y="643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2603948" y="1498529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4" h="50800">
                <a:moveTo>
                  <a:pt x="22006" y="50232"/>
                </a:moveTo>
                <a:lnTo>
                  <a:pt x="21326" y="49406"/>
                </a:lnTo>
                <a:lnTo>
                  <a:pt x="21867" y="46278"/>
                </a:lnTo>
                <a:lnTo>
                  <a:pt x="19587" y="45657"/>
                </a:lnTo>
                <a:lnTo>
                  <a:pt x="16612" y="46198"/>
                </a:lnTo>
                <a:lnTo>
                  <a:pt x="13849" y="46198"/>
                </a:lnTo>
                <a:lnTo>
                  <a:pt x="11627" y="46549"/>
                </a:lnTo>
                <a:lnTo>
                  <a:pt x="10509" y="45869"/>
                </a:lnTo>
                <a:lnTo>
                  <a:pt x="11503" y="43150"/>
                </a:lnTo>
                <a:lnTo>
                  <a:pt x="10561" y="42207"/>
                </a:lnTo>
                <a:lnTo>
                  <a:pt x="7907" y="43252"/>
                </a:lnTo>
                <a:lnTo>
                  <a:pt x="7001" y="41886"/>
                </a:lnTo>
                <a:lnTo>
                  <a:pt x="7973" y="40073"/>
                </a:lnTo>
                <a:lnTo>
                  <a:pt x="7542" y="39189"/>
                </a:lnTo>
                <a:lnTo>
                  <a:pt x="7177" y="38867"/>
                </a:lnTo>
                <a:lnTo>
                  <a:pt x="4195" y="39598"/>
                </a:lnTo>
                <a:lnTo>
                  <a:pt x="3245" y="37193"/>
                </a:lnTo>
                <a:lnTo>
                  <a:pt x="4560" y="34270"/>
                </a:lnTo>
                <a:lnTo>
                  <a:pt x="3880" y="31551"/>
                </a:lnTo>
                <a:lnTo>
                  <a:pt x="4472" y="29096"/>
                </a:lnTo>
                <a:lnTo>
                  <a:pt x="3829" y="28459"/>
                </a:lnTo>
                <a:lnTo>
                  <a:pt x="548" y="28883"/>
                </a:lnTo>
                <a:lnTo>
                  <a:pt x="0" y="22086"/>
                </a:lnTo>
                <a:lnTo>
                  <a:pt x="833" y="21407"/>
                </a:lnTo>
                <a:lnTo>
                  <a:pt x="3961" y="21955"/>
                </a:lnTo>
                <a:lnTo>
                  <a:pt x="4575" y="19667"/>
                </a:lnTo>
                <a:lnTo>
                  <a:pt x="4034" y="16700"/>
                </a:lnTo>
                <a:lnTo>
                  <a:pt x="4034" y="13828"/>
                </a:lnTo>
                <a:lnTo>
                  <a:pt x="3698" y="11847"/>
                </a:lnTo>
                <a:lnTo>
                  <a:pt x="4246" y="10678"/>
                </a:lnTo>
                <a:lnTo>
                  <a:pt x="7140" y="11496"/>
                </a:lnTo>
                <a:lnTo>
                  <a:pt x="7542" y="11131"/>
                </a:lnTo>
                <a:lnTo>
                  <a:pt x="7973" y="10246"/>
                </a:lnTo>
                <a:lnTo>
                  <a:pt x="7001" y="8434"/>
                </a:lnTo>
                <a:lnTo>
                  <a:pt x="7915" y="7067"/>
                </a:lnTo>
                <a:lnTo>
                  <a:pt x="10561" y="8112"/>
                </a:lnTo>
                <a:lnTo>
                  <a:pt x="11503" y="7169"/>
                </a:lnTo>
                <a:lnTo>
                  <a:pt x="10509" y="4436"/>
                </a:lnTo>
                <a:lnTo>
                  <a:pt x="12636" y="3164"/>
                </a:lnTo>
                <a:lnTo>
                  <a:pt x="16232" y="4575"/>
                </a:lnTo>
                <a:lnTo>
                  <a:pt x="18688" y="3968"/>
                </a:lnTo>
                <a:lnTo>
                  <a:pt x="21143" y="4553"/>
                </a:lnTo>
                <a:lnTo>
                  <a:pt x="21772" y="3910"/>
                </a:lnTo>
                <a:lnTo>
                  <a:pt x="21362" y="628"/>
                </a:lnTo>
                <a:lnTo>
                  <a:pt x="27151" y="0"/>
                </a:lnTo>
                <a:lnTo>
                  <a:pt x="29029" y="804"/>
                </a:lnTo>
                <a:lnTo>
                  <a:pt x="28211" y="3756"/>
                </a:lnTo>
                <a:lnTo>
                  <a:pt x="29073" y="4604"/>
                </a:lnTo>
                <a:lnTo>
                  <a:pt x="31412" y="3866"/>
                </a:lnTo>
                <a:lnTo>
                  <a:pt x="33327" y="4582"/>
                </a:lnTo>
                <a:lnTo>
                  <a:pt x="38333" y="3172"/>
                </a:lnTo>
                <a:lnTo>
                  <a:pt x="39678" y="4823"/>
                </a:lnTo>
                <a:lnTo>
                  <a:pt x="38647" y="6833"/>
                </a:lnTo>
                <a:lnTo>
                  <a:pt x="39101" y="7623"/>
                </a:lnTo>
                <a:lnTo>
                  <a:pt x="39809" y="8090"/>
                </a:lnTo>
                <a:lnTo>
                  <a:pt x="42024" y="7038"/>
                </a:lnTo>
                <a:lnTo>
                  <a:pt x="43098" y="8112"/>
                </a:lnTo>
                <a:lnTo>
                  <a:pt x="42053" y="10758"/>
                </a:lnTo>
                <a:lnTo>
                  <a:pt x="43098" y="11460"/>
                </a:lnTo>
                <a:lnTo>
                  <a:pt x="45831" y="10663"/>
                </a:lnTo>
                <a:lnTo>
                  <a:pt x="47074" y="12709"/>
                </a:lnTo>
                <a:lnTo>
                  <a:pt x="45663" y="16320"/>
                </a:lnTo>
                <a:lnTo>
                  <a:pt x="46270" y="18768"/>
                </a:lnTo>
                <a:lnTo>
                  <a:pt x="45685" y="21224"/>
                </a:lnTo>
                <a:lnTo>
                  <a:pt x="46314" y="21853"/>
                </a:lnTo>
                <a:lnTo>
                  <a:pt x="49610" y="21458"/>
                </a:lnTo>
                <a:lnTo>
                  <a:pt x="50166" y="28211"/>
                </a:lnTo>
                <a:lnTo>
                  <a:pt x="49318" y="28905"/>
                </a:lnTo>
                <a:lnTo>
                  <a:pt x="46190" y="28365"/>
                </a:lnTo>
                <a:lnTo>
                  <a:pt x="45576" y="30645"/>
                </a:lnTo>
                <a:lnTo>
                  <a:pt x="46116" y="33619"/>
                </a:lnTo>
                <a:lnTo>
                  <a:pt x="46116" y="36492"/>
                </a:lnTo>
                <a:lnTo>
                  <a:pt x="46453" y="38472"/>
                </a:lnTo>
                <a:lnTo>
                  <a:pt x="45897" y="39627"/>
                </a:lnTo>
                <a:lnTo>
                  <a:pt x="42974" y="38823"/>
                </a:lnTo>
                <a:lnTo>
                  <a:pt x="42608" y="39189"/>
                </a:lnTo>
                <a:lnTo>
                  <a:pt x="42177" y="40066"/>
                </a:lnTo>
                <a:lnTo>
                  <a:pt x="43149" y="41885"/>
                </a:lnTo>
                <a:lnTo>
                  <a:pt x="42236" y="43252"/>
                </a:lnTo>
                <a:lnTo>
                  <a:pt x="39590" y="42207"/>
                </a:lnTo>
                <a:lnTo>
                  <a:pt x="38647" y="43150"/>
                </a:lnTo>
                <a:lnTo>
                  <a:pt x="39641" y="45883"/>
                </a:lnTo>
                <a:lnTo>
                  <a:pt x="37515" y="47155"/>
                </a:lnTo>
                <a:lnTo>
                  <a:pt x="33919" y="45744"/>
                </a:lnTo>
                <a:lnTo>
                  <a:pt x="31463" y="46351"/>
                </a:lnTo>
                <a:lnTo>
                  <a:pt x="29007" y="45766"/>
                </a:lnTo>
                <a:lnTo>
                  <a:pt x="28372" y="46409"/>
                </a:lnTo>
                <a:lnTo>
                  <a:pt x="28795" y="49684"/>
                </a:lnTo>
                <a:lnTo>
                  <a:pt x="22006" y="50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2828235" y="1512401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60" h="22859">
                <a:moveTo>
                  <a:pt x="5335" y="22547"/>
                </a:moveTo>
                <a:lnTo>
                  <a:pt x="3712" y="21414"/>
                </a:lnTo>
                <a:lnTo>
                  <a:pt x="4699" y="18826"/>
                </a:lnTo>
                <a:lnTo>
                  <a:pt x="4261" y="18293"/>
                </a:lnTo>
                <a:lnTo>
                  <a:pt x="3720" y="17847"/>
                </a:lnTo>
                <a:lnTo>
                  <a:pt x="1133" y="18841"/>
                </a:lnTo>
                <a:lnTo>
                  <a:pt x="0" y="17219"/>
                </a:lnTo>
                <a:lnTo>
                  <a:pt x="753" y="12651"/>
                </a:lnTo>
                <a:lnTo>
                  <a:pt x="753" y="4261"/>
                </a:lnTo>
                <a:lnTo>
                  <a:pt x="1454" y="3793"/>
                </a:lnTo>
                <a:lnTo>
                  <a:pt x="3676" y="4845"/>
                </a:lnTo>
                <a:lnTo>
                  <a:pt x="4633" y="3888"/>
                </a:lnTo>
                <a:lnTo>
                  <a:pt x="3807" y="942"/>
                </a:lnTo>
                <a:lnTo>
                  <a:pt x="5868" y="58"/>
                </a:lnTo>
                <a:lnTo>
                  <a:pt x="9493" y="752"/>
                </a:lnTo>
                <a:lnTo>
                  <a:pt x="12651" y="752"/>
                </a:lnTo>
                <a:lnTo>
                  <a:pt x="17212" y="0"/>
                </a:lnTo>
                <a:lnTo>
                  <a:pt x="18805" y="1118"/>
                </a:lnTo>
                <a:lnTo>
                  <a:pt x="17855" y="3749"/>
                </a:lnTo>
                <a:lnTo>
                  <a:pt x="18286" y="4268"/>
                </a:lnTo>
                <a:lnTo>
                  <a:pt x="18768" y="4684"/>
                </a:lnTo>
                <a:lnTo>
                  <a:pt x="21480" y="3749"/>
                </a:lnTo>
                <a:lnTo>
                  <a:pt x="22137" y="4845"/>
                </a:lnTo>
                <a:lnTo>
                  <a:pt x="21787" y="7081"/>
                </a:lnTo>
                <a:lnTo>
                  <a:pt x="21787" y="12651"/>
                </a:lnTo>
                <a:lnTo>
                  <a:pt x="22540" y="17211"/>
                </a:lnTo>
                <a:lnTo>
                  <a:pt x="21407" y="18841"/>
                </a:lnTo>
                <a:lnTo>
                  <a:pt x="18819" y="17847"/>
                </a:lnTo>
                <a:lnTo>
                  <a:pt x="18286" y="18293"/>
                </a:lnTo>
                <a:lnTo>
                  <a:pt x="17869" y="18775"/>
                </a:lnTo>
                <a:lnTo>
                  <a:pt x="18797" y="21494"/>
                </a:lnTo>
                <a:lnTo>
                  <a:pt x="17709" y="22152"/>
                </a:lnTo>
                <a:lnTo>
                  <a:pt x="15472" y="21801"/>
                </a:lnTo>
                <a:lnTo>
                  <a:pt x="9903" y="21801"/>
                </a:lnTo>
                <a:lnTo>
                  <a:pt x="5335" y="225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562042" y="1561449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20" h="134619">
                <a:moveTo>
                  <a:pt x="65800" y="134545"/>
                </a:moveTo>
                <a:lnTo>
                  <a:pt x="63206" y="133902"/>
                </a:lnTo>
                <a:lnTo>
                  <a:pt x="60750" y="134494"/>
                </a:lnTo>
                <a:lnTo>
                  <a:pt x="60070" y="133814"/>
                </a:lnTo>
                <a:lnTo>
                  <a:pt x="60596" y="130606"/>
                </a:lnTo>
                <a:lnTo>
                  <a:pt x="55853" y="129663"/>
                </a:lnTo>
                <a:lnTo>
                  <a:pt x="50700" y="131636"/>
                </a:lnTo>
                <a:lnTo>
                  <a:pt x="45979" y="130474"/>
                </a:lnTo>
                <a:lnTo>
                  <a:pt x="46556" y="127317"/>
                </a:lnTo>
                <a:lnTo>
                  <a:pt x="45855" y="126615"/>
                </a:lnTo>
                <a:lnTo>
                  <a:pt x="43399" y="127200"/>
                </a:lnTo>
                <a:lnTo>
                  <a:pt x="40760" y="126549"/>
                </a:lnTo>
                <a:lnTo>
                  <a:pt x="37632" y="127916"/>
                </a:lnTo>
                <a:lnTo>
                  <a:pt x="35301" y="126834"/>
                </a:lnTo>
                <a:lnTo>
                  <a:pt x="36149" y="123926"/>
                </a:lnTo>
                <a:lnTo>
                  <a:pt x="35177" y="122961"/>
                </a:lnTo>
                <a:lnTo>
                  <a:pt x="32838" y="124130"/>
                </a:lnTo>
                <a:lnTo>
                  <a:pt x="31668" y="122961"/>
                </a:lnTo>
                <a:lnTo>
                  <a:pt x="32838" y="120622"/>
                </a:lnTo>
                <a:lnTo>
                  <a:pt x="31676" y="119467"/>
                </a:lnTo>
                <a:lnTo>
                  <a:pt x="29454" y="120476"/>
                </a:lnTo>
                <a:lnTo>
                  <a:pt x="28036" y="119599"/>
                </a:lnTo>
                <a:lnTo>
                  <a:pt x="25814" y="120615"/>
                </a:lnTo>
                <a:lnTo>
                  <a:pt x="24747" y="119548"/>
                </a:lnTo>
                <a:lnTo>
                  <a:pt x="25799" y="116902"/>
                </a:lnTo>
                <a:lnTo>
                  <a:pt x="24498" y="116047"/>
                </a:lnTo>
                <a:lnTo>
                  <a:pt x="22364" y="117121"/>
                </a:lnTo>
                <a:lnTo>
                  <a:pt x="21136" y="115996"/>
                </a:lnTo>
                <a:lnTo>
                  <a:pt x="22306" y="113598"/>
                </a:lnTo>
                <a:lnTo>
                  <a:pt x="21239" y="112539"/>
                </a:lnTo>
                <a:lnTo>
                  <a:pt x="18593" y="113591"/>
                </a:lnTo>
                <a:lnTo>
                  <a:pt x="17716" y="112268"/>
                </a:lnTo>
                <a:lnTo>
                  <a:pt x="18812" y="110214"/>
                </a:lnTo>
                <a:lnTo>
                  <a:pt x="17731" y="108935"/>
                </a:lnTo>
                <a:lnTo>
                  <a:pt x="15275" y="110076"/>
                </a:lnTo>
                <a:lnTo>
                  <a:pt x="14127" y="108935"/>
                </a:lnTo>
                <a:lnTo>
                  <a:pt x="15231" y="106699"/>
                </a:lnTo>
                <a:lnTo>
                  <a:pt x="14208" y="105339"/>
                </a:lnTo>
                <a:lnTo>
                  <a:pt x="15319" y="103110"/>
                </a:lnTo>
                <a:lnTo>
                  <a:pt x="14135" y="101934"/>
                </a:lnTo>
                <a:lnTo>
                  <a:pt x="11796" y="103103"/>
                </a:lnTo>
                <a:lnTo>
                  <a:pt x="10634" y="101934"/>
                </a:lnTo>
                <a:lnTo>
                  <a:pt x="11803" y="99595"/>
                </a:lnTo>
                <a:lnTo>
                  <a:pt x="10817" y="98616"/>
                </a:lnTo>
                <a:lnTo>
                  <a:pt x="7937" y="99478"/>
                </a:lnTo>
                <a:lnTo>
                  <a:pt x="6833" y="97168"/>
                </a:lnTo>
                <a:lnTo>
                  <a:pt x="8215" y="93996"/>
                </a:lnTo>
                <a:lnTo>
                  <a:pt x="7557" y="91373"/>
                </a:lnTo>
                <a:lnTo>
                  <a:pt x="8141" y="88917"/>
                </a:lnTo>
                <a:lnTo>
                  <a:pt x="7440" y="88223"/>
                </a:lnTo>
                <a:lnTo>
                  <a:pt x="4275" y="88793"/>
                </a:lnTo>
                <a:lnTo>
                  <a:pt x="3142" y="84079"/>
                </a:lnTo>
                <a:lnTo>
                  <a:pt x="5357" y="78846"/>
                </a:lnTo>
                <a:lnTo>
                  <a:pt x="4122" y="74131"/>
                </a:lnTo>
                <a:lnTo>
                  <a:pt x="979" y="74738"/>
                </a:lnTo>
                <a:lnTo>
                  <a:pt x="365" y="74124"/>
                </a:lnTo>
                <a:lnTo>
                  <a:pt x="723" y="71464"/>
                </a:lnTo>
                <a:lnTo>
                  <a:pt x="694" y="65661"/>
                </a:lnTo>
                <a:lnTo>
                  <a:pt x="0" y="62050"/>
                </a:lnTo>
                <a:lnTo>
                  <a:pt x="884" y="59989"/>
                </a:lnTo>
                <a:lnTo>
                  <a:pt x="3837" y="60800"/>
                </a:lnTo>
                <a:lnTo>
                  <a:pt x="4597" y="60040"/>
                </a:lnTo>
                <a:lnTo>
                  <a:pt x="4100" y="57511"/>
                </a:lnTo>
                <a:lnTo>
                  <a:pt x="4794" y="53565"/>
                </a:lnTo>
                <a:lnTo>
                  <a:pt x="3413" y="49713"/>
                </a:lnTo>
                <a:lnTo>
                  <a:pt x="4275" y="46103"/>
                </a:lnTo>
                <a:lnTo>
                  <a:pt x="7440" y="46672"/>
                </a:lnTo>
                <a:lnTo>
                  <a:pt x="8141" y="45971"/>
                </a:lnTo>
                <a:lnTo>
                  <a:pt x="7557" y="43515"/>
                </a:lnTo>
                <a:lnTo>
                  <a:pt x="8222" y="40862"/>
                </a:lnTo>
                <a:lnTo>
                  <a:pt x="6855" y="37793"/>
                </a:lnTo>
                <a:lnTo>
                  <a:pt x="7915" y="35432"/>
                </a:lnTo>
                <a:lnTo>
                  <a:pt x="10838" y="36265"/>
                </a:lnTo>
                <a:lnTo>
                  <a:pt x="11708" y="35395"/>
                </a:lnTo>
                <a:lnTo>
                  <a:pt x="10656" y="32750"/>
                </a:lnTo>
                <a:lnTo>
                  <a:pt x="11620" y="32114"/>
                </a:lnTo>
                <a:lnTo>
                  <a:pt x="14551" y="32764"/>
                </a:lnTo>
                <a:lnTo>
                  <a:pt x="15055" y="31631"/>
                </a:lnTo>
                <a:lnTo>
                  <a:pt x="14719" y="29702"/>
                </a:lnTo>
                <a:lnTo>
                  <a:pt x="14719" y="28291"/>
                </a:lnTo>
                <a:lnTo>
                  <a:pt x="14383" y="25806"/>
                </a:lnTo>
                <a:lnTo>
                  <a:pt x="15173" y="24783"/>
                </a:lnTo>
                <a:lnTo>
                  <a:pt x="17694" y="25901"/>
                </a:lnTo>
                <a:lnTo>
                  <a:pt x="18717" y="24878"/>
                </a:lnTo>
                <a:lnTo>
                  <a:pt x="17665" y="22232"/>
                </a:lnTo>
                <a:lnTo>
                  <a:pt x="18988" y="21363"/>
                </a:lnTo>
                <a:lnTo>
                  <a:pt x="21041" y="22452"/>
                </a:lnTo>
                <a:lnTo>
                  <a:pt x="22328" y="21370"/>
                </a:lnTo>
                <a:lnTo>
                  <a:pt x="21180" y="18914"/>
                </a:lnTo>
                <a:lnTo>
                  <a:pt x="22328" y="17767"/>
                </a:lnTo>
                <a:lnTo>
                  <a:pt x="24557" y="18870"/>
                </a:lnTo>
                <a:lnTo>
                  <a:pt x="25814" y="17920"/>
                </a:lnTo>
                <a:lnTo>
                  <a:pt x="24711" y="15377"/>
                </a:lnTo>
                <a:lnTo>
                  <a:pt x="25566" y="14522"/>
                </a:lnTo>
                <a:lnTo>
                  <a:pt x="28233" y="14887"/>
                </a:lnTo>
                <a:lnTo>
                  <a:pt x="29534" y="14814"/>
                </a:lnTo>
                <a:lnTo>
                  <a:pt x="31566" y="15231"/>
                </a:lnTo>
                <a:lnTo>
                  <a:pt x="32765" y="14580"/>
                </a:lnTo>
                <a:lnTo>
                  <a:pt x="31815" y="11781"/>
                </a:lnTo>
                <a:lnTo>
                  <a:pt x="32794" y="10816"/>
                </a:lnTo>
                <a:lnTo>
                  <a:pt x="35052" y="11700"/>
                </a:lnTo>
                <a:lnTo>
                  <a:pt x="36244" y="11116"/>
                </a:lnTo>
                <a:lnTo>
                  <a:pt x="35352" y="8251"/>
                </a:lnTo>
                <a:lnTo>
                  <a:pt x="36090" y="7513"/>
                </a:lnTo>
                <a:lnTo>
                  <a:pt x="38758" y="7871"/>
                </a:lnTo>
                <a:lnTo>
                  <a:pt x="40198" y="7798"/>
                </a:lnTo>
                <a:lnTo>
                  <a:pt x="41915" y="8192"/>
                </a:lnTo>
                <a:lnTo>
                  <a:pt x="43457" y="7571"/>
                </a:lnTo>
                <a:lnTo>
                  <a:pt x="45789" y="8346"/>
                </a:lnTo>
                <a:lnTo>
                  <a:pt x="46549" y="7586"/>
                </a:lnTo>
                <a:lnTo>
                  <a:pt x="45994" y="4399"/>
                </a:lnTo>
                <a:lnTo>
                  <a:pt x="48369" y="3880"/>
                </a:lnTo>
                <a:lnTo>
                  <a:pt x="51161" y="4341"/>
                </a:lnTo>
                <a:lnTo>
                  <a:pt x="55568" y="4341"/>
                </a:lnTo>
                <a:lnTo>
                  <a:pt x="58053" y="4633"/>
                </a:lnTo>
                <a:lnTo>
                  <a:pt x="60318" y="4334"/>
                </a:lnTo>
                <a:lnTo>
                  <a:pt x="60530" y="4312"/>
                </a:lnTo>
                <a:lnTo>
                  <a:pt x="60106" y="1045"/>
                </a:lnTo>
                <a:lnTo>
                  <a:pt x="60618" y="533"/>
                </a:lnTo>
                <a:lnTo>
                  <a:pt x="64879" y="855"/>
                </a:lnTo>
                <a:lnTo>
                  <a:pt x="66319" y="577"/>
                </a:lnTo>
                <a:lnTo>
                  <a:pt x="68489" y="1118"/>
                </a:lnTo>
                <a:lnTo>
                  <a:pt x="73671" y="0"/>
                </a:lnTo>
                <a:lnTo>
                  <a:pt x="74592" y="1125"/>
                </a:lnTo>
                <a:lnTo>
                  <a:pt x="74051" y="4260"/>
                </a:lnTo>
                <a:lnTo>
                  <a:pt x="77618" y="5225"/>
                </a:lnTo>
                <a:lnTo>
                  <a:pt x="81586" y="3500"/>
                </a:lnTo>
                <a:lnTo>
                  <a:pt x="85496" y="4487"/>
                </a:lnTo>
                <a:lnTo>
                  <a:pt x="87952" y="3902"/>
                </a:lnTo>
                <a:lnTo>
                  <a:pt x="88873" y="4823"/>
                </a:lnTo>
                <a:lnTo>
                  <a:pt x="87821" y="7469"/>
                </a:lnTo>
                <a:lnTo>
                  <a:pt x="89041" y="8280"/>
                </a:lnTo>
                <a:lnTo>
                  <a:pt x="91095" y="7688"/>
                </a:lnTo>
                <a:lnTo>
                  <a:pt x="92959" y="8032"/>
                </a:lnTo>
                <a:lnTo>
                  <a:pt x="94318" y="7842"/>
                </a:lnTo>
                <a:lnTo>
                  <a:pt x="96204" y="7842"/>
                </a:lnTo>
                <a:lnTo>
                  <a:pt x="98199" y="7498"/>
                </a:lnTo>
                <a:lnTo>
                  <a:pt x="99376" y="8068"/>
                </a:lnTo>
                <a:lnTo>
                  <a:pt x="98506" y="10948"/>
                </a:lnTo>
                <a:lnTo>
                  <a:pt x="99493" y="11927"/>
                </a:lnTo>
                <a:lnTo>
                  <a:pt x="101824" y="10758"/>
                </a:lnTo>
                <a:lnTo>
                  <a:pt x="102994" y="11927"/>
                </a:lnTo>
                <a:lnTo>
                  <a:pt x="101824" y="14266"/>
                </a:lnTo>
                <a:lnTo>
                  <a:pt x="102987" y="15421"/>
                </a:lnTo>
                <a:lnTo>
                  <a:pt x="105208" y="14412"/>
                </a:lnTo>
                <a:lnTo>
                  <a:pt x="106626" y="15289"/>
                </a:lnTo>
                <a:lnTo>
                  <a:pt x="108848" y="14273"/>
                </a:lnTo>
                <a:lnTo>
                  <a:pt x="109908" y="15333"/>
                </a:lnTo>
                <a:lnTo>
                  <a:pt x="108863" y="17986"/>
                </a:lnTo>
                <a:lnTo>
                  <a:pt x="110149" y="18834"/>
                </a:lnTo>
                <a:lnTo>
                  <a:pt x="112298" y="17767"/>
                </a:lnTo>
                <a:lnTo>
                  <a:pt x="113518" y="18900"/>
                </a:lnTo>
                <a:lnTo>
                  <a:pt x="112349" y="21283"/>
                </a:lnTo>
                <a:lnTo>
                  <a:pt x="113423" y="22350"/>
                </a:lnTo>
                <a:lnTo>
                  <a:pt x="116047" y="21297"/>
                </a:lnTo>
                <a:lnTo>
                  <a:pt x="116910" y="22562"/>
                </a:lnTo>
                <a:lnTo>
                  <a:pt x="115843" y="24776"/>
                </a:lnTo>
                <a:lnTo>
                  <a:pt x="116800" y="25734"/>
                </a:lnTo>
                <a:lnTo>
                  <a:pt x="119753" y="24922"/>
                </a:lnTo>
                <a:lnTo>
                  <a:pt x="120674" y="27071"/>
                </a:lnTo>
                <a:lnTo>
                  <a:pt x="118854" y="30923"/>
                </a:lnTo>
                <a:lnTo>
                  <a:pt x="120381" y="32962"/>
                </a:lnTo>
                <a:lnTo>
                  <a:pt x="122925" y="31858"/>
                </a:lnTo>
                <a:lnTo>
                  <a:pt x="123941" y="32867"/>
                </a:lnTo>
                <a:lnTo>
                  <a:pt x="122888" y="35512"/>
                </a:lnTo>
                <a:lnTo>
                  <a:pt x="123868" y="36163"/>
                </a:lnTo>
                <a:lnTo>
                  <a:pt x="126769" y="35483"/>
                </a:lnTo>
                <a:lnTo>
                  <a:pt x="127836" y="37734"/>
                </a:lnTo>
                <a:lnTo>
                  <a:pt x="126455" y="40899"/>
                </a:lnTo>
                <a:lnTo>
                  <a:pt x="127113" y="43523"/>
                </a:lnTo>
                <a:lnTo>
                  <a:pt x="126528" y="45978"/>
                </a:lnTo>
                <a:lnTo>
                  <a:pt x="127230" y="46673"/>
                </a:lnTo>
                <a:lnTo>
                  <a:pt x="130394" y="46103"/>
                </a:lnTo>
                <a:lnTo>
                  <a:pt x="131257" y="49728"/>
                </a:lnTo>
                <a:lnTo>
                  <a:pt x="129737" y="53587"/>
                </a:lnTo>
                <a:lnTo>
                  <a:pt x="130599" y="57534"/>
                </a:lnTo>
                <a:lnTo>
                  <a:pt x="130051" y="60026"/>
                </a:lnTo>
                <a:lnTo>
                  <a:pt x="130957" y="60917"/>
                </a:lnTo>
                <a:lnTo>
                  <a:pt x="133603" y="59872"/>
                </a:lnTo>
                <a:lnTo>
                  <a:pt x="134341" y="60976"/>
                </a:lnTo>
                <a:lnTo>
                  <a:pt x="133954" y="63256"/>
                </a:lnTo>
                <a:lnTo>
                  <a:pt x="134056" y="65975"/>
                </a:lnTo>
                <a:lnTo>
                  <a:pt x="134465" y="68979"/>
                </a:lnTo>
                <a:lnTo>
                  <a:pt x="133822" y="71573"/>
                </a:lnTo>
                <a:lnTo>
                  <a:pt x="134407" y="74036"/>
                </a:lnTo>
                <a:lnTo>
                  <a:pt x="133727" y="74701"/>
                </a:lnTo>
                <a:lnTo>
                  <a:pt x="130519" y="74183"/>
                </a:lnTo>
                <a:lnTo>
                  <a:pt x="129576" y="78918"/>
                </a:lnTo>
                <a:lnTo>
                  <a:pt x="131556" y="84071"/>
                </a:lnTo>
                <a:lnTo>
                  <a:pt x="130394" y="88800"/>
                </a:lnTo>
                <a:lnTo>
                  <a:pt x="127230" y="88223"/>
                </a:lnTo>
                <a:lnTo>
                  <a:pt x="126528" y="88924"/>
                </a:lnTo>
                <a:lnTo>
                  <a:pt x="127113" y="91380"/>
                </a:lnTo>
                <a:lnTo>
                  <a:pt x="126455" y="94011"/>
                </a:lnTo>
                <a:lnTo>
                  <a:pt x="127829" y="97139"/>
                </a:lnTo>
                <a:lnTo>
                  <a:pt x="126740" y="99470"/>
                </a:lnTo>
                <a:lnTo>
                  <a:pt x="123838" y="98623"/>
                </a:lnTo>
                <a:lnTo>
                  <a:pt x="122866" y="99595"/>
                </a:lnTo>
                <a:lnTo>
                  <a:pt x="124036" y="101933"/>
                </a:lnTo>
                <a:lnTo>
                  <a:pt x="122866" y="103103"/>
                </a:lnTo>
                <a:lnTo>
                  <a:pt x="120528" y="101934"/>
                </a:lnTo>
                <a:lnTo>
                  <a:pt x="119365" y="103088"/>
                </a:lnTo>
                <a:lnTo>
                  <a:pt x="120381" y="105317"/>
                </a:lnTo>
                <a:lnTo>
                  <a:pt x="119504" y="106721"/>
                </a:lnTo>
                <a:lnTo>
                  <a:pt x="120520" y="108950"/>
                </a:lnTo>
                <a:lnTo>
                  <a:pt x="119453" y="110017"/>
                </a:lnTo>
                <a:lnTo>
                  <a:pt x="116807" y="108965"/>
                </a:lnTo>
                <a:lnTo>
                  <a:pt x="115945" y="110266"/>
                </a:lnTo>
                <a:lnTo>
                  <a:pt x="117019" y="112400"/>
                </a:lnTo>
                <a:lnTo>
                  <a:pt x="115886" y="113620"/>
                </a:lnTo>
                <a:lnTo>
                  <a:pt x="113496" y="112458"/>
                </a:lnTo>
                <a:lnTo>
                  <a:pt x="112437" y="113518"/>
                </a:lnTo>
                <a:lnTo>
                  <a:pt x="113489" y="116164"/>
                </a:lnTo>
                <a:lnTo>
                  <a:pt x="112166" y="117041"/>
                </a:lnTo>
                <a:lnTo>
                  <a:pt x="110113" y="115952"/>
                </a:lnTo>
                <a:lnTo>
                  <a:pt x="108826" y="117033"/>
                </a:lnTo>
                <a:lnTo>
                  <a:pt x="109973" y="119489"/>
                </a:lnTo>
                <a:lnTo>
                  <a:pt x="108826" y="120637"/>
                </a:lnTo>
                <a:lnTo>
                  <a:pt x="106597" y="119533"/>
                </a:lnTo>
                <a:lnTo>
                  <a:pt x="105230" y="120549"/>
                </a:lnTo>
                <a:lnTo>
                  <a:pt x="103001" y="119445"/>
                </a:lnTo>
                <a:lnTo>
                  <a:pt x="101824" y="120622"/>
                </a:lnTo>
                <a:lnTo>
                  <a:pt x="102994" y="122961"/>
                </a:lnTo>
                <a:lnTo>
                  <a:pt x="101824" y="124130"/>
                </a:lnTo>
                <a:lnTo>
                  <a:pt x="99486" y="122961"/>
                </a:lnTo>
                <a:lnTo>
                  <a:pt x="98514" y="123940"/>
                </a:lnTo>
                <a:lnTo>
                  <a:pt x="99376" y="126827"/>
                </a:lnTo>
                <a:lnTo>
                  <a:pt x="97059" y="127931"/>
                </a:lnTo>
                <a:lnTo>
                  <a:pt x="93894" y="126549"/>
                </a:lnTo>
                <a:lnTo>
                  <a:pt x="91271" y="127200"/>
                </a:lnTo>
                <a:lnTo>
                  <a:pt x="88815" y="126615"/>
                </a:lnTo>
                <a:lnTo>
                  <a:pt x="88121" y="127317"/>
                </a:lnTo>
                <a:lnTo>
                  <a:pt x="88691" y="130489"/>
                </a:lnTo>
                <a:lnTo>
                  <a:pt x="85058" y="131344"/>
                </a:lnTo>
                <a:lnTo>
                  <a:pt x="81199" y="129824"/>
                </a:lnTo>
                <a:lnTo>
                  <a:pt x="77253" y="130686"/>
                </a:lnTo>
                <a:lnTo>
                  <a:pt x="74768" y="130138"/>
                </a:lnTo>
                <a:lnTo>
                  <a:pt x="73861" y="131044"/>
                </a:lnTo>
                <a:lnTo>
                  <a:pt x="74914" y="133690"/>
                </a:lnTo>
                <a:lnTo>
                  <a:pt x="73803" y="134428"/>
                </a:lnTo>
                <a:lnTo>
                  <a:pt x="71530" y="134034"/>
                </a:lnTo>
                <a:lnTo>
                  <a:pt x="68804" y="134136"/>
                </a:lnTo>
                <a:lnTo>
                  <a:pt x="65800" y="1345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72537" y="1561924"/>
            <a:ext cx="135255" cy="134620"/>
          </a:xfrm>
          <a:custGeom>
            <a:avLst/>
            <a:gdLst/>
            <a:ahLst/>
            <a:cxnLst/>
            <a:rect l="l" t="t" r="r" b="b"/>
            <a:pathLst>
              <a:path w="135255" h="134619">
                <a:moveTo>
                  <a:pt x="69272" y="134260"/>
                </a:moveTo>
                <a:lnTo>
                  <a:pt x="65530" y="133653"/>
                </a:lnTo>
                <a:lnTo>
                  <a:pt x="63651" y="133588"/>
                </a:lnTo>
                <a:lnTo>
                  <a:pt x="63995" y="130269"/>
                </a:lnTo>
                <a:lnTo>
                  <a:pt x="63476" y="129751"/>
                </a:lnTo>
                <a:lnTo>
                  <a:pt x="60816" y="130116"/>
                </a:lnTo>
                <a:lnTo>
                  <a:pt x="59149" y="130021"/>
                </a:lnTo>
                <a:lnTo>
                  <a:pt x="57943" y="130226"/>
                </a:lnTo>
                <a:lnTo>
                  <a:pt x="53405" y="129677"/>
                </a:lnTo>
                <a:lnTo>
                  <a:pt x="49611" y="130774"/>
                </a:lnTo>
                <a:lnTo>
                  <a:pt x="45994" y="130028"/>
                </a:lnTo>
                <a:lnTo>
                  <a:pt x="46520" y="126827"/>
                </a:lnTo>
                <a:lnTo>
                  <a:pt x="45840" y="126147"/>
                </a:lnTo>
                <a:lnTo>
                  <a:pt x="43384" y="126732"/>
                </a:lnTo>
                <a:lnTo>
                  <a:pt x="40739" y="126074"/>
                </a:lnTo>
                <a:lnTo>
                  <a:pt x="37625" y="127441"/>
                </a:lnTo>
                <a:lnTo>
                  <a:pt x="35286" y="126374"/>
                </a:lnTo>
                <a:lnTo>
                  <a:pt x="36134" y="123458"/>
                </a:lnTo>
                <a:lnTo>
                  <a:pt x="35162" y="122493"/>
                </a:lnTo>
                <a:lnTo>
                  <a:pt x="32823" y="123662"/>
                </a:lnTo>
                <a:lnTo>
                  <a:pt x="31654" y="122493"/>
                </a:lnTo>
                <a:lnTo>
                  <a:pt x="32823" y="120154"/>
                </a:lnTo>
                <a:lnTo>
                  <a:pt x="31661" y="118999"/>
                </a:lnTo>
                <a:lnTo>
                  <a:pt x="29439" y="120008"/>
                </a:lnTo>
                <a:lnTo>
                  <a:pt x="28021" y="119131"/>
                </a:lnTo>
                <a:lnTo>
                  <a:pt x="25800" y="120147"/>
                </a:lnTo>
                <a:lnTo>
                  <a:pt x="24733" y="119080"/>
                </a:lnTo>
                <a:lnTo>
                  <a:pt x="25785" y="116434"/>
                </a:lnTo>
                <a:lnTo>
                  <a:pt x="24491" y="115586"/>
                </a:lnTo>
                <a:lnTo>
                  <a:pt x="22342" y="116653"/>
                </a:lnTo>
                <a:lnTo>
                  <a:pt x="21122" y="115513"/>
                </a:lnTo>
                <a:lnTo>
                  <a:pt x="22291" y="113138"/>
                </a:lnTo>
                <a:lnTo>
                  <a:pt x="21217" y="112071"/>
                </a:lnTo>
                <a:lnTo>
                  <a:pt x="18593" y="113130"/>
                </a:lnTo>
                <a:lnTo>
                  <a:pt x="17731" y="111859"/>
                </a:lnTo>
                <a:lnTo>
                  <a:pt x="18790" y="109644"/>
                </a:lnTo>
                <a:lnTo>
                  <a:pt x="17833" y="108687"/>
                </a:lnTo>
                <a:lnTo>
                  <a:pt x="14888" y="109505"/>
                </a:lnTo>
                <a:lnTo>
                  <a:pt x="13967" y="107357"/>
                </a:lnTo>
                <a:lnTo>
                  <a:pt x="15786" y="103498"/>
                </a:lnTo>
                <a:lnTo>
                  <a:pt x="14259" y="101459"/>
                </a:lnTo>
                <a:lnTo>
                  <a:pt x="11716" y="102562"/>
                </a:lnTo>
                <a:lnTo>
                  <a:pt x="10700" y="101554"/>
                </a:lnTo>
                <a:lnTo>
                  <a:pt x="11752" y="98908"/>
                </a:lnTo>
                <a:lnTo>
                  <a:pt x="10773" y="98257"/>
                </a:lnTo>
                <a:lnTo>
                  <a:pt x="7871" y="98937"/>
                </a:lnTo>
                <a:lnTo>
                  <a:pt x="6797" y="96686"/>
                </a:lnTo>
                <a:lnTo>
                  <a:pt x="8178" y="93521"/>
                </a:lnTo>
                <a:lnTo>
                  <a:pt x="7528" y="90898"/>
                </a:lnTo>
                <a:lnTo>
                  <a:pt x="8112" y="88442"/>
                </a:lnTo>
                <a:lnTo>
                  <a:pt x="7425" y="87762"/>
                </a:lnTo>
                <a:lnTo>
                  <a:pt x="4231" y="88296"/>
                </a:lnTo>
                <a:lnTo>
                  <a:pt x="3245" y="83523"/>
                </a:lnTo>
                <a:lnTo>
                  <a:pt x="4970" y="78502"/>
                </a:lnTo>
                <a:lnTo>
                  <a:pt x="4070" y="73401"/>
                </a:lnTo>
                <a:lnTo>
                  <a:pt x="4567" y="70864"/>
                </a:lnTo>
                <a:lnTo>
                  <a:pt x="3800" y="70104"/>
                </a:lnTo>
                <a:lnTo>
                  <a:pt x="855" y="70923"/>
                </a:lnTo>
                <a:lnTo>
                  <a:pt x="0" y="68920"/>
                </a:lnTo>
                <a:lnTo>
                  <a:pt x="599" y="65178"/>
                </a:lnTo>
                <a:lnTo>
                  <a:pt x="665" y="63300"/>
                </a:lnTo>
                <a:lnTo>
                  <a:pt x="3990" y="63644"/>
                </a:lnTo>
                <a:lnTo>
                  <a:pt x="4502" y="63125"/>
                </a:lnTo>
                <a:lnTo>
                  <a:pt x="4144" y="60464"/>
                </a:lnTo>
                <a:lnTo>
                  <a:pt x="4231" y="58805"/>
                </a:lnTo>
                <a:lnTo>
                  <a:pt x="4034" y="57592"/>
                </a:lnTo>
                <a:lnTo>
                  <a:pt x="4582" y="53061"/>
                </a:lnTo>
                <a:lnTo>
                  <a:pt x="3486" y="49267"/>
                </a:lnTo>
                <a:lnTo>
                  <a:pt x="4231" y="45650"/>
                </a:lnTo>
                <a:lnTo>
                  <a:pt x="7425" y="46183"/>
                </a:lnTo>
                <a:lnTo>
                  <a:pt x="8112" y="45496"/>
                </a:lnTo>
                <a:lnTo>
                  <a:pt x="7528" y="43041"/>
                </a:lnTo>
                <a:lnTo>
                  <a:pt x="8193" y="40387"/>
                </a:lnTo>
                <a:lnTo>
                  <a:pt x="6826" y="37318"/>
                </a:lnTo>
                <a:lnTo>
                  <a:pt x="7886" y="34957"/>
                </a:lnTo>
                <a:lnTo>
                  <a:pt x="10809" y="35790"/>
                </a:lnTo>
                <a:lnTo>
                  <a:pt x="11679" y="34921"/>
                </a:lnTo>
                <a:lnTo>
                  <a:pt x="10627" y="32275"/>
                </a:lnTo>
                <a:lnTo>
                  <a:pt x="11591" y="31639"/>
                </a:lnTo>
                <a:lnTo>
                  <a:pt x="14522" y="32289"/>
                </a:lnTo>
                <a:lnTo>
                  <a:pt x="15034" y="31157"/>
                </a:lnTo>
                <a:lnTo>
                  <a:pt x="14698" y="29227"/>
                </a:lnTo>
                <a:lnTo>
                  <a:pt x="14698" y="27802"/>
                </a:lnTo>
                <a:lnTo>
                  <a:pt x="14354" y="25346"/>
                </a:lnTo>
                <a:lnTo>
                  <a:pt x="15136" y="24315"/>
                </a:lnTo>
                <a:lnTo>
                  <a:pt x="17679" y="25419"/>
                </a:lnTo>
                <a:lnTo>
                  <a:pt x="18695" y="24411"/>
                </a:lnTo>
                <a:lnTo>
                  <a:pt x="17643" y="21758"/>
                </a:lnTo>
                <a:lnTo>
                  <a:pt x="18907" y="20924"/>
                </a:lnTo>
                <a:lnTo>
                  <a:pt x="21129" y="21977"/>
                </a:lnTo>
                <a:lnTo>
                  <a:pt x="22299" y="20807"/>
                </a:lnTo>
                <a:lnTo>
                  <a:pt x="21129" y="18469"/>
                </a:lnTo>
                <a:lnTo>
                  <a:pt x="22203" y="17394"/>
                </a:lnTo>
                <a:lnTo>
                  <a:pt x="24849" y="18447"/>
                </a:lnTo>
                <a:lnTo>
                  <a:pt x="25624" y="17292"/>
                </a:lnTo>
                <a:lnTo>
                  <a:pt x="24681" y="14800"/>
                </a:lnTo>
                <a:lnTo>
                  <a:pt x="26450" y="13418"/>
                </a:lnTo>
                <a:lnTo>
                  <a:pt x="31281" y="15552"/>
                </a:lnTo>
                <a:lnTo>
                  <a:pt x="32772" y="13733"/>
                </a:lnTo>
                <a:lnTo>
                  <a:pt x="31639" y="11445"/>
                </a:lnTo>
                <a:lnTo>
                  <a:pt x="32845" y="10297"/>
                </a:lnTo>
                <a:lnTo>
                  <a:pt x="35154" y="11467"/>
                </a:lnTo>
                <a:lnTo>
                  <a:pt x="36156" y="10466"/>
                </a:lnTo>
                <a:lnTo>
                  <a:pt x="35257" y="7615"/>
                </a:lnTo>
                <a:lnTo>
                  <a:pt x="37537" y="6468"/>
                </a:lnTo>
                <a:lnTo>
                  <a:pt x="40797" y="7864"/>
                </a:lnTo>
                <a:lnTo>
                  <a:pt x="43384" y="7220"/>
                </a:lnTo>
                <a:lnTo>
                  <a:pt x="45840" y="7805"/>
                </a:lnTo>
                <a:lnTo>
                  <a:pt x="46541" y="7104"/>
                </a:lnTo>
                <a:lnTo>
                  <a:pt x="45964" y="3939"/>
                </a:lnTo>
                <a:lnTo>
                  <a:pt x="48310" y="3369"/>
                </a:lnTo>
                <a:lnTo>
                  <a:pt x="51175" y="3866"/>
                </a:lnTo>
                <a:lnTo>
                  <a:pt x="56722" y="3866"/>
                </a:lnTo>
                <a:lnTo>
                  <a:pt x="60377" y="4085"/>
                </a:lnTo>
                <a:lnTo>
                  <a:pt x="63819" y="3859"/>
                </a:lnTo>
                <a:lnTo>
                  <a:pt x="64002" y="3844"/>
                </a:lnTo>
                <a:lnTo>
                  <a:pt x="63621" y="548"/>
                </a:lnTo>
                <a:lnTo>
                  <a:pt x="64089" y="87"/>
                </a:lnTo>
                <a:lnTo>
                  <a:pt x="67861" y="409"/>
                </a:lnTo>
                <a:lnTo>
                  <a:pt x="70477" y="0"/>
                </a:lnTo>
                <a:lnTo>
                  <a:pt x="71318" y="840"/>
                </a:lnTo>
                <a:lnTo>
                  <a:pt x="70265" y="3493"/>
                </a:lnTo>
                <a:lnTo>
                  <a:pt x="71508" y="4312"/>
                </a:lnTo>
                <a:lnTo>
                  <a:pt x="73518" y="3683"/>
                </a:lnTo>
                <a:lnTo>
                  <a:pt x="77676" y="4589"/>
                </a:lnTo>
                <a:lnTo>
                  <a:pt x="81506" y="3135"/>
                </a:lnTo>
                <a:lnTo>
                  <a:pt x="85460" y="3998"/>
                </a:lnTo>
                <a:lnTo>
                  <a:pt x="87945" y="3449"/>
                </a:lnTo>
                <a:lnTo>
                  <a:pt x="88851" y="4348"/>
                </a:lnTo>
                <a:lnTo>
                  <a:pt x="87799" y="6994"/>
                </a:lnTo>
                <a:lnTo>
                  <a:pt x="89019" y="7805"/>
                </a:lnTo>
                <a:lnTo>
                  <a:pt x="91073" y="7213"/>
                </a:lnTo>
                <a:lnTo>
                  <a:pt x="92937" y="7557"/>
                </a:lnTo>
                <a:lnTo>
                  <a:pt x="94289" y="7367"/>
                </a:lnTo>
                <a:lnTo>
                  <a:pt x="96196" y="7367"/>
                </a:lnTo>
                <a:lnTo>
                  <a:pt x="98155" y="7023"/>
                </a:lnTo>
                <a:lnTo>
                  <a:pt x="99346" y="7579"/>
                </a:lnTo>
                <a:lnTo>
                  <a:pt x="98499" y="10488"/>
                </a:lnTo>
                <a:lnTo>
                  <a:pt x="99376" y="11357"/>
                </a:lnTo>
                <a:lnTo>
                  <a:pt x="102021" y="10312"/>
                </a:lnTo>
                <a:lnTo>
                  <a:pt x="102665" y="11270"/>
                </a:lnTo>
                <a:lnTo>
                  <a:pt x="102007" y="14200"/>
                </a:lnTo>
                <a:lnTo>
                  <a:pt x="103140" y="14712"/>
                </a:lnTo>
                <a:lnTo>
                  <a:pt x="105069" y="14376"/>
                </a:lnTo>
                <a:lnTo>
                  <a:pt x="106517" y="14376"/>
                </a:lnTo>
                <a:lnTo>
                  <a:pt x="108936" y="14032"/>
                </a:lnTo>
                <a:lnTo>
                  <a:pt x="109988" y="14793"/>
                </a:lnTo>
                <a:lnTo>
                  <a:pt x="108899" y="17365"/>
                </a:lnTo>
                <a:lnTo>
                  <a:pt x="109995" y="18461"/>
                </a:lnTo>
                <a:lnTo>
                  <a:pt x="112334" y="17292"/>
                </a:lnTo>
                <a:lnTo>
                  <a:pt x="113504" y="18461"/>
                </a:lnTo>
                <a:lnTo>
                  <a:pt x="112334" y="20800"/>
                </a:lnTo>
                <a:lnTo>
                  <a:pt x="113489" y="21948"/>
                </a:lnTo>
                <a:lnTo>
                  <a:pt x="115886" y="20793"/>
                </a:lnTo>
                <a:lnTo>
                  <a:pt x="116997" y="22006"/>
                </a:lnTo>
                <a:lnTo>
                  <a:pt x="115835" y="24294"/>
                </a:lnTo>
                <a:lnTo>
                  <a:pt x="116793" y="25258"/>
                </a:lnTo>
                <a:lnTo>
                  <a:pt x="119745" y="24447"/>
                </a:lnTo>
                <a:lnTo>
                  <a:pt x="120666" y="26596"/>
                </a:lnTo>
                <a:lnTo>
                  <a:pt x="118847" y="30448"/>
                </a:lnTo>
                <a:lnTo>
                  <a:pt x="120374" y="32487"/>
                </a:lnTo>
                <a:lnTo>
                  <a:pt x="122917" y="31383"/>
                </a:lnTo>
                <a:lnTo>
                  <a:pt x="123933" y="32392"/>
                </a:lnTo>
                <a:lnTo>
                  <a:pt x="122881" y="35037"/>
                </a:lnTo>
                <a:lnTo>
                  <a:pt x="123846" y="35673"/>
                </a:lnTo>
                <a:lnTo>
                  <a:pt x="126784" y="35023"/>
                </a:lnTo>
                <a:lnTo>
                  <a:pt x="127807" y="37311"/>
                </a:lnTo>
                <a:lnTo>
                  <a:pt x="126440" y="40387"/>
                </a:lnTo>
                <a:lnTo>
                  <a:pt x="127105" y="43048"/>
                </a:lnTo>
                <a:lnTo>
                  <a:pt x="126521" y="45503"/>
                </a:lnTo>
                <a:lnTo>
                  <a:pt x="127200" y="46183"/>
                </a:lnTo>
                <a:lnTo>
                  <a:pt x="130401" y="45650"/>
                </a:lnTo>
                <a:lnTo>
                  <a:pt x="131147" y="49267"/>
                </a:lnTo>
                <a:lnTo>
                  <a:pt x="130051" y="53068"/>
                </a:lnTo>
                <a:lnTo>
                  <a:pt x="130584" y="57504"/>
                </a:lnTo>
                <a:lnTo>
                  <a:pt x="129744" y="62876"/>
                </a:lnTo>
                <a:lnTo>
                  <a:pt x="130657" y="63629"/>
                </a:lnTo>
                <a:lnTo>
                  <a:pt x="133961" y="63322"/>
                </a:lnTo>
                <a:lnTo>
                  <a:pt x="134034" y="65185"/>
                </a:lnTo>
                <a:lnTo>
                  <a:pt x="134633" y="68928"/>
                </a:lnTo>
                <a:lnTo>
                  <a:pt x="133778" y="70930"/>
                </a:lnTo>
                <a:lnTo>
                  <a:pt x="130833" y="70112"/>
                </a:lnTo>
                <a:lnTo>
                  <a:pt x="130073" y="70879"/>
                </a:lnTo>
                <a:lnTo>
                  <a:pt x="130562" y="73408"/>
                </a:lnTo>
                <a:lnTo>
                  <a:pt x="129663" y="78509"/>
                </a:lnTo>
                <a:lnTo>
                  <a:pt x="131388" y="83530"/>
                </a:lnTo>
                <a:lnTo>
                  <a:pt x="130402" y="88303"/>
                </a:lnTo>
                <a:lnTo>
                  <a:pt x="127208" y="87769"/>
                </a:lnTo>
                <a:lnTo>
                  <a:pt x="126521" y="88456"/>
                </a:lnTo>
                <a:lnTo>
                  <a:pt x="127105" y="90912"/>
                </a:lnTo>
                <a:lnTo>
                  <a:pt x="126455" y="93528"/>
                </a:lnTo>
                <a:lnTo>
                  <a:pt x="127836" y="96693"/>
                </a:lnTo>
                <a:lnTo>
                  <a:pt x="126725" y="99010"/>
                </a:lnTo>
                <a:lnTo>
                  <a:pt x="123838" y="98148"/>
                </a:lnTo>
                <a:lnTo>
                  <a:pt x="122859" y="99127"/>
                </a:lnTo>
                <a:lnTo>
                  <a:pt x="124028" y="101466"/>
                </a:lnTo>
                <a:lnTo>
                  <a:pt x="122859" y="102635"/>
                </a:lnTo>
                <a:lnTo>
                  <a:pt x="120520" y="101466"/>
                </a:lnTo>
                <a:lnTo>
                  <a:pt x="119358" y="102620"/>
                </a:lnTo>
                <a:lnTo>
                  <a:pt x="120374" y="104850"/>
                </a:lnTo>
                <a:lnTo>
                  <a:pt x="119497" y="106253"/>
                </a:lnTo>
                <a:lnTo>
                  <a:pt x="120513" y="108482"/>
                </a:lnTo>
                <a:lnTo>
                  <a:pt x="119446" y="109549"/>
                </a:lnTo>
                <a:lnTo>
                  <a:pt x="116800" y="108497"/>
                </a:lnTo>
                <a:lnTo>
                  <a:pt x="115886" y="109863"/>
                </a:lnTo>
                <a:lnTo>
                  <a:pt x="116975" y="111764"/>
                </a:lnTo>
                <a:lnTo>
                  <a:pt x="116040" y="113130"/>
                </a:lnTo>
                <a:lnTo>
                  <a:pt x="113416" y="112071"/>
                </a:lnTo>
                <a:lnTo>
                  <a:pt x="112341" y="113138"/>
                </a:lnTo>
                <a:lnTo>
                  <a:pt x="113511" y="115513"/>
                </a:lnTo>
                <a:lnTo>
                  <a:pt x="112305" y="116639"/>
                </a:lnTo>
                <a:lnTo>
                  <a:pt x="110003" y="115477"/>
                </a:lnTo>
                <a:lnTo>
                  <a:pt x="109045" y="116434"/>
                </a:lnTo>
                <a:lnTo>
                  <a:pt x="109849" y="119387"/>
                </a:lnTo>
                <a:lnTo>
                  <a:pt x="107700" y="120308"/>
                </a:lnTo>
                <a:lnTo>
                  <a:pt x="103849" y="118481"/>
                </a:lnTo>
                <a:lnTo>
                  <a:pt x="101810" y="120008"/>
                </a:lnTo>
                <a:lnTo>
                  <a:pt x="102921" y="122551"/>
                </a:lnTo>
                <a:lnTo>
                  <a:pt x="101905" y="123567"/>
                </a:lnTo>
                <a:lnTo>
                  <a:pt x="99259" y="122515"/>
                </a:lnTo>
                <a:lnTo>
                  <a:pt x="98609" y="123494"/>
                </a:lnTo>
                <a:lnTo>
                  <a:pt x="99288" y="126396"/>
                </a:lnTo>
                <a:lnTo>
                  <a:pt x="97037" y="127463"/>
                </a:lnTo>
                <a:lnTo>
                  <a:pt x="93873" y="126082"/>
                </a:lnTo>
                <a:lnTo>
                  <a:pt x="91249" y="126732"/>
                </a:lnTo>
                <a:lnTo>
                  <a:pt x="88793" y="126147"/>
                </a:lnTo>
                <a:lnTo>
                  <a:pt x="88106" y="126834"/>
                </a:lnTo>
                <a:lnTo>
                  <a:pt x="88640" y="130035"/>
                </a:lnTo>
                <a:lnTo>
                  <a:pt x="83867" y="131015"/>
                </a:lnTo>
                <a:lnTo>
                  <a:pt x="78846" y="129290"/>
                </a:lnTo>
                <a:lnTo>
                  <a:pt x="73745" y="130189"/>
                </a:lnTo>
                <a:lnTo>
                  <a:pt x="71216" y="129692"/>
                </a:lnTo>
                <a:lnTo>
                  <a:pt x="70456" y="130459"/>
                </a:lnTo>
                <a:lnTo>
                  <a:pt x="71267" y="133405"/>
                </a:lnTo>
                <a:lnTo>
                  <a:pt x="69272" y="134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44829" y="1565118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5">
                <a:moveTo>
                  <a:pt x="73451" y="127310"/>
                </a:moveTo>
                <a:lnTo>
                  <a:pt x="71405" y="126711"/>
                </a:lnTo>
                <a:lnTo>
                  <a:pt x="68445" y="127266"/>
                </a:lnTo>
                <a:lnTo>
                  <a:pt x="65785" y="126864"/>
                </a:lnTo>
                <a:lnTo>
                  <a:pt x="55560" y="126864"/>
                </a:lnTo>
                <a:lnTo>
                  <a:pt x="54032" y="127127"/>
                </a:lnTo>
                <a:lnTo>
                  <a:pt x="52731" y="126769"/>
                </a:lnTo>
                <a:lnTo>
                  <a:pt x="53345" y="123641"/>
                </a:lnTo>
                <a:lnTo>
                  <a:pt x="52731" y="123027"/>
                </a:lnTo>
                <a:lnTo>
                  <a:pt x="50064" y="123385"/>
                </a:lnTo>
                <a:lnTo>
                  <a:pt x="48514" y="123305"/>
                </a:lnTo>
                <a:lnTo>
                  <a:pt x="47038" y="123648"/>
                </a:lnTo>
                <a:lnTo>
                  <a:pt x="45401" y="123173"/>
                </a:lnTo>
                <a:lnTo>
                  <a:pt x="42981" y="123809"/>
                </a:lnTo>
                <a:lnTo>
                  <a:pt x="42046" y="122874"/>
                </a:lnTo>
                <a:lnTo>
                  <a:pt x="43098" y="120221"/>
                </a:lnTo>
                <a:lnTo>
                  <a:pt x="41878" y="119409"/>
                </a:lnTo>
                <a:lnTo>
                  <a:pt x="39824" y="120009"/>
                </a:lnTo>
                <a:lnTo>
                  <a:pt x="37960" y="119658"/>
                </a:lnTo>
                <a:lnTo>
                  <a:pt x="36608" y="119855"/>
                </a:lnTo>
                <a:lnTo>
                  <a:pt x="34774" y="119855"/>
                </a:lnTo>
                <a:lnTo>
                  <a:pt x="32654" y="120206"/>
                </a:lnTo>
                <a:lnTo>
                  <a:pt x="31499" y="119577"/>
                </a:lnTo>
                <a:lnTo>
                  <a:pt x="32442" y="116778"/>
                </a:lnTo>
                <a:lnTo>
                  <a:pt x="31426" y="115762"/>
                </a:lnTo>
                <a:lnTo>
                  <a:pt x="29088" y="116932"/>
                </a:lnTo>
                <a:lnTo>
                  <a:pt x="27918" y="115762"/>
                </a:lnTo>
                <a:lnTo>
                  <a:pt x="29088" y="113431"/>
                </a:lnTo>
                <a:lnTo>
                  <a:pt x="27918" y="112261"/>
                </a:lnTo>
                <a:lnTo>
                  <a:pt x="25696" y="113306"/>
                </a:lnTo>
                <a:lnTo>
                  <a:pt x="24432" y="112473"/>
                </a:lnTo>
                <a:lnTo>
                  <a:pt x="25484" y="109828"/>
                </a:lnTo>
                <a:lnTo>
                  <a:pt x="24659" y="109009"/>
                </a:lnTo>
                <a:lnTo>
                  <a:pt x="21998" y="109367"/>
                </a:lnTo>
                <a:lnTo>
                  <a:pt x="20975" y="109309"/>
                </a:lnTo>
                <a:lnTo>
                  <a:pt x="18307" y="109674"/>
                </a:lnTo>
                <a:lnTo>
                  <a:pt x="16912" y="108271"/>
                </a:lnTo>
                <a:lnTo>
                  <a:pt x="18600" y="103769"/>
                </a:lnTo>
                <a:lnTo>
                  <a:pt x="17789" y="101883"/>
                </a:lnTo>
                <a:lnTo>
                  <a:pt x="14836" y="102694"/>
                </a:lnTo>
                <a:lnTo>
                  <a:pt x="13879" y="101730"/>
                </a:lnTo>
                <a:lnTo>
                  <a:pt x="15041" y="99427"/>
                </a:lnTo>
                <a:lnTo>
                  <a:pt x="13915" y="98229"/>
                </a:lnTo>
                <a:lnTo>
                  <a:pt x="11532" y="99391"/>
                </a:lnTo>
                <a:lnTo>
                  <a:pt x="10473" y="98331"/>
                </a:lnTo>
                <a:lnTo>
                  <a:pt x="11525" y="95685"/>
                </a:lnTo>
                <a:lnTo>
                  <a:pt x="10509" y="95013"/>
                </a:lnTo>
                <a:lnTo>
                  <a:pt x="7695" y="95758"/>
                </a:lnTo>
                <a:lnTo>
                  <a:pt x="6709" y="93946"/>
                </a:lnTo>
                <a:lnTo>
                  <a:pt x="7454" y="89889"/>
                </a:lnTo>
                <a:lnTo>
                  <a:pt x="7454" y="87288"/>
                </a:lnTo>
                <a:lnTo>
                  <a:pt x="7717" y="85760"/>
                </a:lnTo>
                <a:lnTo>
                  <a:pt x="7367" y="84466"/>
                </a:lnTo>
                <a:lnTo>
                  <a:pt x="4231" y="85073"/>
                </a:lnTo>
                <a:lnTo>
                  <a:pt x="3610" y="84459"/>
                </a:lnTo>
                <a:lnTo>
                  <a:pt x="3968" y="81799"/>
                </a:lnTo>
                <a:lnTo>
                  <a:pt x="3888" y="80242"/>
                </a:lnTo>
                <a:lnTo>
                  <a:pt x="4231" y="78773"/>
                </a:lnTo>
                <a:lnTo>
                  <a:pt x="3763" y="77143"/>
                </a:lnTo>
                <a:lnTo>
                  <a:pt x="4392" y="74724"/>
                </a:lnTo>
                <a:lnTo>
                  <a:pt x="3456" y="73789"/>
                </a:lnTo>
                <a:lnTo>
                  <a:pt x="811" y="74841"/>
                </a:lnTo>
                <a:lnTo>
                  <a:pt x="0" y="73620"/>
                </a:lnTo>
                <a:lnTo>
                  <a:pt x="591" y="71567"/>
                </a:lnTo>
                <a:lnTo>
                  <a:pt x="36" y="68614"/>
                </a:lnTo>
                <a:lnTo>
                  <a:pt x="438" y="65961"/>
                </a:lnTo>
                <a:lnTo>
                  <a:pt x="438" y="55729"/>
                </a:lnTo>
                <a:lnTo>
                  <a:pt x="175" y="54201"/>
                </a:lnTo>
                <a:lnTo>
                  <a:pt x="533" y="52907"/>
                </a:lnTo>
                <a:lnTo>
                  <a:pt x="3661" y="53521"/>
                </a:lnTo>
                <a:lnTo>
                  <a:pt x="4275" y="52900"/>
                </a:lnTo>
                <a:lnTo>
                  <a:pt x="3917" y="50240"/>
                </a:lnTo>
                <a:lnTo>
                  <a:pt x="3997" y="48690"/>
                </a:lnTo>
                <a:lnTo>
                  <a:pt x="3654" y="47214"/>
                </a:lnTo>
                <a:lnTo>
                  <a:pt x="4129" y="45584"/>
                </a:lnTo>
                <a:lnTo>
                  <a:pt x="3493" y="43165"/>
                </a:lnTo>
                <a:lnTo>
                  <a:pt x="4436" y="42237"/>
                </a:lnTo>
                <a:lnTo>
                  <a:pt x="7082" y="43282"/>
                </a:lnTo>
                <a:lnTo>
                  <a:pt x="7893" y="42061"/>
                </a:lnTo>
                <a:lnTo>
                  <a:pt x="7301" y="40015"/>
                </a:lnTo>
                <a:lnTo>
                  <a:pt x="7652" y="38151"/>
                </a:lnTo>
                <a:lnTo>
                  <a:pt x="7454" y="36799"/>
                </a:lnTo>
                <a:lnTo>
                  <a:pt x="7454" y="34965"/>
                </a:lnTo>
                <a:lnTo>
                  <a:pt x="7103" y="32845"/>
                </a:lnTo>
                <a:lnTo>
                  <a:pt x="7732" y="31698"/>
                </a:lnTo>
                <a:lnTo>
                  <a:pt x="10524" y="32640"/>
                </a:lnTo>
                <a:lnTo>
                  <a:pt x="11547" y="31625"/>
                </a:lnTo>
                <a:lnTo>
                  <a:pt x="10378" y="29286"/>
                </a:lnTo>
                <a:lnTo>
                  <a:pt x="11547" y="28116"/>
                </a:lnTo>
                <a:lnTo>
                  <a:pt x="13886" y="29286"/>
                </a:lnTo>
                <a:lnTo>
                  <a:pt x="15055" y="28123"/>
                </a:lnTo>
                <a:lnTo>
                  <a:pt x="14003" y="25894"/>
                </a:lnTo>
                <a:lnTo>
                  <a:pt x="14843" y="24637"/>
                </a:lnTo>
                <a:lnTo>
                  <a:pt x="17489" y="25683"/>
                </a:lnTo>
                <a:lnTo>
                  <a:pt x="18307" y="24864"/>
                </a:lnTo>
                <a:lnTo>
                  <a:pt x="17949" y="22203"/>
                </a:lnTo>
                <a:lnTo>
                  <a:pt x="18001" y="21180"/>
                </a:lnTo>
                <a:lnTo>
                  <a:pt x="17650" y="18513"/>
                </a:lnTo>
                <a:lnTo>
                  <a:pt x="19046" y="17124"/>
                </a:lnTo>
                <a:lnTo>
                  <a:pt x="23548" y="18812"/>
                </a:lnTo>
                <a:lnTo>
                  <a:pt x="25433" y="18001"/>
                </a:lnTo>
                <a:lnTo>
                  <a:pt x="24622" y="15048"/>
                </a:lnTo>
                <a:lnTo>
                  <a:pt x="25587" y="14091"/>
                </a:lnTo>
                <a:lnTo>
                  <a:pt x="27889" y="15253"/>
                </a:lnTo>
                <a:lnTo>
                  <a:pt x="29095" y="14135"/>
                </a:lnTo>
                <a:lnTo>
                  <a:pt x="27926" y="11752"/>
                </a:lnTo>
                <a:lnTo>
                  <a:pt x="28993" y="10692"/>
                </a:lnTo>
                <a:lnTo>
                  <a:pt x="31638" y="11737"/>
                </a:lnTo>
                <a:lnTo>
                  <a:pt x="32303" y="10736"/>
                </a:lnTo>
                <a:lnTo>
                  <a:pt x="31587" y="7893"/>
                </a:lnTo>
                <a:lnTo>
                  <a:pt x="33780" y="6767"/>
                </a:lnTo>
                <a:lnTo>
                  <a:pt x="37076" y="8163"/>
                </a:lnTo>
                <a:lnTo>
                  <a:pt x="39649" y="7520"/>
                </a:lnTo>
                <a:lnTo>
                  <a:pt x="42104" y="8105"/>
                </a:lnTo>
                <a:lnTo>
                  <a:pt x="42806" y="7411"/>
                </a:lnTo>
                <a:lnTo>
                  <a:pt x="42236" y="4239"/>
                </a:lnTo>
                <a:lnTo>
                  <a:pt x="45825" y="3369"/>
                </a:lnTo>
                <a:lnTo>
                  <a:pt x="49698" y="4757"/>
                </a:lnTo>
                <a:lnTo>
                  <a:pt x="53045" y="4173"/>
                </a:lnTo>
                <a:lnTo>
                  <a:pt x="53301" y="4122"/>
                </a:lnTo>
                <a:lnTo>
                  <a:pt x="52811" y="899"/>
                </a:lnTo>
                <a:lnTo>
                  <a:pt x="53381" y="336"/>
                </a:lnTo>
                <a:lnTo>
                  <a:pt x="56042" y="694"/>
                </a:lnTo>
                <a:lnTo>
                  <a:pt x="57716" y="606"/>
                </a:lnTo>
                <a:lnTo>
                  <a:pt x="63204" y="613"/>
                </a:lnTo>
                <a:lnTo>
                  <a:pt x="67524" y="0"/>
                </a:lnTo>
                <a:lnTo>
                  <a:pt x="71193" y="804"/>
                </a:lnTo>
                <a:lnTo>
                  <a:pt x="73685" y="248"/>
                </a:lnTo>
                <a:lnTo>
                  <a:pt x="74584" y="1154"/>
                </a:lnTo>
                <a:lnTo>
                  <a:pt x="73532" y="3800"/>
                </a:lnTo>
                <a:lnTo>
                  <a:pt x="74811" y="4641"/>
                </a:lnTo>
                <a:lnTo>
                  <a:pt x="76755" y="3946"/>
                </a:lnTo>
                <a:lnTo>
                  <a:pt x="78772" y="4480"/>
                </a:lnTo>
                <a:lnTo>
                  <a:pt x="83925" y="3325"/>
                </a:lnTo>
                <a:lnTo>
                  <a:pt x="84860" y="4465"/>
                </a:lnTo>
                <a:lnTo>
                  <a:pt x="84312" y="7601"/>
                </a:lnTo>
                <a:lnTo>
                  <a:pt x="86599" y="8215"/>
                </a:lnTo>
                <a:lnTo>
                  <a:pt x="89567" y="7674"/>
                </a:lnTo>
                <a:lnTo>
                  <a:pt x="92403" y="7674"/>
                </a:lnTo>
                <a:lnTo>
                  <a:pt x="94478" y="7330"/>
                </a:lnTo>
                <a:lnTo>
                  <a:pt x="95640" y="7930"/>
                </a:lnTo>
                <a:lnTo>
                  <a:pt x="94719" y="10765"/>
                </a:lnTo>
                <a:lnTo>
                  <a:pt x="95728" y="11767"/>
                </a:lnTo>
                <a:lnTo>
                  <a:pt x="98067" y="10597"/>
                </a:lnTo>
                <a:lnTo>
                  <a:pt x="99236" y="11767"/>
                </a:lnTo>
                <a:lnTo>
                  <a:pt x="98067" y="14098"/>
                </a:lnTo>
                <a:lnTo>
                  <a:pt x="99236" y="15268"/>
                </a:lnTo>
                <a:lnTo>
                  <a:pt x="101458" y="14222"/>
                </a:lnTo>
                <a:lnTo>
                  <a:pt x="102722" y="15055"/>
                </a:lnTo>
                <a:lnTo>
                  <a:pt x="101670" y="17701"/>
                </a:lnTo>
                <a:lnTo>
                  <a:pt x="102489" y="18520"/>
                </a:lnTo>
                <a:lnTo>
                  <a:pt x="105156" y="18162"/>
                </a:lnTo>
                <a:lnTo>
                  <a:pt x="106158" y="18213"/>
                </a:lnTo>
                <a:lnTo>
                  <a:pt x="108869" y="17862"/>
                </a:lnTo>
                <a:lnTo>
                  <a:pt x="110251" y="19324"/>
                </a:lnTo>
                <a:lnTo>
                  <a:pt x="108533" y="23709"/>
                </a:lnTo>
                <a:lnTo>
                  <a:pt x="109366" y="25653"/>
                </a:lnTo>
                <a:lnTo>
                  <a:pt x="112311" y="24835"/>
                </a:lnTo>
                <a:lnTo>
                  <a:pt x="113276" y="25799"/>
                </a:lnTo>
                <a:lnTo>
                  <a:pt x="112107" y="28101"/>
                </a:lnTo>
                <a:lnTo>
                  <a:pt x="113233" y="29300"/>
                </a:lnTo>
                <a:lnTo>
                  <a:pt x="115615" y="28138"/>
                </a:lnTo>
                <a:lnTo>
                  <a:pt x="116682" y="29198"/>
                </a:lnTo>
                <a:lnTo>
                  <a:pt x="115630" y="31843"/>
                </a:lnTo>
                <a:lnTo>
                  <a:pt x="116638" y="32509"/>
                </a:lnTo>
                <a:lnTo>
                  <a:pt x="119474" y="31785"/>
                </a:lnTo>
                <a:lnTo>
                  <a:pt x="120439" y="33619"/>
                </a:lnTo>
                <a:lnTo>
                  <a:pt x="119701" y="37603"/>
                </a:lnTo>
                <a:lnTo>
                  <a:pt x="119701" y="40241"/>
                </a:lnTo>
                <a:lnTo>
                  <a:pt x="119438" y="41776"/>
                </a:lnTo>
                <a:lnTo>
                  <a:pt x="119788" y="43070"/>
                </a:lnTo>
                <a:lnTo>
                  <a:pt x="122924" y="42456"/>
                </a:lnTo>
                <a:lnTo>
                  <a:pt x="123538" y="43070"/>
                </a:lnTo>
                <a:lnTo>
                  <a:pt x="123187" y="45730"/>
                </a:lnTo>
                <a:lnTo>
                  <a:pt x="123260" y="47279"/>
                </a:lnTo>
                <a:lnTo>
                  <a:pt x="122924" y="48756"/>
                </a:lnTo>
                <a:lnTo>
                  <a:pt x="123392" y="50386"/>
                </a:lnTo>
                <a:lnTo>
                  <a:pt x="122763" y="52805"/>
                </a:lnTo>
                <a:lnTo>
                  <a:pt x="123699" y="53740"/>
                </a:lnTo>
                <a:lnTo>
                  <a:pt x="126344" y="52688"/>
                </a:lnTo>
                <a:lnTo>
                  <a:pt x="127156" y="53908"/>
                </a:lnTo>
                <a:lnTo>
                  <a:pt x="126564" y="55962"/>
                </a:lnTo>
                <a:lnTo>
                  <a:pt x="127119" y="58915"/>
                </a:lnTo>
                <a:lnTo>
                  <a:pt x="126717" y="61568"/>
                </a:lnTo>
                <a:lnTo>
                  <a:pt x="126717" y="71800"/>
                </a:lnTo>
                <a:lnTo>
                  <a:pt x="126980" y="73328"/>
                </a:lnTo>
                <a:lnTo>
                  <a:pt x="126630" y="74621"/>
                </a:lnTo>
                <a:lnTo>
                  <a:pt x="123494" y="74007"/>
                </a:lnTo>
                <a:lnTo>
                  <a:pt x="122880" y="74629"/>
                </a:lnTo>
                <a:lnTo>
                  <a:pt x="123231" y="77289"/>
                </a:lnTo>
                <a:lnTo>
                  <a:pt x="123158" y="78838"/>
                </a:lnTo>
                <a:lnTo>
                  <a:pt x="123494" y="80315"/>
                </a:lnTo>
                <a:lnTo>
                  <a:pt x="123026" y="81945"/>
                </a:lnTo>
                <a:lnTo>
                  <a:pt x="123655" y="84364"/>
                </a:lnTo>
                <a:lnTo>
                  <a:pt x="122719" y="85292"/>
                </a:lnTo>
                <a:lnTo>
                  <a:pt x="120074" y="84247"/>
                </a:lnTo>
                <a:lnTo>
                  <a:pt x="119262" y="85467"/>
                </a:lnTo>
                <a:lnTo>
                  <a:pt x="119854" y="87514"/>
                </a:lnTo>
                <a:lnTo>
                  <a:pt x="119503" y="89378"/>
                </a:lnTo>
                <a:lnTo>
                  <a:pt x="119701" y="90730"/>
                </a:lnTo>
                <a:lnTo>
                  <a:pt x="119701" y="92564"/>
                </a:lnTo>
                <a:lnTo>
                  <a:pt x="120052" y="94684"/>
                </a:lnTo>
                <a:lnTo>
                  <a:pt x="119423" y="95831"/>
                </a:lnTo>
                <a:lnTo>
                  <a:pt x="116624" y="94888"/>
                </a:lnTo>
                <a:lnTo>
                  <a:pt x="115608" y="95904"/>
                </a:lnTo>
                <a:lnTo>
                  <a:pt x="116777" y="98243"/>
                </a:lnTo>
                <a:lnTo>
                  <a:pt x="115608" y="99413"/>
                </a:lnTo>
                <a:lnTo>
                  <a:pt x="113269" y="98243"/>
                </a:lnTo>
                <a:lnTo>
                  <a:pt x="112100" y="99412"/>
                </a:lnTo>
                <a:lnTo>
                  <a:pt x="113145" y="101634"/>
                </a:lnTo>
                <a:lnTo>
                  <a:pt x="112312" y="102892"/>
                </a:lnTo>
                <a:lnTo>
                  <a:pt x="109666" y="101846"/>
                </a:lnTo>
                <a:lnTo>
                  <a:pt x="108847" y="102665"/>
                </a:lnTo>
                <a:lnTo>
                  <a:pt x="109198" y="105325"/>
                </a:lnTo>
                <a:lnTo>
                  <a:pt x="109147" y="106341"/>
                </a:lnTo>
                <a:lnTo>
                  <a:pt x="109505" y="109016"/>
                </a:lnTo>
                <a:lnTo>
                  <a:pt x="108109" y="110405"/>
                </a:lnTo>
                <a:lnTo>
                  <a:pt x="103607" y="108717"/>
                </a:lnTo>
                <a:lnTo>
                  <a:pt x="101714" y="109528"/>
                </a:lnTo>
                <a:lnTo>
                  <a:pt x="102525" y="112480"/>
                </a:lnTo>
                <a:lnTo>
                  <a:pt x="101568" y="113438"/>
                </a:lnTo>
                <a:lnTo>
                  <a:pt x="99266" y="112276"/>
                </a:lnTo>
                <a:lnTo>
                  <a:pt x="98060" y="113394"/>
                </a:lnTo>
                <a:lnTo>
                  <a:pt x="99222" y="115777"/>
                </a:lnTo>
                <a:lnTo>
                  <a:pt x="98162" y="116837"/>
                </a:lnTo>
                <a:lnTo>
                  <a:pt x="95516" y="115792"/>
                </a:lnTo>
                <a:lnTo>
                  <a:pt x="94837" y="116800"/>
                </a:lnTo>
                <a:lnTo>
                  <a:pt x="95582" y="119614"/>
                </a:lnTo>
                <a:lnTo>
                  <a:pt x="93784" y="120601"/>
                </a:lnTo>
                <a:lnTo>
                  <a:pt x="89713" y="119855"/>
                </a:lnTo>
                <a:lnTo>
                  <a:pt x="87119" y="119855"/>
                </a:lnTo>
                <a:lnTo>
                  <a:pt x="85591" y="119592"/>
                </a:lnTo>
                <a:lnTo>
                  <a:pt x="84297" y="119943"/>
                </a:lnTo>
                <a:lnTo>
                  <a:pt x="84911" y="123071"/>
                </a:lnTo>
                <a:lnTo>
                  <a:pt x="84290" y="123692"/>
                </a:lnTo>
                <a:lnTo>
                  <a:pt x="81630" y="123334"/>
                </a:lnTo>
                <a:lnTo>
                  <a:pt x="80080" y="123414"/>
                </a:lnTo>
                <a:lnTo>
                  <a:pt x="78604" y="123071"/>
                </a:lnTo>
                <a:lnTo>
                  <a:pt x="76974" y="123539"/>
                </a:lnTo>
                <a:lnTo>
                  <a:pt x="74555" y="122910"/>
                </a:lnTo>
                <a:lnTo>
                  <a:pt x="73620" y="123846"/>
                </a:lnTo>
                <a:lnTo>
                  <a:pt x="74672" y="126499"/>
                </a:lnTo>
                <a:lnTo>
                  <a:pt x="73451" y="1273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355164" y="1565279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5">
                <a:moveTo>
                  <a:pt x="78049" y="127295"/>
                </a:moveTo>
                <a:lnTo>
                  <a:pt x="74015" y="126717"/>
                </a:lnTo>
                <a:lnTo>
                  <a:pt x="50992" y="126717"/>
                </a:lnTo>
                <a:lnTo>
                  <a:pt x="48354" y="127112"/>
                </a:lnTo>
                <a:lnTo>
                  <a:pt x="45928" y="126666"/>
                </a:lnTo>
                <a:lnTo>
                  <a:pt x="46425" y="123451"/>
                </a:lnTo>
                <a:lnTo>
                  <a:pt x="45752" y="122778"/>
                </a:lnTo>
                <a:lnTo>
                  <a:pt x="43297" y="123363"/>
                </a:lnTo>
                <a:lnTo>
                  <a:pt x="40570" y="122683"/>
                </a:lnTo>
                <a:lnTo>
                  <a:pt x="37684" y="123991"/>
                </a:lnTo>
                <a:lnTo>
                  <a:pt x="35257" y="123056"/>
                </a:lnTo>
                <a:lnTo>
                  <a:pt x="36010" y="120044"/>
                </a:lnTo>
                <a:lnTo>
                  <a:pt x="35337" y="119372"/>
                </a:lnTo>
                <a:lnTo>
                  <a:pt x="32670" y="119738"/>
                </a:lnTo>
                <a:lnTo>
                  <a:pt x="31369" y="119664"/>
                </a:lnTo>
                <a:lnTo>
                  <a:pt x="29337" y="120081"/>
                </a:lnTo>
                <a:lnTo>
                  <a:pt x="28138" y="119431"/>
                </a:lnTo>
                <a:lnTo>
                  <a:pt x="29088" y="116632"/>
                </a:lnTo>
                <a:lnTo>
                  <a:pt x="28051" y="115608"/>
                </a:lnTo>
                <a:lnTo>
                  <a:pt x="25799" y="116741"/>
                </a:lnTo>
                <a:lnTo>
                  <a:pt x="24550" y="115725"/>
                </a:lnTo>
                <a:lnTo>
                  <a:pt x="25690" y="113240"/>
                </a:lnTo>
                <a:lnTo>
                  <a:pt x="24557" y="112115"/>
                </a:lnTo>
                <a:lnTo>
                  <a:pt x="22218" y="113284"/>
                </a:lnTo>
                <a:lnTo>
                  <a:pt x="21049" y="112115"/>
                </a:lnTo>
                <a:lnTo>
                  <a:pt x="22218" y="109776"/>
                </a:lnTo>
                <a:lnTo>
                  <a:pt x="21049" y="108606"/>
                </a:lnTo>
                <a:lnTo>
                  <a:pt x="18710" y="109776"/>
                </a:lnTo>
                <a:lnTo>
                  <a:pt x="17540" y="108606"/>
                </a:lnTo>
                <a:lnTo>
                  <a:pt x="18710" y="106275"/>
                </a:lnTo>
                <a:lnTo>
                  <a:pt x="17636" y="105201"/>
                </a:lnTo>
                <a:lnTo>
                  <a:pt x="14990" y="106246"/>
                </a:lnTo>
                <a:lnTo>
                  <a:pt x="14113" y="104930"/>
                </a:lnTo>
                <a:lnTo>
                  <a:pt x="15202" y="102869"/>
                </a:lnTo>
                <a:lnTo>
                  <a:pt x="14120" y="101590"/>
                </a:lnTo>
                <a:lnTo>
                  <a:pt x="11664" y="102737"/>
                </a:lnTo>
                <a:lnTo>
                  <a:pt x="10509" y="101590"/>
                </a:lnTo>
                <a:lnTo>
                  <a:pt x="11628" y="99354"/>
                </a:lnTo>
                <a:lnTo>
                  <a:pt x="10656" y="98097"/>
                </a:lnTo>
                <a:lnTo>
                  <a:pt x="8134" y="99207"/>
                </a:lnTo>
                <a:lnTo>
                  <a:pt x="7016" y="98097"/>
                </a:lnTo>
                <a:lnTo>
                  <a:pt x="8068" y="95875"/>
                </a:lnTo>
                <a:lnTo>
                  <a:pt x="7133" y="94471"/>
                </a:lnTo>
                <a:lnTo>
                  <a:pt x="8185" y="92249"/>
                </a:lnTo>
                <a:lnTo>
                  <a:pt x="7257" y="91321"/>
                </a:lnTo>
                <a:lnTo>
                  <a:pt x="4253" y="92081"/>
                </a:lnTo>
                <a:lnTo>
                  <a:pt x="3318" y="89655"/>
                </a:lnTo>
                <a:lnTo>
                  <a:pt x="4618" y="86768"/>
                </a:lnTo>
                <a:lnTo>
                  <a:pt x="3939" y="84027"/>
                </a:lnTo>
                <a:lnTo>
                  <a:pt x="4523" y="81572"/>
                </a:lnTo>
                <a:lnTo>
                  <a:pt x="3851" y="80907"/>
                </a:lnTo>
                <a:lnTo>
                  <a:pt x="628" y="81411"/>
                </a:lnTo>
                <a:lnTo>
                  <a:pt x="0" y="77939"/>
                </a:lnTo>
                <a:lnTo>
                  <a:pt x="584" y="73897"/>
                </a:lnTo>
                <a:lnTo>
                  <a:pt x="584" y="50927"/>
                </a:lnTo>
                <a:lnTo>
                  <a:pt x="138" y="48186"/>
                </a:lnTo>
                <a:lnTo>
                  <a:pt x="643" y="45789"/>
                </a:lnTo>
                <a:lnTo>
                  <a:pt x="3837" y="46329"/>
                </a:lnTo>
                <a:lnTo>
                  <a:pt x="4546" y="45620"/>
                </a:lnTo>
                <a:lnTo>
                  <a:pt x="3902" y="43209"/>
                </a:lnTo>
                <a:lnTo>
                  <a:pt x="4451" y="41374"/>
                </a:lnTo>
                <a:lnTo>
                  <a:pt x="3215" y="36273"/>
                </a:lnTo>
                <a:lnTo>
                  <a:pt x="4428" y="35279"/>
                </a:lnTo>
                <a:lnTo>
                  <a:pt x="7476" y="35907"/>
                </a:lnTo>
                <a:lnTo>
                  <a:pt x="8222" y="33759"/>
                </a:lnTo>
                <a:lnTo>
                  <a:pt x="6570" y="30082"/>
                </a:lnTo>
                <a:lnTo>
                  <a:pt x="7973" y="27978"/>
                </a:lnTo>
                <a:lnTo>
                  <a:pt x="10619" y="29023"/>
                </a:lnTo>
                <a:lnTo>
                  <a:pt x="11599" y="28043"/>
                </a:lnTo>
                <a:lnTo>
                  <a:pt x="10546" y="25398"/>
                </a:lnTo>
                <a:lnTo>
                  <a:pt x="11869" y="24528"/>
                </a:lnTo>
                <a:lnTo>
                  <a:pt x="13923" y="25617"/>
                </a:lnTo>
                <a:lnTo>
                  <a:pt x="15209" y="24535"/>
                </a:lnTo>
                <a:lnTo>
                  <a:pt x="14062" y="22080"/>
                </a:lnTo>
                <a:lnTo>
                  <a:pt x="15187" y="20954"/>
                </a:lnTo>
                <a:lnTo>
                  <a:pt x="17584" y="22116"/>
                </a:lnTo>
                <a:lnTo>
                  <a:pt x="18695" y="20903"/>
                </a:lnTo>
                <a:lnTo>
                  <a:pt x="17533" y="18615"/>
                </a:lnTo>
                <a:lnTo>
                  <a:pt x="18615" y="17533"/>
                </a:lnTo>
                <a:lnTo>
                  <a:pt x="21261" y="18578"/>
                </a:lnTo>
                <a:lnTo>
                  <a:pt x="22145" y="17263"/>
                </a:lnTo>
                <a:lnTo>
                  <a:pt x="21049" y="15202"/>
                </a:lnTo>
                <a:lnTo>
                  <a:pt x="22130" y="13923"/>
                </a:lnTo>
                <a:lnTo>
                  <a:pt x="24586" y="15070"/>
                </a:lnTo>
                <a:lnTo>
                  <a:pt x="25704" y="13959"/>
                </a:lnTo>
                <a:lnTo>
                  <a:pt x="24550" y="11526"/>
                </a:lnTo>
                <a:lnTo>
                  <a:pt x="25785" y="10459"/>
                </a:lnTo>
                <a:lnTo>
                  <a:pt x="28051" y="11606"/>
                </a:lnTo>
                <a:lnTo>
                  <a:pt x="29139" y="10524"/>
                </a:lnTo>
                <a:lnTo>
                  <a:pt x="28087" y="7879"/>
                </a:lnTo>
                <a:lnTo>
                  <a:pt x="29461" y="6965"/>
                </a:lnTo>
                <a:lnTo>
                  <a:pt x="31332" y="8032"/>
                </a:lnTo>
                <a:lnTo>
                  <a:pt x="32867" y="7053"/>
                </a:lnTo>
                <a:lnTo>
                  <a:pt x="35089" y="8083"/>
                </a:lnTo>
                <a:lnTo>
                  <a:pt x="36054" y="7118"/>
                </a:lnTo>
                <a:lnTo>
                  <a:pt x="35206" y="4210"/>
                </a:lnTo>
                <a:lnTo>
                  <a:pt x="36405" y="3661"/>
                </a:lnTo>
                <a:lnTo>
                  <a:pt x="38356" y="4005"/>
                </a:lnTo>
                <a:lnTo>
                  <a:pt x="41294" y="4005"/>
                </a:lnTo>
                <a:lnTo>
                  <a:pt x="44144" y="4517"/>
                </a:lnTo>
                <a:lnTo>
                  <a:pt x="46183" y="4012"/>
                </a:lnTo>
                <a:lnTo>
                  <a:pt x="46497" y="3932"/>
                </a:lnTo>
                <a:lnTo>
                  <a:pt x="45913" y="774"/>
                </a:lnTo>
                <a:lnTo>
                  <a:pt x="46571" y="124"/>
                </a:lnTo>
                <a:lnTo>
                  <a:pt x="49121" y="599"/>
                </a:lnTo>
                <a:lnTo>
                  <a:pt x="52980" y="0"/>
                </a:lnTo>
                <a:lnTo>
                  <a:pt x="56883" y="504"/>
                </a:lnTo>
                <a:lnTo>
                  <a:pt x="76434" y="504"/>
                </a:lnTo>
                <a:lnTo>
                  <a:pt x="79123" y="87"/>
                </a:lnTo>
                <a:lnTo>
                  <a:pt x="81535" y="562"/>
                </a:lnTo>
                <a:lnTo>
                  <a:pt x="81016" y="3764"/>
                </a:lnTo>
                <a:lnTo>
                  <a:pt x="81696" y="4443"/>
                </a:lnTo>
                <a:lnTo>
                  <a:pt x="84152" y="3859"/>
                </a:lnTo>
                <a:lnTo>
                  <a:pt x="86885" y="4538"/>
                </a:lnTo>
                <a:lnTo>
                  <a:pt x="89772" y="3230"/>
                </a:lnTo>
                <a:lnTo>
                  <a:pt x="92206" y="4165"/>
                </a:lnTo>
                <a:lnTo>
                  <a:pt x="91446" y="7177"/>
                </a:lnTo>
                <a:lnTo>
                  <a:pt x="92118" y="7849"/>
                </a:lnTo>
                <a:lnTo>
                  <a:pt x="94786" y="7484"/>
                </a:lnTo>
                <a:lnTo>
                  <a:pt x="96087" y="7557"/>
                </a:lnTo>
                <a:lnTo>
                  <a:pt x="98126" y="7140"/>
                </a:lnTo>
                <a:lnTo>
                  <a:pt x="99317" y="7791"/>
                </a:lnTo>
                <a:lnTo>
                  <a:pt x="98374" y="10590"/>
                </a:lnTo>
                <a:lnTo>
                  <a:pt x="99405" y="11613"/>
                </a:lnTo>
                <a:lnTo>
                  <a:pt x="101656" y="10480"/>
                </a:lnTo>
                <a:lnTo>
                  <a:pt x="102906" y="11496"/>
                </a:lnTo>
                <a:lnTo>
                  <a:pt x="101766" y="13981"/>
                </a:lnTo>
                <a:lnTo>
                  <a:pt x="102898" y="15107"/>
                </a:lnTo>
                <a:lnTo>
                  <a:pt x="105237" y="13937"/>
                </a:lnTo>
                <a:lnTo>
                  <a:pt x="106407" y="15107"/>
                </a:lnTo>
                <a:lnTo>
                  <a:pt x="105237" y="17445"/>
                </a:lnTo>
                <a:lnTo>
                  <a:pt x="106407" y="18615"/>
                </a:lnTo>
                <a:lnTo>
                  <a:pt x="108745" y="17446"/>
                </a:lnTo>
                <a:lnTo>
                  <a:pt x="109915" y="18615"/>
                </a:lnTo>
                <a:lnTo>
                  <a:pt x="108746" y="20946"/>
                </a:lnTo>
                <a:lnTo>
                  <a:pt x="109820" y="22021"/>
                </a:lnTo>
                <a:lnTo>
                  <a:pt x="112466" y="20976"/>
                </a:lnTo>
                <a:lnTo>
                  <a:pt x="113343" y="22291"/>
                </a:lnTo>
                <a:lnTo>
                  <a:pt x="112254" y="24352"/>
                </a:lnTo>
                <a:lnTo>
                  <a:pt x="113335" y="25631"/>
                </a:lnTo>
                <a:lnTo>
                  <a:pt x="115791" y="24484"/>
                </a:lnTo>
                <a:lnTo>
                  <a:pt x="116946" y="25631"/>
                </a:lnTo>
                <a:lnTo>
                  <a:pt x="115828" y="27868"/>
                </a:lnTo>
                <a:lnTo>
                  <a:pt x="116800" y="29125"/>
                </a:lnTo>
                <a:lnTo>
                  <a:pt x="119321" y="28014"/>
                </a:lnTo>
                <a:lnTo>
                  <a:pt x="120440" y="29125"/>
                </a:lnTo>
                <a:lnTo>
                  <a:pt x="119387" y="31354"/>
                </a:lnTo>
                <a:lnTo>
                  <a:pt x="120323" y="32743"/>
                </a:lnTo>
                <a:lnTo>
                  <a:pt x="119270" y="34972"/>
                </a:lnTo>
                <a:lnTo>
                  <a:pt x="120198" y="35900"/>
                </a:lnTo>
                <a:lnTo>
                  <a:pt x="123202" y="35140"/>
                </a:lnTo>
                <a:lnTo>
                  <a:pt x="124145" y="37566"/>
                </a:lnTo>
                <a:lnTo>
                  <a:pt x="122837" y="40461"/>
                </a:lnTo>
                <a:lnTo>
                  <a:pt x="123517" y="43194"/>
                </a:lnTo>
                <a:lnTo>
                  <a:pt x="122932" y="45650"/>
                </a:lnTo>
                <a:lnTo>
                  <a:pt x="123604" y="46308"/>
                </a:lnTo>
                <a:lnTo>
                  <a:pt x="126827" y="45810"/>
                </a:lnTo>
                <a:lnTo>
                  <a:pt x="127456" y="49282"/>
                </a:lnTo>
                <a:lnTo>
                  <a:pt x="126871" y="53324"/>
                </a:lnTo>
                <a:lnTo>
                  <a:pt x="126871" y="76339"/>
                </a:lnTo>
                <a:lnTo>
                  <a:pt x="127266" y="78984"/>
                </a:lnTo>
                <a:lnTo>
                  <a:pt x="126827" y="81411"/>
                </a:lnTo>
                <a:lnTo>
                  <a:pt x="123605" y="80907"/>
                </a:lnTo>
                <a:lnTo>
                  <a:pt x="122932" y="81579"/>
                </a:lnTo>
                <a:lnTo>
                  <a:pt x="123517" y="84034"/>
                </a:lnTo>
                <a:lnTo>
                  <a:pt x="122837" y="86768"/>
                </a:lnTo>
                <a:lnTo>
                  <a:pt x="124145" y="89655"/>
                </a:lnTo>
                <a:lnTo>
                  <a:pt x="123210" y="92081"/>
                </a:lnTo>
                <a:lnTo>
                  <a:pt x="120198" y="91321"/>
                </a:lnTo>
                <a:lnTo>
                  <a:pt x="119526" y="92001"/>
                </a:lnTo>
                <a:lnTo>
                  <a:pt x="119884" y="94661"/>
                </a:lnTo>
                <a:lnTo>
                  <a:pt x="119818" y="95962"/>
                </a:lnTo>
                <a:lnTo>
                  <a:pt x="120228" y="98001"/>
                </a:lnTo>
                <a:lnTo>
                  <a:pt x="119577" y="99185"/>
                </a:lnTo>
                <a:lnTo>
                  <a:pt x="116785" y="98243"/>
                </a:lnTo>
                <a:lnTo>
                  <a:pt x="115747" y="99273"/>
                </a:lnTo>
                <a:lnTo>
                  <a:pt x="116888" y="101532"/>
                </a:lnTo>
                <a:lnTo>
                  <a:pt x="115864" y="102774"/>
                </a:lnTo>
                <a:lnTo>
                  <a:pt x="113387" y="101641"/>
                </a:lnTo>
                <a:lnTo>
                  <a:pt x="112254" y="102767"/>
                </a:lnTo>
                <a:lnTo>
                  <a:pt x="113423" y="105105"/>
                </a:lnTo>
                <a:lnTo>
                  <a:pt x="112254" y="106275"/>
                </a:lnTo>
                <a:lnTo>
                  <a:pt x="109915" y="105106"/>
                </a:lnTo>
                <a:lnTo>
                  <a:pt x="108745" y="106275"/>
                </a:lnTo>
                <a:lnTo>
                  <a:pt x="109915" y="108606"/>
                </a:lnTo>
                <a:lnTo>
                  <a:pt x="108746" y="109776"/>
                </a:lnTo>
                <a:lnTo>
                  <a:pt x="106407" y="108606"/>
                </a:lnTo>
                <a:lnTo>
                  <a:pt x="105332" y="109681"/>
                </a:lnTo>
                <a:lnTo>
                  <a:pt x="106385" y="112326"/>
                </a:lnTo>
                <a:lnTo>
                  <a:pt x="105062" y="113204"/>
                </a:lnTo>
                <a:lnTo>
                  <a:pt x="103008" y="112115"/>
                </a:lnTo>
                <a:lnTo>
                  <a:pt x="101722" y="113196"/>
                </a:lnTo>
                <a:lnTo>
                  <a:pt x="102869" y="115652"/>
                </a:lnTo>
                <a:lnTo>
                  <a:pt x="101715" y="116799"/>
                </a:lnTo>
                <a:lnTo>
                  <a:pt x="99485" y="115681"/>
                </a:lnTo>
                <a:lnTo>
                  <a:pt x="98221" y="116653"/>
                </a:lnTo>
                <a:lnTo>
                  <a:pt x="99339" y="119175"/>
                </a:lnTo>
                <a:lnTo>
                  <a:pt x="98221" y="120293"/>
                </a:lnTo>
                <a:lnTo>
                  <a:pt x="95999" y="119241"/>
                </a:lnTo>
                <a:lnTo>
                  <a:pt x="94596" y="120169"/>
                </a:lnTo>
                <a:lnTo>
                  <a:pt x="92374" y="119124"/>
                </a:lnTo>
                <a:lnTo>
                  <a:pt x="91446" y="120052"/>
                </a:lnTo>
                <a:lnTo>
                  <a:pt x="92198" y="123056"/>
                </a:lnTo>
                <a:lnTo>
                  <a:pt x="89772" y="123991"/>
                </a:lnTo>
                <a:lnTo>
                  <a:pt x="86885" y="122683"/>
                </a:lnTo>
                <a:lnTo>
                  <a:pt x="84152" y="123363"/>
                </a:lnTo>
                <a:lnTo>
                  <a:pt x="81696" y="122778"/>
                </a:lnTo>
                <a:lnTo>
                  <a:pt x="81024" y="123450"/>
                </a:lnTo>
                <a:lnTo>
                  <a:pt x="81528" y="126674"/>
                </a:lnTo>
                <a:lnTo>
                  <a:pt x="78049" y="1272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986527" y="1565279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69" h="127635">
                <a:moveTo>
                  <a:pt x="78254" y="127390"/>
                </a:moveTo>
                <a:lnTo>
                  <a:pt x="74037" y="126725"/>
                </a:lnTo>
                <a:lnTo>
                  <a:pt x="51153" y="126725"/>
                </a:lnTo>
                <a:lnTo>
                  <a:pt x="48376" y="127185"/>
                </a:lnTo>
                <a:lnTo>
                  <a:pt x="45993" y="126659"/>
                </a:lnTo>
                <a:lnTo>
                  <a:pt x="46542" y="123480"/>
                </a:lnTo>
                <a:lnTo>
                  <a:pt x="45950" y="122887"/>
                </a:lnTo>
                <a:lnTo>
                  <a:pt x="43289" y="123246"/>
                </a:lnTo>
                <a:lnTo>
                  <a:pt x="41842" y="123165"/>
                </a:lnTo>
                <a:lnTo>
                  <a:pt x="40124" y="123560"/>
                </a:lnTo>
                <a:lnTo>
                  <a:pt x="38582" y="122946"/>
                </a:lnTo>
                <a:lnTo>
                  <a:pt x="36258" y="123713"/>
                </a:lnTo>
                <a:lnTo>
                  <a:pt x="35352" y="122800"/>
                </a:lnTo>
                <a:lnTo>
                  <a:pt x="36251" y="119964"/>
                </a:lnTo>
                <a:lnTo>
                  <a:pt x="35052" y="119350"/>
                </a:lnTo>
                <a:lnTo>
                  <a:pt x="32801" y="120256"/>
                </a:lnTo>
                <a:lnTo>
                  <a:pt x="31888" y="119343"/>
                </a:lnTo>
                <a:lnTo>
                  <a:pt x="32699" y="116397"/>
                </a:lnTo>
                <a:lnTo>
                  <a:pt x="30535" y="115469"/>
                </a:lnTo>
                <a:lnTo>
                  <a:pt x="26720" y="117296"/>
                </a:lnTo>
                <a:lnTo>
                  <a:pt x="24659" y="115776"/>
                </a:lnTo>
                <a:lnTo>
                  <a:pt x="25763" y="113225"/>
                </a:lnTo>
                <a:lnTo>
                  <a:pt x="24659" y="112122"/>
                </a:lnTo>
                <a:lnTo>
                  <a:pt x="22321" y="113291"/>
                </a:lnTo>
                <a:lnTo>
                  <a:pt x="21151" y="112122"/>
                </a:lnTo>
                <a:lnTo>
                  <a:pt x="22320" y="109783"/>
                </a:lnTo>
                <a:lnTo>
                  <a:pt x="21151" y="108613"/>
                </a:lnTo>
                <a:lnTo>
                  <a:pt x="18812" y="109783"/>
                </a:lnTo>
                <a:lnTo>
                  <a:pt x="17643" y="108614"/>
                </a:lnTo>
                <a:lnTo>
                  <a:pt x="18812" y="106282"/>
                </a:lnTo>
                <a:lnTo>
                  <a:pt x="17643" y="105113"/>
                </a:lnTo>
                <a:lnTo>
                  <a:pt x="15304" y="106282"/>
                </a:lnTo>
                <a:lnTo>
                  <a:pt x="14135" y="105113"/>
                </a:lnTo>
                <a:lnTo>
                  <a:pt x="15304" y="102774"/>
                </a:lnTo>
                <a:lnTo>
                  <a:pt x="14208" y="101677"/>
                </a:lnTo>
                <a:lnTo>
                  <a:pt x="11628" y="102767"/>
                </a:lnTo>
                <a:lnTo>
                  <a:pt x="10305" y="100932"/>
                </a:lnTo>
                <a:lnTo>
                  <a:pt x="12366" y="96123"/>
                </a:lnTo>
                <a:lnTo>
                  <a:pt x="10568" y="94647"/>
                </a:lnTo>
                <a:lnTo>
                  <a:pt x="8280" y="95772"/>
                </a:lnTo>
                <a:lnTo>
                  <a:pt x="7125" y="94574"/>
                </a:lnTo>
                <a:lnTo>
                  <a:pt x="8295" y="92257"/>
                </a:lnTo>
                <a:lnTo>
                  <a:pt x="7301" y="91263"/>
                </a:lnTo>
                <a:lnTo>
                  <a:pt x="4429" y="92147"/>
                </a:lnTo>
                <a:lnTo>
                  <a:pt x="3303" y="89852"/>
                </a:lnTo>
                <a:lnTo>
                  <a:pt x="4692" y="86644"/>
                </a:lnTo>
                <a:lnTo>
                  <a:pt x="4041" y="84027"/>
                </a:lnTo>
                <a:lnTo>
                  <a:pt x="4626" y="81572"/>
                </a:lnTo>
                <a:lnTo>
                  <a:pt x="3932" y="80892"/>
                </a:lnTo>
                <a:lnTo>
                  <a:pt x="752" y="81440"/>
                </a:lnTo>
                <a:lnTo>
                  <a:pt x="0" y="78063"/>
                </a:lnTo>
                <a:lnTo>
                  <a:pt x="687" y="73788"/>
                </a:lnTo>
                <a:lnTo>
                  <a:pt x="687" y="50927"/>
                </a:lnTo>
                <a:lnTo>
                  <a:pt x="233" y="48178"/>
                </a:lnTo>
                <a:lnTo>
                  <a:pt x="745" y="45789"/>
                </a:lnTo>
                <a:lnTo>
                  <a:pt x="3939" y="46329"/>
                </a:lnTo>
                <a:lnTo>
                  <a:pt x="4524" y="45738"/>
                </a:lnTo>
                <a:lnTo>
                  <a:pt x="4173" y="43077"/>
                </a:lnTo>
                <a:lnTo>
                  <a:pt x="4246" y="41637"/>
                </a:lnTo>
                <a:lnTo>
                  <a:pt x="3851" y="39920"/>
                </a:lnTo>
                <a:lnTo>
                  <a:pt x="4472" y="38378"/>
                </a:lnTo>
                <a:lnTo>
                  <a:pt x="3698" y="36054"/>
                </a:lnTo>
                <a:lnTo>
                  <a:pt x="4684" y="35074"/>
                </a:lnTo>
                <a:lnTo>
                  <a:pt x="7330" y="36119"/>
                </a:lnTo>
                <a:lnTo>
                  <a:pt x="8251" y="34745"/>
                </a:lnTo>
                <a:lnTo>
                  <a:pt x="7199" y="32896"/>
                </a:lnTo>
                <a:lnTo>
                  <a:pt x="8025" y="31522"/>
                </a:lnTo>
                <a:lnTo>
                  <a:pt x="10751" y="32509"/>
                </a:lnTo>
                <a:lnTo>
                  <a:pt x="11540" y="31719"/>
                </a:lnTo>
                <a:lnTo>
                  <a:pt x="11189" y="29059"/>
                </a:lnTo>
                <a:lnTo>
                  <a:pt x="11248" y="27911"/>
                </a:lnTo>
                <a:lnTo>
                  <a:pt x="10846" y="25529"/>
                </a:lnTo>
                <a:lnTo>
                  <a:pt x="11650" y="24462"/>
                </a:lnTo>
                <a:lnTo>
                  <a:pt x="14193" y="25565"/>
                </a:lnTo>
                <a:lnTo>
                  <a:pt x="15209" y="24557"/>
                </a:lnTo>
                <a:lnTo>
                  <a:pt x="14157" y="21911"/>
                </a:lnTo>
                <a:lnTo>
                  <a:pt x="15384" y="21092"/>
                </a:lnTo>
                <a:lnTo>
                  <a:pt x="17701" y="22116"/>
                </a:lnTo>
                <a:lnTo>
                  <a:pt x="18798" y="20917"/>
                </a:lnTo>
                <a:lnTo>
                  <a:pt x="17636" y="18629"/>
                </a:lnTo>
                <a:lnTo>
                  <a:pt x="18717" y="17548"/>
                </a:lnTo>
                <a:lnTo>
                  <a:pt x="21363" y="18593"/>
                </a:lnTo>
                <a:lnTo>
                  <a:pt x="22204" y="17329"/>
                </a:lnTo>
                <a:lnTo>
                  <a:pt x="21151" y="15114"/>
                </a:lnTo>
                <a:lnTo>
                  <a:pt x="22320" y="13944"/>
                </a:lnTo>
                <a:lnTo>
                  <a:pt x="24659" y="15114"/>
                </a:lnTo>
                <a:lnTo>
                  <a:pt x="25734" y="14040"/>
                </a:lnTo>
                <a:lnTo>
                  <a:pt x="24681" y="11394"/>
                </a:lnTo>
                <a:lnTo>
                  <a:pt x="26026" y="10502"/>
                </a:lnTo>
                <a:lnTo>
                  <a:pt x="28000" y="11591"/>
                </a:lnTo>
                <a:lnTo>
                  <a:pt x="29424" y="10517"/>
                </a:lnTo>
                <a:lnTo>
                  <a:pt x="31661" y="11620"/>
                </a:lnTo>
                <a:lnTo>
                  <a:pt x="32743" y="10539"/>
                </a:lnTo>
                <a:lnTo>
                  <a:pt x="31690" y="7893"/>
                </a:lnTo>
                <a:lnTo>
                  <a:pt x="33013" y="7016"/>
                </a:lnTo>
                <a:lnTo>
                  <a:pt x="35067" y="8105"/>
                </a:lnTo>
                <a:lnTo>
                  <a:pt x="36346" y="7023"/>
                </a:lnTo>
                <a:lnTo>
                  <a:pt x="35206" y="4567"/>
                </a:lnTo>
                <a:lnTo>
                  <a:pt x="36244" y="3530"/>
                </a:lnTo>
                <a:lnTo>
                  <a:pt x="38590" y="4268"/>
                </a:lnTo>
                <a:lnTo>
                  <a:pt x="41309" y="3215"/>
                </a:lnTo>
                <a:lnTo>
                  <a:pt x="44159" y="4531"/>
                </a:lnTo>
                <a:lnTo>
                  <a:pt x="46285" y="4012"/>
                </a:lnTo>
                <a:lnTo>
                  <a:pt x="46600" y="3932"/>
                </a:lnTo>
                <a:lnTo>
                  <a:pt x="46008" y="782"/>
                </a:lnTo>
                <a:lnTo>
                  <a:pt x="46665" y="124"/>
                </a:lnTo>
                <a:lnTo>
                  <a:pt x="49216" y="599"/>
                </a:lnTo>
                <a:lnTo>
                  <a:pt x="53082" y="0"/>
                </a:lnTo>
                <a:lnTo>
                  <a:pt x="56985" y="504"/>
                </a:lnTo>
                <a:lnTo>
                  <a:pt x="76514" y="504"/>
                </a:lnTo>
                <a:lnTo>
                  <a:pt x="79262" y="51"/>
                </a:lnTo>
                <a:lnTo>
                  <a:pt x="81652" y="570"/>
                </a:lnTo>
                <a:lnTo>
                  <a:pt x="81111" y="3756"/>
                </a:lnTo>
                <a:lnTo>
                  <a:pt x="81798" y="4443"/>
                </a:lnTo>
                <a:lnTo>
                  <a:pt x="84254" y="3859"/>
                </a:lnTo>
                <a:lnTo>
                  <a:pt x="86856" y="4502"/>
                </a:lnTo>
                <a:lnTo>
                  <a:pt x="90079" y="3113"/>
                </a:lnTo>
                <a:lnTo>
                  <a:pt x="92374" y="4246"/>
                </a:lnTo>
                <a:lnTo>
                  <a:pt x="91489" y="7118"/>
                </a:lnTo>
                <a:lnTo>
                  <a:pt x="92381" y="8002"/>
                </a:lnTo>
                <a:lnTo>
                  <a:pt x="95027" y="6958"/>
                </a:lnTo>
                <a:lnTo>
                  <a:pt x="95670" y="7915"/>
                </a:lnTo>
                <a:lnTo>
                  <a:pt x="95012" y="10846"/>
                </a:lnTo>
                <a:lnTo>
                  <a:pt x="96152" y="11357"/>
                </a:lnTo>
                <a:lnTo>
                  <a:pt x="98074" y="11021"/>
                </a:lnTo>
                <a:lnTo>
                  <a:pt x="99507" y="11021"/>
                </a:lnTo>
                <a:lnTo>
                  <a:pt x="101963" y="10678"/>
                </a:lnTo>
                <a:lnTo>
                  <a:pt x="103001" y="11460"/>
                </a:lnTo>
                <a:lnTo>
                  <a:pt x="101890" y="14003"/>
                </a:lnTo>
                <a:lnTo>
                  <a:pt x="103001" y="15107"/>
                </a:lnTo>
                <a:lnTo>
                  <a:pt x="105339" y="13937"/>
                </a:lnTo>
                <a:lnTo>
                  <a:pt x="106509" y="15107"/>
                </a:lnTo>
                <a:lnTo>
                  <a:pt x="105340" y="17445"/>
                </a:lnTo>
                <a:lnTo>
                  <a:pt x="106509" y="18615"/>
                </a:lnTo>
                <a:lnTo>
                  <a:pt x="108848" y="17446"/>
                </a:lnTo>
                <a:lnTo>
                  <a:pt x="110017" y="18615"/>
                </a:lnTo>
                <a:lnTo>
                  <a:pt x="108848" y="20946"/>
                </a:lnTo>
                <a:lnTo>
                  <a:pt x="110017" y="22116"/>
                </a:lnTo>
                <a:lnTo>
                  <a:pt x="112356" y="20946"/>
                </a:lnTo>
                <a:lnTo>
                  <a:pt x="113525" y="22116"/>
                </a:lnTo>
                <a:lnTo>
                  <a:pt x="112356" y="24454"/>
                </a:lnTo>
                <a:lnTo>
                  <a:pt x="113452" y="25551"/>
                </a:lnTo>
                <a:lnTo>
                  <a:pt x="116032" y="24462"/>
                </a:lnTo>
                <a:lnTo>
                  <a:pt x="117355" y="26296"/>
                </a:lnTo>
                <a:lnTo>
                  <a:pt x="115287" y="31105"/>
                </a:lnTo>
                <a:lnTo>
                  <a:pt x="117092" y="32582"/>
                </a:lnTo>
                <a:lnTo>
                  <a:pt x="119380" y="31456"/>
                </a:lnTo>
                <a:lnTo>
                  <a:pt x="120520" y="32655"/>
                </a:lnTo>
                <a:lnTo>
                  <a:pt x="119358" y="34972"/>
                </a:lnTo>
                <a:lnTo>
                  <a:pt x="120352" y="35966"/>
                </a:lnTo>
                <a:lnTo>
                  <a:pt x="123217" y="35081"/>
                </a:lnTo>
                <a:lnTo>
                  <a:pt x="124349" y="37376"/>
                </a:lnTo>
                <a:lnTo>
                  <a:pt x="122961" y="40585"/>
                </a:lnTo>
                <a:lnTo>
                  <a:pt x="123604" y="43201"/>
                </a:lnTo>
                <a:lnTo>
                  <a:pt x="123019" y="45657"/>
                </a:lnTo>
                <a:lnTo>
                  <a:pt x="123714" y="46337"/>
                </a:lnTo>
                <a:lnTo>
                  <a:pt x="126900" y="45788"/>
                </a:lnTo>
                <a:lnTo>
                  <a:pt x="127646" y="49165"/>
                </a:lnTo>
                <a:lnTo>
                  <a:pt x="126959" y="53440"/>
                </a:lnTo>
                <a:lnTo>
                  <a:pt x="126959" y="76302"/>
                </a:lnTo>
                <a:lnTo>
                  <a:pt x="127412" y="79050"/>
                </a:lnTo>
                <a:lnTo>
                  <a:pt x="126893" y="81440"/>
                </a:lnTo>
                <a:lnTo>
                  <a:pt x="123706" y="80899"/>
                </a:lnTo>
                <a:lnTo>
                  <a:pt x="123122" y="81491"/>
                </a:lnTo>
                <a:lnTo>
                  <a:pt x="123480" y="84151"/>
                </a:lnTo>
                <a:lnTo>
                  <a:pt x="123407" y="85591"/>
                </a:lnTo>
                <a:lnTo>
                  <a:pt x="123794" y="87309"/>
                </a:lnTo>
                <a:lnTo>
                  <a:pt x="123180" y="88851"/>
                </a:lnTo>
                <a:lnTo>
                  <a:pt x="123955" y="91175"/>
                </a:lnTo>
                <a:lnTo>
                  <a:pt x="123041" y="92081"/>
                </a:lnTo>
                <a:lnTo>
                  <a:pt x="120198" y="91183"/>
                </a:lnTo>
                <a:lnTo>
                  <a:pt x="119591" y="92381"/>
                </a:lnTo>
                <a:lnTo>
                  <a:pt x="120491" y="94632"/>
                </a:lnTo>
                <a:lnTo>
                  <a:pt x="119577" y="95546"/>
                </a:lnTo>
                <a:lnTo>
                  <a:pt x="116632" y="94727"/>
                </a:lnTo>
                <a:lnTo>
                  <a:pt x="115703" y="96890"/>
                </a:lnTo>
                <a:lnTo>
                  <a:pt x="117530" y="100713"/>
                </a:lnTo>
                <a:lnTo>
                  <a:pt x="116018" y="102767"/>
                </a:lnTo>
                <a:lnTo>
                  <a:pt x="113452" y="101670"/>
                </a:lnTo>
                <a:lnTo>
                  <a:pt x="112356" y="102774"/>
                </a:lnTo>
                <a:lnTo>
                  <a:pt x="113525" y="105113"/>
                </a:lnTo>
                <a:lnTo>
                  <a:pt x="112356" y="106282"/>
                </a:lnTo>
                <a:lnTo>
                  <a:pt x="110017" y="105113"/>
                </a:lnTo>
                <a:lnTo>
                  <a:pt x="108848" y="106282"/>
                </a:lnTo>
                <a:lnTo>
                  <a:pt x="110017" y="108613"/>
                </a:lnTo>
                <a:lnTo>
                  <a:pt x="108848" y="109783"/>
                </a:lnTo>
                <a:lnTo>
                  <a:pt x="106509" y="108614"/>
                </a:lnTo>
                <a:lnTo>
                  <a:pt x="105339" y="109783"/>
                </a:lnTo>
                <a:lnTo>
                  <a:pt x="106509" y="112122"/>
                </a:lnTo>
                <a:lnTo>
                  <a:pt x="105340" y="113291"/>
                </a:lnTo>
                <a:lnTo>
                  <a:pt x="103001" y="112122"/>
                </a:lnTo>
                <a:lnTo>
                  <a:pt x="101904" y="113218"/>
                </a:lnTo>
                <a:lnTo>
                  <a:pt x="102993" y="115798"/>
                </a:lnTo>
                <a:lnTo>
                  <a:pt x="101159" y="117121"/>
                </a:lnTo>
                <a:lnTo>
                  <a:pt x="96343" y="115053"/>
                </a:lnTo>
                <a:lnTo>
                  <a:pt x="94874" y="116858"/>
                </a:lnTo>
                <a:lnTo>
                  <a:pt x="95999" y="119145"/>
                </a:lnTo>
                <a:lnTo>
                  <a:pt x="94793" y="120293"/>
                </a:lnTo>
                <a:lnTo>
                  <a:pt x="92484" y="119124"/>
                </a:lnTo>
                <a:lnTo>
                  <a:pt x="91490" y="120117"/>
                </a:lnTo>
                <a:lnTo>
                  <a:pt x="92374" y="122982"/>
                </a:lnTo>
                <a:lnTo>
                  <a:pt x="90072" y="124108"/>
                </a:lnTo>
                <a:lnTo>
                  <a:pt x="86863" y="122727"/>
                </a:lnTo>
                <a:lnTo>
                  <a:pt x="84254" y="123370"/>
                </a:lnTo>
                <a:lnTo>
                  <a:pt x="81798" y="122785"/>
                </a:lnTo>
                <a:lnTo>
                  <a:pt x="81111" y="123472"/>
                </a:lnTo>
                <a:lnTo>
                  <a:pt x="81652" y="126666"/>
                </a:lnTo>
                <a:lnTo>
                  <a:pt x="78254" y="127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0" y="1568406"/>
            <a:ext cx="58419" cy="120650"/>
          </a:xfrm>
          <a:custGeom>
            <a:avLst/>
            <a:gdLst/>
            <a:ahLst/>
            <a:cxnLst/>
            <a:rect l="l" t="t" r="r" b="b"/>
            <a:pathLst>
              <a:path w="58419" h="120650">
                <a:moveTo>
                  <a:pt x="6455" y="120629"/>
                </a:moveTo>
                <a:lnTo>
                  <a:pt x="3488" y="120088"/>
                </a:lnTo>
                <a:lnTo>
                  <a:pt x="0" y="120088"/>
                </a:lnTo>
                <a:lnTo>
                  <a:pt x="0" y="1049"/>
                </a:lnTo>
                <a:lnTo>
                  <a:pt x="3985" y="0"/>
                </a:lnTo>
                <a:lnTo>
                  <a:pt x="8713" y="942"/>
                </a:lnTo>
                <a:lnTo>
                  <a:pt x="8187" y="4144"/>
                </a:lnTo>
                <a:lnTo>
                  <a:pt x="8867" y="4823"/>
                </a:lnTo>
                <a:lnTo>
                  <a:pt x="11322" y="4239"/>
                </a:lnTo>
                <a:lnTo>
                  <a:pt x="14070" y="4926"/>
                </a:lnTo>
                <a:lnTo>
                  <a:pt x="16921" y="3632"/>
                </a:lnTo>
                <a:lnTo>
                  <a:pt x="19362" y="4546"/>
                </a:lnTo>
                <a:lnTo>
                  <a:pt x="18624" y="7564"/>
                </a:lnTo>
                <a:lnTo>
                  <a:pt x="19545" y="8485"/>
                </a:lnTo>
                <a:lnTo>
                  <a:pt x="21767" y="7433"/>
                </a:lnTo>
                <a:lnTo>
                  <a:pt x="23170" y="8361"/>
                </a:lnTo>
                <a:lnTo>
                  <a:pt x="25391" y="7316"/>
                </a:lnTo>
                <a:lnTo>
                  <a:pt x="26407" y="8331"/>
                </a:lnTo>
                <a:lnTo>
                  <a:pt x="25472" y="11131"/>
                </a:lnTo>
                <a:lnTo>
                  <a:pt x="27803" y="12388"/>
                </a:lnTo>
                <a:lnTo>
                  <a:pt x="31078" y="10583"/>
                </a:lnTo>
                <a:lnTo>
                  <a:pt x="33438" y="11591"/>
                </a:lnTo>
                <a:lnTo>
                  <a:pt x="32627" y="14544"/>
                </a:lnTo>
                <a:lnTo>
                  <a:pt x="33592" y="15501"/>
                </a:lnTo>
                <a:lnTo>
                  <a:pt x="35850" y="14361"/>
                </a:lnTo>
                <a:lnTo>
                  <a:pt x="37093" y="15399"/>
                </a:lnTo>
                <a:lnTo>
                  <a:pt x="35952" y="17862"/>
                </a:lnTo>
                <a:lnTo>
                  <a:pt x="36990" y="18900"/>
                </a:lnTo>
                <a:lnTo>
                  <a:pt x="39636" y="17855"/>
                </a:lnTo>
                <a:lnTo>
                  <a:pt x="40476" y="19112"/>
                </a:lnTo>
                <a:lnTo>
                  <a:pt x="39424" y="21334"/>
                </a:lnTo>
                <a:lnTo>
                  <a:pt x="40593" y="22503"/>
                </a:lnTo>
                <a:lnTo>
                  <a:pt x="42932" y="21334"/>
                </a:lnTo>
                <a:lnTo>
                  <a:pt x="44007" y="22408"/>
                </a:lnTo>
                <a:lnTo>
                  <a:pt x="42954" y="25054"/>
                </a:lnTo>
                <a:lnTo>
                  <a:pt x="44050" y="25778"/>
                </a:lnTo>
                <a:lnTo>
                  <a:pt x="46689" y="24922"/>
                </a:lnTo>
                <a:lnTo>
                  <a:pt x="47880" y="26698"/>
                </a:lnTo>
                <a:lnTo>
                  <a:pt x="45885" y="31508"/>
                </a:lnTo>
                <a:lnTo>
                  <a:pt x="47434" y="32772"/>
                </a:lnTo>
                <a:lnTo>
                  <a:pt x="50321" y="31997"/>
                </a:lnTo>
                <a:lnTo>
                  <a:pt x="51132" y="33714"/>
                </a:lnTo>
                <a:lnTo>
                  <a:pt x="49503" y="38619"/>
                </a:lnTo>
                <a:lnTo>
                  <a:pt x="50891" y="39751"/>
                </a:lnTo>
                <a:lnTo>
                  <a:pt x="53888" y="39072"/>
                </a:lnTo>
                <a:lnTo>
                  <a:pt x="54699" y="41162"/>
                </a:lnTo>
                <a:lnTo>
                  <a:pt x="54034" y="44612"/>
                </a:lnTo>
                <a:lnTo>
                  <a:pt x="54034" y="47484"/>
                </a:lnTo>
                <a:lnTo>
                  <a:pt x="53771" y="49011"/>
                </a:lnTo>
                <a:lnTo>
                  <a:pt x="54122" y="50305"/>
                </a:lnTo>
                <a:lnTo>
                  <a:pt x="57257" y="49691"/>
                </a:lnTo>
                <a:lnTo>
                  <a:pt x="57871" y="50305"/>
                </a:lnTo>
                <a:lnTo>
                  <a:pt x="57513" y="52973"/>
                </a:lnTo>
                <a:lnTo>
                  <a:pt x="57717" y="56963"/>
                </a:lnTo>
                <a:lnTo>
                  <a:pt x="57535" y="60523"/>
                </a:lnTo>
                <a:lnTo>
                  <a:pt x="57535" y="66084"/>
                </a:lnTo>
                <a:lnTo>
                  <a:pt x="58061" y="69015"/>
                </a:lnTo>
                <a:lnTo>
                  <a:pt x="57454" y="71339"/>
                </a:lnTo>
                <a:lnTo>
                  <a:pt x="54312" y="70740"/>
                </a:lnTo>
                <a:lnTo>
                  <a:pt x="53698" y="71354"/>
                </a:lnTo>
                <a:lnTo>
                  <a:pt x="54056" y="74014"/>
                </a:lnTo>
                <a:lnTo>
                  <a:pt x="53983" y="75520"/>
                </a:lnTo>
                <a:lnTo>
                  <a:pt x="54348" y="77091"/>
                </a:lnTo>
                <a:lnTo>
                  <a:pt x="53815" y="78692"/>
                </a:lnTo>
                <a:lnTo>
                  <a:pt x="54502" y="81067"/>
                </a:lnTo>
                <a:lnTo>
                  <a:pt x="53661" y="81900"/>
                </a:lnTo>
                <a:lnTo>
                  <a:pt x="50716" y="81089"/>
                </a:lnTo>
                <a:lnTo>
                  <a:pt x="49685" y="83508"/>
                </a:lnTo>
                <a:lnTo>
                  <a:pt x="51388" y="86578"/>
                </a:lnTo>
                <a:lnTo>
                  <a:pt x="50336" y="88997"/>
                </a:lnTo>
                <a:lnTo>
                  <a:pt x="47390" y="88171"/>
                </a:lnTo>
                <a:lnTo>
                  <a:pt x="46689" y="88880"/>
                </a:lnTo>
                <a:lnTo>
                  <a:pt x="47047" y="91540"/>
                </a:lnTo>
                <a:lnTo>
                  <a:pt x="46988" y="92746"/>
                </a:lnTo>
                <a:lnTo>
                  <a:pt x="47398" y="95005"/>
                </a:lnTo>
                <a:lnTo>
                  <a:pt x="46645" y="96123"/>
                </a:lnTo>
                <a:lnTo>
                  <a:pt x="44007" y="95063"/>
                </a:lnTo>
                <a:lnTo>
                  <a:pt x="42932" y="96145"/>
                </a:lnTo>
                <a:lnTo>
                  <a:pt x="44102" y="98476"/>
                </a:lnTo>
                <a:lnTo>
                  <a:pt x="42932" y="99646"/>
                </a:lnTo>
                <a:lnTo>
                  <a:pt x="40593" y="98477"/>
                </a:lnTo>
                <a:lnTo>
                  <a:pt x="39424" y="99646"/>
                </a:lnTo>
                <a:lnTo>
                  <a:pt x="40593" y="101985"/>
                </a:lnTo>
                <a:lnTo>
                  <a:pt x="39424" y="103154"/>
                </a:lnTo>
                <a:lnTo>
                  <a:pt x="37085" y="101985"/>
                </a:lnTo>
                <a:lnTo>
                  <a:pt x="35916" y="103154"/>
                </a:lnTo>
                <a:lnTo>
                  <a:pt x="37085" y="105485"/>
                </a:lnTo>
                <a:lnTo>
                  <a:pt x="35916" y="106655"/>
                </a:lnTo>
                <a:lnTo>
                  <a:pt x="33577" y="105486"/>
                </a:lnTo>
                <a:lnTo>
                  <a:pt x="32488" y="106575"/>
                </a:lnTo>
                <a:lnTo>
                  <a:pt x="33563" y="109184"/>
                </a:lnTo>
                <a:lnTo>
                  <a:pt x="31458" y="110653"/>
                </a:lnTo>
                <a:lnTo>
                  <a:pt x="27738" y="108818"/>
                </a:lnTo>
                <a:lnTo>
                  <a:pt x="25538" y="109761"/>
                </a:lnTo>
                <a:lnTo>
                  <a:pt x="26349" y="112721"/>
                </a:lnTo>
                <a:lnTo>
                  <a:pt x="25428" y="113628"/>
                </a:lnTo>
                <a:lnTo>
                  <a:pt x="23177" y="112714"/>
                </a:lnTo>
                <a:lnTo>
                  <a:pt x="21759" y="113445"/>
                </a:lnTo>
                <a:lnTo>
                  <a:pt x="19508" y="112538"/>
                </a:lnTo>
                <a:lnTo>
                  <a:pt x="18470" y="113569"/>
                </a:lnTo>
                <a:lnTo>
                  <a:pt x="19523" y="116215"/>
                </a:lnTo>
                <a:lnTo>
                  <a:pt x="18200" y="117092"/>
                </a:lnTo>
                <a:lnTo>
                  <a:pt x="16329" y="116281"/>
                </a:lnTo>
                <a:lnTo>
                  <a:pt x="14231" y="117019"/>
                </a:lnTo>
                <a:lnTo>
                  <a:pt x="9196" y="115659"/>
                </a:lnTo>
                <a:lnTo>
                  <a:pt x="8194" y="116880"/>
                </a:lnTo>
                <a:lnTo>
                  <a:pt x="8735" y="120015"/>
                </a:lnTo>
                <a:lnTo>
                  <a:pt x="6455" y="1206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200538" y="1568787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4716" y="120373"/>
                </a:moveTo>
                <a:lnTo>
                  <a:pt x="70528" y="119716"/>
                </a:lnTo>
                <a:lnTo>
                  <a:pt x="47623" y="119716"/>
                </a:lnTo>
                <a:lnTo>
                  <a:pt x="44868" y="120169"/>
                </a:lnTo>
                <a:lnTo>
                  <a:pt x="42478" y="119657"/>
                </a:lnTo>
                <a:lnTo>
                  <a:pt x="43019" y="116470"/>
                </a:lnTo>
                <a:lnTo>
                  <a:pt x="42332" y="115784"/>
                </a:lnTo>
                <a:lnTo>
                  <a:pt x="39876" y="116368"/>
                </a:lnTo>
                <a:lnTo>
                  <a:pt x="37099" y="115674"/>
                </a:lnTo>
                <a:lnTo>
                  <a:pt x="34343" y="116916"/>
                </a:lnTo>
                <a:lnTo>
                  <a:pt x="31866" y="116083"/>
                </a:lnTo>
                <a:lnTo>
                  <a:pt x="32553" y="113021"/>
                </a:lnTo>
                <a:lnTo>
                  <a:pt x="31910" y="112377"/>
                </a:lnTo>
                <a:lnTo>
                  <a:pt x="29242" y="112736"/>
                </a:lnTo>
                <a:lnTo>
                  <a:pt x="27985" y="112670"/>
                </a:lnTo>
                <a:lnTo>
                  <a:pt x="25836" y="113087"/>
                </a:lnTo>
                <a:lnTo>
                  <a:pt x="24681" y="112377"/>
                </a:lnTo>
                <a:lnTo>
                  <a:pt x="25683" y="109666"/>
                </a:lnTo>
                <a:lnTo>
                  <a:pt x="24733" y="108716"/>
                </a:lnTo>
                <a:lnTo>
                  <a:pt x="22087" y="109761"/>
                </a:lnTo>
                <a:lnTo>
                  <a:pt x="21210" y="108445"/>
                </a:lnTo>
                <a:lnTo>
                  <a:pt x="22299" y="106392"/>
                </a:lnTo>
                <a:lnTo>
                  <a:pt x="21217" y="105105"/>
                </a:lnTo>
                <a:lnTo>
                  <a:pt x="18761" y="106253"/>
                </a:lnTo>
                <a:lnTo>
                  <a:pt x="17621" y="105113"/>
                </a:lnTo>
                <a:lnTo>
                  <a:pt x="18790" y="102781"/>
                </a:lnTo>
                <a:lnTo>
                  <a:pt x="17621" y="101612"/>
                </a:lnTo>
                <a:lnTo>
                  <a:pt x="15282" y="102781"/>
                </a:lnTo>
                <a:lnTo>
                  <a:pt x="14208" y="101707"/>
                </a:lnTo>
                <a:lnTo>
                  <a:pt x="15260" y="99061"/>
                </a:lnTo>
                <a:lnTo>
                  <a:pt x="13937" y="98184"/>
                </a:lnTo>
                <a:lnTo>
                  <a:pt x="11884" y="99273"/>
                </a:lnTo>
                <a:lnTo>
                  <a:pt x="10597" y="98191"/>
                </a:lnTo>
                <a:lnTo>
                  <a:pt x="11745" y="95736"/>
                </a:lnTo>
                <a:lnTo>
                  <a:pt x="10656" y="94654"/>
                </a:lnTo>
                <a:lnTo>
                  <a:pt x="8134" y="95772"/>
                </a:lnTo>
                <a:lnTo>
                  <a:pt x="6731" y="93945"/>
                </a:lnTo>
                <a:lnTo>
                  <a:pt x="8850" y="89128"/>
                </a:lnTo>
                <a:lnTo>
                  <a:pt x="7272" y="87835"/>
                </a:lnTo>
                <a:lnTo>
                  <a:pt x="4378" y="88610"/>
                </a:lnTo>
                <a:lnTo>
                  <a:pt x="3296" y="86315"/>
                </a:lnTo>
                <a:lnTo>
                  <a:pt x="4677" y="83157"/>
                </a:lnTo>
                <a:lnTo>
                  <a:pt x="4019" y="80526"/>
                </a:lnTo>
                <a:lnTo>
                  <a:pt x="4604" y="78071"/>
                </a:lnTo>
                <a:lnTo>
                  <a:pt x="3917" y="77391"/>
                </a:lnTo>
                <a:lnTo>
                  <a:pt x="723" y="77932"/>
                </a:lnTo>
                <a:lnTo>
                  <a:pt x="0" y="74533"/>
                </a:lnTo>
                <a:lnTo>
                  <a:pt x="665" y="70316"/>
                </a:lnTo>
                <a:lnTo>
                  <a:pt x="665" y="47382"/>
                </a:lnTo>
                <a:lnTo>
                  <a:pt x="263" y="44736"/>
                </a:lnTo>
                <a:lnTo>
                  <a:pt x="709" y="42310"/>
                </a:lnTo>
                <a:lnTo>
                  <a:pt x="3932" y="42814"/>
                </a:lnTo>
                <a:lnTo>
                  <a:pt x="4604" y="42142"/>
                </a:lnTo>
                <a:lnTo>
                  <a:pt x="4019" y="39686"/>
                </a:lnTo>
                <a:lnTo>
                  <a:pt x="4699" y="36967"/>
                </a:lnTo>
                <a:lnTo>
                  <a:pt x="3376" y="34051"/>
                </a:lnTo>
                <a:lnTo>
                  <a:pt x="4334" y="31632"/>
                </a:lnTo>
                <a:lnTo>
                  <a:pt x="7330" y="32399"/>
                </a:lnTo>
                <a:lnTo>
                  <a:pt x="8266" y="31464"/>
                </a:lnTo>
                <a:lnTo>
                  <a:pt x="7213" y="29242"/>
                </a:lnTo>
                <a:lnTo>
                  <a:pt x="8149" y="27846"/>
                </a:lnTo>
                <a:lnTo>
                  <a:pt x="7096" y="25624"/>
                </a:lnTo>
                <a:lnTo>
                  <a:pt x="8200" y="24528"/>
                </a:lnTo>
                <a:lnTo>
                  <a:pt x="10765" y="25617"/>
                </a:lnTo>
                <a:lnTo>
                  <a:pt x="11694" y="24352"/>
                </a:lnTo>
                <a:lnTo>
                  <a:pt x="10590" y="22130"/>
                </a:lnTo>
                <a:lnTo>
                  <a:pt x="11679" y="21049"/>
                </a:lnTo>
                <a:lnTo>
                  <a:pt x="14325" y="22094"/>
                </a:lnTo>
                <a:lnTo>
                  <a:pt x="15187" y="20793"/>
                </a:lnTo>
                <a:lnTo>
                  <a:pt x="14106" y="18681"/>
                </a:lnTo>
                <a:lnTo>
                  <a:pt x="15231" y="17438"/>
                </a:lnTo>
                <a:lnTo>
                  <a:pt x="17636" y="18600"/>
                </a:lnTo>
                <a:lnTo>
                  <a:pt x="18695" y="17541"/>
                </a:lnTo>
                <a:lnTo>
                  <a:pt x="17643" y="14895"/>
                </a:lnTo>
                <a:lnTo>
                  <a:pt x="18907" y="14062"/>
                </a:lnTo>
                <a:lnTo>
                  <a:pt x="21129" y="15114"/>
                </a:lnTo>
                <a:lnTo>
                  <a:pt x="22299" y="13945"/>
                </a:lnTo>
                <a:lnTo>
                  <a:pt x="21129" y="11606"/>
                </a:lnTo>
                <a:lnTo>
                  <a:pt x="22204" y="10539"/>
                </a:lnTo>
                <a:lnTo>
                  <a:pt x="24849" y="11584"/>
                </a:lnTo>
                <a:lnTo>
                  <a:pt x="25544" y="10539"/>
                </a:lnTo>
                <a:lnTo>
                  <a:pt x="24762" y="7791"/>
                </a:lnTo>
                <a:lnTo>
                  <a:pt x="26508" y="6760"/>
                </a:lnTo>
                <a:lnTo>
                  <a:pt x="31340" y="8617"/>
                </a:lnTo>
                <a:lnTo>
                  <a:pt x="32516" y="7177"/>
                </a:lnTo>
                <a:lnTo>
                  <a:pt x="31888" y="4129"/>
                </a:lnTo>
                <a:lnTo>
                  <a:pt x="33115" y="3713"/>
                </a:lnTo>
                <a:lnTo>
                  <a:pt x="34811" y="4012"/>
                </a:lnTo>
                <a:lnTo>
                  <a:pt x="36872" y="4012"/>
                </a:lnTo>
                <a:lnTo>
                  <a:pt x="38144" y="4165"/>
                </a:lnTo>
                <a:lnTo>
                  <a:pt x="40366" y="3859"/>
                </a:lnTo>
                <a:lnTo>
                  <a:pt x="41667" y="4304"/>
                </a:lnTo>
                <a:lnTo>
                  <a:pt x="42763" y="4012"/>
                </a:lnTo>
                <a:lnTo>
                  <a:pt x="43077" y="3932"/>
                </a:lnTo>
                <a:lnTo>
                  <a:pt x="42492" y="782"/>
                </a:lnTo>
                <a:lnTo>
                  <a:pt x="43143" y="124"/>
                </a:lnTo>
                <a:lnTo>
                  <a:pt x="45693" y="599"/>
                </a:lnTo>
                <a:lnTo>
                  <a:pt x="49560" y="0"/>
                </a:lnTo>
                <a:lnTo>
                  <a:pt x="53463" y="511"/>
                </a:lnTo>
                <a:lnTo>
                  <a:pt x="72999" y="511"/>
                </a:lnTo>
                <a:lnTo>
                  <a:pt x="75725" y="73"/>
                </a:lnTo>
                <a:lnTo>
                  <a:pt x="78129" y="570"/>
                </a:lnTo>
                <a:lnTo>
                  <a:pt x="77596" y="3764"/>
                </a:lnTo>
                <a:lnTo>
                  <a:pt x="78275" y="4443"/>
                </a:lnTo>
                <a:lnTo>
                  <a:pt x="80731" y="3859"/>
                </a:lnTo>
                <a:lnTo>
                  <a:pt x="83509" y="4553"/>
                </a:lnTo>
                <a:lnTo>
                  <a:pt x="86264" y="3310"/>
                </a:lnTo>
                <a:lnTo>
                  <a:pt x="88741" y="4144"/>
                </a:lnTo>
                <a:lnTo>
                  <a:pt x="88054" y="7206"/>
                </a:lnTo>
                <a:lnTo>
                  <a:pt x="88698" y="7849"/>
                </a:lnTo>
                <a:lnTo>
                  <a:pt x="91365" y="7491"/>
                </a:lnTo>
                <a:lnTo>
                  <a:pt x="92615" y="7557"/>
                </a:lnTo>
                <a:lnTo>
                  <a:pt x="94771" y="7140"/>
                </a:lnTo>
                <a:lnTo>
                  <a:pt x="95926" y="7849"/>
                </a:lnTo>
                <a:lnTo>
                  <a:pt x="94925" y="10561"/>
                </a:lnTo>
                <a:lnTo>
                  <a:pt x="95875" y="11511"/>
                </a:lnTo>
                <a:lnTo>
                  <a:pt x="98520" y="10466"/>
                </a:lnTo>
                <a:lnTo>
                  <a:pt x="99398" y="11781"/>
                </a:lnTo>
                <a:lnTo>
                  <a:pt x="98309" y="13842"/>
                </a:lnTo>
                <a:lnTo>
                  <a:pt x="99390" y="15121"/>
                </a:lnTo>
                <a:lnTo>
                  <a:pt x="101846" y="13974"/>
                </a:lnTo>
                <a:lnTo>
                  <a:pt x="102986" y="15114"/>
                </a:lnTo>
                <a:lnTo>
                  <a:pt x="101817" y="17445"/>
                </a:lnTo>
                <a:lnTo>
                  <a:pt x="102986" y="18615"/>
                </a:lnTo>
                <a:lnTo>
                  <a:pt x="105325" y="17446"/>
                </a:lnTo>
                <a:lnTo>
                  <a:pt x="106399" y="18520"/>
                </a:lnTo>
                <a:lnTo>
                  <a:pt x="105347" y="21166"/>
                </a:lnTo>
                <a:lnTo>
                  <a:pt x="106670" y="22043"/>
                </a:lnTo>
                <a:lnTo>
                  <a:pt x="108724" y="20954"/>
                </a:lnTo>
                <a:lnTo>
                  <a:pt x="110010" y="22035"/>
                </a:lnTo>
                <a:lnTo>
                  <a:pt x="108863" y="24491"/>
                </a:lnTo>
                <a:lnTo>
                  <a:pt x="109944" y="25573"/>
                </a:lnTo>
                <a:lnTo>
                  <a:pt x="112473" y="24455"/>
                </a:lnTo>
                <a:lnTo>
                  <a:pt x="113876" y="26282"/>
                </a:lnTo>
                <a:lnTo>
                  <a:pt x="111757" y="31098"/>
                </a:lnTo>
                <a:lnTo>
                  <a:pt x="113335" y="32392"/>
                </a:lnTo>
                <a:lnTo>
                  <a:pt x="116230" y="31617"/>
                </a:lnTo>
                <a:lnTo>
                  <a:pt x="117311" y="33912"/>
                </a:lnTo>
                <a:lnTo>
                  <a:pt x="115930" y="37069"/>
                </a:lnTo>
                <a:lnTo>
                  <a:pt x="116588" y="39700"/>
                </a:lnTo>
                <a:lnTo>
                  <a:pt x="116003" y="42156"/>
                </a:lnTo>
                <a:lnTo>
                  <a:pt x="116690" y="42836"/>
                </a:lnTo>
                <a:lnTo>
                  <a:pt x="119884" y="42295"/>
                </a:lnTo>
                <a:lnTo>
                  <a:pt x="120608" y="45693"/>
                </a:lnTo>
                <a:lnTo>
                  <a:pt x="119943" y="49910"/>
                </a:lnTo>
                <a:lnTo>
                  <a:pt x="119943" y="72808"/>
                </a:lnTo>
                <a:lnTo>
                  <a:pt x="120388" y="75542"/>
                </a:lnTo>
                <a:lnTo>
                  <a:pt x="119884" y="77939"/>
                </a:lnTo>
                <a:lnTo>
                  <a:pt x="116690" y="77405"/>
                </a:lnTo>
                <a:lnTo>
                  <a:pt x="116003" y="78085"/>
                </a:lnTo>
                <a:lnTo>
                  <a:pt x="116588" y="80541"/>
                </a:lnTo>
                <a:lnTo>
                  <a:pt x="115930" y="83165"/>
                </a:lnTo>
                <a:lnTo>
                  <a:pt x="117311" y="86322"/>
                </a:lnTo>
                <a:lnTo>
                  <a:pt x="116215" y="88639"/>
                </a:lnTo>
                <a:lnTo>
                  <a:pt x="113321" y="87784"/>
                </a:lnTo>
                <a:lnTo>
                  <a:pt x="112597" y="88507"/>
                </a:lnTo>
                <a:lnTo>
                  <a:pt x="112948" y="91168"/>
                </a:lnTo>
                <a:lnTo>
                  <a:pt x="112897" y="92308"/>
                </a:lnTo>
                <a:lnTo>
                  <a:pt x="113291" y="94712"/>
                </a:lnTo>
                <a:lnTo>
                  <a:pt x="112473" y="95772"/>
                </a:lnTo>
                <a:lnTo>
                  <a:pt x="109951" y="94654"/>
                </a:lnTo>
                <a:lnTo>
                  <a:pt x="108928" y="95670"/>
                </a:lnTo>
                <a:lnTo>
                  <a:pt x="109981" y="98323"/>
                </a:lnTo>
                <a:lnTo>
                  <a:pt x="108658" y="99193"/>
                </a:lnTo>
                <a:lnTo>
                  <a:pt x="106604" y="98104"/>
                </a:lnTo>
                <a:lnTo>
                  <a:pt x="105318" y="99185"/>
                </a:lnTo>
                <a:lnTo>
                  <a:pt x="106465" y="101641"/>
                </a:lnTo>
                <a:lnTo>
                  <a:pt x="105325" y="102781"/>
                </a:lnTo>
                <a:lnTo>
                  <a:pt x="102986" y="101612"/>
                </a:lnTo>
                <a:lnTo>
                  <a:pt x="101817" y="102781"/>
                </a:lnTo>
                <a:lnTo>
                  <a:pt x="102986" y="105113"/>
                </a:lnTo>
                <a:lnTo>
                  <a:pt x="101912" y="106187"/>
                </a:lnTo>
                <a:lnTo>
                  <a:pt x="99266" y="105142"/>
                </a:lnTo>
                <a:lnTo>
                  <a:pt x="98389" y="106457"/>
                </a:lnTo>
                <a:lnTo>
                  <a:pt x="99478" y="108518"/>
                </a:lnTo>
                <a:lnTo>
                  <a:pt x="98396" y="109798"/>
                </a:lnTo>
                <a:lnTo>
                  <a:pt x="95941" y="108650"/>
                </a:lnTo>
                <a:lnTo>
                  <a:pt x="94925" y="109666"/>
                </a:lnTo>
                <a:lnTo>
                  <a:pt x="95926" y="112385"/>
                </a:lnTo>
                <a:lnTo>
                  <a:pt x="94099" y="113488"/>
                </a:lnTo>
                <a:lnTo>
                  <a:pt x="89275" y="111603"/>
                </a:lnTo>
                <a:lnTo>
                  <a:pt x="88098" y="113035"/>
                </a:lnTo>
                <a:lnTo>
                  <a:pt x="88712" y="116105"/>
                </a:lnTo>
                <a:lnTo>
                  <a:pt x="86264" y="116916"/>
                </a:lnTo>
                <a:lnTo>
                  <a:pt x="83509" y="115674"/>
                </a:lnTo>
                <a:lnTo>
                  <a:pt x="80731" y="116368"/>
                </a:lnTo>
                <a:lnTo>
                  <a:pt x="78276" y="115784"/>
                </a:lnTo>
                <a:lnTo>
                  <a:pt x="77596" y="116463"/>
                </a:lnTo>
                <a:lnTo>
                  <a:pt x="78129" y="119664"/>
                </a:lnTo>
                <a:lnTo>
                  <a:pt x="74716" y="1203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414535" y="1572083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4">
                <a:moveTo>
                  <a:pt x="71237" y="113605"/>
                </a:moveTo>
                <a:lnTo>
                  <a:pt x="66969" y="112918"/>
                </a:lnTo>
                <a:lnTo>
                  <a:pt x="44122" y="112918"/>
                </a:lnTo>
                <a:lnTo>
                  <a:pt x="41330" y="113379"/>
                </a:lnTo>
                <a:lnTo>
                  <a:pt x="38955" y="112853"/>
                </a:lnTo>
                <a:lnTo>
                  <a:pt x="39510" y="109673"/>
                </a:lnTo>
                <a:lnTo>
                  <a:pt x="38816" y="108979"/>
                </a:lnTo>
                <a:lnTo>
                  <a:pt x="36360" y="109564"/>
                </a:lnTo>
                <a:lnTo>
                  <a:pt x="33773" y="108921"/>
                </a:lnTo>
                <a:lnTo>
                  <a:pt x="30521" y="110316"/>
                </a:lnTo>
                <a:lnTo>
                  <a:pt x="28241" y="109169"/>
                </a:lnTo>
                <a:lnTo>
                  <a:pt x="29139" y="106311"/>
                </a:lnTo>
                <a:lnTo>
                  <a:pt x="28146" y="105325"/>
                </a:lnTo>
                <a:lnTo>
                  <a:pt x="25807" y="106494"/>
                </a:lnTo>
                <a:lnTo>
                  <a:pt x="24637" y="105325"/>
                </a:lnTo>
                <a:lnTo>
                  <a:pt x="25807" y="102986"/>
                </a:lnTo>
                <a:lnTo>
                  <a:pt x="24652" y="101831"/>
                </a:lnTo>
                <a:lnTo>
                  <a:pt x="22423" y="102840"/>
                </a:lnTo>
                <a:lnTo>
                  <a:pt x="21005" y="101963"/>
                </a:lnTo>
                <a:lnTo>
                  <a:pt x="18790" y="102978"/>
                </a:lnTo>
                <a:lnTo>
                  <a:pt x="17723" y="101911"/>
                </a:lnTo>
                <a:lnTo>
                  <a:pt x="18776" y="99266"/>
                </a:lnTo>
                <a:lnTo>
                  <a:pt x="17511" y="98432"/>
                </a:lnTo>
                <a:lnTo>
                  <a:pt x="15297" y="99485"/>
                </a:lnTo>
                <a:lnTo>
                  <a:pt x="14127" y="98316"/>
                </a:lnTo>
                <a:lnTo>
                  <a:pt x="15289" y="95977"/>
                </a:lnTo>
                <a:lnTo>
                  <a:pt x="14339" y="95027"/>
                </a:lnTo>
                <a:lnTo>
                  <a:pt x="11394" y="95838"/>
                </a:lnTo>
                <a:lnTo>
                  <a:pt x="10473" y="93689"/>
                </a:lnTo>
                <a:lnTo>
                  <a:pt x="12293" y="89830"/>
                </a:lnTo>
                <a:lnTo>
                  <a:pt x="10765" y="87798"/>
                </a:lnTo>
                <a:lnTo>
                  <a:pt x="8222" y="88902"/>
                </a:lnTo>
                <a:lnTo>
                  <a:pt x="7213" y="87886"/>
                </a:lnTo>
                <a:lnTo>
                  <a:pt x="8258" y="85240"/>
                </a:lnTo>
                <a:lnTo>
                  <a:pt x="7264" y="84582"/>
                </a:lnTo>
                <a:lnTo>
                  <a:pt x="4399" y="85292"/>
                </a:lnTo>
                <a:lnTo>
                  <a:pt x="3296" y="83077"/>
                </a:lnTo>
                <a:lnTo>
                  <a:pt x="4684" y="79832"/>
                </a:lnTo>
                <a:lnTo>
                  <a:pt x="4041" y="77230"/>
                </a:lnTo>
                <a:lnTo>
                  <a:pt x="4626" y="74774"/>
                </a:lnTo>
                <a:lnTo>
                  <a:pt x="3939" y="74095"/>
                </a:lnTo>
                <a:lnTo>
                  <a:pt x="752" y="74643"/>
                </a:lnTo>
                <a:lnTo>
                  <a:pt x="0" y="71274"/>
                </a:lnTo>
                <a:lnTo>
                  <a:pt x="687" y="66991"/>
                </a:lnTo>
                <a:lnTo>
                  <a:pt x="687" y="44144"/>
                </a:lnTo>
                <a:lnTo>
                  <a:pt x="233" y="41367"/>
                </a:lnTo>
                <a:lnTo>
                  <a:pt x="760" y="38984"/>
                </a:lnTo>
                <a:lnTo>
                  <a:pt x="3939" y="39532"/>
                </a:lnTo>
                <a:lnTo>
                  <a:pt x="4626" y="38845"/>
                </a:lnTo>
                <a:lnTo>
                  <a:pt x="4041" y="36390"/>
                </a:lnTo>
                <a:lnTo>
                  <a:pt x="4692" y="33773"/>
                </a:lnTo>
                <a:lnTo>
                  <a:pt x="3310" y="30594"/>
                </a:lnTo>
                <a:lnTo>
                  <a:pt x="4421" y="28284"/>
                </a:lnTo>
                <a:lnTo>
                  <a:pt x="7308" y="29154"/>
                </a:lnTo>
                <a:lnTo>
                  <a:pt x="8185" y="28270"/>
                </a:lnTo>
                <a:lnTo>
                  <a:pt x="7140" y="25617"/>
                </a:lnTo>
                <a:lnTo>
                  <a:pt x="8105" y="24988"/>
                </a:lnTo>
                <a:lnTo>
                  <a:pt x="11036" y="25639"/>
                </a:lnTo>
                <a:lnTo>
                  <a:pt x="11540" y="24498"/>
                </a:lnTo>
                <a:lnTo>
                  <a:pt x="11204" y="22576"/>
                </a:lnTo>
                <a:lnTo>
                  <a:pt x="11204" y="21188"/>
                </a:lnTo>
                <a:lnTo>
                  <a:pt x="10868" y="18644"/>
                </a:lnTo>
                <a:lnTo>
                  <a:pt x="11686" y="17650"/>
                </a:lnTo>
                <a:lnTo>
                  <a:pt x="14164" y="18790"/>
                </a:lnTo>
                <a:lnTo>
                  <a:pt x="15194" y="17753"/>
                </a:lnTo>
                <a:lnTo>
                  <a:pt x="14149" y="15107"/>
                </a:lnTo>
                <a:lnTo>
                  <a:pt x="15472" y="14230"/>
                </a:lnTo>
                <a:lnTo>
                  <a:pt x="17526" y="15318"/>
                </a:lnTo>
                <a:lnTo>
                  <a:pt x="18805" y="14237"/>
                </a:lnTo>
                <a:lnTo>
                  <a:pt x="17665" y="11781"/>
                </a:lnTo>
                <a:lnTo>
                  <a:pt x="18805" y="10641"/>
                </a:lnTo>
                <a:lnTo>
                  <a:pt x="21041" y="11737"/>
                </a:lnTo>
                <a:lnTo>
                  <a:pt x="22401" y="10721"/>
                </a:lnTo>
                <a:lnTo>
                  <a:pt x="24630" y="11825"/>
                </a:lnTo>
                <a:lnTo>
                  <a:pt x="25807" y="10648"/>
                </a:lnTo>
                <a:lnTo>
                  <a:pt x="24637" y="8310"/>
                </a:lnTo>
                <a:lnTo>
                  <a:pt x="25807" y="7140"/>
                </a:lnTo>
                <a:lnTo>
                  <a:pt x="28145" y="8309"/>
                </a:lnTo>
                <a:lnTo>
                  <a:pt x="29242" y="7213"/>
                </a:lnTo>
                <a:lnTo>
                  <a:pt x="28153" y="4633"/>
                </a:lnTo>
                <a:lnTo>
                  <a:pt x="29446" y="3705"/>
                </a:lnTo>
                <a:lnTo>
                  <a:pt x="31391" y="4538"/>
                </a:lnTo>
                <a:lnTo>
                  <a:pt x="34277" y="3420"/>
                </a:lnTo>
                <a:lnTo>
                  <a:pt x="37128" y="4809"/>
                </a:lnTo>
                <a:lnTo>
                  <a:pt x="39254" y="4224"/>
                </a:lnTo>
                <a:lnTo>
                  <a:pt x="39583" y="4129"/>
                </a:lnTo>
                <a:lnTo>
                  <a:pt x="38976" y="1001"/>
                </a:lnTo>
                <a:lnTo>
                  <a:pt x="39634" y="336"/>
                </a:lnTo>
                <a:lnTo>
                  <a:pt x="42192" y="803"/>
                </a:lnTo>
                <a:lnTo>
                  <a:pt x="47199" y="58"/>
                </a:lnTo>
                <a:lnTo>
                  <a:pt x="52300" y="716"/>
                </a:lnTo>
                <a:lnTo>
                  <a:pt x="60208" y="716"/>
                </a:lnTo>
                <a:lnTo>
                  <a:pt x="63936" y="328"/>
                </a:lnTo>
                <a:lnTo>
                  <a:pt x="68365" y="840"/>
                </a:lnTo>
                <a:lnTo>
                  <a:pt x="73751" y="0"/>
                </a:lnTo>
                <a:lnTo>
                  <a:pt x="74569" y="1015"/>
                </a:lnTo>
                <a:lnTo>
                  <a:pt x="74029" y="4143"/>
                </a:lnTo>
                <a:lnTo>
                  <a:pt x="76309" y="4757"/>
                </a:lnTo>
                <a:lnTo>
                  <a:pt x="79284" y="4224"/>
                </a:lnTo>
                <a:lnTo>
                  <a:pt x="82200" y="4224"/>
                </a:lnTo>
                <a:lnTo>
                  <a:pt x="84078" y="3888"/>
                </a:lnTo>
                <a:lnTo>
                  <a:pt x="85291" y="4407"/>
                </a:lnTo>
                <a:lnTo>
                  <a:pt x="84487" y="7367"/>
                </a:lnTo>
                <a:lnTo>
                  <a:pt x="85437" y="8309"/>
                </a:lnTo>
                <a:lnTo>
                  <a:pt x="87776" y="7140"/>
                </a:lnTo>
                <a:lnTo>
                  <a:pt x="88938" y="8309"/>
                </a:lnTo>
                <a:lnTo>
                  <a:pt x="87776" y="10648"/>
                </a:lnTo>
                <a:lnTo>
                  <a:pt x="88931" y="11803"/>
                </a:lnTo>
                <a:lnTo>
                  <a:pt x="91160" y="10794"/>
                </a:lnTo>
                <a:lnTo>
                  <a:pt x="92564" y="11672"/>
                </a:lnTo>
                <a:lnTo>
                  <a:pt x="94793" y="10656"/>
                </a:lnTo>
                <a:lnTo>
                  <a:pt x="95852" y="11723"/>
                </a:lnTo>
                <a:lnTo>
                  <a:pt x="94807" y="14368"/>
                </a:lnTo>
                <a:lnTo>
                  <a:pt x="96057" y="15194"/>
                </a:lnTo>
                <a:lnTo>
                  <a:pt x="98301" y="14156"/>
                </a:lnTo>
                <a:lnTo>
                  <a:pt x="99448" y="15333"/>
                </a:lnTo>
                <a:lnTo>
                  <a:pt x="98286" y="17657"/>
                </a:lnTo>
                <a:lnTo>
                  <a:pt x="99244" y="18607"/>
                </a:lnTo>
                <a:lnTo>
                  <a:pt x="102189" y="17796"/>
                </a:lnTo>
                <a:lnTo>
                  <a:pt x="103110" y="19945"/>
                </a:lnTo>
                <a:lnTo>
                  <a:pt x="101290" y="23804"/>
                </a:lnTo>
                <a:lnTo>
                  <a:pt x="102818" y="25836"/>
                </a:lnTo>
                <a:lnTo>
                  <a:pt x="105361" y="24732"/>
                </a:lnTo>
                <a:lnTo>
                  <a:pt x="106370" y="25748"/>
                </a:lnTo>
                <a:lnTo>
                  <a:pt x="105325" y="28394"/>
                </a:lnTo>
                <a:lnTo>
                  <a:pt x="106311" y="29052"/>
                </a:lnTo>
                <a:lnTo>
                  <a:pt x="109176" y="28342"/>
                </a:lnTo>
                <a:lnTo>
                  <a:pt x="110287" y="30557"/>
                </a:lnTo>
                <a:lnTo>
                  <a:pt x="108899" y="33802"/>
                </a:lnTo>
                <a:lnTo>
                  <a:pt x="109542" y="36404"/>
                </a:lnTo>
                <a:lnTo>
                  <a:pt x="108957" y="38860"/>
                </a:lnTo>
                <a:lnTo>
                  <a:pt x="109644" y="39539"/>
                </a:lnTo>
                <a:lnTo>
                  <a:pt x="112831" y="38991"/>
                </a:lnTo>
                <a:lnTo>
                  <a:pt x="113583" y="42360"/>
                </a:lnTo>
                <a:lnTo>
                  <a:pt x="112889" y="46643"/>
                </a:lnTo>
                <a:lnTo>
                  <a:pt x="112889" y="69490"/>
                </a:lnTo>
                <a:lnTo>
                  <a:pt x="113349" y="72267"/>
                </a:lnTo>
                <a:lnTo>
                  <a:pt x="112823" y="74650"/>
                </a:lnTo>
                <a:lnTo>
                  <a:pt x="109644" y="74102"/>
                </a:lnTo>
                <a:lnTo>
                  <a:pt x="108957" y="74789"/>
                </a:lnTo>
                <a:lnTo>
                  <a:pt x="109542" y="77244"/>
                </a:lnTo>
                <a:lnTo>
                  <a:pt x="108899" y="79839"/>
                </a:lnTo>
                <a:lnTo>
                  <a:pt x="110287" y="83084"/>
                </a:lnTo>
                <a:lnTo>
                  <a:pt x="109140" y="85364"/>
                </a:lnTo>
                <a:lnTo>
                  <a:pt x="106289" y="84465"/>
                </a:lnTo>
                <a:lnTo>
                  <a:pt x="105295" y="85459"/>
                </a:lnTo>
                <a:lnTo>
                  <a:pt x="106465" y="87798"/>
                </a:lnTo>
                <a:lnTo>
                  <a:pt x="105295" y="88968"/>
                </a:lnTo>
                <a:lnTo>
                  <a:pt x="102957" y="87798"/>
                </a:lnTo>
                <a:lnTo>
                  <a:pt x="101802" y="88960"/>
                </a:lnTo>
                <a:lnTo>
                  <a:pt x="102818" y="91189"/>
                </a:lnTo>
                <a:lnTo>
                  <a:pt x="101941" y="92593"/>
                </a:lnTo>
                <a:lnTo>
                  <a:pt x="102949" y="94822"/>
                </a:lnTo>
                <a:lnTo>
                  <a:pt x="101890" y="95882"/>
                </a:lnTo>
                <a:lnTo>
                  <a:pt x="99244" y="94837"/>
                </a:lnTo>
                <a:lnTo>
                  <a:pt x="98411" y="96094"/>
                </a:lnTo>
                <a:lnTo>
                  <a:pt x="99456" y="98315"/>
                </a:lnTo>
                <a:lnTo>
                  <a:pt x="98286" y="99485"/>
                </a:lnTo>
                <a:lnTo>
                  <a:pt x="95955" y="98316"/>
                </a:lnTo>
                <a:lnTo>
                  <a:pt x="94997" y="99265"/>
                </a:lnTo>
                <a:lnTo>
                  <a:pt x="95809" y="102218"/>
                </a:lnTo>
                <a:lnTo>
                  <a:pt x="93660" y="103139"/>
                </a:lnTo>
                <a:lnTo>
                  <a:pt x="89808" y="101312"/>
                </a:lnTo>
                <a:lnTo>
                  <a:pt x="87769" y="102840"/>
                </a:lnTo>
                <a:lnTo>
                  <a:pt x="88873" y="105383"/>
                </a:lnTo>
                <a:lnTo>
                  <a:pt x="87864" y="106399"/>
                </a:lnTo>
                <a:lnTo>
                  <a:pt x="85211" y="105346"/>
                </a:lnTo>
                <a:lnTo>
                  <a:pt x="84561" y="106340"/>
                </a:lnTo>
                <a:lnTo>
                  <a:pt x="85262" y="109205"/>
                </a:lnTo>
                <a:lnTo>
                  <a:pt x="83055" y="110316"/>
                </a:lnTo>
                <a:lnTo>
                  <a:pt x="79803" y="108921"/>
                </a:lnTo>
                <a:lnTo>
                  <a:pt x="77208" y="109564"/>
                </a:lnTo>
                <a:lnTo>
                  <a:pt x="74753" y="108979"/>
                </a:lnTo>
                <a:lnTo>
                  <a:pt x="74065" y="109673"/>
                </a:lnTo>
                <a:lnTo>
                  <a:pt x="74614" y="112860"/>
                </a:lnTo>
                <a:lnTo>
                  <a:pt x="71237" y="1136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628524" y="1575679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39825" y="106516"/>
                </a:moveTo>
                <a:lnTo>
                  <a:pt x="39013" y="105522"/>
                </a:lnTo>
                <a:lnTo>
                  <a:pt x="39554" y="102387"/>
                </a:lnTo>
                <a:lnTo>
                  <a:pt x="37274" y="101773"/>
                </a:lnTo>
                <a:lnTo>
                  <a:pt x="34299" y="102314"/>
                </a:lnTo>
                <a:lnTo>
                  <a:pt x="31442" y="102314"/>
                </a:lnTo>
                <a:lnTo>
                  <a:pt x="29439" y="102657"/>
                </a:lnTo>
                <a:lnTo>
                  <a:pt x="28262" y="102087"/>
                </a:lnTo>
                <a:lnTo>
                  <a:pt x="29132" y="99200"/>
                </a:lnTo>
                <a:lnTo>
                  <a:pt x="28153" y="98221"/>
                </a:lnTo>
                <a:lnTo>
                  <a:pt x="25814" y="99390"/>
                </a:lnTo>
                <a:lnTo>
                  <a:pt x="24644" y="98221"/>
                </a:lnTo>
                <a:lnTo>
                  <a:pt x="25814" y="95889"/>
                </a:lnTo>
                <a:lnTo>
                  <a:pt x="24652" y="94727"/>
                </a:lnTo>
                <a:lnTo>
                  <a:pt x="22430" y="95743"/>
                </a:lnTo>
                <a:lnTo>
                  <a:pt x="21012" y="94866"/>
                </a:lnTo>
                <a:lnTo>
                  <a:pt x="18790" y="95875"/>
                </a:lnTo>
                <a:lnTo>
                  <a:pt x="17731" y="94815"/>
                </a:lnTo>
                <a:lnTo>
                  <a:pt x="18776" y="92169"/>
                </a:lnTo>
                <a:lnTo>
                  <a:pt x="17526" y="91343"/>
                </a:lnTo>
                <a:lnTo>
                  <a:pt x="15282" y="92381"/>
                </a:lnTo>
                <a:lnTo>
                  <a:pt x="14135" y="91204"/>
                </a:lnTo>
                <a:lnTo>
                  <a:pt x="15304" y="88880"/>
                </a:lnTo>
                <a:lnTo>
                  <a:pt x="14347" y="87923"/>
                </a:lnTo>
                <a:lnTo>
                  <a:pt x="11394" y="88741"/>
                </a:lnTo>
                <a:lnTo>
                  <a:pt x="10473" y="86585"/>
                </a:lnTo>
                <a:lnTo>
                  <a:pt x="12300" y="82734"/>
                </a:lnTo>
                <a:lnTo>
                  <a:pt x="10773" y="80695"/>
                </a:lnTo>
                <a:lnTo>
                  <a:pt x="8229" y="81798"/>
                </a:lnTo>
                <a:lnTo>
                  <a:pt x="7213" y="80790"/>
                </a:lnTo>
                <a:lnTo>
                  <a:pt x="8266" y="78144"/>
                </a:lnTo>
                <a:lnTo>
                  <a:pt x="7272" y="77486"/>
                </a:lnTo>
                <a:lnTo>
                  <a:pt x="4407" y="78188"/>
                </a:lnTo>
                <a:lnTo>
                  <a:pt x="3471" y="76316"/>
                </a:lnTo>
                <a:lnTo>
                  <a:pt x="4202" y="72421"/>
                </a:lnTo>
                <a:lnTo>
                  <a:pt x="4202" y="69900"/>
                </a:lnTo>
                <a:lnTo>
                  <a:pt x="4531" y="68021"/>
                </a:lnTo>
                <a:lnTo>
                  <a:pt x="4012" y="66808"/>
                </a:lnTo>
                <a:lnTo>
                  <a:pt x="1059" y="67619"/>
                </a:lnTo>
                <a:lnTo>
                  <a:pt x="306" y="66859"/>
                </a:lnTo>
                <a:lnTo>
                  <a:pt x="796" y="64330"/>
                </a:lnTo>
                <a:lnTo>
                  <a:pt x="146" y="60508"/>
                </a:lnTo>
                <a:lnTo>
                  <a:pt x="694" y="56517"/>
                </a:lnTo>
                <a:lnTo>
                  <a:pt x="694" y="50926"/>
                </a:lnTo>
                <a:lnTo>
                  <a:pt x="482" y="48500"/>
                </a:lnTo>
                <a:lnTo>
                  <a:pt x="796" y="45182"/>
                </a:lnTo>
                <a:lnTo>
                  <a:pt x="0" y="39759"/>
                </a:lnTo>
                <a:lnTo>
                  <a:pt x="993" y="38947"/>
                </a:lnTo>
                <a:lnTo>
                  <a:pt x="4121" y="39495"/>
                </a:lnTo>
                <a:lnTo>
                  <a:pt x="4736" y="37208"/>
                </a:lnTo>
                <a:lnTo>
                  <a:pt x="4202" y="34241"/>
                </a:lnTo>
                <a:lnTo>
                  <a:pt x="4202" y="31361"/>
                </a:lnTo>
                <a:lnTo>
                  <a:pt x="3859" y="29388"/>
                </a:lnTo>
                <a:lnTo>
                  <a:pt x="4421" y="28204"/>
                </a:lnTo>
                <a:lnTo>
                  <a:pt x="7315" y="29066"/>
                </a:lnTo>
                <a:lnTo>
                  <a:pt x="8192" y="28182"/>
                </a:lnTo>
                <a:lnTo>
                  <a:pt x="7147" y="25536"/>
                </a:lnTo>
                <a:lnTo>
                  <a:pt x="8105" y="24900"/>
                </a:lnTo>
                <a:lnTo>
                  <a:pt x="11043" y="25551"/>
                </a:lnTo>
                <a:lnTo>
                  <a:pt x="11547" y="24418"/>
                </a:lnTo>
                <a:lnTo>
                  <a:pt x="11211" y="22488"/>
                </a:lnTo>
                <a:lnTo>
                  <a:pt x="11211" y="21107"/>
                </a:lnTo>
                <a:lnTo>
                  <a:pt x="10875" y="18556"/>
                </a:lnTo>
                <a:lnTo>
                  <a:pt x="11694" y="17562"/>
                </a:lnTo>
                <a:lnTo>
                  <a:pt x="14164" y="18702"/>
                </a:lnTo>
                <a:lnTo>
                  <a:pt x="15202" y="17665"/>
                </a:lnTo>
                <a:lnTo>
                  <a:pt x="14157" y="15019"/>
                </a:lnTo>
                <a:lnTo>
                  <a:pt x="15472" y="14149"/>
                </a:lnTo>
                <a:lnTo>
                  <a:pt x="17533" y="15238"/>
                </a:lnTo>
                <a:lnTo>
                  <a:pt x="18812" y="14156"/>
                </a:lnTo>
                <a:lnTo>
                  <a:pt x="17665" y="11701"/>
                </a:lnTo>
                <a:lnTo>
                  <a:pt x="18812" y="10553"/>
                </a:lnTo>
                <a:lnTo>
                  <a:pt x="21049" y="11657"/>
                </a:lnTo>
                <a:lnTo>
                  <a:pt x="22408" y="10641"/>
                </a:lnTo>
                <a:lnTo>
                  <a:pt x="24637" y="11744"/>
                </a:lnTo>
                <a:lnTo>
                  <a:pt x="25814" y="10560"/>
                </a:lnTo>
                <a:lnTo>
                  <a:pt x="24645" y="8229"/>
                </a:lnTo>
                <a:lnTo>
                  <a:pt x="25814" y="7059"/>
                </a:lnTo>
                <a:lnTo>
                  <a:pt x="28153" y="8229"/>
                </a:lnTo>
                <a:lnTo>
                  <a:pt x="29095" y="7279"/>
                </a:lnTo>
                <a:lnTo>
                  <a:pt x="28292" y="4319"/>
                </a:lnTo>
                <a:lnTo>
                  <a:pt x="29512" y="3807"/>
                </a:lnTo>
                <a:lnTo>
                  <a:pt x="31376" y="4136"/>
                </a:lnTo>
                <a:lnTo>
                  <a:pt x="34358" y="4136"/>
                </a:lnTo>
                <a:lnTo>
                  <a:pt x="37208" y="4648"/>
                </a:lnTo>
                <a:lnTo>
                  <a:pt x="39261" y="4136"/>
                </a:lnTo>
                <a:lnTo>
                  <a:pt x="39576" y="4056"/>
                </a:lnTo>
                <a:lnTo>
                  <a:pt x="38991" y="906"/>
                </a:lnTo>
                <a:lnTo>
                  <a:pt x="39671" y="226"/>
                </a:lnTo>
                <a:lnTo>
                  <a:pt x="42170" y="760"/>
                </a:lnTo>
                <a:lnTo>
                  <a:pt x="44896" y="197"/>
                </a:lnTo>
                <a:lnTo>
                  <a:pt x="47608" y="635"/>
                </a:lnTo>
                <a:lnTo>
                  <a:pt x="60018" y="635"/>
                </a:lnTo>
                <a:lnTo>
                  <a:pt x="64169" y="0"/>
                </a:lnTo>
                <a:lnTo>
                  <a:pt x="67597" y="694"/>
                </a:lnTo>
                <a:lnTo>
                  <a:pt x="67071" y="3888"/>
                </a:lnTo>
                <a:lnTo>
                  <a:pt x="67751" y="4567"/>
                </a:lnTo>
                <a:lnTo>
                  <a:pt x="70206" y="3983"/>
                </a:lnTo>
                <a:lnTo>
                  <a:pt x="72801" y="4626"/>
                </a:lnTo>
                <a:lnTo>
                  <a:pt x="76046" y="3237"/>
                </a:lnTo>
                <a:lnTo>
                  <a:pt x="78326" y="4385"/>
                </a:lnTo>
                <a:lnTo>
                  <a:pt x="77427" y="7235"/>
                </a:lnTo>
                <a:lnTo>
                  <a:pt x="78421" y="8229"/>
                </a:lnTo>
                <a:lnTo>
                  <a:pt x="80760" y="7060"/>
                </a:lnTo>
                <a:lnTo>
                  <a:pt x="81930" y="8229"/>
                </a:lnTo>
                <a:lnTo>
                  <a:pt x="80760" y="10560"/>
                </a:lnTo>
                <a:lnTo>
                  <a:pt x="81922" y="11723"/>
                </a:lnTo>
                <a:lnTo>
                  <a:pt x="84151" y="10707"/>
                </a:lnTo>
                <a:lnTo>
                  <a:pt x="85555" y="11584"/>
                </a:lnTo>
                <a:lnTo>
                  <a:pt x="87784" y="10575"/>
                </a:lnTo>
                <a:lnTo>
                  <a:pt x="88843" y="11635"/>
                </a:lnTo>
                <a:lnTo>
                  <a:pt x="87798" y="14281"/>
                </a:lnTo>
                <a:lnTo>
                  <a:pt x="89063" y="15114"/>
                </a:lnTo>
                <a:lnTo>
                  <a:pt x="91270" y="14069"/>
                </a:lnTo>
                <a:lnTo>
                  <a:pt x="92447" y="15231"/>
                </a:lnTo>
                <a:lnTo>
                  <a:pt x="91277" y="17577"/>
                </a:lnTo>
                <a:lnTo>
                  <a:pt x="92227" y="18527"/>
                </a:lnTo>
                <a:lnTo>
                  <a:pt x="95180" y="17716"/>
                </a:lnTo>
                <a:lnTo>
                  <a:pt x="96101" y="19865"/>
                </a:lnTo>
                <a:lnTo>
                  <a:pt x="94274" y="23716"/>
                </a:lnTo>
                <a:lnTo>
                  <a:pt x="95801" y="25755"/>
                </a:lnTo>
                <a:lnTo>
                  <a:pt x="98345" y="24652"/>
                </a:lnTo>
                <a:lnTo>
                  <a:pt x="99361" y="25660"/>
                </a:lnTo>
                <a:lnTo>
                  <a:pt x="98308" y="28306"/>
                </a:lnTo>
                <a:lnTo>
                  <a:pt x="99302" y="28964"/>
                </a:lnTo>
                <a:lnTo>
                  <a:pt x="102167" y="28262"/>
                </a:lnTo>
                <a:lnTo>
                  <a:pt x="103103" y="30133"/>
                </a:lnTo>
                <a:lnTo>
                  <a:pt x="102372" y="34029"/>
                </a:lnTo>
                <a:lnTo>
                  <a:pt x="102372" y="36543"/>
                </a:lnTo>
                <a:lnTo>
                  <a:pt x="102043" y="38428"/>
                </a:lnTo>
                <a:lnTo>
                  <a:pt x="102562" y="39642"/>
                </a:lnTo>
                <a:lnTo>
                  <a:pt x="105515" y="38831"/>
                </a:lnTo>
                <a:lnTo>
                  <a:pt x="106260" y="39576"/>
                </a:lnTo>
                <a:lnTo>
                  <a:pt x="105793" y="42134"/>
                </a:lnTo>
                <a:lnTo>
                  <a:pt x="106363" y="46008"/>
                </a:lnTo>
                <a:lnTo>
                  <a:pt x="105880" y="49881"/>
                </a:lnTo>
                <a:lnTo>
                  <a:pt x="105880" y="55494"/>
                </a:lnTo>
                <a:lnTo>
                  <a:pt x="106180" y="58001"/>
                </a:lnTo>
                <a:lnTo>
                  <a:pt x="105734" y="61304"/>
                </a:lnTo>
                <a:lnTo>
                  <a:pt x="106618" y="66662"/>
                </a:lnTo>
                <a:lnTo>
                  <a:pt x="105581" y="67502"/>
                </a:lnTo>
                <a:lnTo>
                  <a:pt x="102452" y="66954"/>
                </a:lnTo>
                <a:lnTo>
                  <a:pt x="101838" y="69242"/>
                </a:lnTo>
                <a:lnTo>
                  <a:pt x="102372" y="72209"/>
                </a:lnTo>
                <a:lnTo>
                  <a:pt x="102372" y="75067"/>
                </a:lnTo>
                <a:lnTo>
                  <a:pt x="102715" y="77084"/>
                </a:lnTo>
                <a:lnTo>
                  <a:pt x="102145" y="78253"/>
                </a:lnTo>
                <a:lnTo>
                  <a:pt x="99266" y="77376"/>
                </a:lnTo>
                <a:lnTo>
                  <a:pt x="98286" y="78363"/>
                </a:lnTo>
                <a:lnTo>
                  <a:pt x="99456" y="80701"/>
                </a:lnTo>
                <a:lnTo>
                  <a:pt x="98286" y="81871"/>
                </a:lnTo>
                <a:lnTo>
                  <a:pt x="95948" y="80702"/>
                </a:lnTo>
                <a:lnTo>
                  <a:pt x="94793" y="81856"/>
                </a:lnTo>
                <a:lnTo>
                  <a:pt x="95801" y="84085"/>
                </a:lnTo>
                <a:lnTo>
                  <a:pt x="94924" y="85489"/>
                </a:lnTo>
                <a:lnTo>
                  <a:pt x="95940" y="87718"/>
                </a:lnTo>
                <a:lnTo>
                  <a:pt x="94873" y="88785"/>
                </a:lnTo>
                <a:lnTo>
                  <a:pt x="92228" y="87733"/>
                </a:lnTo>
                <a:lnTo>
                  <a:pt x="91394" y="88997"/>
                </a:lnTo>
                <a:lnTo>
                  <a:pt x="92447" y="91211"/>
                </a:lnTo>
                <a:lnTo>
                  <a:pt x="91277" y="92381"/>
                </a:lnTo>
                <a:lnTo>
                  <a:pt x="88939" y="91212"/>
                </a:lnTo>
                <a:lnTo>
                  <a:pt x="87988" y="92169"/>
                </a:lnTo>
                <a:lnTo>
                  <a:pt x="88800" y="95114"/>
                </a:lnTo>
                <a:lnTo>
                  <a:pt x="86651" y="96035"/>
                </a:lnTo>
                <a:lnTo>
                  <a:pt x="82792" y="94216"/>
                </a:lnTo>
                <a:lnTo>
                  <a:pt x="80760" y="95743"/>
                </a:lnTo>
                <a:lnTo>
                  <a:pt x="81864" y="98286"/>
                </a:lnTo>
                <a:lnTo>
                  <a:pt x="80848" y="99295"/>
                </a:lnTo>
                <a:lnTo>
                  <a:pt x="78202" y="98250"/>
                </a:lnTo>
                <a:lnTo>
                  <a:pt x="77552" y="99236"/>
                </a:lnTo>
                <a:lnTo>
                  <a:pt x="78246" y="102116"/>
                </a:lnTo>
                <a:lnTo>
                  <a:pt x="76360" y="103037"/>
                </a:lnTo>
                <a:lnTo>
                  <a:pt x="72501" y="102314"/>
                </a:lnTo>
                <a:lnTo>
                  <a:pt x="69965" y="102314"/>
                </a:lnTo>
                <a:lnTo>
                  <a:pt x="68087" y="101977"/>
                </a:lnTo>
                <a:lnTo>
                  <a:pt x="66866" y="102496"/>
                </a:lnTo>
                <a:lnTo>
                  <a:pt x="67685" y="105456"/>
                </a:lnTo>
                <a:lnTo>
                  <a:pt x="66925" y="106209"/>
                </a:lnTo>
                <a:lnTo>
                  <a:pt x="64389" y="105712"/>
                </a:lnTo>
                <a:lnTo>
                  <a:pt x="60566" y="106370"/>
                </a:lnTo>
                <a:lnTo>
                  <a:pt x="56583" y="105814"/>
                </a:lnTo>
                <a:lnTo>
                  <a:pt x="50992" y="105814"/>
                </a:lnTo>
                <a:lnTo>
                  <a:pt x="48566" y="106026"/>
                </a:lnTo>
                <a:lnTo>
                  <a:pt x="45247" y="105719"/>
                </a:lnTo>
                <a:lnTo>
                  <a:pt x="39825" y="106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846160" y="1582790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10">
                <a:moveTo>
                  <a:pt x="61692" y="92242"/>
                </a:moveTo>
                <a:lnTo>
                  <a:pt x="58717" y="91701"/>
                </a:lnTo>
                <a:lnTo>
                  <a:pt x="33554" y="91701"/>
                </a:lnTo>
                <a:lnTo>
                  <a:pt x="30557" y="92257"/>
                </a:lnTo>
                <a:lnTo>
                  <a:pt x="28255" y="91606"/>
                </a:lnTo>
                <a:lnTo>
                  <a:pt x="28876" y="88486"/>
                </a:lnTo>
                <a:lnTo>
                  <a:pt x="28255" y="87864"/>
                </a:lnTo>
                <a:lnTo>
                  <a:pt x="25595" y="88230"/>
                </a:lnTo>
                <a:lnTo>
                  <a:pt x="24374" y="88164"/>
                </a:lnTo>
                <a:lnTo>
                  <a:pt x="22152" y="88573"/>
                </a:lnTo>
                <a:lnTo>
                  <a:pt x="21027" y="87835"/>
                </a:lnTo>
                <a:lnTo>
                  <a:pt x="22057" y="85175"/>
                </a:lnTo>
                <a:lnTo>
                  <a:pt x="21093" y="84203"/>
                </a:lnTo>
                <a:lnTo>
                  <a:pt x="18439" y="85255"/>
                </a:lnTo>
                <a:lnTo>
                  <a:pt x="17811" y="84290"/>
                </a:lnTo>
                <a:lnTo>
                  <a:pt x="18461" y="81360"/>
                </a:lnTo>
                <a:lnTo>
                  <a:pt x="17321" y="80848"/>
                </a:lnTo>
                <a:lnTo>
                  <a:pt x="15399" y="81192"/>
                </a:lnTo>
                <a:lnTo>
                  <a:pt x="14091" y="81192"/>
                </a:lnTo>
                <a:lnTo>
                  <a:pt x="11372" y="81498"/>
                </a:lnTo>
                <a:lnTo>
                  <a:pt x="9969" y="80095"/>
                </a:lnTo>
                <a:lnTo>
                  <a:pt x="12249" y="75140"/>
                </a:lnTo>
                <a:lnTo>
                  <a:pt x="10414" y="73642"/>
                </a:lnTo>
                <a:lnTo>
                  <a:pt x="8134" y="74767"/>
                </a:lnTo>
                <a:lnTo>
                  <a:pt x="6979" y="73569"/>
                </a:lnTo>
                <a:lnTo>
                  <a:pt x="8149" y="71259"/>
                </a:lnTo>
                <a:lnTo>
                  <a:pt x="7089" y="70192"/>
                </a:lnTo>
                <a:lnTo>
                  <a:pt x="4399" y="71215"/>
                </a:lnTo>
                <a:lnTo>
                  <a:pt x="3245" y="69388"/>
                </a:lnTo>
                <a:lnTo>
                  <a:pt x="5174" y="64572"/>
                </a:lnTo>
                <a:lnTo>
                  <a:pt x="3756" y="63410"/>
                </a:lnTo>
                <a:lnTo>
                  <a:pt x="635" y="63958"/>
                </a:lnTo>
                <a:lnTo>
                  <a:pt x="0" y="61685"/>
                </a:lnTo>
                <a:lnTo>
                  <a:pt x="555" y="58681"/>
                </a:lnTo>
                <a:lnTo>
                  <a:pt x="555" y="33525"/>
                </a:lnTo>
                <a:lnTo>
                  <a:pt x="14" y="30550"/>
                </a:lnTo>
                <a:lnTo>
                  <a:pt x="643" y="28241"/>
                </a:lnTo>
                <a:lnTo>
                  <a:pt x="3771" y="28855"/>
                </a:lnTo>
                <a:lnTo>
                  <a:pt x="4640" y="27985"/>
                </a:lnTo>
                <a:lnTo>
                  <a:pt x="3588" y="25763"/>
                </a:lnTo>
                <a:lnTo>
                  <a:pt x="4516" y="24360"/>
                </a:lnTo>
                <a:lnTo>
                  <a:pt x="3471" y="22145"/>
                </a:lnTo>
                <a:lnTo>
                  <a:pt x="4523" y="21093"/>
                </a:lnTo>
                <a:lnTo>
                  <a:pt x="7228" y="22101"/>
                </a:lnTo>
                <a:lnTo>
                  <a:pt x="8002" y="20852"/>
                </a:lnTo>
                <a:lnTo>
                  <a:pt x="6986" y="18630"/>
                </a:lnTo>
                <a:lnTo>
                  <a:pt x="7929" y="17687"/>
                </a:lnTo>
                <a:lnTo>
                  <a:pt x="10882" y="18498"/>
                </a:lnTo>
                <a:lnTo>
                  <a:pt x="11672" y="16642"/>
                </a:lnTo>
                <a:lnTo>
                  <a:pt x="10005" y="12059"/>
                </a:lnTo>
                <a:lnTo>
                  <a:pt x="12176" y="9969"/>
                </a:lnTo>
                <a:lnTo>
                  <a:pt x="16605" y="11672"/>
                </a:lnTo>
                <a:lnTo>
                  <a:pt x="18527" y="10853"/>
                </a:lnTo>
                <a:lnTo>
                  <a:pt x="17708" y="7893"/>
                </a:lnTo>
                <a:lnTo>
                  <a:pt x="18636" y="6980"/>
                </a:lnTo>
                <a:lnTo>
                  <a:pt x="20880" y="7930"/>
                </a:lnTo>
                <a:lnTo>
                  <a:pt x="22101" y="7250"/>
                </a:lnTo>
                <a:lnTo>
                  <a:pt x="21143" y="4465"/>
                </a:lnTo>
                <a:lnTo>
                  <a:pt x="21918" y="3698"/>
                </a:lnTo>
                <a:lnTo>
                  <a:pt x="24578" y="4056"/>
                </a:lnTo>
                <a:lnTo>
                  <a:pt x="26040" y="3954"/>
                </a:lnTo>
                <a:lnTo>
                  <a:pt x="27648" y="4319"/>
                </a:lnTo>
                <a:lnTo>
                  <a:pt x="28605" y="4041"/>
                </a:lnTo>
                <a:lnTo>
                  <a:pt x="28978" y="3917"/>
                </a:lnTo>
                <a:lnTo>
                  <a:pt x="28284" y="847"/>
                </a:lnTo>
                <a:lnTo>
                  <a:pt x="28986" y="153"/>
                </a:lnTo>
                <a:lnTo>
                  <a:pt x="31536" y="628"/>
                </a:lnTo>
                <a:lnTo>
                  <a:pt x="35395" y="29"/>
                </a:lnTo>
                <a:lnTo>
                  <a:pt x="39298" y="540"/>
                </a:lnTo>
                <a:lnTo>
                  <a:pt x="58725" y="540"/>
                </a:lnTo>
                <a:lnTo>
                  <a:pt x="61692" y="0"/>
                </a:lnTo>
                <a:lnTo>
                  <a:pt x="64009" y="628"/>
                </a:lnTo>
                <a:lnTo>
                  <a:pt x="63395" y="3756"/>
                </a:lnTo>
                <a:lnTo>
                  <a:pt x="64264" y="4626"/>
                </a:lnTo>
                <a:lnTo>
                  <a:pt x="66486" y="3581"/>
                </a:lnTo>
                <a:lnTo>
                  <a:pt x="67889" y="4509"/>
                </a:lnTo>
                <a:lnTo>
                  <a:pt x="70104" y="3457"/>
                </a:lnTo>
                <a:lnTo>
                  <a:pt x="71156" y="4509"/>
                </a:lnTo>
                <a:lnTo>
                  <a:pt x="70148" y="7213"/>
                </a:lnTo>
                <a:lnTo>
                  <a:pt x="71398" y="7988"/>
                </a:lnTo>
                <a:lnTo>
                  <a:pt x="73620" y="6972"/>
                </a:lnTo>
                <a:lnTo>
                  <a:pt x="74562" y="7915"/>
                </a:lnTo>
                <a:lnTo>
                  <a:pt x="73751" y="10868"/>
                </a:lnTo>
                <a:lnTo>
                  <a:pt x="75637" y="11671"/>
                </a:lnTo>
                <a:lnTo>
                  <a:pt x="80139" y="9983"/>
                </a:lnTo>
                <a:lnTo>
                  <a:pt x="82273" y="12117"/>
                </a:lnTo>
                <a:lnTo>
                  <a:pt x="80592" y="16627"/>
                </a:lnTo>
                <a:lnTo>
                  <a:pt x="81396" y="18512"/>
                </a:lnTo>
                <a:lnTo>
                  <a:pt x="84348" y="17701"/>
                </a:lnTo>
                <a:lnTo>
                  <a:pt x="85291" y="18644"/>
                </a:lnTo>
                <a:lnTo>
                  <a:pt x="84268" y="20873"/>
                </a:lnTo>
                <a:lnTo>
                  <a:pt x="85050" y="22116"/>
                </a:lnTo>
                <a:lnTo>
                  <a:pt x="87754" y="21107"/>
                </a:lnTo>
                <a:lnTo>
                  <a:pt x="88800" y="22159"/>
                </a:lnTo>
                <a:lnTo>
                  <a:pt x="87755" y="24381"/>
                </a:lnTo>
                <a:lnTo>
                  <a:pt x="88683" y="25784"/>
                </a:lnTo>
                <a:lnTo>
                  <a:pt x="87638" y="27999"/>
                </a:lnTo>
                <a:lnTo>
                  <a:pt x="88500" y="28869"/>
                </a:lnTo>
                <a:lnTo>
                  <a:pt x="91635" y="28255"/>
                </a:lnTo>
                <a:lnTo>
                  <a:pt x="92264" y="30564"/>
                </a:lnTo>
                <a:lnTo>
                  <a:pt x="91723" y="33539"/>
                </a:lnTo>
                <a:lnTo>
                  <a:pt x="91723" y="58695"/>
                </a:lnTo>
                <a:lnTo>
                  <a:pt x="92271" y="61699"/>
                </a:lnTo>
                <a:lnTo>
                  <a:pt x="91628" y="64001"/>
                </a:lnTo>
                <a:lnTo>
                  <a:pt x="88507" y="63380"/>
                </a:lnTo>
                <a:lnTo>
                  <a:pt x="87886" y="64001"/>
                </a:lnTo>
                <a:lnTo>
                  <a:pt x="88244" y="66662"/>
                </a:lnTo>
                <a:lnTo>
                  <a:pt x="88178" y="67882"/>
                </a:lnTo>
                <a:lnTo>
                  <a:pt x="88595" y="70097"/>
                </a:lnTo>
                <a:lnTo>
                  <a:pt x="87857" y="71230"/>
                </a:lnTo>
                <a:lnTo>
                  <a:pt x="85196" y="70192"/>
                </a:lnTo>
                <a:lnTo>
                  <a:pt x="84224" y="71164"/>
                </a:lnTo>
                <a:lnTo>
                  <a:pt x="85277" y="73810"/>
                </a:lnTo>
                <a:lnTo>
                  <a:pt x="84312" y="74446"/>
                </a:lnTo>
                <a:lnTo>
                  <a:pt x="81381" y="73795"/>
                </a:lnTo>
                <a:lnTo>
                  <a:pt x="80870" y="74928"/>
                </a:lnTo>
                <a:lnTo>
                  <a:pt x="81206" y="76857"/>
                </a:lnTo>
                <a:lnTo>
                  <a:pt x="81206" y="78166"/>
                </a:lnTo>
                <a:lnTo>
                  <a:pt x="81520" y="80884"/>
                </a:lnTo>
                <a:lnTo>
                  <a:pt x="80110" y="82288"/>
                </a:lnTo>
                <a:lnTo>
                  <a:pt x="75162" y="80008"/>
                </a:lnTo>
                <a:lnTo>
                  <a:pt x="73663" y="81835"/>
                </a:lnTo>
                <a:lnTo>
                  <a:pt x="74789" y="84122"/>
                </a:lnTo>
                <a:lnTo>
                  <a:pt x="73590" y="85270"/>
                </a:lnTo>
                <a:lnTo>
                  <a:pt x="71274" y="84108"/>
                </a:lnTo>
                <a:lnTo>
                  <a:pt x="70214" y="85167"/>
                </a:lnTo>
                <a:lnTo>
                  <a:pt x="71237" y="87857"/>
                </a:lnTo>
                <a:lnTo>
                  <a:pt x="69410" y="89012"/>
                </a:lnTo>
                <a:lnTo>
                  <a:pt x="64593" y="87082"/>
                </a:lnTo>
                <a:lnTo>
                  <a:pt x="63431" y="88493"/>
                </a:lnTo>
                <a:lnTo>
                  <a:pt x="63972" y="91628"/>
                </a:lnTo>
                <a:lnTo>
                  <a:pt x="61692" y="92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2060362" y="1586087"/>
            <a:ext cx="85090" cy="85725"/>
          </a:xfrm>
          <a:custGeom>
            <a:avLst/>
            <a:gdLst/>
            <a:ahLst/>
            <a:cxnLst/>
            <a:rect l="l" t="t" r="r" b="b"/>
            <a:pathLst>
              <a:path w="85089" h="85725">
                <a:moveTo>
                  <a:pt x="48886" y="85263"/>
                </a:moveTo>
                <a:lnTo>
                  <a:pt x="46650" y="84832"/>
                </a:lnTo>
                <a:lnTo>
                  <a:pt x="43639" y="85036"/>
                </a:lnTo>
                <a:lnTo>
                  <a:pt x="41249" y="84883"/>
                </a:lnTo>
                <a:lnTo>
                  <a:pt x="37923" y="84883"/>
                </a:lnTo>
                <a:lnTo>
                  <a:pt x="36388" y="85146"/>
                </a:lnTo>
                <a:lnTo>
                  <a:pt x="35095" y="84788"/>
                </a:lnTo>
                <a:lnTo>
                  <a:pt x="35709" y="81659"/>
                </a:lnTo>
                <a:lnTo>
                  <a:pt x="35095" y="81045"/>
                </a:lnTo>
                <a:lnTo>
                  <a:pt x="32435" y="81404"/>
                </a:lnTo>
                <a:lnTo>
                  <a:pt x="30958" y="81323"/>
                </a:lnTo>
                <a:lnTo>
                  <a:pt x="29314" y="81711"/>
                </a:lnTo>
                <a:lnTo>
                  <a:pt x="27743" y="81126"/>
                </a:lnTo>
                <a:lnTo>
                  <a:pt x="25396" y="81857"/>
                </a:lnTo>
                <a:lnTo>
                  <a:pt x="24424" y="80885"/>
                </a:lnTo>
                <a:lnTo>
                  <a:pt x="25477" y="78239"/>
                </a:lnTo>
                <a:lnTo>
                  <a:pt x="24096" y="77325"/>
                </a:lnTo>
                <a:lnTo>
                  <a:pt x="22268" y="78349"/>
                </a:lnTo>
                <a:lnTo>
                  <a:pt x="20697" y="77472"/>
                </a:lnTo>
                <a:lnTo>
                  <a:pt x="18461" y="78429"/>
                </a:lnTo>
                <a:lnTo>
                  <a:pt x="17416" y="77384"/>
                </a:lnTo>
                <a:lnTo>
                  <a:pt x="18461" y="74738"/>
                </a:lnTo>
                <a:lnTo>
                  <a:pt x="17152" y="73868"/>
                </a:lnTo>
                <a:lnTo>
                  <a:pt x="15062" y="74950"/>
                </a:lnTo>
                <a:lnTo>
                  <a:pt x="13805" y="73846"/>
                </a:lnTo>
                <a:lnTo>
                  <a:pt x="14960" y="71420"/>
                </a:lnTo>
                <a:lnTo>
                  <a:pt x="13908" y="70375"/>
                </a:lnTo>
                <a:lnTo>
                  <a:pt x="11262" y="71420"/>
                </a:lnTo>
                <a:lnTo>
                  <a:pt x="10356" y="70053"/>
                </a:lnTo>
                <a:lnTo>
                  <a:pt x="11423" y="68175"/>
                </a:lnTo>
                <a:lnTo>
                  <a:pt x="10531" y="66801"/>
                </a:lnTo>
                <a:lnTo>
                  <a:pt x="7871" y="67839"/>
                </a:lnTo>
                <a:lnTo>
                  <a:pt x="7060" y="67027"/>
                </a:lnTo>
                <a:lnTo>
                  <a:pt x="7418" y="64367"/>
                </a:lnTo>
                <a:lnTo>
                  <a:pt x="7345" y="63022"/>
                </a:lnTo>
                <a:lnTo>
                  <a:pt x="7761" y="61078"/>
                </a:lnTo>
                <a:lnTo>
                  <a:pt x="7147" y="59865"/>
                </a:lnTo>
                <a:lnTo>
                  <a:pt x="4290" y="60764"/>
                </a:lnTo>
                <a:lnTo>
                  <a:pt x="3551" y="60018"/>
                </a:lnTo>
                <a:lnTo>
                  <a:pt x="3917" y="57351"/>
                </a:lnTo>
                <a:lnTo>
                  <a:pt x="3836" y="55911"/>
                </a:lnTo>
                <a:lnTo>
                  <a:pt x="4231" y="54193"/>
                </a:lnTo>
                <a:lnTo>
                  <a:pt x="3610" y="52651"/>
                </a:lnTo>
                <a:lnTo>
                  <a:pt x="4385" y="50334"/>
                </a:lnTo>
                <a:lnTo>
                  <a:pt x="3398" y="49348"/>
                </a:lnTo>
                <a:lnTo>
                  <a:pt x="752" y="50393"/>
                </a:lnTo>
                <a:lnTo>
                  <a:pt x="0" y="49267"/>
                </a:lnTo>
                <a:lnTo>
                  <a:pt x="431" y="47031"/>
                </a:lnTo>
                <a:lnTo>
                  <a:pt x="226" y="44019"/>
                </a:lnTo>
                <a:lnTo>
                  <a:pt x="380" y="41630"/>
                </a:lnTo>
                <a:lnTo>
                  <a:pt x="380" y="38304"/>
                </a:lnTo>
                <a:lnTo>
                  <a:pt x="116" y="36769"/>
                </a:lnTo>
                <a:lnTo>
                  <a:pt x="475" y="35476"/>
                </a:lnTo>
                <a:lnTo>
                  <a:pt x="3603" y="36090"/>
                </a:lnTo>
                <a:lnTo>
                  <a:pt x="4216" y="35476"/>
                </a:lnTo>
                <a:lnTo>
                  <a:pt x="3858" y="32815"/>
                </a:lnTo>
                <a:lnTo>
                  <a:pt x="3939" y="31354"/>
                </a:lnTo>
                <a:lnTo>
                  <a:pt x="3551" y="29680"/>
                </a:lnTo>
                <a:lnTo>
                  <a:pt x="4143" y="28116"/>
                </a:lnTo>
                <a:lnTo>
                  <a:pt x="3398" y="25784"/>
                </a:lnTo>
                <a:lnTo>
                  <a:pt x="4370" y="24805"/>
                </a:lnTo>
                <a:lnTo>
                  <a:pt x="7023" y="25857"/>
                </a:lnTo>
                <a:lnTo>
                  <a:pt x="7929" y="24483"/>
                </a:lnTo>
                <a:lnTo>
                  <a:pt x="6862" y="22612"/>
                </a:lnTo>
                <a:lnTo>
                  <a:pt x="7842" y="21078"/>
                </a:lnTo>
                <a:lnTo>
                  <a:pt x="6811" y="18863"/>
                </a:lnTo>
                <a:lnTo>
                  <a:pt x="7929" y="17745"/>
                </a:lnTo>
                <a:lnTo>
                  <a:pt x="10436" y="18870"/>
                </a:lnTo>
                <a:lnTo>
                  <a:pt x="11423" y="17613"/>
                </a:lnTo>
                <a:lnTo>
                  <a:pt x="10297" y="15377"/>
                </a:lnTo>
                <a:lnTo>
                  <a:pt x="11386" y="14295"/>
                </a:lnTo>
                <a:lnTo>
                  <a:pt x="14032" y="15340"/>
                </a:lnTo>
                <a:lnTo>
                  <a:pt x="14865" y="14076"/>
                </a:lnTo>
                <a:lnTo>
                  <a:pt x="13813" y="11861"/>
                </a:lnTo>
                <a:lnTo>
                  <a:pt x="14982" y="10692"/>
                </a:lnTo>
                <a:lnTo>
                  <a:pt x="17321" y="11861"/>
                </a:lnTo>
                <a:lnTo>
                  <a:pt x="18395" y="10787"/>
                </a:lnTo>
                <a:lnTo>
                  <a:pt x="17342" y="8141"/>
                </a:lnTo>
                <a:lnTo>
                  <a:pt x="18717" y="7227"/>
                </a:lnTo>
                <a:lnTo>
                  <a:pt x="20536" y="8221"/>
                </a:lnTo>
                <a:lnTo>
                  <a:pt x="22115" y="7403"/>
                </a:lnTo>
                <a:lnTo>
                  <a:pt x="24366" y="8316"/>
                </a:lnTo>
                <a:lnTo>
                  <a:pt x="25404" y="7279"/>
                </a:lnTo>
                <a:lnTo>
                  <a:pt x="24351" y="4633"/>
                </a:lnTo>
                <a:lnTo>
                  <a:pt x="25572" y="3822"/>
                </a:lnTo>
                <a:lnTo>
                  <a:pt x="27618" y="4421"/>
                </a:lnTo>
                <a:lnTo>
                  <a:pt x="30681" y="3829"/>
                </a:lnTo>
                <a:lnTo>
                  <a:pt x="33166" y="4706"/>
                </a:lnTo>
                <a:lnTo>
                  <a:pt x="35417" y="4253"/>
                </a:lnTo>
                <a:lnTo>
                  <a:pt x="35687" y="4202"/>
                </a:lnTo>
                <a:lnTo>
                  <a:pt x="35175" y="986"/>
                </a:lnTo>
                <a:lnTo>
                  <a:pt x="35724" y="445"/>
                </a:lnTo>
                <a:lnTo>
                  <a:pt x="40043" y="767"/>
                </a:lnTo>
                <a:lnTo>
                  <a:pt x="41322" y="584"/>
                </a:lnTo>
                <a:lnTo>
                  <a:pt x="43500" y="898"/>
                </a:lnTo>
                <a:lnTo>
                  <a:pt x="48835" y="0"/>
                </a:lnTo>
                <a:lnTo>
                  <a:pt x="49691" y="1044"/>
                </a:lnTo>
                <a:lnTo>
                  <a:pt x="49142" y="4173"/>
                </a:lnTo>
                <a:lnTo>
                  <a:pt x="51430" y="4794"/>
                </a:lnTo>
                <a:lnTo>
                  <a:pt x="54397" y="4253"/>
                </a:lnTo>
                <a:lnTo>
                  <a:pt x="57284" y="4253"/>
                </a:lnTo>
                <a:lnTo>
                  <a:pt x="59228" y="3910"/>
                </a:lnTo>
                <a:lnTo>
                  <a:pt x="60419" y="4458"/>
                </a:lnTo>
                <a:lnTo>
                  <a:pt x="59579" y="7381"/>
                </a:lnTo>
                <a:lnTo>
                  <a:pt x="60302" y="8090"/>
                </a:lnTo>
                <a:lnTo>
                  <a:pt x="62962" y="7732"/>
                </a:lnTo>
                <a:lnTo>
                  <a:pt x="64110" y="7791"/>
                </a:lnTo>
                <a:lnTo>
                  <a:pt x="66485" y="7389"/>
                </a:lnTo>
                <a:lnTo>
                  <a:pt x="67560" y="8192"/>
                </a:lnTo>
                <a:lnTo>
                  <a:pt x="66456" y="10736"/>
                </a:lnTo>
                <a:lnTo>
                  <a:pt x="67465" y="11752"/>
                </a:lnTo>
                <a:lnTo>
                  <a:pt x="70110" y="10699"/>
                </a:lnTo>
                <a:lnTo>
                  <a:pt x="70943" y="11964"/>
                </a:lnTo>
                <a:lnTo>
                  <a:pt x="69898" y="14178"/>
                </a:lnTo>
                <a:lnTo>
                  <a:pt x="71060" y="15348"/>
                </a:lnTo>
                <a:lnTo>
                  <a:pt x="73399" y="14186"/>
                </a:lnTo>
                <a:lnTo>
                  <a:pt x="74474" y="15253"/>
                </a:lnTo>
                <a:lnTo>
                  <a:pt x="73428" y="17898"/>
                </a:lnTo>
                <a:lnTo>
                  <a:pt x="74561" y="18659"/>
                </a:lnTo>
                <a:lnTo>
                  <a:pt x="77097" y="17738"/>
                </a:lnTo>
                <a:lnTo>
                  <a:pt x="78420" y="19514"/>
                </a:lnTo>
                <a:lnTo>
                  <a:pt x="76323" y="24337"/>
                </a:lnTo>
                <a:lnTo>
                  <a:pt x="77894" y="25616"/>
                </a:lnTo>
                <a:lnTo>
                  <a:pt x="80803" y="24856"/>
                </a:lnTo>
                <a:lnTo>
                  <a:pt x="82330" y="28189"/>
                </a:lnTo>
                <a:lnTo>
                  <a:pt x="79728" y="32866"/>
                </a:lnTo>
                <a:lnTo>
                  <a:pt x="81183" y="36250"/>
                </a:lnTo>
                <a:lnTo>
                  <a:pt x="84135" y="35439"/>
                </a:lnTo>
                <a:lnTo>
                  <a:pt x="84837" y="36148"/>
                </a:lnTo>
                <a:lnTo>
                  <a:pt x="84464" y="38794"/>
                </a:lnTo>
                <a:lnTo>
                  <a:pt x="84654" y="41622"/>
                </a:lnTo>
                <a:lnTo>
                  <a:pt x="84501" y="44012"/>
                </a:lnTo>
                <a:lnTo>
                  <a:pt x="84501" y="47338"/>
                </a:lnTo>
                <a:lnTo>
                  <a:pt x="84764" y="48872"/>
                </a:lnTo>
                <a:lnTo>
                  <a:pt x="84406" y="50166"/>
                </a:lnTo>
                <a:lnTo>
                  <a:pt x="81278" y="49552"/>
                </a:lnTo>
                <a:lnTo>
                  <a:pt x="80664" y="50166"/>
                </a:lnTo>
                <a:lnTo>
                  <a:pt x="81022" y="52826"/>
                </a:lnTo>
                <a:lnTo>
                  <a:pt x="80941" y="54303"/>
                </a:lnTo>
                <a:lnTo>
                  <a:pt x="81321" y="55947"/>
                </a:lnTo>
                <a:lnTo>
                  <a:pt x="80744" y="57519"/>
                </a:lnTo>
                <a:lnTo>
                  <a:pt x="81475" y="59865"/>
                </a:lnTo>
                <a:lnTo>
                  <a:pt x="80503" y="60837"/>
                </a:lnTo>
                <a:lnTo>
                  <a:pt x="77857" y="59792"/>
                </a:lnTo>
                <a:lnTo>
                  <a:pt x="76944" y="61158"/>
                </a:lnTo>
                <a:lnTo>
                  <a:pt x="77967" y="62993"/>
                </a:lnTo>
                <a:lnTo>
                  <a:pt x="77090" y="64564"/>
                </a:lnTo>
                <a:lnTo>
                  <a:pt x="78047" y="66801"/>
                </a:lnTo>
                <a:lnTo>
                  <a:pt x="77002" y="67846"/>
                </a:lnTo>
                <a:lnTo>
                  <a:pt x="74356" y="66794"/>
                </a:lnTo>
                <a:lnTo>
                  <a:pt x="73487" y="68109"/>
                </a:lnTo>
                <a:lnTo>
                  <a:pt x="74569" y="70199"/>
                </a:lnTo>
                <a:lnTo>
                  <a:pt x="73465" y="71456"/>
                </a:lnTo>
                <a:lnTo>
                  <a:pt x="71038" y="70302"/>
                </a:lnTo>
                <a:lnTo>
                  <a:pt x="69993" y="71347"/>
                </a:lnTo>
                <a:lnTo>
                  <a:pt x="71038" y="74000"/>
                </a:lnTo>
                <a:lnTo>
                  <a:pt x="69671" y="74906"/>
                </a:lnTo>
                <a:lnTo>
                  <a:pt x="67793" y="73839"/>
                </a:lnTo>
                <a:lnTo>
                  <a:pt x="66420" y="74724"/>
                </a:lnTo>
                <a:lnTo>
                  <a:pt x="67457" y="77391"/>
                </a:lnTo>
                <a:lnTo>
                  <a:pt x="66639" y="78203"/>
                </a:lnTo>
                <a:lnTo>
                  <a:pt x="63979" y="77844"/>
                </a:lnTo>
                <a:lnTo>
                  <a:pt x="62641" y="77917"/>
                </a:lnTo>
                <a:lnTo>
                  <a:pt x="60690" y="77501"/>
                </a:lnTo>
                <a:lnTo>
                  <a:pt x="59484" y="78115"/>
                </a:lnTo>
                <a:lnTo>
                  <a:pt x="60383" y="80972"/>
                </a:lnTo>
                <a:lnTo>
                  <a:pt x="59630" y="81711"/>
                </a:lnTo>
                <a:lnTo>
                  <a:pt x="56970" y="81345"/>
                </a:lnTo>
                <a:lnTo>
                  <a:pt x="55530" y="81425"/>
                </a:lnTo>
                <a:lnTo>
                  <a:pt x="53812" y="81031"/>
                </a:lnTo>
                <a:lnTo>
                  <a:pt x="52270" y="81652"/>
                </a:lnTo>
                <a:lnTo>
                  <a:pt x="49953" y="80877"/>
                </a:lnTo>
                <a:lnTo>
                  <a:pt x="48967" y="81864"/>
                </a:lnTo>
                <a:lnTo>
                  <a:pt x="50012" y="84510"/>
                </a:lnTo>
                <a:lnTo>
                  <a:pt x="48886" y="85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2277911" y="1593176"/>
            <a:ext cx="71120" cy="71120"/>
          </a:xfrm>
          <a:custGeom>
            <a:avLst/>
            <a:gdLst/>
            <a:ahLst/>
            <a:cxnLst/>
            <a:rect l="l" t="t" r="r" b="b"/>
            <a:pathLst>
              <a:path w="71119" h="71119">
                <a:moveTo>
                  <a:pt x="32727" y="71098"/>
                </a:moveTo>
                <a:lnTo>
                  <a:pt x="31470" y="70638"/>
                </a:lnTo>
                <a:lnTo>
                  <a:pt x="32208" y="67612"/>
                </a:lnTo>
                <a:lnTo>
                  <a:pt x="31543" y="66954"/>
                </a:lnTo>
                <a:lnTo>
                  <a:pt x="28875" y="67313"/>
                </a:lnTo>
                <a:lnTo>
                  <a:pt x="27202" y="67225"/>
                </a:lnTo>
                <a:lnTo>
                  <a:pt x="26025" y="67349"/>
                </a:lnTo>
                <a:lnTo>
                  <a:pt x="23708" y="67218"/>
                </a:lnTo>
                <a:lnTo>
                  <a:pt x="20573" y="67283"/>
                </a:lnTo>
                <a:lnTo>
                  <a:pt x="18548" y="67627"/>
                </a:lnTo>
                <a:lnTo>
                  <a:pt x="17372" y="67049"/>
                </a:lnTo>
                <a:lnTo>
                  <a:pt x="18263" y="64177"/>
                </a:lnTo>
                <a:lnTo>
                  <a:pt x="17269" y="63198"/>
                </a:lnTo>
                <a:lnTo>
                  <a:pt x="14930" y="64367"/>
                </a:lnTo>
                <a:lnTo>
                  <a:pt x="13762" y="63198"/>
                </a:lnTo>
                <a:lnTo>
                  <a:pt x="14931" y="60859"/>
                </a:lnTo>
                <a:lnTo>
                  <a:pt x="13769" y="59690"/>
                </a:lnTo>
                <a:lnTo>
                  <a:pt x="11430" y="60859"/>
                </a:lnTo>
                <a:lnTo>
                  <a:pt x="10260" y="59690"/>
                </a:lnTo>
                <a:lnTo>
                  <a:pt x="11430" y="57358"/>
                </a:lnTo>
                <a:lnTo>
                  <a:pt x="10260" y="56189"/>
                </a:lnTo>
                <a:lnTo>
                  <a:pt x="7921" y="57358"/>
                </a:lnTo>
                <a:lnTo>
                  <a:pt x="6759" y="56189"/>
                </a:lnTo>
                <a:lnTo>
                  <a:pt x="7921" y="53850"/>
                </a:lnTo>
                <a:lnTo>
                  <a:pt x="6942" y="52871"/>
                </a:lnTo>
                <a:lnTo>
                  <a:pt x="4063" y="53733"/>
                </a:lnTo>
                <a:lnTo>
                  <a:pt x="3113" y="51760"/>
                </a:lnTo>
                <a:lnTo>
                  <a:pt x="3836" y="47952"/>
                </a:lnTo>
                <a:lnTo>
                  <a:pt x="3836" y="44173"/>
                </a:lnTo>
                <a:lnTo>
                  <a:pt x="4363" y="41235"/>
                </a:lnTo>
                <a:lnTo>
                  <a:pt x="3748" y="38911"/>
                </a:lnTo>
                <a:lnTo>
                  <a:pt x="613" y="39510"/>
                </a:lnTo>
                <a:lnTo>
                  <a:pt x="0" y="38897"/>
                </a:lnTo>
                <a:lnTo>
                  <a:pt x="358" y="36236"/>
                </a:lnTo>
                <a:lnTo>
                  <a:pt x="343" y="32055"/>
                </a:lnTo>
                <a:lnTo>
                  <a:pt x="3654" y="32406"/>
                </a:lnTo>
                <a:lnTo>
                  <a:pt x="4165" y="31888"/>
                </a:lnTo>
                <a:lnTo>
                  <a:pt x="3807" y="29227"/>
                </a:lnTo>
                <a:lnTo>
                  <a:pt x="3895" y="27553"/>
                </a:lnTo>
                <a:lnTo>
                  <a:pt x="3771" y="26377"/>
                </a:lnTo>
                <a:lnTo>
                  <a:pt x="3902" y="24060"/>
                </a:lnTo>
                <a:lnTo>
                  <a:pt x="3836" y="20946"/>
                </a:lnTo>
                <a:lnTo>
                  <a:pt x="3486" y="18863"/>
                </a:lnTo>
                <a:lnTo>
                  <a:pt x="4092" y="17709"/>
                </a:lnTo>
                <a:lnTo>
                  <a:pt x="6928" y="18629"/>
                </a:lnTo>
                <a:lnTo>
                  <a:pt x="7929" y="17621"/>
                </a:lnTo>
                <a:lnTo>
                  <a:pt x="6759" y="15282"/>
                </a:lnTo>
                <a:lnTo>
                  <a:pt x="7921" y="14120"/>
                </a:lnTo>
                <a:lnTo>
                  <a:pt x="10260" y="15282"/>
                </a:lnTo>
                <a:lnTo>
                  <a:pt x="11430" y="14120"/>
                </a:lnTo>
                <a:lnTo>
                  <a:pt x="10260" y="11781"/>
                </a:lnTo>
                <a:lnTo>
                  <a:pt x="11430" y="10612"/>
                </a:lnTo>
                <a:lnTo>
                  <a:pt x="13769" y="11781"/>
                </a:lnTo>
                <a:lnTo>
                  <a:pt x="14931" y="10612"/>
                </a:lnTo>
                <a:lnTo>
                  <a:pt x="13761" y="8273"/>
                </a:lnTo>
                <a:lnTo>
                  <a:pt x="14931" y="7103"/>
                </a:lnTo>
                <a:lnTo>
                  <a:pt x="17270" y="8273"/>
                </a:lnTo>
                <a:lnTo>
                  <a:pt x="18205" y="7337"/>
                </a:lnTo>
                <a:lnTo>
                  <a:pt x="17430" y="4348"/>
                </a:lnTo>
                <a:lnTo>
                  <a:pt x="19542" y="3515"/>
                </a:lnTo>
                <a:lnTo>
                  <a:pt x="23029" y="4187"/>
                </a:lnTo>
                <a:lnTo>
                  <a:pt x="27136" y="4187"/>
                </a:lnTo>
                <a:lnTo>
                  <a:pt x="29694" y="4553"/>
                </a:lnTo>
                <a:lnTo>
                  <a:pt x="31864" y="4180"/>
                </a:lnTo>
                <a:lnTo>
                  <a:pt x="31762" y="679"/>
                </a:lnTo>
                <a:lnTo>
                  <a:pt x="33589" y="613"/>
                </a:lnTo>
                <a:lnTo>
                  <a:pt x="37316" y="0"/>
                </a:lnTo>
                <a:lnTo>
                  <a:pt x="39326" y="862"/>
                </a:lnTo>
                <a:lnTo>
                  <a:pt x="38515" y="3815"/>
                </a:lnTo>
                <a:lnTo>
                  <a:pt x="39275" y="4575"/>
                </a:lnTo>
                <a:lnTo>
                  <a:pt x="41804" y="4078"/>
                </a:lnTo>
                <a:lnTo>
                  <a:pt x="44566" y="4560"/>
                </a:lnTo>
                <a:lnTo>
                  <a:pt x="47183" y="4180"/>
                </a:lnTo>
                <a:lnTo>
                  <a:pt x="50202" y="4180"/>
                </a:lnTo>
                <a:lnTo>
                  <a:pt x="52204" y="3837"/>
                </a:lnTo>
                <a:lnTo>
                  <a:pt x="53381" y="4407"/>
                </a:lnTo>
                <a:lnTo>
                  <a:pt x="52504" y="7286"/>
                </a:lnTo>
                <a:lnTo>
                  <a:pt x="53491" y="8266"/>
                </a:lnTo>
                <a:lnTo>
                  <a:pt x="55829" y="7096"/>
                </a:lnTo>
                <a:lnTo>
                  <a:pt x="56998" y="8266"/>
                </a:lnTo>
                <a:lnTo>
                  <a:pt x="55829" y="10604"/>
                </a:lnTo>
                <a:lnTo>
                  <a:pt x="56999" y="11774"/>
                </a:lnTo>
                <a:lnTo>
                  <a:pt x="59330" y="10605"/>
                </a:lnTo>
                <a:lnTo>
                  <a:pt x="60500" y="11774"/>
                </a:lnTo>
                <a:lnTo>
                  <a:pt x="59330" y="14113"/>
                </a:lnTo>
                <a:lnTo>
                  <a:pt x="60500" y="15275"/>
                </a:lnTo>
                <a:lnTo>
                  <a:pt x="62838" y="14113"/>
                </a:lnTo>
                <a:lnTo>
                  <a:pt x="64007" y="15275"/>
                </a:lnTo>
                <a:lnTo>
                  <a:pt x="62838" y="17614"/>
                </a:lnTo>
                <a:lnTo>
                  <a:pt x="63832" y="18608"/>
                </a:lnTo>
                <a:lnTo>
                  <a:pt x="66682" y="17716"/>
                </a:lnTo>
                <a:lnTo>
                  <a:pt x="67662" y="19653"/>
                </a:lnTo>
                <a:lnTo>
                  <a:pt x="66924" y="23548"/>
                </a:lnTo>
                <a:lnTo>
                  <a:pt x="66924" y="26194"/>
                </a:lnTo>
                <a:lnTo>
                  <a:pt x="66646" y="27794"/>
                </a:lnTo>
                <a:lnTo>
                  <a:pt x="67121" y="29366"/>
                </a:lnTo>
                <a:lnTo>
                  <a:pt x="66470" y="31770"/>
                </a:lnTo>
                <a:lnTo>
                  <a:pt x="67114" y="32406"/>
                </a:lnTo>
                <a:lnTo>
                  <a:pt x="70424" y="32055"/>
                </a:lnTo>
                <a:lnTo>
                  <a:pt x="70519" y="33912"/>
                </a:lnTo>
                <a:lnTo>
                  <a:pt x="71089" y="37705"/>
                </a:lnTo>
                <a:lnTo>
                  <a:pt x="70242" y="39686"/>
                </a:lnTo>
                <a:lnTo>
                  <a:pt x="67289" y="38867"/>
                </a:lnTo>
                <a:lnTo>
                  <a:pt x="66529" y="39634"/>
                </a:lnTo>
                <a:lnTo>
                  <a:pt x="67033" y="42163"/>
                </a:lnTo>
                <a:lnTo>
                  <a:pt x="66544" y="44926"/>
                </a:lnTo>
                <a:lnTo>
                  <a:pt x="66924" y="47543"/>
                </a:lnTo>
                <a:lnTo>
                  <a:pt x="66924" y="50568"/>
                </a:lnTo>
                <a:lnTo>
                  <a:pt x="67267" y="52556"/>
                </a:lnTo>
                <a:lnTo>
                  <a:pt x="66704" y="53733"/>
                </a:lnTo>
                <a:lnTo>
                  <a:pt x="63810" y="52871"/>
                </a:lnTo>
                <a:lnTo>
                  <a:pt x="62838" y="53850"/>
                </a:lnTo>
                <a:lnTo>
                  <a:pt x="64007" y="56189"/>
                </a:lnTo>
                <a:lnTo>
                  <a:pt x="62838" y="57358"/>
                </a:lnTo>
                <a:lnTo>
                  <a:pt x="60499" y="56189"/>
                </a:lnTo>
                <a:lnTo>
                  <a:pt x="59330" y="57358"/>
                </a:lnTo>
                <a:lnTo>
                  <a:pt x="60500" y="59689"/>
                </a:lnTo>
                <a:lnTo>
                  <a:pt x="59330" y="60859"/>
                </a:lnTo>
                <a:lnTo>
                  <a:pt x="56999" y="59690"/>
                </a:lnTo>
                <a:lnTo>
                  <a:pt x="55829" y="60859"/>
                </a:lnTo>
                <a:lnTo>
                  <a:pt x="56999" y="63198"/>
                </a:lnTo>
                <a:lnTo>
                  <a:pt x="55829" y="64367"/>
                </a:lnTo>
                <a:lnTo>
                  <a:pt x="53490" y="63198"/>
                </a:lnTo>
                <a:lnTo>
                  <a:pt x="52496" y="64192"/>
                </a:lnTo>
                <a:lnTo>
                  <a:pt x="53388" y="67042"/>
                </a:lnTo>
                <a:lnTo>
                  <a:pt x="51459" y="68014"/>
                </a:lnTo>
                <a:lnTo>
                  <a:pt x="47556" y="67283"/>
                </a:lnTo>
                <a:lnTo>
                  <a:pt x="44910" y="67283"/>
                </a:lnTo>
                <a:lnTo>
                  <a:pt x="43309" y="67006"/>
                </a:lnTo>
                <a:lnTo>
                  <a:pt x="41738" y="67481"/>
                </a:lnTo>
                <a:lnTo>
                  <a:pt x="39333" y="66830"/>
                </a:lnTo>
                <a:lnTo>
                  <a:pt x="38698" y="67473"/>
                </a:lnTo>
                <a:lnTo>
                  <a:pt x="39049" y="70784"/>
                </a:lnTo>
                <a:lnTo>
                  <a:pt x="34459" y="70792"/>
                </a:lnTo>
                <a:lnTo>
                  <a:pt x="32727" y="71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2498792" y="1603715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4" h="50800">
                <a:moveTo>
                  <a:pt x="16386" y="50334"/>
                </a:moveTo>
                <a:lnTo>
                  <a:pt x="14120" y="49640"/>
                </a:lnTo>
                <a:lnTo>
                  <a:pt x="14770" y="46548"/>
                </a:lnTo>
                <a:lnTo>
                  <a:pt x="13886" y="45664"/>
                </a:lnTo>
                <a:lnTo>
                  <a:pt x="11664" y="46709"/>
                </a:lnTo>
                <a:lnTo>
                  <a:pt x="10261" y="45781"/>
                </a:lnTo>
                <a:lnTo>
                  <a:pt x="8046" y="46833"/>
                </a:lnTo>
                <a:lnTo>
                  <a:pt x="6877" y="45664"/>
                </a:lnTo>
                <a:lnTo>
                  <a:pt x="7930" y="43435"/>
                </a:lnTo>
                <a:lnTo>
                  <a:pt x="7462" y="42740"/>
                </a:lnTo>
                <a:lnTo>
                  <a:pt x="6986" y="42324"/>
                </a:lnTo>
                <a:lnTo>
                  <a:pt x="4261" y="43252"/>
                </a:lnTo>
                <a:lnTo>
                  <a:pt x="3193" y="41454"/>
                </a:lnTo>
                <a:lnTo>
                  <a:pt x="5057" y="36630"/>
                </a:lnTo>
                <a:lnTo>
                  <a:pt x="3617" y="35447"/>
                </a:lnTo>
                <a:lnTo>
                  <a:pt x="570" y="36075"/>
                </a:lnTo>
                <a:lnTo>
                  <a:pt x="153" y="34847"/>
                </a:lnTo>
                <a:lnTo>
                  <a:pt x="453" y="33152"/>
                </a:lnTo>
                <a:lnTo>
                  <a:pt x="453" y="20720"/>
                </a:lnTo>
                <a:lnTo>
                  <a:pt x="175" y="19119"/>
                </a:lnTo>
                <a:lnTo>
                  <a:pt x="650" y="17548"/>
                </a:lnTo>
                <a:lnTo>
                  <a:pt x="0" y="15143"/>
                </a:lnTo>
                <a:lnTo>
                  <a:pt x="774" y="14376"/>
                </a:lnTo>
                <a:lnTo>
                  <a:pt x="3837" y="15063"/>
                </a:lnTo>
                <a:lnTo>
                  <a:pt x="4575" y="12855"/>
                </a:lnTo>
                <a:lnTo>
                  <a:pt x="2945" y="9282"/>
                </a:lnTo>
                <a:lnTo>
                  <a:pt x="4290" y="7147"/>
                </a:lnTo>
                <a:lnTo>
                  <a:pt x="6965" y="8098"/>
                </a:lnTo>
                <a:lnTo>
                  <a:pt x="7462" y="7674"/>
                </a:lnTo>
                <a:lnTo>
                  <a:pt x="7930" y="6972"/>
                </a:lnTo>
                <a:lnTo>
                  <a:pt x="6877" y="4750"/>
                </a:lnTo>
                <a:lnTo>
                  <a:pt x="8002" y="3632"/>
                </a:lnTo>
                <a:lnTo>
                  <a:pt x="10268" y="4524"/>
                </a:lnTo>
                <a:lnTo>
                  <a:pt x="11678" y="3815"/>
                </a:lnTo>
                <a:lnTo>
                  <a:pt x="13937" y="4706"/>
                </a:lnTo>
                <a:lnTo>
                  <a:pt x="14960" y="3683"/>
                </a:lnTo>
                <a:lnTo>
                  <a:pt x="13915" y="1030"/>
                </a:lnTo>
                <a:lnTo>
                  <a:pt x="15150" y="211"/>
                </a:lnTo>
                <a:lnTo>
                  <a:pt x="17167" y="833"/>
                </a:lnTo>
                <a:lnTo>
                  <a:pt x="21099" y="0"/>
                </a:lnTo>
                <a:lnTo>
                  <a:pt x="25302" y="665"/>
                </a:lnTo>
                <a:lnTo>
                  <a:pt x="32976" y="665"/>
                </a:lnTo>
                <a:lnTo>
                  <a:pt x="34591" y="380"/>
                </a:lnTo>
                <a:lnTo>
                  <a:pt x="35870" y="781"/>
                </a:lnTo>
                <a:lnTo>
                  <a:pt x="35205" y="3866"/>
                </a:lnTo>
                <a:lnTo>
                  <a:pt x="36089" y="4750"/>
                </a:lnTo>
                <a:lnTo>
                  <a:pt x="38318" y="3705"/>
                </a:lnTo>
                <a:lnTo>
                  <a:pt x="39714" y="4633"/>
                </a:lnTo>
                <a:lnTo>
                  <a:pt x="41929" y="3588"/>
                </a:lnTo>
                <a:lnTo>
                  <a:pt x="43098" y="4750"/>
                </a:lnTo>
                <a:lnTo>
                  <a:pt x="42053" y="6979"/>
                </a:lnTo>
                <a:lnTo>
                  <a:pt x="42513" y="7674"/>
                </a:lnTo>
                <a:lnTo>
                  <a:pt x="46029" y="7674"/>
                </a:lnTo>
                <a:lnTo>
                  <a:pt x="46080" y="8836"/>
                </a:lnTo>
                <a:lnTo>
                  <a:pt x="45963" y="10012"/>
                </a:lnTo>
                <a:lnTo>
                  <a:pt x="46058" y="11686"/>
                </a:lnTo>
                <a:lnTo>
                  <a:pt x="45693" y="14354"/>
                </a:lnTo>
                <a:lnTo>
                  <a:pt x="46299" y="14953"/>
                </a:lnTo>
                <a:lnTo>
                  <a:pt x="49457" y="14368"/>
                </a:lnTo>
                <a:lnTo>
                  <a:pt x="50041" y="16707"/>
                </a:lnTo>
                <a:lnTo>
                  <a:pt x="49537" y="19601"/>
                </a:lnTo>
                <a:lnTo>
                  <a:pt x="49537" y="33239"/>
                </a:lnTo>
                <a:lnTo>
                  <a:pt x="49793" y="34745"/>
                </a:lnTo>
                <a:lnTo>
                  <a:pt x="49457" y="36017"/>
                </a:lnTo>
                <a:lnTo>
                  <a:pt x="46321" y="35490"/>
                </a:lnTo>
                <a:lnTo>
                  <a:pt x="44911" y="36645"/>
                </a:lnTo>
                <a:lnTo>
                  <a:pt x="46833" y="41462"/>
                </a:lnTo>
                <a:lnTo>
                  <a:pt x="45693" y="43267"/>
                </a:lnTo>
                <a:lnTo>
                  <a:pt x="43018" y="42316"/>
                </a:lnTo>
                <a:lnTo>
                  <a:pt x="42521" y="42740"/>
                </a:lnTo>
                <a:lnTo>
                  <a:pt x="42061" y="43442"/>
                </a:lnTo>
                <a:lnTo>
                  <a:pt x="43106" y="45664"/>
                </a:lnTo>
                <a:lnTo>
                  <a:pt x="42192" y="46578"/>
                </a:lnTo>
                <a:lnTo>
                  <a:pt x="39532" y="46219"/>
                </a:lnTo>
                <a:lnTo>
                  <a:pt x="38158" y="46293"/>
                </a:lnTo>
                <a:lnTo>
                  <a:pt x="36279" y="45883"/>
                </a:lnTo>
                <a:lnTo>
                  <a:pt x="35052" y="46468"/>
                </a:lnTo>
                <a:lnTo>
                  <a:pt x="35907" y="49362"/>
                </a:lnTo>
                <a:lnTo>
                  <a:pt x="35183" y="50086"/>
                </a:lnTo>
                <a:lnTo>
                  <a:pt x="32523" y="49720"/>
                </a:lnTo>
                <a:lnTo>
                  <a:pt x="28525" y="49932"/>
                </a:lnTo>
                <a:lnTo>
                  <a:pt x="24973" y="49750"/>
                </a:lnTo>
                <a:lnTo>
                  <a:pt x="19484" y="49750"/>
                </a:lnTo>
                <a:lnTo>
                  <a:pt x="16386" y="503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2719783" y="1614181"/>
            <a:ext cx="29209" cy="29845"/>
          </a:xfrm>
          <a:custGeom>
            <a:avLst/>
            <a:gdLst/>
            <a:ahLst/>
            <a:cxnLst/>
            <a:rect l="l" t="t" r="r" b="b"/>
            <a:pathLst>
              <a:path w="29210" h="29844">
                <a:moveTo>
                  <a:pt x="25010" y="4224"/>
                </a:moveTo>
                <a:lnTo>
                  <a:pt x="3968" y="4224"/>
                </a:lnTo>
                <a:lnTo>
                  <a:pt x="4297" y="3851"/>
                </a:lnTo>
                <a:lnTo>
                  <a:pt x="3528" y="825"/>
                </a:lnTo>
                <a:lnTo>
                  <a:pt x="19177" y="825"/>
                </a:lnTo>
                <a:lnTo>
                  <a:pt x="24418" y="0"/>
                </a:lnTo>
                <a:lnTo>
                  <a:pt x="25580" y="1417"/>
                </a:lnTo>
                <a:lnTo>
                  <a:pt x="24549" y="3435"/>
                </a:lnTo>
                <a:lnTo>
                  <a:pt x="25010" y="4224"/>
                </a:lnTo>
                <a:close/>
              </a:path>
              <a:path w="29210" h="29844">
                <a:moveTo>
                  <a:pt x="6512" y="825"/>
                </a:moveTo>
                <a:lnTo>
                  <a:pt x="3703" y="825"/>
                </a:lnTo>
                <a:lnTo>
                  <a:pt x="4863" y="343"/>
                </a:lnTo>
                <a:lnTo>
                  <a:pt x="6512" y="825"/>
                </a:lnTo>
                <a:close/>
              </a:path>
              <a:path w="29210" h="29844">
                <a:moveTo>
                  <a:pt x="18858" y="825"/>
                </a:moveTo>
                <a:lnTo>
                  <a:pt x="6512" y="825"/>
                </a:lnTo>
                <a:lnTo>
                  <a:pt x="10868" y="343"/>
                </a:lnTo>
                <a:lnTo>
                  <a:pt x="14865" y="343"/>
                </a:lnTo>
                <a:lnTo>
                  <a:pt x="18858" y="825"/>
                </a:lnTo>
                <a:close/>
              </a:path>
              <a:path w="29210" h="29844">
                <a:moveTo>
                  <a:pt x="28342" y="25682"/>
                </a:moveTo>
                <a:lnTo>
                  <a:pt x="24843" y="24805"/>
                </a:lnTo>
                <a:lnTo>
                  <a:pt x="141" y="24805"/>
                </a:lnTo>
                <a:lnTo>
                  <a:pt x="440" y="22627"/>
                </a:lnTo>
                <a:lnTo>
                  <a:pt x="490" y="22269"/>
                </a:lnTo>
                <a:lnTo>
                  <a:pt x="153" y="15932"/>
                </a:lnTo>
                <a:lnTo>
                  <a:pt x="694" y="10049"/>
                </a:lnTo>
                <a:lnTo>
                  <a:pt x="460" y="4224"/>
                </a:lnTo>
                <a:lnTo>
                  <a:pt x="28510" y="4224"/>
                </a:lnTo>
                <a:lnTo>
                  <a:pt x="28510" y="22627"/>
                </a:lnTo>
                <a:lnTo>
                  <a:pt x="28839" y="24476"/>
                </a:lnTo>
                <a:lnTo>
                  <a:pt x="28342" y="25682"/>
                </a:lnTo>
                <a:close/>
              </a:path>
              <a:path w="29210" h="29844">
                <a:moveTo>
                  <a:pt x="1400" y="25682"/>
                </a:moveTo>
                <a:lnTo>
                  <a:pt x="876" y="25682"/>
                </a:lnTo>
                <a:lnTo>
                  <a:pt x="0" y="24805"/>
                </a:lnTo>
                <a:lnTo>
                  <a:pt x="3259" y="24805"/>
                </a:lnTo>
                <a:lnTo>
                  <a:pt x="1400" y="25682"/>
                </a:lnTo>
                <a:close/>
              </a:path>
              <a:path w="29210" h="29844">
                <a:moveTo>
                  <a:pt x="24732" y="25682"/>
                </a:moveTo>
                <a:lnTo>
                  <a:pt x="4306" y="25682"/>
                </a:lnTo>
                <a:lnTo>
                  <a:pt x="3968" y="25265"/>
                </a:lnTo>
                <a:lnTo>
                  <a:pt x="3259" y="24805"/>
                </a:lnTo>
                <a:lnTo>
                  <a:pt x="25511" y="24805"/>
                </a:lnTo>
                <a:lnTo>
                  <a:pt x="25009" y="25265"/>
                </a:lnTo>
                <a:lnTo>
                  <a:pt x="24732" y="25682"/>
                </a:lnTo>
                <a:close/>
              </a:path>
              <a:path w="29210" h="29844">
                <a:moveTo>
                  <a:pt x="5042" y="29526"/>
                </a:moveTo>
                <a:lnTo>
                  <a:pt x="3420" y="28386"/>
                </a:lnTo>
                <a:lnTo>
                  <a:pt x="4454" y="25682"/>
                </a:lnTo>
                <a:lnTo>
                  <a:pt x="24407" y="25682"/>
                </a:lnTo>
                <a:lnTo>
                  <a:pt x="25587" y="28189"/>
                </a:lnTo>
                <a:lnTo>
                  <a:pt x="25031" y="28744"/>
                </a:lnTo>
                <a:lnTo>
                  <a:pt x="9780" y="28744"/>
                </a:lnTo>
                <a:lnTo>
                  <a:pt x="5042" y="29526"/>
                </a:lnTo>
                <a:close/>
              </a:path>
              <a:path w="29210" h="29844">
                <a:moveTo>
                  <a:pt x="24673" y="29103"/>
                </a:moveTo>
                <a:lnTo>
                  <a:pt x="22013" y="28744"/>
                </a:lnTo>
                <a:lnTo>
                  <a:pt x="25031" y="28744"/>
                </a:lnTo>
                <a:lnTo>
                  <a:pt x="24673" y="291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460298" y="1670187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5">
                <a:moveTo>
                  <a:pt x="70521" y="127390"/>
                </a:moveTo>
                <a:lnTo>
                  <a:pt x="67846" y="127032"/>
                </a:lnTo>
                <a:lnTo>
                  <a:pt x="65018" y="127163"/>
                </a:lnTo>
                <a:lnTo>
                  <a:pt x="59317" y="127061"/>
                </a:lnTo>
                <a:lnTo>
                  <a:pt x="57782" y="127317"/>
                </a:lnTo>
                <a:lnTo>
                  <a:pt x="56489" y="126966"/>
                </a:lnTo>
                <a:lnTo>
                  <a:pt x="57103" y="123838"/>
                </a:lnTo>
                <a:lnTo>
                  <a:pt x="56489" y="123217"/>
                </a:lnTo>
                <a:lnTo>
                  <a:pt x="53821" y="123582"/>
                </a:lnTo>
                <a:lnTo>
                  <a:pt x="52272" y="123494"/>
                </a:lnTo>
                <a:lnTo>
                  <a:pt x="50788" y="123845"/>
                </a:lnTo>
                <a:lnTo>
                  <a:pt x="47733" y="122946"/>
                </a:lnTo>
                <a:lnTo>
                  <a:pt x="44751" y="124393"/>
                </a:lnTo>
                <a:lnTo>
                  <a:pt x="42339" y="123370"/>
                </a:lnTo>
                <a:lnTo>
                  <a:pt x="43150" y="120410"/>
                </a:lnTo>
                <a:lnTo>
                  <a:pt x="42273" y="119540"/>
                </a:lnTo>
                <a:lnTo>
                  <a:pt x="39971" y="120344"/>
                </a:lnTo>
                <a:lnTo>
                  <a:pt x="38582" y="119752"/>
                </a:lnTo>
                <a:lnTo>
                  <a:pt x="36280" y="120556"/>
                </a:lnTo>
                <a:lnTo>
                  <a:pt x="35403" y="119679"/>
                </a:lnTo>
                <a:lnTo>
                  <a:pt x="36214" y="116726"/>
                </a:lnTo>
                <a:lnTo>
                  <a:pt x="33978" y="115776"/>
                </a:lnTo>
                <a:lnTo>
                  <a:pt x="30353" y="117611"/>
                </a:lnTo>
                <a:lnTo>
                  <a:pt x="28190" y="116164"/>
                </a:lnTo>
                <a:lnTo>
                  <a:pt x="29242" y="113525"/>
                </a:lnTo>
                <a:lnTo>
                  <a:pt x="28263" y="112553"/>
                </a:lnTo>
                <a:lnTo>
                  <a:pt x="25617" y="113598"/>
                </a:lnTo>
                <a:lnTo>
                  <a:pt x="24740" y="112275"/>
                </a:lnTo>
                <a:lnTo>
                  <a:pt x="25836" y="110221"/>
                </a:lnTo>
                <a:lnTo>
                  <a:pt x="24754" y="108943"/>
                </a:lnTo>
                <a:lnTo>
                  <a:pt x="22299" y="110083"/>
                </a:lnTo>
                <a:lnTo>
                  <a:pt x="21159" y="108950"/>
                </a:lnTo>
                <a:lnTo>
                  <a:pt x="22328" y="106611"/>
                </a:lnTo>
                <a:lnTo>
                  <a:pt x="21159" y="105441"/>
                </a:lnTo>
                <a:lnTo>
                  <a:pt x="18820" y="106611"/>
                </a:lnTo>
                <a:lnTo>
                  <a:pt x="17745" y="105544"/>
                </a:lnTo>
                <a:lnTo>
                  <a:pt x="18798" y="102891"/>
                </a:lnTo>
                <a:lnTo>
                  <a:pt x="17475" y="102021"/>
                </a:lnTo>
                <a:lnTo>
                  <a:pt x="15421" y="103110"/>
                </a:lnTo>
                <a:lnTo>
                  <a:pt x="14135" y="102029"/>
                </a:lnTo>
                <a:lnTo>
                  <a:pt x="15282" y="99573"/>
                </a:lnTo>
                <a:lnTo>
                  <a:pt x="14244" y="98542"/>
                </a:lnTo>
                <a:lnTo>
                  <a:pt x="11577" y="99573"/>
                </a:lnTo>
                <a:lnTo>
                  <a:pt x="10159" y="97373"/>
                </a:lnTo>
                <a:lnTo>
                  <a:pt x="12000" y="93821"/>
                </a:lnTo>
                <a:lnTo>
                  <a:pt x="11029" y="91555"/>
                </a:lnTo>
                <a:lnTo>
                  <a:pt x="8083" y="92374"/>
                </a:lnTo>
                <a:lnTo>
                  <a:pt x="7169" y="91460"/>
                </a:lnTo>
                <a:lnTo>
                  <a:pt x="8076" y="89202"/>
                </a:lnTo>
                <a:lnTo>
                  <a:pt x="7345" y="87798"/>
                </a:lnTo>
                <a:lnTo>
                  <a:pt x="8259" y="85540"/>
                </a:lnTo>
                <a:lnTo>
                  <a:pt x="7221" y="84502"/>
                </a:lnTo>
                <a:lnTo>
                  <a:pt x="4575" y="85555"/>
                </a:lnTo>
                <a:lnTo>
                  <a:pt x="3705" y="84239"/>
                </a:lnTo>
                <a:lnTo>
                  <a:pt x="4487" y="82361"/>
                </a:lnTo>
                <a:lnTo>
                  <a:pt x="3172" y="78304"/>
                </a:lnTo>
                <a:lnTo>
                  <a:pt x="5086" y="74197"/>
                </a:lnTo>
                <a:lnTo>
                  <a:pt x="4114" y="70638"/>
                </a:lnTo>
                <a:lnTo>
                  <a:pt x="979" y="71252"/>
                </a:lnTo>
                <a:lnTo>
                  <a:pt x="365" y="70638"/>
                </a:lnTo>
                <a:lnTo>
                  <a:pt x="723" y="67977"/>
                </a:lnTo>
                <a:lnTo>
                  <a:pt x="694" y="62174"/>
                </a:lnTo>
                <a:lnTo>
                  <a:pt x="0" y="58564"/>
                </a:lnTo>
                <a:lnTo>
                  <a:pt x="884" y="56495"/>
                </a:lnTo>
                <a:lnTo>
                  <a:pt x="3837" y="57314"/>
                </a:lnTo>
                <a:lnTo>
                  <a:pt x="4597" y="56547"/>
                </a:lnTo>
                <a:lnTo>
                  <a:pt x="4100" y="54018"/>
                </a:lnTo>
                <a:lnTo>
                  <a:pt x="4582" y="51255"/>
                </a:lnTo>
                <a:lnTo>
                  <a:pt x="4202" y="48639"/>
                </a:lnTo>
                <a:lnTo>
                  <a:pt x="4202" y="45518"/>
                </a:lnTo>
                <a:lnTo>
                  <a:pt x="3888" y="43756"/>
                </a:lnTo>
                <a:lnTo>
                  <a:pt x="4356" y="42507"/>
                </a:lnTo>
                <a:lnTo>
                  <a:pt x="7374" y="43259"/>
                </a:lnTo>
                <a:lnTo>
                  <a:pt x="8295" y="42331"/>
                </a:lnTo>
                <a:lnTo>
                  <a:pt x="7243" y="40109"/>
                </a:lnTo>
                <a:lnTo>
                  <a:pt x="8178" y="38706"/>
                </a:lnTo>
                <a:lnTo>
                  <a:pt x="7126" y="36492"/>
                </a:lnTo>
                <a:lnTo>
                  <a:pt x="8141" y="35476"/>
                </a:lnTo>
                <a:lnTo>
                  <a:pt x="10948" y="36411"/>
                </a:lnTo>
                <a:lnTo>
                  <a:pt x="12198" y="34080"/>
                </a:lnTo>
                <a:lnTo>
                  <a:pt x="10400" y="30806"/>
                </a:lnTo>
                <a:lnTo>
                  <a:pt x="11409" y="28445"/>
                </a:lnTo>
                <a:lnTo>
                  <a:pt x="14361" y="29263"/>
                </a:lnTo>
                <a:lnTo>
                  <a:pt x="15326" y="28291"/>
                </a:lnTo>
                <a:lnTo>
                  <a:pt x="14201" y="26055"/>
                </a:lnTo>
                <a:lnTo>
                  <a:pt x="15187" y="24798"/>
                </a:lnTo>
                <a:lnTo>
                  <a:pt x="17701" y="25916"/>
                </a:lnTo>
                <a:lnTo>
                  <a:pt x="18820" y="24798"/>
                </a:lnTo>
                <a:lnTo>
                  <a:pt x="17650" y="22466"/>
                </a:lnTo>
                <a:lnTo>
                  <a:pt x="18820" y="21297"/>
                </a:lnTo>
                <a:lnTo>
                  <a:pt x="21158" y="22466"/>
                </a:lnTo>
                <a:lnTo>
                  <a:pt x="22328" y="21297"/>
                </a:lnTo>
                <a:lnTo>
                  <a:pt x="21159" y="18958"/>
                </a:lnTo>
                <a:lnTo>
                  <a:pt x="22328" y="17789"/>
                </a:lnTo>
                <a:lnTo>
                  <a:pt x="24667" y="18958"/>
                </a:lnTo>
                <a:lnTo>
                  <a:pt x="25836" y="17789"/>
                </a:lnTo>
                <a:lnTo>
                  <a:pt x="24667" y="15457"/>
                </a:lnTo>
                <a:lnTo>
                  <a:pt x="25836" y="14288"/>
                </a:lnTo>
                <a:lnTo>
                  <a:pt x="28175" y="15457"/>
                </a:lnTo>
                <a:lnTo>
                  <a:pt x="29257" y="14376"/>
                </a:lnTo>
                <a:lnTo>
                  <a:pt x="28182" y="11752"/>
                </a:lnTo>
                <a:lnTo>
                  <a:pt x="30024" y="10495"/>
                </a:lnTo>
                <a:lnTo>
                  <a:pt x="34833" y="12512"/>
                </a:lnTo>
                <a:lnTo>
                  <a:pt x="36105" y="10955"/>
                </a:lnTo>
                <a:lnTo>
                  <a:pt x="35330" y="8068"/>
                </a:lnTo>
                <a:lnTo>
                  <a:pt x="37047" y="7257"/>
                </a:lnTo>
                <a:lnTo>
                  <a:pt x="41952" y="8887"/>
                </a:lnTo>
                <a:lnTo>
                  <a:pt x="43048" y="7534"/>
                </a:lnTo>
                <a:lnTo>
                  <a:pt x="42449" y="4465"/>
                </a:lnTo>
                <a:lnTo>
                  <a:pt x="44641" y="3749"/>
                </a:lnTo>
                <a:lnTo>
                  <a:pt x="47828" y="4355"/>
                </a:lnTo>
                <a:lnTo>
                  <a:pt x="52067" y="4355"/>
                </a:lnTo>
                <a:lnTo>
                  <a:pt x="54551" y="4648"/>
                </a:lnTo>
                <a:lnTo>
                  <a:pt x="56817" y="4348"/>
                </a:lnTo>
                <a:lnTo>
                  <a:pt x="57044" y="4319"/>
                </a:lnTo>
                <a:lnTo>
                  <a:pt x="56598" y="1066"/>
                </a:lnTo>
                <a:lnTo>
                  <a:pt x="57117" y="548"/>
                </a:lnTo>
                <a:lnTo>
                  <a:pt x="61327" y="869"/>
                </a:lnTo>
                <a:lnTo>
                  <a:pt x="62876" y="555"/>
                </a:lnTo>
                <a:lnTo>
                  <a:pt x="65895" y="1468"/>
                </a:lnTo>
                <a:lnTo>
                  <a:pt x="68877" y="0"/>
                </a:lnTo>
                <a:lnTo>
                  <a:pt x="71288" y="1030"/>
                </a:lnTo>
                <a:lnTo>
                  <a:pt x="70485" y="3990"/>
                </a:lnTo>
                <a:lnTo>
                  <a:pt x="71245" y="4743"/>
                </a:lnTo>
                <a:lnTo>
                  <a:pt x="73773" y="4246"/>
                </a:lnTo>
                <a:lnTo>
                  <a:pt x="76536" y="4736"/>
                </a:lnTo>
                <a:lnTo>
                  <a:pt x="79160" y="4348"/>
                </a:lnTo>
                <a:lnTo>
                  <a:pt x="82288" y="4348"/>
                </a:lnTo>
                <a:lnTo>
                  <a:pt x="84035" y="4034"/>
                </a:lnTo>
                <a:lnTo>
                  <a:pt x="85285" y="4502"/>
                </a:lnTo>
                <a:lnTo>
                  <a:pt x="84547" y="7520"/>
                </a:lnTo>
                <a:lnTo>
                  <a:pt x="85212" y="8185"/>
                </a:lnTo>
                <a:lnTo>
                  <a:pt x="87879" y="7827"/>
                </a:lnTo>
                <a:lnTo>
                  <a:pt x="89253" y="7900"/>
                </a:lnTo>
                <a:lnTo>
                  <a:pt x="91132" y="7491"/>
                </a:lnTo>
                <a:lnTo>
                  <a:pt x="92367" y="8076"/>
                </a:lnTo>
                <a:lnTo>
                  <a:pt x="91505" y="10970"/>
                </a:lnTo>
                <a:lnTo>
                  <a:pt x="92228" y="11693"/>
                </a:lnTo>
                <a:lnTo>
                  <a:pt x="94896" y="11335"/>
                </a:lnTo>
                <a:lnTo>
                  <a:pt x="96087" y="11394"/>
                </a:lnTo>
                <a:lnTo>
                  <a:pt x="98382" y="10985"/>
                </a:lnTo>
                <a:lnTo>
                  <a:pt x="99486" y="11752"/>
                </a:lnTo>
                <a:lnTo>
                  <a:pt x="98419" y="14368"/>
                </a:lnTo>
                <a:lnTo>
                  <a:pt x="99405" y="15355"/>
                </a:lnTo>
                <a:lnTo>
                  <a:pt x="102051" y="14303"/>
                </a:lnTo>
                <a:lnTo>
                  <a:pt x="102928" y="15626"/>
                </a:lnTo>
                <a:lnTo>
                  <a:pt x="101839" y="17679"/>
                </a:lnTo>
                <a:lnTo>
                  <a:pt x="102921" y="18958"/>
                </a:lnTo>
                <a:lnTo>
                  <a:pt x="105376" y="17818"/>
                </a:lnTo>
                <a:lnTo>
                  <a:pt x="106517" y="18951"/>
                </a:lnTo>
                <a:lnTo>
                  <a:pt x="105347" y="21290"/>
                </a:lnTo>
                <a:lnTo>
                  <a:pt x="106517" y="22459"/>
                </a:lnTo>
                <a:lnTo>
                  <a:pt x="108855" y="21290"/>
                </a:lnTo>
                <a:lnTo>
                  <a:pt x="109930" y="22364"/>
                </a:lnTo>
                <a:lnTo>
                  <a:pt x="108877" y="25010"/>
                </a:lnTo>
                <a:lnTo>
                  <a:pt x="110200" y="25880"/>
                </a:lnTo>
                <a:lnTo>
                  <a:pt x="112254" y="24798"/>
                </a:lnTo>
                <a:lnTo>
                  <a:pt x="113540" y="25872"/>
                </a:lnTo>
                <a:lnTo>
                  <a:pt x="112393" y="28328"/>
                </a:lnTo>
                <a:lnTo>
                  <a:pt x="113445" y="29381"/>
                </a:lnTo>
                <a:lnTo>
                  <a:pt x="116062" y="28313"/>
                </a:lnTo>
                <a:lnTo>
                  <a:pt x="117326" y="30148"/>
                </a:lnTo>
                <a:lnTo>
                  <a:pt x="115309" y="34964"/>
                </a:lnTo>
                <a:lnTo>
                  <a:pt x="116866" y="36236"/>
                </a:lnTo>
                <a:lnTo>
                  <a:pt x="119753" y="35461"/>
                </a:lnTo>
                <a:lnTo>
                  <a:pt x="120564" y="37172"/>
                </a:lnTo>
                <a:lnTo>
                  <a:pt x="118934" y="42083"/>
                </a:lnTo>
                <a:lnTo>
                  <a:pt x="120308" y="43208"/>
                </a:lnTo>
                <a:lnTo>
                  <a:pt x="123319" y="42543"/>
                </a:lnTo>
                <a:lnTo>
                  <a:pt x="124116" y="44655"/>
                </a:lnTo>
                <a:lnTo>
                  <a:pt x="123458" y="48054"/>
                </a:lnTo>
                <a:lnTo>
                  <a:pt x="123458" y="50999"/>
                </a:lnTo>
                <a:lnTo>
                  <a:pt x="123239" y="52410"/>
                </a:lnTo>
                <a:lnTo>
                  <a:pt x="123597" y="54040"/>
                </a:lnTo>
                <a:lnTo>
                  <a:pt x="123049" y="56532"/>
                </a:lnTo>
                <a:lnTo>
                  <a:pt x="123948" y="57431"/>
                </a:lnTo>
                <a:lnTo>
                  <a:pt x="126594" y="56379"/>
                </a:lnTo>
                <a:lnTo>
                  <a:pt x="127332" y="57497"/>
                </a:lnTo>
                <a:lnTo>
                  <a:pt x="126937" y="59762"/>
                </a:lnTo>
                <a:lnTo>
                  <a:pt x="127069" y="62774"/>
                </a:lnTo>
                <a:lnTo>
                  <a:pt x="126967" y="68474"/>
                </a:lnTo>
                <a:lnTo>
                  <a:pt x="127230" y="70002"/>
                </a:lnTo>
                <a:lnTo>
                  <a:pt x="126872" y="71296"/>
                </a:lnTo>
                <a:lnTo>
                  <a:pt x="123743" y="70682"/>
                </a:lnTo>
                <a:lnTo>
                  <a:pt x="123129" y="71303"/>
                </a:lnTo>
                <a:lnTo>
                  <a:pt x="123488" y="73963"/>
                </a:lnTo>
                <a:lnTo>
                  <a:pt x="123407" y="75505"/>
                </a:lnTo>
                <a:lnTo>
                  <a:pt x="123751" y="76996"/>
                </a:lnTo>
                <a:lnTo>
                  <a:pt x="122852" y="80044"/>
                </a:lnTo>
                <a:lnTo>
                  <a:pt x="124306" y="83026"/>
                </a:lnTo>
                <a:lnTo>
                  <a:pt x="123276" y="85438"/>
                </a:lnTo>
                <a:lnTo>
                  <a:pt x="120323" y="84627"/>
                </a:lnTo>
                <a:lnTo>
                  <a:pt x="119446" y="85504"/>
                </a:lnTo>
                <a:lnTo>
                  <a:pt x="120257" y="87813"/>
                </a:lnTo>
                <a:lnTo>
                  <a:pt x="119658" y="89194"/>
                </a:lnTo>
                <a:lnTo>
                  <a:pt x="120469" y="91489"/>
                </a:lnTo>
                <a:lnTo>
                  <a:pt x="119585" y="92374"/>
                </a:lnTo>
                <a:lnTo>
                  <a:pt x="116639" y="91555"/>
                </a:lnTo>
                <a:lnTo>
                  <a:pt x="115682" y="93799"/>
                </a:lnTo>
                <a:lnTo>
                  <a:pt x="117516" y="97409"/>
                </a:lnTo>
                <a:lnTo>
                  <a:pt x="116077" y="99580"/>
                </a:lnTo>
                <a:lnTo>
                  <a:pt x="113431" y="98528"/>
                </a:lnTo>
                <a:lnTo>
                  <a:pt x="112459" y="99507"/>
                </a:lnTo>
                <a:lnTo>
                  <a:pt x="113511" y="102153"/>
                </a:lnTo>
                <a:lnTo>
                  <a:pt x="112188" y="103030"/>
                </a:lnTo>
                <a:lnTo>
                  <a:pt x="110135" y="101941"/>
                </a:lnTo>
                <a:lnTo>
                  <a:pt x="108848" y="103022"/>
                </a:lnTo>
                <a:lnTo>
                  <a:pt x="109996" y="105478"/>
                </a:lnTo>
                <a:lnTo>
                  <a:pt x="108856" y="106611"/>
                </a:lnTo>
                <a:lnTo>
                  <a:pt x="106517" y="105442"/>
                </a:lnTo>
                <a:lnTo>
                  <a:pt x="105347" y="106611"/>
                </a:lnTo>
                <a:lnTo>
                  <a:pt x="106517" y="108950"/>
                </a:lnTo>
                <a:lnTo>
                  <a:pt x="105442" y="110024"/>
                </a:lnTo>
                <a:lnTo>
                  <a:pt x="102797" y="108972"/>
                </a:lnTo>
                <a:lnTo>
                  <a:pt x="101919" y="110295"/>
                </a:lnTo>
                <a:lnTo>
                  <a:pt x="103008" y="112348"/>
                </a:lnTo>
                <a:lnTo>
                  <a:pt x="101927" y="113627"/>
                </a:lnTo>
                <a:lnTo>
                  <a:pt x="99471" y="112487"/>
                </a:lnTo>
                <a:lnTo>
                  <a:pt x="98419" y="113540"/>
                </a:lnTo>
                <a:lnTo>
                  <a:pt x="99486" y="116156"/>
                </a:lnTo>
                <a:lnTo>
                  <a:pt x="97352" y="117618"/>
                </a:lnTo>
                <a:lnTo>
                  <a:pt x="93675" y="115783"/>
                </a:lnTo>
                <a:lnTo>
                  <a:pt x="91461" y="116726"/>
                </a:lnTo>
                <a:lnTo>
                  <a:pt x="92265" y="119686"/>
                </a:lnTo>
                <a:lnTo>
                  <a:pt x="91351" y="120593"/>
                </a:lnTo>
                <a:lnTo>
                  <a:pt x="89100" y="119686"/>
                </a:lnTo>
                <a:lnTo>
                  <a:pt x="87682" y="120410"/>
                </a:lnTo>
                <a:lnTo>
                  <a:pt x="85431" y="119504"/>
                </a:lnTo>
                <a:lnTo>
                  <a:pt x="84393" y="120534"/>
                </a:lnTo>
                <a:lnTo>
                  <a:pt x="85446" y="123187"/>
                </a:lnTo>
                <a:lnTo>
                  <a:pt x="84130" y="124050"/>
                </a:lnTo>
                <a:lnTo>
                  <a:pt x="82245" y="123268"/>
                </a:lnTo>
                <a:lnTo>
                  <a:pt x="79518" y="124159"/>
                </a:lnTo>
                <a:lnTo>
                  <a:pt x="76332" y="123553"/>
                </a:lnTo>
                <a:lnTo>
                  <a:pt x="73503" y="123553"/>
                </a:lnTo>
                <a:lnTo>
                  <a:pt x="71625" y="123217"/>
                </a:lnTo>
                <a:lnTo>
                  <a:pt x="70412" y="123735"/>
                </a:lnTo>
                <a:lnTo>
                  <a:pt x="71216" y="126695"/>
                </a:lnTo>
                <a:lnTo>
                  <a:pt x="70521" y="127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670970" y="1670581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5">
                <a:moveTo>
                  <a:pt x="68635" y="127178"/>
                </a:moveTo>
                <a:lnTo>
                  <a:pt x="65756" y="126674"/>
                </a:lnTo>
                <a:lnTo>
                  <a:pt x="61546" y="126674"/>
                </a:lnTo>
                <a:lnTo>
                  <a:pt x="58667" y="127178"/>
                </a:lnTo>
                <a:lnTo>
                  <a:pt x="56014" y="126520"/>
                </a:lnTo>
                <a:lnTo>
                  <a:pt x="53558" y="127105"/>
                </a:lnTo>
                <a:lnTo>
                  <a:pt x="52878" y="126425"/>
                </a:lnTo>
                <a:lnTo>
                  <a:pt x="53404" y="123217"/>
                </a:lnTo>
                <a:lnTo>
                  <a:pt x="50993" y="122734"/>
                </a:lnTo>
                <a:lnTo>
                  <a:pt x="48288" y="123165"/>
                </a:lnTo>
                <a:lnTo>
                  <a:pt x="44239" y="123165"/>
                </a:lnTo>
                <a:lnTo>
                  <a:pt x="40819" y="123823"/>
                </a:lnTo>
                <a:lnTo>
                  <a:pt x="38685" y="123012"/>
                </a:lnTo>
                <a:lnTo>
                  <a:pt x="39438" y="120001"/>
                </a:lnTo>
                <a:lnTo>
                  <a:pt x="38765" y="119328"/>
                </a:lnTo>
                <a:lnTo>
                  <a:pt x="36098" y="119687"/>
                </a:lnTo>
                <a:lnTo>
                  <a:pt x="34899" y="119621"/>
                </a:lnTo>
                <a:lnTo>
                  <a:pt x="32626" y="120037"/>
                </a:lnTo>
                <a:lnTo>
                  <a:pt x="31515" y="119270"/>
                </a:lnTo>
                <a:lnTo>
                  <a:pt x="32575" y="116653"/>
                </a:lnTo>
                <a:lnTo>
                  <a:pt x="31493" y="115572"/>
                </a:lnTo>
                <a:lnTo>
                  <a:pt x="29154" y="116741"/>
                </a:lnTo>
                <a:lnTo>
                  <a:pt x="27985" y="115572"/>
                </a:lnTo>
                <a:lnTo>
                  <a:pt x="29154" y="113233"/>
                </a:lnTo>
                <a:lnTo>
                  <a:pt x="27992" y="112078"/>
                </a:lnTo>
                <a:lnTo>
                  <a:pt x="25770" y="113087"/>
                </a:lnTo>
                <a:lnTo>
                  <a:pt x="24352" y="112210"/>
                </a:lnTo>
                <a:lnTo>
                  <a:pt x="22131" y="113226"/>
                </a:lnTo>
                <a:lnTo>
                  <a:pt x="21064" y="112166"/>
                </a:lnTo>
                <a:lnTo>
                  <a:pt x="22116" y="109513"/>
                </a:lnTo>
                <a:lnTo>
                  <a:pt x="20851" y="108680"/>
                </a:lnTo>
                <a:lnTo>
                  <a:pt x="18630" y="109732"/>
                </a:lnTo>
                <a:lnTo>
                  <a:pt x="17460" y="108563"/>
                </a:lnTo>
                <a:lnTo>
                  <a:pt x="18629" y="106224"/>
                </a:lnTo>
                <a:lnTo>
                  <a:pt x="17672" y="105274"/>
                </a:lnTo>
                <a:lnTo>
                  <a:pt x="14727" y="106085"/>
                </a:lnTo>
                <a:lnTo>
                  <a:pt x="13806" y="103936"/>
                </a:lnTo>
                <a:lnTo>
                  <a:pt x="15626" y="100077"/>
                </a:lnTo>
                <a:lnTo>
                  <a:pt x="14098" y="98045"/>
                </a:lnTo>
                <a:lnTo>
                  <a:pt x="11555" y="99149"/>
                </a:lnTo>
                <a:lnTo>
                  <a:pt x="10539" y="98133"/>
                </a:lnTo>
                <a:lnTo>
                  <a:pt x="11591" y="95488"/>
                </a:lnTo>
                <a:lnTo>
                  <a:pt x="10488" y="94757"/>
                </a:lnTo>
                <a:lnTo>
                  <a:pt x="7864" y="95626"/>
                </a:lnTo>
                <a:lnTo>
                  <a:pt x="6658" y="93850"/>
                </a:lnTo>
                <a:lnTo>
                  <a:pt x="8660" y="89041"/>
                </a:lnTo>
                <a:lnTo>
                  <a:pt x="7162" y="87813"/>
                </a:lnTo>
                <a:lnTo>
                  <a:pt x="4158" y="88486"/>
                </a:lnTo>
                <a:lnTo>
                  <a:pt x="3347" y="86381"/>
                </a:lnTo>
                <a:lnTo>
                  <a:pt x="4012" y="82961"/>
                </a:lnTo>
                <a:lnTo>
                  <a:pt x="4012" y="78904"/>
                </a:lnTo>
                <a:lnTo>
                  <a:pt x="4436" y="76200"/>
                </a:lnTo>
                <a:lnTo>
                  <a:pt x="3954" y="73796"/>
                </a:lnTo>
                <a:lnTo>
                  <a:pt x="752" y="74322"/>
                </a:lnTo>
                <a:lnTo>
                  <a:pt x="73" y="73642"/>
                </a:lnTo>
                <a:lnTo>
                  <a:pt x="657" y="71179"/>
                </a:lnTo>
                <a:lnTo>
                  <a:pt x="0" y="68541"/>
                </a:lnTo>
                <a:lnTo>
                  <a:pt x="504" y="65654"/>
                </a:lnTo>
                <a:lnTo>
                  <a:pt x="504" y="61444"/>
                </a:lnTo>
                <a:lnTo>
                  <a:pt x="0" y="58564"/>
                </a:lnTo>
                <a:lnTo>
                  <a:pt x="657" y="55912"/>
                </a:lnTo>
                <a:lnTo>
                  <a:pt x="73" y="53456"/>
                </a:lnTo>
                <a:lnTo>
                  <a:pt x="752" y="52783"/>
                </a:lnTo>
                <a:lnTo>
                  <a:pt x="3961" y="53302"/>
                </a:lnTo>
                <a:lnTo>
                  <a:pt x="4436" y="50898"/>
                </a:lnTo>
                <a:lnTo>
                  <a:pt x="4012" y="48194"/>
                </a:lnTo>
                <a:lnTo>
                  <a:pt x="4012" y="44145"/>
                </a:lnTo>
                <a:lnTo>
                  <a:pt x="3347" y="40717"/>
                </a:lnTo>
                <a:lnTo>
                  <a:pt x="4165" y="38583"/>
                </a:lnTo>
                <a:lnTo>
                  <a:pt x="7177" y="39343"/>
                </a:lnTo>
                <a:lnTo>
                  <a:pt x="7849" y="38663"/>
                </a:lnTo>
                <a:lnTo>
                  <a:pt x="7491" y="36003"/>
                </a:lnTo>
                <a:lnTo>
                  <a:pt x="7557" y="34804"/>
                </a:lnTo>
                <a:lnTo>
                  <a:pt x="7147" y="32531"/>
                </a:lnTo>
                <a:lnTo>
                  <a:pt x="7908" y="31420"/>
                </a:lnTo>
                <a:lnTo>
                  <a:pt x="10531" y="32480"/>
                </a:lnTo>
                <a:lnTo>
                  <a:pt x="11518" y="31500"/>
                </a:lnTo>
                <a:lnTo>
                  <a:pt x="10466" y="28848"/>
                </a:lnTo>
                <a:lnTo>
                  <a:pt x="11430" y="28219"/>
                </a:lnTo>
                <a:lnTo>
                  <a:pt x="14361" y="28869"/>
                </a:lnTo>
                <a:lnTo>
                  <a:pt x="14873" y="27729"/>
                </a:lnTo>
                <a:lnTo>
                  <a:pt x="14537" y="25807"/>
                </a:lnTo>
                <a:lnTo>
                  <a:pt x="14537" y="24433"/>
                </a:lnTo>
                <a:lnTo>
                  <a:pt x="14208" y="21860"/>
                </a:lnTo>
                <a:lnTo>
                  <a:pt x="15034" y="20881"/>
                </a:lnTo>
                <a:lnTo>
                  <a:pt x="17489" y="22028"/>
                </a:lnTo>
                <a:lnTo>
                  <a:pt x="18534" y="20983"/>
                </a:lnTo>
                <a:lnTo>
                  <a:pt x="17482" y="18338"/>
                </a:lnTo>
                <a:lnTo>
                  <a:pt x="18856" y="17424"/>
                </a:lnTo>
                <a:lnTo>
                  <a:pt x="20735" y="18498"/>
                </a:lnTo>
                <a:lnTo>
                  <a:pt x="22108" y="17606"/>
                </a:lnTo>
                <a:lnTo>
                  <a:pt x="21071" y="14939"/>
                </a:lnTo>
                <a:lnTo>
                  <a:pt x="21882" y="14128"/>
                </a:lnTo>
                <a:lnTo>
                  <a:pt x="24550" y="14493"/>
                </a:lnTo>
                <a:lnTo>
                  <a:pt x="25741" y="14427"/>
                </a:lnTo>
                <a:lnTo>
                  <a:pt x="28021" y="14836"/>
                </a:lnTo>
                <a:lnTo>
                  <a:pt x="29140" y="14069"/>
                </a:lnTo>
                <a:lnTo>
                  <a:pt x="28073" y="11453"/>
                </a:lnTo>
                <a:lnTo>
                  <a:pt x="29059" y="10473"/>
                </a:lnTo>
                <a:lnTo>
                  <a:pt x="31705" y="11518"/>
                </a:lnTo>
                <a:lnTo>
                  <a:pt x="32465" y="10378"/>
                </a:lnTo>
                <a:lnTo>
                  <a:pt x="31544" y="7849"/>
                </a:lnTo>
                <a:lnTo>
                  <a:pt x="33320" y="6519"/>
                </a:lnTo>
                <a:lnTo>
                  <a:pt x="38144" y="8617"/>
                </a:lnTo>
                <a:lnTo>
                  <a:pt x="39364" y="7126"/>
                </a:lnTo>
                <a:lnTo>
                  <a:pt x="38750" y="4056"/>
                </a:lnTo>
                <a:lnTo>
                  <a:pt x="40943" y="3332"/>
                </a:lnTo>
                <a:lnTo>
                  <a:pt x="44144" y="3946"/>
                </a:lnTo>
                <a:lnTo>
                  <a:pt x="48303" y="3946"/>
                </a:lnTo>
                <a:lnTo>
                  <a:pt x="50934" y="4312"/>
                </a:lnTo>
                <a:lnTo>
                  <a:pt x="53126" y="3954"/>
                </a:lnTo>
                <a:lnTo>
                  <a:pt x="53374" y="3917"/>
                </a:lnTo>
                <a:lnTo>
                  <a:pt x="52892" y="679"/>
                </a:lnTo>
                <a:lnTo>
                  <a:pt x="53462" y="117"/>
                </a:lnTo>
                <a:lnTo>
                  <a:pt x="56123" y="482"/>
                </a:lnTo>
                <a:lnTo>
                  <a:pt x="60120" y="270"/>
                </a:lnTo>
                <a:lnTo>
                  <a:pt x="63672" y="453"/>
                </a:lnTo>
                <a:lnTo>
                  <a:pt x="68138" y="453"/>
                </a:lnTo>
                <a:lnTo>
                  <a:pt x="69739" y="168"/>
                </a:lnTo>
                <a:lnTo>
                  <a:pt x="71317" y="643"/>
                </a:lnTo>
                <a:lnTo>
                  <a:pt x="73722" y="0"/>
                </a:lnTo>
                <a:lnTo>
                  <a:pt x="74416" y="687"/>
                </a:lnTo>
                <a:lnTo>
                  <a:pt x="73919" y="3917"/>
                </a:lnTo>
                <a:lnTo>
                  <a:pt x="76346" y="4348"/>
                </a:lnTo>
                <a:lnTo>
                  <a:pt x="78984" y="3954"/>
                </a:lnTo>
                <a:lnTo>
                  <a:pt x="83077" y="3954"/>
                </a:lnTo>
                <a:lnTo>
                  <a:pt x="86468" y="3303"/>
                </a:lnTo>
                <a:lnTo>
                  <a:pt x="88617" y="4107"/>
                </a:lnTo>
                <a:lnTo>
                  <a:pt x="87871" y="7125"/>
                </a:lnTo>
                <a:lnTo>
                  <a:pt x="88544" y="7791"/>
                </a:lnTo>
                <a:lnTo>
                  <a:pt x="91204" y="7433"/>
                </a:lnTo>
                <a:lnTo>
                  <a:pt x="92505" y="7506"/>
                </a:lnTo>
                <a:lnTo>
                  <a:pt x="94544" y="7089"/>
                </a:lnTo>
                <a:lnTo>
                  <a:pt x="95736" y="7739"/>
                </a:lnTo>
                <a:lnTo>
                  <a:pt x="94785" y="10539"/>
                </a:lnTo>
                <a:lnTo>
                  <a:pt x="95801" y="11547"/>
                </a:lnTo>
                <a:lnTo>
                  <a:pt x="98023" y="10509"/>
                </a:lnTo>
                <a:lnTo>
                  <a:pt x="99280" y="11321"/>
                </a:lnTo>
                <a:lnTo>
                  <a:pt x="98257" y="13996"/>
                </a:lnTo>
                <a:lnTo>
                  <a:pt x="99061" y="14800"/>
                </a:lnTo>
                <a:lnTo>
                  <a:pt x="101729" y="14442"/>
                </a:lnTo>
                <a:lnTo>
                  <a:pt x="103030" y="14515"/>
                </a:lnTo>
                <a:lnTo>
                  <a:pt x="105061" y="14091"/>
                </a:lnTo>
                <a:lnTo>
                  <a:pt x="106260" y="14749"/>
                </a:lnTo>
                <a:lnTo>
                  <a:pt x="105310" y="17548"/>
                </a:lnTo>
                <a:lnTo>
                  <a:pt x="106333" y="18556"/>
                </a:lnTo>
                <a:lnTo>
                  <a:pt x="108672" y="17387"/>
                </a:lnTo>
                <a:lnTo>
                  <a:pt x="109842" y="18556"/>
                </a:lnTo>
                <a:lnTo>
                  <a:pt x="108672" y="20895"/>
                </a:lnTo>
                <a:lnTo>
                  <a:pt x="109622" y="21853"/>
                </a:lnTo>
                <a:lnTo>
                  <a:pt x="112575" y="21034"/>
                </a:lnTo>
                <a:lnTo>
                  <a:pt x="113496" y="23183"/>
                </a:lnTo>
                <a:lnTo>
                  <a:pt x="111676" y="27042"/>
                </a:lnTo>
                <a:lnTo>
                  <a:pt x="113204" y="29074"/>
                </a:lnTo>
                <a:lnTo>
                  <a:pt x="115747" y="27977"/>
                </a:lnTo>
                <a:lnTo>
                  <a:pt x="116763" y="28986"/>
                </a:lnTo>
                <a:lnTo>
                  <a:pt x="115711" y="31632"/>
                </a:lnTo>
                <a:lnTo>
                  <a:pt x="116814" y="32362"/>
                </a:lnTo>
                <a:lnTo>
                  <a:pt x="119438" y="31500"/>
                </a:lnTo>
                <a:lnTo>
                  <a:pt x="120644" y="33269"/>
                </a:lnTo>
                <a:lnTo>
                  <a:pt x="118641" y="38085"/>
                </a:lnTo>
                <a:lnTo>
                  <a:pt x="120140" y="39313"/>
                </a:lnTo>
                <a:lnTo>
                  <a:pt x="123136" y="38633"/>
                </a:lnTo>
                <a:lnTo>
                  <a:pt x="123955" y="40724"/>
                </a:lnTo>
                <a:lnTo>
                  <a:pt x="123290" y="44173"/>
                </a:lnTo>
                <a:lnTo>
                  <a:pt x="123290" y="48113"/>
                </a:lnTo>
                <a:lnTo>
                  <a:pt x="122764" y="51051"/>
                </a:lnTo>
                <a:lnTo>
                  <a:pt x="123377" y="53375"/>
                </a:lnTo>
                <a:lnTo>
                  <a:pt x="126520" y="52768"/>
                </a:lnTo>
                <a:lnTo>
                  <a:pt x="127127" y="53382"/>
                </a:lnTo>
                <a:lnTo>
                  <a:pt x="126769" y="56042"/>
                </a:lnTo>
                <a:lnTo>
                  <a:pt x="126981" y="60040"/>
                </a:lnTo>
                <a:lnTo>
                  <a:pt x="126798" y="63592"/>
                </a:lnTo>
                <a:lnTo>
                  <a:pt x="126798" y="68058"/>
                </a:lnTo>
                <a:lnTo>
                  <a:pt x="127083" y="69659"/>
                </a:lnTo>
                <a:lnTo>
                  <a:pt x="126601" y="71230"/>
                </a:lnTo>
                <a:lnTo>
                  <a:pt x="127251" y="73634"/>
                </a:lnTo>
                <a:lnTo>
                  <a:pt x="126557" y="74322"/>
                </a:lnTo>
                <a:lnTo>
                  <a:pt x="123334" y="73825"/>
                </a:lnTo>
                <a:lnTo>
                  <a:pt x="122902" y="76258"/>
                </a:lnTo>
                <a:lnTo>
                  <a:pt x="123290" y="78890"/>
                </a:lnTo>
                <a:lnTo>
                  <a:pt x="123290" y="82989"/>
                </a:lnTo>
                <a:lnTo>
                  <a:pt x="123940" y="86374"/>
                </a:lnTo>
                <a:lnTo>
                  <a:pt x="123136" y="88522"/>
                </a:lnTo>
                <a:lnTo>
                  <a:pt x="120118" y="87777"/>
                </a:lnTo>
                <a:lnTo>
                  <a:pt x="119452" y="88449"/>
                </a:lnTo>
                <a:lnTo>
                  <a:pt x="119811" y="91109"/>
                </a:lnTo>
                <a:lnTo>
                  <a:pt x="119745" y="92308"/>
                </a:lnTo>
                <a:lnTo>
                  <a:pt x="120154" y="94581"/>
                </a:lnTo>
                <a:lnTo>
                  <a:pt x="119394" y="95692"/>
                </a:lnTo>
                <a:lnTo>
                  <a:pt x="116770" y="94632"/>
                </a:lnTo>
                <a:lnTo>
                  <a:pt x="115689" y="95714"/>
                </a:lnTo>
                <a:lnTo>
                  <a:pt x="116858" y="98053"/>
                </a:lnTo>
                <a:lnTo>
                  <a:pt x="115689" y="99215"/>
                </a:lnTo>
                <a:lnTo>
                  <a:pt x="113350" y="98045"/>
                </a:lnTo>
                <a:lnTo>
                  <a:pt x="112188" y="99208"/>
                </a:lnTo>
                <a:lnTo>
                  <a:pt x="113204" y="101437"/>
                </a:lnTo>
                <a:lnTo>
                  <a:pt x="112327" y="102840"/>
                </a:lnTo>
                <a:lnTo>
                  <a:pt x="113342" y="105069"/>
                </a:lnTo>
                <a:lnTo>
                  <a:pt x="112275" y="106129"/>
                </a:lnTo>
                <a:lnTo>
                  <a:pt x="109630" y="105084"/>
                </a:lnTo>
                <a:lnTo>
                  <a:pt x="108789" y="106348"/>
                </a:lnTo>
                <a:lnTo>
                  <a:pt x="109841" y="108563"/>
                </a:lnTo>
                <a:lnTo>
                  <a:pt x="108672" y="109732"/>
                </a:lnTo>
                <a:lnTo>
                  <a:pt x="106333" y="108563"/>
                </a:lnTo>
                <a:lnTo>
                  <a:pt x="105376" y="109520"/>
                </a:lnTo>
                <a:lnTo>
                  <a:pt x="106187" y="112466"/>
                </a:lnTo>
                <a:lnTo>
                  <a:pt x="104038" y="113386"/>
                </a:lnTo>
                <a:lnTo>
                  <a:pt x="100187" y="111559"/>
                </a:lnTo>
                <a:lnTo>
                  <a:pt x="98148" y="113094"/>
                </a:lnTo>
                <a:lnTo>
                  <a:pt x="99259" y="115630"/>
                </a:lnTo>
                <a:lnTo>
                  <a:pt x="98243" y="116646"/>
                </a:lnTo>
                <a:lnTo>
                  <a:pt x="95597" y="115594"/>
                </a:lnTo>
                <a:lnTo>
                  <a:pt x="94866" y="116690"/>
                </a:lnTo>
                <a:lnTo>
                  <a:pt x="95728" y="119321"/>
                </a:lnTo>
                <a:lnTo>
                  <a:pt x="93952" y="120520"/>
                </a:lnTo>
                <a:lnTo>
                  <a:pt x="89136" y="118524"/>
                </a:lnTo>
                <a:lnTo>
                  <a:pt x="87916" y="120015"/>
                </a:lnTo>
                <a:lnTo>
                  <a:pt x="88588" y="123027"/>
                </a:lnTo>
                <a:lnTo>
                  <a:pt x="86483" y="123823"/>
                </a:lnTo>
                <a:lnTo>
                  <a:pt x="83063" y="123165"/>
                </a:lnTo>
                <a:lnTo>
                  <a:pt x="79014" y="123165"/>
                </a:lnTo>
                <a:lnTo>
                  <a:pt x="76310" y="122734"/>
                </a:lnTo>
                <a:lnTo>
                  <a:pt x="73905" y="123224"/>
                </a:lnTo>
                <a:lnTo>
                  <a:pt x="74424" y="126425"/>
                </a:lnTo>
                <a:lnTo>
                  <a:pt x="73744" y="127105"/>
                </a:lnTo>
                <a:lnTo>
                  <a:pt x="71289" y="126520"/>
                </a:lnTo>
                <a:lnTo>
                  <a:pt x="68635" y="127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81297" y="1670706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5">
                <a:moveTo>
                  <a:pt x="65756" y="127214"/>
                </a:moveTo>
                <a:lnTo>
                  <a:pt x="62029" y="126600"/>
                </a:lnTo>
                <a:lnTo>
                  <a:pt x="60143" y="126542"/>
                </a:lnTo>
                <a:lnTo>
                  <a:pt x="60487" y="123217"/>
                </a:lnTo>
                <a:lnTo>
                  <a:pt x="59975" y="122705"/>
                </a:lnTo>
                <a:lnTo>
                  <a:pt x="57308" y="123070"/>
                </a:lnTo>
                <a:lnTo>
                  <a:pt x="53310" y="122858"/>
                </a:lnTo>
                <a:lnTo>
                  <a:pt x="49758" y="123041"/>
                </a:lnTo>
                <a:lnTo>
                  <a:pt x="45299" y="123041"/>
                </a:lnTo>
                <a:lnTo>
                  <a:pt x="43684" y="123326"/>
                </a:lnTo>
                <a:lnTo>
                  <a:pt x="42412" y="122924"/>
                </a:lnTo>
                <a:lnTo>
                  <a:pt x="43077" y="119840"/>
                </a:lnTo>
                <a:lnTo>
                  <a:pt x="42434" y="119204"/>
                </a:lnTo>
                <a:lnTo>
                  <a:pt x="39774" y="119562"/>
                </a:lnTo>
                <a:lnTo>
                  <a:pt x="38400" y="119489"/>
                </a:lnTo>
                <a:lnTo>
                  <a:pt x="36522" y="119898"/>
                </a:lnTo>
                <a:lnTo>
                  <a:pt x="35286" y="119314"/>
                </a:lnTo>
                <a:lnTo>
                  <a:pt x="36149" y="116419"/>
                </a:lnTo>
                <a:lnTo>
                  <a:pt x="35425" y="115696"/>
                </a:lnTo>
                <a:lnTo>
                  <a:pt x="32758" y="116061"/>
                </a:lnTo>
                <a:lnTo>
                  <a:pt x="31588" y="115995"/>
                </a:lnTo>
                <a:lnTo>
                  <a:pt x="29257" y="116405"/>
                </a:lnTo>
                <a:lnTo>
                  <a:pt x="28160" y="115615"/>
                </a:lnTo>
                <a:lnTo>
                  <a:pt x="29249" y="113035"/>
                </a:lnTo>
                <a:lnTo>
                  <a:pt x="28248" y="112041"/>
                </a:lnTo>
                <a:lnTo>
                  <a:pt x="25602" y="113086"/>
                </a:lnTo>
                <a:lnTo>
                  <a:pt x="24725" y="111764"/>
                </a:lnTo>
                <a:lnTo>
                  <a:pt x="25814" y="109710"/>
                </a:lnTo>
                <a:lnTo>
                  <a:pt x="24733" y="108431"/>
                </a:lnTo>
                <a:lnTo>
                  <a:pt x="22277" y="109571"/>
                </a:lnTo>
                <a:lnTo>
                  <a:pt x="21137" y="108438"/>
                </a:lnTo>
                <a:lnTo>
                  <a:pt x="22306" y="106099"/>
                </a:lnTo>
                <a:lnTo>
                  <a:pt x="21137" y="104930"/>
                </a:lnTo>
                <a:lnTo>
                  <a:pt x="18798" y="106099"/>
                </a:lnTo>
                <a:lnTo>
                  <a:pt x="17724" y="105032"/>
                </a:lnTo>
                <a:lnTo>
                  <a:pt x="18776" y="102379"/>
                </a:lnTo>
                <a:lnTo>
                  <a:pt x="17511" y="101546"/>
                </a:lnTo>
                <a:lnTo>
                  <a:pt x="15290" y="102598"/>
                </a:lnTo>
                <a:lnTo>
                  <a:pt x="14120" y="101429"/>
                </a:lnTo>
                <a:lnTo>
                  <a:pt x="15289" y="99090"/>
                </a:lnTo>
                <a:lnTo>
                  <a:pt x="14215" y="98016"/>
                </a:lnTo>
                <a:lnTo>
                  <a:pt x="11570" y="99068"/>
                </a:lnTo>
                <a:lnTo>
                  <a:pt x="10656" y="97694"/>
                </a:lnTo>
                <a:lnTo>
                  <a:pt x="11730" y="95823"/>
                </a:lnTo>
                <a:lnTo>
                  <a:pt x="10743" y="94296"/>
                </a:lnTo>
                <a:lnTo>
                  <a:pt x="11781" y="92081"/>
                </a:lnTo>
                <a:lnTo>
                  <a:pt x="10707" y="91007"/>
                </a:lnTo>
                <a:lnTo>
                  <a:pt x="8061" y="92059"/>
                </a:lnTo>
                <a:lnTo>
                  <a:pt x="7148" y="90685"/>
                </a:lnTo>
                <a:lnTo>
                  <a:pt x="8215" y="88814"/>
                </a:lnTo>
                <a:lnTo>
                  <a:pt x="7235" y="87287"/>
                </a:lnTo>
                <a:lnTo>
                  <a:pt x="8273" y="85065"/>
                </a:lnTo>
                <a:lnTo>
                  <a:pt x="7382" y="84181"/>
                </a:lnTo>
                <a:lnTo>
                  <a:pt x="4290" y="84846"/>
                </a:lnTo>
                <a:lnTo>
                  <a:pt x="3588" y="82595"/>
                </a:lnTo>
                <a:lnTo>
                  <a:pt x="4180" y="79466"/>
                </a:lnTo>
                <a:lnTo>
                  <a:pt x="4180" y="75257"/>
                </a:lnTo>
                <a:lnTo>
                  <a:pt x="4568" y="72633"/>
                </a:lnTo>
                <a:lnTo>
                  <a:pt x="4078" y="69870"/>
                </a:lnTo>
                <a:lnTo>
                  <a:pt x="4575" y="67342"/>
                </a:lnTo>
                <a:lnTo>
                  <a:pt x="3815" y="66581"/>
                </a:lnTo>
                <a:lnTo>
                  <a:pt x="862" y="67393"/>
                </a:lnTo>
                <a:lnTo>
                  <a:pt x="0" y="65383"/>
                </a:lnTo>
                <a:lnTo>
                  <a:pt x="613" y="61655"/>
                </a:lnTo>
                <a:lnTo>
                  <a:pt x="672" y="59777"/>
                </a:lnTo>
                <a:lnTo>
                  <a:pt x="3997" y="60113"/>
                </a:lnTo>
                <a:lnTo>
                  <a:pt x="4509" y="59602"/>
                </a:lnTo>
                <a:lnTo>
                  <a:pt x="4151" y="56941"/>
                </a:lnTo>
                <a:lnTo>
                  <a:pt x="4363" y="52944"/>
                </a:lnTo>
                <a:lnTo>
                  <a:pt x="4180" y="49391"/>
                </a:lnTo>
                <a:lnTo>
                  <a:pt x="4180" y="44933"/>
                </a:lnTo>
                <a:lnTo>
                  <a:pt x="3895" y="43325"/>
                </a:lnTo>
                <a:lnTo>
                  <a:pt x="4290" y="42046"/>
                </a:lnTo>
                <a:lnTo>
                  <a:pt x="7381" y="42704"/>
                </a:lnTo>
                <a:lnTo>
                  <a:pt x="8273" y="41820"/>
                </a:lnTo>
                <a:lnTo>
                  <a:pt x="7221" y="39598"/>
                </a:lnTo>
                <a:lnTo>
                  <a:pt x="8156" y="38195"/>
                </a:lnTo>
                <a:lnTo>
                  <a:pt x="7104" y="35980"/>
                </a:lnTo>
                <a:lnTo>
                  <a:pt x="8120" y="34964"/>
                </a:lnTo>
                <a:lnTo>
                  <a:pt x="10926" y="35900"/>
                </a:lnTo>
                <a:lnTo>
                  <a:pt x="12176" y="33568"/>
                </a:lnTo>
                <a:lnTo>
                  <a:pt x="10378" y="30294"/>
                </a:lnTo>
                <a:lnTo>
                  <a:pt x="11387" y="27933"/>
                </a:lnTo>
                <a:lnTo>
                  <a:pt x="14339" y="28752"/>
                </a:lnTo>
                <a:lnTo>
                  <a:pt x="15304" y="27780"/>
                </a:lnTo>
                <a:lnTo>
                  <a:pt x="14179" y="25543"/>
                </a:lnTo>
                <a:lnTo>
                  <a:pt x="15165" y="24286"/>
                </a:lnTo>
                <a:lnTo>
                  <a:pt x="17680" y="25404"/>
                </a:lnTo>
                <a:lnTo>
                  <a:pt x="18798" y="24286"/>
                </a:lnTo>
                <a:lnTo>
                  <a:pt x="17628" y="21955"/>
                </a:lnTo>
                <a:lnTo>
                  <a:pt x="18798" y="20785"/>
                </a:lnTo>
                <a:lnTo>
                  <a:pt x="21136" y="21955"/>
                </a:lnTo>
                <a:lnTo>
                  <a:pt x="22306" y="20785"/>
                </a:lnTo>
                <a:lnTo>
                  <a:pt x="21137" y="18447"/>
                </a:lnTo>
                <a:lnTo>
                  <a:pt x="22306" y="17277"/>
                </a:lnTo>
                <a:lnTo>
                  <a:pt x="24645" y="18446"/>
                </a:lnTo>
                <a:lnTo>
                  <a:pt x="25814" y="17277"/>
                </a:lnTo>
                <a:lnTo>
                  <a:pt x="24645" y="14946"/>
                </a:lnTo>
                <a:lnTo>
                  <a:pt x="25814" y="13776"/>
                </a:lnTo>
                <a:lnTo>
                  <a:pt x="28153" y="14945"/>
                </a:lnTo>
                <a:lnTo>
                  <a:pt x="29242" y="13864"/>
                </a:lnTo>
                <a:lnTo>
                  <a:pt x="28168" y="11240"/>
                </a:lnTo>
                <a:lnTo>
                  <a:pt x="30002" y="9983"/>
                </a:lnTo>
                <a:lnTo>
                  <a:pt x="34819" y="12000"/>
                </a:lnTo>
                <a:lnTo>
                  <a:pt x="36090" y="10443"/>
                </a:lnTo>
                <a:lnTo>
                  <a:pt x="35315" y="7557"/>
                </a:lnTo>
                <a:lnTo>
                  <a:pt x="37026" y="6745"/>
                </a:lnTo>
                <a:lnTo>
                  <a:pt x="41937" y="8375"/>
                </a:lnTo>
                <a:lnTo>
                  <a:pt x="43019" y="7038"/>
                </a:lnTo>
                <a:lnTo>
                  <a:pt x="42456" y="3931"/>
                </a:lnTo>
                <a:lnTo>
                  <a:pt x="44700" y="3274"/>
                </a:lnTo>
                <a:lnTo>
                  <a:pt x="47762" y="3844"/>
                </a:lnTo>
                <a:lnTo>
                  <a:pt x="53221" y="3844"/>
                </a:lnTo>
                <a:lnTo>
                  <a:pt x="56876" y="4136"/>
                </a:lnTo>
                <a:lnTo>
                  <a:pt x="60304" y="3829"/>
                </a:lnTo>
                <a:lnTo>
                  <a:pt x="60494" y="3815"/>
                </a:lnTo>
                <a:lnTo>
                  <a:pt x="60099" y="526"/>
                </a:lnTo>
                <a:lnTo>
                  <a:pt x="60596" y="36"/>
                </a:lnTo>
                <a:lnTo>
                  <a:pt x="64316" y="350"/>
                </a:lnTo>
                <a:lnTo>
                  <a:pt x="66991" y="0"/>
                </a:lnTo>
                <a:lnTo>
                  <a:pt x="67686" y="694"/>
                </a:lnTo>
                <a:lnTo>
                  <a:pt x="66875" y="3647"/>
                </a:lnTo>
                <a:lnTo>
                  <a:pt x="69104" y="4589"/>
                </a:lnTo>
                <a:lnTo>
                  <a:pt x="72385" y="3632"/>
                </a:lnTo>
                <a:lnTo>
                  <a:pt x="76617" y="4070"/>
                </a:lnTo>
                <a:lnTo>
                  <a:pt x="79058" y="3829"/>
                </a:lnTo>
                <a:lnTo>
                  <a:pt x="82288" y="3829"/>
                </a:lnTo>
                <a:lnTo>
                  <a:pt x="83984" y="3530"/>
                </a:lnTo>
                <a:lnTo>
                  <a:pt x="85241" y="3968"/>
                </a:lnTo>
                <a:lnTo>
                  <a:pt x="84539" y="7016"/>
                </a:lnTo>
                <a:lnTo>
                  <a:pt x="85190" y="7667"/>
                </a:lnTo>
                <a:lnTo>
                  <a:pt x="87858" y="7308"/>
                </a:lnTo>
                <a:lnTo>
                  <a:pt x="89232" y="7382"/>
                </a:lnTo>
                <a:lnTo>
                  <a:pt x="91110" y="6972"/>
                </a:lnTo>
                <a:lnTo>
                  <a:pt x="92345" y="7557"/>
                </a:lnTo>
                <a:lnTo>
                  <a:pt x="91483" y="10451"/>
                </a:lnTo>
                <a:lnTo>
                  <a:pt x="92206" y="11175"/>
                </a:lnTo>
                <a:lnTo>
                  <a:pt x="94874" y="10817"/>
                </a:lnTo>
                <a:lnTo>
                  <a:pt x="96065" y="10875"/>
                </a:lnTo>
                <a:lnTo>
                  <a:pt x="98360" y="10466"/>
                </a:lnTo>
                <a:lnTo>
                  <a:pt x="99464" y="11233"/>
                </a:lnTo>
                <a:lnTo>
                  <a:pt x="98397" y="13849"/>
                </a:lnTo>
                <a:lnTo>
                  <a:pt x="99383" y="14836"/>
                </a:lnTo>
                <a:lnTo>
                  <a:pt x="102029" y="13784"/>
                </a:lnTo>
                <a:lnTo>
                  <a:pt x="102906" y="15107"/>
                </a:lnTo>
                <a:lnTo>
                  <a:pt x="101818" y="17161"/>
                </a:lnTo>
                <a:lnTo>
                  <a:pt x="102899" y="18439"/>
                </a:lnTo>
                <a:lnTo>
                  <a:pt x="105355" y="17299"/>
                </a:lnTo>
                <a:lnTo>
                  <a:pt x="106495" y="18432"/>
                </a:lnTo>
                <a:lnTo>
                  <a:pt x="105326" y="20771"/>
                </a:lnTo>
                <a:lnTo>
                  <a:pt x="106495" y="21941"/>
                </a:lnTo>
                <a:lnTo>
                  <a:pt x="108834" y="20771"/>
                </a:lnTo>
                <a:lnTo>
                  <a:pt x="109908" y="21845"/>
                </a:lnTo>
                <a:lnTo>
                  <a:pt x="108856" y="24491"/>
                </a:lnTo>
                <a:lnTo>
                  <a:pt x="110179" y="25361"/>
                </a:lnTo>
                <a:lnTo>
                  <a:pt x="112232" y="24279"/>
                </a:lnTo>
                <a:lnTo>
                  <a:pt x="113519" y="25354"/>
                </a:lnTo>
                <a:lnTo>
                  <a:pt x="112371" y="27809"/>
                </a:lnTo>
                <a:lnTo>
                  <a:pt x="113424" y="28862"/>
                </a:lnTo>
                <a:lnTo>
                  <a:pt x="116048" y="27795"/>
                </a:lnTo>
                <a:lnTo>
                  <a:pt x="117312" y="29629"/>
                </a:lnTo>
                <a:lnTo>
                  <a:pt x="115295" y="34446"/>
                </a:lnTo>
                <a:lnTo>
                  <a:pt x="116844" y="35717"/>
                </a:lnTo>
                <a:lnTo>
                  <a:pt x="119738" y="34943"/>
                </a:lnTo>
                <a:lnTo>
                  <a:pt x="120550" y="36653"/>
                </a:lnTo>
                <a:lnTo>
                  <a:pt x="118920" y="41564"/>
                </a:lnTo>
                <a:lnTo>
                  <a:pt x="120257" y="42653"/>
                </a:lnTo>
                <a:lnTo>
                  <a:pt x="123349" y="42068"/>
                </a:lnTo>
                <a:lnTo>
                  <a:pt x="124043" y="44290"/>
                </a:lnTo>
                <a:lnTo>
                  <a:pt x="123451" y="47418"/>
                </a:lnTo>
                <a:lnTo>
                  <a:pt x="123451" y="50546"/>
                </a:lnTo>
                <a:lnTo>
                  <a:pt x="123320" y="51796"/>
                </a:lnTo>
                <a:lnTo>
                  <a:pt x="123583" y="53967"/>
                </a:lnTo>
                <a:lnTo>
                  <a:pt x="122735" y="59346"/>
                </a:lnTo>
                <a:lnTo>
                  <a:pt x="123649" y="60091"/>
                </a:lnTo>
                <a:lnTo>
                  <a:pt x="126952" y="59792"/>
                </a:lnTo>
                <a:lnTo>
                  <a:pt x="127018" y="61655"/>
                </a:lnTo>
                <a:lnTo>
                  <a:pt x="127632" y="65383"/>
                </a:lnTo>
                <a:lnTo>
                  <a:pt x="126777" y="67393"/>
                </a:lnTo>
                <a:lnTo>
                  <a:pt x="123824" y="66581"/>
                </a:lnTo>
                <a:lnTo>
                  <a:pt x="123064" y="67349"/>
                </a:lnTo>
                <a:lnTo>
                  <a:pt x="123554" y="69870"/>
                </a:lnTo>
                <a:lnTo>
                  <a:pt x="123071" y="72633"/>
                </a:lnTo>
                <a:lnTo>
                  <a:pt x="123451" y="75257"/>
                </a:lnTo>
                <a:lnTo>
                  <a:pt x="123451" y="79474"/>
                </a:lnTo>
                <a:lnTo>
                  <a:pt x="124036" y="82580"/>
                </a:lnTo>
                <a:lnTo>
                  <a:pt x="123342" y="84846"/>
                </a:lnTo>
                <a:lnTo>
                  <a:pt x="120250" y="84188"/>
                </a:lnTo>
                <a:lnTo>
                  <a:pt x="119614" y="84824"/>
                </a:lnTo>
                <a:lnTo>
                  <a:pt x="119972" y="87484"/>
                </a:lnTo>
                <a:lnTo>
                  <a:pt x="119899" y="88851"/>
                </a:lnTo>
                <a:lnTo>
                  <a:pt x="120309" y="90736"/>
                </a:lnTo>
                <a:lnTo>
                  <a:pt x="119724" y="91964"/>
                </a:lnTo>
                <a:lnTo>
                  <a:pt x="116830" y="91102"/>
                </a:lnTo>
                <a:lnTo>
                  <a:pt x="116106" y="91833"/>
                </a:lnTo>
                <a:lnTo>
                  <a:pt x="116464" y="94493"/>
                </a:lnTo>
                <a:lnTo>
                  <a:pt x="116406" y="95662"/>
                </a:lnTo>
                <a:lnTo>
                  <a:pt x="116808" y="97994"/>
                </a:lnTo>
                <a:lnTo>
                  <a:pt x="116018" y="99083"/>
                </a:lnTo>
                <a:lnTo>
                  <a:pt x="113438" y="97994"/>
                </a:lnTo>
                <a:lnTo>
                  <a:pt x="112437" y="98995"/>
                </a:lnTo>
                <a:lnTo>
                  <a:pt x="113490" y="101641"/>
                </a:lnTo>
                <a:lnTo>
                  <a:pt x="112167" y="102518"/>
                </a:lnTo>
                <a:lnTo>
                  <a:pt x="110113" y="101429"/>
                </a:lnTo>
                <a:lnTo>
                  <a:pt x="108827" y="102511"/>
                </a:lnTo>
                <a:lnTo>
                  <a:pt x="109974" y="104966"/>
                </a:lnTo>
                <a:lnTo>
                  <a:pt x="108834" y="106099"/>
                </a:lnTo>
                <a:lnTo>
                  <a:pt x="106495" y="104930"/>
                </a:lnTo>
                <a:lnTo>
                  <a:pt x="105325" y="106099"/>
                </a:lnTo>
                <a:lnTo>
                  <a:pt x="106495" y="108438"/>
                </a:lnTo>
                <a:lnTo>
                  <a:pt x="105421" y="109512"/>
                </a:lnTo>
                <a:lnTo>
                  <a:pt x="102775" y="108460"/>
                </a:lnTo>
                <a:lnTo>
                  <a:pt x="101934" y="109725"/>
                </a:lnTo>
                <a:lnTo>
                  <a:pt x="102987" y="111946"/>
                </a:lnTo>
                <a:lnTo>
                  <a:pt x="101818" y="113108"/>
                </a:lnTo>
                <a:lnTo>
                  <a:pt x="99479" y="111939"/>
                </a:lnTo>
                <a:lnTo>
                  <a:pt x="98404" y="113013"/>
                </a:lnTo>
                <a:lnTo>
                  <a:pt x="99457" y="115659"/>
                </a:lnTo>
                <a:lnTo>
                  <a:pt x="98083" y="116573"/>
                </a:lnTo>
                <a:lnTo>
                  <a:pt x="96204" y="115498"/>
                </a:lnTo>
                <a:lnTo>
                  <a:pt x="94684" y="116485"/>
                </a:lnTo>
                <a:lnTo>
                  <a:pt x="92462" y="115455"/>
                </a:lnTo>
                <a:lnTo>
                  <a:pt x="91388" y="116522"/>
                </a:lnTo>
                <a:lnTo>
                  <a:pt x="92440" y="119167"/>
                </a:lnTo>
                <a:lnTo>
                  <a:pt x="91066" y="120074"/>
                </a:lnTo>
                <a:lnTo>
                  <a:pt x="89195" y="119014"/>
                </a:lnTo>
                <a:lnTo>
                  <a:pt x="87660" y="119986"/>
                </a:lnTo>
                <a:lnTo>
                  <a:pt x="85438" y="118955"/>
                </a:lnTo>
                <a:lnTo>
                  <a:pt x="84554" y="119840"/>
                </a:lnTo>
                <a:lnTo>
                  <a:pt x="85212" y="122939"/>
                </a:lnTo>
                <a:lnTo>
                  <a:pt x="82954" y="123626"/>
                </a:lnTo>
                <a:lnTo>
                  <a:pt x="79847" y="123041"/>
                </a:lnTo>
                <a:lnTo>
                  <a:pt x="75630" y="123041"/>
                </a:lnTo>
                <a:lnTo>
                  <a:pt x="72999" y="122654"/>
                </a:lnTo>
                <a:lnTo>
                  <a:pt x="70244" y="123143"/>
                </a:lnTo>
                <a:lnTo>
                  <a:pt x="67715" y="122647"/>
                </a:lnTo>
                <a:lnTo>
                  <a:pt x="66955" y="123414"/>
                </a:lnTo>
                <a:lnTo>
                  <a:pt x="67759" y="126359"/>
                </a:lnTo>
                <a:lnTo>
                  <a:pt x="65756" y="1272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253281" y="1674017"/>
            <a:ext cx="121285" cy="120650"/>
          </a:xfrm>
          <a:custGeom>
            <a:avLst/>
            <a:gdLst/>
            <a:ahLst/>
            <a:cxnLst/>
            <a:rect l="l" t="t" r="r" b="b"/>
            <a:pathLst>
              <a:path w="121285" h="120650">
                <a:moveTo>
                  <a:pt x="70017" y="120461"/>
                </a:moveTo>
                <a:lnTo>
                  <a:pt x="64806" y="119723"/>
                </a:lnTo>
                <a:lnTo>
                  <a:pt x="57015" y="119723"/>
                </a:lnTo>
                <a:lnTo>
                  <a:pt x="53149" y="120213"/>
                </a:lnTo>
                <a:lnTo>
                  <a:pt x="47835" y="119424"/>
                </a:lnTo>
                <a:lnTo>
                  <a:pt x="44663" y="120505"/>
                </a:lnTo>
                <a:lnTo>
                  <a:pt x="42383" y="119533"/>
                </a:lnTo>
                <a:lnTo>
                  <a:pt x="43194" y="116580"/>
                </a:lnTo>
                <a:lnTo>
                  <a:pt x="42273" y="115674"/>
                </a:lnTo>
                <a:lnTo>
                  <a:pt x="40023" y="116580"/>
                </a:lnTo>
                <a:lnTo>
                  <a:pt x="38605" y="115857"/>
                </a:lnTo>
                <a:lnTo>
                  <a:pt x="36353" y="116763"/>
                </a:lnTo>
                <a:lnTo>
                  <a:pt x="35316" y="115732"/>
                </a:lnTo>
                <a:lnTo>
                  <a:pt x="36368" y="113080"/>
                </a:lnTo>
                <a:lnTo>
                  <a:pt x="34994" y="112173"/>
                </a:lnTo>
                <a:lnTo>
                  <a:pt x="33181" y="113153"/>
                </a:lnTo>
                <a:lnTo>
                  <a:pt x="31588" y="112363"/>
                </a:lnTo>
                <a:lnTo>
                  <a:pt x="29330" y="113255"/>
                </a:lnTo>
                <a:lnTo>
                  <a:pt x="28299" y="112224"/>
                </a:lnTo>
                <a:lnTo>
                  <a:pt x="29352" y="109579"/>
                </a:lnTo>
                <a:lnTo>
                  <a:pt x="27970" y="108665"/>
                </a:lnTo>
                <a:lnTo>
                  <a:pt x="26143" y="109688"/>
                </a:lnTo>
                <a:lnTo>
                  <a:pt x="24572" y="108811"/>
                </a:lnTo>
                <a:lnTo>
                  <a:pt x="22335" y="109769"/>
                </a:lnTo>
                <a:lnTo>
                  <a:pt x="21283" y="108716"/>
                </a:lnTo>
                <a:lnTo>
                  <a:pt x="22335" y="106071"/>
                </a:lnTo>
                <a:lnTo>
                  <a:pt x="21034" y="105215"/>
                </a:lnTo>
                <a:lnTo>
                  <a:pt x="18915" y="106290"/>
                </a:lnTo>
                <a:lnTo>
                  <a:pt x="17672" y="105171"/>
                </a:lnTo>
                <a:lnTo>
                  <a:pt x="18834" y="102767"/>
                </a:lnTo>
                <a:lnTo>
                  <a:pt x="17680" y="101612"/>
                </a:lnTo>
                <a:lnTo>
                  <a:pt x="15341" y="102781"/>
                </a:lnTo>
                <a:lnTo>
                  <a:pt x="14171" y="101612"/>
                </a:lnTo>
                <a:lnTo>
                  <a:pt x="15341" y="99281"/>
                </a:lnTo>
                <a:lnTo>
                  <a:pt x="14252" y="98192"/>
                </a:lnTo>
                <a:lnTo>
                  <a:pt x="11643" y="99266"/>
                </a:lnTo>
                <a:lnTo>
                  <a:pt x="10363" y="97431"/>
                </a:lnTo>
                <a:lnTo>
                  <a:pt x="12395" y="92615"/>
                </a:lnTo>
                <a:lnTo>
                  <a:pt x="10787" y="91292"/>
                </a:lnTo>
                <a:lnTo>
                  <a:pt x="8017" y="92162"/>
                </a:lnTo>
                <a:lnTo>
                  <a:pt x="6731" y="89896"/>
                </a:lnTo>
                <a:lnTo>
                  <a:pt x="8551" y="86556"/>
                </a:lnTo>
                <a:lnTo>
                  <a:pt x="7549" y="84218"/>
                </a:lnTo>
                <a:lnTo>
                  <a:pt x="4597" y="85029"/>
                </a:lnTo>
                <a:lnTo>
                  <a:pt x="3683" y="84115"/>
                </a:lnTo>
                <a:lnTo>
                  <a:pt x="4597" y="81857"/>
                </a:lnTo>
                <a:lnTo>
                  <a:pt x="3866" y="80454"/>
                </a:lnTo>
                <a:lnTo>
                  <a:pt x="4772" y="78195"/>
                </a:lnTo>
                <a:lnTo>
                  <a:pt x="3742" y="77165"/>
                </a:lnTo>
                <a:lnTo>
                  <a:pt x="1096" y="78210"/>
                </a:lnTo>
                <a:lnTo>
                  <a:pt x="277" y="76989"/>
                </a:lnTo>
                <a:lnTo>
                  <a:pt x="877" y="74950"/>
                </a:lnTo>
                <a:lnTo>
                  <a:pt x="314" y="71997"/>
                </a:lnTo>
                <a:lnTo>
                  <a:pt x="723" y="69330"/>
                </a:lnTo>
                <a:lnTo>
                  <a:pt x="723" y="61437"/>
                </a:lnTo>
                <a:lnTo>
                  <a:pt x="29" y="55239"/>
                </a:lnTo>
                <a:lnTo>
                  <a:pt x="855" y="48537"/>
                </a:lnTo>
                <a:lnTo>
                  <a:pt x="0" y="43165"/>
                </a:lnTo>
                <a:lnTo>
                  <a:pt x="1132" y="42244"/>
                </a:lnTo>
                <a:lnTo>
                  <a:pt x="4027" y="43019"/>
                </a:lnTo>
                <a:lnTo>
                  <a:pt x="4838" y="41301"/>
                </a:lnTo>
                <a:lnTo>
                  <a:pt x="3208" y="36397"/>
                </a:lnTo>
                <a:lnTo>
                  <a:pt x="4633" y="35228"/>
                </a:lnTo>
                <a:lnTo>
                  <a:pt x="7542" y="35995"/>
                </a:lnTo>
                <a:lnTo>
                  <a:pt x="8324" y="34292"/>
                </a:lnTo>
                <a:lnTo>
                  <a:pt x="6724" y="29374"/>
                </a:lnTo>
                <a:lnTo>
                  <a:pt x="8076" y="28270"/>
                </a:lnTo>
                <a:lnTo>
                  <a:pt x="11124" y="28899"/>
                </a:lnTo>
                <a:lnTo>
                  <a:pt x="11825" y="26881"/>
                </a:lnTo>
                <a:lnTo>
                  <a:pt x="10203" y="22876"/>
                </a:lnTo>
                <a:lnTo>
                  <a:pt x="11701" y="20940"/>
                </a:lnTo>
                <a:lnTo>
                  <a:pt x="14222" y="22058"/>
                </a:lnTo>
                <a:lnTo>
                  <a:pt x="15246" y="21042"/>
                </a:lnTo>
                <a:lnTo>
                  <a:pt x="14193" y="18389"/>
                </a:lnTo>
                <a:lnTo>
                  <a:pt x="15458" y="17556"/>
                </a:lnTo>
                <a:lnTo>
                  <a:pt x="17679" y="18608"/>
                </a:lnTo>
                <a:lnTo>
                  <a:pt x="18849" y="17439"/>
                </a:lnTo>
                <a:lnTo>
                  <a:pt x="17680" y="15100"/>
                </a:lnTo>
                <a:lnTo>
                  <a:pt x="18754" y="14033"/>
                </a:lnTo>
                <a:lnTo>
                  <a:pt x="21399" y="15078"/>
                </a:lnTo>
                <a:lnTo>
                  <a:pt x="22109" y="14011"/>
                </a:lnTo>
                <a:lnTo>
                  <a:pt x="21290" y="11314"/>
                </a:lnTo>
                <a:lnTo>
                  <a:pt x="23051" y="10210"/>
                </a:lnTo>
                <a:lnTo>
                  <a:pt x="27875" y="12133"/>
                </a:lnTo>
                <a:lnTo>
                  <a:pt x="29066" y="10678"/>
                </a:lnTo>
                <a:lnTo>
                  <a:pt x="28438" y="7623"/>
                </a:lnTo>
                <a:lnTo>
                  <a:pt x="29666" y="7206"/>
                </a:lnTo>
                <a:lnTo>
                  <a:pt x="31361" y="7506"/>
                </a:lnTo>
                <a:lnTo>
                  <a:pt x="33159" y="7506"/>
                </a:lnTo>
                <a:lnTo>
                  <a:pt x="35023" y="7835"/>
                </a:lnTo>
                <a:lnTo>
                  <a:pt x="36244" y="7331"/>
                </a:lnTo>
                <a:lnTo>
                  <a:pt x="35447" y="4363"/>
                </a:lnTo>
                <a:lnTo>
                  <a:pt x="36134" y="3669"/>
                </a:lnTo>
                <a:lnTo>
                  <a:pt x="38802" y="4034"/>
                </a:lnTo>
                <a:lnTo>
                  <a:pt x="40409" y="3932"/>
                </a:lnTo>
                <a:lnTo>
                  <a:pt x="41798" y="4298"/>
                </a:lnTo>
                <a:lnTo>
                  <a:pt x="42821" y="4027"/>
                </a:lnTo>
                <a:lnTo>
                  <a:pt x="43136" y="3939"/>
                </a:lnTo>
                <a:lnTo>
                  <a:pt x="42544" y="796"/>
                </a:lnTo>
                <a:lnTo>
                  <a:pt x="43209" y="131"/>
                </a:lnTo>
                <a:lnTo>
                  <a:pt x="45752" y="614"/>
                </a:lnTo>
                <a:lnTo>
                  <a:pt x="49604" y="0"/>
                </a:lnTo>
                <a:lnTo>
                  <a:pt x="53536" y="519"/>
                </a:lnTo>
                <a:lnTo>
                  <a:pt x="73021" y="519"/>
                </a:lnTo>
                <a:lnTo>
                  <a:pt x="75827" y="51"/>
                </a:lnTo>
                <a:lnTo>
                  <a:pt x="78202" y="592"/>
                </a:lnTo>
                <a:lnTo>
                  <a:pt x="77640" y="3764"/>
                </a:lnTo>
                <a:lnTo>
                  <a:pt x="78232" y="4356"/>
                </a:lnTo>
                <a:lnTo>
                  <a:pt x="80899" y="3998"/>
                </a:lnTo>
                <a:lnTo>
                  <a:pt x="82274" y="4071"/>
                </a:lnTo>
                <a:lnTo>
                  <a:pt x="84152" y="3661"/>
                </a:lnTo>
                <a:lnTo>
                  <a:pt x="85387" y="4246"/>
                </a:lnTo>
                <a:lnTo>
                  <a:pt x="84525" y="7140"/>
                </a:lnTo>
                <a:lnTo>
                  <a:pt x="85248" y="7864"/>
                </a:lnTo>
                <a:lnTo>
                  <a:pt x="87916" y="7506"/>
                </a:lnTo>
                <a:lnTo>
                  <a:pt x="89246" y="7572"/>
                </a:lnTo>
                <a:lnTo>
                  <a:pt x="91219" y="7155"/>
                </a:lnTo>
                <a:lnTo>
                  <a:pt x="92433" y="7783"/>
                </a:lnTo>
                <a:lnTo>
                  <a:pt x="91519" y="10619"/>
                </a:lnTo>
                <a:lnTo>
                  <a:pt x="92265" y="11365"/>
                </a:lnTo>
                <a:lnTo>
                  <a:pt x="94932" y="11007"/>
                </a:lnTo>
                <a:lnTo>
                  <a:pt x="96233" y="11080"/>
                </a:lnTo>
                <a:lnTo>
                  <a:pt x="98272" y="10656"/>
                </a:lnTo>
                <a:lnTo>
                  <a:pt x="99464" y="11314"/>
                </a:lnTo>
                <a:lnTo>
                  <a:pt x="98514" y="14113"/>
                </a:lnTo>
                <a:lnTo>
                  <a:pt x="99551" y="15136"/>
                </a:lnTo>
                <a:lnTo>
                  <a:pt x="101832" y="13974"/>
                </a:lnTo>
                <a:lnTo>
                  <a:pt x="103052" y="15070"/>
                </a:lnTo>
                <a:lnTo>
                  <a:pt x="101890" y="17475"/>
                </a:lnTo>
                <a:lnTo>
                  <a:pt x="103045" y="18630"/>
                </a:lnTo>
                <a:lnTo>
                  <a:pt x="105384" y="17460"/>
                </a:lnTo>
                <a:lnTo>
                  <a:pt x="106553" y="18630"/>
                </a:lnTo>
                <a:lnTo>
                  <a:pt x="105384" y="20968"/>
                </a:lnTo>
                <a:lnTo>
                  <a:pt x="106473" y="22050"/>
                </a:lnTo>
                <a:lnTo>
                  <a:pt x="109082" y="20983"/>
                </a:lnTo>
                <a:lnTo>
                  <a:pt x="110361" y="22818"/>
                </a:lnTo>
                <a:lnTo>
                  <a:pt x="108329" y="27627"/>
                </a:lnTo>
                <a:lnTo>
                  <a:pt x="109937" y="28949"/>
                </a:lnTo>
                <a:lnTo>
                  <a:pt x="112707" y="28080"/>
                </a:lnTo>
                <a:lnTo>
                  <a:pt x="113994" y="30345"/>
                </a:lnTo>
                <a:lnTo>
                  <a:pt x="112174" y="33685"/>
                </a:lnTo>
                <a:lnTo>
                  <a:pt x="113175" y="36024"/>
                </a:lnTo>
                <a:lnTo>
                  <a:pt x="116128" y="35213"/>
                </a:lnTo>
                <a:lnTo>
                  <a:pt x="117041" y="36126"/>
                </a:lnTo>
                <a:lnTo>
                  <a:pt x="116128" y="38385"/>
                </a:lnTo>
                <a:lnTo>
                  <a:pt x="116859" y="39788"/>
                </a:lnTo>
                <a:lnTo>
                  <a:pt x="115945" y="42046"/>
                </a:lnTo>
                <a:lnTo>
                  <a:pt x="116983" y="43077"/>
                </a:lnTo>
                <a:lnTo>
                  <a:pt x="119629" y="42032"/>
                </a:lnTo>
                <a:lnTo>
                  <a:pt x="120447" y="43252"/>
                </a:lnTo>
                <a:lnTo>
                  <a:pt x="119848" y="45299"/>
                </a:lnTo>
                <a:lnTo>
                  <a:pt x="120411" y="48244"/>
                </a:lnTo>
                <a:lnTo>
                  <a:pt x="120001" y="50919"/>
                </a:lnTo>
                <a:lnTo>
                  <a:pt x="120001" y="58798"/>
                </a:lnTo>
                <a:lnTo>
                  <a:pt x="120725" y="65025"/>
                </a:lnTo>
                <a:lnTo>
                  <a:pt x="119753" y="72633"/>
                </a:lnTo>
                <a:lnTo>
                  <a:pt x="120776" y="75856"/>
                </a:lnTo>
                <a:lnTo>
                  <a:pt x="119811" y="78107"/>
                </a:lnTo>
                <a:lnTo>
                  <a:pt x="116859" y="77296"/>
                </a:lnTo>
                <a:lnTo>
                  <a:pt x="115945" y="78209"/>
                </a:lnTo>
                <a:lnTo>
                  <a:pt x="116859" y="80468"/>
                </a:lnTo>
                <a:lnTo>
                  <a:pt x="116135" y="81878"/>
                </a:lnTo>
                <a:lnTo>
                  <a:pt x="117041" y="84129"/>
                </a:lnTo>
                <a:lnTo>
                  <a:pt x="116004" y="85167"/>
                </a:lnTo>
                <a:lnTo>
                  <a:pt x="113358" y="84115"/>
                </a:lnTo>
                <a:lnTo>
                  <a:pt x="112444" y="85482"/>
                </a:lnTo>
                <a:lnTo>
                  <a:pt x="113424" y="87302"/>
                </a:lnTo>
                <a:lnTo>
                  <a:pt x="112634" y="88887"/>
                </a:lnTo>
                <a:lnTo>
                  <a:pt x="113526" y="91146"/>
                </a:lnTo>
                <a:lnTo>
                  <a:pt x="112495" y="92176"/>
                </a:lnTo>
                <a:lnTo>
                  <a:pt x="109850" y="91124"/>
                </a:lnTo>
                <a:lnTo>
                  <a:pt x="108936" y="92498"/>
                </a:lnTo>
                <a:lnTo>
                  <a:pt x="109952" y="94333"/>
                </a:lnTo>
                <a:lnTo>
                  <a:pt x="109082" y="95904"/>
                </a:lnTo>
                <a:lnTo>
                  <a:pt x="110039" y="98140"/>
                </a:lnTo>
                <a:lnTo>
                  <a:pt x="108987" y="99185"/>
                </a:lnTo>
                <a:lnTo>
                  <a:pt x="106341" y="98133"/>
                </a:lnTo>
                <a:lnTo>
                  <a:pt x="105479" y="99434"/>
                </a:lnTo>
                <a:lnTo>
                  <a:pt x="106561" y="101553"/>
                </a:lnTo>
                <a:lnTo>
                  <a:pt x="105435" y="102789"/>
                </a:lnTo>
                <a:lnTo>
                  <a:pt x="103030" y="101634"/>
                </a:lnTo>
                <a:lnTo>
                  <a:pt x="101876" y="102781"/>
                </a:lnTo>
                <a:lnTo>
                  <a:pt x="103045" y="105120"/>
                </a:lnTo>
                <a:lnTo>
                  <a:pt x="101876" y="106290"/>
                </a:lnTo>
                <a:lnTo>
                  <a:pt x="99537" y="105120"/>
                </a:lnTo>
                <a:lnTo>
                  <a:pt x="98448" y="106202"/>
                </a:lnTo>
                <a:lnTo>
                  <a:pt x="99522" y="108818"/>
                </a:lnTo>
                <a:lnTo>
                  <a:pt x="97688" y="110090"/>
                </a:lnTo>
                <a:lnTo>
                  <a:pt x="92871" y="108066"/>
                </a:lnTo>
                <a:lnTo>
                  <a:pt x="91556" y="109666"/>
                </a:lnTo>
                <a:lnTo>
                  <a:pt x="92425" y="112436"/>
                </a:lnTo>
                <a:lnTo>
                  <a:pt x="90153" y="113723"/>
                </a:lnTo>
                <a:lnTo>
                  <a:pt x="86813" y="111903"/>
                </a:lnTo>
                <a:lnTo>
                  <a:pt x="84474" y="112897"/>
                </a:lnTo>
                <a:lnTo>
                  <a:pt x="85285" y="115857"/>
                </a:lnTo>
                <a:lnTo>
                  <a:pt x="84371" y="116763"/>
                </a:lnTo>
                <a:lnTo>
                  <a:pt x="82121" y="115857"/>
                </a:lnTo>
                <a:lnTo>
                  <a:pt x="80703" y="116580"/>
                </a:lnTo>
                <a:lnTo>
                  <a:pt x="78451" y="115674"/>
                </a:lnTo>
                <a:lnTo>
                  <a:pt x="77414" y="116704"/>
                </a:lnTo>
                <a:lnTo>
                  <a:pt x="78466" y="119358"/>
                </a:lnTo>
                <a:lnTo>
                  <a:pt x="77253" y="120154"/>
                </a:lnTo>
                <a:lnTo>
                  <a:pt x="75177" y="119584"/>
                </a:lnTo>
                <a:lnTo>
                  <a:pt x="70017" y="120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095280" y="1673892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2596" y="120601"/>
                </a:moveTo>
                <a:lnTo>
                  <a:pt x="69249" y="119694"/>
                </a:lnTo>
                <a:lnTo>
                  <a:pt x="64060" y="120104"/>
                </a:lnTo>
                <a:lnTo>
                  <a:pt x="60069" y="120177"/>
                </a:lnTo>
                <a:lnTo>
                  <a:pt x="54588" y="119628"/>
                </a:lnTo>
                <a:lnTo>
                  <a:pt x="51935" y="120381"/>
                </a:lnTo>
                <a:lnTo>
                  <a:pt x="49165" y="119694"/>
                </a:lnTo>
                <a:lnTo>
                  <a:pt x="46710" y="120279"/>
                </a:lnTo>
                <a:lnTo>
                  <a:pt x="45979" y="119548"/>
                </a:lnTo>
                <a:lnTo>
                  <a:pt x="46629" y="116449"/>
                </a:lnTo>
                <a:lnTo>
                  <a:pt x="44137" y="115689"/>
                </a:lnTo>
                <a:lnTo>
                  <a:pt x="41440" y="116888"/>
                </a:lnTo>
                <a:lnTo>
                  <a:pt x="38641" y="116186"/>
                </a:lnTo>
                <a:lnTo>
                  <a:pt x="36185" y="116778"/>
                </a:lnTo>
                <a:lnTo>
                  <a:pt x="35366" y="115959"/>
                </a:lnTo>
                <a:lnTo>
                  <a:pt x="36207" y="113043"/>
                </a:lnTo>
                <a:lnTo>
                  <a:pt x="33810" y="111954"/>
                </a:lnTo>
                <a:lnTo>
                  <a:pt x="30703" y="113679"/>
                </a:lnTo>
                <a:lnTo>
                  <a:pt x="28292" y="112649"/>
                </a:lnTo>
                <a:lnTo>
                  <a:pt x="29103" y="109696"/>
                </a:lnTo>
                <a:lnTo>
                  <a:pt x="28175" y="108775"/>
                </a:lnTo>
                <a:lnTo>
                  <a:pt x="25938" y="109732"/>
                </a:lnTo>
                <a:lnTo>
                  <a:pt x="24710" y="109045"/>
                </a:lnTo>
                <a:lnTo>
                  <a:pt x="25668" y="106261"/>
                </a:lnTo>
                <a:lnTo>
                  <a:pt x="24893" y="105493"/>
                </a:lnTo>
                <a:lnTo>
                  <a:pt x="22233" y="105859"/>
                </a:lnTo>
                <a:lnTo>
                  <a:pt x="21166" y="105800"/>
                </a:lnTo>
                <a:lnTo>
                  <a:pt x="18593" y="106173"/>
                </a:lnTo>
                <a:lnTo>
                  <a:pt x="17621" y="105289"/>
                </a:lnTo>
                <a:lnTo>
                  <a:pt x="18783" y="102891"/>
                </a:lnTo>
                <a:lnTo>
                  <a:pt x="17723" y="101839"/>
                </a:lnTo>
                <a:lnTo>
                  <a:pt x="15078" y="102884"/>
                </a:lnTo>
                <a:lnTo>
                  <a:pt x="14164" y="101510"/>
                </a:lnTo>
                <a:lnTo>
                  <a:pt x="15231" y="99639"/>
                </a:lnTo>
                <a:lnTo>
                  <a:pt x="14251" y="98112"/>
                </a:lnTo>
                <a:lnTo>
                  <a:pt x="15289" y="95890"/>
                </a:lnTo>
                <a:lnTo>
                  <a:pt x="14230" y="94837"/>
                </a:lnTo>
                <a:lnTo>
                  <a:pt x="11555" y="95868"/>
                </a:lnTo>
                <a:lnTo>
                  <a:pt x="10751" y="94603"/>
                </a:lnTo>
                <a:lnTo>
                  <a:pt x="11781" y="92389"/>
                </a:lnTo>
                <a:lnTo>
                  <a:pt x="10714" y="91322"/>
                </a:lnTo>
                <a:lnTo>
                  <a:pt x="8068" y="92367"/>
                </a:lnTo>
                <a:lnTo>
                  <a:pt x="7155" y="91000"/>
                </a:lnTo>
                <a:lnTo>
                  <a:pt x="8222" y="89129"/>
                </a:lnTo>
                <a:lnTo>
                  <a:pt x="7242" y="87594"/>
                </a:lnTo>
                <a:lnTo>
                  <a:pt x="8280" y="85380"/>
                </a:lnTo>
                <a:lnTo>
                  <a:pt x="7359" y="84459"/>
                </a:lnTo>
                <a:lnTo>
                  <a:pt x="4348" y="85212"/>
                </a:lnTo>
                <a:lnTo>
                  <a:pt x="3040" y="81769"/>
                </a:lnTo>
                <a:lnTo>
                  <a:pt x="5466" y="77253"/>
                </a:lnTo>
                <a:lnTo>
                  <a:pt x="4005" y="73832"/>
                </a:lnTo>
                <a:lnTo>
                  <a:pt x="1052" y="74651"/>
                </a:lnTo>
                <a:lnTo>
                  <a:pt x="314" y="73898"/>
                </a:lnTo>
                <a:lnTo>
                  <a:pt x="774" y="71340"/>
                </a:lnTo>
                <a:lnTo>
                  <a:pt x="204" y="67466"/>
                </a:lnTo>
                <a:lnTo>
                  <a:pt x="686" y="63607"/>
                </a:lnTo>
                <a:lnTo>
                  <a:pt x="686" y="57943"/>
                </a:lnTo>
                <a:lnTo>
                  <a:pt x="504" y="55539"/>
                </a:lnTo>
                <a:lnTo>
                  <a:pt x="767" y="52220"/>
                </a:lnTo>
                <a:lnTo>
                  <a:pt x="0" y="46783"/>
                </a:lnTo>
                <a:lnTo>
                  <a:pt x="986" y="45979"/>
                </a:lnTo>
                <a:lnTo>
                  <a:pt x="4114" y="46520"/>
                </a:lnTo>
                <a:lnTo>
                  <a:pt x="4736" y="44240"/>
                </a:lnTo>
                <a:lnTo>
                  <a:pt x="4195" y="41265"/>
                </a:lnTo>
                <a:lnTo>
                  <a:pt x="4195" y="38356"/>
                </a:lnTo>
                <a:lnTo>
                  <a:pt x="3859" y="36463"/>
                </a:lnTo>
                <a:lnTo>
                  <a:pt x="4385" y="35250"/>
                </a:lnTo>
                <a:lnTo>
                  <a:pt x="7330" y="36076"/>
                </a:lnTo>
                <a:lnTo>
                  <a:pt x="8280" y="35118"/>
                </a:lnTo>
                <a:lnTo>
                  <a:pt x="7228" y="32889"/>
                </a:lnTo>
                <a:lnTo>
                  <a:pt x="8163" y="31493"/>
                </a:lnTo>
                <a:lnTo>
                  <a:pt x="7111" y="29271"/>
                </a:lnTo>
                <a:lnTo>
                  <a:pt x="8163" y="28226"/>
                </a:lnTo>
                <a:lnTo>
                  <a:pt x="10867" y="29235"/>
                </a:lnTo>
                <a:lnTo>
                  <a:pt x="11642" y="27978"/>
                </a:lnTo>
                <a:lnTo>
                  <a:pt x="10626" y="25763"/>
                </a:lnTo>
                <a:lnTo>
                  <a:pt x="11569" y="24813"/>
                </a:lnTo>
                <a:lnTo>
                  <a:pt x="14522" y="25632"/>
                </a:lnTo>
                <a:lnTo>
                  <a:pt x="15355" y="23665"/>
                </a:lnTo>
                <a:lnTo>
                  <a:pt x="13623" y="19332"/>
                </a:lnTo>
                <a:lnTo>
                  <a:pt x="15260" y="17578"/>
                </a:lnTo>
                <a:lnTo>
                  <a:pt x="17643" y="18740"/>
                </a:lnTo>
                <a:lnTo>
                  <a:pt x="18702" y="17680"/>
                </a:lnTo>
                <a:lnTo>
                  <a:pt x="17650" y="15034"/>
                </a:lnTo>
                <a:lnTo>
                  <a:pt x="19024" y="14120"/>
                </a:lnTo>
                <a:lnTo>
                  <a:pt x="20859" y="15144"/>
                </a:lnTo>
                <a:lnTo>
                  <a:pt x="22430" y="14267"/>
                </a:lnTo>
                <a:lnTo>
                  <a:pt x="24667" y="15224"/>
                </a:lnTo>
                <a:lnTo>
                  <a:pt x="25719" y="14179"/>
                </a:lnTo>
                <a:lnTo>
                  <a:pt x="24667" y="11526"/>
                </a:lnTo>
                <a:lnTo>
                  <a:pt x="26041" y="10620"/>
                </a:lnTo>
                <a:lnTo>
                  <a:pt x="27904" y="11679"/>
                </a:lnTo>
                <a:lnTo>
                  <a:pt x="29286" y="10817"/>
                </a:lnTo>
                <a:lnTo>
                  <a:pt x="28262" y="8127"/>
                </a:lnTo>
                <a:lnTo>
                  <a:pt x="29066" y="7323"/>
                </a:lnTo>
                <a:lnTo>
                  <a:pt x="31734" y="7681"/>
                </a:lnTo>
                <a:lnTo>
                  <a:pt x="33035" y="7616"/>
                </a:lnTo>
                <a:lnTo>
                  <a:pt x="35074" y="8032"/>
                </a:lnTo>
                <a:lnTo>
                  <a:pt x="36266" y="7375"/>
                </a:lnTo>
                <a:lnTo>
                  <a:pt x="35323" y="4575"/>
                </a:lnTo>
                <a:lnTo>
                  <a:pt x="36229" y="3684"/>
                </a:lnTo>
                <a:lnTo>
                  <a:pt x="38597" y="4378"/>
                </a:lnTo>
                <a:lnTo>
                  <a:pt x="40147" y="3852"/>
                </a:lnTo>
                <a:lnTo>
                  <a:pt x="41828" y="4151"/>
                </a:lnTo>
                <a:lnTo>
                  <a:pt x="43794" y="4151"/>
                </a:lnTo>
                <a:lnTo>
                  <a:pt x="45255" y="4371"/>
                </a:lnTo>
                <a:lnTo>
                  <a:pt x="46285" y="4151"/>
                </a:lnTo>
                <a:lnTo>
                  <a:pt x="46577" y="4085"/>
                </a:lnTo>
                <a:lnTo>
                  <a:pt x="46029" y="899"/>
                </a:lnTo>
                <a:lnTo>
                  <a:pt x="46643" y="285"/>
                </a:lnTo>
                <a:lnTo>
                  <a:pt x="49245" y="709"/>
                </a:lnTo>
                <a:lnTo>
                  <a:pt x="54332" y="138"/>
                </a:lnTo>
                <a:lnTo>
                  <a:pt x="59250" y="643"/>
                </a:lnTo>
                <a:lnTo>
                  <a:pt x="67042" y="643"/>
                </a:lnTo>
                <a:lnTo>
                  <a:pt x="71208" y="0"/>
                </a:lnTo>
                <a:lnTo>
                  <a:pt x="74628" y="701"/>
                </a:lnTo>
                <a:lnTo>
                  <a:pt x="74102" y="3902"/>
                </a:lnTo>
                <a:lnTo>
                  <a:pt x="74686" y="4480"/>
                </a:lnTo>
                <a:lnTo>
                  <a:pt x="77347" y="4122"/>
                </a:lnTo>
                <a:lnTo>
                  <a:pt x="78787" y="4202"/>
                </a:lnTo>
                <a:lnTo>
                  <a:pt x="80511" y="3807"/>
                </a:lnTo>
                <a:lnTo>
                  <a:pt x="82054" y="4421"/>
                </a:lnTo>
                <a:lnTo>
                  <a:pt x="84378" y="3654"/>
                </a:lnTo>
                <a:lnTo>
                  <a:pt x="85364" y="4640"/>
                </a:lnTo>
                <a:lnTo>
                  <a:pt x="84312" y="7286"/>
                </a:lnTo>
                <a:lnTo>
                  <a:pt x="85686" y="8193"/>
                </a:lnTo>
                <a:lnTo>
                  <a:pt x="87506" y="7206"/>
                </a:lnTo>
                <a:lnTo>
                  <a:pt x="89092" y="8010"/>
                </a:lnTo>
                <a:lnTo>
                  <a:pt x="91350" y="7118"/>
                </a:lnTo>
                <a:lnTo>
                  <a:pt x="92381" y="8141"/>
                </a:lnTo>
                <a:lnTo>
                  <a:pt x="91329" y="10787"/>
                </a:lnTo>
                <a:lnTo>
                  <a:pt x="92702" y="11701"/>
                </a:lnTo>
                <a:lnTo>
                  <a:pt x="94574" y="10627"/>
                </a:lnTo>
                <a:lnTo>
                  <a:pt x="95948" y="11518"/>
                </a:lnTo>
                <a:lnTo>
                  <a:pt x="94910" y="14186"/>
                </a:lnTo>
                <a:lnTo>
                  <a:pt x="95728" y="14997"/>
                </a:lnTo>
                <a:lnTo>
                  <a:pt x="98389" y="14639"/>
                </a:lnTo>
                <a:lnTo>
                  <a:pt x="99456" y="14690"/>
                </a:lnTo>
                <a:lnTo>
                  <a:pt x="102021" y="14317"/>
                </a:lnTo>
                <a:lnTo>
                  <a:pt x="102993" y="15194"/>
                </a:lnTo>
                <a:lnTo>
                  <a:pt x="101831" y="17599"/>
                </a:lnTo>
                <a:lnTo>
                  <a:pt x="102891" y="18659"/>
                </a:lnTo>
                <a:lnTo>
                  <a:pt x="105536" y="17606"/>
                </a:lnTo>
                <a:lnTo>
                  <a:pt x="106450" y="18980"/>
                </a:lnTo>
                <a:lnTo>
                  <a:pt x="105383" y="20851"/>
                </a:lnTo>
                <a:lnTo>
                  <a:pt x="106363" y="22379"/>
                </a:lnTo>
                <a:lnTo>
                  <a:pt x="105325" y="24601"/>
                </a:lnTo>
                <a:lnTo>
                  <a:pt x="106385" y="25653"/>
                </a:lnTo>
                <a:lnTo>
                  <a:pt x="109059" y="24630"/>
                </a:lnTo>
                <a:lnTo>
                  <a:pt x="109871" y="25887"/>
                </a:lnTo>
                <a:lnTo>
                  <a:pt x="108833" y="28102"/>
                </a:lnTo>
                <a:lnTo>
                  <a:pt x="109907" y="29169"/>
                </a:lnTo>
                <a:lnTo>
                  <a:pt x="112553" y="28124"/>
                </a:lnTo>
                <a:lnTo>
                  <a:pt x="113467" y="29490"/>
                </a:lnTo>
                <a:lnTo>
                  <a:pt x="112400" y="31361"/>
                </a:lnTo>
                <a:lnTo>
                  <a:pt x="113379" y="32896"/>
                </a:lnTo>
                <a:lnTo>
                  <a:pt x="112348" y="35111"/>
                </a:lnTo>
                <a:lnTo>
                  <a:pt x="113299" y="36068"/>
                </a:lnTo>
                <a:lnTo>
                  <a:pt x="116237" y="35242"/>
                </a:lnTo>
                <a:lnTo>
                  <a:pt x="117128" y="37296"/>
                </a:lnTo>
                <a:lnTo>
                  <a:pt x="116434" y="40936"/>
                </a:lnTo>
                <a:lnTo>
                  <a:pt x="116434" y="43721"/>
                </a:lnTo>
                <a:lnTo>
                  <a:pt x="116171" y="45248"/>
                </a:lnTo>
                <a:lnTo>
                  <a:pt x="116522" y="46542"/>
                </a:lnTo>
                <a:lnTo>
                  <a:pt x="119657" y="45928"/>
                </a:lnTo>
                <a:lnTo>
                  <a:pt x="120271" y="46549"/>
                </a:lnTo>
                <a:lnTo>
                  <a:pt x="119913" y="49209"/>
                </a:lnTo>
                <a:lnTo>
                  <a:pt x="120396" y="59288"/>
                </a:lnTo>
                <a:lnTo>
                  <a:pt x="119716" y="65968"/>
                </a:lnTo>
                <a:lnTo>
                  <a:pt x="120476" y="68614"/>
                </a:lnTo>
                <a:lnTo>
                  <a:pt x="119789" y="71391"/>
                </a:lnTo>
                <a:lnTo>
                  <a:pt x="120373" y="73847"/>
                </a:lnTo>
                <a:lnTo>
                  <a:pt x="119643" y="74570"/>
                </a:lnTo>
                <a:lnTo>
                  <a:pt x="116544" y="73920"/>
                </a:lnTo>
                <a:lnTo>
                  <a:pt x="115784" y="76420"/>
                </a:lnTo>
                <a:lnTo>
                  <a:pt x="116975" y="79109"/>
                </a:lnTo>
                <a:lnTo>
                  <a:pt x="116281" y="81908"/>
                </a:lnTo>
                <a:lnTo>
                  <a:pt x="116865" y="84371"/>
                </a:lnTo>
                <a:lnTo>
                  <a:pt x="116047" y="85175"/>
                </a:lnTo>
                <a:lnTo>
                  <a:pt x="113131" y="84342"/>
                </a:lnTo>
                <a:lnTo>
                  <a:pt x="112042" y="86739"/>
                </a:lnTo>
                <a:lnTo>
                  <a:pt x="113766" y="89838"/>
                </a:lnTo>
                <a:lnTo>
                  <a:pt x="112736" y="92257"/>
                </a:lnTo>
                <a:lnTo>
                  <a:pt x="109783" y="91439"/>
                </a:lnTo>
                <a:lnTo>
                  <a:pt x="108855" y="92367"/>
                </a:lnTo>
                <a:lnTo>
                  <a:pt x="109812" y="94611"/>
                </a:lnTo>
                <a:lnTo>
                  <a:pt x="109125" y="95831"/>
                </a:lnTo>
                <a:lnTo>
                  <a:pt x="106348" y="94874"/>
                </a:lnTo>
                <a:lnTo>
                  <a:pt x="105573" y="95648"/>
                </a:lnTo>
                <a:lnTo>
                  <a:pt x="105931" y="98309"/>
                </a:lnTo>
                <a:lnTo>
                  <a:pt x="105880" y="99369"/>
                </a:lnTo>
                <a:lnTo>
                  <a:pt x="106253" y="101949"/>
                </a:lnTo>
                <a:lnTo>
                  <a:pt x="105369" y="102913"/>
                </a:lnTo>
                <a:lnTo>
                  <a:pt x="102971" y="101751"/>
                </a:lnTo>
                <a:lnTo>
                  <a:pt x="102036" y="102694"/>
                </a:lnTo>
                <a:lnTo>
                  <a:pt x="102847" y="105647"/>
                </a:lnTo>
                <a:lnTo>
                  <a:pt x="100603" y="106597"/>
                </a:lnTo>
                <a:lnTo>
                  <a:pt x="96993" y="104763"/>
                </a:lnTo>
                <a:lnTo>
                  <a:pt x="94822" y="106202"/>
                </a:lnTo>
                <a:lnTo>
                  <a:pt x="95875" y="108848"/>
                </a:lnTo>
                <a:lnTo>
                  <a:pt x="94800" y="109915"/>
                </a:lnTo>
                <a:lnTo>
                  <a:pt x="92462" y="108746"/>
                </a:lnTo>
                <a:lnTo>
                  <a:pt x="91300" y="109915"/>
                </a:lnTo>
                <a:lnTo>
                  <a:pt x="92469" y="112254"/>
                </a:lnTo>
                <a:lnTo>
                  <a:pt x="91343" y="113380"/>
                </a:lnTo>
                <a:lnTo>
                  <a:pt x="89078" y="112480"/>
                </a:lnTo>
                <a:lnTo>
                  <a:pt x="87667" y="113190"/>
                </a:lnTo>
                <a:lnTo>
                  <a:pt x="85409" y="112298"/>
                </a:lnTo>
                <a:lnTo>
                  <a:pt x="84502" y="113204"/>
                </a:lnTo>
                <a:lnTo>
                  <a:pt x="85314" y="116157"/>
                </a:lnTo>
                <a:lnTo>
                  <a:pt x="82887" y="117195"/>
                </a:lnTo>
                <a:lnTo>
                  <a:pt x="79891" y="115601"/>
                </a:lnTo>
                <a:lnTo>
                  <a:pt x="77179" y="116588"/>
                </a:lnTo>
                <a:lnTo>
                  <a:pt x="74826" y="115864"/>
                </a:lnTo>
                <a:lnTo>
                  <a:pt x="73978" y="116712"/>
                </a:lnTo>
                <a:lnTo>
                  <a:pt x="74789" y="119665"/>
                </a:lnTo>
                <a:lnTo>
                  <a:pt x="72596" y="120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46433" y="1677656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38867" y="113218"/>
                </a:moveTo>
                <a:lnTo>
                  <a:pt x="35454" y="112582"/>
                </a:lnTo>
                <a:lnTo>
                  <a:pt x="35834" y="109381"/>
                </a:lnTo>
                <a:lnTo>
                  <a:pt x="35666" y="109118"/>
                </a:lnTo>
                <a:lnTo>
                  <a:pt x="34401" y="108241"/>
                </a:lnTo>
                <a:lnTo>
                  <a:pt x="29585" y="110265"/>
                </a:lnTo>
                <a:lnTo>
                  <a:pt x="28116" y="108467"/>
                </a:lnTo>
                <a:lnTo>
                  <a:pt x="29249" y="106187"/>
                </a:lnTo>
                <a:lnTo>
                  <a:pt x="28043" y="105032"/>
                </a:lnTo>
                <a:lnTo>
                  <a:pt x="25733" y="106202"/>
                </a:lnTo>
                <a:lnTo>
                  <a:pt x="24673" y="105149"/>
                </a:lnTo>
                <a:lnTo>
                  <a:pt x="25682" y="102430"/>
                </a:lnTo>
                <a:lnTo>
                  <a:pt x="23438" y="101064"/>
                </a:lnTo>
                <a:lnTo>
                  <a:pt x="19974" y="102898"/>
                </a:lnTo>
                <a:lnTo>
                  <a:pt x="17679" y="101919"/>
                </a:lnTo>
                <a:lnTo>
                  <a:pt x="18490" y="98966"/>
                </a:lnTo>
                <a:lnTo>
                  <a:pt x="17540" y="98016"/>
                </a:lnTo>
                <a:lnTo>
                  <a:pt x="15201" y="99185"/>
                </a:lnTo>
                <a:lnTo>
                  <a:pt x="14032" y="98016"/>
                </a:lnTo>
                <a:lnTo>
                  <a:pt x="15201" y="95685"/>
                </a:lnTo>
                <a:lnTo>
                  <a:pt x="14127" y="94610"/>
                </a:lnTo>
                <a:lnTo>
                  <a:pt x="11481" y="95662"/>
                </a:lnTo>
                <a:lnTo>
                  <a:pt x="10568" y="94289"/>
                </a:lnTo>
                <a:lnTo>
                  <a:pt x="11635" y="92417"/>
                </a:lnTo>
                <a:lnTo>
                  <a:pt x="10655" y="90883"/>
                </a:lnTo>
                <a:lnTo>
                  <a:pt x="11693" y="88668"/>
                </a:lnTo>
                <a:lnTo>
                  <a:pt x="10655" y="87637"/>
                </a:lnTo>
                <a:lnTo>
                  <a:pt x="7915" y="88617"/>
                </a:lnTo>
                <a:lnTo>
                  <a:pt x="7184" y="87374"/>
                </a:lnTo>
                <a:lnTo>
                  <a:pt x="8178" y="85153"/>
                </a:lnTo>
                <a:lnTo>
                  <a:pt x="7235" y="84217"/>
                </a:lnTo>
                <a:lnTo>
                  <a:pt x="4290" y="85028"/>
                </a:lnTo>
                <a:lnTo>
                  <a:pt x="3252" y="82602"/>
                </a:lnTo>
                <a:lnTo>
                  <a:pt x="4750" y="79627"/>
                </a:lnTo>
                <a:lnTo>
                  <a:pt x="4100" y="77566"/>
                </a:lnTo>
                <a:lnTo>
                  <a:pt x="3851" y="77435"/>
                </a:lnTo>
                <a:lnTo>
                  <a:pt x="613" y="77734"/>
                </a:lnTo>
                <a:lnTo>
                  <a:pt x="116" y="74255"/>
                </a:lnTo>
                <a:lnTo>
                  <a:pt x="599" y="70397"/>
                </a:lnTo>
                <a:lnTo>
                  <a:pt x="599" y="42740"/>
                </a:lnTo>
                <a:lnTo>
                  <a:pt x="0" y="38670"/>
                </a:lnTo>
                <a:lnTo>
                  <a:pt x="599" y="35257"/>
                </a:lnTo>
                <a:lnTo>
                  <a:pt x="3815" y="35622"/>
                </a:lnTo>
                <a:lnTo>
                  <a:pt x="4100" y="35469"/>
                </a:lnTo>
                <a:lnTo>
                  <a:pt x="4750" y="33408"/>
                </a:lnTo>
                <a:lnTo>
                  <a:pt x="3252" y="30433"/>
                </a:lnTo>
                <a:lnTo>
                  <a:pt x="4290" y="28007"/>
                </a:lnTo>
                <a:lnTo>
                  <a:pt x="7242" y="28825"/>
                </a:lnTo>
                <a:lnTo>
                  <a:pt x="8185" y="27875"/>
                </a:lnTo>
                <a:lnTo>
                  <a:pt x="7162" y="25653"/>
                </a:lnTo>
                <a:lnTo>
                  <a:pt x="7944" y="24403"/>
                </a:lnTo>
                <a:lnTo>
                  <a:pt x="10648" y="25412"/>
                </a:lnTo>
                <a:lnTo>
                  <a:pt x="11694" y="24367"/>
                </a:lnTo>
                <a:lnTo>
                  <a:pt x="10648" y="22138"/>
                </a:lnTo>
                <a:lnTo>
                  <a:pt x="11577" y="20742"/>
                </a:lnTo>
                <a:lnTo>
                  <a:pt x="10524" y="18520"/>
                </a:lnTo>
                <a:lnTo>
                  <a:pt x="11686" y="17365"/>
                </a:lnTo>
                <a:lnTo>
                  <a:pt x="14062" y="18527"/>
                </a:lnTo>
                <a:lnTo>
                  <a:pt x="15194" y="17328"/>
                </a:lnTo>
                <a:lnTo>
                  <a:pt x="14025" y="15026"/>
                </a:lnTo>
                <a:lnTo>
                  <a:pt x="15202" y="13850"/>
                </a:lnTo>
                <a:lnTo>
                  <a:pt x="17540" y="15019"/>
                </a:lnTo>
                <a:lnTo>
                  <a:pt x="18710" y="13850"/>
                </a:lnTo>
                <a:lnTo>
                  <a:pt x="17540" y="11511"/>
                </a:lnTo>
                <a:lnTo>
                  <a:pt x="18702" y="10356"/>
                </a:lnTo>
                <a:lnTo>
                  <a:pt x="20924" y="11365"/>
                </a:lnTo>
                <a:lnTo>
                  <a:pt x="22342" y="10488"/>
                </a:lnTo>
                <a:lnTo>
                  <a:pt x="24564" y="11503"/>
                </a:lnTo>
                <a:lnTo>
                  <a:pt x="25631" y="10444"/>
                </a:lnTo>
                <a:lnTo>
                  <a:pt x="24579" y="7791"/>
                </a:lnTo>
                <a:lnTo>
                  <a:pt x="25953" y="6884"/>
                </a:lnTo>
                <a:lnTo>
                  <a:pt x="27780" y="7893"/>
                </a:lnTo>
                <a:lnTo>
                  <a:pt x="29154" y="7148"/>
                </a:lnTo>
                <a:lnTo>
                  <a:pt x="28218" y="4348"/>
                </a:lnTo>
                <a:lnTo>
                  <a:pt x="28978" y="3588"/>
                </a:lnTo>
                <a:lnTo>
                  <a:pt x="31646" y="3946"/>
                </a:lnTo>
                <a:lnTo>
                  <a:pt x="33327" y="3859"/>
                </a:lnTo>
                <a:lnTo>
                  <a:pt x="34496" y="3968"/>
                </a:lnTo>
                <a:lnTo>
                  <a:pt x="35666" y="3917"/>
                </a:lnTo>
                <a:lnTo>
                  <a:pt x="36133" y="3215"/>
                </a:lnTo>
                <a:lnTo>
                  <a:pt x="35081" y="1001"/>
                </a:lnTo>
                <a:lnTo>
                  <a:pt x="36031" y="51"/>
                </a:lnTo>
                <a:lnTo>
                  <a:pt x="38618" y="482"/>
                </a:lnTo>
                <a:lnTo>
                  <a:pt x="42543" y="0"/>
                </a:lnTo>
                <a:lnTo>
                  <a:pt x="46300" y="416"/>
                </a:lnTo>
                <a:lnTo>
                  <a:pt x="72947" y="416"/>
                </a:lnTo>
                <a:lnTo>
                  <a:pt x="75607" y="14"/>
                </a:lnTo>
                <a:lnTo>
                  <a:pt x="77975" y="453"/>
                </a:lnTo>
                <a:lnTo>
                  <a:pt x="77595" y="3654"/>
                </a:lnTo>
                <a:lnTo>
                  <a:pt x="77763" y="3917"/>
                </a:lnTo>
                <a:lnTo>
                  <a:pt x="79824" y="4567"/>
                </a:lnTo>
                <a:lnTo>
                  <a:pt x="82806" y="3077"/>
                </a:lnTo>
                <a:lnTo>
                  <a:pt x="85226" y="4107"/>
                </a:lnTo>
                <a:lnTo>
                  <a:pt x="84414" y="7060"/>
                </a:lnTo>
                <a:lnTo>
                  <a:pt x="85342" y="7981"/>
                </a:lnTo>
                <a:lnTo>
                  <a:pt x="87579" y="7031"/>
                </a:lnTo>
                <a:lnTo>
                  <a:pt x="88799" y="7710"/>
                </a:lnTo>
                <a:lnTo>
                  <a:pt x="87849" y="10495"/>
                </a:lnTo>
                <a:lnTo>
                  <a:pt x="88617" y="11262"/>
                </a:lnTo>
                <a:lnTo>
                  <a:pt x="91284" y="10904"/>
                </a:lnTo>
                <a:lnTo>
                  <a:pt x="92388" y="10963"/>
                </a:lnTo>
                <a:lnTo>
                  <a:pt x="94858" y="10568"/>
                </a:lnTo>
                <a:lnTo>
                  <a:pt x="95889" y="11408"/>
                </a:lnTo>
                <a:lnTo>
                  <a:pt x="94749" y="13886"/>
                </a:lnTo>
                <a:lnTo>
                  <a:pt x="95786" y="14924"/>
                </a:lnTo>
                <a:lnTo>
                  <a:pt x="98432" y="13872"/>
                </a:lnTo>
                <a:lnTo>
                  <a:pt x="99338" y="15246"/>
                </a:lnTo>
                <a:lnTo>
                  <a:pt x="98271" y="17124"/>
                </a:lnTo>
                <a:lnTo>
                  <a:pt x="99156" y="18491"/>
                </a:lnTo>
                <a:lnTo>
                  <a:pt x="101823" y="17460"/>
                </a:lnTo>
                <a:lnTo>
                  <a:pt x="102635" y="18271"/>
                </a:lnTo>
                <a:lnTo>
                  <a:pt x="102276" y="20932"/>
                </a:lnTo>
                <a:lnTo>
                  <a:pt x="102342" y="22160"/>
                </a:lnTo>
                <a:lnTo>
                  <a:pt x="101926" y="24367"/>
                </a:lnTo>
                <a:lnTo>
                  <a:pt x="102657" y="25500"/>
                </a:lnTo>
                <a:lnTo>
                  <a:pt x="105331" y="24469"/>
                </a:lnTo>
                <a:lnTo>
                  <a:pt x="106304" y="25434"/>
                </a:lnTo>
                <a:lnTo>
                  <a:pt x="105251" y="28087"/>
                </a:lnTo>
                <a:lnTo>
                  <a:pt x="106216" y="28716"/>
                </a:lnTo>
                <a:lnTo>
                  <a:pt x="109147" y="28065"/>
                </a:lnTo>
                <a:lnTo>
                  <a:pt x="110199" y="30397"/>
                </a:lnTo>
                <a:lnTo>
                  <a:pt x="108650" y="33437"/>
                </a:lnTo>
                <a:lnTo>
                  <a:pt x="109322" y="35469"/>
                </a:lnTo>
                <a:lnTo>
                  <a:pt x="109570" y="35608"/>
                </a:lnTo>
                <a:lnTo>
                  <a:pt x="112808" y="35308"/>
                </a:lnTo>
                <a:lnTo>
                  <a:pt x="113312" y="38780"/>
                </a:lnTo>
                <a:lnTo>
                  <a:pt x="112830" y="42638"/>
                </a:lnTo>
                <a:lnTo>
                  <a:pt x="112830" y="70302"/>
                </a:lnTo>
                <a:lnTo>
                  <a:pt x="113422" y="74365"/>
                </a:lnTo>
                <a:lnTo>
                  <a:pt x="112793" y="77771"/>
                </a:lnTo>
                <a:lnTo>
                  <a:pt x="109585" y="77398"/>
                </a:lnTo>
                <a:lnTo>
                  <a:pt x="109322" y="77559"/>
                </a:lnTo>
                <a:lnTo>
                  <a:pt x="108445" y="78831"/>
                </a:lnTo>
                <a:lnTo>
                  <a:pt x="110469" y="83640"/>
                </a:lnTo>
                <a:lnTo>
                  <a:pt x="108671" y="85109"/>
                </a:lnTo>
                <a:lnTo>
                  <a:pt x="106384" y="83983"/>
                </a:lnTo>
                <a:lnTo>
                  <a:pt x="105236" y="85182"/>
                </a:lnTo>
                <a:lnTo>
                  <a:pt x="106406" y="87491"/>
                </a:lnTo>
                <a:lnTo>
                  <a:pt x="105346" y="88544"/>
                </a:lnTo>
                <a:lnTo>
                  <a:pt x="102635" y="87543"/>
                </a:lnTo>
                <a:lnTo>
                  <a:pt x="101261" y="89779"/>
                </a:lnTo>
                <a:lnTo>
                  <a:pt x="103095" y="93243"/>
                </a:lnTo>
                <a:lnTo>
                  <a:pt x="102116" y="95546"/>
                </a:lnTo>
                <a:lnTo>
                  <a:pt x="99163" y="94727"/>
                </a:lnTo>
                <a:lnTo>
                  <a:pt x="98213" y="95684"/>
                </a:lnTo>
                <a:lnTo>
                  <a:pt x="99382" y="98016"/>
                </a:lnTo>
                <a:lnTo>
                  <a:pt x="98213" y="99185"/>
                </a:lnTo>
                <a:lnTo>
                  <a:pt x="95881" y="98016"/>
                </a:lnTo>
                <a:lnTo>
                  <a:pt x="94807" y="99090"/>
                </a:lnTo>
                <a:lnTo>
                  <a:pt x="95860" y="101743"/>
                </a:lnTo>
                <a:lnTo>
                  <a:pt x="94478" y="102650"/>
                </a:lnTo>
                <a:lnTo>
                  <a:pt x="92614" y="101583"/>
                </a:lnTo>
                <a:lnTo>
                  <a:pt x="91087" y="102562"/>
                </a:lnTo>
                <a:lnTo>
                  <a:pt x="88865" y="101531"/>
                </a:lnTo>
                <a:lnTo>
                  <a:pt x="87835" y="102562"/>
                </a:lnTo>
                <a:lnTo>
                  <a:pt x="88821" y="105303"/>
                </a:lnTo>
                <a:lnTo>
                  <a:pt x="87572" y="106034"/>
                </a:lnTo>
                <a:lnTo>
                  <a:pt x="85350" y="105047"/>
                </a:lnTo>
                <a:lnTo>
                  <a:pt x="84414" y="105982"/>
                </a:lnTo>
                <a:lnTo>
                  <a:pt x="85226" y="108928"/>
                </a:lnTo>
                <a:lnTo>
                  <a:pt x="82806" y="109966"/>
                </a:lnTo>
                <a:lnTo>
                  <a:pt x="79824" y="108467"/>
                </a:lnTo>
                <a:lnTo>
                  <a:pt x="77763" y="109118"/>
                </a:lnTo>
                <a:lnTo>
                  <a:pt x="77632" y="109366"/>
                </a:lnTo>
                <a:lnTo>
                  <a:pt x="77931" y="112604"/>
                </a:lnTo>
                <a:lnTo>
                  <a:pt x="74453" y="113101"/>
                </a:lnTo>
                <a:lnTo>
                  <a:pt x="70594" y="112619"/>
                </a:lnTo>
                <a:lnTo>
                  <a:pt x="42930" y="112619"/>
                </a:lnTo>
                <a:lnTo>
                  <a:pt x="38867" y="1132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309253" y="1677437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4">
                <a:moveTo>
                  <a:pt x="43384" y="113518"/>
                </a:moveTo>
                <a:lnTo>
                  <a:pt x="42559" y="112510"/>
                </a:lnTo>
                <a:lnTo>
                  <a:pt x="43107" y="109374"/>
                </a:lnTo>
                <a:lnTo>
                  <a:pt x="40819" y="108760"/>
                </a:lnTo>
                <a:lnTo>
                  <a:pt x="37852" y="109301"/>
                </a:lnTo>
                <a:lnTo>
                  <a:pt x="34892" y="109301"/>
                </a:lnTo>
                <a:lnTo>
                  <a:pt x="33101" y="109623"/>
                </a:lnTo>
                <a:lnTo>
                  <a:pt x="31866" y="109140"/>
                </a:lnTo>
                <a:lnTo>
                  <a:pt x="32619" y="106136"/>
                </a:lnTo>
                <a:lnTo>
                  <a:pt x="31691" y="105215"/>
                </a:lnTo>
                <a:lnTo>
                  <a:pt x="29469" y="106260"/>
                </a:lnTo>
                <a:lnTo>
                  <a:pt x="28065" y="105332"/>
                </a:lnTo>
                <a:lnTo>
                  <a:pt x="25844" y="106377"/>
                </a:lnTo>
                <a:lnTo>
                  <a:pt x="24711" y="105252"/>
                </a:lnTo>
                <a:lnTo>
                  <a:pt x="25851" y="102774"/>
                </a:lnTo>
                <a:lnTo>
                  <a:pt x="24601" y="101751"/>
                </a:lnTo>
                <a:lnTo>
                  <a:pt x="22350" y="102891"/>
                </a:lnTo>
                <a:lnTo>
                  <a:pt x="21166" y="101707"/>
                </a:lnTo>
                <a:lnTo>
                  <a:pt x="22335" y="99369"/>
                </a:lnTo>
                <a:lnTo>
                  <a:pt x="21166" y="98199"/>
                </a:lnTo>
                <a:lnTo>
                  <a:pt x="18827" y="99368"/>
                </a:lnTo>
                <a:lnTo>
                  <a:pt x="17658" y="98199"/>
                </a:lnTo>
                <a:lnTo>
                  <a:pt x="18827" y="95868"/>
                </a:lnTo>
                <a:lnTo>
                  <a:pt x="17658" y="94698"/>
                </a:lnTo>
                <a:lnTo>
                  <a:pt x="15319" y="95867"/>
                </a:lnTo>
                <a:lnTo>
                  <a:pt x="14149" y="94698"/>
                </a:lnTo>
                <a:lnTo>
                  <a:pt x="15319" y="92359"/>
                </a:lnTo>
                <a:lnTo>
                  <a:pt x="14150" y="91190"/>
                </a:lnTo>
                <a:lnTo>
                  <a:pt x="11811" y="92359"/>
                </a:lnTo>
                <a:lnTo>
                  <a:pt x="10627" y="91183"/>
                </a:lnTo>
                <a:lnTo>
                  <a:pt x="11767" y="88924"/>
                </a:lnTo>
                <a:lnTo>
                  <a:pt x="10743" y="87682"/>
                </a:lnTo>
                <a:lnTo>
                  <a:pt x="8266" y="88815"/>
                </a:lnTo>
                <a:lnTo>
                  <a:pt x="7133" y="87689"/>
                </a:lnTo>
                <a:lnTo>
                  <a:pt x="8185" y="85460"/>
                </a:lnTo>
                <a:lnTo>
                  <a:pt x="7250" y="84071"/>
                </a:lnTo>
                <a:lnTo>
                  <a:pt x="8302" y="81850"/>
                </a:lnTo>
                <a:lnTo>
                  <a:pt x="7359" y="80907"/>
                </a:lnTo>
                <a:lnTo>
                  <a:pt x="4385" y="81696"/>
                </a:lnTo>
                <a:lnTo>
                  <a:pt x="2982" y="78275"/>
                </a:lnTo>
                <a:lnTo>
                  <a:pt x="5481" y="73708"/>
                </a:lnTo>
                <a:lnTo>
                  <a:pt x="4019" y="70294"/>
                </a:lnTo>
                <a:lnTo>
                  <a:pt x="1067" y="71113"/>
                </a:lnTo>
                <a:lnTo>
                  <a:pt x="321" y="70360"/>
                </a:lnTo>
                <a:lnTo>
                  <a:pt x="782" y="67802"/>
                </a:lnTo>
                <a:lnTo>
                  <a:pt x="219" y="63929"/>
                </a:lnTo>
                <a:lnTo>
                  <a:pt x="701" y="60070"/>
                </a:lnTo>
                <a:lnTo>
                  <a:pt x="701" y="54420"/>
                </a:lnTo>
                <a:lnTo>
                  <a:pt x="489" y="51994"/>
                </a:lnTo>
                <a:lnTo>
                  <a:pt x="796" y="48675"/>
                </a:lnTo>
                <a:lnTo>
                  <a:pt x="0" y="43253"/>
                </a:lnTo>
                <a:lnTo>
                  <a:pt x="1037" y="42412"/>
                </a:lnTo>
                <a:lnTo>
                  <a:pt x="4085" y="43033"/>
                </a:lnTo>
                <a:lnTo>
                  <a:pt x="4516" y="41805"/>
                </a:lnTo>
                <a:lnTo>
                  <a:pt x="4209" y="40110"/>
                </a:lnTo>
                <a:lnTo>
                  <a:pt x="4209" y="38290"/>
                </a:lnTo>
                <a:lnTo>
                  <a:pt x="3888" y="36492"/>
                </a:lnTo>
                <a:lnTo>
                  <a:pt x="4480" y="34986"/>
                </a:lnTo>
                <a:lnTo>
                  <a:pt x="3713" y="32662"/>
                </a:lnTo>
                <a:lnTo>
                  <a:pt x="4699" y="31683"/>
                </a:lnTo>
                <a:lnTo>
                  <a:pt x="7345" y="32728"/>
                </a:lnTo>
                <a:lnTo>
                  <a:pt x="8259" y="31354"/>
                </a:lnTo>
                <a:lnTo>
                  <a:pt x="7191" y="29490"/>
                </a:lnTo>
                <a:lnTo>
                  <a:pt x="8171" y="27956"/>
                </a:lnTo>
                <a:lnTo>
                  <a:pt x="7140" y="25741"/>
                </a:lnTo>
                <a:lnTo>
                  <a:pt x="8207" y="24667"/>
                </a:lnTo>
                <a:lnTo>
                  <a:pt x="10846" y="25719"/>
                </a:lnTo>
                <a:lnTo>
                  <a:pt x="11701" y="24454"/>
                </a:lnTo>
                <a:lnTo>
                  <a:pt x="10641" y="22240"/>
                </a:lnTo>
                <a:lnTo>
                  <a:pt x="11715" y="21166"/>
                </a:lnTo>
                <a:lnTo>
                  <a:pt x="14361" y="22211"/>
                </a:lnTo>
                <a:lnTo>
                  <a:pt x="15238" y="20895"/>
                </a:lnTo>
                <a:lnTo>
                  <a:pt x="14150" y="18841"/>
                </a:lnTo>
                <a:lnTo>
                  <a:pt x="15231" y="17555"/>
                </a:lnTo>
                <a:lnTo>
                  <a:pt x="17687" y="18702"/>
                </a:lnTo>
                <a:lnTo>
                  <a:pt x="18834" y="17562"/>
                </a:lnTo>
                <a:lnTo>
                  <a:pt x="17665" y="15253"/>
                </a:lnTo>
                <a:lnTo>
                  <a:pt x="18798" y="14054"/>
                </a:lnTo>
                <a:lnTo>
                  <a:pt x="21173" y="15216"/>
                </a:lnTo>
                <a:lnTo>
                  <a:pt x="22335" y="14062"/>
                </a:lnTo>
                <a:lnTo>
                  <a:pt x="21166" y="11723"/>
                </a:lnTo>
                <a:lnTo>
                  <a:pt x="22335" y="10553"/>
                </a:lnTo>
                <a:lnTo>
                  <a:pt x="24674" y="11723"/>
                </a:lnTo>
                <a:lnTo>
                  <a:pt x="25705" y="10692"/>
                </a:lnTo>
                <a:lnTo>
                  <a:pt x="24733" y="7937"/>
                </a:lnTo>
                <a:lnTo>
                  <a:pt x="26545" y="6899"/>
                </a:lnTo>
                <a:lnTo>
                  <a:pt x="31383" y="8719"/>
                </a:lnTo>
                <a:lnTo>
                  <a:pt x="32516" y="7338"/>
                </a:lnTo>
                <a:lnTo>
                  <a:pt x="31975" y="4209"/>
                </a:lnTo>
                <a:lnTo>
                  <a:pt x="35564" y="3252"/>
                </a:lnTo>
                <a:lnTo>
                  <a:pt x="39510" y="4933"/>
                </a:lnTo>
                <a:lnTo>
                  <a:pt x="42800" y="4114"/>
                </a:lnTo>
                <a:lnTo>
                  <a:pt x="43099" y="4049"/>
                </a:lnTo>
                <a:lnTo>
                  <a:pt x="42536" y="877"/>
                </a:lnTo>
                <a:lnTo>
                  <a:pt x="43209" y="204"/>
                </a:lnTo>
                <a:lnTo>
                  <a:pt x="45709" y="738"/>
                </a:lnTo>
                <a:lnTo>
                  <a:pt x="48442" y="182"/>
                </a:lnTo>
                <a:lnTo>
                  <a:pt x="51146" y="614"/>
                </a:lnTo>
                <a:lnTo>
                  <a:pt x="63585" y="614"/>
                </a:lnTo>
                <a:lnTo>
                  <a:pt x="67678" y="0"/>
                </a:lnTo>
                <a:lnTo>
                  <a:pt x="71128" y="665"/>
                </a:lnTo>
                <a:lnTo>
                  <a:pt x="70616" y="3873"/>
                </a:lnTo>
                <a:lnTo>
                  <a:pt x="71288" y="4546"/>
                </a:lnTo>
                <a:lnTo>
                  <a:pt x="73744" y="3961"/>
                </a:lnTo>
                <a:lnTo>
                  <a:pt x="76522" y="4655"/>
                </a:lnTo>
                <a:lnTo>
                  <a:pt x="79277" y="3413"/>
                </a:lnTo>
                <a:lnTo>
                  <a:pt x="81755" y="4246"/>
                </a:lnTo>
                <a:lnTo>
                  <a:pt x="81068" y="7316"/>
                </a:lnTo>
                <a:lnTo>
                  <a:pt x="81711" y="7952"/>
                </a:lnTo>
                <a:lnTo>
                  <a:pt x="84378" y="7593"/>
                </a:lnTo>
                <a:lnTo>
                  <a:pt x="85628" y="7659"/>
                </a:lnTo>
                <a:lnTo>
                  <a:pt x="87777" y="7243"/>
                </a:lnTo>
                <a:lnTo>
                  <a:pt x="88932" y="7952"/>
                </a:lnTo>
                <a:lnTo>
                  <a:pt x="87931" y="10663"/>
                </a:lnTo>
                <a:lnTo>
                  <a:pt x="88881" y="11613"/>
                </a:lnTo>
                <a:lnTo>
                  <a:pt x="91526" y="10568"/>
                </a:lnTo>
                <a:lnTo>
                  <a:pt x="92403" y="11884"/>
                </a:lnTo>
                <a:lnTo>
                  <a:pt x="91314" y="13945"/>
                </a:lnTo>
                <a:lnTo>
                  <a:pt x="92389" y="15224"/>
                </a:lnTo>
                <a:lnTo>
                  <a:pt x="94844" y="14076"/>
                </a:lnTo>
                <a:lnTo>
                  <a:pt x="95985" y="15216"/>
                </a:lnTo>
                <a:lnTo>
                  <a:pt x="94815" y="17555"/>
                </a:lnTo>
                <a:lnTo>
                  <a:pt x="95985" y="18717"/>
                </a:lnTo>
                <a:lnTo>
                  <a:pt x="98323" y="17555"/>
                </a:lnTo>
                <a:lnTo>
                  <a:pt x="99391" y="18622"/>
                </a:lnTo>
                <a:lnTo>
                  <a:pt x="98345" y="21268"/>
                </a:lnTo>
                <a:lnTo>
                  <a:pt x="99668" y="22145"/>
                </a:lnTo>
                <a:lnTo>
                  <a:pt x="101722" y="21056"/>
                </a:lnTo>
                <a:lnTo>
                  <a:pt x="103001" y="22138"/>
                </a:lnTo>
                <a:lnTo>
                  <a:pt x="101861" y="24593"/>
                </a:lnTo>
                <a:lnTo>
                  <a:pt x="102935" y="25675"/>
                </a:lnTo>
                <a:lnTo>
                  <a:pt x="105471" y="24557"/>
                </a:lnTo>
                <a:lnTo>
                  <a:pt x="106867" y="26384"/>
                </a:lnTo>
                <a:lnTo>
                  <a:pt x="104748" y="31201"/>
                </a:lnTo>
                <a:lnTo>
                  <a:pt x="106327" y="32501"/>
                </a:lnTo>
                <a:lnTo>
                  <a:pt x="109213" y="31719"/>
                </a:lnTo>
                <a:lnTo>
                  <a:pt x="110142" y="33663"/>
                </a:lnTo>
                <a:lnTo>
                  <a:pt x="109418" y="37478"/>
                </a:lnTo>
                <a:lnTo>
                  <a:pt x="109418" y="40029"/>
                </a:lnTo>
                <a:lnTo>
                  <a:pt x="109089" y="41915"/>
                </a:lnTo>
                <a:lnTo>
                  <a:pt x="109601" y="43128"/>
                </a:lnTo>
                <a:lnTo>
                  <a:pt x="112561" y="42310"/>
                </a:lnTo>
                <a:lnTo>
                  <a:pt x="113292" y="43055"/>
                </a:lnTo>
                <a:lnTo>
                  <a:pt x="112839" y="45621"/>
                </a:lnTo>
                <a:lnTo>
                  <a:pt x="113387" y="49516"/>
                </a:lnTo>
                <a:lnTo>
                  <a:pt x="112926" y="53346"/>
                </a:lnTo>
                <a:lnTo>
                  <a:pt x="112926" y="58995"/>
                </a:lnTo>
                <a:lnTo>
                  <a:pt x="113160" y="61444"/>
                </a:lnTo>
                <a:lnTo>
                  <a:pt x="112809" y="64762"/>
                </a:lnTo>
                <a:lnTo>
                  <a:pt x="113635" y="70163"/>
                </a:lnTo>
                <a:lnTo>
                  <a:pt x="112627" y="70981"/>
                </a:lnTo>
                <a:lnTo>
                  <a:pt x="109499" y="70441"/>
                </a:lnTo>
                <a:lnTo>
                  <a:pt x="108877" y="72721"/>
                </a:lnTo>
                <a:lnTo>
                  <a:pt x="109418" y="75696"/>
                </a:lnTo>
                <a:lnTo>
                  <a:pt x="109418" y="78648"/>
                </a:lnTo>
                <a:lnTo>
                  <a:pt x="109740" y="80439"/>
                </a:lnTo>
                <a:lnTo>
                  <a:pt x="109265" y="81681"/>
                </a:lnTo>
                <a:lnTo>
                  <a:pt x="106253" y="80914"/>
                </a:lnTo>
                <a:lnTo>
                  <a:pt x="105332" y="81849"/>
                </a:lnTo>
                <a:lnTo>
                  <a:pt x="106378" y="84071"/>
                </a:lnTo>
                <a:lnTo>
                  <a:pt x="105450" y="85467"/>
                </a:lnTo>
                <a:lnTo>
                  <a:pt x="106495" y="87689"/>
                </a:lnTo>
                <a:lnTo>
                  <a:pt x="105369" y="88815"/>
                </a:lnTo>
                <a:lnTo>
                  <a:pt x="102892" y="87682"/>
                </a:lnTo>
                <a:lnTo>
                  <a:pt x="101868" y="88932"/>
                </a:lnTo>
                <a:lnTo>
                  <a:pt x="103008" y="91183"/>
                </a:lnTo>
                <a:lnTo>
                  <a:pt x="101824" y="92359"/>
                </a:lnTo>
                <a:lnTo>
                  <a:pt x="99486" y="91190"/>
                </a:lnTo>
                <a:lnTo>
                  <a:pt x="98324" y="92359"/>
                </a:lnTo>
                <a:lnTo>
                  <a:pt x="99486" y="94698"/>
                </a:lnTo>
                <a:lnTo>
                  <a:pt x="98324" y="95867"/>
                </a:lnTo>
                <a:lnTo>
                  <a:pt x="95985" y="94698"/>
                </a:lnTo>
                <a:lnTo>
                  <a:pt x="94815" y="95867"/>
                </a:lnTo>
                <a:lnTo>
                  <a:pt x="95985" y="98199"/>
                </a:lnTo>
                <a:lnTo>
                  <a:pt x="94815" y="99369"/>
                </a:lnTo>
                <a:lnTo>
                  <a:pt x="92477" y="98199"/>
                </a:lnTo>
                <a:lnTo>
                  <a:pt x="91314" y="99368"/>
                </a:lnTo>
                <a:lnTo>
                  <a:pt x="92476" y="101707"/>
                </a:lnTo>
                <a:lnTo>
                  <a:pt x="91300" y="102891"/>
                </a:lnTo>
                <a:lnTo>
                  <a:pt x="89049" y="101751"/>
                </a:lnTo>
                <a:lnTo>
                  <a:pt x="87799" y="102774"/>
                </a:lnTo>
                <a:lnTo>
                  <a:pt x="88939" y="105252"/>
                </a:lnTo>
                <a:lnTo>
                  <a:pt x="87806" y="106377"/>
                </a:lnTo>
                <a:lnTo>
                  <a:pt x="85584" y="105332"/>
                </a:lnTo>
                <a:lnTo>
                  <a:pt x="84181" y="106260"/>
                </a:lnTo>
                <a:lnTo>
                  <a:pt x="81967" y="105215"/>
                </a:lnTo>
                <a:lnTo>
                  <a:pt x="81031" y="106144"/>
                </a:lnTo>
                <a:lnTo>
                  <a:pt x="81798" y="109140"/>
                </a:lnTo>
                <a:lnTo>
                  <a:pt x="78356" y="110470"/>
                </a:lnTo>
                <a:lnTo>
                  <a:pt x="73832" y="108022"/>
                </a:lnTo>
                <a:lnTo>
                  <a:pt x="70419" y="109484"/>
                </a:lnTo>
                <a:lnTo>
                  <a:pt x="71230" y="112444"/>
                </a:lnTo>
                <a:lnTo>
                  <a:pt x="70485" y="113182"/>
                </a:lnTo>
                <a:lnTo>
                  <a:pt x="67919" y="112729"/>
                </a:lnTo>
                <a:lnTo>
                  <a:pt x="64024" y="113262"/>
                </a:lnTo>
                <a:lnTo>
                  <a:pt x="60201" y="112802"/>
                </a:lnTo>
                <a:lnTo>
                  <a:pt x="54545" y="112802"/>
                </a:lnTo>
                <a:lnTo>
                  <a:pt x="52096" y="113043"/>
                </a:lnTo>
                <a:lnTo>
                  <a:pt x="48778" y="112692"/>
                </a:lnTo>
                <a:lnTo>
                  <a:pt x="43384" y="1135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523587" y="1680843"/>
            <a:ext cx="106045" cy="106680"/>
          </a:xfrm>
          <a:custGeom>
            <a:avLst/>
            <a:gdLst/>
            <a:ahLst/>
            <a:cxnLst/>
            <a:rect l="l" t="t" r="r" b="b"/>
            <a:pathLst>
              <a:path w="106044" h="106680">
                <a:moveTo>
                  <a:pt x="40862" y="106472"/>
                </a:moveTo>
                <a:lnTo>
                  <a:pt x="38597" y="105785"/>
                </a:lnTo>
                <a:lnTo>
                  <a:pt x="39247" y="102687"/>
                </a:lnTo>
                <a:lnTo>
                  <a:pt x="38363" y="101809"/>
                </a:lnTo>
                <a:lnTo>
                  <a:pt x="36141" y="102854"/>
                </a:lnTo>
                <a:lnTo>
                  <a:pt x="34738" y="101926"/>
                </a:lnTo>
                <a:lnTo>
                  <a:pt x="32523" y="102971"/>
                </a:lnTo>
                <a:lnTo>
                  <a:pt x="31558" y="102014"/>
                </a:lnTo>
                <a:lnTo>
                  <a:pt x="32392" y="99083"/>
                </a:lnTo>
                <a:lnTo>
                  <a:pt x="29980" y="98016"/>
                </a:lnTo>
                <a:lnTo>
                  <a:pt x="26895" y="99726"/>
                </a:lnTo>
                <a:lnTo>
                  <a:pt x="24476" y="98696"/>
                </a:lnTo>
                <a:lnTo>
                  <a:pt x="25295" y="95743"/>
                </a:lnTo>
                <a:lnTo>
                  <a:pt x="24381" y="94837"/>
                </a:lnTo>
                <a:lnTo>
                  <a:pt x="22123" y="95743"/>
                </a:lnTo>
                <a:lnTo>
                  <a:pt x="20720" y="95012"/>
                </a:lnTo>
                <a:lnTo>
                  <a:pt x="18461" y="95926"/>
                </a:lnTo>
                <a:lnTo>
                  <a:pt x="17424" y="94895"/>
                </a:lnTo>
                <a:lnTo>
                  <a:pt x="18476" y="92242"/>
                </a:lnTo>
                <a:lnTo>
                  <a:pt x="17211" y="91409"/>
                </a:lnTo>
                <a:lnTo>
                  <a:pt x="14997" y="92461"/>
                </a:lnTo>
                <a:lnTo>
                  <a:pt x="13827" y="91292"/>
                </a:lnTo>
                <a:lnTo>
                  <a:pt x="14997" y="88953"/>
                </a:lnTo>
                <a:lnTo>
                  <a:pt x="14040" y="88003"/>
                </a:lnTo>
                <a:lnTo>
                  <a:pt x="11094" y="88814"/>
                </a:lnTo>
                <a:lnTo>
                  <a:pt x="10085" y="86454"/>
                </a:lnTo>
                <a:lnTo>
                  <a:pt x="11891" y="83180"/>
                </a:lnTo>
                <a:lnTo>
                  <a:pt x="10634" y="80848"/>
                </a:lnTo>
                <a:lnTo>
                  <a:pt x="7827" y="81784"/>
                </a:lnTo>
                <a:lnTo>
                  <a:pt x="6819" y="80768"/>
                </a:lnTo>
                <a:lnTo>
                  <a:pt x="7864" y="78546"/>
                </a:lnTo>
                <a:lnTo>
                  <a:pt x="6935" y="77143"/>
                </a:lnTo>
                <a:lnTo>
                  <a:pt x="7988" y="74928"/>
                </a:lnTo>
                <a:lnTo>
                  <a:pt x="7052" y="74000"/>
                </a:lnTo>
                <a:lnTo>
                  <a:pt x="4056" y="74760"/>
                </a:lnTo>
                <a:lnTo>
                  <a:pt x="3120" y="72333"/>
                </a:lnTo>
                <a:lnTo>
                  <a:pt x="4743" y="69315"/>
                </a:lnTo>
                <a:lnTo>
                  <a:pt x="3712" y="66881"/>
                </a:lnTo>
                <a:lnTo>
                  <a:pt x="752" y="67700"/>
                </a:lnTo>
                <a:lnTo>
                  <a:pt x="0" y="66933"/>
                </a:lnTo>
                <a:lnTo>
                  <a:pt x="496" y="64411"/>
                </a:lnTo>
                <a:lnTo>
                  <a:pt x="7" y="61648"/>
                </a:lnTo>
                <a:lnTo>
                  <a:pt x="394" y="59024"/>
                </a:lnTo>
                <a:lnTo>
                  <a:pt x="394" y="41761"/>
                </a:lnTo>
                <a:lnTo>
                  <a:pt x="131" y="40234"/>
                </a:lnTo>
                <a:lnTo>
                  <a:pt x="482" y="38940"/>
                </a:lnTo>
                <a:lnTo>
                  <a:pt x="3610" y="39554"/>
                </a:lnTo>
                <a:lnTo>
                  <a:pt x="4231" y="38933"/>
                </a:lnTo>
                <a:lnTo>
                  <a:pt x="3866" y="36273"/>
                </a:lnTo>
                <a:lnTo>
                  <a:pt x="3946" y="34855"/>
                </a:lnTo>
                <a:lnTo>
                  <a:pt x="3544" y="33086"/>
                </a:lnTo>
                <a:lnTo>
                  <a:pt x="4078" y="31822"/>
                </a:lnTo>
                <a:lnTo>
                  <a:pt x="7045" y="32625"/>
                </a:lnTo>
                <a:lnTo>
                  <a:pt x="7732" y="31924"/>
                </a:lnTo>
                <a:lnTo>
                  <a:pt x="7374" y="29263"/>
                </a:lnTo>
                <a:lnTo>
                  <a:pt x="7447" y="27897"/>
                </a:lnTo>
                <a:lnTo>
                  <a:pt x="7038" y="26018"/>
                </a:lnTo>
                <a:lnTo>
                  <a:pt x="7622" y="24783"/>
                </a:lnTo>
                <a:lnTo>
                  <a:pt x="10517" y="25646"/>
                </a:lnTo>
                <a:lnTo>
                  <a:pt x="11240" y="24915"/>
                </a:lnTo>
                <a:lnTo>
                  <a:pt x="10875" y="22254"/>
                </a:lnTo>
                <a:lnTo>
                  <a:pt x="10941" y="21158"/>
                </a:lnTo>
                <a:lnTo>
                  <a:pt x="10546" y="18666"/>
                </a:lnTo>
                <a:lnTo>
                  <a:pt x="11394" y="17650"/>
                </a:lnTo>
                <a:lnTo>
                  <a:pt x="13857" y="18790"/>
                </a:lnTo>
                <a:lnTo>
                  <a:pt x="14902" y="17752"/>
                </a:lnTo>
                <a:lnTo>
                  <a:pt x="13849" y="15107"/>
                </a:lnTo>
                <a:lnTo>
                  <a:pt x="15172" y="14229"/>
                </a:lnTo>
                <a:lnTo>
                  <a:pt x="17226" y="15318"/>
                </a:lnTo>
                <a:lnTo>
                  <a:pt x="18505" y="14244"/>
                </a:lnTo>
                <a:lnTo>
                  <a:pt x="17365" y="11781"/>
                </a:lnTo>
                <a:lnTo>
                  <a:pt x="18468" y="10677"/>
                </a:lnTo>
                <a:lnTo>
                  <a:pt x="20712" y="11620"/>
                </a:lnTo>
                <a:lnTo>
                  <a:pt x="22130" y="10845"/>
                </a:lnTo>
                <a:lnTo>
                  <a:pt x="24374" y="11781"/>
                </a:lnTo>
                <a:lnTo>
                  <a:pt x="25295" y="10860"/>
                </a:lnTo>
                <a:lnTo>
                  <a:pt x="24484" y="7915"/>
                </a:lnTo>
                <a:lnTo>
                  <a:pt x="26903" y="6884"/>
                </a:lnTo>
                <a:lnTo>
                  <a:pt x="29950" y="8551"/>
                </a:lnTo>
                <a:lnTo>
                  <a:pt x="32377" y="7549"/>
                </a:lnTo>
                <a:lnTo>
                  <a:pt x="31580" y="4582"/>
                </a:lnTo>
                <a:lnTo>
                  <a:pt x="32275" y="3888"/>
                </a:lnTo>
                <a:lnTo>
                  <a:pt x="34935" y="4253"/>
                </a:lnTo>
                <a:lnTo>
                  <a:pt x="36543" y="4151"/>
                </a:lnTo>
                <a:lnTo>
                  <a:pt x="37932" y="4443"/>
                </a:lnTo>
                <a:lnTo>
                  <a:pt x="38954" y="4217"/>
                </a:lnTo>
                <a:lnTo>
                  <a:pt x="39269" y="4136"/>
                </a:lnTo>
                <a:lnTo>
                  <a:pt x="38684" y="979"/>
                </a:lnTo>
                <a:lnTo>
                  <a:pt x="39313" y="358"/>
                </a:lnTo>
                <a:lnTo>
                  <a:pt x="41922" y="767"/>
                </a:lnTo>
                <a:lnTo>
                  <a:pt x="47031" y="255"/>
                </a:lnTo>
                <a:lnTo>
                  <a:pt x="51898" y="708"/>
                </a:lnTo>
                <a:lnTo>
                  <a:pt x="59631" y="708"/>
                </a:lnTo>
                <a:lnTo>
                  <a:pt x="63972" y="0"/>
                </a:lnTo>
                <a:lnTo>
                  <a:pt x="67312" y="782"/>
                </a:lnTo>
                <a:lnTo>
                  <a:pt x="66749" y="3953"/>
                </a:lnTo>
                <a:lnTo>
                  <a:pt x="67348" y="4546"/>
                </a:lnTo>
                <a:lnTo>
                  <a:pt x="70009" y="4187"/>
                </a:lnTo>
                <a:lnTo>
                  <a:pt x="71376" y="4261"/>
                </a:lnTo>
                <a:lnTo>
                  <a:pt x="73261" y="3851"/>
                </a:lnTo>
                <a:lnTo>
                  <a:pt x="74489" y="4436"/>
                </a:lnTo>
                <a:lnTo>
                  <a:pt x="73627" y="7330"/>
                </a:lnTo>
                <a:lnTo>
                  <a:pt x="74358" y="8054"/>
                </a:lnTo>
                <a:lnTo>
                  <a:pt x="77018" y="7696"/>
                </a:lnTo>
                <a:lnTo>
                  <a:pt x="78348" y="7761"/>
                </a:lnTo>
                <a:lnTo>
                  <a:pt x="80321" y="7345"/>
                </a:lnTo>
                <a:lnTo>
                  <a:pt x="81527" y="7973"/>
                </a:lnTo>
                <a:lnTo>
                  <a:pt x="80614" y="10809"/>
                </a:lnTo>
                <a:lnTo>
                  <a:pt x="81367" y="11555"/>
                </a:lnTo>
                <a:lnTo>
                  <a:pt x="84027" y="11196"/>
                </a:lnTo>
                <a:lnTo>
                  <a:pt x="85328" y="11270"/>
                </a:lnTo>
                <a:lnTo>
                  <a:pt x="87367" y="10853"/>
                </a:lnTo>
                <a:lnTo>
                  <a:pt x="88551" y="11503"/>
                </a:lnTo>
                <a:lnTo>
                  <a:pt x="87608" y="14303"/>
                </a:lnTo>
                <a:lnTo>
                  <a:pt x="88632" y="15318"/>
                </a:lnTo>
                <a:lnTo>
                  <a:pt x="90956" y="14149"/>
                </a:lnTo>
                <a:lnTo>
                  <a:pt x="92132" y="15304"/>
                </a:lnTo>
                <a:lnTo>
                  <a:pt x="90970" y="17650"/>
                </a:lnTo>
                <a:lnTo>
                  <a:pt x="91921" y="18600"/>
                </a:lnTo>
                <a:lnTo>
                  <a:pt x="94866" y="17789"/>
                </a:lnTo>
                <a:lnTo>
                  <a:pt x="95896" y="20208"/>
                </a:lnTo>
                <a:lnTo>
                  <a:pt x="94194" y="23278"/>
                </a:lnTo>
                <a:lnTo>
                  <a:pt x="95246" y="25697"/>
                </a:lnTo>
                <a:lnTo>
                  <a:pt x="98191" y="24878"/>
                </a:lnTo>
                <a:lnTo>
                  <a:pt x="98893" y="25587"/>
                </a:lnTo>
                <a:lnTo>
                  <a:pt x="98528" y="28248"/>
                </a:lnTo>
                <a:lnTo>
                  <a:pt x="98601" y="29607"/>
                </a:lnTo>
                <a:lnTo>
                  <a:pt x="98192" y="31507"/>
                </a:lnTo>
                <a:lnTo>
                  <a:pt x="98784" y="32735"/>
                </a:lnTo>
                <a:lnTo>
                  <a:pt x="101670" y="31858"/>
                </a:lnTo>
                <a:lnTo>
                  <a:pt x="102394" y="32596"/>
                </a:lnTo>
                <a:lnTo>
                  <a:pt x="102036" y="35257"/>
                </a:lnTo>
                <a:lnTo>
                  <a:pt x="102109" y="36623"/>
                </a:lnTo>
                <a:lnTo>
                  <a:pt x="101700" y="38502"/>
                </a:lnTo>
                <a:lnTo>
                  <a:pt x="102284" y="39737"/>
                </a:lnTo>
                <a:lnTo>
                  <a:pt x="105179" y="38875"/>
                </a:lnTo>
                <a:lnTo>
                  <a:pt x="105902" y="39605"/>
                </a:lnTo>
                <a:lnTo>
                  <a:pt x="105537" y="42266"/>
                </a:lnTo>
                <a:lnTo>
                  <a:pt x="105814" y="47426"/>
                </a:lnTo>
                <a:lnTo>
                  <a:pt x="105566" y="52154"/>
                </a:lnTo>
                <a:lnTo>
                  <a:pt x="105566" y="59017"/>
                </a:lnTo>
                <a:lnTo>
                  <a:pt x="105961" y="61656"/>
                </a:lnTo>
                <a:lnTo>
                  <a:pt x="105456" y="64411"/>
                </a:lnTo>
                <a:lnTo>
                  <a:pt x="105961" y="66940"/>
                </a:lnTo>
                <a:lnTo>
                  <a:pt x="105201" y="67700"/>
                </a:lnTo>
                <a:lnTo>
                  <a:pt x="102248" y="66881"/>
                </a:lnTo>
                <a:lnTo>
                  <a:pt x="101217" y="69308"/>
                </a:lnTo>
                <a:lnTo>
                  <a:pt x="102825" y="72326"/>
                </a:lnTo>
                <a:lnTo>
                  <a:pt x="101912" y="74753"/>
                </a:lnTo>
                <a:lnTo>
                  <a:pt x="98893" y="74000"/>
                </a:lnTo>
                <a:lnTo>
                  <a:pt x="97972" y="74928"/>
                </a:lnTo>
                <a:lnTo>
                  <a:pt x="99025" y="77157"/>
                </a:lnTo>
                <a:lnTo>
                  <a:pt x="98097" y="78553"/>
                </a:lnTo>
                <a:lnTo>
                  <a:pt x="99142" y="80768"/>
                </a:lnTo>
                <a:lnTo>
                  <a:pt x="98126" y="81784"/>
                </a:lnTo>
                <a:lnTo>
                  <a:pt x="95327" y="80848"/>
                </a:lnTo>
                <a:lnTo>
                  <a:pt x="94069" y="83180"/>
                </a:lnTo>
                <a:lnTo>
                  <a:pt x="95875" y="86454"/>
                </a:lnTo>
                <a:lnTo>
                  <a:pt x="94866" y="88814"/>
                </a:lnTo>
                <a:lnTo>
                  <a:pt x="91913" y="88003"/>
                </a:lnTo>
                <a:lnTo>
                  <a:pt x="90963" y="88953"/>
                </a:lnTo>
                <a:lnTo>
                  <a:pt x="92132" y="91292"/>
                </a:lnTo>
                <a:lnTo>
                  <a:pt x="90963" y="92462"/>
                </a:lnTo>
                <a:lnTo>
                  <a:pt x="88632" y="91292"/>
                </a:lnTo>
                <a:lnTo>
                  <a:pt x="87674" y="92242"/>
                </a:lnTo>
                <a:lnTo>
                  <a:pt x="88485" y="95195"/>
                </a:lnTo>
                <a:lnTo>
                  <a:pt x="86066" y="96225"/>
                </a:lnTo>
                <a:lnTo>
                  <a:pt x="82997" y="94523"/>
                </a:lnTo>
                <a:lnTo>
                  <a:pt x="80578" y="95575"/>
                </a:lnTo>
                <a:lnTo>
                  <a:pt x="81403" y="98520"/>
                </a:lnTo>
                <a:lnTo>
                  <a:pt x="80695" y="99215"/>
                </a:lnTo>
                <a:lnTo>
                  <a:pt x="78034" y="98857"/>
                </a:lnTo>
                <a:lnTo>
                  <a:pt x="76675" y="98930"/>
                </a:lnTo>
                <a:lnTo>
                  <a:pt x="74767" y="98521"/>
                </a:lnTo>
                <a:lnTo>
                  <a:pt x="73547" y="99113"/>
                </a:lnTo>
                <a:lnTo>
                  <a:pt x="74424" y="101992"/>
                </a:lnTo>
                <a:lnTo>
                  <a:pt x="73686" y="102723"/>
                </a:lnTo>
                <a:lnTo>
                  <a:pt x="71025" y="102365"/>
                </a:lnTo>
                <a:lnTo>
                  <a:pt x="69651" y="102438"/>
                </a:lnTo>
                <a:lnTo>
                  <a:pt x="67773" y="102021"/>
                </a:lnTo>
                <a:lnTo>
                  <a:pt x="66545" y="102613"/>
                </a:lnTo>
                <a:lnTo>
                  <a:pt x="67407" y="105508"/>
                </a:lnTo>
                <a:lnTo>
                  <a:pt x="66676" y="106231"/>
                </a:lnTo>
                <a:lnTo>
                  <a:pt x="64016" y="105866"/>
                </a:lnTo>
                <a:lnTo>
                  <a:pt x="57694" y="106202"/>
                </a:lnTo>
                <a:lnTo>
                  <a:pt x="51781" y="105895"/>
                </a:lnTo>
                <a:lnTo>
                  <a:pt x="43961" y="105895"/>
                </a:lnTo>
                <a:lnTo>
                  <a:pt x="40862" y="1064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737649" y="1684709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4">
                <a:moveTo>
                  <a:pt x="47440" y="99178"/>
                </a:moveTo>
                <a:lnTo>
                  <a:pt x="45460" y="98338"/>
                </a:lnTo>
                <a:lnTo>
                  <a:pt x="46278" y="95385"/>
                </a:lnTo>
                <a:lnTo>
                  <a:pt x="45511" y="94625"/>
                </a:lnTo>
                <a:lnTo>
                  <a:pt x="42982" y="95122"/>
                </a:lnTo>
                <a:lnTo>
                  <a:pt x="40227" y="94640"/>
                </a:lnTo>
                <a:lnTo>
                  <a:pt x="37603" y="95020"/>
                </a:lnTo>
                <a:lnTo>
                  <a:pt x="34467" y="95020"/>
                </a:lnTo>
                <a:lnTo>
                  <a:pt x="32735" y="95327"/>
                </a:lnTo>
                <a:lnTo>
                  <a:pt x="31486" y="94874"/>
                </a:lnTo>
                <a:lnTo>
                  <a:pt x="32216" y="91840"/>
                </a:lnTo>
                <a:lnTo>
                  <a:pt x="31296" y="90927"/>
                </a:lnTo>
                <a:lnTo>
                  <a:pt x="29074" y="91979"/>
                </a:lnTo>
                <a:lnTo>
                  <a:pt x="27670" y="91051"/>
                </a:lnTo>
                <a:lnTo>
                  <a:pt x="25456" y="92096"/>
                </a:lnTo>
                <a:lnTo>
                  <a:pt x="24440" y="91080"/>
                </a:lnTo>
                <a:lnTo>
                  <a:pt x="25375" y="88281"/>
                </a:lnTo>
                <a:lnTo>
                  <a:pt x="23044" y="87024"/>
                </a:lnTo>
                <a:lnTo>
                  <a:pt x="19770" y="88829"/>
                </a:lnTo>
                <a:lnTo>
                  <a:pt x="17409" y="87821"/>
                </a:lnTo>
                <a:lnTo>
                  <a:pt x="18228" y="84868"/>
                </a:lnTo>
                <a:lnTo>
                  <a:pt x="17270" y="83918"/>
                </a:lnTo>
                <a:lnTo>
                  <a:pt x="14931" y="85087"/>
                </a:lnTo>
                <a:lnTo>
                  <a:pt x="13762" y="83918"/>
                </a:lnTo>
                <a:lnTo>
                  <a:pt x="14931" y="81586"/>
                </a:lnTo>
                <a:lnTo>
                  <a:pt x="13981" y="80629"/>
                </a:lnTo>
                <a:lnTo>
                  <a:pt x="11029" y="81447"/>
                </a:lnTo>
                <a:lnTo>
                  <a:pt x="10027" y="79087"/>
                </a:lnTo>
                <a:lnTo>
                  <a:pt x="11825" y="75805"/>
                </a:lnTo>
                <a:lnTo>
                  <a:pt x="10576" y="73481"/>
                </a:lnTo>
                <a:lnTo>
                  <a:pt x="7769" y="74416"/>
                </a:lnTo>
                <a:lnTo>
                  <a:pt x="6753" y="73401"/>
                </a:lnTo>
                <a:lnTo>
                  <a:pt x="7805" y="71179"/>
                </a:lnTo>
                <a:lnTo>
                  <a:pt x="6877" y="69775"/>
                </a:lnTo>
                <a:lnTo>
                  <a:pt x="7922" y="67561"/>
                </a:lnTo>
                <a:lnTo>
                  <a:pt x="7009" y="66640"/>
                </a:lnTo>
                <a:lnTo>
                  <a:pt x="3976" y="67371"/>
                </a:lnTo>
                <a:lnTo>
                  <a:pt x="3194" y="65200"/>
                </a:lnTo>
                <a:lnTo>
                  <a:pt x="3837" y="61867"/>
                </a:lnTo>
                <a:lnTo>
                  <a:pt x="3837" y="57877"/>
                </a:lnTo>
                <a:lnTo>
                  <a:pt x="4363" y="54939"/>
                </a:lnTo>
                <a:lnTo>
                  <a:pt x="3749" y="52622"/>
                </a:lnTo>
                <a:lnTo>
                  <a:pt x="606" y="53221"/>
                </a:lnTo>
                <a:lnTo>
                  <a:pt x="0" y="52608"/>
                </a:lnTo>
                <a:lnTo>
                  <a:pt x="358" y="49947"/>
                </a:lnTo>
                <a:lnTo>
                  <a:pt x="343" y="45759"/>
                </a:lnTo>
                <a:lnTo>
                  <a:pt x="3647" y="46117"/>
                </a:lnTo>
                <a:lnTo>
                  <a:pt x="4166" y="45599"/>
                </a:lnTo>
                <a:lnTo>
                  <a:pt x="3808" y="42938"/>
                </a:lnTo>
                <a:lnTo>
                  <a:pt x="3895" y="41264"/>
                </a:lnTo>
                <a:lnTo>
                  <a:pt x="3771" y="40088"/>
                </a:lnTo>
                <a:lnTo>
                  <a:pt x="3903" y="37764"/>
                </a:lnTo>
                <a:lnTo>
                  <a:pt x="3837" y="34475"/>
                </a:lnTo>
                <a:lnTo>
                  <a:pt x="3537" y="32801"/>
                </a:lnTo>
                <a:lnTo>
                  <a:pt x="3968" y="31536"/>
                </a:lnTo>
                <a:lnTo>
                  <a:pt x="7031" y="32231"/>
                </a:lnTo>
                <a:lnTo>
                  <a:pt x="7674" y="31580"/>
                </a:lnTo>
                <a:lnTo>
                  <a:pt x="7316" y="28920"/>
                </a:lnTo>
                <a:lnTo>
                  <a:pt x="7389" y="27546"/>
                </a:lnTo>
                <a:lnTo>
                  <a:pt x="6972" y="25668"/>
                </a:lnTo>
                <a:lnTo>
                  <a:pt x="7564" y="24440"/>
                </a:lnTo>
                <a:lnTo>
                  <a:pt x="10458" y="25302"/>
                </a:lnTo>
                <a:lnTo>
                  <a:pt x="11182" y="24571"/>
                </a:lnTo>
                <a:lnTo>
                  <a:pt x="10817" y="21911"/>
                </a:lnTo>
                <a:lnTo>
                  <a:pt x="10875" y="20800"/>
                </a:lnTo>
                <a:lnTo>
                  <a:pt x="10481" y="18337"/>
                </a:lnTo>
                <a:lnTo>
                  <a:pt x="11321" y="17306"/>
                </a:lnTo>
                <a:lnTo>
                  <a:pt x="13806" y="18439"/>
                </a:lnTo>
                <a:lnTo>
                  <a:pt x="14836" y="17409"/>
                </a:lnTo>
                <a:lnTo>
                  <a:pt x="13791" y="14756"/>
                </a:lnTo>
                <a:lnTo>
                  <a:pt x="15107" y="13886"/>
                </a:lnTo>
                <a:lnTo>
                  <a:pt x="17168" y="14975"/>
                </a:lnTo>
                <a:lnTo>
                  <a:pt x="18447" y="13893"/>
                </a:lnTo>
                <a:lnTo>
                  <a:pt x="17300" y="11437"/>
                </a:lnTo>
                <a:lnTo>
                  <a:pt x="18425" y="10312"/>
                </a:lnTo>
                <a:lnTo>
                  <a:pt x="20654" y="11328"/>
                </a:lnTo>
                <a:lnTo>
                  <a:pt x="22072" y="10443"/>
                </a:lnTo>
                <a:lnTo>
                  <a:pt x="24287" y="11459"/>
                </a:lnTo>
                <a:lnTo>
                  <a:pt x="25354" y="10399"/>
                </a:lnTo>
                <a:lnTo>
                  <a:pt x="24301" y="7747"/>
                </a:lnTo>
                <a:lnTo>
                  <a:pt x="25675" y="6840"/>
                </a:lnTo>
                <a:lnTo>
                  <a:pt x="27546" y="7907"/>
                </a:lnTo>
                <a:lnTo>
                  <a:pt x="29074" y="6928"/>
                </a:lnTo>
                <a:lnTo>
                  <a:pt x="31296" y="7959"/>
                </a:lnTo>
                <a:lnTo>
                  <a:pt x="32158" y="7096"/>
                </a:lnTo>
                <a:lnTo>
                  <a:pt x="31537" y="3961"/>
                </a:lnTo>
                <a:lnTo>
                  <a:pt x="33846" y="3332"/>
                </a:lnTo>
                <a:lnTo>
                  <a:pt x="36835" y="3873"/>
                </a:lnTo>
                <a:lnTo>
                  <a:pt x="41155" y="3873"/>
                </a:lnTo>
                <a:lnTo>
                  <a:pt x="43640" y="4092"/>
                </a:lnTo>
                <a:lnTo>
                  <a:pt x="45905" y="3859"/>
                </a:lnTo>
                <a:lnTo>
                  <a:pt x="46110" y="3837"/>
                </a:lnTo>
                <a:lnTo>
                  <a:pt x="45701" y="562"/>
                </a:lnTo>
                <a:lnTo>
                  <a:pt x="46176" y="87"/>
                </a:lnTo>
                <a:lnTo>
                  <a:pt x="49947" y="409"/>
                </a:lnTo>
                <a:lnTo>
                  <a:pt x="52571" y="0"/>
                </a:lnTo>
                <a:lnTo>
                  <a:pt x="53287" y="723"/>
                </a:lnTo>
                <a:lnTo>
                  <a:pt x="52476" y="3676"/>
                </a:lnTo>
                <a:lnTo>
                  <a:pt x="54881" y="4699"/>
                </a:lnTo>
                <a:lnTo>
                  <a:pt x="57870" y="3281"/>
                </a:lnTo>
                <a:lnTo>
                  <a:pt x="61115" y="4195"/>
                </a:lnTo>
                <a:lnTo>
                  <a:pt x="66238" y="2996"/>
                </a:lnTo>
                <a:lnTo>
                  <a:pt x="67247" y="4224"/>
                </a:lnTo>
                <a:lnTo>
                  <a:pt x="66560" y="7220"/>
                </a:lnTo>
                <a:lnTo>
                  <a:pt x="68957" y="8156"/>
                </a:lnTo>
                <a:lnTo>
                  <a:pt x="71975" y="6519"/>
                </a:lnTo>
                <a:lnTo>
                  <a:pt x="74409" y="7549"/>
                </a:lnTo>
                <a:lnTo>
                  <a:pt x="73598" y="10509"/>
                </a:lnTo>
                <a:lnTo>
                  <a:pt x="74511" y="11416"/>
                </a:lnTo>
                <a:lnTo>
                  <a:pt x="76770" y="10502"/>
                </a:lnTo>
                <a:lnTo>
                  <a:pt x="78173" y="11233"/>
                </a:lnTo>
                <a:lnTo>
                  <a:pt x="80431" y="10327"/>
                </a:lnTo>
                <a:lnTo>
                  <a:pt x="81462" y="11357"/>
                </a:lnTo>
                <a:lnTo>
                  <a:pt x="80417" y="14003"/>
                </a:lnTo>
                <a:lnTo>
                  <a:pt x="81681" y="14836"/>
                </a:lnTo>
                <a:lnTo>
                  <a:pt x="83896" y="13791"/>
                </a:lnTo>
                <a:lnTo>
                  <a:pt x="85065" y="14960"/>
                </a:lnTo>
                <a:lnTo>
                  <a:pt x="83896" y="17299"/>
                </a:lnTo>
                <a:lnTo>
                  <a:pt x="84846" y="18249"/>
                </a:lnTo>
                <a:lnTo>
                  <a:pt x="87799" y="17438"/>
                </a:lnTo>
                <a:lnTo>
                  <a:pt x="88800" y="19799"/>
                </a:lnTo>
                <a:lnTo>
                  <a:pt x="87002" y="23073"/>
                </a:lnTo>
                <a:lnTo>
                  <a:pt x="88252" y="25397"/>
                </a:lnTo>
                <a:lnTo>
                  <a:pt x="91066" y="24469"/>
                </a:lnTo>
                <a:lnTo>
                  <a:pt x="92074" y="25478"/>
                </a:lnTo>
                <a:lnTo>
                  <a:pt x="91022" y="27707"/>
                </a:lnTo>
                <a:lnTo>
                  <a:pt x="91950" y="29103"/>
                </a:lnTo>
                <a:lnTo>
                  <a:pt x="90905" y="31325"/>
                </a:lnTo>
                <a:lnTo>
                  <a:pt x="91811" y="32231"/>
                </a:lnTo>
                <a:lnTo>
                  <a:pt x="94866" y="31522"/>
                </a:lnTo>
                <a:lnTo>
                  <a:pt x="96079" y="35052"/>
                </a:lnTo>
                <a:lnTo>
                  <a:pt x="94026" y="39247"/>
                </a:lnTo>
                <a:lnTo>
                  <a:pt x="95188" y="43077"/>
                </a:lnTo>
                <a:lnTo>
                  <a:pt x="94537" y="45481"/>
                </a:lnTo>
                <a:lnTo>
                  <a:pt x="95181" y="46117"/>
                </a:lnTo>
                <a:lnTo>
                  <a:pt x="98491" y="45766"/>
                </a:lnTo>
                <a:lnTo>
                  <a:pt x="98586" y="47616"/>
                </a:lnTo>
                <a:lnTo>
                  <a:pt x="99156" y="51416"/>
                </a:lnTo>
                <a:lnTo>
                  <a:pt x="98309" y="53389"/>
                </a:lnTo>
                <a:lnTo>
                  <a:pt x="95356" y="52578"/>
                </a:lnTo>
                <a:lnTo>
                  <a:pt x="94603" y="53338"/>
                </a:lnTo>
                <a:lnTo>
                  <a:pt x="95100" y="55867"/>
                </a:lnTo>
                <a:lnTo>
                  <a:pt x="94610" y="58630"/>
                </a:lnTo>
                <a:lnTo>
                  <a:pt x="94990" y="61254"/>
                </a:lnTo>
                <a:lnTo>
                  <a:pt x="94990" y="64389"/>
                </a:lnTo>
                <a:lnTo>
                  <a:pt x="95305" y="66121"/>
                </a:lnTo>
                <a:lnTo>
                  <a:pt x="94844" y="67371"/>
                </a:lnTo>
                <a:lnTo>
                  <a:pt x="91811" y="66640"/>
                </a:lnTo>
                <a:lnTo>
                  <a:pt x="90905" y="67561"/>
                </a:lnTo>
                <a:lnTo>
                  <a:pt x="91950" y="69783"/>
                </a:lnTo>
                <a:lnTo>
                  <a:pt x="91022" y="71179"/>
                </a:lnTo>
                <a:lnTo>
                  <a:pt x="92074" y="73400"/>
                </a:lnTo>
                <a:lnTo>
                  <a:pt x="91058" y="74416"/>
                </a:lnTo>
                <a:lnTo>
                  <a:pt x="88259" y="73481"/>
                </a:lnTo>
                <a:lnTo>
                  <a:pt x="87002" y="75805"/>
                </a:lnTo>
                <a:lnTo>
                  <a:pt x="88800" y="79087"/>
                </a:lnTo>
                <a:lnTo>
                  <a:pt x="87799" y="81447"/>
                </a:lnTo>
                <a:lnTo>
                  <a:pt x="84839" y="80629"/>
                </a:lnTo>
                <a:lnTo>
                  <a:pt x="83896" y="81586"/>
                </a:lnTo>
                <a:lnTo>
                  <a:pt x="85065" y="83925"/>
                </a:lnTo>
                <a:lnTo>
                  <a:pt x="83896" y="85087"/>
                </a:lnTo>
                <a:lnTo>
                  <a:pt x="81557" y="83918"/>
                </a:lnTo>
                <a:lnTo>
                  <a:pt x="80607" y="84875"/>
                </a:lnTo>
                <a:lnTo>
                  <a:pt x="81418" y="87821"/>
                </a:lnTo>
                <a:lnTo>
                  <a:pt x="79057" y="88829"/>
                </a:lnTo>
                <a:lnTo>
                  <a:pt x="75783" y="87024"/>
                </a:lnTo>
                <a:lnTo>
                  <a:pt x="73452" y="88281"/>
                </a:lnTo>
                <a:lnTo>
                  <a:pt x="74387" y="91087"/>
                </a:lnTo>
                <a:lnTo>
                  <a:pt x="73372" y="92096"/>
                </a:lnTo>
                <a:lnTo>
                  <a:pt x="71150" y="91051"/>
                </a:lnTo>
                <a:lnTo>
                  <a:pt x="69746" y="91979"/>
                </a:lnTo>
                <a:lnTo>
                  <a:pt x="67532" y="90927"/>
                </a:lnTo>
                <a:lnTo>
                  <a:pt x="66625" y="91840"/>
                </a:lnTo>
                <a:lnTo>
                  <a:pt x="67334" y="94888"/>
                </a:lnTo>
                <a:lnTo>
                  <a:pt x="63804" y="96101"/>
                </a:lnTo>
                <a:lnTo>
                  <a:pt x="59609" y="94055"/>
                </a:lnTo>
                <a:lnTo>
                  <a:pt x="55780" y="95210"/>
                </a:lnTo>
                <a:lnTo>
                  <a:pt x="53375" y="94566"/>
                </a:lnTo>
                <a:lnTo>
                  <a:pt x="52739" y="95202"/>
                </a:lnTo>
                <a:lnTo>
                  <a:pt x="53090" y="98521"/>
                </a:lnTo>
                <a:lnTo>
                  <a:pt x="51233" y="98616"/>
                </a:lnTo>
                <a:lnTo>
                  <a:pt x="47440" y="99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955139" y="169122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2289" y="85395"/>
                </a:moveTo>
                <a:lnTo>
                  <a:pt x="31390" y="84495"/>
                </a:lnTo>
                <a:lnTo>
                  <a:pt x="32443" y="81843"/>
                </a:lnTo>
                <a:lnTo>
                  <a:pt x="31112" y="80965"/>
                </a:lnTo>
                <a:lnTo>
                  <a:pt x="29256" y="81799"/>
                </a:lnTo>
                <a:lnTo>
                  <a:pt x="27144" y="81024"/>
                </a:lnTo>
                <a:lnTo>
                  <a:pt x="22137" y="82420"/>
                </a:lnTo>
                <a:lnTo>
                  <a:pt x="20939" y="80965"/>
                </a:lnTo>
                <a:lnTo>
                  <a:pt x="21889" y="78305"/>
                </a:lnTo>
                <a:lnTo>
                  <a:pt x="20654" y="77516"/>
                </a:lnTo>
                <a:lnTo>
                  <a:pt x="18439" y="78553"/>
                </a:lnTo>
                <a:lnTo>
                  <a:pt x="17365" y="77479"/>
                </a:lnTo>
                <a:lnTo>
                  <a:pt x="18417" y="74834"/>
                </a:lnTo>
                <a:lnTo>
                  <a:pt x="17102" y="73971"/>
                </a:lnTo>
                <a:lnTo>
                  <a:pt x="15019" y="75053"/>
                </a:lnTo>
                <a:lnTo>
                  <a:pt x="13762" y="73956"/>
                </a:lnTo>
                <a:lnTo>
                  <a:pt x="14909" y="71523"/>
                </a:lnTo>
                <a:lnTo>
                  <a:pt x="13864" y="70470"/>
                </a:lnTo>
                <a:lnTo>
                  <a:pt x="11218" y="71523"/>
                </a:lnTo>
                <a:lnTo>
                  <a:pt x="10385" y="70258"/>
                </a:lnTo>
                <a:lnTo>
                  <a:pt x="11430" y="68044"/>
                </a:lnTo>
                <a:lnTo>
                  <a:pt x="10261" y="66874"/>
                </a:lnTo>
                <a:lnTo>
                  <a:pt x="7930" y="68043"/>
                </a:lnTo>
                <a:lnTo>
                  <a:pt x="6855" y="66969"/>
                </a:lnTo>
                <a:lnTo>
                  <a:pt x="7900" y="64324"/>
                </a:lnTo>
                <a:lnTo>
                  <a:pt x="6884" y="63644"/>
                </a:lnTo>
                <a:lnTo>
                  <a:pt x="4085" y="64404"/>
                </a:lnTo>
                <a:lnTo>
                  <a:pt x="3091" y="62613"/>
                </a:lnTo>
                <a:lnTo>
                  <a:pt x="3836" y="58506"/>
                </a:lnTo>
                <a:lnTo>
                  <a:pt x="3836" y="55926"/>
                </a:lnTo>
                <a:lnTo>
                  <a:pt x="4100" y="54391"/>
                </a:lnTo>
                <a:lnTo>
                  <a:pt x="3749" y="53105"/>
                </a:lnTo>
                <a:lnTo>
                  <a:pt x="613" y="53711"/>
                </a:lnTo>
                <a:lnTo>
                  <a:pt x="0" y="53097"/>
                </a:lnTo>
                <a:lnTo>
                  <a:pt x="357" y="50437"/>
                </a:lnTo>
                <a:lnTo>
                  <a:pt x="270" y="48763"/>
                </a:lnTo>
                <a:lnTo>
                  <a:pt x="401" y="47587"/>
                </a:lnTo>
                <a:lnTo>
                  <a:pt x="131" y="42945"/>
                </a:lnTo>
                <a:lnTo>
                  <a:pt x="336" y="39379"/>
                </a:lnTo>
                <a:lnTo>
                  <a:pt x="336" y="35052"/>
                </a:lnTo>
                <a:lnTo>
                  <a:pt x="0" y="33167"/>
                </a:lnTo>
                <a:lnTo>
                  <a:pt x="518" y="31953"/>
                </a:lnTo>
                <a:lnTo>
                  <a:pt x="3471" y="32765"/>
                </a:lnTo>
                <a:lnTo>
                  <a:pt x="4333" y="31902"/>
                </a:lnTo>
                <a:lnTo>
                  <a:pt x="3573" y="29571"/>
                </a:lnTo>
                <a:lnTo>
                  <a:pt x="4326" y="27648"/>
                </a:lnTo>
                <a:lnTo>
                  <a:pt x="2879" y="22657"/>
                </a:lnTo>
                <a:lnTo>
                  <a:pt x="4487" y="21349"/>
                </a:lnTo>
                <a:lnTo>
                  <a:pt x="6775" y="22474"/>
                </a:lnTo>
                <a:lnTo>
                  <a:pt x="7922" y="21268"/>
                </a:lnTo>
                <a:lnTo>
                  <a:pt x="6753" y="18959"/>
                </a:lnTo>
                <a:lnTo>
                  <a:pt x="7878" y="17833"/>
                </a:lnTo>
                <a:lnTo>
                  <a:pt x="10385" y="18959"/>
                </a:lnTo>
                <a:lnTo>
                  <a:pt x="11372" y="17701"/>
                </a:lnTo>
                <a:lnTo>
                  <a:pt x="10254" y="15465"/>
                </a:lnTo>
                <a:lnTo>
                  <a:pt x="11335" y="14376"/>
                </a:lnTo>
                <a:lnTo>
                  <a:pt x="13981" y="15428"/>
                </a:lnTo>
                <a:lnTo>
                  <a:pt x="14858" y="14106"/>
                </a:lnTo>
                <a:lnTo>
                  <a:pt x="13769" y="12052"/>
                </a:lnTo>
                <a:lnTo>
                  <a:pt x="14843" y="10766"/>
                </a:lnTo>
                <a:lnTo>
                  <a:pt x="17306" y="11913"/>
                </a:lnTo>
                <a:lnTo>
                  <a:pt x="18366" y="10853"/>
                </a:lnTo>
                <a:lnTo>
                  <a:pt x="17285" y="8266"/>
                </a:lnTo>
                <a:lnTo>
                  <a:pt x="18549" y="7360"/>
                </a:lnTo>
                <a:lnTo>
                  <a:pt x="20771" y="8449"/>
                </a:lnTo>
                <a:lnTo>
                  <a:pt x="21852" y="7367"/>
                </a:lnTo>
                <a:lnTo>
                  <a:pt x="20800" y="4721"/>
                </a:lnTo>
                <a:lnTo>
                  <a:pt x="22021" y="3910"/>
                </a:lnTo>
                <a:lnTo>
                  <a:pt x="24067" y="4502"/>
                </a:lnTo>
                <a:lnTo>
                  <a:pt x="25931" y="4158"/>
                </a:lnTo>
                <a:lnTo>
                  <a:pt x="27283" y="4348"/>
                </a:lnTo>
                <a:lnTo>
                  <a:pt x="29395" y="4348"/>
                </a:lnTo>
                <a:lnTo>
                  <a:pt x="30857" y="4568"/>
                </a:lnTo>
                <a:lnTo>
                  <a:pt x="31887" y="4356"/>
                </a:lnTo>
                <a:lnTo>
                  <a:pt x="32201" y="4275"/>
                </a:lnTo>
                <a:lnTo>
                  <a:pt x="31617" y="1125"/>
                </a:lnTo>
                <a:lnTo>
                  <a:pt x="32223" y="519"/>
                </a:lnTo>
                <a:lnTo>
                  <a:pt x="34884" y="884"/>
                </a:lnTo>
                <a:lnTo>
                  <a:pt x="36557" y="789"/>
                </a:lnTo>
                <a:lnTo>
                  <a:pt x="40029" y="825"/>
                </a:lnTo>
                <a:lnTo>
                  <a:pt x="41279" y="738"/>
                </a:lnTo>
                <a:lnTo>
                  <a:pt x="45642" y="1176"/>
                </a:lnTo>
                <a:lnTo>
                  <a:pt x="49793" y="0"/>
                </a:lnTo>
                <a:lnTo>
                  <a:pt x="53250" y="942"/>
                </a:lnTo>
                <a:lnTo>
                  <a:pt x="52644" y="4078"/>
                </a:lnTo>
                <a:lnTo>
                  <a:pt x="53258" y="4692"/>
                </a:lnTo>
                <a:lnTo>
                  <a:pt x="55918" y="4334"/>
                </a:lnTo>
                <a:lnTo>
                  <a:pt x="57285" y="4407"/>
                </a:lnTo>
                <a:lnTo>
                  <a:pt x="59178" y="3990"/>
                </a:lnTo>
                <a:lnTo>
                  <a:pt x="60639" y="4699"/>
                </a:lnTo>
                <a:lnTo>
                  <a:pt x="62905" y="3829"/>
                </a:lnTo>
                <a:lnTo>
                  <a:pt x="63928" y="4845"/>
                </a:lnTo>
                <a:lnTo>
                  <a:pt x="62876" y="7498"/>
                </a:lnTo>
                <a:lnTo>
                  <a:pt x="64140" y="8324"/>
                </a:lnTo>
                <a:lnTo>
                  <a:pt x="66362" y="7279"/>
                </a:lnTo>
                <a:lnTo>
                  <a:pt x="67524" y="8448"/>
                </a:lnTo>
                <a:lnTo>
                  <a:pt x="66362" y="10787"/>
                </a:lnTo>
                <a:lnTo>
                  <a:pt x="67429" y="11854"/>
                </a:lnTo>
                <a:lnTo>
                  <a:pt x="70082" y="10809"/>
                </a:lnTo>
                <a:lnTo>
                  <a:pt x="70908" y="12066"/>
                </a:lnTo>
                <a:lnTo>
                  <a:pt x="69863" y="14295"/>
                </a:lnTo>
                <a:lnTo>
                  <a:pt x="71032" y="15457"/>
                </a:lnTo>
                <a:lnTo>
                  <a:pt x="73371" y="14288"/>
                </a:lnTo>
                <a:lnTo>
                  <a:pt x="74438" y="15362"/>
                </a:lnTo>
                <a:lnTo>
                  <a:pt x="73393" y="18008"/>
                </a:lnTo>
                <a:lnTo>
                  <a:pt x="74658" y="18841"/>
                </a:lnTo>
                <a:lnTo>
                  <a:pt x="76872" y="17796"/>
                </a:lnTo>
                <a:lnTo>
                  <a:pt x="78042" y="18959"/>
                </a:lnTo>
                <a:lnTo>
                  <a:pt x="76872" y="21297"/>
                </a:lnTo>
                <a:lnTo>
                  <a:pt x="77947" y="22371"/>
                </a:lnTo>
                <a:lnTo>
                  <a:pt x="80592" y="21319"/>
                </a:lnTo>
                <a:lnTo>
                  <a:pt x="81499" y="22686"/>
                </a:lnTo>
                <a:lnTo>
                  <a:pt x="80534" y="24506"/>
                </a:lnTo>
                <a:lnTo>
                  <a:pt x="81586" y="26662"/>
                </a:lnTo>
                <a:lnTo>
                  <a:pt x="79927" y="31559"/>
                </a:lnTo>
                <a:lnTo>
                  <a:pt x="81301" y="32677"/>
                </a:lnTo>
                <a:lnTo>
                  <a:pt x="84349" y="32048"/>
                </a:lnTo>
                <a:lnTo>
                  <a:pt x="84773" y="33276"/>
                </a:lnTo>
                <a:lnTo>
                  <a:pt x="84466" y="34979"/>
                </a:lnTo>
                <a:lnTo>
                  <a:pt x="84576" y="41813"/>
                </a:lnTo>
                <a:lnTo>
                  <a:pt x="84144" y="46161"/>
                </a:lnTo>
                <a:lnTo>
                  <a:pt x="85321" y="50313"/>
                </a:lnTo>
                <a:lnTo>
                  <a:pt x="84378" y="53770"/>
                </a:lnTo>
                <a:lnTo>
                  <a:pt x="81243" y="53156"/>
                </a:lnTo>
                <a:lnTo>
                  <a:pt x="80629" y="53770"/>
                </a:lnTo>
                <a:lnTo>
                  <a:pt x="80987" y="56430"/>
                </a:lnTo>
                <a:lnTo>
                  <a:pt x="80914" y="57797"/>
                </a:lnTo>
                <a:lnTo>
                  <a:pt x="81330" y="59690"/>
                </a:lnTo>
                <a:lnTo>
                  <a:pt x="80622" y="61152"/>
                </a:lnTo>
                <a:lnTo>
                  <a:pt x="81491" y="63424"/>
                </a:lnTo>
                <a:lnTo>
                  <a:pt x="80476" y="64440"/>
                </a:lnTo>
                <a:lnTo>
                  <a:pt x="77822" y="63395"/>
                </a:lnTo>
                <a:lnTo>
                  <a:pt x="76997" y="64652"/>
                </a:lnTo>
                <a:lnTo>
                  <a:pt x="78042" y="66874"/>
                </a:lnTo>
                <a:lnTo>
                  <a:pt x="76872" y="68044"/>
                </a:lnTo>
                <a:lnTo>
                  <a:pt x="74534" y="66874"/>
                </a:lnTo>
                <a:lnTo>
                  <a:pt x="73466" y="67948"/>
                </a:lnTo>
                <a:lnTo>
                  <a:pt x="74511" y="70594"/>
                </a:lnTo>
                <a:lnTo>
                  <a:pt x="73254" y="71428"/>
                </a:lnTo>
                <a:lnTo>
                  <a:pt x="71025" y="70375"/>
                </a:lnTo>
                <a:lnTo>
                  <a:pt x="69863" y="71552"/>
                </a:lnTo>
                <a:lnTo>
                  <a:pt x="71032" y="73883"/>
                </a:lnTo>
                <a:lnTo>
                  <a:pt x="69958" y="74958"/>
                </a:lnTo>
                <a:lnTo>
                  <a:pt x="67313" y="73905"/>
                </a:lnTo>
                <a:lnTo>
                  <a:pt x="66479" y="75170"/>
                </a:lnTo>
                <a:lnTo>
                  <a:pt x="67524" y="77391"/>
                </a:lnTo>
                <a:lnTo>
                  <a:pt x="66362" y="78553"/>
                </a:lnTo>
                <a:lnTo>
                  <a:pt x="64024" y="77384"/>
                </a:lnTo>
                <a:lnTo>
                  <a:pt x="62949" y="78458"/>
                </a:lnTo>
                <a:lnTo>
                  <a:pt x="64002" y="81104"/>
                </a:lnTo>
                <a:lnTo>
                  <a:pt x="62635" y="82011"/>
                </a:lnTo>
                <a:lnTo>
                  <a:pt x="60815" y="81046"/>
                </a:lnTo>
                <a:lnTo>
                  <a:pt x="58659" y="82098"/>
                </a:lnTo>
                <a:lnTo>
                  <a:pt x="53762" y="80439"/>
                </a:lnTo>
                <a:lnTo>
                  <a:pt x="52644" y="81813"/>
                </a:lnTo>
                <a:lnTo>
                  <a:pt x="53273" y="84861"/>
                </a:lnTo>
                <a:lnTo>
                  <a:pt x="52037" y="85285"/>
                </a:lnTo>
                <a:lnTo>
                  <a:pt x="50342" y="84978"/>
                </a:lnTo>
                <a:lnTo>
                  <a:pt x="37829" y="84978"/>
                </a:lnTo>
                <a:lnTo>
                  <a:pt x="36412" y="85205"/>
                </a:lnTo>
                <a:lnTo>
                  <a:pt x="34781" y="84846"/>
                </a:lnTo>
                <a:lnTo>
                  <a:pt x="32289" y="853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2172242" y="1698595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5" h="71755">
                <a:moveTo>
                  <a:pt x="44590" y="71384"/>
                </a:moveTo>
                <a:lnTo>
                  <a:pt x="41227" y="70485"/>
                </a:lnTo>
                <a:lnTo>
                  <a:pt x="37003" y="70806"/>
                </a:lnTo>
                <a:lnTo>
                  <a:pt x="34606" y="70631"/>
                </a:lnTo>
                <a:lnTo>
                  <a:pt x="31229" y="70631"/>
                </a:lnTo>
                <a:lnTo>
                  <a:pt x="29818" y="70857"/>
                </a:lnTo>
                <a:lnTo>
                  <a:pt x="28181" y="70499"/>
                </a:lnTo>
                <a:lnTo>
                  <a:pt x="25689" y="71047"/>
                </a:lnTo>
                <a:lnTo>
                  <a:pt x="24797" y="70141"/>
                </a:lnTo>
                <a:lnTo>
                  <a:pt x="25842" y="67495"/>
                </a:lnTo>
                <a:lnTo>
                  <a:pt x="24498" y="66604"/>
                </a:lnTo>
                <a:lnTo>
                  <a:pt x="22663" y="67495"/>
                </a:lnTo>
                <a:lnTo>
                  <a:pt x="21085" y="66845"/>
                </a:lnTo>
                <a:lnTo>
                  <a:pt x="18783" y="67634"/>
                </a:lnTo>
                <a:lnTo>
                  <a:pt x="17789" y="66640"/>
                </a:lnTo>
                <a:lnTo>
                  <a:pt x="18834" y="63995"/>
                </a:lnTo>
                <a:lnTo>
                  <a:pt x="17460" y="63081"/>
                </a:lnTo>
                <a:lnTo>
                  <a:pt x="15596" y="64148"/>
                </a:lnTo>
                <a:lnTo>
                  <a:pt x="14061" y="63168"/>
                </a:lnTo>
                <a:lnTo>
                  <a:pt x="11839" y="64199"/>
                </a:lnTo>
                <a:lnTo>
                  <a:pt x="10677" y="63037"/>
                </a:lnTo>
                <a:lnTo>
                  <a:pt x="11730" y="60815"/>
                </a:lnTo>
                <a:lnTo>
                  <a:pt x="11262" y="60121"/>
                </a:lnTo>
                <a:lnTo>
                  <a:pt x="10736" y="59682"/>
                </a:lnTo>
                <a:lnTo>
                  <a:pt x="8127" y="60662"/>
                </a:lnTo>
                <a:lnTo>
                  <a:pt x="7388" y="59573"/>
                </a:lnTo>
                <a:lnTo>
                  <a:pt x="7798" y="57292"/>
                </a:lnTo>
                <a:lnTo>
                  <a:pt x="7732" y="56101"/>
                </a:lnTo>
                <a:lnTo>
                  <a:pt x="8090" y="53433"/>
                </a:lnTo>
                <a:lnTo>
                  <a:pt x="7388" y="52739"/>
                </a:lnTo>
                <a:lnTo>
                  <a:pt x="4443" y="53558"/>
                </a:lnTo>
                <a:lnTo>
                  <a:pt x="3830" y="52118"/>
                </a:lnTo>
                <a:lnTo>
                  <a:pt x="4612" y="50619"/>
                </a:lnTo>
                <a:lnTo>
                  <a:pt x="4027" y="48938"/>
                </a:lnTo>
                <a:lnTo>
                  <a:pt x="4728" y="46570"/>
                </a:lnTo>
                <a:lnTo>
                  <a:pt x="3888" y="45730"/>
                </a:lnTo>
                <a:lnTo>
                  <a:pt x="935" y="46541"/>
                </a:lnTo>
                <a:lnTo>
                  <a:pt x="0" y="44363"/>
                </a:lnTo>
                <a:lnTo>
                  <a:pt x="899" y="41001"/>
                </a:lnTo>
                <a:lnTo>
                  <a:pt x="577" y="36784"/>
                </a:lnTo>
                <a:lnTo>
                  <a:pt x="752" y="34380"/>
                </a:lnTo>
                <a:lnTo>
                  <a:pt x="752" y="31083"/>
                </a:lnTo>
                <a:lnTo>
                  <a:pt x="467" y="29490"/>
                </a:lnTo>
                <a:lnTo>
                  <a:pt x="943" y="27912"/>
                </a:lnTo>
                <a:lnTo>
                  <a:pt x="299" y="25507"/>
                </a:lnTo>
                <a:lnTo>
                  <a:pt x="1059" y="24747"/>
                </a:lnTo>
                <a:lnTo>
                  <a:pt x="4144" y="25426"/>
                </a:lnTo>
                <a:lnTo>
                  <a:pt x="4655" y="23848"/>
                </a:lnTo>
                <a:lnTo>
                  <a:pt x="3354" y="18783"/>
                </a:lnTo>
                <a:lnTo>
                  <a:pt x="4590" y="17767"/>
                </a:lnTo>
                <a:lnTo>
                  <a:pt x="7644" y="18396"/>
                </a:lnTo>
                <a:lnTo>
                  <a:pt x="8302" y="16481"/>
                </a:lnTo>
                <a:lnTo>
                  <a:pt x="6723" y="12234"/>
                </a:lnTo>
                <a:lnTo>
                  <a:pt x="8251" y="10451"/>
                </a:lnTo>
                <a:lnTo>
                  <a:pt x="10641" y="11482"/>
                </a:lnTo>
                <a:lnTo>
                  <a:pt x="11262" y="11028"/>
                </a:lnTo>
                <a:lnTo>
                  <a:pt x="11730" y="10320"/>
                </a:lnTo>
                <a:lnTo>
                  <a:pt x="10677" y="8105"/>
                </a:lnTo>
                <a:lnTo>
                  <a:pt x="11599" y="7184"/>
                </a:lnTo>
                <a:lnTo>
                  <a:pt x="14259" y="7549"/>
                </a:lnTo>
                <a:lnTo>
                  <a:pt x="15552" y="7476"/>
                </a:lnTo>
                <a:lnTo>
                  <a:pt x="17606" y="7893"/>
                </a:lnTo>
                <a:lnTo>
                  <a:pt x="18790" y="7235"/>
                </a:lnTo>
                <a:lnTo>
                  <a:pt x="17833" y="4451"/>
                </a:lnTo>
                <a:lnTo>
                  <a:pt x="18856" y="3435"/>
                </a:lnTo>
                <a:lnTo>
                  <a:pt x="21085" y="4480"/>
                </a:lnTo>
                <a:lnTo>
                  <a:pt x="22481" y="3552"/>
                </a:lnTo>
                <a:lnTo>
                  <a:pt x="24703" y="4597"/>
                </a:lnTo>
                <a:lnTo>
                  <a:pt x="25689" y="3610"/>
                </a:lnTo>
                <a:lnTo>
                  <a:pt x="24805" y="745"/>
                </a:lnTo>
                <a:lnTo>
                  <a:pt x="26106" y="102"/>
                </a:lnTo>
                <a:lnTo>
                  <a:pt x="27874" y="657"/>
                </a:lnTo>
                <a:lnTo>
                  <a:pt x="32077" y="7"/>
                </a:lnTo>
                <a:lnTo>
                  <a:pt x="35972" y="511"/>
                </a:lnTo>
                <a:lnTo>
                  <a:pt x="41403" y="511"/>
                </a:lnTo>
                <a:lnTo>
                  <a:pt x="44304" y="0"/>
                </a:lnTo>
                <a:lnTo>
                  <a:pt x="46643" y="591"/>
                </a:lnTo>
                <a:lnTo>
                  <a:pt x="46051" y="3741"/>
                </a:lnTo>
                <a:lnTo>
                  <a:pt x="46906" y="4597"/>
                </a:lnTo>
                <a:lnTo>
                  <a:pt x="49135" y="3552"/>
                </a:lnTo>
                <a:lnTo>
                  <a:pt x="50531" y="4480"/>
                </a:lnTo>
                <a:lnTo>
                  <a:pt x="52753" y="3435"/>
                </a:lnTo>
                <a:lnTo>
                  <a:pt x="53776" y="4458"/>
                </a:lnTo>
                <a:lnTo>
                  <a:pt x="52826" y="7235"/>
                </a:lnTo>
                <a:lnTo>
                  <a:pt x="54624" y="8236"/>
                </a:lnTo>
                <a:lnTo>
                  <a:pt x="59469" y="6446"/>
                </a:lnTo>
                <a:lnTo>
                  <a:pt x="60939" y="8178"/>
                </a:lnTo>
                <a:lnTo>
                  <a:pt x="59916" y="10224"/>
                </a:lnTo>
                <a:lnTo>
                  <a:pt x="60354" y="11021"/>
                </a:lnTo>
                <a:lnTo>
                  <a:pt x="60822" y="11431"/>
                </a:lnTo>
                <a:lnTo>
                  <a:pt x="63555" y="10510"/>
                </a:lnTo>
                <a:lnTo>
                  <a:pt x="64885" y="12761"/>
                </a:lnTo>
                <a:lnTo>
                  <a:pt x="63058" y="16159"/>
                </a:lnTo>
                <a:lnTo>
                  <a:pt x="64045" y="18476"/>
                </a:lnTo>
                <a:lnTo>
                  <a:pt x="66998" y="17665"/>
                </a:lnTo>
                <a:lnTo>
                  <a:pt x="67904" y="18579"/>
                </a:lnTo>
                <a:lnTo>
                  <a:pt x="66998" y="20837"/>
                </a:lnTo>
                <a:lnTo>
                  <a:pt x="67728" y="22240"/>
                </a:lnTo>
                <a:lnTo>
                  <a:pt x="66815" y="24499"/>
                </a:lnTo>
                <a:lnTo>
                  <a:pt x="67845" y="25529"/>
                </a:lnTo>
                <a:lnTo>
                  <a:pt x="70498" y="24484"/>
                </a:lnTo>
                <a:lnTo>
                  <a:pt x="71288" y="25675"/>
                </a:lnTo>
                <a:lnTo>
                  <a:pt x="70747" y="27780"/>
                </a:lnTo>
                <a:lnTo>
                  <a:pt x="71317" y="31544"/>
                </a:lnTo>
                <a:lnTo>
                  <a:pt x="71229" y="36061"/>
                </a:lnTo>
                <a:lnTo>
                  <a:pt x="70739" y="40125"/>
                </a:lnTo>
                <a:lnTo>
                  <a:pt x="71587" y="45496"/>
                </a:lnTo>
                <a:lnTo>
                  <a:pt x="70535" y="46352"/>
                </a:lnTo>
                <a:lnTo>
                  <a:pt x="67465" y="45745"/>
                </a:lnTo>
                <a:lnTo>
                  <a:pt x="66961" y="47294"/>
                </a:lnTo>
                <a:lnTo>
                  <a:pt x="68269" y="52359"/>
                </a:lnTo>
                <a:lnTo>
                  <a:pt x="66946" y="53441"/>
                </a:lnTo>
                <a:lnTo>
                  <a:pt x="64059" y="52659"/>
                </a:lnTo>
                <a:lnTo>
                  <a:pt x="63256" y="54376"/>
                </a:lnTo>
                <a:lnTo>
                  <a:pt x="64885" y="59288"/>
                </a:lnTo>
                <a:lnTo>
                  <a:pt x="63153" y="60691"/>
                </a:lnTo>
                <a:lnTo>
                  <a:pt x="61144" y="59668"/>
                </a:lnTo>
                <a:lnTo>
                  <a:pt x="60354" y="60121"/>
                </a:lnTo>
                <a:lnTo>
                  <a:pt x="59916" y="60647"/>
                </a:lnTo>
                <a:lnTo>
                  <a:pt x="60895" y="63256"/>
                </a:lnTo>
                <a:lnTo>
                  <a:pt x="58783" y="64696"/>
                </a:lnTo>
                <a:lnTo>
                  <a:pt x="55114" y="62862"/>
                </a:lnTo>
                <a:lnTo>
                  <a:pt x="52892" y="63812"/>
                </a:lnTo>
                <a:lnTo>
                  <a:pt x="53703" y="66764"/>
                </a:lnTo>
                <a:lnTo>
                  <a:pt x="52826" y="67642"/>
                </a:lnTo>
                <a:lnTo>
                  <a:pt x="50517" y="66830"/>
                </a:lnTo>
                <a:lnTo>
                  <a:pt x="49136" y="67422"/>
                </a:lnTo>
                <a:lnTo>
                  <a:pt x="46833" y="66618"/>
                </a:lnTo>
                <a:lnTo>
                  <a:pt x="45956" y="67495"/>
                </a:lnTo>
                <a:lnTo>
                  <a:pt x="46767" y="70448"/>
                </a:lnTo>
                <a:lnTo>
                  <a:pt x="44590" y="71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2390033" y="1705327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5">
                <a:moveTo>
                  <a:pt x="23116" y="57570"/>
                </a:moveTo>
                <a:lnTo>
                  <a:pt x="21041" y="56686"/>
                </a:lnTo>
                <a:lnTo>
                  <a:pt x="21859" y="53726"/>
                </a:lnTo>
                <a:lnTo>
                  <a:pt x="20946" y="52819"/>
                </a:lnTo>
                <a:lnTo>
                  <a:pt x="18687" y="53733"/>
                </a:lnTo>
                <a:lnTo>
                  <a:pt x="17284" y="53002"/>
                </a:lnTo>
                <a:lnTo>
                  <a:pt x="15025" y="53908"/>
                </a:lnTo>
                <a:lnTo>
                  <a:pt x="13988" y="52878"/>
                </a:lnTo>
                <a:lnTo>
                  <a:pt x="15041" y="50232"/>
                </a:lnTo>
                <a:lnTo>
                  <a:pt x="13717" y="49355"/>
                </a:lnTo>
                <a:lnTo>
                  <a:pt x="11657" y="50444"/>
                </a:lnTo>
                <a:lnTo>
                  <a:pt x="10385" y="49355"/>
                </a:lnTo>
                <a:lnTo>
                  <a:pt x="11532" y="46914"/>
                </a:lnTo>
                <a:lnTo>
                  <a:pt x="10392" y="45774"/>
                </a:lnTo>
                <a:lnTo>
                  <a:pt x="8053" y="46943"/>
                </a:lnTo>
                <a:lnTo>
                  <a:pt x="6884" y="45774"/>
                </a:lnTo>
                <a:lnTo>
                  <a:pt x="8054" y="43435"/>
                </a:lnTo>
                <a:lnTo>
                  <a:pt x="6979" y="42361"/>
                </a:lnTo>
                <a:lnTo>
                  <a:pt x="4333" y="43413"/>
                </a:lnTo>
                <a:lnTo>
                  <a:pt x="2901" y="41242"/>
                </a:lnTo>
                <a:lnTo>
                  <a:pt x="4728" y="37632"/>
                </a:lnTo>
                <a:lnTo>
                  <a:pt x="3778" y="35396"/>
                </a:lnTo>
                <a:lnTo>
                  <a:pt x="825" y="36207"/>
                </a:lnTo>
                <a:lnTo>
                  <a:pt x="102" y="35476"/>
                </a:lnTo>
                <a:lnTo>
                  <a:pt x="518" y="32874"/>
                </a:lnTo>
                <a:lnTo>
                  <a:pt x="0" y="27181"/>
                </a:lnTo>
                <a:lnTo>
                  <a:pt x="613" y="24688"/>
                </a:lnTo>
                <a:lnTo>
                  <a:pt x="29" y="22233"/>
                </a:lnTo>
                <a:lnTo>
                  <a:pt x="847" y="21421"/>
                </a:lnTo>
                <a:lnTo>
                  <a:pt x="3756" y="22269"/>
                </a:lnTo>
                <a:lnTo>
                  <a:pt x="4553" y="20537"/>
                </a:lnTo>
                <a:lnTo>
                  <a:pt x="2945" y="15618"/>
                </a:lnTo>
                <a:lnTo>
                  <a:pt x="4523" y="14339"/>
                </a:lnTo>
                <a:lnTo>
                  <a:pt x="7059" y="15355"/>
                </a:lnTo>
                <a:lnTo>
                  <a:pt x="7973" y="14106"/>
                </a:lnTo>
                <a:lnTo>
                  <a:pt x="6877" y="11884"/>
                </a:lnTo>
                <a:lnTo>
                  <a:pt x="8054" y="10707"/>
                </a:lnTo>
                <a:lnTo>
                  <a:pt x="10392" y="11869"/>
                </a:lnTo>
                <a:lnTo>
                  <a:pt x="11562" y="10707"/>
                </a:lnTo>
                <a:lnTo>
                  <a:pt x="10392" y="8368"/>
                </a:lnTo>
                <a:lnTo>
                  <a:pt x="11562" y="7199"/>
                </a:lnTo>
                <a:lnTo>
                  <a:pt x="13783" y="8244"/>
                </a:lnTo>
                <a:lnTo>
                  <a:pt x="15041" y="7411"/>
                </a:lnTo>
                <a:lnTo>
                  <a:pt x="13995" y="4765"/>
                </a:lnTo>
                <a:lnTo>
                  <a:pt x="14814" y="3946"/>
                </a:lnTo>
                <a:lnTo>
                  <a:pt x="17474" y="4304"/>
                </a:lnTo>
                <a:lnTo>
                  <a:pt x="19009" y="4209"/>
                </a:lnTo>
                <a:lnTo>
                  <a:pt x="20543" y="4575"/>
                </a:lnTo>
                <a:lnTo>
                  <a:pt x="21479" y="4290"/>
                </a:lnTo>
                <a:lnTo>
                  <a:pt x="21654" y="4231"/>
                </a:lnTo>
                <a:lnTo>
                  <a:pt x="21325" y="789"/>
                </a:lnTo>
                <a:lnTo>
                  <a:pt x="23620" y="694"/>
                </a:lnTo>
                <a:lnTo>
                  <a:pt x="26397" y="380"/>
                </a:lnTo>
                <a:lnTo>
                  <a:pt x="29606" y="986"/>
                </a:lnTo>
                <a:lnTo>
                  <a:pt x="34876" y="0"/>
                </a:lnTo>
                <a:lnTo>
                  <a:pt x="35790" y="1118"/>
                </a:lnTo>
                <a:lnTo>
                  <a:pt x="35161" y="4165"/>
                </a:lnTo>
                <a:lnTo>
                  <a:pt x="37339" y="4918"/>
                </a:lnTo>
                <a:lnTo>
                  <a:pt x="40935" y="3259"/>
                </a:lnTo>
                <a:lnTo>
                  <a:pt x="43084" y="4641"/>
                </a:lnTo>
                <a:lnTo>
                  <a:pt x="42053" y="7316"/>
                </a:lnTo>
                <a:lnTo>
                  <a:pt x="43105" y="8368"/>
                </a:lnTo>
                <a:lnTo>
                  <a:pt x="45474" y="7199"/>
                </a:lnTo>
                <a:lnTo>
                  <a:pt x="46613" y="8390"/>
                </a:lnTo>
                <a:lnTo>
                  <a:pt x="45444" y="10707"/>
                </a:lnTo>
                <a:lnTo>
                  <a:pt x="46621" y="11876"/>
                </a:lnTo>
                <a:lnTo>
                  <a:pt x="48952" y="10714"/>
                </a:lnTo>
                <a:lnTo>
                  <a:pt x="50122" y="11876"/>
                </a:lnTo>
                <a:lnTo>
                  <a:pt x="48952" y="14215"/>
                </a:lnTo>
                <a:lnTo>
                  <a:pt x="50027" y="15289"/>
                </a:lnTo>
                <a:lnTo>
                  <a:pt x="52680" y="14237"/>
                </a:lnTo>
                <a:lnTo>
                  <a:pt x="54112" y="16408"/>
                </a:lnTo>
                <a:lnTo>
                  <a:pt x="52278" y="20018"/>
                </a:lnTo>
                <a:lnTo>
                  <a:pt x="53228" y="22262"/>
                </a:lnTo>
                <a:lnTo>
                  <a:pt x="56188" y="21443"/>
                </a:lnTo>
                <a:lnTo>
                  <a:pt x="56904" y="22174"/>
                </a:lnTo>
                <a:lnTo>
                  <a:pt x="56495" y="24783"/>
                </a:lnTo>
                <a:lnTo>
                  <a:pt x="56780" y="27604"/>
                </a:lnTo>
                <a:lnTo>
                  <a:pt x="56546" y="30045"/>
                </a:lnTo>
                <a:lnTo>
                  <a:pt x="56546" y="33188"/>
                </a:lnTo>
                <a:lnTo>
                  <a:pt x="56882" y="35074"/>
                </a:lnTo>
                <a:lnTo>
                  <a:pt x="56363" y="36287"/>
                </a:lnTo>
                <a:lnTo>
                  <a:pt x="53410" y="35476"/>
                </a:lnTo>
                <a:lnTo>
                  <a:pt x="52504" y="36382"/>
                </a:lnTo>
                <a:lnTo>
                  <a:pt x="53403" y="38648"/>
                </a:lnTo>
                <a:lnTo>
                  <a:pt x="52687" y="40051"/>
                </a:lnTo>
                <a:lnTo>
                  <a:pt x="53586" y="42309"/>
                </a:lnTo>
                <a:lnTo>
                  <a:pt x="52555" y="43340"/>
                </a:lnTo>
                <a:lnTo>
                  <a:pt x="49910" y="42295"/>
                </a:lnTo>
                <a:lnTo>
                  <a:pt x="49033" y="43610"/>
                </a:lnTo>
                <a:lnTo>
                  <a:pt x="50122" y="45671"/>
                </a:lnTo>
                <a:lnTo>
                  <a:pt x="49040" y="46950"/>
                </a:lnTo>
                <a:lnTo>
                  <a:pt x="46584" y="45803"/>
                </a:lnTo>
                <a:lnTo>
                  <a:pt x="45473" y="46914"/>
                </a:lnTo>
                <a:lnTo>
                  <a:pt x="46628" y="49348"/>
                </a:lnTo>
                <a:lnTo>
                  <a:pt x="45393" y="50415"/>
                </a:lnTo>
                <a:lnTo>
                  <a:pt x="43127" y="49267"/>
                </a:lnTo>
                <a:lnTo>
                  <a:pt x="42163" y="50232"/>
                </a:lnTo>
                <a:lnTo>
                  <a:pt x="42974" y="53178"/>
                </a:lnTo>
                <a:lnTo>
                  <a:pt x="40555" y="54208"/>
                </a:lnTo>
                <a:lnTo>
                  <a:pt x="37485" y="52512"/>
                </a:lnTo>
                <a:lnTo>
                  <a:pt x="35066" y="53558"/>
                </a:lnTo>
                <a:lnTo>
                  <a:pt x="35885" y="56503"/>
                </a:lnTo>
                <a:lnTo>
                  <a:pt x="35183" y="57205"/>
                </a:lnTo>
                <a:lnTo>
                  <a:pt x="32515" y="56839"/>
                </a:lnTo>
                <a:lnTo>
                  <a:pt x="30849" y="56934"/>
                </a:lnTo>
                <a:lnTo>
                  <a:pt x="26712" y="56868"/>
                </a:lnTo>
                <a:lnTo>
                  <a:pt x="23116" y="57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611023" y="1716012"/>
            <a:ext cx="36830" cy="36195"/>
          </a:xfrm>
          <a:custGeom>
            <a:avLst/>
            <a:gdLst/>
            <a:ahLst/>
            <a:cxnLst/>
            <a:rect l="l" t="t" r="r" b="b"/>
            <a:pathLst>
              <a:path w="36830" h="36194">
                <a:moveTo>
                  <a:pt x="24235" y="36031"/>
                </a:moveTo>
                <a:lnTo>
                  <a:pt x="22364" y="35702"/>
                </a:lnTo>
                <a:lnTo>
                  <a:pt x="13689" y="35702"/>
                </a:lnTo>
                <a:lnTo>
                  <a:pt x="11694" y="36046"/>
                </a:lnTo>
                <a:lnTo>
                  <a:pt x="10532" y="35483"/>
                </a:lnTo>
                <a:lnTo>
                  <a:pt x="11358" y="32603"/>
                </a:lnTo>
                <a:lnTo>
                  <a:pt x="10985" y="32194"/>
                </a:lnTo>
                <a:lnTo>
                  <a:pt x="3961" y="32194"/>
                </a:lnTo>
                <a:lnTo>
                  <a:pt x="3961" y="25178"/>
                </a:lnTo>
                <a:lnTo>
                  <a:pt x="3259" y="24717"/>
                </a:lnTo>
                <a:lnTo>
                  <a:pt x="1045" y="25762"/>
                </a:lnTo>
                <a:lnTo>
                  <a:pt x="29" y="24747"/>
                </a:lnTo>
                <a:lnTo>
                  <a:pt x="613" y="22291"/>
                </a:lnTo>
                <a:lnTo>
                  <a:pt x="0" y="19820"/>
                </a:lnTo>
                <a:lnTo>
                  <a:pt x="518" y="14112"/>
                </a:lnTo>
                <a:lnTo>
                  <a:pt x="102" y="11503"/>
                </a:lnTo>
                <a:lnTo>
                  <a:pt x="825" y="10780"/>
                </a:lnTo>
                <a:lnTo>
                  <a:pt x="3778" y="11598"/>
                </a:lnTo>
                <a:lnTo>
                  <a:pt x="4809" y="9172"/>
                </a:lnTo>
                <a:lnTo>
                  <a:pt x="3317" y="6197"/>
                </a:lnTo>
                <a:lnTo>
                  <a:pt x="3961" y="4136"/>
                </a:lnTo>
                <a:lnTo>
                  <a:pt x="10977" y="4136"/>
                </a:lnTo>
                <a:lnTo>
                  <a:pt x="11269" y="3800"/>
                </a:lnTo>
                <a:lnTo>
                  <a:pt x="10612" y="760"/>
                </a:lnTo>
                <a:lnTo>
                  <a:pt x="12775" y="0"/>
                </a:lnTo>
                <a:lnTo>
                  <a:pt x="16071" y="628"/>
                </a:lnTo>
                <a:lnTo>
                  <a:pt x="20076" y="628"/>
                </a:lnTo>
                <a:lnTo>
                  <a:pt x="23015" y="109"/>
                </a:lnTo>
                <a:lnTo>
                  <a:pt x="25332" y="716"/>
                </a:lnTo>
                <a:lnTo>
                  <a:pt x="24732" y="3858"/>
                </a:lnTo>
                <a:lnTo>
                  <a:pt x="25346" y="4472"/>
                </a:lnTo>
                <a:lnTo>
                  <a:pt x="28006" y="4107"/>
                </a:lnTo>
                <a:lnTo>
                  <a:pt x="29081" y="4165"/>
                </a:lnTo>
                <a:lnTo>
                  <a:pt x="31639" y="3785"/>
                </a:lnTo>
                <a:lnTo>
                  <a:pt x="32604" y="4648"/>
                </a:lnTo>
                <a:lnTo>
                  <a:pt x="31566" y="7001"/>
                </a:lnTo>
                <a:lnTo>
                  <a:pt x="32487" y="8346"/>
                </a:lnTo>
                <a:lnTo>
                  <a:pt x="31442" y="10560"/>
                </a:lnTo>
                <a:lnTo>
                  <a:pt x="32392" y="11518"/>
                </a:lnTo>
                <a:lnTo>
                  <a:pt x="35337" y="10699"/>
                </a:lnTo>
                <a:lnTo>
                  <a:pt x="36229" y="12753"/>
                </a:lnTo>
                <a:lnTo>
                  <a:pt x="35527" y="16386"/>
                </a:lnTo>
                <a:lnTo>
                  <a:pt x="35527" y="19535"/>
                </a:lnTo>
                <a:lnTo>
                  <a:pt x="36280" y="24103"/>
                </a:lnTo>
                <a:lnTo>
                  <a:pt x="35140" y="25726"/>
                </a:lnTo>
                <a:lnTo>
                  <a:pt x="32560" y="24739"/>
                </a:lnTo>
                <a:lnTo>
                  <a:pt x="32019" y="25178"/>
                </a:lnTo>
                <a:lnTo>
                  <a:pt x="31149" y="26442"/>
                </a:lnTo>
                <a:lnTo>
                  <a:pt x="33166" y="31258"/>
                </a:lnTo>
                <a:lnTo>
                  <a:pt x="31317" y="32771"/>
                </a:lnTo>
                <a:lnTo>
                  <a:pt x="29308" y="31741"/>
                </a:lnTo>
                <a:lnTo>
                  <a:pt x="27816" y="32662"/>
                </a:lnTo>
                <a:lnTo>
                  <a:pt x="25594" y="31609"/>
                </a:lnTo>
                <a:lnTo>
                  <a:pt x="24644" y="32559"/>
                </a:lnTo>
                <a:lnTo>
                  <a:pt x="25456" y="35519"/>
                </a:lnTo>
                <a:lnTo>
                  <a:pt x="24235" y="360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2831348" y="1726010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1394" y="15436"/>
                </a:moveTo>
                <a:lnTo>
                  <a:pt x="4853" y="15421"/>
                </a:lnTo>
                <a:lnTo>
                  <a:pt x="4078" y="14471"/>
                </a:lnTo>
                <a:lnTo>
                  <a:pt x="5101" y="12461"/>
                </a:lnTo>
                <a:lnTo>
                  <a:pt x="4648" y="11671"/>
                </a:lnTo>
                <a:lnTo>
                  <a:pt x="3859" y="11211"/>
                </a:lnTo>
                <a:lnTo>
                  <a:pt x="1841" y="12242"/>
                </a:lnTo>
                <a:lnTo>
                  <a:pt x="0" y="10729"/>
                </a:lnTo>
                <a:lnTo>
                  <a:pt x="2024" y="5920"/>
                </a:lnTo>
                <a:lnTo>
                  <a:pt x="1147" y="4655"/>
                </a:lnTo>
                <a:lnTo>
                  <a:pt x="4648" y="4655"/>
                </a:lnTo>
                <a:lnTo>
                  <a:pt x="4648" y="1147"/>
                </a:lnTo>
                <a:lnTo>
                  <a:pt x="5919" y="2024"/>
                </a:lnTo>
                <a:lnTo>
                  <a:pt x="10728" y="0"/>
                </a:lnTo>
                <a:lnTo>
                  <a:pt x="12234" y="1849"/>
                </a:lnTo>
                <a:lnTo>
                  <a:pt x="11211" y="3859"/>
                </a:lnTo>
                <a:lnTo>
                  <a:pt x="11664" y="4655"/>
                </a:lnTo>
                <a:lnTo>
                  <a:pt x="12453" y="5108"/>
                </a:lnTo>
                <a:lnTo>
                  <a:pt x="14470" y="4078"/>
                </a:lnTo>
                <a:lnTo>
                  <a:pt x="15421" y="4853"/>
                </a:lnTo>
                <a:lnTo>
                  <a:pt x="15428" y="11394"/>
                </a:lnTo>
                <a:lnTo>
                  <a:pt x="14617" y="12249"/>
                </a:lnTo>
                <a:lnTo>
                  <a:pt x="12336" y="11204"/>
                </a:lnTo>
                <a:lnTo>
                  <a:pt x="11664" y="11671"/>
                </a:lnTo>
                <a:lnTo>
                  <a:pt x="11204" y="12351"/>
                </a:lnTo>
                <a:lnTo>
                  <a:pt x="12249" y="14617"/>
                </a:lnTo>
                <a:lnTo>
                  <a:pt x="11394" y="15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358562" y="1778983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5">
                <a:moveTo>
                  <a:pt x="54925" y="120702"/>
                </a:moveTo>
                <a:lnTo>
                  <a:pt x="52864" y="119818"/>
                </a:lnTo>
                <a:lnTo>
                  <a:pt x="53675" y="116865"/>
                </a:lnTo>
                <a:lnTo>
                  <a:pt x="52915" y="116105"/>
                </a:lnTo>
                <a:lnTo>
                  <a:pt x="50386" y="116602"/>
                </a:lnTo>
                <a:lnTo>
                  <a:pt x="47623" y="116120"/>
                </a:lnTo>
                <a:lnTo>
                  <a:pt x="45000" y="116500"/>
                </a:lnTo>
                <a:lnTo>
                  <a:pt x="41872" y="116500"/>
                </a:lnTo>
                <a:lnTo>
                  <a:pt x="40132" y="116814"/>
                </a:lnTo>
                <a:lnTo>
                  <a:pt x="38882" y="116354"/>
                </a:lnTo>
                <a:lnTo>
                  <a:pt x="39613" y="113320"/>
                </a:lnTo>
                <a:lnTo>
                  <a:pt x="38948" y="112662"/>
                </a:lnTo>
                <a:lnTo>
                  <a:pt x="36288" y="113021"/>
                </a:lnTo>
                <a:lnTo>
                  <a:pt x="34914" y="112948"/>
                </a:lnTo>
                <a:lnTo>
                  <a:pt x="33035" y="113364"/>
                </a:lnTo>
                <a:lnTo>
                  <a:pt x="31800" y="112772"/>
                </a:lnTo>
                <a:lnTo>
                  <a:pt x="32662" y="109878"/>
                </a:lnTo>
                <a:lnTo>
                  <a:pt x="31939" y="109154"/>
                </a:lnTo>
                <a:lnTo>
                  <a:pt x="29271" y="109520"/>
                </a:lnTo>
                <a:lnTo>
                  <a:pt x="28087" y="109454"/>
                </a:lnTo>
                <a:lnTo>
                  <a:pt x="25785" y="109863"/>
                </a:lnTo>
                <a:lnTo>
                  <a:pt x="24681" y="109089"/>
                </a:lnTo>
                <a:lnTo>
                  <a:pt x="25756" y="106487"/>
                </a:lnTo>
                <a:lnTo>
                  <a:pt x="24667" y="105405"/>
                </a:lnTo>
                <a:lnTo>
                  <a:pt x="22328" y="106567"/>
                </a:lnTo>
                <a:lnTo>
                  <a:pt x="21159" y="105405"/>
                </a:lnTo>
                <a:lnTo>
                  <a:pt x="22328" y="103066"/>
                </a:lnTo>
                <a:lnTo>
                  <a:pt x="21159" y="101897"/>
                </a:lnTo>
                <a:lnTo>
                  <a:pt x="18820" y="103066"/>
                </a:lnTo>
                <a:lnTo>
                  <a:pt x="17650" y="101897"/>
                </a:lnTo>
                <a:lnTo>
                  <a:pt x="18820" y="99558"/>
                </a:lnTo>
                <a:lnTo>
                  <a:pt x="17650" y="98389"/>
                </a:lnTo>
                <a:lnTo>
                  <a:pt x="15312" y="99558"/>
                </a:lnTo>
                <a:lnTo>
                  <a:pt x="14142" y="98389"/>
                </a:lnTo>
                <a:lnTo>
                  <a:pt x="15311" y="96057"/>
                </a:lnTo>
                <a:lnTo>
                  <a:pt x="14230" y="94976"/>
                </a:lnTo>
                <a:lnTo>
                  <a:pt x="11613" y="96035"/>
                </a:lnTo>
                <a:lnTo>
                  <a:pt x="10341" y="94208"/>
                </a:lnTo>
                <a:lnTo>
                  <a:pt x="12366" y="89392"/>
                </a:lnTo>
                <a:lnTo>
                  <a:pt x="10809" y="88120"/>
                </a:lnTo>
                <a:lnTo>
                  <a:pt x="7915" y="88895"/>
                </a:lnTo>
                <a:lnTo>
                  <a:pt x="7104" y="87177"/>
                </a:lnTo>
                <a:lnTo>
                  <a:pt x="8734" y="82273"/>
                </a:lnTo>
                <a:lnTo>
                  <a:pt x="7367" y="81155"/>
                </a:lnTo>
                <a:lnTo>
                  <a:pt x="4334" y="81805"/>
                </a:lnTo>
                <a:lnTo>
                  <a:pt x="3559" y="79664"/>
                </a:lnTo>
                <a:lnTo>
                  <a:pt x="4202" y="76331"/>
                </a:lnTo>
                <a:lnTo>
                  <a:pt x="4202" y="72341"/>
                </a:lnTo>
                <a:lnTo>
                  <a:pt x="4728" y="69403"/>
                </a:lnTo>
                <a:lnTo>
                  <a:pt x="4114" y="67086"/>
                </a:lnTo>
                <a:lnTo>
                  <a:pt x="972" y="67685"/>
                </a:lnTo>
                <a:lnTo>
                  <a:pt x="365" y="67071"/>
                </a:lnTo>
                <a:lnTo>
                  <a:pt x="723" y="64411"/>
                </a:lnTo>
                <a:lnTo>
                  <a:pt x="694" y="58608"/>
                </a:lnTo>
                <a:lnTo>
                  <a:pt x="0" y="55005"/>
                </a:lnTo>
                <a:lnTo>
                  <a:pt x="884" y="52936"/>
                </a:lnTo>
                <a:lnTo>
                  <a:pt x="3836" y="53748"/>
                </a:lnTo>
                <a:lnTo>
                  <a:pt x="4597" y="52988"/>
                </a:lnTo>
                <a:lnTo>
                  <a:pt x="4100" y="50459"/>
                </a:lnTo>
                <a:lnTo>
                  <a:pt x="4582" y="47696"/>
                </a:lnTo>
                <a:lnTo>
                  <a:pt x="4202" y="45072"/>
                </a:lnTo>
                <a:lnTo>
                  <a:pt x="4202" y="41922"/>
                </a:lnTo>
                <a:lnTo>
                  <a:pt x="3895" y="40234"/>
                </a:lnTo>
                <a:lnTo>
                  <a:pt x="4334" y="38970"/>
                </a:lnTo>
                <a:lnTo>
                  <a:pt x="7389" y="39679"/>
                </a:lnTo>
                <a:lnTo>
                  <a:pt x="8039" y="39021"/>
                </a:lnTo>
                <a:lnTo>
                  <a:pt x="7681" y="36360"/>
                </a:lnTo>
                <a:lnTo>
                  <a:pt x="7754" y="34986"/>
                </a:lnTo>
                <a:lnTo>
                  <a:pt x="7345" y="33108"/>
                </a:lnTo>
                <a:lnTo>
                  <a:pt x="7930" y="31880"/>
                </a:lnTo>
                <a:lnTo>
                  <a:pt x="10824" y="32742"/>
                </a:lnTo>
                <a:lnTo>
                  <a:pt x="11547" y="32012"/>
                </a:lnTo>
                <a:lnTo>
                  <a:pt x="11197" y="29351"/>
                </a:lnTo>
                <a:lnTo>
                  <a:pt x="11255" y="28153"/>
                </a:lnTo>
                <a:lnTo>
                  <a:pt x="10846" y="25880"/>
                </a:lnTo>
                <a:lnTo>
                  <a:pt x="11606" y="24769"/>
                </a:lnTo>
                <a:lnTo>
                  <a:pt x="14230" y="25828"/>
                </a:lnTo>
                <a:lnTo>
                  <a:pt x="15311" y="24754"/>
                </a:lnTo>
                <a:lnTo>
                  <a:pt x="14142" y="22415"/>
                </a:lnTo>
                <a:lnTo>
                  <a:pt x="15311" y="21246"/>
                </a:lnTo>
                <a:lnTo>
                  <a:pt x="17650" y="22415"/>
                </a:lnTo>
                <a:lnTo>
                  <a:pt x="18805" y="21261"/>
                </a:lnTo>
                <a:lnTo>
                  <a:pt x="17643" y="18863"/>
                </a:lnTo>
                <a:lnTo>
                  <a:pt x="18856" y="17760"/>
                </a:lnTo>
                <a:lnTo>
                  <a:pt x="21151" y="18922"/>
                </a:lnTo>
                <a:lnTo>
                  <a:pt x="22233" y="17840"/>
                </a:lnTo>
                <a:lnTo>
                  <a:pt x="21180" y="15187"/>
                </a:lnTo>
                <a:lnTo>
                  <a:pt x="22533" y="14295"/>
                </a:lnTo>
                <a:lnTo>
                  <a:pt x="24484" y="15384"/>
                </a:lnTo>
                <a:lnTo>
                  <a:pt x="25836" y="14390"/>
                </a:lnTo>
                <a:lnTo>
                  <a:pt x="24732" y="11832"/>
                </a:lnTo>
                <a:lnTo>
                  <a:pt x="25836" y="10736"/>
                </a:lnTo>
                <a:lnTo>
                  <a:pt x="28058" y="11781"/>
                </a:lnTo>
                <a:lnTo>
                  <a:pt x="29461" y="10853"/>
                </a:lnTo>
                <a:lnTo>
                  <a:pt x="31683" y="11898"/>
                </a:lnTo>
                <a:lnTo>
                  <a:pt x="32706" y="10875"/>
                </a:lnTo>
                <a:lnTo>
                  <a:pt x="31756" y="8098"/>
                </a:lnTo>
                <a:lnTo>
                  <a:pt x="33554" y="7096"/>
                </a:lnTo>
                <a:lnTo>
                  <a:pt x="38400" y="8887"/>
                </a:lnTo>
                <a:lnTo>
                  <a:pt x="39540" y="7498"/>
                </a:lnTo>
                <a:lnTo>
                  <a:pt x="38962" y="4399"/>
                </a:lnTo>
                <a:lnTo>
                  <a:pt x="41192" y="3727"/>
                </a:lnTo>
                <a:lnTo>
                  <a:pt x="44290" y="4304"/>
                </a:lnTo>
                <a:lnTo>
                  <a:pt x="48566" y="4304"/>
                </a:lnTo>
                <a:lnTo>
                  <a:pt x="51051" y="4597"/>
                </a:lnTo>
                <a:lnTo>
                  <a:pt x="53309" y="4304"/>
                </a:lnTo>
                <a:lnTo>
                  <a:pt x="53535" y="4275"/>
                </a:lnTo>
                <a:lnTo>
                  <a:pt x="53090" y="1023"/>
                </a:lnTo>
                <a:lnTo>
                  <a:pt x="53608" y="496"/>
                </a:lnTo>
                <a:lnTo>
                  <a:pt x="57913" y="818"/>
                </a:lnTo>
                <a:lnTo>
                  <a:pt x="59244" y="606"/>
                </a:lnTo>
                <a:lnTo>
                  <a:pt x="62357" y="1169"/>
                </a:lnTo>
                <a:lnTo>
                  <a:pt x="65463" y="0"/>
                </a:lnTo>
                <a:lnTo>
                  <a:pt x="67780" y="986"/>
                </a:lnTo>
                <a:lnTo>
                  <a:pt x="66969" y="3946"/>
                </a:lnTo>
                <a:lnTo>
                  <a:pt x="67729" y="4699"/>
                </a:lnTo>
                <a:lnTo>
                  <a:pt x="70265" y="4202"/>
                </a:lnTo>
                <a:lnTo>
                  <a:pt x="73028" y="4692"/>
                </a:lnTo>
                <a:lnTo>
                  <a:pt x="75652" y="4304"/>
                </a:lnTo>
                <a:lnTo>
                  <a:pt x="78801" y="4304"/>
                </a:lnTo>
                <a:lnTo>
                  <a:pt x="80490" y="4005"/>
                </a:lnTo>
                <a:lnTo>
                  <a:pt x="81754" y="4443"/>
                </a:lnTo>
                <a:lnTo>
                  <a:pt x="81053" y="7498"/>
                </a:lnTo>
                <a:lnTo>
                  <a:pt x="81703" y="8149"/>
                </a:lnTo>
                <a:lnTo>
                  <a:pt x="84371" y="7783"/>
                </a:lnTo>
                <a:lnTo>
                  <a:pt x="85745" y="7856"/>
                </a:lnTo>
                <a:lnTo>
                  <a:pt x="87623" y="7447"/>
                </a:lnTo>
                <a:lnTo>
                  <a:pt x="88858" y="8032"/>
                </a:lnTo>
                <a:lnTo>
                  <a:pt x="87996" y="10926"/>
                </a:lnTo>
                <a:lnTo>
                  <a:pt x="88720" y="11649"/>
                </a:lnTo>
                <a:lnTo>
                  <a:pt x="91387" y="11291"/>
                </a:lnTo>
                <a:lnTo>
                  <a:pt x="92586" y="11357"/>
                </a:lnTo>
                <a:lnTo>
                  <a:pt x="94859" y="10941"/>
                </a:lnTo>
                <a:lnTo>
                  <a:pt x="95970" y="11701"/>
                </a:lnTo>
                <a:lnTo>
                  <a:pt x="94910" y="14332"/>
                </a:lnTo>
                <a:lnTo>
                  <a:pt x="95992" y="15406"/>
                </a:lnTo>
                <a:lnTo>
                  <a:pt x="98330" y="14237"/>
                </a:lnTo>
                <a:lnTo>
                  <a:pt x="99500" y="15406"/>
                </a:lnTo>
                <a:lnTo>
                  <a:pt x="98331" y="17745"/>
                </a:lnTo>
                <a:lnTo>
                  <a:pt x="99500" y="18907"/>
                </a:lnTo>
                <a:lnTo>
                  <a:pt x="101839" y="17745"/>
                </a:lnTo>
                <a:lnTo>
                  <a:pt x="103008" y="18907"/>
                </a:lnTo>
                <a:lnTo>
                  <a:pt x="101839" y="21246"/>
                </a:lnTo>
                <a:lnTo>
                  <a:pt x="103008" y="22415"/>
                </a:lnTo>
                <a:lnTo>
                  <a:pt x="105347" y="21246"/>
                </a:lnTo>
                <a:lnTo>
                  <a:pt x="106517" y="22415"/>
                </a:lnTo>
                <a:lnTo>
                  <a:pt x="105347" y="24754"/>
                </a:lnTo>
                <a:lnTo>
                  <a:pt x="106421" y="25821"/>
                </a:lnTo>
                <a:lnTo>
                  <a:pt x="109074" y="24776"/>
                </a:lnTo>
                <a:lnTo>
                  <a:pt x="110280" y="26610"/>
                </a:lnTo>
                <a:lnTo>
                  <a:pt x="108307" y="31427"/>
                </a:lnTo>
                <a:lnTo>
                  <a:pt x="109849" y="32691"/>
                </a:lnTo>
                <a:lnTo>
                  <a:pt x="112743" y="31909"/>
                </a:lnTo>
                <a:lnTo>
                  <a:pt x="113555" y="33627"/>
                </a:lnTo>
                <a:lnTo>
                  <a:pt x="111925" y="38531"/>
                </a:lnTo>
                <a:lnTo>
                  <a:pt x="113284" y="39642"/>
                </a:lnTo>
                <a:lnTo>
                  <a:pt x="116332" y="39013"/>
                </a:lnTo>
                <a:lnTo>
                  <a:pt x="117531" y="42455"/>
                </a:lnTo>
                <a:lnTo>
                  <a:pt x="115762" y="46687"/>
                </a:lnTo>
                <a:lnTo>
                  <a:pt x="116588" y="50495"/>
                </a:lnTo>
                <a:lnTo>
                  <a:pt x="116047" y="52987"/>
                </a:lnTo>
                <a:lnTo>
                  <a:pt x="116946" y="53879"/>
                </a:lnTo>
                <a:lnTo>
                  <a:pt x="119592" y="52834"/>
                </a:lnTo>
                <a:lnTo>
                  <a:pt x="120337" y="53945"/>
                </a:lnTo>
                <a:lnTo>
                  <a:pt x="119935" y="56218"/>
                </a:lnTo>
                <a:lnTo>
                  <a:pt x="120060" y="58922"/>
                </a:lnTo>
                <a:lnTo>
                  <a:pt x="120454" y="61948"/>
                </a:lnTo>
                <a:lnTo>
                  <a:pt x="119811" y="64535"/>
                </a:lnTo>
                <a:lnTo>
                  <a:pt x="120396" y="66998"/>
                </a:lnTo>
                <a:lnTo>
                  <a:pt x="119716" y="67670"/>
                </a:lnTo>
                <a:lnTo>
                  <a:pt x="116515" y="67144"/>
                </a:lnTo>
                <a:lnTo>
                  <a:pt x="116032" y="69556"/>
                </a:lnTo>
                <a:lnTo>
                  <a:pt x="116456" y="72253"/>
                </a:lnTo>
                <a:lnTo>
                  <a:pt x="116456" y="76346"/>
                </a:lnTo>
                <a:lnTo>
                  <a:pt x="117100" y="79678"/>
                </a:lnTo>
                <a:lnTo>
                  <a:pt x="116310" y="81849"/>
                </a:lnTo>
                <a:lnTo>
                  <a:pt x="113277" y="81118"/>
                </a:lnTo>
                <a:lnTo>
                  <a:pt x="112619" y="81790"/>
                </a:lnTo>
                <a:lnTo>
                  <a:pt x="112977" y="84451"/>
                </a:lnTo>
                <a:lnTo>
                  <a:pt x="112904" y="85818"/>
                </a:lnTo>
                <a:lnTo>
                  <a:pt x="113314" y="87696"/>
                </a:lnTo>
                <a:lnTo>
                  <a:pt x="112729" y="88931"/>
                </a:lnTo>
                <a:lnTo>
                  <a:pt x="109835" y="88069"/>
                </a:lnTo>
                <a:lnTo>
                  <a:pt x="109111" y="88792"/>
                </a:lnTo>
                <a:lnTo>
                  <a:pt x="109469" y="91460"/>
                </a:lnTo>
                <a:lnTo>
                  <a:pt x="109403" y="92651"/>
                </a:lnTo>
                <a:lnTo>
                  <a:pt x="109813" y="94932"/>
                </a:lnTo>
                <a:lnTo>
                  <a:pt x="109045" y="96035"/>
                </a:lnTo>
                <a:lnTo>
                  <a:pt x="106436" y="94976"/>
                </a:lnTo>
                <a:lnTo>
                  <a:pt x="105347" y="96057"/>
                </a:lnTo>
                <a:lnTo>
                  <a:pt x="106516" y="98389"/>
                </a:lnTo>
                <a:lnTo>
                  <a:pt x="105347" y="99558"/>
                </a:lnTo>
                <a:lnTo>
                  <a:pt x="103008" y="98389"/>
                </a:lnTo>
                <a:lnTo>
                  <a:pt x="101839" y="99558"/>
                </a:lnTo>
                <a:lnTo>
                  <a:pt x="103008" y="101897"/>
                </a:lnTo>
                <a:lnTo>
                  <a:pt x="101839" y="103066"/>
                </a:lnTo>
                <a:lnTo>
                  <a:pt x="99500" y="101897"/>
                </a:lnTo>
                <a:lnTo>
                  <a:pt x="98330" y="103066"/>
                </a:lnTo>
                <a:lnTo>
                  <a:pt x="99500" y="105405"/>
                </a:lnTo>
                <a:lnTo>
                  <a:pt x="98331" y="106567"/>
                </a:lnTo>
                <a:lnTo>
                  <a:pt x="95992" y="105405"/>
                </a:lnTo>
                <a:lnTo>
                  <a:pt x="94903" y="106487"/>
                </a:lnTo>
                <a:lnTo>
                  <a:pt x="95977" y="109096"/>
                </a:lnTo>
                <a:lnTo>
                  <a:pt x="94143" y="110368"/>
                </a:lnTo>
                <a:lnTo>
                  <a:pt x="89326" y="108343"/>
                </a:lnTo>
                <a:lnTo>
                  <a:pt x="88055" y="109900"/>
                </a:lnTo>
                <a:lnTo>
                  <a:pt x="88829" y="112794"/>
                </a:lnTo>
                <a:lnTo>
                  <a:pt x="87119" y="113598"/>
                </a:lnTo>
                <a:lnTo>
                  <a:pt x="82208" y="111968"/>
                </a:lnTo>
                <a:lnTo>
                  <a:pt x="81090" y="113342"/>
                </a:lnTo>
                <a:lnTo>
                  <a:pt x="81740" y="116375"/>
                </a:lnTo>
                <a:lnTo>
                  <a:pt x="79599" y="117143"/>
                </a:lnTo>
                <a:lnTo>
                  <a:pt x="76266" y="116500"/>
                </a:lnTo>
                <a:lnTo>
                  <a:pt x="72275" y="116500"/>
                </a:lnTo>
                <a:lnTo>
                  <a:pt x="69345" y="115974"/>
                </a:lnTo>
                <a:lnTo>
                  <a:pt x="67021" y="116587"/>
                </a:lnTo>
                <a:lnTo>
                  <a:pt x="67620" y="119723"/>
                </a:lnTo>
                <a:lnTo>
                  <a:pt x="67006" y="120337"/>
                </a:lnTo>
                <a:lnTo>
                  <a:pt x="64346" y="119979"/>
                </a:lnTo>
                <a:lnTo>
                  <a:pt x="58535" y="120008"/>
                </a:lnTo>
                <a:lnTo>
                  <a:pt x="54925" y="1207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0" name="object 190"/>
          <p:cNvGrpSpPr/>
          <p:nvPr/>
        </p:nvGrpSpPr>
        <p:grpSpPr>
          <a:xfrm>
            <a:off x="569476" y="1779253"/>
            <a:ext cx="120014" cy="120650"/>
            <a:chOff x="569476" y="1779253"/>
            <a:chExt cx="120014" cy="120650"/>
          </a:xfrm>
        </p:grpSpPr>
        <p:sp>
          <p:nvSpPr>
            <p:cNvPr id="191" name="object 191"/>
            <p:cNvSpPr/>
            <p:nvPr/>
          </p:nvSpPr>
          <p:spPr>
            <a:xfrm>
              <a:off x="569468" y="1779256"/>
              <a:ext cx="120014" cy="102870"/>
            </a:xfrm>
            <a:custGeom>
              <a:avLst/>
              <a:gdLst/>
              <a:ahLst/>
              <a:cxnLst/>
              <a:rect l="l" t="t" r="r" b="b"/>
              <a:pathLst>
                <a:path w="120015" h="102869">
                  <a:moveTo>
                    <a:pt x="105778" y="97790"/>
                  </a:moveTo>
                  <a:lnTo>
                    <a:pt x="105600" y="97790"/>
                  </a:lnTo>
                  <a:lnTo>
                    <a:pt x="105600" y="96520"/>
                  </a:lnTo>
                  <a:lnTo>
                    <a:pt x="104952" y="96520"/>
                  </a:lnTo>
                  <a:lnTo>
                    <a:pt x="104952" y="95250"/>
                  </a:lnTo>
                  <a:lnTo>
                    <a:pt x="14884" y="95250"/>
                  </a:lnTo>
                  <a:lnTo>
                    <a:pt x="14884" y="96520"/>
                  </a:lnTo>
                  <a:lnTo>
                    <a:pt x="14211" y="96520"/>
                  </a:lnTo>
                  <a:lnTo>
                    <a:pt x="14211" y="97790"/>
                  </a:lnTo>
                  <a:lnTo>
                    <a:pt x="14109" y="99060"/>
                  </a:lnTo>
                  <a:lnTo>
                    <a:pt x="16802" y="99060"/>
                  </a:lnTo>
                  <a:lnTo>
                    <a:pt x="16802" y="97790"/>
                  </a:lnTo>
                  <a:lnTo>
                    <a:pt x="17526" y="97790"/>
                  </a:lnTo>
                  <a:lnTo>
                    <a:pt x="17526" y="99060"/>
                  </a:lnTo>
                  <a:lnTo>
                    <a:pt x="17868" y="99060"/>
                  </a:lnTo>
                  <a:lnTo>
                    <a:pt x="17868" y="101600"/>
                  </a:lnTo>
                  <a:lnTo>
                    <a:pt x="17830" y="102870"/>
                  </a:lnTo>
                  <a:lnTo>
                    <a:pt x="19507" y="102870"/>
                  </a:lnTo>
                  <a:lnTo>
                    <a:pt x="19507" y="101600"/>
                  </a:lnTo>
                  <a:lnTo>
                    <a:pt x="21336" y="101600"/>
                  </a:lnTo>
                  <a:lnTo>
                    <a:pt x="21336" y="102870"/>
                  </a:lnTo>
                  <a:lnTo>
                    <a:pt x="98463" y="102870"/>
                  </a:lnTo>
                  <a:lnTo>
                    <a:pt x="98463" y="101600"/>
                  </a:lnTo>
                  <a:lnTo>
                    <a:pt x="100279" y="101600"/>
                  </a:lnTo>
                  <a:lnTo>
                    <a:pt x="100279" y="102870"/>
                  </a:lnTo>
                  <a:lnTo>
                    <a:pt x="101968" y="102870"/>
                  </a:lnTo>
                  <a:lnTo>
                    <a:pt x="101968" y="101600"/>
                  </a:lnTo>
                  <a:lnTo>
                    <a:pt x="101917" y="99060"/>
                  </a:lnTo>
                  <a:lnTo>
                    <a:pt x="102260" y="99060"/>
                  </a:lnTo>
                  <a:lnTo>
                    <a:pt x="102260" y="97790"/>
                  </a:lnTo>
                  <a:lnTo>
                    <a:pt x="103187" y="97790"/>
                  </a:lnTo>
                  <a:lnTo>
                    <a:pt x="103187" y="99060"/>
                  </a:lnTo>
                  <a:lnTo>
                    <a:pt x="105778" y="99060"/>
                  </a:lnTo>
                  <a:lnTo>
                    <a:pt x="105778" y="97790"/>
                  </a:lnTo>
                  <a:close/>
                </a:path>
                <a:path w="120015" h="102869">
                  <a:moveTo>
                    <a:pt x="119799" y="64770"/>
                  </a:moveTo>
                  <a:lnTo>
                    <a:pt x="119748" y="62230"/>
                  </a:lnTo>
                  <a:lnTo>
                    <a:pt x="119532" y="62230"/>
                  </a:lnTo>
                  <a:lnTo>
                    <a:pt x="119532" y="58420"/>
                  </a:lnTo>
                  <a:lnTo>
                    <a:pt x="119786" y="58420"/>
                  </a:lnTo>
                  <a:lnTo>
                    <a:pt x="119786" y="54610"/>
                  </a:lnTo>
                  <a:lnTo>
                    <a:pt x="119583" y="54610"/>
                  </a:lnTo>
                  <a:lnTo>
                    <a:pt x="119583" y="52070"/>
                  </a:lnTo>
                  <a:lnTo>
                    <a:pt x="119773" y="52070"/>
                  </a:lnTo>
                  <a:lnTo>
                    <a:pt x="119773" y="49530"/>
                  </a:lnTo>
                  <a:lnTo>
                    <a:pt x="115747" y="49530"/>
                  </a:lnTo>
                  <a:lnTo>
                    <a:pt x="115747" y="46990"/>
                  </a:lnTo>
                  <a:lnTo>
                    <a:pt x="115874" y="46990"/>
                  </a:lnTo>
                  <a:lnTo>
                    <a:pt x="115874" y="44450"/>
                  </a:lnTo>
                  <a:lnTo>
                    <a:pt x="116014" y="44450"/>
                  </a:lnTo>
                  <a:lnTo>
                    <a:pt x="116014" y="40640"/>
                  </a:lnTo>
                  <a:lnTo>
                    <a:pt x="116395" y="40640"/>
                  </a:lnTo>
                  <a:lnTo>
                    <a:pt x="116395" y="36830"/>
                  </a:lnTo>
                  <a:lnTo>
                    <a:pt x="116243" y="36830"/>
                  </a:lnTo>
                  <a:lnTo>
                    <a:pt x="116243" y="35560"/>
                  </a:lnTo>
                  <a:lnTo>
                    <a:pt x="112255" y="35560"/>
                  </a:lnTo>
                  <a:lnTo>
                    <a:pt x="112255" y="33020"/>
                  </a:lnTo>
                  <a:lnTo>
                    <a:pt x="112712" y="33020"/>
                  </a:lnTo>
                  <a:lnTo>
                    <a:pt x="112712" y="31750"/>
                  </a:lnTo>
                  <a:lnTo>
                    <a:pt x="112471" y="31750"/>
                  </a:lnTo>
                  <a:lnTo>
                    <a:pt x="112471" y="29210"/>
                  </a:lnTo>
                  <a:lnTo>
                    <a:pt x="112509" y="27940"/>
                  </a:lnTo>
                  <a:lnTo>
                    <a:pt x="110769" y="27940"/>
                  </a:lnTo>
                  <a:lnTo>
                    <a:pt x="110769" y="29210"/>
                  </a:lnTo>
                  <a:lnTo>
                    <a:pt x="109004" y="29210"/>
                  </a:lnTo>
                  <a:lnTo>
                    <a:pt x="109004" y="27940"/>
                  </a:lnTo>
                  <a:lnTo>
                    <a:pt x="109093" y="25400"/>
                  </a:lnTo>
                  <a:lnTo>
                    <a:pt x="108699" y="25400"/>
                  </a:lnTo>
                  <a:lnTo>
                    <a:pt x="108699" y="24130"/>
                  </a:lnTo>
                  <a:lnTo>
                    <a:pt x="107911" y="24130"/>
                  </a:lnTo>
                  <a:lnTo>
                    <a:pt x="107911" y="25400"/>
                  </a:lnTo>
                  <a:lnTo>
                    <a:pt x="105232" y="25400"/>
                  </a:lnTo>
                  <a:lnTo>
                    <a:pt x="105232" y="24130"/>
                  </a:lnTo>
                  <a:lnTo>
                    <a:pt x="105371" y="24130"/>
                  </a:lnTo>
                  <a:lnTo>
                    <a:pt x="105371" y="22860"/>
                  </a:lnTo>
                  <a:lnTo>
                    <a:pt x="105930" y="22860"/>
                  </a:lnTo>
                  <a:lnTo>
                    <a:pt x="105930" y="21590"/>
                  </a:lnTo>
                  <a:lnTo>
                    <a:pt x="101727" y="21590"/>
                  </a:lnTo>
                  <a:lnTo>
                    <a:pt x="101727" y="19050"/>
                  </a:lnTo>
                  <a:lnTo>
                    <a:pt x="102349" y="19050"/>
                  </a:lnTo>
                  <a:lnTo>
                    <a:pt x="102349" y="17780"/>
                  </a:lnTo>
                  <a:lnTo>
                    <a:pt x="99517" y="17780"/>
                  </a:lnTo>
                  <a:lnTo>
                    <a:pt x="99517" y="19050"/>
                  </a:lnTo>
                  <a:lnTo>
                    <a:pt x="98844" y="19050"/>
                  </a:lnTo>
                  <a:lnTo>
                    <a:pt x="98844" y="17780"/>
                  </a:lnTo>
                  <a:lnTo>
                    <a:pt x="98386" y="17780"/>
                  </a:lnTo>
                  <a:lnTo>
                    <a:pt x="98386" y="15240"/>
                  </a:lnTo>
                  <a:lnTo>
                    <a:pt x="98539" y="15240"/>
                  </a:lnTo>
                  <a:lnTo>
                    <a:pt x="98539" y="13970"/>
                  </a:lnTo>
                  <a:lnTo>
                    <a:pt x="96621" y="13970"/>
                  </a:lnTo>
                  <a:lnTo>
                    <a:pt x="96621" y="15240"/>
                  </a:lnTo>
                  <a:lnTo>
                    <a:pt x="95034" y="15240"/>
                  </a:lnTo>
                  <a:lnTo>
                    <a:pt x="95034" y="13970"/>
                  </a:lnTo>
                  <a:lnTo>
                    <a:pt x="95034" y="11430"/>
                  </a:lnTo>
                  <a:lnTo>
                    <a:pt x="94665" y="11430"/>
                  </a:lnTo>
                  <a:lnTo>
                    <a:pt x="94665" y="10160"/>
                  </a:lnTo>
                  <a:lnTo>
                    <a:pt x="93751" y="10160"/>
                  </a:lnTo>
                  <a:lnTo>
                    <a:pt x="93751" y="11430"/>
                  </a:lnTo>
                  <a:lnTo>
                    <a:pt x="91211" y="11430"/>
                  </a:lnTo>
                  <a:lnTo>
                    <a:pt x="91211" y="10160"/>
                  </a:lnTo>
                  <a:lnTo>
                    <a:pt x="91617" y="10160"/>
                  </a:lnTo>
                  <a:lnTo>
                    <a:pt x="91617" y="7620"/>
                  </a:lnTo>
                  <a:lnTo>
                    <a:pt x="84175" y="7620"/>
                  </a:lnTo>
                  <a:lnTo>
                    <a:pt x="84175" y="6350"/>
                  </a:lnTo>
                  <a:lnTo>
                    <a:pt x="84645" y="6350"/>
                  </a:lnTo>
                  <a:lnTo>
                    <a:pt x="84645" y="3810"/>
                  </a:lnTo>
                  <a:lnTo>
                    <a:pt x="70396" y="3810"/>
                  </a:lnTo>
                  <a:lnTo>
                    <a:pt x="70396" y="1270"/>
                  </a:lnTo>
                  <a:lnTo>
                    <a:pt x="70535" y="1270"/>
                  </a:lnTo>
                  <a:lnTo>
                    <a:pt x="70535" y="0"/>
                  </a:lnTo>
                  <a:lnTo>
                    <a:pt x="67906" y="0"/>
                  </a:lnTo>
                  <a:lnTo>
                    <a:pt x="67906" y="1270"/>
                  </a:lnTo>
                  <a:lnTo>
                    <a:pt x="67271" y="1270"/>
                  </a:lnTo>
                  <a:lnTo>
                    <a:pt x="67271" y="0"/>
                  </a:lnTo>
                  <a:lnTo>
                    <a:pt x="49276" y="0"/>
                  </a:lnTo>
                  <a:lnTo>
                    <a:pt x="49276" y="1270"/>
                  </a:lnTo>
                  <a:lnTo>
                    <a:pt x="49415" y="1270"/>
                  </a:lnTo>
                  <a:lnTo>
                    <a:pt x="49415" y="3810"/>
                  </a:lnTo>
                  <a:lnTo>
                    <a:pt x="35153" y="3810"/>
                  </a:lnTo>
                  <a:lnTo>
                    <a:pt x="35153" y="6350"/>
                  </a:lnTo>
                  <a:lnTo>
                    <a:pt x="35648" y="6350"/>
                  </a:lnTo>
                  <a:lnTo>
                    <a:pt x="35648" y="7620"/>
                  </a:lnTo>
                  <a:lnTo>
                    <a:pt x="28968" y="7620"/>
                  </a:lnTo>
                  <a:lnTo>
                    <a:pt x="28968" y="6350"/>
                  </a:lnTo>
                  <a:lnTo>
                    <a:pt x="28892" y="7620"/>
                  </a:lnTo>
                  <a:lnTo>
                    <a:pt x="28155" y="7620"/>
                  </a:lnTo>
                  <a:lnTo>
                    <a:pt x="28155" y="10160"/>
                  </a:lnTo>
                  <a:lnTo>
                    <a:pt x="28651" y="10160"/>
                  </a:lnTo>
                  <a:lnTo>
                    <a:pt x="28651" y="11430"/>
                  </a:lnTo>
                  <a:lnTo>
                    <a:pt x="26111" y="11430"/>
                  </a:lnTo>
                  <a:lnTo>
                    <a:pt x="26111" y="10160"/>
                  </a:lnTo>
                  <a:lnTo>
                    <a:pt x="25069" y="10160"/>
                  </a:lnTo>
                  <a:lnTo>
                    <a:pt x="25069" y="11430"/>
                  </a:lnTo>
                  <a:lnTo>
                    <a:pt x="24777" y="11430"/>
                  </a:lnTo>
                  <a:lnTo>
                    <a:pt x="24777" y="13970"/>
                  </a:lnTo>
                  <a:lnTo>
                    <a:pt x="24765" y="15240"/>
                  </a:lnTo>
                  <a:lnTo>
                    <a:pt x="23126" y="15240"/>
                  </a:lnTo>
                  <a:lnTo>
                    <a:pt x="23126" y="13970"/>
                  </a:lnTo>
                  <a:lnTo>
                    <a:pt x="21221" y="13970"/>
                  </a:lnTo>
                  <a:lnTo>
                    <a:pt x="21221" y="15240"/>
                  </a:lnTo>
                  <a:lnTo>
                    <a:pt x="21386" y="15240"/>
                  </a:lnTo>
                  <a:lnTo>
                    <a:pt x="21386" y="17780"/>
                  </a:lnTo>
                  <a:lnTo>
                    <a:pt x="20955" y="17780"/>
                  </a:lnTo>
                  <a:lnTo>
                    <a:pt x="20955" y="19050"/>
                  </a:lnTo>
                  <a:lnTo>
                    <a:pt x="20281" y="19050"/>
                  </a:lnTo>
                  <a:lnTo>
                    <a:pt x="20281" y="17780"/>
                  </a:lnTo>
                  <a:lnTo>
                    <a:pt x="17449" y="17780"/>
                  </a:lnTo>
                  <a:lnTo>
                    <a:pt x="17449" y="19050"/>
                  </a:lnTo>
                  <a:lnTo>
                    <a:pt x="18059" y="19050"/>
                  </a:lnTo>
                  <a:lnTo>
                    <a:pt x="18059" y="21590"/>
                  </a:lnTo>
                  <a:lnTo>
                    <a:pt x="13754" y="21590"/>
                  </a:lnTo>
                  <a:lnTo>
                    <a:pt x="13754" y="22860"/>
                  </a:lnTo>
                  <a:lnTo>
                    <a:pt x="14389" y="22860"/>
                  </a:lnTo>
                  <a:lnTo>
                    <a:pt x="14389" y="24130"/>
                  </a:lnTo>
                  <a:lnTo>
                    <a:pt x="14605" y="24130"/>
                  </a:lnTo>
                  <a:lnTo>
                    <a:pt x="14605" y="25400"/>
                  </a:lnTo>
                  <a:lnTo>
                    <a:pt x="11912" y="25400"/>
                  </a:lnTo>
                  <a:lnTo>
                    <a:pt x="11912" y="24130"/>
                  </a:lnTo>
                  <a:lnTo>
                    <a:pt x="11036" y="24130"/>
                  </a:lnTo>
                  <a:lnTo>
                    <a:pt x="11036" y="25400"/>
                  </a:lnTo>
                  <a:lnTo>
                    <a:pt x="10731" y="25400"/>
                  </a:lnTo>
                  <a:lnTo>
                    <a:pt x="10731" y="27940"/>
                  </a:lnTo>
                  <a:lnTo>
                    <a:pt x="10795" y="29210"/>
                  </a:lnTo>
                  <a:lnTo>
                    <a:pt x="9093" y="29210"/>
                  </a:lnTo>
                  <a:lnTo>
                    <a:pt x="9093" y="27940"/>
                  </a:lnTo>
                  <a:lnTo>
                    <a:pt x="7289" y="27940"/>
                  </a:lnTo>
                  <a:lnTo>
                    <a:pt x="7289" y="29210"/>
                  </a:lnTo>
                  <a:lnTo>
                    <a:pt x="7162" y="29210"/>
                  </a:lnTo>
                  <a:lnTo>
                    <a:pt x="7162" y="31750"/>
                  </a:lnTo>
                  <a:lnTo>
                    <a:pt x="7277" y="33020"/>
                  </a:lnTo>
                  <a:lnTo>
                    <a:pt x="7493" y="33020"/>
                  </a:lnTo>
                  <a:lnTo>
                    <a:pt x="7493" y="35560"/>
                  </a:lnTo>
                  <a:lnTo>
                    <a:pt x="3556" y="35560"/>
                  </a:lnTo>
                  <a:lnTo>
                    <a:pt x="3556" y="36830"/>
                  </a:lnTo>
                  <a:lnTo>
                    <a:pt x="3403" y="36830"/>
                  </a:lnTo>
                  <a:lnTo>
                    <a:pt x="3403" y="40640"/>
                  </a:lnTo>
                  <a:lnTo>
                    <a:pt x="3784" y="40640"/>
                  </a:lnTo>
                  <a:lnTo>
                    <a:pt x="3784" y="44450"/>
                  </a:lnTo>
                  <a:lnTo>
                    <a:pt x="3937" y="44450"/>
                  </a:lnTo>
                  <a:lnTo>
                    <a:pt x="3937" y="46990"/>
                  </a:lnTo>
                  <a:lnTo>
                    <a:pt x="4051" y="49530"/>
                  </a:lnTo>
                  <a:lnTo>
                    <a:pt x="25" y="49530"/>
                  </a:lnTo>
                  <a:lnTo>
                    <a:pt x="25" y="52070"/>
                  </a:lnTo>
                  <a:lnTo>
                    <a:pt x="215" y="52070"/>
                  </a:lnTo>
                  <a:lnTo>
                    <a:pt x="215" y="54610"/>
                  </a:lnTo>
                  <a:lnTo>
                    <a:pt x="12" y="54610"/>
                  </a:lnTo>
                  <a:lnTo>
                    <a:pt x="12" y="58420"/>
                  </a:lnTo>
                  <a:lnTo>
                    <a:pt x="279" y="58420"/>
                  </a:lnTo>
                  <a:lnTo>
                    <a:pt x="279" y="62230"/>
                  </a:lnTo>
                  <a:lnTo>
                    <a:pt x="63" y="62230"/>
                  </a:lnTo>
                  <a:lnTo>
                    <a:pt x="63" y="64770"/>
                  </a:lnTo>
                  <a:lnTo>
                    <a:pt x="0" y="67310"/>
                  </a:lnTo>
                  <a:lnTo>
                    <a:pt x="241" y="67310"/>
                  </a:lnTo>
                  <a:lnTo>
                    <a:pt x="241" y="69850"/>
                  </a:lnTo>
                  <a:lnTo>
                    <a:pt x="114" y="69850"/>
                  </a:lnTo>
                  <a:lnTo>
                    <a:pt x="114" y="71120"/>
                  </a:lnTo>
                  <a:lnTo>
                    <a:pt x="3098" y="71120"/>
                  </a:lnTo>
                  <a:lnTo>
                    <a:pt x="3098" y="69850"/>
                  </a:lnTo>
                  <a:lnTo>
                    <a:pt x="3746" y="69850"/>
                  </a:lnTo>
                  <a:lnTo>
                    <a:pt x="3746" y="71120"/>
                  </a:lnTo>
                  <a:lnTo>
                    <a:pt x="4000" y="71120"/>
                  </a:lnTo>
                  <a:lnTo>
                    <a:pt x="4000" y="72390"/>
                  </a:lnTo>
                  <a:lnTo>
                    <a:pt x="4076" y="74930"/>
                  </a:lnTo>
                  <a:lnTo>
                    <a:pt x="3784" y="74930"/>
                  </a:lnTo>
                  <a:lnTo>
                    <a:pt x="3784" y="80010"/>
                  </a:lnTo>
                  <a:lnTo>
                    <a:pt x="3454" y="80010"/>
                  </a:lnTo>
                  <a:lnTo>
                    <a:pt x="3454" y="82550"/>
                  </a:lnTo>
                  <a:lnTo>
                    <a:pt x="3225" y="82550"/>
                  </a:lnTo>
                  <a:lnTo>
                    <a:pt x="3225" y="83820"/>
                  </a:lnTo>
                  <a:lnTo>
                    <a:pt x="3695" y="83820"/>
                  </a:lnTo>
                  <a:lnTo>
                    <a:pt x="3695" y="85090"/>
                  </a:lnTo>
                  <a:lnTo>
                    <a:pt x="6527" y="85090"/>
                  </a:lnTo>
                  <a:lnTo>
                    <a:pt x="6527" y="83820"/>
                  </a:lnTo>
                  <a:lnTo>
                    <a:pt x="7061" y="83820"/>
                  </a:lnTo>
                  <a:lnTo>
                    <a:pt x="7061" y="85090"/>
                  </a:lnTo>
                  <a:lnTo>
                    <a:pt x="7353" y="85090"/>
                  </a:lnTo>
                  <a:lnTo>
                    <a:pt x="7353" y="87630"/>
                  </a:lnTo>
                  <a:lnTo>
                    <a:pt x="7340" y="88900"/>
                  </a:lnTo>
                  <a:lnTo>
                    <a:pt x="7150" y="88900"/>
                  </a:lnTo>
                  <a:lnTo>
                    <a:pt x="7150" y="91440"/>
                  </a:lnTo>
                  <a:lnTo>
                    <a:pt x="7670" y="91440"/>
                  </a:lnTo>
                  <a:lnTo>
                    <a:pt x="7670" y="92710"/>
                  </a:lnTo>
                  <a:lnTo>
                    <a:pt x="8166" y="92710"/>
                  </a:lnTo>
                  <a:lnTo>
                    <a:pt x="8166" y="91440"/>
                  </a:lnTo>
                  <a:lnTo>
                    <a:pt x="11087" y="91440"/>
                  </a:lnTo>
                  <a:lnTo>
                    <a:pt x="11087" y="92710"/>
                  </a:lnTo>
                  <a:lnTo>
                    <a:pt x="10820" y="92710"/>
                  </a:lnTo>
                  <a:lnTo>
                    <a:pt x="10820" y="93980"/>
                  </a:lnTo>
                  <a:lnTo>
                    <a:pt x="10210" y="93980"/>
                  </a:lnTo>
                  <a:lnTo>
                    <a:pt x="10210" y="95250"/>
                  </a:lnTo>
                  <a:lnTo>
                    <a:pt x="13804" y="95250"/>
                  </a:lnTo>
                  <a:lnTo>
                    <a:pt x="13804" y="93980"/>
                  </a:lnTo>
                  <a:lnTo>
                    <a:pt x="108940" y="93980"/>
                  </a:lnTo>
                  <a:lnTo>
                    <a:pt x="108940" y="92710"/>
                  </a:lnTo>
                  <a:lnTo>
                    <a:pt x="108623" y="92710"/>
                  </a:lnTo>
                  <a:lnTo>
                    <a:pt x="108623" y="91440"/>
                  </a:lnTo>
                  <a:lnTo>
                    <a:pt x="111836" y="91440"/>
                  </a:lnTo>
                  <a:lnTo>
                    <a:pt x="111836" y="92710"/>
                  </a:lnTo>
                  <a:lnTo>
                    <a:pt x="112293" y="92710"/>
                  </a:lnTo>
                  <a:lnTo>
                    <a:pt x="112293" y="91440"/>
                  </a:lnTo>
                  <a:lnTo>
                    <a:pt x="112712" y="91440"/>
                  </a:lnTo>
                  <a:lnTo>
                    <a:pt x="112712" y="88900"/>
                  </a:lnTo>
                  <a:lnTo>
                    <a:pt x="112509" y="88900"/>
                  </a:lnTo>
                  <a:lnTo>
                    <a:pt x="112509" y="87630"/>
                  </a:lnTo>
                  <a:lnTo>
                    <a:pt x="112356" y="87630"/>
                  </a:lnTo>
                  <a:lnTo>
                    <a:pt x="112356" y="85090"/>
                  </a:lnTo>
                  <a:lnTo>
                    <a:pt x="112737" y="85090"/>
                  </a:lnTo>
                  <a:lnTo>
                    <a:pt x="112737" y="83820"/>
                  </a:lnTo>
                  <a:lnTo>
                    <a:pt x="113271" y="83820"/>
                  </a:lnTo>
                  <a:lnTo>
                    <a:pt x="113271" y="85090"/>
                  </a:lnTo>
                  <a:lnTo>
                    <a:pt x="116103" y="85090"/>
                  </a:lnTo>
                  <a:lnTo>
                    <a:pt x="116103" y="83820"/>
                  </a:lnTo>
                  <a:lnTo>
                    <a:pt x="116573" y="83820"/>
                  </a:lnTo>
                  <a:lnTo>
                    <a:pt x="116573" y="82550"/>
                  </a:lnTo>
                  <a:lnTo>
                    <a:pt x="116344" y="82550"/>
                  </a:lnTo>
                  <a:lnTo>
                    <a:pt x="116344" y="80010"/>
                  </a:lnTo>
                  <a:lnTo>
                    <a:pt x="116014" y="80010"/>
                  </a:lnTo>
                  <a:lnTo>
                    <a:pt x="116014" y="74930"/>
                  </a:lnTo>
                  <a:lnTo>
                    <a:pt x="115722" y="74930"/>
                  </a:lnTo>
                  <a:lnTo>
                    <a:pt x="115722" y="72390"/>
                  </a:lnTo>
                  <a:lnTo>
                    <a:pt x="115798" y="71120"/>
                  </a:lnTo>
                  <a:lnTo>
                    <a:pt x="116052" y="71120"/>
                  </a:lnTo>
                  <a:lnTo>
                    <a:pt x="116052" y="69850"/>
                  </a:lnTo>
                  <a:lnTo>
                    <a:pt x="116700" y="69850"/>
                  </a:lnTo>
                  <a:lnTo>
                    <a:pt x="116700" y="71120"/>
                  </a:lnTo>
                  <a:lnTo>
                    <a:pt x="119697" y="71120"/>
                  </a:lnTo>
                  <a:lnTo>
                    <a:pt x="119697" y="69850"/>
                  </a:lnTo>
                  <a:lnTo>
                    <a:pt x="119570" y="69850"/>
                  </a:lnTo>
                  <a:lnTo>
                    <a:pt x="119570" y="67310"/>
                  </a:lnTo>
                  <a:lnTo>
                    <a:pt x="119799" y="67310"/>
                  </a:lnTo>
                  <a:lnTo>
                    <a:pt x="119799" y="64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590689" y="1880856"/>
              <a:ext cx="81280" cy="19050"/>
            </a:xfrm>
            <a:custGeom>
              <a:avLst/>
              <a:gdLst/>
              <a:ahLst/>
              <a:cxnLst/>
              <a:rect l="l" t="t" r="r" b="b"/>
              <a:pathLst>
                <a:path w="81279" h="19050">
                  <a:moveTo>
                    <a:pt x="63309" y="13970"/>
                  </a:moveTo>
                  <a:lnTo>
                    <a:pt x="63207" y="11430"/>
                  </a:lnTo>
                  <a:lnTo>
                    <a:pt x="14160" y="11430"/>
                  </a:lnTo>
                  <a:lnTo>
                    <a:pt x="14160" y="13970"/>
                  </a:lnTo>
                  <a:lnTo>
                    <a:pt x="14071" y="15240"/>
                  </a:lnTo>
                  <a:lnTo>
                    <a:pt x="23520" y="15240"/>
                  </a:lnTo>
                  <a:lnTo>
                    <a:pt x="23520" y="13970"/>
                  </a:lnTo>
                  <a:lnTo>
                    <a:pt x="28067" y="13970"/>
                  </a:lnTo>
                  <a:lnTo>
                    <a:pt x="28067" y="15240"/>
                  </a:lnTo>
                  <a:lnTo>
                    <a:pt x="28130" y="17780"/>
                  </a:lnTo>
                  <a:lnTo>
                    <a:pt x="28435" y="17780"/>
                  </a:lnTo>
                  <a:lnTo>
                    <a:pt x="28435" y="19050"/>
                  </a:lnTo>
                  <a:lnTo>
                    <a:pt x="29260" y="19050"/>
                  </a:lnTo>
                  <a:lnTo>
                    <a:pt x="29260" y="17780"/>
                  </a:lnTo>
                  <a:lnTo>
                    <a:pt x="32588" y="17780"/>
                  </a:lnTo>
                  <a:lnTo>
                    <a:pt x="32588" y="19050"/>
                  </a:lnTo>
                  <a:lnTo>
                    <a:pt x="48488" y="19050"/>
                  </a:lnTo>
                  <a:lnTo>
                    <a:pt x="48488" y="17780"/>
                  </a:lnTo>
                  <a:lnTo>
                    <a:pt x="49225" y="17780"/>
                  </a:lnTo>
                  <a:lnTo>
                    <a:pt x="49225" y="15240"/>
                  </a:lnTo>
                  <a:lnTo>
                    <a:pt x="49314" y="13970"/>
                  </a:lnTo>
                  <a:lnTo>
                    <a:pt x="54000" y="13970"/>
                  </a:lnTo>
                  <a:lnTo>
                    <a:pt x="54000" y="15240"/>
                  </a:lnTo>
                  <a:lnTo>
                    <a:pt x="63309" y="15240"/>
                  </a:lnTo>
                  <a:lnTo>
                    <a:pt x="63309" y="13970"/>
                  </a:lnTo>
                  <a:close/>
                </a:path>
                <a:path w="81279" h="19050">
                  <a:moveTo>
                    <a:pt x="77343" y="1270"/>
                  </a:moveTo>
                  <a:lnTo>
                    <a:pt x="0" y="1270"/>
                  </a:lnTo>
                  <a:lnTo>
                    <a:pt x="0" y="3810"/>
                  </a:lnTo>
                  <a:lnTo>
                    <a:pt x="419" y="3810"/>
                  </a:lnTo>
                  <a:lnTo>
                    <a:pt x="419" y="5080"/>
                  </a:lnTo>
                  <a:lnTo>
                    <a:pt x="1193" y="5080"/>
                  </a:lnTo>
                  <a:lnTo>
                    <a:pt x="1193" y="3810"/>
                  </a:lnTo>
                  <a:lnTo>
                    <a:pt x="3924" y="3810"/>
                  </a:lnTo>
                  <a:lnTo>
                    <a:pt x="3924" y="5080"/>
                  </a:lnTo>
                  <a:lnTo>
                    <a:pt x="3365" y="5080"/>
                  </a:lnTo>
                  <a:lnTo>
                    <a:pt x="3365" y="7620"/>
                  </a:lnTo>
                  <a:lnTo>
                    <a:pt x="7251" y="7620"/>
                  </a:lnTo>
                  <a:lnTo>
                    <a:pt x="7251" y="10160"/>
                  </a:lnTo>
                  <a:lnTo>
                    <a:pt x="6616" y="10160"/>
                  </a:lnTo>
                  <a:lnTo>
                    <a:pt x="6616" y="11430"/>
                  </a:lnTo>
                  <a:lnTo>
                    <a:pt x="13792" y="11430"/>
                  </a:lnTo>
                  <a:lnTo>
                    <a:pt x="13792" y="10160"/>
                  </a:lnTo>
                  <a:lnTo>
                    <a:pt x="63576" y="10160"/>
                  </a:lnTo>
                  <a:lnTo>
                    <a:pt x="63576" y="11430"/>
                  </a:lnTo>
                  <a:lnTo>
                    <a:pt x="64350" y="11430"/>
                  </a:lnTo>
                  <a:lnTo>
                    <a:pt x="64350" y="10160"/>
                  </a:lnTo>
                  <a:lnTo>
                    <a:pt x="67246" y="10160"/>
                  </a:lnTo>
                  <a:lnTo>
                    <a:pt x="67246" y="11430"/>
                  </a:lnTo>
                  <a:lnTo>
                    <a:pt x="67729" y="11430"/>
                  </a:lnTo>
                  <a:lnTo>
                    <a:pt x="67729" y="10160"/>
                  </a:lnTo>
                  <a:lnTo>
                    <a:pt x="70027" y="10160"/>
                  </a:lnTo>
                  <a:lnTo>
                    <a:pt x="70027" y="7620"/>
                  </a:lnTo>
                  <a:lnTo>
                    <a:pt x="73977" y="7620"/>
                  </a:lnTo>
                  <a:lnTo>
                    <a:pt x="73977" y="5080"/>
                  </a:lnTo>
                  <a:lnTo>
                    <a:pt x="73355" y="5080"/>
                  </a:lnTo>
                  <a:lnTo>
                    <a:pt x="73355" y="3810"/>
                  </a:lnTo>
                  <a:lnTo>
                    <a:pt x="76161" y="3810"/>
                  </a:lnTo>
                  <a:lnTo>
                    <a:pt x="76161" y="5080"/>
                  </a:lnTo>
                  <a:lnTo>
                    <a:pt x="76771" y="5080"/>
                  </a:lnTo>
                  <a:lnTo>
                    <a:pt x="76771" y="3810"/>
                  </a:lnTo>
                  <a:lnTo>
                    <a:pt x="77343" y="3810"/>
                  </a:lnTo>
                  <a:lnTo>
                    <a:pt x="77343" y="1270"/>
                  </a:lnTo>
                  <a:close/>
                </a:path>
                <a:path w="81279" h="19050">
                  <a:moveTo>
                    <a:pt x="80746" y="0"/>
                  </a:moveTo>
                  <a:lnTo>
                    <a:pt x="79057" y="0"/>
                  </a:lnTo>
                  <a:lnTo>
                    <a:pt x="79057" y="1270"/>
                  </a:lnTo>
                  <a:lnTo>
                    <a:pt x="80746" y="1270"/>
                  </a:lnTo>
                  <a:lnTo>
                    <a:pt x="80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3" name="object 193"/>
          <p:cNvSpPr/>
          <p:nvPr/>
        </p:nvSpPr>
        <p:spPr>
          <a:xfrm>
            <a:off x="779685" y="1778895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68723" y="120629"/>
                </a:moveTo>
                <a:lnTo>
                  <a:pt x="65749" y="120096"/>
                </a:lnTo>
                <a:lnTo>
                  <a:pt x="58075" y="120096"/>
                </a:lnTo>
                <a:lnTo>
                  <a:pt x="55195" y="120600"/>
                </a:lnTo>
                <a:lnTo>
                  <a:pt x="52542" y="119942"/>
                </a:lnTo>
                <a:lnTo>
                  <a:pt x="50087" y="120527"/>
                </a:lnTo>
                <a:lnTo>
                  <a:pt x="49392" y="119825"/>
                </a:lnTo>
                <a:lnTo>
                  <a:pt x="49962" y="116653"/>
                </a:lnTo>
                <a:lnTo>
                  <a:pt x="47594" y="116105"/>
                </a:lnTo>
                <a:lnTo>
                  <a:pt x="44766" y="116588"/>
                </a:lnTo>
                <a:lnTo>
                  <a:pt x="41733" y="116588"/>
                </a:lnTo>
                <a:lnTo>
                  <a:pt x="39971" y="116902"/>
                </a:lnTo>
                <a:lnTo>
                  <a:pt x="38729" y="116434"/>
                </a:lnTo>
                <a:lnTo>
                  <a:pt x="39467" y="113416"/>
                </a:lnTo>
                <a:lnTo>
                  <a:pt x="38802" y="112750"/>
                </a:lnTo>
                <a:lnTo>
                  <a:pt x="36134" y="113109"/>
                </a:lnTo>
                <a:lnTo>
                  <a:pt x="34760" y="113035"/>
                </a:lnTo>
                <a:lnTo>
                  <a:pt x="32882" y="113452"/>
                </a:lnTo>
                <a:lnTo>
                  <a:pt x="31647" y="112860"/>
                </a:lnTo>
                <a:lnTo>
                  <a:pt x="32509" y="109966"/>
                </a:lnTo>
                <a:lnTo>
                  <a:pt x="31785" y="109242"/>
                </a:lnTo>
                <a:lnTo>
                  <a:pt x="29118" y="109608"/>
                </a:lnTo>
                <a:lnTo>
                  <a:pt x="27934" y="109542"/>
                </a:lnTo>
                <a:lnTo>
                  <a:pt x="25631" y="109951"/>
                </a:lnTo>
                <a:lnTo>
                  <a:pt x="24528" y="109177"/>
                </a:lnTo>
                <a:lnTo>
                  <a:pt x="25602" y="106575"/>
                </a:lnTo>
                <a:lnTo>
                  <a:pt x="24513" y="105493"/>
                </a:lnTo>
                <a:lnTo>
                  <a:pt x="22174" y="106655"/>
                </a:lnTo>
                <a:lnTo>
                  <a:pt x="21005" y="105493"/>
                </a:lnTo>
                <a:lnTo>
                  <a:pt x="22174" y="103154"/>
                </a:lnTo>
                <a:lnTo>
                  <a:pt x="21005" y="101985"/>
                </a:lnTo>
                <a:lnTo>
                  <a:pt x="18666" y="103154"/>
                </a:lnTo>
                <a:lnTo>
                  <a:pt x="17497" y="101985"/>
                </a:lnTo>
                <a:lnTo>
                  <a:pt x="18666" y="99646"/>
                </a:lnTo>
                <a:lnTo>
                  <a:pt x="17497" y="98476"/>
                </a:lnTo>
                <a:lnTo>
                  <a:pt x="15158" y="99646"/>
                </a:lnTo>
                <a:lnTo>
                  <a:pt x="13988" y="98477"/>
                </a:lnTo>
                <a:lnTo>
                  <a:pt x="15158" y="96145"/>
                </a:lnTo>
                <a:lnTo>
                  <a:pt x="14076" y="95071"/>
                </a:lnTo>
                <a:lnTo>
                  <a:pt x="11445" y="96123"/>
                </a:lnTo>
                <a:lnTo>
                  <a:pt x="9998" y="93967"/>
                </a:lnTo>
                <a:lnTo>
                  <a:pt x="11832" y="90335"/>
                </a:lnTo>
                <a:lnTo>
                  <a:pt x="10875" y="88098"/>
                </a:lnTo>
                <a:lnTo>
                  <a:pt x="7922" y="88917"/>
                </a:lnTo>
                <a:lnTo>
                  <a:pt x="7009" y="88003"/>
                </a:lnTo>
                <a:lnTo>
                  <a:pt x="7922" y="85745"/>
                </a:lnTo>
                <a:lnTo>
                  <a:pt x="7191" y="84327"/>
                </a:lnTo>
                <a:lnTo>
                  <a:pt x="8105" y="82076"/>
                </a:lnTo>
                <a:lnTo>
                  <a:pt x="7067" y="81045"/>
                </a:lnTo>
                <a:lnTo>
                  <a:pt x="4422" y="82098"/>
                </a:lnTo>
                <a:lnTo>
                  <a:pt x="3544" y="80775"/>
                </a:lnTo>
                <a:lnTo>
                  <a:pt x="4355" y="78904"/>
                </a:lnTo>
                <a:lnTo>
                  <a:pt x="3617" y="76806"/>
                </a:lnTo>
                <a:lnTo>
                  <a:pt x="4970" y="71771"/>
                </a:lnTo>
                <a:lnTo>
                  <a:pt x="3749" y="70769"/>
                </a:lnTo>
                <a:lnTo>
                  <a:pt x="621" y="71310"/>
                </a:lnTo>
                <a:lnTo>
                  <a:pt x="0" y="69030"/>
                </a:lnTo>
                <a:lnTo>
                  <a:pt x="540" y="66063"/>
                </a:lnTo>
                <a:lnTo>
                  <a:pt x="540" y="58389"/>
                </a:lnTo>
                <a:lnTo>
                  <a:pt x="29" y="55502"/>
                </a:lnTo>
                <a:lnTo>
                  <a:pt x="694" y="52849"/>
                </a:lnTo>
                <a:lnTo>
                  <a:pt x="109" y="50393"/>
                </a:lnTo>
                <a:lnTo>
                  <a:pt x="804" y="49706"/>
                </a:lnTo>
                <a:lnTo>
                  <a:pt x="3975" y="50269"/>
                </a:lnTo>
                <a:lnTo>
                  <a:pt x="4531" y="47908"/>
                </a:lnTo>
                <a:lnTo>
                  <a:pt x="4049" y="45080"/>
                </a:lnTo>
                <a:lnTo>
                  <a:pt x="4049" y="42047"/>
                </a:lnTo>
                <a:lnTo>
                  <a:pt x="3734" y="40285"/>
                </a:lnTo>
                <a:lnTo>
                  <a:pt x="4202" y="39043"/>
                </a:lnTo>
                <a:lnTo>
                  <a:pt x="7220" y="39788"/>
                </a:lnTo>
                <a:lnTo>
                  <a:pt x="7886" y="39116"/>
                </a:lnTo>
                <a:lnTo>
                  <a:pt x="7528" y="36455"/>
                </a:lnTo>
                <a:lnTo>
                  <a:pt x="7601" y="35081"/>
                </a:lnTo>
                <a:lnTo>
                  <a:pt x="7191" y="33203"/>
                </a:lnTo>
                <a:lnTo>
                  <a:pt x="7776" y="31975"/>
                </a:lnTo>
                <a:lnTo>
                  <a:pt x="10670" y="32837"/>
                </a:lnTo>
                <a:lnTo>
                  <a:pt x="11394" y="32107"/>
                </a:lnTo>
                <a:lnTo>
                  <a:pt x="11036" y="29446"/>
                </a:lnTo>
                <a:lnTo>
                  <a:pt x="11102" y="28262"/>
                </a:lnTo>
                <a:lnTo>
                  <a:pt x="10692" y="25960"/>
                </a:lnTo>
                <a:lnTo>
                  <a:pt x="11467" y="24856"/>
                </a:lnTo>
                <a:lnTo>
                  <a:pt x="14069" y="25938"/>
                </a:lnTo>
                <a:lnTo>
                  <a:pt x="15063" y="24944"/>
                </a:lnTo>
                <a:lnTo>
                  <a:pt x="14011" y="22291"/>
                </a:lnTo>
                <a:lnTo>
                  <a:pt x="15333" y="21421"/>
                </a:lnTo>
                <a:lnTo>
                  <a:pt x="17387" y="22510"/>
                </a:lnTo>
                <a:lnTo>
                  <a:pt x="18673" y="21429"/>
                </a:lnTo>
                <a:lnTo>
                  <a:pt x="17526" y="18973"/>
                </a:lnTo>
                <a:lnTo>
                  <a:pt x="18673" y="17833"/>
                </a:lnTo>
                <a:lnTo>
                  <a:pt x="20976" y="18995"/>
                </a:lnTo>
                <a:lnTo>
                  <a:pt x="22182" y="17869"/>
                </a:lnTo>
                <a:lnTo>
                  <a:pt x="21012" y="15494"/>
                </a:lnTo>
                <a:lnTo>
                  <a:pt x="22174" y="14332"/>
                </a:lnTo>
                <a:lnTo>
                  <a:pt x="24513" y="15501"/>
                </a:lnTo>
                <a:lnTo>
                  <a:pt x="25683" y="14332"/>
                </a:lnTo>
                <a:lnTo>
                  <a:pt x="24513" y="11993"/>
                </a:lnTo>
                <a:lnTo>
                  <a:pt x="25668" y="10846"/>
                </a:lnTo>
                <a:lnTo>
                  <a:pt x="27897" y="11839"/>
                </a:lnTo>
                <a:lnTo>
                  <a:pt x="29315" y="10984"/>
                </a:lnTo>
                <a:lnTo>
                  <a:pt x="31544" y="11978"/>
                </a:lnTo>
                <a:lnTo>
                  <a:pt x="32487" y="11043"/>
                </a:lnTo>
                <a:lnTo>
                  <a:pt x="31676" y="8090"/>
                </a:lnTo>
                <a:lnTo>
                  <a:pt x="34095" y="7060"/>
                </a:lnTo>
                <a:lnTo>
                  <a:pt x="37121" y="8697"/>
                </a:lnTo>
                <a:lnTo>
                  <a:pt x="39547" y="7747"/>
                </a:lnTo>
                <a:lnTo>
                  <a:pt x="38780" y="4743"/>
                </a:lnTo>
                <a:lnTo>
                  <a:pt x="39562" y="3968"/>
                </a:lnTo>
                <a:lnTo>
                  <a:pt x="42017" y="4553"/>
                </a:lnTo>
                <a:lnTo>
                  <a:pt x="44831" y="3815"/>
                </a:lnTo>
                <a:lnTo>
                  <a:pt x="47389" y="4765"/>
                </a:lnTo>
                <a:lnTo>
                  <a:pt x="49655" y="4392"/>
                </a:lnTo>
                <a:lnTo>
                  <a:pt x="49918" y="4348"/>
                </a:lnTo>
                <a:lnTo>
                  <a:pt x="49414" y="1132"/>
                </a:lnTo>
                <a:lnTo>
                  <a:pt x="49984" y="562"/>
                </a:lnTo>
                <a:lnTo>
                  <a:pt x="52659" y="913"/>
                </a:lnTo>
                <a:lnTo>
                  <a:pt x="55560" y="781"/>
                </a:lnTo>
                <a:lnTo>
                  <a:pt x="61203" y="1337"/>
                </a:lnTo>
                <a:lnTo>
                  <a:pt x="66253" y="0"/>
                </a:lnTo>
                <a:lnTo>
                  <a:pt x="70982" y="950"/>
                </a:lnTo>
                <a:lnTo>
                  <a:pt x="70456" y="4151"/>
                </a:lnTo>
                <a:lnTo>
                  <a:pt x="71135" y="4831"/>
                </a:lnTo>
                <a:lnTo>
                  <a:pt x="73591" y="4239"/>
                </a:lnTo>
                <a:lnTo>
                  <a:pt x="76339" y="4926"/>
                </a:lnTo>
                <a:lnTo>
                  <a:pt x="79189" y="3632"/>
                </a:lnTo>
                <a:lnTo>
                  <a:pt x="81630" y="4546"/>
                </a:lnTo>
                <a:lnTo>
                  <a:pt x="80892" y="7564"/>
                </a:lnTo>
                <a:lnTo>
                  <a:pt x="81813" y="8485"/>
                </a:lnTo>
                <a:lnTo>
                  <a:pt x="84035" y="7433"/>
                </a:lnTo>
                <a:lnTo>
                  <a:pt x="85438" y="8361"/>
                </a:lnTo>
                <a:lnTo>
                  <a:pt x="87660" y="7316"/>
                </a:lnTo>
                <a:lnTo>
                  <a:pt x="88676" y="8331"/>
                </a:lnTo>
                <a:lnTo>
                  <a:pt x="87741" y="11131"/>
                </a:lnTo>
                <a:lnTo>
                  <a:pt x="90072" y="12388"/>
                </a:lnTo>
                <a:lnTo>
                  <a:pt x="93346" y="10583"/>
                </a:lnTo>
                <a:lnTo>
                  <a:pt x="95700" y="11591"/>
                </a:lnTo>
                <a:lnTo>
                  <a:pt x="94896" y="14544"/>
                </a:lnTo>
                <a:lnTo>
                  <a:pt x="95861" y="15509"/>
                </a:lnTo>
                <a:lnTo>
                  <a:pt x="98119" y="14361"/>
                </a:lnTo>
                <a:lnTo>
                  <a:pt x="99361" y="15399"/>
                </a:lnTo>
                <a:lnTo>
                  <a:pt x="98214" y="17862"/>
                </a:lnTo>
                <a:lnTo>
                  <a:pt x="99259" y="18900"/>
                </a:lnTo>
                <a:lnTo>
                  <a:pt x="101905" y="17855"/>
                </a:lnTo>
                <a:lnTo>
                  <a:pt x="102745" y="19119"/>
                </a:lnTo>
                <a:lnTo>
                  <a:pt x="101693" y="21334"/>
                </a:lnTo>
                <a:lnTo>
                  <a:pt x="102862" y="22503"/>
                </a:lnTo>
                <a:lnTo>
                  <a:pt x="105201" y="21334"/>
                </a:lnTo>
                <a:lnTo>
                  <a:pt x="106275" y="22408"/>
                </a:lnTo>
                <a:lnTo>
                  <a:pt x="105223" y="25054"/>
                </a:lnTo>
                <a:lnTo>
                  <a:pt x="106319" y="25778"/>
                </a:lnTo>
                <a:lnTo>
                  <a:pt x="108958" y="24922"/>
                </a:lnTo>
                <a:lnTo>
                  <a:pt x="110149" y="26698"/>
                </a:lnTo>
                <a:lnTo>
                  <a:pt x="108154" y="31507"/>
                </a:lnTo>
                <a:lnTo>
                  <a:pt x="109703" y="32779"/>
                </a:lnTo>
                <a:lnTo>
                  <a:pt x="112598" y="31997"/>
                </a:lnTo>
                <a:lnTo>
                  <a:pt x="113409" y="33715"/>
                </a:lnTo>
                <a:lnTo>
                  <a:pt x="111779" y="38619"/>
                </a:lnTo>
                <a:lnTo>
                  <a:pt x="113160" y="39752"/>
                </a:lnTo>
                <a:lnTo>
                  <a:pt x="116164" y="39072"/>
                </a:lnTo>
                <a:lnTo>
                  <a:pt x="116976" y="41162"/>
                </a:lnTo>
                <a:lnTo>
                  <a:pt x="116311" y="44612"/>
                </a:lnTo>
                <a:lnTo>
                  <a:pt x="116311" y="47484"/>
                </a:lnTo>
                <a:lnTo>
                  <a:pt x="116047" y="49011"/>
                </a:lnTo>
                <a:lnTo>
                  <a:pt x="116398" y="50305"/>
                </a:lnTo>
                <a:lnTo>
                  <a:pt x="119534" y="49691"/>
                </a:lnTo>
                <a:lnTo>
                  <a:pt x="120148" y="50312"/>
                </a:lnTo>
                <a:lnTo>
                  <a:pt x="119797" y="52973"/>
                </a:lnTo>
                <a:lnTo>
                  <a:pt x="120001" y="56963"/>
                </a:lnTo>
                <a:lnTo>
                  <a:pt x="119819" y="60523"/>
                </a:lnTo>
                <a:lnTo>
                  <a:pt x="119819" y="66084"/>
                </a:lnTo>
                <a:lnTo>
                  <a:pt x="120345" y="69023"/>
                </a:lnTo>
                <a:lnTo>
                  <a:pt x="119731" y="71339"/>
                </a:lnTo>
                <a:lnTo>
                  <a:pt x="116588" y="70740"/>
                </a:lnTo>
                <a:lnTo>
                  <a:pt x="115982" y="71354"/>
                </a:lnTo>
                <a:lnTo>
                  <a:pt x="116340" y="74014"/>
                </a:lnTo>
                <a:lnTo>
                  <a:pt x="116259" y="75520"/>
                </a:lnTo>
                <a:lnTo>
                  <a:pt x="116625" y="77098"/>
                </a:lnTo>
                <a:lnTo>
                  <a:pt x="116091" y="78692"/>
                </a:lnTo>
                <a:lnTo>
                  <a:pt x="116778" y="81067"/>
                </a:lnTo>
                <a:lnTo>
                  <a:pt x="115945" y="81900"/>
                </a:lnTo>
                <a:lnTo>
                  <a:pt x="112992" y="81089"/>
                </a:lnTo>
                <a:lnTo>
                  <a:pt x="111954" y="83508"/>
                </a:lnTo>
                <a:lnTo>
                  <a:pt x="113657" y="86578"/>
                </a:lnTo>
                <a:lnTo>
                  <a:pt x="112612" y="88997"/>
                </a:lnTo>
                <a:lnTo>
                  <a:pt x="109667" y="88179"/>
                </a:lnTo>
                <a:lnTo>
                  <a:pt x="108965" y="88880"/>
                </a:lnTo>
                <a:lnTo>
                  <a:pt x="109323" y="91548"/>
                </a:lnTo>
                <a:lnTo>
                  <a:pt x="109257" y="92746"/>
                </a:lnTo>
                <a:lnTo>
                  <a:pt x="109667" y="95012"/>
                </a:lnTo>
                <a:lnTo>
                  <a:pt x="108914" y="96123"/>
                </a:lnTo>
                <a:lnTo>
                  <a:pt x="106283" y="95071"/>
                </a:lnTo>
                <a:lnTo>
                  <a:pt x="105201" y="96145"/>
                </a:lnTo>
                <a:lnTo>
                  <a:pt x="106370" y="98476"/>
                </a:lnTo>
                <a:lnTo>
                  <a:pt x="105201" y="99646"/>
                </a:lnTo>
                <a:lnTo>
                  <a:pt x="102862" y="98477"/>
                </a:lnTo>
                <a:lnTo>
                  <a:pt x="101693" y="99646"/>
                </a:lnTo>
                <a:lnTo>
                  <a:pt x="102862" y="101985"/>
                </a:lnTo>
                <a:lnTo>
                  <a:pt x="101693" y="103154"/>
                </a:lnTo>
                <a:lnTo>
                  <a:pt x="99354" y="101985"/>
                </a:lnTo>
                <a:lnTo>
                  <a:pt x="98185" y="103154"/>
                </a:lnTo>
                <a:lnTo>
                  <a:pt x="99354" y="105493"/>
                </a:lnTo>
                <a:lnTo>
                  <a:pt x="98185" y="106662"/>
                </a:lnTo>
                <a:lnTo>
                  <a:pt x="95846" y="105493"/>
                </a:lnTo>
                <a:lnTo>
                  <a:pt x="94757" y="106575"/>
                </a:lnTo>
                <a:lnTo>
                  <a:pt x="95831" y="109184"/>
                </a:lnTo>
                <a:lnTo>
                  <a:pt x="93719" y="110653"/>
                </a:lnTo>
                <a:lnTo>
                  <a:pt x="90006" y="108818"/>
                </a:lnTo>
                <a:lnTo>
                  <a:pt x="87799" y="109768"/>
                </a:lnTo>
                <a:lnTo>
                  <a:pt x="88610" y="112721"/>
                </a:lnTo>
                <a:lnTo>
                  <a:pt x="87697" y="113628"/>
                </a:lnTo>
                <a:lnTo>
                  <a:pt x="85446" y="112721"/>
                </a:lnTo>
                <a:lnTo>
                  <a:pt x="84028" y="113452"/>
                </a:lnTo>
                <a:lnTo>
                  <a:pt x="81777" y="112538"/>
                </a:lnTo>
                <a:lnTo>
                  <a:pt x="80739" y="113569"/>
                </a:lnTo>
                <a:lnTo>
                  <a:pt x="81791" y="116222"/>
                </a:lnTo>
                <a:lnTo>
                  <a:pt x="80468" y="117092"/>
                </a:lnTo>
                <a:lnTo>
                  <a:pt x="78598" y="116281"/>
                </a:lnTo>
                <a:lnTo>
                  <a:pt x="76500" y="117019"/>
                </a:lnTo>
                <a:lnTo>
                  <a:pt x="71464" y="115659"/>
                </a:lnTo>
                <a:lnTo>
                  <a:pt x="70463" y="116887"/>
                </a:lnTo>
                <a:lnTo>
                  <a:pt x="71004" y="120015"/>
                </a:lnTo>
                <a:lnTo>
                  <a:pt x="68723" y="1206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51568" y="1782681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43376" y="113511"/>
                </a:moveTo>
                <a:lnTo>
                  <a:pt x="42557" y="112502"/>
                </a:lnTo>
                <a:lnTo>
                  <a:pt x="43105" y="109374"/>
                </a:lnTo>
                <a:lnTo>
                  <a:pt x="40818" y="108760"/>
                </a:lnTo>
                <a:lnTo>
                  <a:pt x="37851" y="109293"/>
                </a:lnTo>
                <a:lnTo>
                  <a:pt x="34883" y="109293"/>
                </a:lnTo>
                <a:lnTo>
                  <a:pt x="33100" y="109622"/>
                </a:lnTo>
                <a:lnTo>
                  <a:pt x="31858" y="109140"/>
                </a:lnTo>
                <a:lnTo>
                  <a:pt x="32618" y="106136"/>
                </a:lnTo>
                <a:lnTo>
                  <a:pt x="31690" y="105208"/>
                </a:lnTo>
                <a:lnTo>
                  <a:pt x="29468" y="106253"/>
                </a:lnTo>
                <a:lnTo>
                  <a:pt x="28064" y="105332"/>
                </a:lnTo>
                <a:lnTo>
                  <a:pt x="25843" y="106377"/>
                </a:lnTo>
                <a:lnTo>
                  <a:pt x="24710" y="105244"/>
                </a:lnTo>
                <a:lnTo>
                  <a:pt x="25850" y="102767"/>
                </a:lnTo>
                <a:lnTo>
                  <a:pt x="24600" y="101751"/>
                </a:lnTo>
                <a:lnTo>
                  <a:pt x="22349" y="102884"/>
                </a:lnTo>
                <a:lnTo>
                  <a:pt x="21165" y="101707"/>
                </a:lnTo>
                <a:lnTo>
                  <a:pt x="22334" y="99368"/>
                </a:lnTo>
                <a:lnTo>
                  <a:pt x="21165" y="98199"/>
                </a:lnTo>
                <a:lnTo>
                  <a:pt x="18826" y="99368"/>
                </a:lnTo>
                <a:lnTo>
                  <a:pt x="17657" y="98199"/>
                </a:lnTo>
                <a:lnTo>
                  <a:pt x="18826" y="95860"/>
                </a:lnTo>
                <a:lnTo>
                  <a:pt x="17657" y="94690"/>
                </a:lnTo>
                <a:lnTo>
                  <a:pt x="15318" y="95860"/>
                </a:lnTo>
                <a:lnTo>
                  <a:pt x="14149" y="94691"/>
                </a:lnTo>
                <a:lnTo>
                  <a:pt x="15318" y="92359"/>
                </a:lnTo>
                <a:lnTo>
                  <a:pt x="14149" y="91190"/>
                </a:lnTo>
                <a:lnTo>
                  <a:pt x="11810" y="92359"/>
                </a:lnTo>
                <a:lnTo>
                  <a:pt x="10626" y="91175"/>
                </a:lnTo>
                <a:lnTo>
                  <a:pt x="11766" y="88924"/>
                </a:lnTo>
                <a:lnTo>
                  <a:pt x="10743" y="87682"/>
                </a:lnTo>
                <a:lnTo>
                  <a:pt x="8265" y="88814"/>
                </a:lnTo>
                <a:lnTo>
                  <a:pt x="7133" y="87689"/>
                </a:lnTo>
                <a:lnTo>
                  <a:pt x="8185" y="85460"/>
                </a:lnTo>
                <a:lnTo>
                  <a:pt x="7250" y="84071"/>
                </a:lnTo>
                <a:lnTo>
                  <a:pt x="8302" y="81842"/>
                </a:lnTo>
                <a:lnTo>
                  <a:pt x="7359" y="80899"/>
                </a:lnTo>
                <a:lnTo>
                  <a:pt x="4385" y="81688"/>
                </a:lnTo>
                <a:lnTo>
                  <a:pt x="2981" y="78268"/>
                </a:lnTo>
                <a:lnTo>
                  <a:pt x="5481" y="73707"/>
                </a:lnTo>
                <a:lnTo>
                  <a:pt x="4019" y="70294"/>
                </a:lnTo>
                <a:lnTo>
                  <a:pt x="1066" y="71113"/>
                </a:lnTo>
                <a:lnTo>
                  <a:pt x="321" y="70360"/>
                </a:lnTo>
                <a:lnTo>
                  <a:pt x="781" y="67802"/>
                </a:lnTo>
                <a:lnTo>
                  <a:pt x="219" y="63921"/>
                </a:lnTo>
                <a:lnTo>
                  <a:pt x="701" y="60062"/>
                </a:lnTo>
                <a:lnTo>
                  <a:pt x="701" y="54413"/>
                </a:lnTo>
                <a:lnTo>
                  <a:pt x="482" y="51993"/>
                </a:lnTo>
                <a:lnTo>
                  <a:pt x="796" y="48668"/>
                </a:lnTo>
                <a:lnTo>
                  <a:pt x="0" y="43252"/>
                </a:lnTo>
                <a:lnTo>
                  <a:pt x="1037" y="42405"/>
                </a:lnTo>
                <a:lnTo>
                  <a:pt x="4085" y="43033"/>
                </a:lnTo>
                <a:lnTo>
                  <a:pt x="4516" y="41805"/>
                </a:lnTo>
                <a:lnTo>
                  <a:pt x="4209" y="40102"/>
                </a:lnTo>
                <a:lnTo>
                  <a:pt x="4209" y="38290"/>
                </a:lnTo>
                <a:lnTo>
                  <a:pt x="3888" y="36484"/>
                </a:lnTo>
                <a:lnTo>
                  <a:pt x="4480" y="34986"/>
                </a:lnTo>
                <a:lnTo>
                  <a:pt x="3712" y="32662"/>
                </a:lnTo>
                <a:lnTo>
                  <a:pt x="4699" y="31675"/>
                </a:lnTo>
                <a:lnTo>
                  <a:pt x="7345" y="32728"/>
                </a:lnTo>
                <a:lnTo>
                  <a:pt x="8258" y="31354"/>
                </a:lnTo>
                <a:lnTo>
                  <a:pt x="7191" y="29483"/>
                </a:lnTo>
                <a:lnTo>
                  <a:pt x="8170" y="27955"/>
                </a:lnTo>
                <a:lnTo>
                  <a:pt x="7133" y="25733"/>
                </a:lnTo>
                <a:lnTo>
                  <a:pt x="8207" y="24666"/>
                </a:lnTo>
                <a:lnTo>
                  <a:pt x="10845" y="25719"/>
                </a:lnTo>
                <a:lnTo>
                  <a:pt x="11693" y="24454"/>
                </a:lnTo>
                <a:lnTo>
                  <a:pt x="10641" y="22240"/>
                </a:lnTo>
                <a:lnTo>
                  <a:pt x="11715" y="21165"/>
                </a:lnTo>
                <a:lnTo>
                  <a:pt x="14361" y="22210"/>
                </a:lnTo>
                <a:lnTo>
                  <a:pt x="15238" y="20888"/>
                </a:lnTo>
                <a:lnTo>
                  <a:pt x="14149" y="18834"/>
                </a:lnTo>
                <a:lnTo>
                  <a:pt x="15230" y="17555"/>
                </a:lnTo>
                <a:lnTo>
                  <a:pt x="17686" y="18702"/>
                </a:lnTo>
                <a:lnTo>
                  <a:pt x="18834" y="17555"/>
                </a:lnTo>
                <a:lnTo>
                  <a:pt x="17664" y="15253"/>
                </a:lnTo>
                <a:lnTo>
                  <a:pt x="18797" y="14054"/>
                </a:lnTo>
                <a:lnTo>
                  <a:pt x="21172" y="15216"/>
                </a:lnTo>
                <a:lnTo>
                  <a:pt x="22334" y="14061"/>
                </a:lnTo>
                <a:lnTo>
                  <a:pt x="21165" y="11723"/>
                </a:lnTo>
                <a:lnTo>
                  <a:pt x="22334" y="10553"/>
                </a:lnTo>
                <a:lnTo>
                  <a:pt x="24673" y="11722"/>
                </a:lnTo>
                <a:lnTo>
                  <a:pt x="25704" y="10685"/>
                </a:lnTo>
                <a:lnTo>
                  <a:pt x="24732" y="7929"/>
                </a:lnTo>
                <a:lnTo>
                  <a:pt x="26544" y="6891"/>
                </a:lnTo>
                <a:lnTo>
                  <a:pt x="31382" y="8718"/>
                </a:lnTo>
                <a:lnTo>
                  <a:pt x="32515" y="7337"/>
                </a:lnTo>
                <a:lnTo>
                  <a:pt x="31975" y="4202"/>
                </a:lnTo>
                <a:lnTo>
                  <a:pt x="35563" y="3252"/>
                </a:lnTo>
                <a:lnTo>
                  <a:pt x="39510" y="4933"/>
                </a:lnTo>
                <a:lnTo>
                  <a:pt x="42799" y="4114"/>
                </a:lnTo>
                <a:lnTo>
                  <a:pt x="43098" y="4041"/>
                </a:lnTo>
                <a:lnTo>
                  <a:pt x="42535" y="869"/>
                </a:lnTo>
                <a:lnTo>
                  <a:pt x="43208" y="204"/>
                </a:lnTo>
                <a:lnTo>
                  <a:pt x="45708" y="730"/>
                </a:lnTo>
                <a:lnTo>
                  <a:pt x="48433" y="175"/>
                </a:lnTo>
                <a:lnTo>
                  <a:pt x="51145" y="606"/>
                </a:lnTo>
                <a:lnTo>
                  <a:pt x="63592" y="606"/>
                </a:lnTo>
                <a:lnTo>
                  <a:pt x="67677" y="0"/>
                </a:lnTo>
                <a:lnTo>
                  <a:pt x="71134" y="665"/>
                </a:lnTo>
                <a:lnTo>
                  <a:pt x="70615" y="3873"/>
                </a:lnTo>
                <a:lnTo>
                  <a:pt x="71295" y="4546"/>
                </a:lnTo>
                <a:lnTo>
                  <a:pt x="73750" y="3961"/>
                </a:lnTo>
                <a:lnTo>
                  <a:pt x="76528" y="4655"/>
                </a:lnTo>
                <a:lnTo>
                  <a:pt x="79276" y="3413"/>
                </a:lnTo>
                <a:lnTo>
                  <a:pt x="81753" y="4239"/>
                </a:lnTo>
                <a:lnTo>
                  <a:pt x="81066" y="7308"/>
                </a:lnTo>
                <a:lnTo>
                  <a:pt x="81717" y="7951"/>
                </a:lnTo>
                <a:lnTo>
                  <a:pt x="84377" y="7593"/>
                </a:lnTo>
                <a:lnTo>
                  <a:pt x="85627" y="7659"/>
                </a:lnTo>
                <a:lnTo>
                  <a:pt x="87783" y="7243"/>
                </a:lnTo>
                <a:lnTo>
                  <a:pt x="88938" y="7944"/>
                </a:lnTo>
                <a:lnTo>
                  <a:pt x="87930" y="10663"/>
                </a:lnTo>
                <a:lnTo>
                  <a:pt x="88887" y="11613"/>
                </a:lnTo>
                <a:lnTo>
                  <a:pt x="91533" y="10561"/>
                </a:lnTo>
                <a:lnTo>
                  <a:pt x="92410" y="11884"/>
                </a:lnTo>
                <a:lnTo>
                  <a:pt x="91321" y="13937"/>
                </a:lnTo>
                <a:lnTo>
                  <a:pt x="92402" y="15216"/>
                </a:lnTo>
                <a:lnTo>
                  <a:pt x="94858" y="14076"/>
                </a:lnTo>
                <a:lnTo>
                  <a:pt x="95998" y="15209"/>
                </a:lnTo>
                <a:lnTo>
                  <a:pt x="94829" y="17548"/>
                </a:lnTo>
                <a:lnTo>
                  <a:pt x="95998" y="18717"/>
                </a:lnTo>
                <a:lnTo>
                  <a:pt x="98337" y="17548"/>
                </a:lnTo>
                <a:lnTo>
                  <a:pt x="99411" y="18622"/>
                </a:lnTo>
                <a:lnTo>
                  <a:pt x="98359" y="21268"/>
                </a:lnTo>
                <a:lnTo>
                  <a:pt x="99682" y="22145"/>
                </a:lnTo>
                <a:lnTo>
                  <a:pt x="101736" y="21056"/>
                </a:lnTo>
                <a:lnTo>
                  <a:pt x="103022" y="22130"/>
                </a:lnTo>
                <a:lnTo>
                  <a:pt x="101875" y="24586"/>
                </a:lnTo>
                <a:lnTo>
                  <a:pt x="102964" y="25668"/>
                </a:lnTo>
                <a:lnTo>
                  <a:pt x="105485" y="24557"/>
                </a:lnTo>
                <a:lnTo>
                  <a:pt x="106888" y="26377"/>
                </a:lnTo>
                <a:lnTo>
                  <a:pt x="104769" y="31201"/>
                </a:lnTo>
                <a:lnTo>
                  <a:pt x="106355" y="32494"/>
                </a:lnTo>
                <a:lnTo>
                  <a:pt x="109234" y="31712"/>
                </a:lnTo>
                <a:lnTo>
                  <a:pt x="110163" y="33663"/>
                </a:lnTo>
                <a:lnTo>
                  <a:pt x="109447" y="37479"/>
                </a:lnTo>
                <a:lnTo>
                  <a:pt x="109447" y="40029"/>
                </a:lnTo>
                <a:lnTo>
                  <a:pt x="109118" y="41907"/>
                </a:lnTo>
                <a:lnTo>
                  <a:pt x="109637" y="43121"/>
                </a:lnTo>
                <a:lnTo>
                  <a:pt x="112582" y="42310"/>
                </a:lnTo>
                <a:lnTo>
                  <a:pt x="113328" y="43055"/>
                </a:lnTo>
                <a:lnTo>
                  <a:pt x="112874" y="45620"/>
                </a:lnTo>
                <a:lnTo>
                  <a:pt x="113415" y="49508"/>
                </a:lnTo>
                <a:lnTo>
                  <a:pt x="112955" y="53346"/>
                </a:lnTo>
                <a:lnTo>
                  <a:pt x="112955" y="58995"/>
                </a:lnTo>
                <a:lnTo>
                  <a:pt x="113196" y="61444"/>
                </a:lnTo>
                <a:lnTo>
                  <a:pt x="112845" y="64762"/>
                </a:lnTo>
                <a:lnTo>
                  <a:pt x="113664" y="70163"/>
                </a:lnTo>
                <a:lnTo>
                  <a:pt x="112655" y="70981"/>
                </a:lnTo>
                <a:lnTo>
                  <a:pt x="109527" y="70441"/>
                </a:lnTo>
                <a:lnTo>
                  <a:pt x="108906" y="72721"/>
                </a:lnTo>
                <a:lnTo>
                  <a:pt x="109447" y="75695"/>
                </a:lnTo>
                <a:lnTo>
                  <a:pt x="109447" y="78648"/>
                </a:lnTo>
                <a:lnTo>
                  <a:pt x="109761" y="80439"/>
                </a:lnTo>
                <a:lnTo>
                  <a:pt x="109286" y="81674"/>
                </a:lnTo>
                <a:lnTo>
                  <a:pt x="106282" y="80914"/>
                </a:lnTo>
                <a:lnTo>
                  <a:pt x="105354" y="81842"/>
                </a:lnTo>
                <a:lnTo>
                  <a:pt x="106406" y="84071"/>
                </a:lnTo>
                <a:lnTo>
                  <a:pt x="105471" y="85460"/>
                </a:lnTo>
                <a:lnTo>
                  <a:pt x="106523" y="87689"/>
                </a:lnTo>
                <a:lnTo>
                  <a:pt x="105390" y="88814"/>
                </a:lnTo>
                <a:lnTo>
                  <a:pt x="102913" y="87682"/>
                </a:lnTo>
                <a:lnTo>
                  <a:pt x="101889" y="88931"/>
                </a:lnTo>
                <a:lnTo>
                  <a:pt x="103029" y="91175"/>
                </a:lnTo>
                <a:lnTo>
                  <a:pt x="101845" y="92359"/>
                </a:lnTo>
                <a:lnTo>
                  <a:pt x="99507" y="91190"/>
                </a:lnTo>
                <a:lnTo>
                  <a:pt x="98337" y="92359"/>
                </a:lnTo>
                <a:lnTo>
                  <a:pt x="99506" y="94690"/>
                </a:lnTo>
                <a:lnTo>
                  <a:pt x="98337" y="95860"/>
                </a:lnTo>
                <a:lnTo>
                  <a:pt x="95998" y="94691"/>
                </a:lnTo>
                <a:lnTo>
                  <a:pt x="94829" y="95860"/>
                </a:lnTo>
                <a:lnTo>
                  <a:pt x="95998" y="98199"/>
                </a:lnTo>
                <a:lnTo>
                  <a:pt x="94829" y="99368"/>
                </a:lnTo>
                <a:lnTo>
                  <a:pt x="92490" y="98199"/>
                </a:lnTo>
                <a:lnTo>
                  <a:pt x="91321" y="99368"/>
                </a:lnTo>
                <a:lnTo>
                  <a:pt x="92490" y="101707"/>
                </a:lnTo>
                <a:lnTo>
                  <a:pt x="91306" y="102884"/>
                </a:lnTo>
                <a:lnTo>
                  <a:pt x="89055" y="101751"/>
                </a:lnTo>
                <a:lnTo>
                  <a:pt x="87805" y="102767"/>
                </a:lnTo>
                <a:lnTo>
                  <a:pt x="88945" y="105244"/>
                </a:lnTo>
                <a:lnTo>
                  <a:pt x="87813" y="106377"/>
                </a:lnTo>
                <a:lnTo>
                  <a:pt x="85591" y="105332"/>
                </a:lnTo>
                <a:lnTo>
                  <a:pt x="84187" y="106253"/>
                </a:lnTo>
                <a:lnTo>
                  <a:pt x="81966" y="105208"/>
                </a:lnTo>
                <a:lnTo>
                  <a:pt x="81037" y="106143"/>
                </a:lnTo>
                <a:lnTo>
                  <a:pt x="81797" y="109140"/>
                </a:lnTo>
                <a:lnTo>
                  <a:pt x="78362" y="110470"/>
                </a:lnTo>
                <a:lnTo>
                  <a:pt x="73831" y="108022"/>
                </a:lnTo>
                <a:lnTo>
                  <a:pt x="70418" y="109484"/>
                </a:lnTo>
                <a:lnTo>
                  <a:pt x="71229" y="112436"/>
                </a:lnTo>
                <a:lnTo>
                  <a:pt x="70491" y="113174"/>
                </a:lnTo>
                <a:lnTo>
                  <a:pt x="67918" y="112721"/>
                </a:lnTo>
                <a:lnTo>
                  <a:pt x="64023" y="113262"/>
                </a:lnTo>
                <a:lnTo>
                  <a:pt x="60200" y="112802"/>
                </a:lnTo>
                <a:lnTo>
                  <a:pt x="54543" y="112802"/>
                </a:lnTo>
                <a:lnTo>
                  <a:pt x="52095" y="113043"/>
                </a:lnTo>
                <a:lnTo>
                  <a:pt x="48777" y="112692"/>
                </a:lnTo>
                <a:lnTo>
                  <a:pt x="43376" y="113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993551" y="1782572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4">
                <a:moveTo>
                  <a:pt x="71259" y="113605"/>
                </a:moveTo>
                <a:lnTo>
                  <a:pt x="66991" y="112918"/>
                </a:lnTo>
                <a:lnTo>
                  <a:pt x="44137" y="112918"/>
                </a:lnTo>
                <a:lnTo>
                  <a:pt x="41345" y="113386"/>
                </a:lnTo>
                <a:lnTo>
                  <a:pt x="38970" y="112853"/>
                </a:lnTo>
                <a:lnTo>
                  <a:pt x="39525" y="109673"/>
                </a:lnTo>
                <a:lnTo>
                  <a:pt x="38831" y="108979"/>
                </a:lnTo>
                <a:lnTo>
                  <a:pt x="36375" y="109564"/>
                </a:lnTo>
                <a:lnTo>
                  <a:pt x="33780" y="108928"/>
                </a:lnTo>
                <a:lnTo>
                  <a:pt x="30528" y="110316"/>
                </a:lnTo>
                <a:lnTo>
                  <a:pt x="28255" y="109169"/>
                </a:lnTo>
                <a:lnTo>
                  <a:pt x="29147" y="106311"/>
                </a:lnTo>
                <a:lnTo>
                  <a:pt x="28153" y="105325"/>
                </a:lnTo>
                <a:lnTo>
                  <a:pt x="25821" y="106494"/>
                </a:lnTo>
                <a:lnTo>
                  <a:pt x="24652" y="105325"/>
                </a:lnTo>
                <a:lnTo>
                  <a:pt x="25821" y="102993"/>
                </a:lnTo>
                <a:lnTo>
                  <a:pt x="24659" y="101831"/>
                </a:lnTo>
                <a:lnTo>
                  <a:pt x="22437" y="102840"/>
                </a:lnTo>
                <a:lnTo>
                  <a:pt x="21020" y="101963"/>
                </a:lnTo>
                <a:lnTo>
                  <a:pt x="18798" y="102978"/>
                </a:lnTo>
                <a:lnTo>
                  <a:pt x="17738" y="101919"/>
                </a:lnTo>
                <a:lnTo>
                  <a:pt x="18790" y="99266"/>
                </a:lnTo>
                <a:lnTo>
                  <a:pt x="17526" y="98432"/>
                </a:lnTo>
                <a:lnTo>
                  <a:pt x="15304" y="99485"/>
                </a:lnTo>
                <a:lnTo>
                  <a:pt x="14135" y="98316"/>
                </a:lnTo>
                <a:lnTo>
                  <a:pt x="15304" y="95977"/>
                </a:lnTo>
                <a:lnTo>
                  <a:pt x="14354" y="95027"/>
                </a:lnTo>
                <a:lnTo>
                  <a:pt x="11401" y="95838"/>
                </a:lnTo>
                <a:lnTo>
                  <a:pt x="10480" y="93689"/>
                </a:lnTo>
                <a:lnTo>
                  <a:pt x="12307" y="89837"/>
                </a:lnTo>
                <a:lnTo>
                  <a:pt x="10773" y="87798"/>
                </a:lnTo>
                <a:lnTo>
                  <a:pt x="8229" y="88902"/>
                </a:lnTo>
                <a:lnTo>
                  <a:pt x="7213" y="87886"/>
                </a:lnTo>
                <a:lnTo>
                  <a:pt x="8266" y="85240"/>
                </a:lnTo>
                <a:lnTo>
                  <a:pt x="7272" y="84590"/>
                </a:lnTo>
                <a:lnTo>
                  <a:pt x="4407" y="85291"/>
                </a:lnTo>
                <a:lnTo>
                  <a:pt x="3296" y="83084"/>
                </a:lnTo>
                <a:lnTo>
                  <a:pt x="4684" y="79832"/>
                </a:lnTo>
                <a:lnTo>
                  <a:pt x="4041" y="77237"/>
                </a:lnTo>
                <a:lnTo>
                  <a:pt x="4626" y="74774"/>
                </a:lnTo>
                <a:lnTo>
                  <a:pt x="3931" y="74094"/>
                </a:lnTo>
                <a:lnTo>
                  <a:pt x="752" y="74643"/>
                </a:lnTo>
                <a:lnTo>
                  <a:pt x="0" y="71273"/>
                </a:lnTo>
                <a:lnTo>
                  <a:pt x="686" y="66991"/>
                </a:lnTo>
                <a:lnTo>
                  <a:pt x="686" y="44144"/>
                </a:lnTo>
                <a:lnTo>
                  <a:pt x="226" y="41366"/>
                </a:lnTo>
                <a:lnTo>
                  <a:pt x="752" y="38984"/>
                </a:lnTo>
                <a:lnTo>
                  <a:pt x="3939" y="39532"/>
                </a:lnTo>
                <a:lnTo>
                  <a:pt x="4626" y="38845"/>
                </a:lnTo>
                <a:lnTo>
                  <a:pt x="4041" y="36389"/>
                </a:lnTo>
                <a:lnTo>
                  <a:pt x="4692" y="33773"/>
                </a:lnTo>
                <a:lnTo>
                  <a:pt x="3310" y="30593"/>
                </a:lnTo>
                <a:lnTo>
                  <a:pt x="4421" y="28284"/>
                </a:lnTo>
                <a:lnTo>
                  <a:pt x="7308" y="29154"/>
                </a:lnTo>
                <a:lnTo>
                  <a:pt x="8192" y="28270"/>
                </a:lnTo>
                <a:lnTo>
                  <a:pt x="7140" y="25617"/>
                </a:lnTo>
                <a:lnTo>
                  <a:pt x="8105" y="24988"/>
                </a:lnTo>
                <a:lnTo>
                  <a:pt x="11043" y="25638"/>
                </a:lnTo>
                <a:lnTo>
                  <a:pt x="11547" y="24498"/>
                </a:lnTo>
                <a:lnTo>
                  <a:pt x="11211" y="22576"/>
                </a:lnTo>
                <a:lnTo>
                  <a:pt x="11211" y="21187"/>
                </a:lnTo>
                <a:lnTo>
                  <a:pt x="10882" y="18644"/>
                </a:lnTo>
                <a:lnTo>
                  <a:pt x="11701" y="17650"/>
                </a:lnTo>
                <a:lnTo>
                  <a:pt x="14171" y="18790"/>
                </a:lnTo>
                <a:lnTo>
                  <a:pt x="15209" y="17752"/>
                </a:lnTo>
                <a:lnTo>
                  <a:pt x="14157" y="15107"/>
                </a:lnTo>
                <a:lnTo>
                  <a:pt x="15479" y="14229"/>
                </a:lnTo>
                <a:lnTo>
                  <a:pt x="17533" y="15318"/>
                </a:lnTo>
                <a:lnTo>
                  <a:pt x="18820" y="14244"/>
                </a:lnTo>
                <a:lnTo>
                  <a:pt x="17672" y="11781"/>
                </a:lnTo>
                <a:lnTo>
                  <a:pt x="18820" y="10641"/>
                </a:lnTo>
                <a:lnTo>
                  <a:pt x="21049" y="11744"/>
                </a:lnTo>
                <a:lnTo>
                  <a:pt x="22415" y="10721"/>
                </a:lnTo>
                <a:lnTo>
                  <a:pt x="24644" y="11825"/>
                </a:lnTo>
                <a:lnTo>
                  <a:pt x="25821" y="10648"/>
                </a:lnTo>
                <a:lnTo>
                  <a:pt x="24652" y="8309"/>
                </a:lnTo>
                <a:lnTo>
                  <a:pt x="25821" y="7147"/>
                </a:lnTo>
                <a:lnTo>
                  <a:pt x="28160" y="8309"/>
                </a:lnTo>
                <a:lnTo>
                  <a:pt x="29249" y="7220"/>
                </a:lnTo>
                <a:lnTo>
                  <a:pt x="28160" y="4633"/>
                </a:lnTo>
                <a:lnTo>
                  <a:pt x="29461" y="3705"/>
                </a:lnTo>
                <a:lnTo>
                  <a:pt x="31398" y="4538"/>
                </a:lnTo>
                <a:lnTo>
                  <a:pt x="34292" y="3420"/>
                </a:lnTo>
                <a:lnTo>
                  <a:pt x="37143" y="4808"/>
                </a:lnTo>
                <a:lnTo>
                  <a:pt x="39262" y="4224"/>
                </a:lnTo>
                <a:lnTo>
                  <a:pt x="39583" y="4129"/>
                </a:lnTo>
                <a:lnTo>
                  <a:pt x="38976" y="1001"/>
                </a:lnTo>
                <a:lnTo>
                  <a:pt x="39642" y="336"/>
                </a:lnTo>
                <a:lnTo>
                  <a:pt x="42200" y="803"/>
                </a:lnTo>
                <a:lnTo>
                  <a:pt x="47213" y="65"/>
                </a:lnTo>
                <a:lnTo>
                  <a:pt x="52300" y="716"/>
                </a:lnTo>
                <a:lnTo>
                  <a:pt x="60216" y="716"/>
                </a:lnTo>
                <a:lnTo>
                  <a:pt x="63943" y="336"/>
                </a:lnTo>
                <a:lnTo>
                  <a:pt x="68372" y="840"/>
                </a:lnTo>
                <a:lnTo>
                  <a:pt x="73758" y="0"/>
                </a:lnTo>
                <a:lnTo>
                  <a:pt x="74584" y="1015"/>
                </a:lnTo>
                <a:lnTo>
                  <a:pt x="74043" y="4143"/>
                </a:lnTo>
                <a:lnTo>
                  <a:pt x="76324" y="4765"/>
                </a:lnTo>
                <a:lnTo>
                  <a:pt x="79298" y="4224"/>
                </a:lnTo>
                <a:lnTo>
                  <a:pt x="82214" y="4224"/>
                </a:lnTo>
                <a:lnTo>
                  <a:pt x="84093" y="3895"/>
                </a:lnTo>
                <a:lnTo>
                  <a:pt x="85306" y="4407"/>
                </a:lnTo>
                <a:lnTo>
                  <a:pt x="84502" y="7367"/>
                </a:lnTo>
                <a:lnTo>
                  <a:pt x="85452" y="8309"/>
                </a:lnTo>
                <a:lnTo>
                  <a:pt x="87791" y="7147"/>
                </a:lnTo>
                <a:lnTo>
                  <a:pt x="88960" y="8309"/>
                </a:lnTo>
                <a:lnTo>
                  <a:pt x="87791" y="10648"/>
                </a:lnTo>
                <a:lnTo>
                  <a:pt x="88953" y="11803"/>
                </a:lnTo>
                <a:lnTo>
                  <a:pt x="91175" y="10794"/>
                </a:lnTo>
                <a:lnTo>
                  <a:pt x="92593" y="11672"/>
                </a:lnTo>
                <a:lnTo>
                  <a:pt x="94815" y="10656"/>
                </a:lnTo>
                <a:lnTo>
                  <a:pt x="95882" y="11723"/>
                </a:lnTo>
                <a:lnTo>
                  <a:pt x="94829" y="14368"/>
                </a:lnTo>
                <a:lnTo>
                  <a:pt x="96086" y="15194"/>
                </a:lnTo>
                <a:lnTo>
                  <a:pt x="98330" y="14157"/>
                </a:lnTo>
                <a:lnTo>
                  <a:pt x="99485" y="15333"/>
                </a:lnTo>
                <a:lnTo>
                  <a:pt x="98316" y="17657"/>
                </a:lnTo>
                <a:lnTo>
                  <a:pt x="99273" y="18615"/>
                </a:lnTo>
                <a:lnTo>
                  <a:pt x="102226" y="17796"/>
                </a:lnTo>
                <a:lnTo>
                  <a:pt x="103147" y="19945"/>
                </a:lnTo>
                <a:lnTo>
                  <a:pt x="101320" y="23804"/>
                </a:lnTo>
                <a:lnTo>
                  <a:pt x="102847" y="25843"/>
                </a:lnTo>
                <a:lnTo>
                  <a:pt x="105390" y="24739"/>
                </a:lnTo>
                <a:lnTo>
                  <a:pt x="106406" y="25748"/>
                </a:lnTo>
                <a:lnTo>
                  <a:pt x="105354" y="28394"/>
                </a:lnTo>
                <a:lnTo>
                  <a:pt x="106348" y="29052"/>
                </a:lnTo>
                <a:lnTo>
                  <a:pt x="109213" y="28342"/>
                </a:lnTo>
                <a:lnTo>
                  <a:pt x="110324" y="30557"/>
                </a:lnTo>
                <a:lnTo>
                  <a:pt x="108928" y="33809"/>
                </a:lnTo>
                <a:lnTo>
                  <a:pt x="109571" y="36404"/>
                </a:lnTo>
                <a:lnTo>
                  <a:pt x="108987" y="38860"/>
                </a:lnTo>
                <a:lnTo>
                  <a:pt x="109681" y="39547"/>
                </a:lnTo>
                <a:lnTo>
                  <a:pt x="112860" y="38991"/>
                </a:lnTo>
                <a:lnTo>
                  <a:pt x="113613" y="42360"/>
                </a:lnTo>
                <a:lnTo>
                  <a:pt x="112926" y="46643"/>
                </a:lnTo>
                <a:lnTo>
                  <a:pt x="112926" y="69490"/>
                </a:lnTo>
                <a:lnTo>
                  <a:pt x="113386" y="72267"/>
                </a:lnTo>
                <a:lnTo>
                  <a:pt x="112860" y="74650"/>
                </a:lnTo>
                <a:lnTo>
                  <a:pt x="109673" y="74102"/>
                </a:lnTo>
                <a:lnTo>
                  <a:pt x="108987" y="74789"/>
                </a:lnTo>
                <a:lnTo>
                  <a:pt x="109571" y="77252"/>
                </a:lnTo>
                <a:lnTo>
                  <a:pt x="108928" y="79839"/>
                </a:lnTo>
                <a:lnTo>
                  <a:pt x="110324" y="83091"/>
                </a:lnTo>
                <a:lnTo>
                  <a:pt x="109177" y="85364"/>
                </a:lnTo>
                <a:lnTo>
                  <a:pt x="106319" y="84465"/>
                </a:lnTo>
                <a:lnTo>
                  <a:pt x="105332" y="85467"/>
                </a:lnTo>
                <a:lnTo>
                  <a:pt x="106501" y="87805"/>
                </a:lnTo>
                <a:lnTo>
                  <a:pt x="105332" y="88968"/>
                </a:lnTo>
                <a:lnTo>
                  <a:pt x="102993" y="87806"/>
                </a:lnTo>
                <a:lnTo>
                  <a:pt x="101838" y="88960"/>
                </a:lnTo>
                <a:lnTo>
                  <a:pt x="102847" y="91189"/>
                </a:lnTo>
                <a:lnTo>
                  <a:pt x="101970" y="92593"/>
                </a:lnTo>
                <a:lnTo>
                  <a:pt x="102986" y="94822"/>
                </a:lnTo>
                <a:lnTo>
                  <a:pt x="101919" y="95882"/>
                </a:lnTo>
                <a:lnTo>
                  <a:pt x="99273" y="94837"/>
                </a:lnTo>
                <a:lnTo>
                  <a:pt x="98433" y="96101"/>
                </a:lnTo>
                <a:lnTo>
                  <a:pt x="99485" y="98315"/>
                </a:lnTo>
                <a:lnTo>
                  <a:pt x="98316" y="99485"/>
                </a:lnTo>
                <a:lnTo>
                  <a:pt x="95977" y="98316"/>
                </a:lnTo>
                <a:lnTo>
                  <a:pt x="95027" y="99273"/>
                </a:lnTo>
                <a:lnTo>
                  <a:pt x="95838" y="102218"/>
                </a:lnTo>
                <a:lnTo>
                  <a:pt x="93689" y="103139"/>
                </a:lnTo>
                <a:lnTo>
                  <a:pt x="89830" y="101312"/>
                </a:lnTo>
                <a:lnTo>
                  <a:pt x="87791" y="102847"/>
                </a:lnTo>
                <a:lnTo>
                  <a:pt x="88902" y="105390"/>
                </a:lnTo>
                <a:lnTo>
                  <a:pt x="87886" y="106399"/>
                </a:lnTo>
                <a:lnTo>
                  <a:pt x="85241" y="105346"/>
                </a:lnTo>
                <a:lnTo>
                  <a:pt x="84583" y="106340"/>
                </a:lnTo>
                <a:lnTo>
                  <a:pt x="85284" y="109205"/>
                </a:lnTo>
                <a:lnTo>
                  <a:pt x="83077" y="110316"/>
                </a:lnTo>
                <a:lnTo>
                  <a:pt x="79825" y="108928"/>
                </a:lnTo>
                <a:lnTo>
                  <a:pt x="77230" y="109564"/>
                </a:lnTo>
                <a:lnTo>
                  <a:pt x="74775" y="108979"/>
                </a:lnTo>
                <a:lnTo>
                  <a:pt x="74087" y="109673"/>
                </a:lnTo>
                <a:lnTo>
                  <a:pt x="74636" y="112860"/>
                </a:lnTo>
                <a:lnTo>
                  <a:pt x="71259" y="1136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204017" y="1782557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4">
                <a:moveTo>
                  <a:pt x="55275" y="113408"/>
                </a:moveTo>
                <a:lnTo>
                  <a:pt x="52695" y="112765"/>
                </a:lnTo>
                <a:lnTo>
                  <a:pt x="50240" y="113350"/>
                </a:lnTo>
                <a:lnTo>
                  <a:pt x="49560" y="112670"/>
                </a:lnTo>
                <a:lnTo>
                  <a:pt x="50086" y="109462"/>
                </a:lnTo>
                <a:lnTo>
                  <a:pt x="47674" y="108987"/>
                </a:lnTo>
                <a:lnTo>
                  <a:pt x="44970" y="109411"/>
                </a:lnTo>
                <a:lnTo>
                  <a:pt x="40877" y="109411"/>
                </a:lnTo>
                <a:lnTo>
                  <a:pt x="37566" y="110054"/>
                </a:lnTo>
                <a:lnTo>
                  <a:pt x="35388" y="109272"/>
                </a:lnTo>
                <a:lnTo>
                  <a:pt x="36105" y="106231"/>
                </a:lnTo>
                <a:lnTo>
                  <a:pt x="35191" y="105325"/>
                </a:lnTo>
                <a:lnTo>
                  <a:pt x="32969" y="106370"/>
                </a:lnTo>
                <a:lnTo>
                  <a:pt x="31566" y="105449"/>
                </a:lnTo>
                <a:lnTo>
                  <a:pt x="29344" y="106494"/>
                </a:lnTo>
                <a:lnTo>
                  <a:pt x="28328" y="105479"/>
                </a:lnTo>
                <a:lnTo>
                  <a:pt x="29264" y="102679"/>
                </a:lnTo>
                <a:lnTo>
                  <a:pt x="26932" y="101422"/>
                </a:lnTo>
                <a:lnTo>
                  <a:pt x="23658" y="103220"/>
                </a:lnTo>
                <a:lnTo>
                  <a:pt x="21297" y="102219"/>
                </a:lnTo>
                <a:lnTo>
                  <a:pt x="22108" y="99266"/>
                </a:lnTo>
                <a:lnTo>
                  <a:pt x="21144" y="98309"/>
                </a:lnTo>
                <a:lnTo>
                  <a:pt x="18856" y="99463"/>
                </a:lnTo>
                <a:lnTo>
                  <a:pt x="17643" y="98367"/>
                </a:lnTo>
                <a:lnTo>
                  <a:pt x="18805" y="95962"/>
                </a:lnTo>
                <a:lnTo>
                  <a:pt x="17745" y="94910"/>
                </a:lnTo>
                <a:lnTo>
                  <a:pt x="15100" y="95955"/>
                </a:lnTo>
                <a:lnTo>
                  <a:pt x="14215" y="94632"/>
                </a:lnTo>
                <a:lnTo>
                  <a:pt x="15311" y="92578"/>
                </a:lnTo>
                <a:lnTo>
                  <a:pt x="14230" y="91300"/>
                </a:lnTo>
                <a:lnTo>
                  <a:pt x="11774" y="92440"/>
                </a:lnTo>
                <a:lnTo>
                  <a:pt x="10641" y="91314"/>
                </a:lnTo>
                <a:lnTo>
                  <a:pt x="11657" y="89092"/>
                </a:lnTo>
                <a:lnTo>
                  <a:pt x="10780" y="87674"/>
                </a:lnTo>
                <a:lnTo>
                  <a:pt x="11796" y="85452"/>
                </a:lnTo>
                <a:lnTo>
                  <a:pt x="10729" y="84393"/>
                </a:lnTo>
                <a:lnTo>
                  <a:pt x="8083" y="85438"/>
                </a:lnTo>
                <a:lnTo>
                  <a:pt x="7169" y="84071"/>
                </a:lnTo>
                <a:lnTo>
                  <a:pt x="8236" y="82200"/>
                </a:lnTo>
                <a:lnTo>
                  <a:pt x="7257" y="80672"/>
                </a:lnTo>
                <a:lnTo>
                  <a:pt x="8288" y="78451"/>
                </a:lnTo>
                <a:lnTo>
                  <a:pt x="7374" y="77537"/>
                </a:lnTo>
                <a:lnTo>
                  <a:pt x="4348" y="78275"/>
                </a:lnTo>
                <a:lnTo>
                  <a:pt x="3552" y="76112"/>
                </a:lnTo>
                <a:lnTo>
                  <a:pt x="4202" y="72750"/>
                </a:lnTo>
                <a:lnTo>
                  <a:pt x="4202" y="68774"/>
                </a:lnTo>
                <a:lnTo>
                  <a:pt x="4728" y="65836"/>
                </a:lnTo>
                <a:lnTo>
                  <a:pt x="4114" y="63519"/>
                </a:lnTo>
                <a:lnTo>
                  <a:pt x="972" y="64119"/>
                </a:lnTo>
                <a:lnTo>
                  <a:pt x="365" y="63505"/>
                </a:lnTo>
                <a:lnTo>
                  <a:pt x="716" y="60844"/>
                </a:lnTo>
                <a:lnTo>
                  <a:pt x="694" y="55041"/>
                </a:lnTo>
                <a:lnTo>
                  <a:pt x="0" y="51438"/>
                </a:lnTo>
                <a:lnTo>
                  <a:pt x="884" y="49370"/>
                </a:lnTo>
                <a:lnTo>
                  <a:pt x="3829" y="50181"/>
                </a:lnTo>
                <a:lnTo>
                  <a:pt x="4589" y="49421"/>
                </a:lnTo>
                <a:lnTo>
                  <a:pt x="4100" y="46892"/>
                </a:lnTo>
                <a:lnTo>
                  <a:pt x="4582" y="44129"/>
                </a:lnTo>
                <a:lnTo>
                  <a:pt x="4202" y="41505"/>
                </a:lnTo>
                <a:lnTo>
                  <a:pt x="4202" y="38356"/>
                </a:lnTo>
                <a:lnTo>
                  <a:pt x="3895" y="36667"/>
                </a:lnTo>
                <a:lnTo>
                  <a:pt x="4334" y="35403"/>
                </a:lnTo>
                <a:lnTo>
                  <a:pt x="7389" y="36112"/>
                </a:lnTo>
                <a:lnTo>
                  <a:pt x="8039" y="35454"/>
                </a:lnTo>
                <a:lnTo>
                  <a:pt x="7681" y="32794"/>
                </a:lnTo>
                <a:lnTo>
                  <a:pt x="7754" y="31420"/>
                </a:lnTo>
                <a:lnTo>
                  <a:pt x="7345" y="29541"/>
                </a:lnTo>
                <a:lnTo>
                  <a:pt x="7930" y="28313"/>
                </a:lnTo>
                <a:lnTo>
                  <a:pt x="10824" y="29176"/>
                </a:lnTo>
                <a:lnTo>
                  <a:pt x="11547" y="28445"/>
                </a:lnTo>
                <a:lnTo>
                  <a:pt x="11189" y="25785"/>
                </a:lnTo>
                <a:lnTo>
                  <a:pt x="11248" y="24630"/>
                </a:lnTo>
                <a:lnTo>
                  <a:pt x="10846" y="22262"/>
                </a:lnTo>
                <a:lnTo>
                  <a:pt x="11650" y="21187"/>
                </a:lnTo>
                <a:lnTo>
                  <a:pt x="14208" y="22284"/>
                </a:lnTo>
                <a:lnTo>
                  <a:pt x="15216" y="21282"/>
                </a:lnTo>
                <a:lnTo>
                  <a:pt x="14164" y="18629"/>
                </a:lnTo>
                <a:lnTo>
                  <a:pt x="15428" y="17804"/>
                </a:lnTo>
                <a:lnTo>
                  <a:pt x="17650" y="18849"/>
                </a:lnTo>
                <a:lnTo>
                  <a:pt x="18820" y="17679"/>
                </a:lnTo>
                <a:lnTo>
                  <a:pt x="17650" y="15341"/>
                </a:lnTo>
                <a:lnTo>
                  <a:pt x="18724" y="14273"/>
                </a:lnTo>
                <a:lnTo>
                  <a:pt x="21370" y="15318"/>
                </a:lnTo>
                <a:lnTo>
                  <a:pt x="22101" y="14215"/>
                </a:lnTo>
                <a:lnTo>
                  <a:pt x="21231" y="11598"/>
                </a:lnTo>
                <a:lnTo>
                  <a:pt x="23008" y="10385"/>
                </a:lnTo>
                <a:lnTo>
                  <a:pt x="27824" y="12395"/>
                </a:lnTo>
                <a:lnTo>
                  <a:pt x="29096" y="10838"/>
                </a:lnTo>
                <a:lnTo>
                  <a:pt x="28321" y="7959"/>
                </a:lnTo>
                <a:lnTo>
                  <a:pt x="30031" y="7147"/>
                </a:lnTo>
                <a:lnTo>
                  <a:pt x="34935" y="8777"/>
                </a:lnTo>
                <a:lnTo>
                  <a:pt x="36024" y="7447"/>
                </a:lnTo>
                <a:lnTo>
                  <a:pt x="35469" y="4326"/>
                </a:lnTo>
                <a:lnTo>
                  <a:pt x="37727" y="3683"/>
                </a:lnTo>
                <a:lnTo>
                  <a:pt x="40753" y="4246"/>
                </a:lnTo>
                <a:lnTo>
                  <a:pt x="45057" y="4246"/>
                </a:lnTo>
                <a:lnTo>
                  <a:pt x="47542" y="4538"/>
                </a:lnTo>
                <a:lnTo>
                  <a:pt x="49808" y="4239"/>
                </a:lnTo>
                <a:lnTo>
                  <a:pt x="50035" y="4209"/>
                </a:lnTo>
                <a:lnTo>
                  <a:pt x="49589" y="950"/>
                </a:lnTo>
                <a:lnTo>
                  <a:pt x="50108" y="438"/>
                </a:lnTo>
                <a:lnTo>
                  <a:pt x="54457" y="760"/>
                </a:lnTo>
                <a:lnTo>
                  <a:pt x="55699" y="584"/>
                </a:lnTo>
                <a:lnTo>
                  <a:pt x="57884" y="869"/>
                </a:lnTo>
                <a:lnTo>
                  <a:pt x="63242" y="0"/>
                </a:lnTo>
                <a:lnTo>
                  <a:pt x="64119" y="1066"/>
                </a:lnTo>
                <a:lnTo>
                  <a:pt x="63490" y="4121"/>
                </a:lnTo>
                <a:lnTo>
                  <a:pt x="64718" y="4538"/>
                </a:lnTo>
                <a:lnTo>
                  <a:pt x="66413" y="4239"/>
                </a:lnTo>
                <a:lnTo>
                  <a:pt x="68336" y="4239"/>
                </a:lnTo>
                <a:lnTo>
                  <a:pt x="69922" y="3961"/>
                </a:lnTo>
                <a:lnTo>
                  <a:pt x="72918" y="4845"/>
                </a:lnTo>
                <a:lnTo>
                  <a:pt x="75900" y="3398"/>
                </a:lnTo>
                <a:lnTo>
                  <a:pt x="78312" y="4421"/>
                </a:lnTo>
                <a:lnTo>
                  <a:pt x="77501" y="7381"/>
                </a:lnTo>
                <a:lnTo>
                  <a:pt x="78393" y="8258"/>
                </a:lnTo>
                <a:lnTo>
                  <a:pt x="80680" y="7433"/>
                </a:lnTo>
                <a:lnTo>
                  <a:pt x="82076" y="8054"/>
                </a:lnTo>
                <a:lnTo>
                  <a:pt x="84364" y="7228"/>
                </a:lnTo>
                <a:lnTo>
                  <a:pt x="85248" y="8112"/>
                </a:lnTo>
                <a:lnTo>
                  <a:pt x="84437" y="11065"/>
                </a:lnTo>
                <a:lnTo>
                  <a:pt x="86681" y="12015"/>
                </a:lnTo>
                <a:lnTo>
                  <a:pt x="90291" y="10181"/>
                </a:lnTo>
                <a:lnTo>
                  <a:pt x="92462" y="11620"/>
                </a:lnTo>
                <a:lnTo>
                  <a:pt x="91409" y="14266"/>
                </a:lnTo>
                <a:lnTo>
                  <a:pt x="92483" y="15333"/>
                </a:lnTo>
                <a:lnTo>
                  <a:pt x="94822" y="14171"/>
                </a:lnTo>
                <a:lnTo>
                  <a:pt x="95992" y="15333"/>
                </a:lnTo>
                <a:lnTo>
                  <a:pt x="94822" y="17672"/>
                </a:lnTo>
                <a:lnTo>
                  <a:pt x="95977" y="18827"/>
                </a:lnTo>
                <a:lnTo>
                  <a:pt x="98382" y="17665"/>
                </a:lnTo>
                <a:lnTo>
                  <a:pt x="99478" y="18885"/>
                </a:lnTo>
                <a:lnTo>
                  <a:pt x="98316" y="21166"/>
                </a:lnTo>
                <a:lnTo>
                  <a:pt x="99281" y="22130"/>
                </a:lnTo>
                <a:lnTo>
                  <a:pt x="102234" y="21319"/>
                </a:lnTo>
                <a:lnTo>
                  <a:pt x="103242" y="23680"/>
                </a:lnTo>
                <a:lnTo>
                  <a:pt x="101444" y="26954"/>
                </a:lnTo>
                <a:lnTo>
                  <a:pt x="102694" y="29286"/>
                </a:lnTo>
                <a:lnTo>
                  <a:pt x="105500" y="28343"/>
                </a:lnTo>
                <a:lnTo>
                  <a:pt x="106516" y="29359"/>
                </a:lnTo>
                <a:lnTo>
                  <a:pt x="105464" y="31588"/>
                </a:lnTo>
                <a:lnTo>
                  <a:pt x="106399" y="32976"/>
                </a:lnTo>
                <a:lnTo>
                  <a:pt x="105347" y="35205"/>
                </a:lnTo>
                <a:lnTo>
                  <a:pt x="106261" y="36119"/>
                </a:lnTo>
                <a:lnTo>
                  <a:pt x="109294" y="35388"/>
                </a:lnTo>
                <a:lnTo>
                  <a:pt x="110083" y="37559"/>
                </a:lnTo>
                <a:lnTo>
                  <a:pt x="109440" y="40899"/>
                </a:lnTo>
                <a:lnTo>
                  <a:pt x="109440" y="43866"/>
                </a:lnTo>
                <a:lnTo>
                  <a:pt x="109213" y="45277"/>
                </a:lnTo>
                <a:lnTo>
                  <a:pt x="109572" y="46914"/>
                </a:lnTo>
                <a:lnTo>
                  <a:pt x="109031" y="49406"/>
                </a:lnTo>
                <a:lnTo>
                  <a:pt x="109929" y="50298"/>
                </a:lnTo>
                <a:lnTo>
                  <a:pt x="112575" y="49253"/>
                </a:lnTo>
                <a:lnTo>
                  <a:pt x="113321" y="50371"/>
                </a:lnTo>
                <a:lnTo>
                  <a:pt x="112919" y="52630"/>
                </a:lnTo>
                <a:lnTo>
                  <a:pt x="113043" y="55341"/>
                </a:lnTo>
                <a:lnTo>
                  <a:pt x="113438" y="58374"/>
                </a:lnTo>
                <a:lnTo>
                  <a:pt x="112795" y="60954"/>
                </a:lnTo>
                <a:lnTo>
                  <a:pt x="113379" y="63417"/>
                </a:lnTo>
                <a:lnTo>
                  <a:pt x="112700" y="64089"/>
                </a:lnTo>
                <a:lnTo>
                  <a:pt x="109491" y="63563"/>
                </a:lnTo>
                <a:lnTo>
                  <a:pt x="109009" y="65975"/>
                </a:lnTo>
                <a:lnTo>
                  <a:pt x="109440" y="68672"/>
                </a:lnTo>
                <a:lnTo>
                  <a:pt x="109440" y="72757"/>
                </a:lnTo>
                <a:lnTo>
                  <a:pt x="110083" y="76105"/>
                </a:lnTo>
                <a:lnTo>
                  <a:pt x="109294" y="78268"/>
                </a:lnTo>
                <a:lnTo>
                  <a:pt x="106261" y="77537"/>
                </a:lnTo>
                <a:lnTo>
                  <a:pt x="105603" y="78209"/>
                </a:lnTo>
                <a:lnTo>
                  <a:pt x="105954" y="80870"/>
                </a:lnTo>
                <a:lnTo>
                  <a:pt x="105888" y="82171"/>
                </a:lnTo>
                <a:lnTo>
                  <a:pt x="106304" y="84203"/>
                </a:lnTo>
                <a:lnTo>
                  <a:pt x="105654" y="85394"/>
                </a:lnTo>
                <a:lnTo>
                  <a:pt x="102855" y="84444"/>
                </a:lnTo>
                <a:lnTo>
                  <a:pt x="101846" y="85452"/>
                </a:lnTo>
                <a:lnTo>
                  <a:pt x="102862" y="87682"/>
                </a:lnTo>
                <a:lnTo>
                  <a:pt x="101985" y="89092"/>
                </a:lnTo>
                <a:lnTo>
                  <a:pt x="103001" y="91314"/>
                </a:lnTo>
                <a:lnTo>
                  <a:pt x="101934" y="92381"/>
                </a:lnTo>
                <a:lnTo>
                  <a:pt x="99288" y="91329"/>
                </a:lnTo>
                <a:lnTo>
                  <a:pt x="98411" y="92652"/>
                </a:lnTo>
                <a:lnTo>
                  <a:pt x="99500" y="94705"/>
                </a:lnTo>
                <a:lnTo>
                  <a:pt x="98418" y="95992"/>
                </a:lnTo>
                <a:lnTo>
                  <a:pt x="95963" y="94844"/>
                </a:lnTo>
                <a:lnTo>
                  <a:pt x="94837" y="95962"/>
                </a:lnTo>
                <a:lnTo>
                  <a:pt x="95999" y="98367"/>
                </a:lnTo>
                <a:lnTo>
                  <a:pt x="94779" y="99471"/>
                </a:lnTo>
                <a:lnTo>
                  <a:pt x="92491" y="98309"/>
                </a:lnTo>
                <a:lnTo>
                  <a:pt x="91526" y="99273"/>
                </a:lnTo>
                <a:lnTo>
                  <a:pt x="92337" y="102219"/>
                </a:lnTo>
                <a:lnTo>
                  <a:pt x="89984" y="103220"/>
                </a:lnTo>
                <a:lnTo>
                  <a:pt x="86710" y="101422"/>
                </a:lnTo>
                <a:lnTo>
                  <a:pt x="84378" y="102679"/>
                </a:lnTo>
                <a:lnTo>
                  <a:pt x="85314" y="105486"/>
                </a:lnTo>
                <a:lnTo>
                  <a:pt x="84298" y="106494"/>
                </a:lnTo>
                <a:lnTo>
                  <a:pt x="82076" y="105449"/>
                </a:lnTo>
                <a:lnTo>
                  <a:pt x="80673" y="106370"/>
                </a:lnTo>
                <a:lnTo>
                  <a:pt x="78458" y="105325"/>
                </a:lnTo>
                <a:lnTo>
                  <a:pt x="77537" y="106246"/>
                </a:lnTo>
                <a:lnTo>
                  <a:pt x="78268" y="109272"/>
                </a:lnTo>
                <a:lnTo>
                  <a:pt x="76097" y="110061"/>
                </a:lnTo>
                <a:lnTo>
                  <a:pt x="72757" y="109411"/>
                </a:lnTo>
                <a:lnTo>
                  <a:pt x="69790" y="109411"/>
                </a:lnTo>
                <a:lnTo>
                  <a:pt x="68380" y="109191"/>
                </a:lnTo>
                <a:lnTo>
                  <a:pt x="66742" y="109549"/>
                </a:lnTo>
                <a:lnTo>
                  <a:pt x="64258" y="109001"/>
                </a:lnTo>
                <a:lnTo>
                  <a:pt x="63351" y="109900"/>
                </a:lnTo>
                <a:lnTo>
                  <a:pt x="64404" y="112553"/>
                </a:lnTo>
                <a:lnTo>
                  <a:pt x="63285" y="113291"/>
                </a:lnTo>
                <a:lnTo>
                  <a:pt x="61027" y="112889"/>
                </a:lnTo>
                <a:lnTo>
                  <a:pt x="58308" y="113014"/>
                </a:lnTo>
                <a:lnTo>
                  <a:pt x="55275" y="1134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0" y="1786196"/>
            <a:ext cx="51435" cy="106680"/>
          </a:xfrm>
          <a:custGeom>
            <a:avLst/>
            <a:gdLst/>
            <a:ahLst/>
            <a:cxnLst/>
            <a:rect l="l" t="t" r="r" b="b"/>
            <a:pathLst>
              <a:path w="51435" h="106680">
                <a:moveTo>
                  <a:pt x="9824" y="106238"/>
                </a:moveTo>
                <a:lnTo>
                  <a:pt x="7098" y="105793"/>
                </a:lnTo>
                <a:lnTo>
                  <a:pt x="0" y="105793"/>
                </a:lnTo>
                <a:lnTo>
                  <a:pt x="0" y="606"/>
                </a:lnTo>
                <a:lnTo>
                  <a:pt x="4672" y="606"/>
                </a:lnTo>
                <a:lnTo>
                  <a:pt x="8757" y="0"/>
                </a:lnTo>
                <a:lnTo>
                  <a:pt x="12214" y="657"/>
                </a:lnTo>
                <a:lnTo>
                  <a:pt x="11703" y="3866"/>
                </a:lnTo>
                <a:lnTo>
                  <a:pt x="12375" y="4538"/>
                </a:lnTo>
                <a:lnTo>
                  <a:pt x="14831" y="3954"/>
                </a:lnTo>
                <a:lnTo>
                  <a:pt x="17608" y="4648"/>
                </a:lnTo>
                <a:lnTo>
                  <a:pt x="20363" y="3405"/>
                </a:lnTo>
                <a:lnTo>
                  <a:pt x="22841" y="4239"/>
                </a:lnTo>
                <a:lnTo>
                  <a:pt x="22154" y="7308"/>
                </a:lnTo>
                <a:lnTo>
                  <a:pt x="22804" y="7951"/>
                </a:lnTo>
                <a:lnTo>
                  <a:pt x="25465" y="7586"/>
                </a:lnTo>
                <a:lnTo>
                  <a:pt x="26715" y="7652"/>
                </a:lnTo>
                <a:lnTo>
                  <a:pt x="28871" y="7235"/>
                </a:lnTo>
                <a:lnTo>
                  <a:pt x="30025" y="7944"/>
                </a:lnTo>
                <a:lnTo>
                  <a:pt x="29024" y="10656"/>
                </a:lnTo>
                <a:lnTo>
                  <a:pt x="30069" y="11701"/>
                </a:lnTo>
                <a:lnTo>
                  <a:pt x="32408" y="10539"/>
                </a:lnTo>
                <a:lnTo>
                  <a:pt x="33577" y="11701"/>
                </a:lnTo>
                <a:lnTo>
                  <a:pt x="32408" y="14040"/>
                </a:lnTo>
                <a:lnTo>
                  <a:pt x="33577" y="15209"/>
                </a:lnTo>
                <a:lnTo>
                  <a:pt x="35916" y="14040"/>
                </a:lnTo>
                <a:lnTo>
                  <a:pt x="37085" y="15209"/>
                </a:lnTo>
                <a:lnTo>
                  <a:pt x="35916" y="17548"/>
                </a:lnTo>
                <a:lnTo>
                  <a:pt x="37085" y="18710"/>
                </a:lnTo>
                <a:lnTo>
                  <a:pt x="39424" y="17548"/>
                </a:lnTo>
                <a:lnTo>
                  <a:pt x="40594" y="18710"/>
                </a:lnTo>
                <a:lnTo>
                  <a:pt x="39424" y="21049"/>
                </a:lnTo>
                <a:lnTo>
                  <a:pt x="40484" y="22101"/>
                </a:lnTo>
                <a:lnTo>
                  <a:pt x="43181" y="21093"/>
                </a:lnTo>
                <a:lnTo>
                  <a:pt x="44321" y="22920"/>
                </a:lnTo>
                <a:lnTo>
                  <a:pt x="42406" y="27736"/>
                </a:lnTo>
                <a:lnTo>
                  <a:pt x="43846" y="28920"/>
                </a:lnTo>
                <a:lnTo>
                  <a:pt x="46908" y="28306"/>
                </a:lnTo>
                <a:lnTo>
                  <a:pt x="47727" y="30754"/>
                </a:lnTo>
                <a:lnTo>
                  <a:pt x="46484" y="33510"/>
                </a:lnTo>
                <a:lnTo>
                  <a:pt x="47179" y="36287"/>
                </a:lnTo>
                <a:lnTo>
                  <a:pt x="46594" y="38750"/>
                </a:lnTo>
                <a:lnTo>
                  <a:pt x="47266" y="39415"/>
                </a:lnTo>
                <a:lnTo>
                  <a:pt x="50482" y="38904"/>
                </a:lnTo>
                <a:lnTo>
                  <a:pt x="50935" y="41323"/>
                </a:lnTo>
                <a:lnTo>
                  <a:pt x="50526" y="43990"/>
                </a:lnTo>
                <a:lnTo>
                  <a:pt x="50526" y="62394"/>
                </a:lnTo>
                <a:lnTo>
                  <a:pt x="50972" y="65120"/>
                </a:lnTo>
                <a:lnTo>
                  <a:pt x="50467" y="67517"/>
                </a:lnTo>
                <a:lnTo>
                  <a:pt x="47274" y="66983"/>
                </a:lnTo>
                <a:lnTo>
                  <a:pt x="46594" y="67670"/>
                </a:lnTo>
                <a:lnTo>
                  <a:pt x="47179" y="70126"/>
                </a:lnTo>
                <a:lnTo>
                  <a:pt x="46484" y="72903"/>
                </a:lnTo>
                <a:lnTo>
                  <a:pt x="47727" y="75659"/>
                </a:lnTo>
                <a:lnTo>
                  <a:pt x="46893" y="78136"/>
                </a:lnTo>
                <a:lnTo>
                  <a:pt x="43831" y="77442"/>
                </a:lnTo>
                <a:lnTo>
                  <a:pt x="43188" y="78092"/>
                </a:lnTo>
                <a:lnTo>
                  <a:pt x="43546" y="80753"/>
                </a:lnTo>
                <a:lnTo>
                  <a:pt x="43480" y="81995"/>
                </a:lnTo>
                <a:lnTo>
                  <a:pt x="43897" y="84166"/>
                </a:lnTo>
                <a:lnTo>
                  <a:pt x="43181" y="85314"/>
                </a:lnTo>
                <a:lnTo>
                  <a:pt x="40484" y="84298"/>
                </a:lnTo>
                <a:lnTo>
                  <a:pt x="39424" y="85350"/>
                </a:lnTo>
                <a:lnTo>
                  <a:pt x="40594" y="87689"/>
                </a:lnTo>
                <a:lnTo>
                  <a:pt x="39424" y="88858"/>
                </a:lnTo>
                <a:lnTo>
                  <a:pt x="37085" y="87689"/>
                </a:lnTo>
                <a:lnTo>
                  <a:pt x="35916" y="88858"/>
                </a:lnTo>
                <a:lnTo>
                  <a:pt x="37085" y="91190"/>
                </a:lnTo>
                <a:lnTo>
                  <a:pt x="35916" y="92359"/>
                </a:lnTo>
                <a:lnTo>
                  <a:pt x="33577" y="91190"/>
                </a:lnTo>
                <a:lnTo>
                  <a:pt x="32408" y="92359"/>
                </a:lnTo>
                <a:lnTo>
                  <a:pt x="33577" y="94698"/>
                </a:lnTo>
                <a:lnTo>
                  <a:pt x="32408" y="95867"/>
                </a:lnTo>
                <a:lnTo>
                  <a:pt x="30069" y="94698"/>
                </a:lnTo>
                <a:lnTo>
                  <a:pt x="29009" y="95750"/>
                </a:lnTo>
                <a:lnTo>
                  <a:pt x="30033" y="98447"/>
                </a:lnTo>
                <a:lnTo>
                  <a:pt x="28205" y="99595"/>
                </a:lnTo>
                <a:lnTo>
                  <a:pt x="23389" y="97665"/>
                </a:lnTo>
                <a:lnTo>
                  <a:pt x="22198" y="99120"/>
                </a:lnTo>
                <a:lnTo>
                  <a:pt x="22812" y="102182"/>
                </a:lnTo>
                <a:lnTo>
                  <a:pt x="20363" y="102993"/>
                </a:lnTo>
                <a:lnTo>
                  <a:pt x="17608" y="101751"/>
                </a:lnTo>
                <a:lnTo>
                  <a:pt x="14831" y="102445"/>
                </a:lnTo>
                <a:lnTo>
                  <a:pt x="12375" y="101861"/>
                </a:lnTo>
                <a:lnTo>
                  <a:pt x="11688" y="102540"/>
                </a:lnTo>
                <a:lnTo>
                  <a:pt x="12229" y="105741"/>
                </a:lnTo>
                <a:lnTo>
                  <a:pt x="9824" y="106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418021" y="1786372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4">
                <a:moveTo>
                  <a:pt x="44911" y="106034"/>
                </a:moveTo>
                <a:lnTo>
                  <a:pt x="42507" y="105551"/>
                </a:lnTo>
                <a:lnTo>
                  <a:pt x="43026" y="102350"/>
                </a:lnTo>
                <a:lnTo>
                  <a:pt x="42346" y="101671"/>
                </a:lnTo>
                <a:lnTo>
                  <a:pt x="39890" y="102255"/>
                </a:lnTo>
                <a:lnTo>
                  <a:pt x="37230" y="101590"/>
                </a:lnTo>
                <a:lnTo>
                  <a:pt x="34175" y="102949"/>
                </a:lnTo>
                <a:lnTo>
                  <a:pt x="31807" y="101904"/>
                </a:lnTo>
                <a:lnTo>
                  <a:pt x="32633" y="98966"/>
                </a:lnTo>
                <a:lnTo>
                  <a:pt x="31676" y="98016"/>
                </a:lnTo>
                <a:lnTo>
                  <a:pt x="29454" y="99061"/>
                </a:lnTo>
                <a:lnTo>
                  <a:pt x="28050" y="98133"/>
                </a:lnTo>
                <a:lnTo>
                  <a:pt x="25829" y="99178"/>
                </a:lnTo>
                <a:lnTo>
                  <a:pt x="24703" y="98053"/>
                </a:lnTo>
                <a:lnTo>
                  <a:pt x="25843" y="95575"/>
                </a:lnTo>
                <a:lnTo>
                  <a:pt x="24586" y="94552"/>
                </a:lnTo>
                <a:lnTo>
                  <a:pt x="22342" y="95692"/>
                </a:lnTo>
                <a:lnTo>
                  <a:pt x="21158" y="94508"/>
                </a:lnTo>
                <a:lnTo>
                  <a:pt x="22328" y="92169"/>
                </a:lnTo>
                <a:lnTo>
                  <a:pt x="21158" y="91000"/>
                </a:lnTo>
                <a:lnTo>
                  <a:pt x="18827" y="92169"/>
                </a:lnTo>
                <a:lnTo>
                  <a:pt x="17658" y="91007"/>
                </a:lnTo>
                <a:lnTo>
                  <a:pt x="18827" y="88661"/>
                </a:lnTo>
                <a:lnTo>
                  <a:pt x="17650" y="87499"/>
                </a:lnTo>
                <a:lnTo>
                  <a:pt x="15319" y="88668"/>
                </a:lnTo>
                <a:lnTo>
                  <a:pt x="14149" y="87499"/>
                </a:lnTo>
                <a:lnTo>
                  <a:pt x="15318" y="85160"/>
                </a:lnTo>
                <a:lnTo>
                  <a:pt x="14149" y="83998"/>
                </a:lnTo>
                <a:lnTo>
                  <a:pt x="11818" y="85160"/>
                </a:lnTo>
                <a:lnTo>
                  <a:pt x="10634" y="83983"/>
                </a:lnTo>
                <a:lnTo>
                  <a:pt x="11767" y="81725"/>
                </a:lnTo>
                <a:lnTo>
                  <a:pt x="10751" y="80482"/>
                </a:lnTo>
                <a:lnTo>
                  <a:pt x="8273" y="81615"/>
                </a:lnTo>
                <a:lnTo>
                  <a:pt x="7140" y="80490"/>
                </a:lnTo>
                <a:lnTo>
                  <a:pt x="8193" y="78268"/>
                </a:lnTo>
                <a:lnTo>
                  <a:pt x="7264" y="76865"/>
                </a:lnTo>
                <a:lnTo>
                  <a:pt x="8309" y="74650"/>
                </a:lnTo>
                <a:lnTo>
                  <a:pt x="7345" y="73685"/>
                </a:lnTo>
                <a:lnTo>
                  <a:pt x="4421" y="74519"/>
                </a:lnTo>
                <a:lnTo>
                  <a:pt x="3369" y="72158"/>
                </a:lnTo>
                <a:lnTo>
                  <a:pt x="4728" y="69088"/>
                </a:lnTo>
                <a:lnTo>
                  <a:pt x="4070" y="66421"/>
                </a:lnTo>
                <a:lnTo>
                  <a:pt x="4655" y="63965"/>
                </a:lnTo>
                <a:lnTo>
                  <a:pt x="3954" y="63278"/>
                </a:lnTo>
                <a:lnTo>
                  <a:pt x="782" y="63840"/>
                </a:lnTo>
                <a:lnTo>
                  <a:pt x="0" y="60501"/>
                </a:lnTo>
                <a:lnTo>
                  <a:pt x="716" y="56152"/>
                </a:lnTo>
                <a:lnTo>
                  <a:pt x="716" y="45152"/>
                </a:lnTo>
                <a:lnTo>
                  <a:pt x="387" y="43274"/>
                </a:lnTo>
                <a:lnTo>
                  <a:pt x="898" y="42054"/>
                </a:lnTo>
                <a:lnTo>
                  <a:pt x="3858" y="42872"/>
                </a:lnTo>
                <a:lnTo>
                  <a:pt x="4677" y="42046"/>
                </a:lnTo>
                <a:lnTo>
                  <a:pt x="4019" y="39642"/>
                </a:lnTo>
                <a:lnTo>
                  <a:pt x="4597" y="37800"/>
                </a:lnTo>
                <a:lnTo>
                  <a:pt x="3332" y="32713"/>
                </a:lnTo>
                <a:lnTo>
                  <a:pt x="4560" y="31705"/>
                </a:lnTo>
                <a:lnTo>
                  <a:pt x="7608" y="32333"/>
                </a:lnTo>
                <a:lnTo>
                  <a:pt x="8375" y="30111"/>
                </a:lnTo>
                <a:lnTo>
                  <a:pt x="6716" y="26632"/>
                </a:lnTo>
                <a:lnTo>
                  <a:pt x="8054" y="24425"/>
                </a:lnTo>
                <a:lnTo>
                  <a:pt x="10772" y="25419"/>
                </a:lnTo>
                <a:lnTo>
                  <a:pt x="11715" y="24477"/>
                </a:lnTo>
                <a:lnTo>
                  <a:pt x="10670" y="21823"/>
                </a:lnTo>
                <a:lnTo>
                  <a:pt x="11993" y="20954"/>
                </a:lnTo>
                <a:lnTo>
                  <a:pt x="14047" y="22042"/>
                </a:lnTo>
                <a:lnTo>
                  <a:pt x="15326" y="20961"/>
                </a:lnTo>
                <a:lnTo>
                  <a:pt x="14186" y="18505"/>
                </a:lnTo>
                <a:lnTo>
                  <a:pt x="15318" y="17372"/>
                </a:lnTo>
                <a:lnTo>
                  <a:pt x="17657" y="18534"/>
                </a:lnTo>
                <a:lnTo>
                  <a:pt x="18827" y="17372"/>
                </a:lnTo>
                <a:lnTo>
                  <a:pt x="17658" y="15034"/>
                </a:lnTo>
                <a:lnTo>
                  <a:pt x="18725" y="13959"/>
                </a:lnTo>
                <a:lnTo>
                  <a:pt x="21377" y="15012"/>
                </a:lnTo>
                <a:lnTo>
                  <a:pt x="22247" y="13689"/>
                </a:lnTo>
                <a:lnTo>
                  <a:pt x="21158" y="11635"/>
                </a:lnTo>
                <a:lnTo>
                  <a:pt x="22240" y="10349"/>
                </a:lnTo>
                <a:lnTo>
                  <a:pt x="24696" y="11496"/>
                </a:lnTo>
                <a:lnTo>
                  <a:pt x="25697" y="10495"/>
                </a:lnTo>
                <a:lnTo>
                  <a:pt x="24725" y="7739"/>
                </a:lnTo>
                <a:lnTo>
                  <a:pt x="26537" y="6701"/>
                </a:lnTo>
                <a:lnTo>
                  <a:pt x="31376" y="8522"/>
                </a:lnTo>
                <a:lnTo>
                  <a:pt x="32508" y="7140"/>
                </a:lnTo>
                <a:lnTo>
                  <a:pt x="31968" y="4012"/>
                </a:lnTo>
                <a:lnTo>
                  <a:pt x="35556" y="3055"/>
                </a:lnTo>
                <a:lnTo>
                  <a:pt x="39503" y="4589"/>
                </a:lnTo>
                <a:lnTo>
                  <a:pt x="42784" y="3931"/>
                </a:lnTo>
                <a:lnTo>
                  <a:pt x="43070" y="3873"/>
                </a:lnTo>
                <a:lnTo>
                  <a:pt x="42536" y="679"/>
                </a:lnTo>
                <a:lnTo>
                  <a:pt x="43121" y="95"/>
                </a:lnTo>
                <a:lnTo>
                  <a:pt x="45781" y="460"/>
                </a:lnTo>
                <a:lnTo>
                  <a:pt x="49772" y="248"/>
                </a:lnTo>
                <a:lnTo>
                  <a:pt x="53331" y="431"/>
                </a:lnTo>
                <a:lnTo>
                  <a:pt x="58995" y="431"/>
                </a:lnTo>
                <a:lnTo>
                  <a:pt x="61699" y="0"/>
                </a:lnTo>
                <a:lnTo>
                  <a:pt x="64104" y="489"/>
                </a:lnTo>
                <a:lnTo>
                  <a:pt x="63585" y="3690"/>
                </a:lnTo>
                <a:lnTo>
                  <a:pt x="64257" y="4363"/>
                </a:lnTo>
                <a:lnTo>
                  <a:pt x="66720" y="3778"/>
                </a:lnTo>
                <a:lnTo>
                  <a:pt x="69395" y="4451"/>
                </a:lnTo>
                <a:lnTo>
                  <a:pt x="72414" y="3098"/>
                </a:lnTo>
                <a:lnTo>
                  <a:pt x="74796" y="4122"/>
                </a:lnTo>
                <a:lnTo>
                  <a:pt x="73978" y="7074"/>
                </a:lnTo>
                <a:lnTo>
                  <a:pt x="74687" y="7776"/>
                </a:lnTo>
                <a:lnTo>
                  <a:pt x="77347" y="7411"/>
                </a:lnTo>
                <a:lnTo>
                  <a:pt x="78582" y="7476"/>
                </a:lnTo>
                <a:lnTo>
                  <a:pt x="80768" y="7060"/>
                </a:lnTo>
                <a:lnTo>
                  <a:pt x="81908" y="7791"/>
                </a:lnTo>
                <a:lnTo>
                  <a:pt x="80884" y="10473"/>
                </a:lnTo>
                <a:lnTo>
                  <a:pt x="81849" y="11430"/>
                </a:lnTo>
                <a:lnTo>
                  <a:pt x="84495" y="10385"/>
                </a:lnTo>
                <a:lnTo>
                  <a:pt x="85372" y="11708"/>
                </a:lnTo>
                <a:lnTo>
                  <a:pt x="84283" y="13762"/>
                </a:lnTo>
                <a:lnTo>
                  <a:pt x="85357" y="15041"/>
                </a:lnTo>
                <a:lnTo>
                  <a:pt x="87813" y="13901"/>
                </a:lnTo>
                <a:lnTo>
                  <a:pt x="88953" y="15033"/>
                </a:lnTo>
                <a:lnTo>
                  <a:pt x="87784" y="17372"/>
                </a:lnTo>
                <a:lnTo>
                  <a:pt x="88953" y="18534"/>
                </a:lnTo>
                <a:lnTo>
                  <a:pt x="91292" y="17372"/>
                </a:lnTo>
                <a:lnTo>
                  <a:pt x="92359" y="18439"/>
                </a:lnTo>
                <a:lnTo>
                  <a:pt x="91314" y="21092"/>
                </a:lnTo>
                <a:lnTo>
                  <a:pt x="92637" y="21962"/>
                </a:lnTo>
                <a:lnTo>
                  <a:pt x="94691" y="20873"/>
                </a:lnTo>
                <a:lnTo>
                  <a:pt x="95970" y="21955"/>
                </a:lnTo>
                <a:lnTo>
                  <a:pt x="94829" y="24411"/>
                </a:lnTo>
                <a:lnTo>
                  <a:pt x="95845" y="25426"/>
                </a:lnTo>
                <a:lnTo>
                  <a:pt x="98557" y="24425"/>
                </a:lnTo>
                <a:lnTo>
                  <a:pt x="99675" y="26245"/>
                </a:lnTo>
                <a:lnTo>
                  <a:pt x="97775" y="31069"/>
                </a:lnTo>
                <a:lnTo>
                  <a:pt x="99222" y="32253"/>
                </a:lnTo>
                <a:lnTo>
                  <a:pt x="102270" y="31624"/>
                </a:lnTo>
                <a:lnTo>
                  <a:pt x="102694" y="32852"/>
                </a:lnTo>
                <a:lnTo>
                  <a:pt x="102387" y="34555"/>
                </a:lnTo>
                <a:lnTo>
                  <a:pt x="102387" y="36426"/>
                </a:lnTo>
                <a:lnTo>
                  <a:pt x="102087" y="38107"/>
                </a:lnTo>
                <a:lnTo>
                  <a:pt x="102613" y="39657"/>
                </a:lnTo>
                <a:lnTo>
                  <a:pt x="101919" y="42025"/>
                </a:lnTo>
                <a:lnTo>
                  <a:pt x="102759" y="42865"/>
                </a:lnTo>
                <a:lnTo>
                  <a:pt x="105705" y="42054"/>
                </a:lnTo>
                <a:lnTo>
                  <a:pt x="106626" y="44195"/>
                </a:lnTo>
                <a:lnTo>
                  <a:pt x="105793" y="47630"/>
                </a:lnTo>
                <a:lnTo>
                  <a:pt x="106019" y="51833"/>
                </a:lnTo>
                <a:lnTo>
                  <a:pt x="105895" y="58710"/>
                </a:lnTo>
                <a:lnTo>
                  <a:pt x="106319" y="61414"/>
                </a:lnTo>
                <a:lnTo>
                  <a:pt x="105837" y="63819"/>
                </a:lnTo>
                <a:lnTo>
                  <a:pt x="102635" y="63292"/>
                </a:lnTo>
                <a:lnTo>
                  <a:pt x="101956" y="63972"/>
                </a:lnTo>
                <a:lnTo>
                  <a:pt x="102540" y="66428"/>
                </a:lnTo>
                <a:lnTo>
                  <a:pt x="101875" y="69110"/>
                </a:lnTo>
                <a:lnTo>
                  <a:pt x="103220" y="72121"/>
                </a:lnTo>
                <a:lnTo>
                  <a:pt x="102204" y="74504"/>
                </a:lnTo>
                <a:lnTo>
                  <a:pt x="99244" y="73693"/>
                </a:lnTo>
                <a:lnTo>
                  <a:pt x="98301" y="74650"/>
                </a:lnTo>
                <a:lnTo>
                  <a:pt x="99346" y="76872"/>
                </a:lnTo>
                <a:lnTo>
                  <a:pt x="98418" y="78268"/>
                </a:lnTo>
                <a:lnTo>
                  <a:pt x="99463" y="80490"/>
                </a:lnTo>
                <a:lnTo>
                  <a:pt x="98367" y="81586"/>
                </a:lnTo>
                <a:lnTo>
                  <a:pt x="95794" y="80497"/>
                </a:lnTo>
                <a:lnTo>
                  <a:pt x="94881" y="81761"/>
                </a:lnTo>
                <a:lnTo>
                  <a:pt x="95970" y="83983"/>
                </a:lnTo>
                <a:lnTo>
                  <a:pt x="94888" y="85065"/>
                </a:lnTo>
                <a:lnTo>
                  <a:pt x="92242" y="84020"/>
                </a:lnTo>
                <a:lnTo>
                  <a:pt x="91380" y="85321"/>
                </a:lnTo>
                <a:lnTo>
                  <a:pt x="92461" y="87433"/>
                </a:lnTo>
                <a:lnTo>
                  <a:pt x="91343" y="88675"/>
                </a:lnTo>
                <a:lnTo>
                  <a:pt x="88931" y="87521"/>
                </a:lnTo>
                <a:lnTo>
                  <a:pt x="87784" y="88668"/>
                </a:lnTo>
                <a:lnTo>
                  <a:pt x="88953" y="91000"/>
                </a:lnTo>
                <a:lnTo>
                  <a:pt x="87784" y="92169"/>
                </a:lnTo>
                <a:lnTo>
                  <a:pt x="85445" y="91000"/>
                </a:lnTo>
                <a:lnTo>
                  <a:pt x="84334" y="92118"/>
                </a:lnTo>
                <a:lnTo>
                  <a:pt x="85445" y="94647"/>
                </a:lnTo>
                <a:lnTo>
                  <a:pt x="84188" y="95612"/>
                </a:lnTo>
                <a:lnTo>
                  <a:pt x="81951" y="94493"/>
                </a:lnTo>
                <a:lnTo>
                  <a:pt x="80987" y="95465"/>
                </a:lnTo>
                <a:lnTo>
                  <a:pt x="81805" y="98411"/>
                </a:lnTo>
                <a:lnTo>
                  <a:pt x="79423" y="99427"/>
                </a:lnTo>
                <a:lnTo>
                  <a:pt x="76214" y="97643"/>
                </a:lnTo>
                <a:lnTo>
                  <a:pt x="73854" y="98842"/>
                </a:lnTo>
                <a:lnTo>
                  <a:pt x="74760" y="101692"/>
                </a:lnTo>
                <a:lnTo>
                  <a:pt x="73912" y="102533"/>
                </a:lnTo>
                <a:lnTo>
                  <a:pt x="71456" y="101948"/>
                </a:lnTo>
                <a:lnTo>
                  <a:pt x="68679" y="102643"/>
                </a:lnTo>
                <a:lnTo>
                  <a:pt x="65924" y="101400"/>
                </a:lnTo>
                <a:lnTo>
                  <a:pt x="63446" y="102226"/>
                </a:lnTo>
                <a:lnTo>
                  <a:pt x="64140" y="105296"/>
                </a:lnTo>
                <a:lnTo>
                  <a:pt x="63490" y="105939"/>
                </a:lnTo>
                <a:lnTo>
                  <a:pt x="60830" y="105581"/>
                </a:lnTo>
                <a:lnTo>
                  <a:pt x="56832" y="105785"/>
                </a:lnTo>
                <a:lnTo>
                  <a:pt x="53280" y="105603"/>
                </a:lnTo>
                <a:lnTo>
                  <a:pt x="47616" y="105603"/>
                </a:lnTo>
                <a:lnTo>
                  <a:pt x="44911" y="1060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635679" y="1793271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10">
                <a:moveTo>
                  <a:pt x="61692" y="92242"/>
                </a:moveTo>
                <a:lnTo>
                  <a:pt x="58717" y="91709"/>
                </a:lnTo>
                <a:lnTo>
                  <a:pt x="33554" y="91709"/>
                </a:lnTo>
                <a:lnTo>
                  <a:pt x="30557" y="92257"/>
                </a:lnTo>
                <a:lnTo>
                  <a:pt x="28255" y="91606"/>
                </a:lnTo>
                <a:lnTo>
                  <a:pt x="28876" y="88486"/>
                </a:lnTo>
                <a:lnTo>
                  <a:pt x="28255" y="87864"/>
                </a:lnTo>
                <a:lnTo>
                  <a:pt x="25595" y="88230"/>
                </a:lnTo>
                <a:lnTo>
                  <a:pt x="24374" y="88164"/>
                </a:lnTo>
                <a:lnTo>
                  <a:pt x="22152" y="88573"/>
                </a:lnTo>
                <a:lnTo>
                  <a:pt x="21027" y="87835"/>
                </a:lnTo>
                <a:lnTo>
                  <a:pt x="22057" y="85175"/>
                </a:lnTo>
                <a:lnTo>
                  <a:pt x="21093" y="84210"/>
                </a:lnTo>
                <a:lnTo>
                  <a:pt x="18440" y="85255"/>
                </a:lnTo>
                <a:lnTo>
                  <a:pt x="17804" y="84290"/>
                </a:lnTo>
                <a:lnTo>
                  <a:pt x="18462" y="81360"/>
                </a:lnTo>
                <a:lnTo>
                  <a:pt x="17321" y="80855"/>
                </a:lnTo>
                <a:lnTo>
                  <a:pt x="15399" y="81192"/>
                </a:lnTo>
                <a:lnTo>
                  <a:pt x="14091" y="81192"/>
                </a:lnTo>
                <a:lnTo>
                  <a:pt x="11365" y="81498"/>
                </a:lnTo>
                <a:lnTo>
                  <a:pt x="9969" y="80095"/>
                </a:lnTo>
                <a:lnTo>
                  <a:pt x="12249" y="75147"/>
                </a:lnTo>
                <a:lnTo>
                  <a:pt x="10415" y="73649"/>
                </a:lnTo>
                <a:lnTo>
                  <a:pt x="8127" y="74775"/>
                </a:lnTo>
                <a:lnTo>
                  <a:pt x="6979" y="73569"/>
                </a:lnTo>
                <a:lnTo>
                  <a:pt x="8149" y="71259"/>
                </a:lnTo>
                <a:lnTo>
                  <a:pt x="7082" y="70199"/>
                </a:lnTo>
                <a:lnTo>
                  <a:pt x="4399" y="71222"/>
                </a:lnTo>
                <a:lnTo>
                  <a:pt x="3245" y="69388"/>
                </a:lnTo>
                <a:lnTo>
                  <a:pt x="5174" y="64572"/>
                </a:lnTo>
                <a:lnTo>
                  <a:pt x="3756" y="63410"/>
                </a:lnTo>
                <a:lnTo>
                  <a:pt x="628" y="63958"/>
                </a:lnTo>
                <a:lnTo>
                  <a:pt x="0" y="61685"/>
                </a:lnTo>
                <a:lnTo>
                  <a:pt x="548" y="58688"/>
                </a:lnTo>
                <a:lnTo>
                  <a:pt x="548" y="33525"/>
                </a:lnTo>
                <a:lnTo>
                  <a:pt x="7" y="30558"/>
                </a:lnTo>
                <a:lnTo>
                  <a:pt x="643" y="28241"/>
                </a:lnTo>
                <a:lnTo>
                  <a:pt x="3771" y="28855"/>
                </a:lnTo>
                <a:lnTo>
                  <a:pt x="4641" y="27985"/>
                </a:lnTo>
                <a:lnTo>
                  <a:pt x="3588" y="25763"/>
                </a:lnTo>
                <a:lnTo>
                  <a:pt x="4516" y="24360"/>
                </a:lnTo>
                <a:lnTo>
                  <a:pt x="3471" y="22145"/>
                </a:lnTo>
                <a:lnTo>
                  <a:pt x="4524" y="21093"/>
                </a:lnTo>
                <a:lnTo>
                  <a:pt x="7228" y="22101"/>
                </a:lnTo>
                <a:lnTo>
                  <a:pt x="8003" y="20852"/>
                </a:lnTo>
                <a:lnTo>
                  <a:pt x="6987" y="18630"/>
                </a:lnTo>
                <a:lnTo>
                  <a:pt x="7930" y="17687"/>
                </a:lnTo>
                <a:lnTo>
                  <a:pt x="10875" y="18498"/>
                </a:lnTo>
                <a:lnTo>
                  <a:pt x="11672" y="16649"/>
                </a:lnTo>
                <a:lnTo>
                  <a:pt x="10005" y="12059"/>
                </a:lnTo>
                <a:lnTo>
                  <a:pt x="12176" y="9969"/>
                </a:lnTo>
                <a:lnTo>
                  <a:pt x="16598" y="11679"/>
                </a:lnTo>
                <a:lnTo>
                  <a:pt x="18527" y="10853"/>
                </a:lnTo>
                <a:lnTo>
                  <a:pt x="17709" y="7901"/>
                </a:lnTo>
                <a:lnTo>
                  <a:pt x="18637" y="6980"/>
                </a:lnTo>
                <a:lnTo>
                  <a:pt x="20880" y="7930"/>
                </a:lnTo>
                <a:lnTo>
                  <a:pt x="22101" y="7250"/>
                </a:lnTo>
                <a:lnTo>
                  <a:pt x="21144" y="4465"/>
                </a:lnTo>
                <a:lnTo>
                  <a:pt x="21918" y="3698"/>
                </a:lnTo>
                <a:lnTo>
                  <a:pt x="24579" y="4056"/>
                </a:lnTo>
                <a:lnTo>
                  <a:pt x="26041" y="3961"/>
                </a:lnTo>
                <a:lnTo>
                  <a:pt x="27648" y="4327"/>
                </a:lnTo>
                <a:lnTo>
                  <a:pt x="28599" y="4049"/>
                </a:lnTo>
                <a:lnTo>
                  <a:pt x="28979" y="3917"/>
                </a:lnTo>
                <a:lnTo>
                  <a:pt x="28284" y="848"/>
                </a:lnTo>
                <a:lnTo>
                  <a:pt x="28986" y="153"/>
                </a:lnTo>
                <a:lnTo>
                  <a:pt x="31537" y="628"/>
                </a:lnTo>
                <a:lnTo>
                  <a:pt x="35396" y="29"/>
                </a:lnTo>
                <a:lnTo>
                  <a:pt x="39298" y="540"/>
                </a:lnTo>
                <a:lnTo>
                  <a:pt x="58725" y="540"/>
                </a:lnTo>
                <a:lnTo>
                  <a:pt x="61692" y="0"/>
                </a:lnTo>
                <a:lnTo>
                  <a:pt x="64009" y="635"/>
                </a:lnTo>
                <a:lnTo>
                  <a:pt x="63395" y="3764"/>
                </a:lnTo>
                <a:lnTo>
                  <a:pt x="64257" y="4626"/>
                </a:lnTo>
                <a:lnTo>
                  <a:pt x="66486" y="3581"/>
                </a:lnTo>
                <a:lnTo>
                  <a:pt x="67882" y="4509"/>
                </a:lnTo>
                <a:lnTo>
                  <a:pt x="70104" y="3464"/>
                </a:lnTo>
                <a:lnTo>
                  <a:pt x="71149" y="4509"/>
                </a:lnTo>
                <a:lnTo>
                  <a:pt x="70141" y="7220"/>
                </a:lnTo>
                <a:lnTo>
                  <a:pt x="71398" y="7995"/>
                </a:lnTo>
                <a:lnTo>
                  <a:pt x="73620" y="6972"/>
                </a:lnTo>
                <a:lnTo>
                  <a:pt x="74563" y="7922"/>
                </a:lnTo>
                <a:lnTo>
                  <a:pt x="73744" y="10868"/>
                </a:lnTo>
                <a:lnTo>
                  <a:pt x="75637" y="11672"/>
                </a:lnTo>
                <a:lnTo>
                  <a:pt x="80139" y="9983"/>
                </a:lnTo>
                <a:lnTo>
                  <a:pt x="82273" y="12117"/>
                </a:lnTo>
                <a:lnTo>
                  <a:pt x="80585" y="16627"/>
                </a:lnTo>
                <a:lnTo>
                  <a:pt x="81396" y="18512"/>
                </a:lnTo>
                <a:lnTo>
                  <a:pt x="84349" y="17701"/>
                </a:lnTo>
                <a:lnTo>
                  <a:pt x="85284" y="18644"/>
                </a:lnTo>
                <a:lnTo>
                  <a:pt x="84268" y="20873"/>
                </a:lnTo>
                <a:lnTo>
                  <a:pt x="85050" y="22116"/>
                </a:lnTo>
                <a:lnTo>
                  <a:pt x="87747" y="21107"/>
                </a:lnTo>
                <a:lnTo>
                  <a:pt x="88800" y="22159"/>
                </a:lnTo>
                <a:lnTo>
                  <a:pt x="87755" y="24381"/>
                </a:lnTo>
                <a:lnTo>
                  <a:pt x="88683" y="25785"/>
                </a:lnTo>
                <a:lnTo>
                  <a:pt x="87631" y="27999"/>
                </a:lnTo>
                <a:lnTo>
                  <a:pt x="88500" y="28869"/>
                </a:lnTo>
                <a:lnTo>
                  <a:pt x="91635" y="28255"/>
                </a:lnTo>
                <a:lnTo>
                  <a:pt x="92264" y="30564"/>
                </a:lnTo>
                <a:lnTo>
                  <a:pt x="91723" y="33539"/>
                </a:lnTo>
                <a:lnTo>
                  <a:pt x="91723" y="58703"/>
                </a:lnTo>
                <a:lnTo>
                  <a:pt x="92272" y="61699"/>
                </a:lnTo>
                <a:lnTo>
                  <a:pt x="91628" y="64001"/>
                </a:lnTo>
                <a:lnTo>
                  <a:pt x="88508" y="63380"/>
                </a:lnTo>
                <a:lnTo>
                  <a:pt x="87886" y="64001"/>
                </a:lnTo>
                <a:lnTo>
                  <a:pt x="88244" y="66662"/>
                </a:lnTo>
                <a:lnTo>
                  <a:pt x="88179" y="67882"/>
                </a:lnTo>
                <a:lnTo>
                  <a:pt x="88595" y="70104"/>
                </a:lnTo>
                <a:lnTo>
                  <a:pt x="87857" y="71230"/>
                </a:lnTo>
                <a:lnTo>
                  <a:pt x="85197" y="70192"/>
                </a:lnTo>
                <a:lnTo>
                  <a:pt x="84225" y="71164"/>
                </a:lnTo>
                <a:lnTo>
                  <a:pt x="85270" y="73817"/>
                </a:lnTo>
                <a:lnTo>
                  <a:pt x="84312" y="74446"/>
                </a:lnTo>
                <a:lnTo>
                  <a:pt x="81382" y="73795"/>
                </a:lnTo>
                <a:lnTo>
                  <a:pt x="80870" y="74928"/>
                </a:lnTo>
                <a:lnTo>
                  <a:pt x="81206" y="76857"/>
                </a:lnTo>
                <a:lnTo>
                  <a:pt x="81206" y="78166"/>
                </a:lnTo>
                <a:lnTo>
                  <a:pt x="81520" y="80892"/>
                </a:lnTo>
                <a:lnTo>
                  <a:pt x="80110" y="82288"/>
                </a:lnTo>
                <a:lnTo>
                  <a:pt x="75162" y="80008"/>
                </a:lnTo>
                <a:lnTo>
                  <a:pt x="73664" y="81842"/>
                </a:lnTo>
                <a:lnTo>
                  <a:pt x="74789" y="84122"/>
                </a:lnTo>
                <a:lnTo>
                  <a:pt x="73590" y="85277"/>
                </a:lnTo>
                <a:lnTo>
                  <a:pt x="71274" y="84108"/>
                </a:lnTo>
                <a:lnTo>
                  <a:pt x="70214" y="85168"/>
                </a:lnTo>
                <a:lnTo>
                  <a:pt x="71237" y="87857"/>
                </a:lnTo>
                <a:lnTo>
                  <a:pt x="69403" y="89012"/>
                </a:lnTo>
                <a:lnTo>
                  <a:pt x="64586" y="87082"/>
                </a:lnTo>
                <a:lnTo>
                  <a:pt x="63432" y="88500"/>
                </a:lnTo>
                <a:lnTo>
                  <a:pt x="63972" y="91628"/>
                </a:lnTo>
                <a:lnTo>
                  <a:pt x="61692" y="92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849888" y="1796473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2289" y="85395"/>
                </a:moveTo>
                <a:lnTo>
                  <a:pt x="31398" y="84488"/>
                </a:lnTo>
                <a:lnTo>
                  <a:pt x="32443" y="81843"/>
                </a:lnTo>
                <a:lnTo>
                  <a:pt x="31120" y="80958"/>
                </a:lnTo>
                <a:lnTo>
                  <a:pt x="29263" y="81799"/>
                </a:lnTo>
                <a:lnTo>
                  <a:pt x="27144" y="81016"/>
                </a:lnTo>
                <a:lnTo>
                  <a:pt x="22137" y="82412"/>
                </a:lnTo>
                <a:lnTo>
                  <a:pt x="20939" y="80965"/>
                </a:lnTo>
                <a:lnTo>
                  <a:pt x="21889" y="78305"/>
                </a:lnTo>
                <a:lnTo>
                  <a:pt x="20654" y="77516"/>
                </a:lnTo>
                <a:lnTo>
                  <a:pt x="18439" y="78546"/>
                </a:lnTo>
                <a:lnTo>
                  <a:pt x="17372" y="77479"/>
                </a:lnTo>
                <a:lnTo>
                  <a:pt x="18417" y="74833"/>
                </a:lnTo>
                <a:lnTo>
                  <a:pt x="17102" y="73964"/>
                </a:lnTo>
                <a:lnTo>
                  <a:pt x="15026" y="75053"/>
                </a:lnTo>
                <a:lnTo>
                  <a:pt x="13762" y="73949"/>
                </a:lnTo>
                <a:lnTo>
                  <a:pt x="14917" y="71515"/>
                </a:lnTo>
                <a:lnTo>
                  <a:pt x="13864" y="70470"/>
                </a:lnTo>
                <a:lnTo>
                  <a:pt x="11218" y="71515"/>
                </a:lnTo>
                <a:lnTo>
                  <a:pt x="10385" y="70258"/>
                </a:lnTo>
                <a:lnTo>
                  <a:pt x="11437" y="68036"/>
                </a:lnTo>
                <a:lnTo>
                  <a:pt x="10268" y="66867"/>
                </a:lnTo>
                <a:lnTo>
                  <a:pt x="7930" y="68036"/>
                </a:lnTo>
                <a:lnTo>
                  <a:pt x="6855" y="66969"/>
                </a:lnTo>
                <a:lnTo>
                  <a:pt x="7907" y="64316"/>
                </a:lnTo>
                <a:lnTo>
                  <a:pt x="6884" y="63644"/>
                </a:lnTo>
                <a:lnTo>
                  <a:pt x="4085" y="64396"/>
                </a:lnTo>
                <a:lnTo>
                  <a:pt x="3091" y="62606"/>
                </a:lnTo>
                <a:lnTo>
                  <a:pt x="3836" y="58506"/>
                </a:lnTo>
                <a:lnTo>
                  <a:pt x="3836" y="55918"/>
                </a:lnTo>
                <a:lnTo>
                  <a:pt x="4107" y="54391"/>
                </a:lnTo>
                <a:lnTo>
                  <a:pt x="3749" y="53097"/>
                </a:lnTo>
                <a:lnTo>
                  <a:pt x="621" y="53711"/>
                </a:lnTo>
                <a:lnTo>
                  <a:pt x="0" y="53097"/>
                </a:lnTo>
                <a:lnTo>
                  <a:pt x="365" y="50430"/>
                </a:lnTo>
                <a:lnTo>
                  <a:pt x="270" y="48756"/>
                </a:lnTo>
                <a:lnTo>
                  <a:pt x="409" y="47587"/>
                </a:lnTo>
                <a:lnTo>
                  <a:pt x="131" y="42938"/>
                </a:lnTo>
                <a:lnTo>
                  <a:pt x="336" y="39379"/>
                </a:lnTo>
                <a:lnTo>
                  <a:pt x="336" y="35045"/>
                </a:lnTo>
                <a:lnTo>
                  <a:pt x="0" y="33167"/>
                </a:lnTo>
                <a:lnTo>
                  <a:pt x="518" y="31946"/>
                </a:lnTo>
                <a:lnTo>
                  <a:pt x="3478" y="32765"/>
                </a:lnTo>
                <a:lnTo>
                  <a:pt x="4333" y="31902"/>
                </a:lnTo>
                <a:lnTo>
                  <a:pt x="3573" y="29563"/>
                </a:lnTo>
                <a:lnTo>
                  <a:pt x="4326" y="27641"/>
                </a:lnTo>
                <a:lnTo>
                  <a:pt x="2879" y="22657"/>
                </a:lnTo>
                <a:lnTo>
                  <a:pt x="4487" y="21341"/>
                </a:lnTo>
                <a:lnTo>
                  <a:pt x="6775" y="22467"/>
                </a:lnTo>
                <a:lnTo>
                  <a:pt x="7922" y="21268"/>
                </a:lnTo>
                <a:lnTo>
                  <a:pt x="6760" y="18959"/>
                </a:lnTo>
                <a:lnTo>
                  <a:pt x="7878" y="17833"/>
                </a:lnTo>
                <a:lnTo>
                  <a:pt x="10385" y="18951"/>
                </a:lnTo>
                <a:lnTo>
                  <a:pt x="11379" y="17694"/>
                </a:lnTo>
                <a:lnTo>
                  <a:pt x="10254" y="15458"/>
                </a:lnTo>
                <a:lnTo>
                  <a:pt x="11335" y="14376"/>
                </a:lnTo>
                <a:lnTo>
                  <a:pt x="13988" y="15421"/>
                </a:lnTo>
                <a:lnTo>
                  <a:pt x="14858" y="14106"/>
                </a:lnTo>
                <a:lnTo>
                  <a:pt x="13769" y="12045"/>
                </a:lnTo>
                <a:lnTo>
                  <a:pt x="14851" y="10765"/>
                </a:lnTo>
                <a:lnTo>
                  <a:pt x="17306" y="11913"/>
                </a:lnTo>
                <a:lnTo>
                  <a:pt x="18366" y="10846"/>
                </a:lnTo>
                <a:lnTo>
                  <a:pt x="17285" y="8258"/>
                </a:lnTo>
                <a:lnTo>
                  <a:pt x="18549" y="7360"/>
                </a:lnTo>
                <a:lnTo>
                  <a:pt x="20771" y="8441"/>
                </a:lnTo>
                <a:lnTo>
                  <a:pt x="21852" y="7367"/>
                </a:lnTo>
                <a:lnTo>
                  <a:pt x="20800" y="4714"/>
                </a:lnTo>
                <a:lnTo>
                  <a:pt x="22021" y="3903"/>
                </a:lnTo>
                <a:lnTo>
                  <a:pt x="24074" y="4502"/>
                </a:lnTo>
                <a:lnTo>
                  <a:pt x="25938" y="4151"/>
                </a:lnTo>
                <a:lnTo>
                  <a:pt x="27290" y="4348"/>
                </a:lnTo>
                <a:lnTo>
                  <a:pt x="29395" y="4348"/>
                </a:lnTo>
                <a:lnTo>
                  <a:pt x="30857" y="4568"/>
                </a:lnTo>
                <a:lnTo>
                  <a:pt x="31894" y="4356"/>
                </a:lnTo>
                <a:lnTo>
                  <a:pt x="32209" y="4275"/>
                </a:lnTo>
                <a:lnTo>
                  <a:pt x="31617" y="1125"/>
                </a:lnTo>
                <a:lnTo>
                  <a:pt x="32223" y="518"/>
                </a:lnTo>
                <a:lnTo>
                  <a:pt x="34884" y="876"/>
                </a:lnTo>
                <a:lnTo>
                  <a:pt x="36557" y="789"/>
                </a:lnTo>
                <a:lnTo>
                  <a:pt x="40029" y="825"/>
                </a:lnTo>
                <a:lnTo>
                  <a:pt x="41286" y="738"/>
                </a:lnTo>
                <a:lnTo>
                  <a:pt x="45649" y="1176"/>
                </a:lnTo>
                <a:lnTo>
                  <a:pt x="49801" y="0"/>
                </a:lnTo>
                <a:lnTo>
                  <a:pt x="53258" y="942"/>
                </a:lnTo>
                <a:lnTo>
                  <a:pt x="52644" y="4070"/>
                </a:lnTo>
                <a:lnTo>
                  <a:pt x="53258" y="4692"/>
                </a:lnTo>
                <a:lnTo>
                  <a:pt x="55918" y="4326"/>
                </a:lnTo>
                <a:lnTo>
                  <a:pt x="57285" y="4399"/>
                </a:lnTo>
                <a:lnTo>
                  <a:pt x="59178" y="3990"/>
                </a:lnTo>
                <a:lnTo>
                  <a:pt x="60640" y="4692"/>
                </a:lnTo>
                <a:lnTo>
                  <a:pt x="62913" y="3822"/>
                </a:lnTo>
                <a:lnTo>
                  <a:pt x="63928" y="4845"/>
                </a:lnTo>
                <a:lnTo>
                  <a:pt x="62883" y="7491"/>
                </a:lnTo>
                <a:lnTo>
                  <a:pt x="64148" y="8324"/>
                </a:lnTo>
                <a:lnTo>
                  <a:pt x="66362" y="7279"/>
                </a:lnTo>
                <a:lnTo>
                  <a:pt x="67532" y="8441"/>
                </a:lnTo>
                <a:lnTo>
                  <a:pt x="66362" y="10780"/>
                </a:lnTo>
                <a:lnTo>
                  <a:pt x="67437" y="11854"/>
                </a:lnTo>
                <a:lnTo>
                  <a:pt x="70082" y="10802"/>
                </a:lnTo>
                <a:lnTo>
                  <a:pt x="70908" y="12066"/>
                </a:lnTo>
                <a:lnTo>
                  <a:pt x="69870" y="14295"/>
                </a:lnTo>
                <a:lnTo>
                  <a:pt x="71040" y="15450"/>
                </a:lnTo>
                <a:lnTo>
                  <a:pt x="73371" y="14288"/>
                </a:lnTo>
                <a:lnTo>
                  <a:pt x="74446" y="15355"/>
                </a:lnTo>
                <a:lnTo>
                  <a:pt x="73393" y="18008"/>
                </a:lnTo>
                <a:lnTo>
                  <a:pt x="74658" y="18841"/>
                </a:lnTo>
                <a:lnTo>
                  <a:pt x="76879" y="17789"/>
                </a:lnTo>
                <a:lnTo>
                  <a:pt x="78042" y="18958"/>
                </a:lnTo>
                <a:lnTo>
                  <a:pt x="76879" y="21297"/>
                </a:lnTo>
                <a:lnTo>
                  <a:pt x="77947" y="22364"/>
                </a:lnTo>
                <a:lnTo>
                  <a:pt x="80600" y="21319"/>
                </a:lnTo>
                <a:lnTo>
                  <a:pt x="81499" y="22686"/>
                </a:lnTo>
                <a:lnTo>
                  <a:pt x="80534" y="24506"/>
                </a:lnTo>
                <a:lnTo>
                  <a:pt x="81586" y="26662"/>
                </a:lnTo>
                <a:lnTo>
                  <a:pt x="79927" y="31559"/>
                </a:lnTo>
                <a:lnTo>
                  <a:pt x="81301" y="32677"/>
                </a:lnTo>
                <a:lnTo>
                  <a:pt x="84349" y="32048"/>
                </a:lnTo>
                <a:lnTo>
                  <a:pt x="84773" y="33276"/>
                </a:lnTo>
                <a:lnTo>
                  <a:pt x="84473" y="34979"/>
                </a:lnTo>
                <a:lnTo>
                  <a:pt x="84400" y="38253"/>
                </a:lnTo>
                <a:lnTo>
                  <a:pt x="84583" y="41813"/>
                </a:lnTo>
                <a:lnTo>
                  <a:pt x="84144" y="46154"/>
                </a:lnTo>
                <a:lnTo>
                  <a:pt x="85321" y="50305"/>
                </a:lnTo>
                <a:lnTo>
                  <a:pt x="84378" y="53762"/>
                </a:lnTo>
                <a:lnTo>
                  <a:pt x="81250" y="53148"/>
                </a:lnTo>
                <a:lnTo>
                  <a:pt x="80629" y="53769"/>
                </a:lnTo>
                <a:lnTo>
                  <a:pt x="80994" y="56430"/>
                </a:lnTo>
                <a:lnTo>
                  <a:pt x="80921" y="57797"/>
                </a:lnTo>
                <a:lnTo>
                  <a:pt x="81330" y="59690"/>
                </a:lnTo>
                <a:lnTo>
                  <a:pt x="80629" y="61151"/>
                </a:lnTo>
                <a:lnTo>
                  <a:pt x="81499" y="63417"/>
                </a:lnTo>
                <a:lnTo>
                  <a:pt x="80476" y="64440"/>
                </a:lnTo>
                <a:lnTo>
                  <a:pt x="77830" y="63388"/>
                </a:lnTo>
                <a:lnTo>
                  <a:pt x="76997" y="64652"/>
                </a:lnTo>
                <a:lnTo>
                  <a:pt x="78042" y="66867"/>
                </a:lnTo>
                <a:lnTo>
                  <a:pt x="76872" y="68036"/>
                </a:lnTo>
                <a:lnTo>
                  <a:pt x="74541" y="66867"/>
                </a:lnTo>
                <a:lnTo>
                  <a:pt x="73466" y="67941"/>
                </a:lnTo>
                <a:lnTo>
                  <a:pt x="74519" y="70594"/>
                </a:lnTo>
                <a:lnTo>
                  <a:pt x="73254" y="71420"/>
                </a:lnTo>
                <a:lnTo>
                  <a:pt x="71033" y="70375"/>
                </a:lnTo>
                <a:lnTo>
                  <a:pt x="69870" y="71544"/>
                </a:lnTo>
                <a:lnTo>
                  <a:pt x="71040" y="73876"/>
                </a:lnTo>
                <a:lnTo>
                  <a:pt x="69965" y="74950"/>
                </a:lnTo>
                <a:lnTo>
                  <a:pt x="67313" y="73905"/>
                </a:lnTo>
                <a:lnTo>
                  <a:pt x="66479" y="75170"/>
                </a:lnTo>
                <a:lnTo>
                  <a:pt x="67532" y="77384"/>
                </a:lnTo>
                <a:lnTo>
                  <a:pt x="66362" y="78554"/>
                </a:lnTo>
                <a:lnTo>
                  <a:pt x="64024" y="77384"/>
                </a:lnTo>
                <a:lnTo>
                  <a:pt x="62956" y="78458"/>
                </a:lnTo>
                <a:lnTo>
                  <a:pt x="64002" y="81104"/>
                </a:lnTo>
                <a:lnTo>
                  <a:pt x="62635" y="82011"/>
                </a:lnTo>
                <a:lnTo>
                  <a:pt x="60815" y="81038"/>
                </a:lnTo>
                <a:lnTo>
                  <a:pt x="58659" y="82091"/>
                </a:lnTo>
                <a:lnTo>
                  <a:pt x="53762" y="80439"/>
                </a:lnTo>
                <a:lnTo>
                  <a:pt x="52644" y="81813"/>
                </a:lnTo>
                <a:lnTo>
                  <a:pt x="53273" y="84861"/>
                </a:lnTo>
                <a:lnTo>
                  <a:pt x="52045" y="85277"/>
                </a:lnTo>
                <a:lnTo>
                  <a:pt x="50342" y="84978"/>
                </a:lnTo>
                <a:lnTo>
                  <a:pt x="37829" y="84978"/>
                </a:lnTo>
                <a:lnTo>
                  <a:pt x="36419" y="85204"/>
                </a:lnTo>
                <a:lnTo>
                  <a:pt x="34781" y="84846"/>
                </a:lnTo>
                <a:lnTo>
                  <a:pt x="32289" y="853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2066983" y="1803876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5" h="71755">
                <a:moveTo>
                  <a:pt x="47907" y="71157"/>
                </a:moveTo>
                <a:lnTo>
                  <a:pt x="44860" y="70594"/>
                </a:lnTo>
                <a:lnTo>
                  <a:pt x="26800" y="70594"/>
                </a:lnTo>
                <a:lnTo>
                  <a:pt x="23687" y="71179"/>
                </a:lnTo>
                <a:lnTo>
                  <a:pt x="21457" y="70492"/>
                </a:lnTo>
                <a:lnTo>
                  <a:pt x="22042" y="67400"/>
                </a:lnTo>
                <a:lnTo>
                  <a:pt x="20851" y="65953"/>
                </a:lnTo>
                <a:lnTo>
                  <a:pt x="16042" y="67933"/>
                </a:lnTo>
                <a:lnTo>
                  <a:pt x="14229" y="66728"/>
                </a:lnTo>
                <a:lnTo>
                  <a:pt x="15201" y="64104"/>
                </a:lnTo>
                <a:lnTo>
                  <a:pt x="14763" y="63585"/>
                </a:lnTo>
                <a:lnTo>
                  <a:pt x="13812" y="63183"/>
                </a:lnTo>
                <a:lnTo>
                  <a:pt x="12153" y="64074"/>
                </a:lnTo>
                <a:lnTo>
                  <a:pt x="10750" y="63300"/>
                </a:lnTo>
                <a:lnTo>
                  <a:pt x="11700" y="60515"/>
                </a:lnTo>
                <a:lnTo>
                  <a:pt x="10772" y="59594"/>
                </a:lnTo>
                <a:lnTo>
                  <a:pt x="8126" y="60639"/>
                </a:lnTo>
                <a:lnTo>
                  <a:pt x="7220" y="59273"/>
                </a:lnTo>
                <a:lnTo>
                  <a:pt x="8192" y="57453"/>
                </a:lnTo>
                <a:lnTo>
                  <a:pt x="7754" y="56576"/>
                </a:lnTo>
                <a:lnTo>
                  <a:pt x="7235" y="56137"/>
                </a:lnTo>
                <a:lnTo>
                  <a:pt x="4603" y="57109"/>
                </a:lnTo>
                <a:lnTo>
                  <a:pt x="3873" y="56013"/>
                </a:lnTo>
                <a:lnTo>
                  <a:pt x="4289" y="53762"/>
                </a:lnTo>
                <a:lnTo>
                  <a:pt x="4223" y="52563"/>
                </a:lnTo>
                <a:lnTo>
                  <a:pt x="4582" y="49888"/>
                </a:lnTo>
                <a:lnTo>
                  <a:pt x="3946" y="49260"/>
                </a:lnTo>
                <a:lnTo>
                  <a:pt x="854" y="49925"/>
                </a:lnTo>
                <a:lnTo>
                  <a:pt x="153" y="47681"/>
                </a:lnTo>
                <a:lnTo>
                  <a:pt x="745" y="44538"/>
                </a:lnTo>
                <a:lnTo>
                  <a:pt x="745" y="38048"/>
                </a:lnTo>
                <a:lnTo>
                  <a:pt x="95" y="32961"/>
                </a:lnTo>
                <a:lnTo>
                  <a:pt x="898" y="27443"/>
                </a:lnTo>
                <a:lnTo>
                  <a:pt x="0" y="22108"/>
                </a:lnTo>
                <a:lnTo>
                  <a:pt x="1162" y="21166"/>
                </a:lnTo>
                <a:lnTo>
                  <a:pt x="4049" y="21940"/>
                </a:lnTo>
                <a:lnTo>
                  <a:pt x="4852" y="20223"/>
                </a:lnTo>
                <a:lnTo>
                  <a:pt x="3222" y="15318"/>
                </a:lnTo>
                <a:lnTo>
                  <a:pt x="4955" y="13908"/>
                </a:lnTo>
                <a:lnTo>
                  <a:pt x="6964" y="14939"/>
                </a:lnTo>
                <a:lnTo>
                  <a:pt x="7754" y="14485"/>
                </a:lnTo>
                <a:lnTo>
                  <a:pt x="8222" y="13777"/>
                </a:lnTo>
                <a:lnTo>
                  <a:pt x="7169" y="11562"/>
                </a:lnTo>
                <a:lnTo>
                  <a:pt x="8339" y="10392"/>
                </a:lnTo>
                <a:lnTo>
                  <a:pt x="10677" y="11562"/>
                </a:lnTo>
                <a:lnTo>
                  <a:pt x="11846" y="10393"/>
                </a:lnTo>
                <a:lnTo>
                  <a:pt x="10677" y="8061"/>
                </a:lnTo>
                <a:lnTo>
                  <a:pt x="11847" y="6891"/>
                </a:lnTo>
                <a:lnTo>
                  <a:pt x="14068" y="7937"/>
                </a:lnTo>
                <a:lnTo>
                  <a:pt x="14763" y="7476"/>
                </a:lnTo>
                <a:lnTo>
                  <a:pt x="15231" y="6767"/>
                </a:lnTo>
                <a:lnTo>
                  <a:pt x="14178" y="4553"/>
                </a:lnTo>
                <a:lnTo>
                  <a:pt x="15347" y="3383"/>
                </a:lnTo>
                <a:lnTo>
                  <a:pt x="17577" y="4436"/>
                </a:lnTo>
                <a:lnTo>
                  <a:pt x="18972" y="3508"/>
                </a:lnTo>
                <a:lnTo>
                  <a:pt x="21187" y="4553"/>
                </a:lnTo>
                <a:lnTo>
                  <a:pt x="22166" y="3573"/>
                </a:lnTo>
                <a:lnTo>
                  <a:pt x="21311" y="679"/>
                </a:lnTo>
                <a:lnTo>
                  <a:pt x="22685" y="36"/>
                </a:lnTo>
                <a:lnTo>
                  <a:pt x="24300" y="686"/>
                </a:lnTo>
                <a:lnTo>
                  <a:pt x="27362" y="0"/>
                </a:lnTo>
                <a:lnTo>
                  <a:pt x="30154" y="460"/>
                </a:lnTo>
                <a:lnTo>
                  <a:pt x="47322" y="460"/>
                </a:lnTo>
                <a:lnTo>
                  <a:pt x="48894" y="190"/>
                </a:lnTo>
                <a:lnTo>
                  <a:pt x="50151" y="555"/>
                </a:lnTo>
                <a:lnTo>
                  <a:pt x="49581" y="3661"/>
                </a:lnTo>
                <a:lnTo>
                  <a:pt x="50765" y="5101"/>
                </a:lnTo>
                <a:lnTo>
                  <a:pt x="55574" y="3120"/>
                </a:lnTo>
                <a:lnTo>
                  <a:pt x="57364" y="4333"/>
                </a:lnTo>
                <a:lnTo>
                  <a:pt x="56414" y="6965"/>
                </a:lnTo>
                <a:lnTo>
                  <a:pt x="56860" y="7476"/>
                </a:lnTo>
                <a:lnTo>
                  <a:pt x="57803" y="7871"/>
                </a:lnTo>
                <a:lnTo>
                  <a:pt x="59469" y="6979"/>
                </a:lnTo>
                <a:lnTo>
                  <a:pt x="60873" y="7761"/>
                </a:lnTo>
                <a:lnTo>
                  <a:pt x="59923" y="10546"/>
                </a:lnTo>
                <a:lnTo>
                  <a:pt x="60851" y="11467"/>
                </a:lnTo>
                <a:lnTo>
                  <a:pt x="63497" y="10414"/>
                </a:lnTo>
                <a:lnTo>
                  <a:pt x="64403" y="11781"/>
                </a:lnTo>
                <a:lnTo>
                  <a:pt x="63431" y="13601"/>
                </a:lnTo>
                <a:lnTo>
                  <a:pt x="63869" y="14485"/>
                </a:lnTo>
                <a:lnTo>
                  <a:pt x="64388" y="14916"/>
                </a:lnTo>
                <a:lnTo>
                  <a:pt x="67019" y="13945"/>
                </a:lnTo>
                <a:lnTo>
                  <a:pt x="67743" y="15041"/>
                </a:lnTo>
                <a:lnTo>
                  <a:pt x="67334" y="17299"/>
                </a:lnTo>
                <a:lnTo>
                  <a:pt x="67400" y="18498"/>
                </a:lnTo>
                <a:lnTo>
                  <a:pt x="67041" y="21166"/>
                </a:lnTo>
                <a:lnTo>
                  <a:pt x="67662" y="21787"/>
                </a:lnTo>
                <a:lnTo>
                  <a:pt x="70783" y="21151"/>
                </a:lnTo>
                <a:lnTo>
                  <a:pt x="71441" y="23431"/>
                </a:lnTo>
                <a:lnTo>
                  <a:pt x="70878" y="26479"/>
                </a:lnTo>
                <a:lnTo>
                  <a:pt x="70878" y="44539"/>
                </a:lnTo>
                <a:lnTo>
                  <a:pt x="71463" y="47659"/>
                </a:lnTo>
                <a:lnTo>
                  <a:pt x="70776" y="49889"/>
                </a:lnTo>
                <a:lnTo>
                  <a:pt x="67677" y="49304"/>
                </a:lnTo>
                <a:lnTo>
                  <a:pt x="66237" y="50488"/>
                </a:lnTo>
                <a:lnTo>
                  <a:pt x="68218" y="55297"/>
                </a:lnTo>
                <a:lnTo>
                  <a:pt x="67012" y="57109"/>
                </a:lnTo>
                <a:lnTo>
                  <a:pt x="64388" y="56137"/>
                </a:lnTo>
                <a:lnTo>
                  <a:pt x="63869" y="56576"/>
                </a:lnTo>
                <a:lnTo>
                  <a:pt x="63467" y="57526"/>
                </a:lnTo>
                <a:lnTo>
                  <a:pt x="64359" y="59185"/>
                </a:lnTo>
                <a:lnTo>
                  <a:pt x="63577" y="60588"/>
                </a:lnTo>
                <a:lnTo>
                  <a:pt x="60792" y="59638"/>
                </a:lnTo>
                <a:lnTo>
                  <a:pt x="59871" y="60566"/>
                </a:lnTo>
                <a:lnTo>
                  <a:pt x="60924" y="63219"/>
                </a:lnTo>
                <a:lnTo>
                  <a:pt x="59557" y="64126"/>
                </a:lnTo>
                <a:lnTo>
                  <a:pt x="57737" y="63146"/>
                </a:lnTo>
                <a:lnTo>
                  <a:pt x="56860" y="63585"/>
                </a:lnTo>
                <a:lnTo>
                  <a:pt x="56422" y="64104"/>
                </a:lnTo>
                <a:lnTo>
                  <a:pt x="57394" y="66735"/>
                </a:lnTo>
                <a:lnTo>
                  <a:pt x="56297" y="67466"/>
                </a:lnTo>
                <a:lnTo>
                  <a:pt x="54046" y="67049"/>
                </a:lnTo>
                <a:lnTo>
                  <a:pt x="52841" y="67115"/>
                </a:lnTo>
                <a:lnTo>
                  <a:pt x="50173" y="66757"/>
                </a:lnTo>
                <a:lnTo>
                  <a:pt x="49552" y="67385"/>
                </a:lnTo>
                <a:lnTo>
                  <a:pt x="50195" y="70499"/>
                </a:lnTo>
                <a:lnTo>
                  <a:pt x="47907" y="71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2284502" y="181080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20193" y="57219"/>
                </a:moveTo>
                <a:lnTo>
                  <a:pt x="17949" y="56547"/>
                </a:lnTo>
                <a:lnTo>
                  <a:pt x="18527" y="53448"/>
                </a:lnTo>
                <a:lnTo>
                  <a:pt x="17343" y="52008"/>
                </a:lnTo>
                <a:lnTo>
                  <a:pt x="12526" y="53988"/>
                </a:lnTo>
                <a:lnTo>
                  <a:pt x="10714" y="52782"/>
                </a:lnTo>
                <a:lnTo>
                  <a:pt x="11686" y="50159"/>
                </a:lnTo>
                <a:lnTo>
                  <a:pt x="11255" y="49640"/>
                </a:lnTo>
                <a:lnTo>
                  <a:pt x="10371" y="49201"/>
                </a:lnTo>
                <a:lnTo>
                  <a:pt x="8558" y="50173"/>
                </a:lnTo>
                <a:lnTo>
                  <a:pt x="7191" y="49260"/>
                </a:lnTo>
                <a:lnTo>
                  <a:pt x="8236" y="46621"/>
                </a:lnTo>
                <a:lnTo>
                  <a:pt x="7228" y="45613"/>
                </a:lnTo>
                <a:lnTo>
                  <a:pt x="4677" y="46716"/>
                </a:lnTo>
                <a:lnTo>
                  <a:pt x="3880" y="45649"/>
                </a:lnTo>
                <a:lnTo>
                  <a:pt x="4282" y="43267"/>
                </a:lnTo>
                <a:lnTo>
                  <a:pt x="4216" y="42119"/>
                </a:lnTo>
                <a:lnTo>
                  <a:pt x="4582" y="39452"/>
                </a:lnTo>
                <a:lnTo>
                  <a:pt x="3954" y="38830"/>
                </a:lnTo>
                <a:lnTo>
                  <a:pt x="840" y="39473"/>
                </a:lnTo>
                <a:lnTo>
                  <a:pt x="175" y="37193"/>
                </a:lnTo>
                <a:lnTo>
                  <a:pt x="745" y="34131"/>
                </a:lnTo>
                <a:lnTo>
                  <a:pt x="745" y="29848"/>
                </a:lnTo>
                <a:lnTo>
                  <a:pt x="423" y="27319"/>
                </a:lnTo>
                <a:lnTo>
                  <a:pt x="898" y="24023"/>
                </a:lnTo>
                <a:lnTo>
                  <a:pt x="0" y="18680"/>
                </a:lnTo>
                <a:lnTo>
                  <a:pt x="1081" y="17796"/>
                </a:lnTo>
                <a:lnTo>
                  <a:pt x="4129" y="18432"/>
                </a:lnTo>
                <a:lnTo>
                  <a:pt x="4553" y="17204"/>
                </a:lnTo>
                <a:lnTo>
                  <a:pt x="4246" y="15494"/>
                </a:lnTo>
                <a:lnTo>
                  <a:pt x="4246" y="13996"/>
                </a:lnTo>
                <a:lnTo>
                  <a:pt x="3909" y="11489"/>
                </a:lnTo>
                <a:lnTo>
                  <a:pt x="4699" y="10495"/>
                </a:lnTo>
                <a:lnTo>
                  <a:pt x="7155" y="11518"/>
                </a:lnTo>
                <a:lnTo>
                  <a:pt x="7747" y="11065"/>
                </a:lnTo>
                <a:lnTo>
                  <a:pt x="8215" y="10363"/>
                </a:lnTo>
                <a:lnTo>
                  <a:pt x="7162" y="8149"/>
                </a:lnTo>
                <a:lnTo>
                  <a:pt x="8236" y="7074"/>
                </a:lnTo>
                <a:lnTo>
                  <a:pt x="10889" y="8119"/>
                </a:lnTo>
                <a:lnTo>
                  <a:pt x="11642" y="6979"/>
                </a:lnTo>
                <a:lnTo>
                  <a:pt x="10721" y="4451"/>
                </a:lnTo>
                <a:lnTo>
                  <a:pt x="12497" y="3120"/>
                </a:lnTo>
                <a:lnTo>
                  <a:pt x="17321" y="5218"/>
                </a:lnTo>
                <a:lnTo>
                  <a:pt x="18527" y="3741"/>
                </a:lnTo>
                <a:lnTo>
                  <a:pt x="17949" y="643"/>
                </a:lnTo>
                <a:lnTo>
                  <a:pt x="19206" y="270"/>
                </a:lnTo>
                <a:lnTo>
                  <a:pt x="20800" y="555"/>
                </a:lnTo>
                <a:lnTo>
                  <a:pt x="34343" y="555"/>
                </a:lnTo>
                <a:lnTo>
                  <a:pt x="37347" y="0"/>
                </a:lnTo>
                <a:lnTo>
                  <a:pt x="39686" y="657"/>
                </a:lnTo>
                <a:lnTo>
                  <a:pt x="38962" y="3822"/>
                </a:lnTo>
                <a:lnTo>
                  <a:pt x="40585" y="4904"/>
                </a:lnTo>
                <a:lnTo>
                  <a:pt x="45401" y="2923"/>
                </a:lnTo>
                <a:lnTo>
                  <a:pt x="46914" y="4713"/>
                </a:lnTo>
                <a:lnTo>
                  <a:pt x="45891" y="6760"/>
                </a:lnTo>
                <a:lnTo>
                  <a:pt x="46322" y="7564"/>
                </a:lnTo>
                <a:lnTo>
                  <a:pt x="47023" y="8024"/>
                </a:lnTo>
                <a:lnTo>
                  <a:pt x="49245" y="6979"/>
                </a:lnTo>
                <a:lnTo>
                  <a:pt x="50319" y="8046"/>
                </a:lnTo>
                <a:lnTo>
                  <a:pt x="49267" y="10699"/>
                </a:lnTo>
                <a:lnTo>
                  <a:pt x="50407" y="11452"/>
                </a:lnTo>
                <a:lnTo>
                  <a:pt x="52936" y="10539"/>
                </a:lnTo>
                <a:lnTo>
                  <a:pt x="53704" y="11554"/>
                </a:lnTo>
                <a:lnTo>
                  <a:pt x="53301" y="13937"/>
                </a:lnTo>
                <a:lnTo>
                  <a:pt x="53360" y="15077"/>
                </a:lnTo>
                <a:lnTo>
                  <a:pt x="53002" y="17752"/>
                </a:lnTo>
                <a:lnTo>
                  <a:pt x="53623" y="18366"/>
                </a:lnTo>
                <a:lnTo>
                  <a:pt x="56744" y="17730"/>
                </a:lnTo>
                <a:lnTo>
                  <a:pt x="57402" y="20018"/>
                </a:lnTo>
                <a:lnTo>
                  <a:pt x="56839" y="23058"/>
                </a:lnTo>
                <a:lnTo>
                  <a:pt x="56839" y="29731"/>
                </a:lnTo>
                <a:lnTo>
                  <a:pt x="56970" y="30974"/>
                </a:lnTo>
                <a:lnTo>
                  <a:pt x="56714" y="33152"/>
                </a:lnTo>
                <a:lnTo>
                  <a:pt x="57555" y="38531"/>
                </a:lnTo>
                <a:lnTo>
                  <a:pt x="56495" y="39393"/>
                </a:lnTo>
                <a:lnTo>
                  <a:pt x="53447" y="38765"/>
                </a:lnTo>
                <a:lnTo>
                  <a:pt x="52746" y="40811"/>
                </a:lnTo>
                <a:lnTo>
                  <a:pt x="54383" y="44736"/>
                </a:lnTo>
                <a:lnTo>
                  <a:pt x="52899" y="46716"/>
                </a:lnTo>
                <a:lnTo>
                  <a:pt x="50348" y="45613"/>
                </a:lnTo>
                <a:lnTo>
                  <a:pt x="49340" y="46621"/>
                </a:lnTo>
                <a:lnTo>
                  <a:pt x="50385" y="49267"/>
                </a:lnTo>
                <a:lnTo>
                  <a:pt x="49018" y="50173"/>
                </a:lnTo>
                <a:lnTo>
                  <a:pt x="47206" y="49201"/>
                </a:lnTo>
                <a:lnTo>
                  <a:pt x="46322" y="49640"/>
                </a:lnTo>
                <a:lnTo>
                  <a:pt x="45890" y="50159"/>
                </a:lnTo>
                <a:lnTo>
                  <a:pt x="46862" y="52790"/>
                </a:lnTo>
                <a:lnTo>
                  <a:pt x="45759" y="53521"/>
                </a:lnTo>
                <a:lnTo>
                  <a:pt x="43508" y="53104"/>
                </a:lnTo>
                <a:lnTo>
                  <a:pt x="42309" y="53170"/>
                </a:lnTo>
                <a:lnTo>
                  <a:pt x="39642" y="52812"/>
                </a:lnTo>
                <a:lnTo>
                  <a:pt x="39006" y="53448"/>
                </a:lnTo>
                <a:lnTo>
                  <a:pt x="39678" y="56539"/>
                </a:lnTo>
                <a:lnTo>
                  <a:pt x="38399" y="56934"/>
                </a:lnTo>
                <a:lnTo>
                  <a:pt x="36769" y="56649"/>
                </a:lnTo>
                <a:lnTo>
                  <a:pt x="23270" y="56649"/>
                </a:lnTo>
                <a:lnTo>
                  <a:pt x="20193" y="572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2502438" y="1818070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18293" y="42923"/>
                </a:moveTo>
                <a:lnTo>
                  <a:pt x="17591" y="42076"/>
                </a:lnTo>
                <a:lnTo>
                  <a:pt x="18140" y="38947"/>
                </a:lnTo>
                <a:lnTo>
                  <a:pt x="15852" y="38333"/>
                </a:lnTo>
                <a:lnTo>
                  <a:pt x="12885" y="38867"/>
                </a:lnTo>
                <a:lnTo>
                  <a:pt x="10107" y="38867"/>
                </a:lnTo>
                <a:lnTo>
                  <a:pt x="7907" y="39218"/>
                </a:lnTo>
                <a:lnTo>
                  <a:pt x="6804" y="38567"/>
                </a:lnTo>
                <a:lnTo>
                  <a:pt x="7725" y="35834"/>
                </a:lnTo>
                <a:lnTo>
                  <a:pt x="7315" y="35366"/>
                </a:lnTo>
                <a:lnTo>
                  <a:pt x="6840" y="34957"/>
                </a:lnTo>
                <a:lnTo>
                  <a:pt x="4107" y="35870"/>
                </a:lnTo>
                <a:lnTo>
                  <a:pt x="2857" y="33751"/>
                </a:lnTo>
                <a:lnTo>
                  <a:pt x="4268" y="30199"/>
                </a:lnTo>
                <a:lnTo>
                  <a:pt x="3654" y="27721"/>
                </a:lnTo>
                <a:lnTo>
                  <a:pt x="4239" y="25266"/>
                </a:lnTo>
                <a:lnTo>
                  <a:pt x="3479" y="24513"/>
                </a:lnTo>
                <a:lnTo>
                  <a:pt x="438" y="25236"/>
                </a:lnTo>
                <a:lnTo>
                  <a:pt x="0" y="23979"/>
                </a:lnTo>
                <a:lnTo>
                  <a:pt x="306" y="22262"/>
                </a:lnTo>
                <a:lnTo>
                  <a:pt x="306" y="20208"/>
                </a:lnTo>
                <a:lnTo>
                  <a:pt x="168" y="18951"/>
                </a:lnTo>
                <a:lnTo>
                  <a:pt x="336" y="17599"/>
                </a:lnTo>
                <a:lnTo>
                  <a:pt x="3712" y="18081"/>
                </a:lnTo>
                <a:lnTo>
                  <a:pt x="4604" y="15845"/>
                </a:lnTo>
                <a:lnTo>
                  <a:pt x="3288" y="12914"/>
                </a:lnTo>
                <a:lnTo>
                  <a:pt x="3961" y="10195"/>
                </a:lnTo>
                <a:lnTo>
                  <a:pt x="3376" y="7739"/>
                </a:lnTo>
                <a:lnTo>
                  <a:pt x="4392" y="6731"/>
                </a:lnTo>
                <a:lnTo>
                  <a:pt x="6614" y="7776"/>
                </a:lnTo>
                <a:lnTo>
                  <a:pt x="7315" y="7315"/>
                </a:lnTo>
                <a:lnTo>
                  <a:pt x="7725" y="6840"/>
                </a:lnTo>
                <a:lnTo>
                  <a:pt x="6804" y="4107"/>
                </a:lnTo>
                <a:lnTo>
                  <a:pt x="8931" y="2857"/>
                </a:lnTo>
                <a:lnTo>
                  <a:pt x="12475" y="4268"/>
                </a:lnTo>
                <a:lnTo>
                  <a:pt x="14953" y="3654"/>
                </a:lnTo>
                <a:lnTo>
                  <a:pt x="17409" y="4238"/>
                </a:lnTo>
                <a:lnTo>
                  <a:pt x="18161" y="3478"/>
                </a:lnTo>
                <a:lnTo>
                  <a:pt x="17445" y="438"/>
                </a:lnTo>
                <a:lnTo>
                  <a:pt x="18695" y="0"/>
                </a:lnTo>
                <a:lnTo>
                  <a:pt x="20420" y="306"/>
                </a:lnTo>
                <a:lnTo>
                  <a:pt x="22474" y="306"/>
                </a:lnTo>
                <a:lnTo>
                  <a:pt x="23723" y="167"/>
                </a:lnTo>
                <a:lnTo>
                  <a:pt x="25075" y="336"/>
                </a:lnTo>
                <a:lnTo>
                  <a:pt x="24593" y="3712"/>
                </a:lnTo>
                <a:lnTo>
                  <a:pt x="26837" y="4604"/>
                </a:lnTo>
                <a:lnTo>
                  <a:pt x="29768" y="3288"/>
                </a:lnTo>
                <a:lnTo>
                  <a:pt x="32486" y="3961"/>
                </a:lnTo>
                <a:lnTo>
                  <a:pt x="34942" y="3376"/>
                </a:lnTo>
                <a:lnTo>
                  <a:pt x="35951" y="4392"/>
                </a:lnTo>
                <a:lnTo>
                  <a:pt x="34905" y="6614"/>
                </a:lnTo>
                <a:lnTo>
                  <a:pt x="35366" y="7315"/>
                </a:lnTo>
                <a:lnTo>
                  <a:pt x="38874" y="7315"/>
                </a:lnTo>
                <a:lnTo>
                  <a:pt x="39306" y="9552"/>
                </a:lnTo>
                <a:lnTo>
                  <a:pt x="38326" y="12124"/>
                </a:lnTo>
                <a:lnTo>
                  <a:pt x="39028" y="14953"/>
                </a:lnTo>
                <a:lnTo>
                  <a:pt x="38443" y="17409"/>
                </a:lnTo>
                <a:lnTo>
                  <a:pt x="39203" y="18162"/>
                </a:lnTo>
                <a:lnTo>
                  <a:pt x="42244" y="17445"/>
                </a:lnTo>
                <a:lnTo>
                  <a:pt x="42689" y="18695"/>
                </a:lnTo>
                <a:lnTo>
                  <a:pt x="42382" y="20420"/>
                </a:lnTo>
                <a:lnTo>
                  <a:pt x="42382" y="22466"/>
                </a:lnTo>
                <a:lnTo>
                  <a:pt x="42521" y="23723"/>
                </a:lnTo>
                <a:lnTo>
                  <a:pt x="42353" y="25076"/>
                </a:lnTo>
                <a:lnTo>
                  <a:pt x="38969" y="24593"/>
                </a:lnTo>
                <a:lnTo>
                  <a:pt x="38085" y="26837"/>
                </a:lnTo>
                <a:lnTo>
                  <a:pt x="39401" y="29760"/>
                </a:lnTo>
                <a:lnTo>
                  <a:pt x="38721" y="32486"/>
                </a:lnTo>
                <a:lnTo>
                  <a:pt x="39306" y="34942"/>
                </a:lnTo>
                <a:lnTo>
                  <a:pt x="38290" y="35951"/>
                </a:lnTo>
                <a:lnTo>
                  <a:pt x="36068" y="34898"/>
                </a:lnTo>
                <a:lnTo>
                  <a:pt x="35373" y="35366"/>
                </a:lnTo>
                <a:lnTo>
                  <a:pt x="34964" y="35834"/>
                </a:lnTo>
                <a:lnTo>
                  <a:pt x="35878" y="38567"/>
                </a:lnTo>
                <a:lnTo>
                  <a:pt x="33758" y="39817"/>
                </a:lnTo>
                <a:lnTo>
                  <a:pt x="30206" y="38407"/>
                </a:lnTo>
                <a:lnTo>
                  <a:pt x="27729" y="39020"/>
                </a:lnTo>
                <a:lnTo>
                  <a:pt x="25273" y="38436"/>
                </a:lnTo>
                <a:lnTo>
                  <a:pt x="24652" y="39072"/>
                </a:lnTo>
                <a:lnTo>
                  <a:pt x="25046" y="42360"/>
                </a:lnTo>
                <a:lnTo>
                  <a:pt x="18293" y="42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727244" y="1832402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5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467512" y="1888086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4">
                <a:moveTo>
                  <a:pt x="64104" y="113364"/>
                </a:moveTo>
                <a:lnTo>
                  <a:pt x="59755" y="112648"/>
                </a:lnTo>
                <a:lnTo>
                  <a:pt x="54515" y="112648"/>
                </a:lnTo>
                <a:lnTo>
                  <a:pt x="51635" y="113152"/>
                </a:lnTo>
                <a:lnTo>
                  <a:pt x="48983" y="112495"/>
                </a:lnTo>
                <a:lnTo>
                  <a:pt x="46527" y="113079"/>
                </a:lnTo>
                <a:lnTo>
                  <a:pt x="45796" y="112348"/>
                </a:lnTo>
                <a:lnTo>
                  <a:pt x="46446" y="109242"/>
                </a:lnTo>
                <a:lnTo>
                  <a:pt x="43954" y="108490"/>
                </a:lnTo>
                <a:lnTo>
                  <a:pt x="41257" y="109681"/>
                </a:lnTo>
                <a:lnTo>
                  <a:pt x="38458" y="108987"/>
                </a:lnTo>
                <a:lnTo>
                  <a:pt x="36002" y="109571"/>
                </a:lnTo>
                <a:lnTo>
                  <a:pt x="35206" y="108775"/>
                </a:lnTo>
                <a:lnTo>
                  <a:pt x="36002" y="105815"/>
                </a:lnTo>
                <a:lnTo>
                  <a:pt x="33583" y="104806"/>
                </a:lnTo>
                <a:lnTo>
                  <a:pt x="30535" y="106487"/>
                </a:lnTo>
                <a:lnTo>
                  <a:pt x="28116" y="105449"/>
                </a:lnTo>
                <a:lnTo>
                  <a:pt x="28928" y="102496"/>
                </a:lnTo>
                <a:lnTo>
                  <a:pt x="28014" y="101590"/>
                </a:lnTo>
                <a:lnTo>
                  <a:pt x="25756" y="102496"/>
                </a:lnTo>
                <a:lnTo>
                  <a:pt x="24345" y="101766"/>
                </a:lnTo>
                <a:lnTo>
                  <a:pt x="22087" y="102679"/>
                </a:lnTo>
                <a:lnTo>
                  <a:pt x="21056" y="101641"/>
                </a:lnTo>
                <a:lnTo>
                  <a:pt x="22109" y="98996"/>
                </a:lnTo>
                <a:lnTo>
                  <a:pt x="20808" y="98133"/>
                </a:lnTo>
                <a:lnTo>
                  <a:pt x="18688" y="99215"/>
                </a:lnTo>
                <a:lnTo>
                  <a:pt x="17446" y="98089"/>
                </a:lnTo>
                <a:lnTo>
                  <a:pt x="18615" y="95692"/>
                </a:lnTo>
                <a:lnTo>
                  <a:pt x="17555" y="94632"/>
                </a:lnTo>
                <a:lnTo>
                  <a:pt x="14910" y="95685"/>
                </a:lnTo>
                <a:lnTo>
                  <a:pt x="14032" y="94362"/>
                </a:lnTo>
                <a:lnTo>
                  <a:pt x="15121" y="92308"/>
                </a:lnTo>
                <a:lnTo>
                  <a:pt x="14040" y="91029"/>
                </a:lnTo>
                <a:lnTo>
                  <a:pt x="11584" y="92169"/>
                </a:lnTo>
                <a:lnTo>
                  <a:pt x="10473" y="91065"/>
                </a:lnTo>
                <a:lnTo>
                  <a:pt x="11416" y="88814"/>
                </a:lnTo>
                <a:lnTo>
                  <a:pt x="10648" y="87404"/>
                </a:lnTo>
                <a:lnTo>
                  <a:pt x="11584" y="85160"/>
                </a:lnTo>
                <a:lnTo>
                  <a:pt x="10663" y="84239"/>
                </a:lnTo>
                <a:lnTo>
                  <a:pt x="7710" y="85050"/>
                </a:lnTo>
                <a:lnTo>
                  <a:pt x="6672" y="82631"/>
                </a:lnTo>
                <a:lnTo>
                  <a:pt x="8368" y="79569"/>
                </a:lnTo>
                <a:lnTo>
                  <a:pt x="7330" y="77142"/>
                </a:lnTo>
                <a:lnTo>
                  <a:pt x="4385" y="77961"/>
                </a:lnTo>
                <a:lnTo>
                  <a:pt x="3581" y="77157"/>
                </a:lnTo>
                <a:lnTo>
                  <a:pt x="4165" y="74701"/>
                </a:lnTo>
                <a:lnTo>
                  <a:pt x="3471" y="71909"/>
                </a:lnTo>
                <a:lnTo>
                  <a:pt x="4662" y="69213"/>
                </a:lnTo>
                <a:lnTo>
                  <a:pt x="3902" y="66713"/>
                </a:lnTo>
                <a:lnTo>
                  <a:pt x="804" y="67371"/>
                </a:lnTo>
                <a:lnTo>
                  <a:pt x="73" y="66640"/>
                </a:lnTo>
                <a:lnTo>
                  <a:pt x="657" y="64184"/>
                </a:lnTo>
                <a:lnTo>
                  <a:pt x="0" y="61538"/>
                </a:lnTo>
                <a:lnTo>
                  <a:pt x="504" y="58652"/>
                </a:lnTo>
                <a:lnTo>
                  <a:pt x="504" y="54449"/>
                </a:lnTo>
                <a:lnTo>
                  <a:pt x="0" y="51562"/>
                </a:lnTo>
                <a:lnTo>
                  <a:pt x="657" y="48909"/>
                </a:lnTo>
                <a:lnTo>
                  <a:pt x="73" y="46454"/>
                </a:lnTo>
                <a:lnTo>
                  <a:pt x="774" y="45767"/>
                </a:lnTo>
                <a:lnTo>
                  <a:pt x="3946" y="46329"/>
                </a:lnTo>
                <a:lnTo>
                  <a:pt x="4494" y="43969"/>
                </a:lnTo>
                <a:lnTo>
                  <a:pt x="4012" y="41140"/>
                </a:lnTo>
                <a:lnTo>
                  <a:pt x="4012" y="38107"/>
                </a:lnTo>
                <a:lnTo>
                  <a:pt x="3698" y="36346"/>
                </a:lnTo>
                <a:lnTo>
                  <a:pt x="4165" y="35103"/>
                </a:lnTo>
                <a:lnTo>
                  <a:pt x="7184" y="35849"/>
                </a:lnTo>
                <a:lnTo>
                  <a:pt x="7856" y="35176"/>
                </a:lnTo>
                <a:lnTo>
                  <a:pt x="7498" y="32509"/>
                </a:lnTo>
                <a:lnTo>
                  <a:pt x="7564" y="31142"/>
                </a:lnTo>
                <a:lnTo>
                  <a:pt x="7155" y="29264"/>
                </a:lnTo>
                <a:lnTo>
                  <a:pt x="7747" y="28028"/>
                </a:lnTo>
                <a:lnTo>
                  <a:pt x="10634" y="28891"/>
                </a:lnTo>
                <a:lnTo>
                  <a:pt x="11365" y="28160"/>
                </a:lnTo>
                <a:lnTo>
                  <a:pt x="11007" y="25507"/>
                </a:lnTo>
                <a:lnTo>
                  <a:pt x="11065" y="24352"/>
                </a:lnTo>
                <a:lnTo>
                  <a:pt x="10663" y="21970"/>
                </a:lnTo>
                <a:lnTo>
                  <a:pt x="11467" y="20903"/>
                </a:lnTo>
                <a:lnTo>
                  <a:pt x="14010" y="22013"/>
                </a:lnTo>
                <a:lnTo>
                  <a:pt x="15121" y="20903"/>
                </a:lnTo>
                <a:lnTo>
                  <a:pt x="13952" y="18564"/>
                </a:lnTo>
                <a:lnTo>
                  <a:pt x="15121" y="17402"/>
                </a:lnTo>
                <a:lnTo>
                  <a:pt x="17460" y="18564"/>
                </a:lnTo>
                <a:lnTo>
                  <a:pt x="18571" y="17453"/>
                </a:lnTo>
                <a:lnTo>
                  <a:pt x="17460" y="14924"/>
                </a:lnTo>
                <a:lnTo>
                  <a:pt x="18717" y="13959"/>
                </a:lnTo>
                <a:lnTo>
                  <a:pt x="20954" y="15070"/>
                </a:lnTo>
                <a:lnTo>
                  <a:pt x="21919" y="14105"/>
                </a:lnTo>
                <a:lnTo>
                  <a:pt x="21107" y="11160"/>
                </a:lnTo>
                <a:lnTo>
                  <a:pt x="23461" y="10159"/>
                </a:lnTo>
                <a:lnTo>
                  <a:pt x="26742" y="11957"/>
                </a:lnTo>
                <a:lnTo>
                  <a:pt x="29066" y="10699"/>
                </a:lnTo>
                <a:lnTo>
                  <a:pt x="28131" y="7893"/>
                </a:lnTo>
                <a:lnTo>
                  <a:pt x="29147" y="6884"/>
                </a:lnTo>
                <a:lnTo>
                  <a:pt x="31369" y="7937"/>
                </a:lnTo>
                <a:lnTo>
                  <a:pt x="32772" y="7001"/>
                </a:lnTo>
                <a:lnTo>
                  <a:pt x="34994" y="8054"/>
                </a:lnTo>
                <a:lnTo>
                  <a:pt x="35878" y="7169"/>
                </a:lnTo>
                <a:lnTo>
                  <a:pt x="35228" y="4070"/>
                </a:lnTo>
                <a:lnTo>
                  <a:pt x="38721" y="3011"/>
                </a:lnTo>
                <a:lnTo>
                  <a:pt x="42814" y="4545"/>
                </a:lnTo>
                <a:lnTo>
                  <a:pt x="46096" y="3954"/>
                </a:lnTo>
                <a:lnTo>
                  <a:pt x="46359" y="3910"/>
                </a:lnTo>
                <a:lnTo>
                  <a:pt x="45854" y="687"/>
                </a:lnTo>
                <a:lnTo>
                  <a:pt x="46424" y="117"/>
                </a:lnTo>
                <a:lnTo>
                  <a:pt x="49092" y="482"/>
                </a:lnTo>
                <a:lnTo>
                  <a:pt x="53083" y="270"/>
                </a:lnTo>
                <a:lnTo>
                  <a:pt x="56642" y="453"/>
                </a:lnTo>
                <a:lnTo>
                  <a:pt x="61108" y="453"/>
                </a:lnTo>
                <a:lnTo>
                  <a:pt x="62708" y="175"/>
                </a:lnTo>
                <a:lnTo>
                  <a:pt x="64287" y="643"/>
                </a:lnTo>
                <a:lnTo>
                  <a:pt x="66691" y="0"/>
                </a:lnTo>
                <a:lnTo>
                  <a:pt x="67444" y="745"/>
                </a:lnTo>
                <a:lnTo>
                  <a:pt x="66801" y="3859"/>
                </a:lnTo>
                <a:lnTo>
                  <a:pt x="69301" y="4597"/>
                </a:lnTo>
                <a:lnTo>
                  <a:pt x="71976" y="3413"/>
                </a:lnTo>
                <a:lnTo>
                  <a:pt x="74782" y="4107"/>
                </a:lnTo>
                <a:lnTo>
                  <a:pt x="77238" y="3522"/>
                </a:lnTo>
                <a:lnTo>
                  <a:pt x="78034" y="4326"/>
                </a:lnTo>
                <a:lnTo>
                  <a:pt x="77231" y="7279"/>
                </a:lnTo>
                <a:lnTo>
                  <a:pt x="78926" y="7988"/>
                </a:lnTo>
                <a:lnTo>
                  <a:pt x="83881" y="6475"/>
                </a:lnTo>
                <a:lnTo>
                  <a:pt x="84963" y="7798"/>
                </a:lnTo>
                <a:lnTo>
                  <a:pt x="84334" y="10846"/>
                </a:lnTo>
                <a:lnTo>
                  <a:pt x="86512" y="11599"/>
                </a:lnTo>
                <a:lnTo>
                  <a:pt x="90094" y="9940"/>
                </a:lnTo>
                <a:lnTo>
                  <a:pt x="92250" y="11314"/>
                </a:lnTo>
                <a:lnTo>
                  <a:pt x="91226" y="13996"/>
                </a:lnTo>
                <a:lnTo>
                  <a:pt x="92286" y="15055"/>
                </a:lnTo>
                <a:lnTo>
                  <a:pt x="94625" y="13886"/>
                </a:lnTo>
                <a:lnTo>
                  <a:pt x="95795" y="15055"/>
                </a:lnTo>
                <a:lnTo>
                  <a:pt x="94625" y="17394"/>
                </a:lnTo>
                <a:lnTo>
                  <a:pt x="95780" y="18542"/>
                </a:lnTo>
                <a:lnTo>
                  <a:pt x="98184" y="17387"/>
                </a:lnTo>
                <a:lnTo>
                  <a:pt x="99288" y="18600"/>
                </a:lnTo>
                <a:lnTo>
                  <a:pt x="98126" y="20888"/>
                </a:lnTo>
                <a:lnTo>
                  <a:pt x="99091" y="21853"/>
                </a:lnTo>
                <a:lnTo>
                  <a:pt x="102043" y="21034"/>
                </a:lnTo>
                <a:lnTo>
                  <a:pt x="103074" y="23461"/>
                </a:lnTo>
                <a:lnTo>
                  <a:pt x="101371" y="26530"/>
                </a:lnTo>
                <a:lnTo>
                  <a:pt x="102424" y="28949"/>
                </a:lnTo>
                <a:lnTo>
                  <a:pt x="105361" y="28123"/>
                </a:lnTo>
                <a:lnTo>
                  <a:pt x="106063" y="28832"/>
                </a:lnTo>
                <a:lnTo>
                  <a:pt x="105705" y="31493"/>
                </a:lnTo>
                <a:lnTo>
                  <a:pt x="105778" y="32903"/>
                </a:lnTo>
                <a:lnTo>
                  <a:pt x="105384" y="34687"/>
                </a:lnTo>
                <a:lnTo>
                  <a:pt x="105917" y="35951"/>
                </a:lnTo>
                <a:lnTo>
                  <a:pt x="108870" y="35133"/>
                </a:lnTo>
                <a:lnTo>
                  <a:pt x="109666" y="35936"/>
                </a:lnTo>
                <a:lnTo>
                  <a:pt x="109082" y="38392"/>
                </a:lnTo>
                <a:lnTo>
                  <a:pt x="109776" y="41170"/>
                </a:lnTo>
                <a:lnTo>
                  <a:pt x="108534" y="43925"/>
                </a:lnTo>
                <a:lnTo>
                  <a:pt x="109367" y="46402"/>
                </a:lnTo>
                <a:lnTo>
                  <a:pt x="112429" y="45708"/>
                </a:lnTo>
                <a:lnTo>
                  <a:pt x="113072" y="46359"/>
                </a:lnTo>
                <a:lnTo>
                  <a:pt x="112714" y="49019"/>
                </a:lnTo>
                <a:lnTo>
                  <a:pt x="112926" y="53017"/>
                </a:lnTo>
                <a:lnTo>
                  <a:pt x="112743" y="56569"/>
                </a:lnTo>
                <a:lnTo>
                  <a:pt x="112743" y="61034"/>
                </a:lnTo>
                <a:lnTo>
                  <a:pt x="113021" y="62635"/>
                </a:lnTo>
                <a:lnTo>
                  <a:pt x="112546" y="64206"/>
                </a:lnTo>
                <a:lnTo>
                  <a:pt x="113197" y="66611"/>
                </a:lnTo>
                <a:lnTo>
                  <a:pt x="112444" y="67364"/>
                </a:lnTo>
                <a:lnTo>
                  <a:pt x="109338" y="66713"/>
                </a:lnTo>
                <a:lnTo>
                  <a:pt x="108599" y="69220"/>
                </a:lnTo>
                <a:lnTo>
                  <a:pt x="109783" y="71895"/>
                </a:lnTo>
                <a:lnTo>
                  <a:pt x="109082" y="74701"/>
                </a:lnTo>
                <a:lnTo>
                  <a:pt x="109666" y="77157"/>
                </a:lnTo>
                <a:lnTo>
                  <a:pt x="108870" y="77954"/>
                </a:lnTo>
                <a:lnTo>
                  <a:pt x="105910" y="77143"/>
                </a:lnTo>
                <a:lnTo>
                  <a:pt x="105201" y="78846"/>
                </a:lnTo>
                <a:lnTo>
                  <a:pt x="106714" y="83801"/>
                </a:lnTo>
                <a:lnTo>
                  <a:pt x="105398" y="84875"/>
                </a:lnTo>
                <a:lnTo>
                  <a:pt x="102350" y="84247"/>
                </a:lnTo>
                <a:lnTo>
                  <a:pt x="101598" y="86432"/>
                </a:lnTo>
                <a:lnTo>
                  <a:pt x="103249" y="90006"/>
                </a:lnTo>
                <a:lnTo>
                  <a:pt x="101875" y="92169"/>
                </a:lnTo>
                <a:lnTo>
                  <a:pt x="99193" y="91146"/>
                </a:lnTo>
                <a:lnTo>
                  <a:pt x="98133" y="92198"/>
                </a:lnTo>
                <a:lnTo>
                  <a:pt x="99303" y="94537"/>
                </a:lnTo>
                <a:lnTo>
                  <a:pt x="98133" y="95707"/>
                </a:lnTo>
                <a:lnTo>
                  <a:pt x="95795" y="94537"/>
                </a:lnTo>
                <a:lnTo>
                  <a:pt x="94640" y="95692"/>
                </a:lnTo>
                <a:lnTo>
                  <a:pt x="95802" y="98089"/>
                </a:lnTo>
                <a:lnTo>
                  <a:pt x="94589" y="99193"/>
                </a:lnTo>
                <a:lnTo>
                  <a:pt x="92301" y="98031"/>
                </a:lnTo>
                <a:lnTo>
                  <a:pt x="91336" y="98996"/>
                </a:lnTo>
                <a:lnTo>
                  <a:pt x="92147" y="101948"/>
                </a:lnTo>
                <a:lnTo>
                  <a:pt x="89787" y="102950"/>
                </a:lnTo>
                <a:lnTo>
                  <a:pt x="86512" y="101152"/>
                </a:lnTo>
                <a:lnTo>
                  <a:pt x="84181" y="102401"/>
                </a:lnTo>
                <a:lnTo>
                  <a:pt x="85116" y="105208"/>
                </a:lnTo>
                <a:lnTo>
                  <a:pt x="84101" y="106217"/>
                </a:lnTo>
                <a:lnTo>
                  <a:pt x="81879" y="105172"/>
                </a:lnTo>
                <a:lnTo>
                  <a:pt x="80475" y="106100"/>
                </a:lnTo>
                <a:lnTo>
                  <a:pt x="78254" y="105055"/>
                </a:lnTo>
                <a:lnTo>
                  <a:pt x="77325" y="105983"/>
                </a:lnTo>
                <a:lnTo>
                  <a:pt x="78078" y="108987"/>
                </a:lnTo>
                <a:lnTo>
                  <a:pt x="75652" y="109915"/>
                </a:lnTo>
                <a:lnTo>
                  <a:pt x="72765" y="108614"/>
                </a:lnTo>
                <a:lnTo>
                  <a:pt x="70031" y="109293"/>
                </a:lnTo>
                <a:lnTo>
                  <a:pt x="67576" y="108709"/>
                </a:lnTo>
                <a:lnTo>
                  <a:pt x="66881" y="109403"/>
                </a:lnTo>
                <a:lnTo>
                  <a:pt x="67444" y="112582"/>
                </a:lnTo>
                <a:lnTo>
                  <a:pt x="64104" y="1133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677795" y="1887845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4">
                <a:moveTo>
                  <a:pt x="69981" y="113189"/>
                </a:moveTo>
                <a:lnTo>
                  <a:pt x="68285" y="112889"/>
                </a:lnTo>
                <a:lnTo>
                  <a:pt x="45292" y="112889"/>
                </a:lnTo>
                <a:lnTo>
                  <a:pt x="43765" y="113152"/>
                </a:lnTo>
                <a:lnTo>
                  <a:pt x="42463" y="112794"/>
                </a:lnTo>
                <a:lnTo>
                  <a:pt x="43077" y="109666"/>
                </a:lnTo>
                <a:lnTo>
                  <a:pt x="42463" y="109052"/>
                </a:lnTo>
                <a:lnTo>
                  <a:pt x="39796" y="109411"/>
                </a:lnTo>
                <a:lnTo>
                  <a:pt x="38363" y="109330"/>
                </a:lnTo>
                <a:lnTo>
                  <a:pt x="36624" y="109732"/>
                </a:lnTo>
                <a:lnTo>
                  <a:pt x="35089" y="109096"/>
                </a:lnTo>
                <a:lnTo>
                  <a:pt x="32772" y="109885"/>
                </a:lnTo>
                <a:lnTo>
                  <a:pt x="31778" y="108891"/>
                </a:lnTo>
                <a:lnTo>
                  <a:pt x="32831" y="106246"/>
                </a:lnTo>
                <a:lnTo>
                  <a:pt x="31457" y="105339"/>
                </a:lnTo>
                <a:lnTo>
                  <a:pt x="29578" y="106406"/>
                </a:lnTo>
                <a:lnTo>
                  <a:pt x="28204" y="105515"/>
                </a:lnTo>
                <a:lnTo>
                  <a:pt x="29242" y="102854"/>
                </a:lnTo>
                <a:lnTo>
                  <a:pt x="28431" y="102036"/>
                </a:lnTo>
                <a:lnTo>
                  <a:pt x="25763" y="102401"/>
                </a:lnTo>
                <a:lnTo>
                  <a:pt x="24615" y="102335"/>
                </a:lnTo>
                <a:lnTo>
                  <a:pt x="22226" y="102737"/>
                </a:lnTo>
                <a:lnTo>
                  <a:pt x="21159" y="101926"/>
                </a:lnTo>
                <a:lnTo>
                  <a:pt x="22269" y="99397"/>
                </a:lnTo>
                <a:lnTo>
                  <a:pt x="21254" y="98382"/>
                </a:lnTo>
                <a:lnTo>
                  <a:pt x="18608" y="99427"/>
                </a:lnTo>
                <a:lnTo>
                  <a:pt x="17767" y="98162"/>
                </a:lnTo>
                <a:lnTo>
                  <a:pt x="18820" y="95948"/>
                </a:lnTo>
                <a:lnTo>
                  <a:pt x="17650" y="94778"/>
                </a:lnTo>
                <a:lnTo>
                  <a:pt x="15312" y="95948"/>
                </a:lnTo>
                <a:lnTo>
                  <a:pt x="14237" y="94873"/>
                </a:lnTo>
                <a:lnTo>
                  <a:pt x="15289" y="92228"/>
                </a:lnTo>
                <a:lnTo>
                  <a:pt x="14127" y="91460"/>
                </a:lnTo>
                <a:lnTo>
                  <a:pt x="11642" y="92403"/>
                </a:lnTo>
                <a:lnTo>
                  <a:pt x="10254" y="90627"/>
                </a:lnTo>
                <a:lnTo>
                  <a:pt x="12388" y="85803"/>
                </a:lnTo>
                <a:lnTo>
                  <a:pt x="10568" y="84312"/>
                </a:lnTo>
                <a:lnTo>
                  <a:pt x="8280" y="85438"/>
                </a:lnTo>
                <a:lnTo>
                  <a:pt x="7126" y="84239"/>
                </a:lnTo>
                <a:lnTo>
                  <a:pt x="8302" y="81930"/>
                </a:lnTo>
                <a:lnTo>
                  <a:pt x="7345" y="80972"/>
                </a:lnTo>
                <a:lnTo>
                  <a:pt x="4385" y="81776"/>
                </a:lnTo>
                <a:lnTo>
                  <a:pt x="2945" y="78370"/>
                </a:lnTo>
                <a:lnTo>
                  <a:pt x="5474" y="73780"/>
                </a:lnTo>
                <a:lnTo>
                  <a:pt x="4012" y="70374"/>
                </a:lnTo>
                <a:lnTo>
                  <a:pt x="1059" y="71186"/>
                </a:lnTo>
                <a:lnTo>
                  <a:pt x="314" y="70433"/>
                </a:lnTo>
                <a:lnTo>
                  <a:pt x="774" y="67875"/>
                </a:lnTo>
                <a:lnTo>
                  <a:pt x="211" y="64001"/>
                </a:lnTo>
                <a:lnTo>
                  <a:pt x="694" y="60142"/>
                </a:lnTo>
                <a:lnTo>
                  <a:pt x="694" y="54493"/>
                </a:lnTo>
                <a:lnTo>
                  <a:pt x="482" y="52066"/>
                </a:lnTo>
                <a:lnTo>
                  <a:pt x="789" y="48748"/>
                </a:lnTo>
                <a:lnTo>
                  <a:pt x="0" y="43325"/>
                </a:lnTo>
                <a:lnTo>
                  <a:pt x="993" y="42514"/>
                </a:lnTo>
                <a:lnTo>
                  <a:pt x="4121" y="43055"/>
                </a:lnTo>
                <a:lnTo>
                  <a:pt x="4743" y="40775"/>
                </a:lnTo>
                <a:lnTo>
                  <a:pt x="4202" y="37807"/>
                </a:lnTo>
                <a:lnTo>
                  <a:pt x="4202" y="34950"/>
                </a:lnTo>
                <a:lnTo>
                  <a:pt x="3859" y="32932"/>
                </a:lnTo>
                <a:lnTo>
                  <a:pt x="4436" y="31756"/>
                </a:lnTo>
                <a:lnTo>
                  <a:pt x="7308" y="32640"/>
                </a:lnTo>
                <a:lnTo>
                  <a:pt x="8200" y="31749"/>
                </a:lnTo>
                <a:lnTo>
                  <a:pt x="7147" y="29103"/>
                </a:lnTo>
                <a:lnTo>
                  <a:pt x="8288" y="28342"/>
                </a:lnTo>
                <a:lnTo>
                  <a:pt x="10816" y="29263"/>
                </a:lnTo>
                <a:lnTo>
                  <a:pt x="12154" y="27487"/>
                </a:lnTo>
                <a:lnTo>
                  <a:pt x="10056" y="22671"/>
                </a:lnTo>
                <a:lnTo>
                  <a:pt x="11818" y="21224"/>
                </a:lnTo>
                <a:lnTo>
                  <a:pt x="14244" y="22298"/>
                </a:lnTo>
                <a:lnTo>
                  <a:pt x="15268" y="21056"/>
                </a:lnTo>
                <a:lnTo>
                  <a:pt x="14127" y="18805"/>
                </a:lnTo>
                <a:lnTo>
                  <a:pt x="15216" y="17723"/>
                </a:lnTo>
                <a:lnTo>
                  <a:pt x="17862" y="18768"/>
                </a:lnTo>
                <a:lnTo>
                  <a:pt x="18703" y="17504"/>
                </a:lnTo>
                <a:lnTo>
                  <a:pt x="17650" y="15289"/>
                </a:lnTo>
                <a:lnTo>
                  <a:pt x="18820" y="14120"/>
                </a:lnTo>
                <a:lnTo>
                  <a:pt x="21158" y="15289"/>
                </a:lnTo>
                <a:lnTo>
                  <a:pt x="22233" y="14215"/>
                </a:lnTo>
                <a:lnTo>
                  <a:pt x="21180" y="11569"/>
                </a:lnTo>
                <a:lnTo>
                  <a:pt x="22532" y="10678"/>
                </a:lnTo>
                <a:lnTo>
                  <a:pt x="24499" y="11767"/>
                </a:lnTo>
                <a:lnTo>
                  <a:pt x="25931" y="10692"/>
                </a:lnTo>
                <a:lnTo>
                  <a:pt x="28160" y="11796"/>
                </a:lnTo>
                <a:lnTo>
                  <a:pt x="29249" y="10714"/>
                </a:lnTo>
                <a:lnTo>
                  <a:pt x="28197" y="8061"/>
                </a:lnTo>
                <a:lnTo>
                  <a:pt x="29520" y="7191"/>
                </a:lnTo>
                <a:lnTo>
                  <a:pt x="31573" y="8280"/>
                </a:lnTo>
                <a:lnTo>
                  <a:pt x="32860" y="7199"/>
                </a:lnTo>
                <a:lnTo>
                  <a:pt x="31712" y="4743"/>
                </a:lnTo>
                <a:lnTo>
                  <a:pt x="32750" y="3712"/>
                </a:lnTo>
                <a:lnTo>
                  <a:pt x="35104" y="4436"/>
                </a:lnTo>
                <a:lnTo>
                  <a:pt x="37822" y="3456"/>
                </a:lnTo>
                <a:lnTo>
                  <a:pt x="40673" y="4699"/>
                </a:lnTo>
                <a:lnTo>
                  <a:pt x="42792" y="4195"/>
                </a:lnTo>
                <a:lnTo>
                  <a:pt x="43099" y="4122"/>
                </a:lnTo>
                <a:lnTo>
                  <a:pt x="42522" y="957"/>
                </a:lnTo>
                <a:lnTo>
                  <a:pt x="43158" y="329"/>
                </a:lnTo>
                <a:lnTo>
                  <a:pt x="45752" y="760"/>
                </a:lnTo>
                <a:lnTo>
                  <a:pt x="50824" y="153"/>
                </a:lnTo>
                <a:lnTo>
                  <a:pt x="55772" y="694"/>
                </a:lnTo>
                <a:lnTo>
                  <a:pt x="63498" y="694"/>
                </a:lnTo>
                <a:lnTo>
                  <a:pt x="67781" y="0"/>
                </a:lnTo>
                <a:lnTo>
                  <a:pt x="71150" y="760"/>
                </a:lnTo>
                <a:lnTo>
                  <a:pt x="70594" y="3939"/>
                </a:lnTo>
                <a:lnTo>
                  <a:pt x="71289" y="4626"/>
                </a:lnTo>
                <a:lnTo>
                  <a:pt x="73744" y="4041"/>
                </a:lnTo>
                <a:lnTo>
                  <a:pt x="76339" y="4692"/>
                </a:lnTo>
                <a:lnTo>
                  <a:pt x="79577" y="3303"/>
                </a:lnTo>
                <a:lnTo>
                  <a:pt x="81857" y="4436"/>
                </a:lnTo>
                <a:lnTo>
                  <a:pt x="80965" y="7301"/>
                </a:lnTo>
                <a:lnTo>
                  <a:pt x="81864" y="8192"/>
                </a:lnTo>
                <a:lnTo>
                  <a:pt x="84510" y="7148"/>
                </a:lnTo>
                <a:lnTo>
                  <a:pt x="85146" y="8105"/>
                </a:lnTo>
                <a:lnTo>
                  <a:pt x="84495" y="11036"/>
                </a:lnTo>
                <a:lnTo>
                  <a:pt x="85628" y="11547"/>
                </a:lnTo>
                <a:lnTo>
                  <a:pt x="87558" y="11211"/>
                </a:lnTo>
                <a:lnTo>
                  <a:pt x="88961" y="11211"/>
                </a:lnTo>
                <a:lnTo>
                  <a:pt x="91475" y="10868"/>
                </a:lnTo>
                <a:lnTo>
                  <a:pt x="92491" y="11679"/>
                </a:lnTo>
                <a:lnTo>
                  <a:pt x="91358" y="14171"/>
                </a:lnTo>
                <a:lnTo>
                  <a:pt x="92484" y="15297"/>
                </a:lnTo>
                <a:lnTo>
                  <a:pt x="94823" y="14127"/>
                </a:lnTo>
                <a:lnTo>
                  <a:pt x="95992" y="15297"/>
                </a:lnTo>
                <a:lnTo>
                  <a:pt x="94823" y="17635"/>
                </a:lnTo>
                <a:lnTo>
                  <a:pt x="95934" y="18746"/>
                </a:lnTo>
                <a:lnTo>
                  <a:pt x="98462" y="17636"/>
                </a:lnTo>
                <a:lnTo>
                  <a:pt x="99435" y="18900"/>
                </a:lnTo>
                <a:lnTo>
                  <a:pt x="98316" y="21129"/>
                </a:lnTo>
                <a:lnTo>
                  <a:pt x="99281" y="22094"/>
                </a:lnTo>
                <a:lnTo>
                  <a:pt x="102234" y="21275"/>
                </a:lnTo>
                <a:lnTo>
                  <a:pt x="103206" y="23556"/>
                </a:lnTo>
                <a:lnTo>
                  <a:pt x="101371" y="27071"/>
                </a:lnTo>
                <a:lnTo>
                  <a:pt x="102767" y="29286"/>
                </a:lnTo>
                <a:lnTo>
                  <a:pt x="105457" y="28262"/>
                </a:lnTo>
                <a:lnTo>
                  <a:pt x="106517" y="29322"/>
                </a:lnTo>
                <a:lnTo>
                  <a:pt x="105348" y="31661"/>
                </a:lnTo>
                <a:lnTo>
                  <a:pt x="106517" y="32823"/>
                </a:lnTo>
                <a:lnTo>
                  <a:pt x="108856" y="31661"/>
                </a:lnTo>
                <a:lnTo>
                  <a:pt x="109981" y="32779"/>
                </a:lnTo>
                <a:lnTo>
                  <a:pt x="109090" y="35045"/>
                </a:lnTo>
                <a:lnTo>
                  <a:pt x="110383" y="37632"/>
                </a:lnTo>
                <a:lnTo>
                  <a:pt x="108607" y="40819"/>
                </a:lnTo>
                <a:lnTo>
                  <a:pt x="109630" y="43208"/>
                </a:lnTo>
                <a:lnTo>
                  <a:pt x="112576" y="42397"/>
                </a:lnTo>
                <a:lnTo>
                  <a:pt x="113321" y="43143"/>
                </a:lnTo>
                <a:lnTo>
                  <a:pt x="112868" y="45708"/>
                </a:lnTo>
                <a:lnTo>
                  <a:pt x="113256" y="48507"/>
                </a:lnTo>
                <a:lnTo>
                  <a:pt x="112949" y="51021"/>
                </a:lnTo>
                <a:lnTo>
                  <a:pt x="112949" y="68167"/>
                </a:lnTo>
                <a:lnTo>
                  <a:pt x="113278" y="70053"/>
                </a:lnTo>
                <a:lnTo>
                  <a:pt x="112759" y="71266"/>
                </a:lnTo>
                <a:lnTo>
                  <a:pt x="109806" y="70455"/>
                </a:lnTo>
                <a:lnTo>
                  <a:pt x="108965" y="71296"/>
                </a:lnTo>
                <a:lnTo>
                  <a:pt x="109674" y="73671"/>
                </a:lnTo>
                <a:lnTo>
                  <a:pt x="108732" y="76375"/>
                </a:lnTo>
                <a:lnTo>
                  <a:pt x="110288" y="79357"/>
                </a:lnTo>
                <a:lnTo>
                  <a:pt x="109250" y="81791"/>
                </a:lnTo>
                <a:lnTo>
                  <a:pt x="106298" y="80972"/>
                </a:lnTo>
                <a:lnTo>
                  <a:pt x="105369" y="81900"/>
                </a:lnTo>
                <a:lnTo>
                  <a:pt x="106334" y="84144"/>
                </a:lnTo>
                <a:lnTo>
                  <a:pt x="105640" y="85365"/>
                </a:lnTo>
                <a:lnTo>
                  <a:pt x="102862" y="84407"/>
                </a:lnTo>
                <a:lnTo>
                  <a:pt x="102095" y="85182"/>
                </a:lnTo>
                <a:lnTo>
                  <a:pt x="102446" y="87842"/>
                </a:lnTo>
                <a:lnTo>
                  <a:pt x="102380" y="89143"/>
                </a:lnTo>
                <a:lnTo>
                  <a:pt x="102797" y="91183"/>
                </a:lnTo>
                <a:lnTo>
                  <a:pt x="102139" y="92367"/>
                </a:lnTo>
                <a:lnTo>
                  <a:pt x="99347" y="91424"/>
                </a:lnTo>
                <a:lnTo>
                  <a:pt x="98316" y="92454"/>
                </a:lnTo>
                <a:lnTo>
                  <a:pt x="99457" y="94713"/>
                </a:lnTo>
                <a:lnTo>
                  <a:pt x="98433" y="95955"/>
                </a:lnTo>
                <a:lnTo>
                  <a:pt x="95956" y="94822"/>
                </a:lnTo>
                <a:lnTo>
                  <a:pt x="94823" y="95948"/>
                </a:lnTo>
                <a:lnTo>
                  <a:pt x="95992" y="98287"/>
                </a:lnTo>
                <a:lnTo>
                  <a:pt x="94823" y="99456"/>
                </a:lnTo>
                <a:lnTo>
                  <a:pt x="92484" y="98287"/>
                </a:lnTo>
                <a:lnTo>
                  <a:pt x="91366" y="99398"/>
                </a:lnTo>
                <a:lnTo>
                  <a:pt x="92484" y="101926"/>
                </a:lnTo>
                <a:lnTo>
                  <a:pt x="90664" y="103322"/>
                </a:lnTo>
                <a:lnTo>
                  <a:pt x="85840" y="101203"/>
                </a:lnTo>
                <a:lnTo>
                  <a:pt x="84459" y="102884"/>
                </a:lnTo>
                <a:lnTo>
                  <a:pt x="85409" y="105544"/>
                </a:lnTo>
                <a:lnTo>
                  <a:pt x="84174" y="106334"/>
                </a:lnTo>
                <a:lnTo>
                  <a:pt x="81960" y="105296"/>
                </a:lnTo>
                <a:lnTo>
                  <a:pt x="80885" y="106363"/>
                </a:lnTo>
                <a:lnTo>
                  <a:pt x="81938" y="109016"/>
                </a:lnTo>
                <a:lnTo>
                  <a:pt x="80586" y="109907"/>
                </a:lnTo>
                <a:lnTo>
                  <a:pt x="78758" y="108994"/>
                </a:lnTo>
                <a:lnTo>
                  <a:pt x="76610" y="109929"/>
                </a:lnTo>
                <a:lnTo>
                  <a:pt x="71669" y="108387"/>
                </a:lnTo>
                <a:lnTo>
                  <a:pt x="70580" y="109717"/>
                </a:lnTo>
                <a:lnTo>
                  <a:pt x="71209" y="112765"/>
                </a:lnTo>
                <a:lnTo>
                  <a:pt x="69981" y="1131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888284" y="1887808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4">
                <a:moveTo>
                  <a:pt x="55275" y="113401"/>
                </a:moveTo>
                <a:lnTo>
                  <a:pt x="52695" y="112765"/>
                </a:lnTo>
                <a:lnTo>
                  <a:pt x="50240" y="113350"/>
                </a:lnTo>
                <a:lnTo>
                  <a:pt x="49560" y="112670"/>
                </a:lnTo>
                <a:lnTo>
                  <a:pt x="50086" y="109461"/>
                </a:lnTo>
                <a:lnTo>
                  <a:pt x="47674" y="108979"/>
                </a:lnTo>
                <a:lnTo>
                  <a:pt x="44970" y="109411"/>
                </a:lnTo>
                <a:lnTo>
                  <a:pt x="40870" y="109411"/>
                </a:lnTo>
                <a:lnTo>
                  <a:pt x="37566" y="110046"/>
                </a:lnTo>
                <a:lnTo>
                  <a:pt x="35381" y="109272"/>
                </a:lnTo>
                <a:lnTo>
                  <a:pt x="36097" y="106224"/>
                </a:lnTo>
                <a:lnTo>
                  <a:pt x="35191" y="105325"/>
                </a:lnTo>
                <a:lnTo>
                  <a:pt x="32969" y="106370"/>
                </a:lnTo>
                <a:lnTo>
                  <a:pt x="31566" y="105442"/>
                </a:lnTo>
                <a:lnTo>
                  <a:pt x="29344" y="106487"/>
                </a:lnTo>
                <a:lnTo>
                  <a:pt x="28328" y="105471"/>
                </a:lnTo>
                <a:lnTo>
                  <a:pt x="29271" y="102672"/>
                </a:lnTo>
                <a:lnTo>
                  <a:pt x="26932" y="101422"/>
                </a:lnTo>
                <a:lnTo>
                  <a:pt x="23658" y="103220"/>
                </a:lnTo>
                <a:lnTo>
                  <a:pt x="21305" y="102219"/>
                </a:lnTo>
                <a:lnTo>
                  <a:pt x="22116" y="99259"/>
                </a:lnTo>
                <a:lnTo>
                  <a:pt x="21151" y="98301"/>
                </a:lnTo>
                <a:lnTo>
                  <a:pt x="18864" y="99463"/>
                </a:lnTo>
                <a:lnTo>
                  <a:pt x="17643" y="98360"/>
                </a:lnTo>
                <a:lnTo>
                  <a:pt x="18805" y="95962"/>
                </a:lnTo>
                <a:lnTo>
                  <a:pt x="17745" y="94903"/>
                </a:lnTo>
                <a:lnTo>
                  <a:pt x="15100" y="95955"/>
                </a:lnTo>
                <a:lnTo>
                  <a:pt x="14222" y="94632"/>
                </a:lnTo>
                <a:lnTo>
                  <a:pt x="15311" y="92578"/>
                </a:lnTo>
                <a:lnTo>
                  <a:pt x="14230" y="91300"/>
                </a:lnTo>
                <a:lnTo>
                  <a:pt x="11774" y="92440"/>
                </a:lnTo>
                <a:lnTo>
                  <a:pt x="10641" y="91314"/>
                </a:lnTo>
                <a:lnTo>
                  <a:pt x="11657" y="89085"/>
                </a:lnTo>
                <a:lnTo>
                  <a:pt x="10780" y="87674"/>
                </a:lnTo>
                <a:lnTo>
                  <a:pt x="11796" y="85453"/>
                </a:lnTo>
                <a:lnTo>
                  <a:pt x="10729" y="84393"/>
                </a:lnTo>
                <a:lnTo>
                  <a:pt x="8083" y="85438"/>
                </a:lnTo>
                <a:lnTo>
                  <a:pt x="7169" y="84071"/>
                </a:lnTo>
                <a:lnTo>
                  <a:pt x="8236" y="82200"/>
                </a:lnTo>
                <a:lnTo>
                  <a:pt x="7257" y="80665"/>
                </a:lnTo>
                <a:lnTo>
                  <a:pt x="8295" y="78451"/>
                </a:lnTo>
                <a:lnTo>
                  <a:pt x="7374" y="77537"/>
                </a:lnTo>
                <a:lnTo>
                  <a:pt x="4356" y="78268"/>
                </a:lnTo>
                <a:lnTo>
                  <a:pt x="3552" y="76112"/>
                </a:lnTo>
                <a:lnTo>
                  <a:pt x="4202" y="72750"/>
                </a:lnTo>
                <a:lnTo>
                  <a:pt x="4202" y="68774"/>
                </a:lnTo>
                <a:lnTo>
                  <a:pt x="4728" y="65836"/>
                </a:lnTo>
                <a:lnTo>
                  <a:pt x="4114" y="63512"/>
                </a:lnTo>
                <a:lnTo>
                  <a:pt x="979" y="64118"/>
                </a:lnTo>
                <a:lnTo>
                  <a:pt x="365" y="63504"/>
                </a:lnTo>
                <a:lnTo>
                  <a:pt x="723" y="60844"/>
                </a:lnTo>
                <a:lnTo>
                  <a:pt x="694" y="55034"/>
                </a:lnTo>
                <a:lnTo>
                  <a:pt x="0" y="51438"/>
                </a:lnTo>
                <a:lnTo>
                  <a:pt x="884" y="49362"/>
                </a:lnTo>
                <a:lnTo>
                  <a:pt x="3837" y="50181"/>
                </a:lnTo>
                <a:lnTo>
                  <a:pt x="4597" y="49421"/>
                </a:lnTo>
                <a:lnTo>
                  <a:pt x="4100" y="46892"/>
                </a:lnTo>
                <a:lnTo>
                  <a:pt x="4582" y="44129"/>
                </a:lnTo>
                <a:lnTo>
                  <a:pt x="4202" y="41505"/>
                </a:lnTo>
                <a:lnTo>
                  <a:pt x="4202" y="38348"/>
                </a:lnTo>
                <a:lnTo>
                  <a:pt x="3895" y="36667"/>
                </a:lnTo>
                <a:lnTo>
                  <a:pt x="4334" y="35403"/>
                </a:lnTo>
                <a:lnTo>
                  <a:pt x="7389" y="36104"/>
                </a:lnTo>
                <a:lnTo>
                  <a:pt x="8039" y="35454"/>
                </a:lnTo>
                <a:lnTo>
                  <a:pt x="7688" y="32786"/>
                </a:lnTo>
                <a:lnTo>
                  <a:pt x="7754" y="31419"/>
                </a:lnTo>
                <a:lnTo>
                  <a:pt x="7345" y="29541"/>
                </a:lnTo>
                <a:lnTo>
                  <a:pt x="7937" y="28306"/>
                </a:lnTo>
                <a:lnTo>
                  <a:pt x="10824" y="29168"/>
                </a:lnTo>
                <a:lnTo>
                  <a:pt x="11555" y="28438"/>
                </a:lnTo>
                <a:lnTo>
                  <a:pt x="11197" y="25784"/>
                </a:lnTo>
                <a:lnTo>
                  <a:pt x="11255" y="24622"/>
                </a:lnTo>
                <a:lnTo>
                  <a:pt x="10853" y="22262"/>
                </a:lnTo>
                <a:lnTo>
                  <a:pt x="11650" y="21187"/>
                </a:lnTo>
                <a:lnTo>
                  <a:pt x="14208" y="22284"/>
                </a:lnTo>
                <a:lnTo>
                  <a:pt x="15216" y="21275"/>
                </a:lnTo>
                <a:lnTo>
                  <a:pt x="14164" y="18629"/>
                </a:lnTo>
                <a:lnTo>
                  <a:pt x="15428" y="17796"/>
                </a:lnTo>
                <a:lnTo>
                  <a:pt x="17650" y="18841"/>
                </a:lnTo>
                <a:lnTo>
                  <a:pt x="18820" y="17679"/>
                </a:lnTo>
                <a:lnTo>
                  <a:pt x="17650" y="15340"/>
                </a:lnTo>
                <a:lnTo>
                  <a:pt x="18725" y="14266"/>
                </a:lnTo>
                <a:lnTo>
                  <a:pt x="21370" y="15318"/>
                </a:lnTo>
                <a:lnTo>
                  <a:pt x="22109" y="14215"/>
                </a:lnTo>
                <a:lnTo>
                  <a:pt x="21239" y="11591"/>
                </a:lnTo>
                <a:lnTo>
                  <a:pt x="23008" y="10385"/>
                </a:lnTo>
                <a:lnTo>
                  <a:pt x="27831" y="12395"/>
                </a:lnTo>
                <a:lnTo>
                  <a:pt x="29096" y="10838"/>
                </a:lnTo>
                <a:lnTo>
                  <a:pt x="28321" y="7951"/>
                </a:lnTo>
                <a:lnTo>
                  <a:pt x="30031" y="7147"/>
                </a:lnTo>
                <a:lnTo>
                  <a:pt x="34943" y="8770"/>
                </a:lnTo>
                <a:lnTo>
                  <a:pt x="36024" y="7439"/>
                </a:lnTo>
                <a:lnTo>
                  <a:pt x="35461" y="4326"/>
                </a:lnTo>
                <a:lnTo>
                  <a:pt x="37720" y="3683"/>
                </a:lnTo>
                <a:lnTo>
                  <a:pt x="40753" y="4238"/>
                </a:lnTo>
                <a:lnTo>
                  <a:pt x="45057" y="4238"/>
                </a:lnTo>
                <a:lnTo>
                  <a:pt x="47542" y="4531"/>
                </a:lnTo>
                <a:lnTo>
                  <a:pt x="49808" y="4231"/>
                </a:lnTo>
                <a:lnTo>
                  <a:pt x="50035" y="4202"/>
                </a:lnTo>
                <a:lnTo>
                  <a:pt x="49589" y="950"/>
                </a:lnTo>
                <a:lnTo>
                  <a:pt x="50108" y="431"/>
                </a:lnTo>
                <a:lnTo>
                  <a:pt x="54457" y="760"/>
                </a:lnTo>
                <a:lnTo>
                  <a:pt x="55692" y="584"/>
                </a:lnTo>
                <a:lnTo>
                  <a:pt x="57884" y="869"/>
                </a:lnTo>
                <a:lnTo>
                  <a:pt x="63242" y="0"/>
                </a:lnTo>
                <a:lnTo>
                  <a:pt x="64119" y="1066"/>
                </a:lnTo>
                <a:lnTo>
                  <a:pt x="63490" y="4121"/>
                </a:lnTo>
                <a:lnTo>
                  <a:pt x="64718" y="4538"/>
                </a:lnTo>
                <a:lnTo>
                  <a:pt x="66413" y="4231"/>
                </a:lnTo>
                <a:lnTo>
                  <a:pt x="68336" y="4231"/>
                </a:lnTo>
                <a:lnTo>
                  <a:pt x="69915" y="3961"/>
                </a:lnTo>
                <a:lnTo>
                  <a:pt x="72926" y="4845"/>
                </a:lnTo>
                <a:lnTo>
                  <a:pt x="75900" y="3391"/>
                </a:lnTo>
                <a:lnTo>
                  <a:pt x="78312" y="4421"/>
                </a:lnTo>
                <a:lnTo>
                  <a:pt x="77508" y="7374"/>
                </a:lnTo>
                <a:lnTo>
                  <a:pt x="78393" y="8258"/>
                </a:lnTo>
                <a:lnTo>
                  <a:pt x="80687" y="7425"/>
                </a:lnTo>
                <a:lnTo>
                  <a:pt x="82076" y="8054"/>
                </a:lnTo>
                <a:lnTo>
                  <a:pt x="84371" y="7220"/>
                </a:lnTo>
                <a:lnTo>
                  <a:pt x="85255" y="8112"/>
                </a:lnTo>
                <a:lnTo>
                  <a:pt x="84452" y="11058"/>
                </a:lnTo>
                <a:lnTo>
                  <a:pt x="86688" y="12015"/>
                </a:lnTo>
                <a:lnTo>
                  <a:pt x="90306" y="10181"/>
                </a:lnTo>
                <a:lnTo>
                  <a:pt x="92469" y="11620"/>
                </a:lnTo>
                <a:lnTo>
                  <a:pt x="91417" y="14259"/>
                </a:lnTo>
                <a:lnTo>
                  <a:pt x="92491" y="15333"/>
                </a:lnTo>
                <a:lnTo>
                  <a:pt x="94830" y="14164"/>
                </a:lnTo>
                <a:lnTo>
                  <a:pt x="95999" y="15333"/>
                </a:lnTo>
                <a:lnTo>
                  <a:pt x="94830" y="17672"/>
                </a:lnTo>
                <a:lnTo>
                  <a:pt x="95985" y="18820"/>
                </a:lnTo>
                <a:lnTo>
                  <a:pt x="98389" y="17665"/>
                </a:lnTo>
                <a:lnTo>
                  <a:pt x="99493" y="18878"/>
                </a:lnTo>
                <a:lnTo>
                  <a:pt x="98331" y="21166"/>
                </a:lnTo>
                <a:lnTo>
                  <a:pt x="99295" y="22130"/>
                </a:lnTo>
                <a:lnTo>
                  <a:pt x="102241" y="21312"/>
                </a:lnTo>
                <a:lnTo>
                  <a:pt x="103249" y="23672"/>
                </a:lnTo>
                <a:lnTo>
                  <a:pt x="101452" y="26954"/>
                </a:lnTo>
                <a:lnTo>
                  <a:pt x="102709" y="29278"/>
                </a:lnTo>
                <a:lnTo>
                  <a:pt x="105508" y="28343"/>
                </a:lnTo>
                <a:lnTo>
                  <a:pt x="106524" y="29358"/>
                </a:lnTo>
                <a:lnTo>
                  <a:pt x="105471" y="31580"/>
                </a:lnTo>
                <a:lnTo>
                  <a:pt x="106407" y="32984"/>
                </a:lnTo>
                <a:lnTo>
                  <a:pt x="105355" y="35198"/>
                </a:lnTo>
                <a:lnTo>
                  <a:pt x="106275" y="36119"/>
                </a:lnTo>
                <a:lnTo>
                  <a:pt x="109301" y="35388"/>
                </a:lnTo>
                <a:lnTo>
                  <a:pt x="110091" y="37552"/>
                </a:lnTo>
                <a:lnTo>
                  <a:pt x="109447" y="40892"/>
                </a:lnTo>
                <a:lnTo>
                  <a:pt x="109447" y="43866"/>
                </a:lnTo>
                <a:lnTo>
                  <a:pt x="109221" y="45277"/>
                </a:lnTo>
                <a:lnTo>
                  <a:pt x="109579" y="46914"/>
                </a:lnTo>
                <a:lnTo>
                  <a:pt x="109038" y="49399"/>
                </a:lnTo>
                <a:lnTo>
                  <a:pt x="109937" y="50298"/>
                </a:lnTo>
                <a:lnTo>
                  <a:pt x="112583" y="49253"/>
                </a:lnTo>
                <a:lnTo>
                  <a:pt x="113329" y="50364"/>
                </a:lnTo>
                <a:lnTo>
                  <a:pt x="112926" y="52629"/>
                </a:lnTo>
                <a:lnTo>
                  <a:pt x="113051" y="55341"/>
                </a:lnTo>
                <a:lnTo>
                  <a:pt x="113445" y="58367"/>
                </a:lnTo>
                <a:lnTo>
                  <a:pt x="112802" y="60954"/>
                </a:lnTo>
                <a:lnTo>
                  <a:pt x="113387" y="63410"/>
                </a:lnTo>
                <a:lnTo>
                  <a:pt x="112707" y="64082"/>
                </a:lnTo>
                <a:lnTo>
                  <a:pt x="109506" y="63563"/>
                </a:lnTo>
                <a:lnTo>
                  <a:pt x="109023" y="65968"/>
                </a:lnTo>
                <a:lnTo>
                  <a:pt x="109447" y="68672"/>
                </a:lnTo>
                <a:lnTo>
                  <a:pt x="109447" y="72757"/>
                </a:lnTo>
                <a:lnTo>
                  <a:pt x="110091" y="76097"/>
                </a:lnTo>
                <a:lnTo>
                  <a:pt x="109301" y="78268"/>
                </a:lnTo>
                <a:lnTo>
                  <a:pt x="106275" y="77537"/>
                </a:lnTo>
                <a:lnTo>
                  <a:pt x="105610" y="78202"/>
                </a:lnTo>
                <a:lnTo>
                  <a:pt x="105968" y="80863"/>
                </a:lnTo>
                <a:lnTo>
                  <a:pt x="105895" y="82164"/>
                </a:lnTo>
                <a:lnTo>
                  <a:pt x="106312" y="84203"/>
                </a:lnTo>
                <a:lnTo>
                  <a:pt x="105661" y="85387"/>
                </a:lnTo>
                <a:lnTo>
                  <a:pt x="102862" y="84444"/>
                </a:lnTo>
                <a:lnTo>
                  <a:pt x="101853" y="85453"/>
                </a:lnTo>
                <a:lnTo>
                  <a:pt x="102869" y="87682"/>
                </a:lnTo>
                <a:lnTo>
                  <a:pt x="101992" y="89092"/>
                </a:lnTo>
                <a:lnTo>
                  <a:pt x="103008" y="91314"/>
                </a:lnTo>
                <a:lnTo>
                  <a:pt x="101941" y="92374"/>
                </a:lnTo>
                <a:lnTo>
                  <a:pt x="99296" y="91329"/>
                </a:lnTo>
                <a:lnTo>
                  <a:pt x="98418" y="92644"/>
                </a:lnTo>
                <a:lnTo>
                  <a:pt x="99507" y="94705"/>
                </a:lnTo>
                <a:lnTo>
                  <a:pt x="98426" y="95985"/>
                </a:lnTo>
                <a:lnTo>
                  <a:pt x="95970" y="94837"/>
                </a:lnTo>
                <a:lnTo>
                  <a:pt x="94844" y="95963"/>
                </a:lnTo>
                <a:lnTo>
                  <a:pt x="96006" y="98360"/>
                </a:lnTo>
                <a:lnTo>
                  <a:pt x="94793" y="99464"/>
                </a:lnTo>
                <a:lnTo>
                  <a:pt x="92506" y="98301"/>
                </a:lnTo>
                <a:lnTo>
                  <a:pt x="91541" y="99266"/>
                </a:lnTo>
                <a:lnTo>
                  <a:pt x="92352" y="102219"/>
                </a:lnTo>
                <a:lnTo>
                  <a:pt x="89991" y="103220"/>
                </a:lnTo>
                <a:lnTo>
                  <a:pt x="86717" y="101422"/>
                </a:lnTo>
                <a:lnTo>
                  <a:pt x="84386" y="102672"/>
                </a:lnTo>
                <a:lnTo>
                  <a:pt x="85321" y="105479"/>
                </a:lnTo>
                <a:lnTo>
                  <a:pt x="84305" y="106487"/>
                </a:lnTo>
                <a:lnTo>
                  <a:pt x="82083" y="105442"/>
                </a:lnTo>
                <a:lnTo>
                  <a:pt x="80680" y="106370"/>
                </a:lnTo>
                <a:lnTo>
                  <a:pt x="78458" y="105325"/>
                </a:lnTo>
                <a:lnTo>
                  <a:pt x="77545" y="106239"/>
                </a:lnTo>
                <a:lnTo>
                  <a:pt x="78268" y="109272"/>
                </a:lnTo>
                <a:lnTo>
                  <a:pt x="76097" y="110054"/>
                </a:lnTo>
                <a:lnTo>
                  <a:pt x="72765" y="109411"/>
                </a:lnTo>
                <a:lnTo>
                  <a:pt x="69790" y="109411"/>
                </a:lnTo>
                <a:lnTo>
                  <a:pt x="68387" y="109191"/>
                </a:lnTo>
                <a:lnTo>
                  <a:pt x="66742" y="109549"/>
                </a:lnTo>
                <a:lnTo>
                  <a:pt x="64250" y="108994"/>
                </a:lnTo>
                <a:lnTo>
                  <a:pt x="63351" y="109900"/>
                </a:lnTo>
                <a:lnTo>
                  <a:pt x="64404" y="112546"/>
                </a:lnTo>
                <a:lnTo>
                  <a:pt x="63286" y="113291"/>
                </a:lnTo>
                <a:lnTo>
                  <a:pt x="61020" y="112882"/>
                </a:lnTo>
                <a:lnTo>
                  <a:pt x="58308" y="113014"/>
                </a:lnTo>
                <a:lnTo>
                  <a:pt x="55275" y="1134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8" name="object 208"/>
          <p:cNvGrpSpPr/>
          <p:nvPr/>
        </p:nvGrpSpPr>
        <p:grpSpPr>
          <a:xfrm>
            <a:off x="49975" y="1891013"/>
            <a:ext cx="106680" cy="106680"/>
            <a:chOff x="49975" y="1891013"/>
            <a:chExt cx="106680" cy="106680"/>
          </a:xfrm>
        </p:grpSpPr>
        <p:sp>
          <p:nvSpPr>
            <p:cNvPr id="209" name="object 209"/>
            <p:cNvSpPr/>
            <p:nvPr/>
          </p:nvSpPr>
          <p:spPr>
            <a:xfrm>
              <a:off x="49974" y="1891016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98844" y="78740"/>
                  </a:moveTo>
                  <a:lnTo>
                    <a:pt x="98806" y="77470"/>
                  </a:lnTo>
                  <a:lnTo>
                    <a:pt x="98628" y="77470"/>
                  </a:lnTo>
                  <a:lnTo>
                    <a:pt x="98628" y="74930"/>
                  </a:lnTo>
                  <a:lnTo>
                    <a:pt x="7708" y="74930"/>
                  </a:lnTo>
                  <a:lnTo>
                    <a:pt x="7708" y="77470"/>
                  </a:lnTo>
                  <a:lnTo>
                    <a:pt x="7531" y="77470"/>
                  </a:lnTo>
                  <a:lnTo>
                    <a:pt x="7531" y="78740"/>
                  </a:lnTo>
                  <a:lnTo>
                    <a:pt x="7493" y="81280"/>
                  </a:lnTo>
                  <a:lnTo>
                    <a:pt x="7810" y="81280"/>
                  </a:lnTo>
                  <a:lnTo>
                    <a:pt x="7810" y="82550"/>
                  </a:lnTo>
                  <a:lnTo>
                    <a:pt x="8788" y="82550"/>
                  </a:lnTo>
                  <a:lnTo>
                    <a:pt x="8788" y="81280"/>
                  </a:lnTo>
                  <a:lnTo>
                    <a:pt x="11277" y="81280"/>
                  </a:lnTo>
                  <a:lnTo>
                    <a:pt x="11277" y="82550"/>
                  </a:lnTo>
                  <a:lnTo>
                    <a:pt x="10858" y="82550"/>
                  </a:lnTo>
                  <a:lnTo>
                    <a:pt x="10858" y="85090"/>
                  </a:lnTo>
                  <a:lnTo>
                    <a:pt x="11620" y="85090"/>
                  </a:lnTo>
                  <a:lnTo>
                    <a:pt x="11620" y="86360"/>
                  </a:lnTo>
                  <a:lnTo>
                    <a:pt x="11734" y="85090"/>
                  </a:lnTo>
                  <a:lnTo>
                    <a:pt x="15125" y="85090"/>
                  </a:lnTo>
                  <a:lnTo>
                    <a:pt x="15125" y="86360"/>
                  </a:lnTo>
                  <a:lnTo>
                    <a:pt x="14554" y="86360"/>
                  </a:lnTo>
                  <a:lnTo>
                    <a:pt x="14554" y="87630"/>
                  </a:lnTo>
                  <a:lnTo>
                    <a:pt x="91782" y="87630"/>
                  </a:lnTo>
                  <a:lnTo>
                    <a:pt x="91782" y="86360"/>
                  </a:lnTo>
                  <a:lnTo>
                    <a:pt x="91211" y="86360"/>
                  </a:lnTo>
                  <a:lnTo>
                    <a:pt x="91211" y="85090"/>
                  </a:lnTo>
                  <a:lnTo>
                    <a:pt x="94602" y="85090"/>
                  </a:lnTo>
                  <a:lnTo>
                    <a:pt x="94602" y="86360"/>
                  </a:lnTo>
                  <a:lnTo>
                    <a:pt x="94716" y="85090"/>
                  </a:lnTo>
                  <a:lnTo>
                    <a:pt x="95465" y="85090"/>
                  </a:lnTo>
                  <a:lnTo>
                    <a:pt x="95465" y="82550"/>
                  </a:lnTo>
                  <a:lnTo>
                    <a:pt x="95059" y="82550"/>
                  </a:lnTo>
                  <a:lnTo>
                    <a:pt x="95059" y="81280"/>
                  </a:lnTo>
                  <a:lnTo>
                    <a:pt x="97548" y="81280"/>
                  </a:lnTo>
                  <a:lnTo>
                    <a:pt x="97548" y="82550"/>
                  </a:lnTo>
                  <a:lnTo>
                    <a:pt x="98526" y="82550"/>
                  </a:lnTo>
                  <a:lnTo>
                    <a:pt x="98526" y="81280"/>
                  </a:lnTo>
                  <a:lnTo>
                    <a:pt x="98844" y="81280"/>
                  </a:lnTo>
                  <a:lnTo>
                    <a:pt x="98844" y="78740"/>
                  </a:lnTo>
                  <a:close/>
                </a:path>
                <a:path w="106680" h="87630">
                  <a:moveTo>
                    <a:pt x="106095" y="54610"/>
                  </a:moveTo>
                  <a:lnTo>
                    <a:pt x="106032" y="52070"/>
                  </a:lnTo>
                  <a:lnTo>
                    <a:pt x="105816" y="52070"/>
                  </a:lnTo>
                  <a:lnTo>
                    <a:pt x="105816" y="49530"/>
                  </a:lnTo>
                  <a:lnTo>
                    <a:pt x="105841" y="48260"/>
                  </a:lnTo>
                  <a:lnTo>
                    <a:pt x="106070" y="48260"/>
                  </a:lnTo>
                  <a:lnTo>
                    <a:pt x="106070" y="46990"/>
                  </a:lnTo>
                  <a:lnTo>
                    <a:pt x="105613" y="46990"/>
                  </a:lnTo>
                  <a:lnTo>
                    <a:pt x="105613" y="45720"/>
                  </a:lnTo>
                  <a:lnTo>
                    <a:pt x="104635" y="45720"/>
                  </a:lnTo>
                  <a:lnTo>
                    <a:pt x="104635" y="46990"/>
                  </a:lnTo>
                  <a:lnTo>
                    <a:pt x="102019" y="46990"/>
                  </a:lnTo>
                  <a:lnTo>
                    <a:pt x="102019" y="45720"/>
                  </a:lnTo>
                  <a:lnTo>
                    <a:pt x="102247" y="45720"/>
                  </a:lnTo>
                  <a:lnTo>
                    <a:pt x="102247" y="43180"/>
                  </a:lnTo>
                  <a:lnTo>
                    <a:pt x="102146" y="41910"/>
                  </a:lnTo>
                  <a:lnTo>
                    <a:pt x="102171" y="40640"/>
                  </a:lnTo>
                  <a:lnTo>
                    <a:pt x="102273" y="38100"/>
                  </a:lnTo>
                  <a:lnTo>
                    <a:pt x="102463" y="38100"/>
                  </a:lnTo>
                  <a:lnTo>
                    <a:pt x="102463" y="35560"/>
                  </a:lnTo>
                  <a:lnTo>
                    <a:pt x="102831" y="35560"/>
                  </a:lnTo>
                  <a:lnTo>
                    <a:pt x="102831" y="34290"/>
                  </a:lnTo>
                  <a:lnTo>
                    <a:pt x="102730" y="33020"/>
                  </a:lnTo>
                  <a:lnTo>
                    <a:pt x="102196" y="33020"/>
                  </a:lnTo>
                  <a:lnTo>
                    <a:pt x="102196" y="31750"/>
                  </a:lnTo>
                  <a:lnTo>
                    <a:pt x="101244" y="31750"/>
                  </a:lnTo>
                  <a:lnTo>
                    <a:pt x="101244" y="33020"/>
                  </a:lnTo>
                  <a:lnTo>
                    <a:pt x="98526" y="33020"/>
                  </a:lnTo>
                  <a:lnTo>
                    <a:pt x="98526" y="31750"/>
                  </a:lnTo>
                  <a:lnTo>
                    <a:pt x="98094" y="31750"/>
                  </a:lnTo>
                  <a:lnTo>
                    <a:pt x="98094" y="29210"/>
                  </a:lnTo>
                  <a:lnTo>
                    <a:pt x="98933" y="29210"/>
                  </a:lnTo>
                  <a:lnTo>
                    <a:pt x="98933" y="27940"/>
                  </a:lnTo>
                  <a:lnTo>
                    <a:pt x="99479" y="27940"/>
                  </a:lnTo>
                  <a:lnTo>
                    <a:pt x="99479" y="26670"/>
                  </a:lnTo>
                  <a:lnTo>
                    <a:pt x="99123" y="26670"/>
                  </a:lnTo>
                  <a:lnTo>
                    <a:pt x="99123" y="25400"/>
                  </a:lnTo>
                  <a:lnTo>
                    <a:pt x="95123" y="25400"/>
                  </a:lnTo>
                  <a:lnTo>
                    <a:pt x="95123" y="22860"/>
                  </a:lnTo>
                  <a:lnTo>
                    <a:pt x="95427" y="22860"/>
                  </a:lnTo>
                  <a:lnTo>
                    <a:pt x="95427" y="21590"/>
                  </a:lnTo>
                  <a:lnTo>
                    <a:pt x="93167" y="21590"/>
                  </a:lnTo>
                  <a:lnTo>
                    <a:pt x="93167" y="22860"/>
                  </a:lnTo>
                  <a:lnTo>
                    <a:pt x="91897" y="22860"/>
                  </a:lnTo>
                  <a:lnTo>
                    <a:pt x="91897" y="21590"/>
                  </a:lnTo>
                  <a:lnTo>
                    <a:pt x="91732" y="21590"/>
                  </a:lnTo>
                  <a:lnTo>
                    <a:pt x="91732" y="19050"/>
                  </a:lnTo>
                  <a:lnTo>
                    <a:pt x="91655" y="17780"/>
                  </a:lnTo>
                  <a:lnTo>
                    <a:pt x="90335" y="17780"/>
                  </a:lnTo>
                  <a:lnTo>
                    <a:pt x="90335" y="19050"/>
                  </a:lnTo>
                  <a:lnTo>
                    <a:pt x="88112" y="19050"/>
                  </a:lnTo>
                  <a:lnTo>
                    <a:pt x="88112" y="17780"/>
                  </a:lnTo>
                  <a:lnTo>
                    <a:pt x="88392" y="17780"/>
                  </a:lnTo>
                  <a:lnTo>
                    <a:pt x="88392" y="15240"/>
                  </a:lnTo>
                  <a:lnTo>
                    <a:pt x="87845" y="15240"/>
                  </a:lnTo>
                  <a:lnTo>
                    <a:pt x="87845" y="13970"/>
                  </a:lnTo>
                  <a:lnTo>
                    <a:pt x="87414" y="13970"/>
                  </a:lnTo>
                  <a:lnTo>
                    <a:pt x="87414" y="15240"/>
                  </a:lnTo>
                  <a:lnTo>
                    <a:pt x="84302" y="15240"/>
                  </a:lnTo>
                  <a:lnTo>
                    <a:pt x="84302" y="13970"/>
                  </a:lnTo>
                  <a:lnTo>
                    <a:pt x="84734" y="13970"/>
                  </a:lnTo>
                  <a:lnTo>
                    <a:pt x="84734" y="12700"/>
                  </a:lnTo>
                  <a:lnTo>
                    <a:pt x="85267" y="12700"/>
                  </a:lnTo>
                  <a:lnTo>
                    <a:pt x="85267" y="11430"/>
                  </a:lnTo>
                  <a:lnTo>
                    <a:pt x="81953" y="11430"/>
                  </a:lnTo>
                  <a:lnTo>
                    <a:pt x="81953" y="12700"/>
                  </a:lnTo>
                  <a:lnTo>
                    <a:pt x="81762" y="12700"/>
                  </a:lnTo>
                  <a:lnTo>
                    <a:pt x="81762" y="11430"/>
                  </a:lnTo>
                  <a:lnTo>
                    <a:pt x="81102" y="11430"/>
                  </a:lnTo>
                  <a:lnTo>
                    <a:pt x="81102" y="8890"/>
                  </a:lnTo>
                  <a:lnTo>
                    <a:pt x="81534" y="8890"/>
                  </a:lnTo>
                  <a:lnTo>
                    <a:pt x="81534" y="7620"/>
                  </a:lnTo>
                  <a:lnTo>
                    <a:pt x="75438" y="7620"/>
                  </a:lnTo>
                  <a:lnTo>
                    <a:pt x="75438" y="8890"/>
                  </a:lnTo>
                  <a:lnTo>
                    <a:pt x="74447" y="8890"/>
                  </a:lnTo>
                  <a:lnTo>
                    <a:pt x="74447" y="7620"/>
                  </a:lnTo>
                  <a:lnTo>
                    <a:pt x="74218" y="7620"/>
                  </a:lnTo>
                  <a:lnTo>
                    <a:pt x="74218" y="5080"/>
                  </a:lnTo>
                  <a:lnTo>
                    <a:pt x="74002" y="5080"/>
                  </a:lnTo>
                  <a:lnTo>
                    <a:pt x="74002" y="3810"/>
                  </a:lnTo>
                  <a:lnTo>
                    <a:pt x="72110" y="3810"/>
                  </a:lnTo>
                  <a:lnTo>
                    <a:pt x="72110" y="5080"/>
                  </a:lnTo>
                  <a:lnTo>
                    <a:pt x="63182" y="5080"/>
                  </a:lnTo>
                  <a:lnTo>
                    <a:pt x="63182" y="3810"/>
                  </a:lnTo>
                  <a:lnTo>
                    <a:pt x="63055" y="3810"/>
                  </a:lnTo>
                  <a:lnTo>
                    <a:pt x="63055" y="5080"/>
                  </a:lnTo>
                  <a:lnTo>
                    <a:pt x="60096" y="5080"/>
                  </a:lnTo>
                  <a:lnTo>
                    <a:pt x="60096" y="3810"/>
                  </a:lnTo>
                  <a:lnTo>
                    <a:pt x="60274" y="3810"/>
                  </a:lnTo>
                  <a:lnTo>
                    <a:pt x="60274" y="1270"/>
                  </a:lnTo>
                  <a:lnTo>
                    <a:pt x="59270" y="1270"/>
                  </a:lnTo>
                  <a:lnTo>
                    <a:pt x="59270" y="0"/>
                  </a:lnTo>
                  <a:lnTo>
                    <a:pt x="57023" y="0"/>
                  </a:lnTo>
                  <a:lnTo>
                    <a:pt x="57023" y="1270"/>
                  </a:lnTo>
                  <a:lnTo>
                    <a:pt x="48653" y="1270"/>
                  </a:lnTo>
                  <a:lnTo>
                    <a:pt x="48653" y="0"/>
                  </a:lnTo>
                  <a:lnTo>
                    <a:pt x="46482" y="0"/>
                  </a:lnTo>
                  <a:lnTo>
                    <a:pt x="46482" y="1270"/>
                  </a:lnTo>
                  <a:lnTo>
                    <a:pt x="46126" y="1270"/>
                  </a:lnTo>
                  <a:lnTo>
                    <a:pt x="46126" y="3810"/>
                  </a:lnTo>
                  <a:lnTo>
                    <a:pt x="46367" y="3810"/>
                  </a:lnTo>
                  <a:lnTo>
                    <a:pt x="46367" y="5080"/>
                  </a:lnTo>
                  <a:lnTo>
                    <a:pt x="36753" y="5080"/>
                  </a:lnTo>
                  <a:lnTo>
                    <a:pt x="36753" y="3810"/>
                  </a:lnTo>
                  <a:lnTo>
                    <a:pt x="32385" y="3810"/>
                  </a:lnTo>
                  <a:lnTo>
                    <a:pt x="32385" y="5080"/>
                  </a:lnTo>
                  <a:lnTo>
                    <a:pt x="32118" y="5080"/>
                  </a:lnTo>
                  <a:lnTo>
                    <a:pt x="32118" y="7620"/>
                  </a:lnTo>
                  <a:lnTo>
                    <a:pt x="31953" y="7620"/>
                  </a:lnTo>
                  <a:lnTo>
                    <a:pt x="31953" y="8890"/>
                  </a:lnTo>
                  <a:lnTo>
                    <a:pt x="28968" y="8890"/>
                  </a:lnTo>
                  <a:lnTo>
                    <a:pt x="28968" y="7620"/>
                  </a:lnTo>
                  <a:lnTo>
                    <a:pt x="24815" y="7620"/>
                  </a:lnTo>
                  <a:lnTo>
                    <a:pt x="24815" y="8890"/>
                  </a:lnTo>
                  <a:lnTo>
                    <a:pt x="25196" y="8890"/>
                  </a:lnTo>
                  <a:lnTo>
                    <a:pt x="25196" y="11430"/>
                  </a:lnTo>
                  <a:lnTo>
                    <a:pt x="24765" y="11430"/>
                  </a:lnTo>
                  <a:lnTo>
                    <a:pt x="24765" y="12700"/>
                  </a:lnTo>
                  <a:lnTo>
                    <a:pt x="24612" y="12700"/>
                  </a:lnTo>
                  <a:lnTo>
                    <a:pt x="24612" y="11430"/>
                  </a:lnTo>
                  <a:lnTo>
                    <a:pt x="21094" y="11430"/>
                  </a:lnTo>
                  <a:lnTo>
                    <a:pt x="21094" y="12700"/>
                  </a:lnTo>
                  <a:lnTo>
                    <a:pt x="21615" y="12700"/>
                  </a:lnTo>
                  <a:lnTo>
                    <a:pt x="21615" y="13970"/>
                  </a:lnTo>
                  <a:lnTo>
                    <a:pt x="22059" y="13970"/>
                  </a:lnTo>
                  <a:lnTo>
                    <a:pt x="22059" y="15240"/>
                  </a:lnTo>
                  <a:lnTo>
                    <a:pt x="18821" y="15240"/>
                  </a:lnTo>
                  <a:lnTo>
                    <a:pt x="18821" y="13970"/>
                  </a:lnTo>
                  <a:lnTo>
                    <a:pt x="18770" y="15240"/>
                  </a:lnTo>
                  <a:lnTo>
                    <a:pt x="17957" y="15240"/>
                  </a:lnTo>
                  <a:lnTo>
                    <a:pt x="17957" y="17780"/>
                  </a:lnTo>
                  <a:lnTo>
                    <a:pt x="18237" y="17780"/>
                  </a:lnTo>
                  <a:lnTo>
                    <a:pt x="18237" y="19050"/>
                  </a:lnTo>
                  <a:lnTo>
                    <a:pt x="16040" y="19050"/>
                  </a:lnTo>
                  <a:lnTo>
                    <a:pt x="16040" y="17780"/>
                  </a:lnTo>
                  <a:lnTo>
                    <a:pt x="14719" y="17780"/>
                  </a:lnTo>
                  <a:lnTo>
                    <a:pt x="14719" y="19050"/>
                  </a:lnTo>
                  <a:lnTo>
                    <a:pt x="14566" y="19050"/>
                  </a:lnTo>
                  <a:lnTo>
                    <a:pt x="14566" y="21590"/>
                  </a:lnTo>
                  <a:lnTo>
                    <a:pt x="14478" y="22860"/>
                  </a:lnTo>
                  <a:lnTo>
                    <a:pt x="13208" y="22860"/>
                  </a:lnTo>
                  <a:lnTo>
                    <a:pt x="13208" y="21590"/>
                  </a:lnTo>
                  <a:lnTo>
                    <a:pt x="10922" y="21590"/>
                  </a:lnTo>
                  <a:lnTo>
                    <a:pt x="10922" y="22860"/>
                  </a:lnTo>
                  <a:lnTo>
                    <a:pt x="11214" y="22860"/>
                  </a:lnTo>
                  <a:lnTo>
                    <a:pt x="11214" y="25400"/>
                  </a:lnTo>
                  <a:lnTo>
                    <a:pt x="10731" y="25400"/>
                  </a:lnTo>
                  <a:lnTo>
                    <a:pt x="10731" y="26670"/>
                  </a:lnTo>
                  <a:lnTo>
                    <a:pt x="10388" y="26670"/>
                  </a:lnTo>
                  <a:lnTo>
                    <a:pt x="10388" y="25400"/>
                  </a:lnTo>
                  <a:lnTo>
                    <a:pt x="7099" y="25400"/>
                  </a:lnTo>
                  <a:lnTo>
                    <a:pt x="7099" y="26670"/>
                  </a:lnTo>
                  <a:lnTo>
                    <a:pt x="7531" y="26670"/>
                  </a:lnTo>
                  <a:lnTo>
                    <a:pt x="7531" y="27940"/>
                  </a:lnTo>
                  <a:lnTo>
                    <a:pt x="7899" y="27940"/>
                  </a:lnTo>
                  <a:lnTo>
                    <a:pt x="7899" y="29210"/>
                  </a:lnTo>
                  <a:lnTo>
                    <a:pt x="7442" y="29210"/>
                  </a:lnTo>
                  <a:lnTo>
                    <a:pt x="7442" y="31750"/>
                  </a:lnTo>
                  <a:lnTo>
                    <a:pt x="7772" y="31750"/>
                  </a:lnTo>
                  <a:lnTo>
                    <a:pt x="7772" y="33020"/>
                  </a:lnTo>
                  <a:lnTo>
                    <a:pt x="5156" y="33020"/>
                  </a:lnTo>
                  <a:lnTo>
                    <a:pt x="5156" y="31750"/>
                  </a:lnTo>
                  <a:lnTo>
                    <a:pt x="4152" y="31750"/>
                  </a:lnTo>
                  <a:lnTo>
                    <a:pt x="4152" y="33020"/>
                  </a:lnTo>
                  <a:lnTo>
                    <a:pt x="3797" y="33020"/>
                  </a:lnTo>
                  <a:lnTo>
                    <a:pt x="3797" y="34290"/>
                  </a:lnTo>
                  <a:lnTo>
                    <a:pt x="4013" y="34290"/>
                  </a:lnTo>
                  <a:lnTo>
                    <a:pt x="4013" y="35560"/>
                  </a:lnTo>
                  <a:lnTo>
                    <a:pt x="4064" y="38100"/>
                  </a:lnTo>
                  <a:lnTo>
                    <a:pt x="4229" y="38100"/>
                  </a:lnTo>
                  <a:lnTo>
                    <a:pt x="4229" y="40640"/>
                  </a:lnTo>
                  <a:lnTo>
                    <a:pt x="4381" y="40640"/>
                  </a:lnTo>
                  <a:lnTo>
                    <a:pt x="4381" y="41910"/>
                  </a:lnTo>
                  <a:lnTo>
                    <a:pt x="4165" y="41910"/>
                  </a:lnTo>
                  <a:lnTo>
                    <a:pt x="4165" y="43180"/>
                  </a:lnTo>
                  <a:lnTo>
                    <a:pt x="4114" y="45720"/>
                  </a:lnTo>
                  <a:lnTo>
                    <a:pt x="4318" y="45720"/>
                  </a:lnTo>
                  <a:lnTo>
                    <a:pt x="4318" y="46990"/>
                  </a:lnTo>
                  <a:lnTo>
                    <a:pt x="1460" y="46990"/>
                  </a:lnTo>
                  <a:lnTo>
                    <a:pt x="1460" y="45720"/>
                  </a:lnTo>
                  <a:lnTo>
                    <a:pt x="660" y="45720"/>
                  </a:lnTo>
                  <a:lnTo>
                    <a:pt x="660" y="46990"/>
                  </a:lnTo>
                  <a:lnTo>
                    <a:pt x="127" y="46990"/>
                  </a:lnTo>
                  <a:lnTo>
                    <a:pt x="127" y="48260"/>
                  </a:lnTo>
                  <a:lnTo>
                    <a:pt x="0" y="48260"/>
                  </a:lnTo>
                  <a:lnTo>
                    <a:pt x="0" y="49530"/>
                  </a:lnTo>
                  <a:lnTo>
                    <a:pt x="355" y="49530"/>
                  </a:lnTo>
                  <a:lnTo>
                    <a:pt x="355" y="52070"/>
                  </a:lnTo>
                  <a:lnTo>
                    <a:pt x="571" y="52070"/>
                  </a:lnTo>
                  <a:lnTo>
                    <a:pt x="571" y="54610"/>
                  </a:lnTo>
                  <a:lnTo>
                    <a:pt x="584" y="57150"/>
                  </a:lnTo>
                  <a:lnTo>
                    <a:pt x="482" y="59690"/>
                  </a:lnTo>
                  <a:lnTo>
                    <a:pt x="254" y="59690"/>
                  </a:lnTo>
                  <a:lnTo>
                    <a:pt x="254" y="60960"/>
                  </a:lnTo>
                  <a:lnTo>
                    <a:pt x="3886" y="60960"/>
                  </a:lnTo>
                  <a:lnTo>
                    <a:pt x="3886" y="59690"/>
                  </a:lnTo>
                  <a:lnTo>
                    <a:pt x="3987" y="60960"/>
                  </a:lnTo>
                  <a:lnTo>
                    <a:pt x="4318" y="60960"/>
                  </a:lnTo>
                  <a:lnTo>
                    <a:pt x="4318" y="62230"/>
                  </a:lnTo>
                  <a:lnTo>
                    <a:pt x="4330" y="66040"/>
                  </a:lnTo>
                  <a:lnTo>
                    <a:pt x="4064" y="66040"/>
                  </a:lnTo>
                  <a:lnTo>
                    <a:pt x="4064" y="69850"/>
                  </a:lnTo>
                  <a:lnTo>
                    <a:pt x="3746" y="69850"/>
                  </a:lnTo>
                  <a:lnTo>
                    <a:pt x="3746" y="72390"/>
                  </a:lnTo>
                  <a:lnTo>
                    <a:pt x="3378" y="72390"/>
                  </a:lnTo>
                  <a:lnTo>
                    <a:pt x="3378" y="73660"/>
                  </a:lnTo>
                  <a:lnTo>
                    <a:pt x="3898" y="73660"/>
                  </a:lnTo>
                  <a:lnTo>
                    <a:pt x="3898" y="74930"/>
                  </a:lnTo>
                  <a:lnTo>
                    <a:pt x="7200" y="74930"/>
                  </a:lnTo>
                  <a:lnTo>
                    <a:pt x="7200" y="73660"/>
                  </a:lnTo>
                  <a:lnTo>
                    <a:pt x="102958" y="73660"/>
                  </a:lnTo>
                  <a:lnTo>
                    <a:pt x="102958" y="72390"/>
                  </a:lnTo>
                  <a:lnTo>
                    <a:pt x="102590" y="72390"/>
                  </a:lnTo>
                  <a:lnTo>
                    <a:pt x="102590" y="69850"/>
                  </a:lnTo>
                  <a:lnTo>
                    <a:pt x="102273" y="69850"/>
                  </a:lnTo>
                  <a:lnTo>
                    <a:pt x="102273" y="66040"/>
                  </a:lnTo>
                  <a:lnTo>
                    <a:pt x="102057" y="66040"/>
                  </a:lnTo>
                  <a:lnTo>
                    <a:pt x="102057" y="62230"/>
                  </a:lnTo>
                  <a:lnTo>
                    <a:pt x="102082" y="60960"/>
                  </a:lnTo>
                  <a:lnTo>
                    <a:pt x="106095" y="60960"/>
                  </a:lnTo>
                  <a:lnTo>
                    <a:pt x="106095" y="59690"/>
                  </a:lnTo>
                  <a:lnTo>
                    <a:pt x="105791" y="59690"/>
                  </a:lnTo>
                  <a:lnTo>
                    <a:pt x="105791" y="57150"/>
                  </a:lnTo>
                  <a:lnTo>
                    <a:pt x="106095" y="57150"/>
                  </a:lnTo>
                  <a:lnTo>
                    <a:pt x="106095" y="546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64147" y="1977376"/>
              <a:ext cx="78105" cy="20320"/>
            </a:xfrm>
            <a:custGeom>
              <a:avLst/>
              <a:gdLst/>
              <a:ahLst/>
              <a:cxnLst/>
              <a:rect l="l" t="t" r="r" b="b"/>
              <a:pathLst>
                <a:path w="78105" h="20319">
                  <a:moveTo>
                    <a:pt x="78003" y="1270"/>
                  </a:moveTo>
                  <a:lnTo>
                    <a:pt x="77609" y="1270"/>
                  </a:lnTo>
                  <a:lnTo>
                    <a:pt x="77609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3009" y="2540"/>
                  </a:lnTo>
                  <a:lnTo>
                    <a:pt x="3009" y="1270"/>
                  </a:lnTo>
                  <a:lnTo>
                    <a:pt x="3505" y="1270"/>
                  </a:lnTo>
                  <a:lnTo>
                    <a:pt x="3505" y="2540"/>
                  </a:lnTo>
                  <a:lnTo>
                    <a:pt x="4051" y="2540"/>
                  </a:lnTo>
                  <a:lnTo>
                    <a:pt x="4051" y="5080"/>
                  </a:lnTo>
                  <a:lnTo>
                    <a:pt x="3810" y="5080"/>
                  </a:lnTo>
                  <a:lnTo>
                    <a:pt x="3810" y="6350"/>
                  </a:lnTo>
                  <a:lnTo>
                    <a:pt x="5905" y="6350"/>
                  </a:lnTo>
                  <a:lnTo>
                    <a:pt x="5905" y="5080"/>
                  </a:lnTo>
                  <a:lnTo>
                    <a:pt x="7315" y="5080"/>
                  </a:lnTo>
                  <a:lnTo>
                    <a:pt x="7315" y="6350"/>
                  </a:lnTo>
                  <a:lnTo>
                    <a:pt x="7404" y="8890"/>
                  </a:lnTo>
                  <a:lnTo>
                    <a:pt x="7620" y="8890"/>
                  </a:lnTo>
                  <a:lnTo>
                    <a:pt x="7620" y="10160"/>
                  </a:lnTo>
                  <a:lnTo>
                    <a:pt x="8826" y="10160"/>
                  </a:lnTo>
                  <a:lnTo>
                    <a:pt x="8826" y="8890"/>
                  </a:lnTo>
                  <a:lnTo>
                    <a:pt x="11176" y="8890"/>
                  </a:lnTo>
                  <a:lnTo>
                    <a:pt x="11176" y="10160"/>
                  </a:lnTo>
                  <a:lnTo>
                    <a:pt x="10782" y="10160"/>
                  </a:lnTo>
                  <a:lnTo>
                    <a:pt x="10782" y="12700"/>
                  </a:lnTo>
                  <a:lnTo>
                    <a:pt x="11430" y="12700"/>
                  </a:lnTo>
                  <a:lnTo>
                    <a:pt x="11430" y="13970"/>
                  </a:lnTo>
                  <a:lnTo>
                    <a:pt x="11709" y="13970"/>
                  </a:lnTo>
                  <a:lnTo>
                    <a:pt x="11709" y="12700"/>
                  </a:lnTo>
                  <a:lnTo>
                    <a:pt x="18275" y="12700"/>
                  </a:lnTo>
                  <a:lnTo>
                    <a:pt x="18275" y="13970"/>
                  </a:lnTo>
                  <a:lnTo>
                    <a:pt x="17767" y="13970"/>
                  </a:lnTo>
                  <a:lnTo>
                    <a:pt x="17767" y="16510"/>
                  </a:lnTo>
                  <a:lnTo>
                    <a:pt x="32029" y="16510"/>
                  </a:lnTo>
                  <a:lnTo>
                    <a:pt x="32029" y="19050"/>
                  </a:lnTo>
                  <a:lnTo>
                    <a:pt x="31826" y="19050"/>
                  </a:lnTo>
                  <a:lnTo>
                    <a:pt x="31826" y="20320"/>
                  </a:lnTo>
                  <a:lnTo>
                    <a:pt x="46266" y="20320"/>
                  </a:lnTo>
                  <a:lnTo>
                    <a:pt x="46266" y="19050"/>
                  </a:lnTo>
                  <a:lnTo>
                    <a:pt x="45910" y="19050"/>
                  </a:lnTo>
                  <a:lnTo>
                    <a:pt x="45910" y="16510"/>
                  </a:lnTo>
                  <a:lnTo>
                    <a:pt x="60236" y="16510"/>
                  </a:lnTo>
                  <a:lnTo>
                    <a:pt x="60236" y="13970"/>
                  </a:lnTo>
                  <a:lnTo>
                    <a:pt x="59715" y="13970"/>
                  </a:lnTo>
                  <a:lnTo>
                    <a:pt x="59715" y="12700"/>
                  </a:lnTo>
                  <a:lnTo>
                    <a:pt x="66294" y="12700"/>
                  </a:lnTo>
                  <a:lnTo>
                    <a:pt x="66294" y="13970"/>
                  </a:lnTo>
                  <a:lnTo>
                    <a:pt x="66573" y="13970"/>
                  </a:lnTo>
                  <a:lnTo>
                    <a:pt x="66573" y="12700"/>
                  </a:lnTo>
                  <a:lnTo>
                    <a:pt x="67221" y="12700"/>
                  </a:lnTo>
                  <a:lnTo>
                    <a:pt x="67221" y="10160"/>
                  </a:lnTo>
                  <a:lnTo>
                    <a:pt x="66827" y="10160"/>
                  </a:lnTo>
                  <a:lnTo>
                    <a:pt x="66827" y="8890"/>
                  </a:lnTo>
                  <a:lnTo>
                    <a:pt x="69176" y="8890"/>
                  </a:lnTo>
                  <a:lnTo>
                    <a:pt x="69176" y="10160"/>
                  </a:lnTo>
                  <a:lnTo>
                    <a:pt x="70383" y="10160"/>
                  </a:lnTo>
                  <a:lnTo>
                    <a:pt x="70383" y="8890"/>
                  </a:lnTo>
                  <a:lnTo>
                    <a:pt x="70599" y="8890"/>
                  </a:lnTo>
                  <a:lnTo>
                    <a:pt x="70599" y="6350"/>
                  </a:lnTo>
                  <a:lnTo>
                    <a:pt x="70688" y="5080"/>
                  </a:lnTo>
                  <a:lnTo>
                    <a:pt x="72097" y="5080"/>
                  </a:lnTo>
                  <a:lnTo>
                    <a:pt x="72097" y="6350"/>
                  </a:lnTo>
                  <a:lnTo>
                    <a:pt x="74193" y="6350"/>
                  </a:lnTo>
                  <a:lnTo>
                    <a:pt x="74193" y="5080"/>
                  </a:lnTo>
                  <a:lnTo>
                    <a:pt x="73939" y="5080"/>
                  </a:lnTo>
                  <a:lnTo>
                    <a:pt x="73939" y="2540"/>
                  </a:lnTo>
                  <a:lnTo>
                    <a:pt x="74498" y="2540"/>
                  </a:lnTo>
                  <a:lnTo>
                    <a:pt x="74498" y="1270"/>
                  </a:lnTo>
                  <a:lnTo>
                    <a:pt x="74993" y="1270"/>
                  </a:lnTo>
                  <a:lnTo>
                    <a:pt x="74993" y="2540"/>
                  </a:lnTo>
                  <a:lnTo>
                    <a:pt x="78003" y="2540"/>
                  </a:lnTo>
                  <a:lnTo>
                    <a:pt x="78003" y="1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1" name="object 211"/>
          <p:cNvSpPr/>
          <p:nvPr/>
        </p:nvSpPr>
        <p:spPr>
          <a:xfrm>
            <a:off x="260283" y="1891536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80">
                <a:moveTo>
                  <a:pt x="68862" y="106194"/>
                </a:moveTo>
                <a:lnTo>
                  <a:pt x="65997" y="105697"/>
                </a:lnTo>
                <a:lnTo>
                  <a:pt x="40739" y="105697"/>
                </a:lnTo>
                <a:lnTo>
                  <a:pt x="37844" y="106209"/>
                </a:lnTo>
                <a:lnTo>
                  <a:pt x="35513" y="105617"/>
                </a:lnTo>
                <a:lnTo>
                  <a:pt x="36098" y="102467"/>
                </a:lnTo>
                <a:lnTo>
                  <a:pt x="35491" y="101860"/>
                </a:lnTo>
                <a:lnTo>
                  <a:pt x="32823" y="102218"/>
                </a:lnTo>
                <a:lnTo>
                  <a:pt x="31449" y="102145"/>
                </a:lnTo>
                <a:lnTo>
                  <a:pt x="29571" y="102562"/>
                </a:lnTo>
                <a:lnTo>
                  <a:pt x="28336" y="101977"/>
                </a:lnTo>
                <a:lnTo>
                  <a:pt x="29198" y="99076"/>
                </a:lnTo>
                <a:lnTo>
                  <a:pt x="28475" y="98352"/>
                </a:lnTo>
                <a:lnTo>
                  <a:pt x="25807" y="98717"/>
                </a:lnTo>
                <a:lnTo>
                  <a:pt x="24623" y="98652"/>
                </a:lnTo>
                <a:lnTo>
                  <a:pt x="22321" y="99061"/>
                </a:lnTo>
                <a:lnTo>
                  <a:pt x="21217" y="98294"/>
                </a:lnTo>
                <a:lnTo>
                  <a:pt x="22291" y="95684"/>
                </a:lnTo>
                <a:lnTo>
                  <a:pt x="21202" y="94603"/>
                </a:lnTo>
                <a:lnTo>
                  <a:pt x="18864" y="95772"/>
                </a:lnTo>
                <a:lnTo>
                  <a:pt x="17694" y="94603"/>
                </a:lnTo>
                <a:lnTo>
                  <a:pt x="18863" y="92264"/>
                </a:lnTo>
                <a:lnTo>
                  <a:pt x="17694" y="91094"/>
                </a:lnTo>
                <a:lnTo>
                  <a:pt x="15355" y="92264"/>
                </a:lnTo>
                <a:lnTo>
                  <a:pt x="14186" y="91095"/>
                </a:lnTo>
                <a:lnTo>
                  <a:pt x="15355" y="88756"/>
                </a:lnTo>
                <a:lnTo>
                  <a:pt x="14186" y="87586"/>
                </a:lnTo>
                <a:lnTo>
                  <a:pt x="11847" y="88756"/>
                </a:lnTo>
                <a:lnTo>
                  <a:pt x="10678" y="87586"/>
                </a:lnTo>
                <a:lnTo>
                  <a:pt x="11847" y="85255"/>
                </a:lnTo>
                <a:lnTo>
                  <a:pt x="10765" y="84173"/>
                </a:lnTo>
                <a:lnTo>
                  <a:pt x="8149" y="85240"/>
                </a:lnTo>
                <a:lnTo>
                  <a:pt x="6877" y="83406"/>
                </a:lnTo>
                <a:lnTo>
                  <a:pt x="8902" y="78589"/>
                </a:lnTo>
                <a:lnTo>
                  <a:pt x="7345" y="77318"/>
                </a:lnTo>
                <a:lnTo>
                  <a:pt x="4451" y="78092"/>
                </a:lnTo>
                <a:lnTo>
                  <a:pt x="3639" y="76382"/>
                </a:lnTo>
                <a:lnTo>
                  <a:pt x="5269" y="71471"/>
                </a:lnTo>
                <a:lnTo>
                  <a:pt x="3961" y="70404"/>
                </a:lnTo>
                <a:lnTo>
                  <a:pt x="811" y="70923"/>
                </a:lnTo>
                <a:lnTo>
                  <a:pt x="233" y="68606"/>
                </a:lnTo>
                <a:lnTo>
                  <a:pt x="738" y="65726"/>
                </a:lnTo>
                <a:lnTo>
                  <a:pt x="738" y="52096"/>
                </a:lnTo>
                <a:lnTo>
                  <a:pt x="102" y="47031"/>
                </a:lnTo>
                <a:lnTo>
                  <a:pt x="891" y="41505"/>
                </a:lnTo>
                <a:lnTo>
                  <a:pt x="0" y="36156"/>
                </a:lnTo>
                <a:lnTo>
                  <a:pt x="1074" y="35279"/>
                </a:lnTo>
                <a:lnTo>
                  <a:pt x="4122" y="35907"/>
                </a:lnTo>
                <a:lnTo>
                  <a:pt x="4553" y="34679"/>
                </a:lnTo>
                <a:lnTo>
                  <a:pt x="4246" y="32976"/>
                </a:lnTo>
                <a:lnTo>
                  <a:pt x="4246" y="31281"/>
                </a:lnTo>
                <a:lnTo>
                  <a:pt x="3903" y="29220"/>
                </a:lnTo>
                <a:lnTo>
                  <a:pt x="4494" y="28058"/>
                </a:lnTo>
                <a:lnTo>
                  <a:pt x="7338" y="28964"/>
                </a:lnTo>
                <a:lnTo>
                  <a:pt x="8339" y="27963"/>
                </a:lnTo>
                <a:lnTo>
                  <a:pt x="7286" y="25741"/>
                </a:lnTo>
                <a:lnTo>
                  <a:pt x="8222" y="24337"/>
                </a:lnTo>
                <a:lnTo>
                  <a:pt x="7170" y="22123"/>
                </a:lnTo>
                <a:lnTo>
                  <a:pt x="8280" y="21012"/>
                </a:lnTo>
                <a:lnTo>
                  <a:pt x="10817" y="22123"/>
                </a:lnTo>
                <a:lnTo>
                  <a:pt x="11781" y="20859"/>
                </a:lnTo>
                <a:lnTo>
                  <a:pt x="10663" y="18629"/>
                </a:lnTo>
                <a:lnTo>
                  <a:pt x="11752" y="17540"/>
                </a:lnTo>
                <a:lnTo>
                  <a:pt x="14398" y="18593"/>
                </a:lnTo>
                <a:lnTo>
                  <a:pt x="15275" y="17270"/>
                </a:lnTo>
                <a:lnTo>
                  <a:pt x="14186" y="15216"/>
                </a:lnTo>
                <a:lnTo>
                  <a:pt x="15268" y="13937"/>
                </a:lnTo>
                <a:lnTo>
                  <a:pt x="17723" y="15077"/>
                </a:lnTo>
                <a:lnTo>
                  <a:pt x="18812" y="13996"/>
                </a:lnTo>
                <a:lnTo>
                  <a:pt x="17694" y="11474"/>
                </a:lnTo>
                <a:lnTo>
                  <a:pt x="18951" y="10502"/>
                </a:lnTo>
                <a:lnTo>
                  <a:pt x="21188" y="11620"/>
                </a:lnTo>
                <a:lnTo>
                  <a:pt x="22152" y="10648"/>
                </a:lnTo>
                <a:lnTo>
                  <a:pt x="21349" y="7703"/>
                </a:lnTo>
                <a:lnTo>
                  <a:pt x="23717" y="6694"/>
                </a:lnTo>
                <a:lnTo>
                  <a:pt x="26954" y="8485"/>
                </a:lnTo>
                <a:lnTo>
                  <a:pt x="29300" y="7257"/>
                </a:lnTo>
                <a:lnTo>
                  <a:pt x="28387" y="4428"/>
                </a:lnTo>
                <a:lnTo>
                  <a:pt x="29132" y="3683"/>
                </a:lnTo>
                <a:lnTo>
                  <a:pt x="31800" y="4041"/>
                </a:lnTo>
                <a:lnTo>
                  <a:pt x="33335" y="3939"/>
                </a:lnTo>
                <a:lnTo>
                  <a:pt x="34796" y="4304"/>
                </a:lnTo>
                <a:lnTo>
                  <a:pt x="35819" y="4012"/>
                </a:lnTo>
                <a:lnTo>
                  <a:pt x="36163" y="3910"/>
                </a:lnTo>
                <a:lnTo>
                  <a:pt x="35520" y="804"/>
                </a:lnTo>
                <a:lnTo>
                  <a:pt x="36199" y="124"/>
                </a:lnTo>
                <a:lnTo>
                  <a:pt x="38757" y="599"/>
                </a:lnTo>
                <a:lnTo>
                  <a:pt x="42616" y="0"/>
                </a:lnTo>
                <a:lnTo>
                  <a:pt x="46519" y="504"/>
                </a:lnTo>
                <a:lnTo>
                  <a:pt x="65997" y="504"/>
                </a:lnTo>
                <a:lnTo>
                  <a:pt x="68854" y="14"/>
                </a:lnTo>
                <a:lnTo>
                  <a:pt x="71208" y="584"/>
                </a:lnTo>
                <a:lnTo>
                  <a:pt x="70631" y="3741"/>
                </a:lnTo>
                <a:lnTo>
                  <a:pt x="71230" y="4348"/>
                </a:lnTo>
                <a:lnTo>
                  <a:pt x="73897" y="3983"/>
                </a:lnTo>
                <a:lnTo>
                  <a:pt x="75272" y="4056"/>
                </a:lnTo>
                <a:lnTo>
                  <a:pt x="77150" y="3647"/>
                </a:lnTo>
                <a:lnTo>
                  <a:pt x="78385" y="4231"/>
                </a:lnTo>
                <a:lnTo>
                  <a:pt x="77523" y="7125"/>
                </a:lnTo>
                <a:lnTo>
                  <a:pt x="78246" y="7849"/>
                </a:lnTo>
                <a:lnTo>
                  <a:pt x="80914" y="7491"/>
                </a:lnTo>
                <a:lnTo>
                  <a:pt x="82098" y="7549"/>
                </a:lnTo>
                <a:lnTo>
                  <a:pt x="84400" y="7147"/>
                </a:lnTo>
                <a:lnTo>
                  <a:pt x="85504" y="7915"/>
                </a:lnTo>
                <a:lnTo>
                  <a:pt x="84429" y="10517"/>
                </a:lnTo>
                <a:lnTo>
                  <a:pt x="85518" y="11606"/>
                </a:lnTo>
                <a:lnTo>
                  <a:pt x="87857" y="10437"/>
                </a:lnTo>
                <a:lnTo>
                  <a:pt x="89027" y="11606"/>
                </a:lnTo>
                <a:lnTo>
                  <a:pt x="87857" y="13945"/>
                </a:lnTo>
                <a:lnTo>
                  <a:pt x="89027" y="15107"/>
                </a:lnTo>
                <a:lnTo>
                  <a:pt x="91365" y="13945"/>
                </a:lnTo>
                <a:lnTo>
                  <a:pt x="92535" y="15107"/>
                </a:lnTo>
                <a:lnTo>
                  <a:pt x="91366" y="17445"/>
                </a:lnTo>
                <a:lnTo>
                  <a:pt x="92535" y="18615"/>
                </a:lnTo>
                <a:lnTo>
                  <a:pt x="94874" y="17446"/>
                </a:lnTo>
                <a:lnTo>
                  <a:pt x="96043" y="18615"/>
                </a:lnTo>
                <a:lnTo>
                  <a:pt x="94874" y="20954"/>
                </a:lnTo>
                <a:lnTo>
                  <a:pt x="95955" y="22035"/>
                </a:lnTo>
                <a:lnTo>
                  <a:pt x="98572" y="20968"/>
                </a:lnTo>
                <a:lnTo>
                  <a:pt x="99844" y="22803"/>
                </a:lnTo>
                <a:lnTo>
                  <a:pt x="97819" y="27619"/>
                </a:lnTo>
                <a:lnTo>
                  <a:pt x="99376" y="28891"/>
                </a:lnTo>
                <a:lnTo>
                  <a:pt x="102270" y="28116"/>
                </a:lnTo>
                <a:lnTo>
                  <a:pt x="103082" y="29826"/>
                </a:lnTo>
                <a:lnTo>
                  <a:pt x="101451" y="34730"/>
                </a:lnTo>
                <a:lnTo>
                  <a:pt x="102760" y="35797"/>
                </a:lnTo>
                <a:lnTo>
                  <a:pt x="105917" y="35286"/>
                </a:lnTo>
                <a:lnTo>
                  <a:pt x="106487" y="37610"/>
                </a:lnTo>
                <a:lnTo>
                  <a:pt x="105983" y="40475"/>
                </a:lnTo>
                <a:lnTo>
                  <a:pt x="105983" y="65733"/>
                </a:lnTo>
                <a:lnTo>
                  <a:pt x="106495" y="68628"/>
                </a:lnTo>
                <a:lnTo>
                  <a:pt x="105903" y="70966"/>
                </a:lnTo>
                <a:lnTo>
                  <a:pt x="102753" y="70374"/>
                </a:lnTo>
                <a:lnTo>
                  <a:pt x="102146" y="70988"/>
                </a:lnTo>
                <a:lnTo>
                  <a:pt x="102504" y="73641"/>
                </a:lnTo>
                <a:lnTo>
                  <a:pt x="102431" y="75016"/>
                </a:lnTo>
                <a:lnTo>
                  <a:pt x="102840" y="76894"/>
                </a:lnTo>
                <a:lnTo>
                  <a:pt x="102256" y="78129"/>
                </a:lnTo>
                <a:lnTo>
                  <a:pt x="99361" y="77267"/>
                </a:lnTo>
                <a:lnTo>
                  <a:pt x="98638" y="77990"/>
                </a:lnTo>
                <a:lnTo>
                  <a:pt x="98996" y="80658"/>
                </a:lnTo>
                <a:lnTo>
                  <a:pt x="98930" y="81849"/>
                </a:lnTo>
                <a:lnTo>
                  <a:pt x="99339" y="84129"/>
                </a:lnTo>
                <a:lnTo>
                  <a:pt x="98572" y="85240"/>
                </a:lnTo>
                <a:lnTo>
                  <a:pt x="95956" y="84173"/>
                </a:lnTo>
                <a:lnTo>
                  <a:pt x="94874" y="85255"/>
                </a:lnTo>
                <a:lnTo>
                  <a:pt x="96043" y="87594"/>
                </a:lnTo>
                <a:lnTo>
                  <a:pt x="94874" y="88756"/>
                </a:lnTo>
                <a:lnTo>
                  <a:pt x="92535" y="87587"/>
                </a:lnTo>
                <a:lnTo>
                  <a:pt x="91365" y="88756"/>
                </a:lnTo>
                <a:lnTo>
                  <a:pt x="92535" y="91095"/>
                </a:lnTo>
                <a:lnTo>
                  <a:pt x="91366" y="92264"/>
                </a:lnTo>
                <a:lnTo>
                  <a:pt x="89027" y="91095"/>
                </a:lnTo>
                <a:lnTo>
                  <a:pt x="87857" y="92264"/>
                </a:lnTo>
                <a:lnTo>
                  <a:pt x="89027" y="94603"/>
                </a:lnTo>
                <a:lnTo>
                  <a:pt x="87857" y="95772"/>
                </a:lnTo>
                <a:lnTo>
                  <a:pt x="85519" y="94603"/>
                </a:lnTo>
                <a:lnTo>
                  <a:pt x="84429" y="95685"/>
                </a:lnTo>
                <a:lnTo>
                  <a:pt x="85504" y="98301"/>
                </a:lnTo>
                <a:lnTo>
                  <a:pt x="83669" y="99565"/>
                </a:lnTo>
                <a:lnTo>
                  <a:pt x="78853" y="97541"/>
                </a:lnTo>
                <a:lnTo>
                  <a:pt x="77581" y="99098"/>
                </a:lnTo>
                <a:lnTo>
                  <a:pt x="78356" y="101992"/>
                </a:lnTo>
                <a:lnTo>
                  <a:pt x="76646" y="102796"/>
                </a:lnTo>
                <a:lnTo>
                  <a:pt x="71734" y="101166"/>
                </a:lnTo>
                <a:lnTo>
                  <a:pt x="70667" y="102474"/>
                </a:lnTo>
                <a:lnTo>
                  <a:pt x="71186" y="105632"/>
                </a:lnTo>
                <a:lnTo>
                  <a:pt x="68862" y="106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102244" y="1891536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68855" y="106194"/>
                </a:moveTo>
                <a:lnTo>
                  <a:pt x="65990" y="105697"/>
                </a:lnTo>
                <a:lnTo>
                  <a:pt x="40724" y="105697"/>
                </a:lnTo>
                <a:lnTo>
                  <a:pt x="37837" y="106209"/>
                </a:lnTo>
                <a:lnTo>
                  <a:pt x="35498" y="105617"/>
                </a:lnTo>
                <a:lnTo>
                  <a:pt x="36090" y="102467"/>
                </a:lnTo>
                <a:lnTo>
                  <a:pt x="35484" y="101860"/>
                </a:lnTo>
                <a:lnTo>
                  <a:pt x="32816" y="102218"/>
                </a:lnTo>
                <a:lnTo>
                  <a:pt x="31442" y="102145"/>
                </a:lnTo>
                <a:lnTo>
                  <a:pt x="29564" y="102562"/>
                </a:lnTo>
                <a:lnTo>
                  <a:pt x="28328" y="101977"/>
                </a:lnTo>
                <a:lnTo>
                  <a:pt x="29191" y="99076"/>
                </a:lnTo>
                <a:lnTo>
                  <a:pt x="28467" y="98352"/>
                </a:lnTo>
                <a:lnTo>
                  <a:pt x="25800" y="98717"/>
                </a:lnTo>
                <a:lnTo>
                  <a:pt x="24608" y="98652"/>
                </a:lnTo>
                <a:lnTo>
                  <a:pt x="22313" y="99061"/>
                </a:lnTo>
                <a:lnTo>
                  <a:pt x="21210" y="98294"/>
                </a:lnTo>
                <a:lnTo>
                  <a:pt x="22284" y="95684"/>
                </a:lnTo>
                <a:lnTo>
                  <a:pt x="21195" y="94603"/>
                </a:lnTo>
                <a:lnTo>
                  <a:pt x="18856" y="95772"/>
                </a:lnTo>
                <a:lnTo>
                  <a:pt x="17687" y="94603"/>
                </a:lnTo>
                <a:lnTo>
                  <a:pt x="18856" y="92264"/>
                </a:lnTo>
                <a:lnTo>
                  <a:pt x="17687" y="91094"/>
                </a:lnTo>
                <a:lnTo>
                  <a:pt x="15348" y="92264"/>
                </a:lnTo>
                <a:lnTo>
                  <a:pt x="14178" y="91095"/>
                </a:lnTo>
                <a:lnTo>
                  <a:pt x="15348" y="88756"/>
                </a:lnTo>
                <a:lnTo>
                  <a:pt x="14179" y="87586"/>
                </a:lnTo>
                <a:lnTo>
                  <a:pt x="11840" y="88756"/>
                </a:lnTo>
                <a:lnTo>
                  <a:pt x="10670" y="87586"/>
                </a:lnTo>
                <a:lnTo>
                  <a:pt x="11840" y="85255"/>
                </a:lnTo>
                <a:lnTo>
                  <a:pt x="10751" y="84173"/>
                </a:lnTo>
                <a:lnTo>
                  <a:pt x="8134" y="85240"/>
                </a:lnTo>
                <a:lnTo>
                  <a:pt x="6877" y="83406"/>
                </a:lnTo>
                <a:lnTo>
                  <a:pt x="8894" y="78589"/>
                </a:lnTo>
                <a:lnTo>
                  <a:pt x="7338" y="77318"/>
                </a:lnTo>
                <a:lnTo>
                  <a:pt x="4451" y="78092"/>
                </a:lnTo>
                <a:lnTo>
                  <a:pt x="3639" y="76382"/>
                </a:lnTo>
                <a:lnTo>
                  <a:pt x="5269" y="71471"/>
                </a:lnTo>
                <a:lnTo>
                  <a:pt x="3961" y="70404"/>
                </a:lnTo>
                <a:lnTo>
                  <a:pt x="804" y="70923"/>
                </a:lnTo>
                <a:lnTo>
                  <a:pt x="233" y="68606"/>
                </a:lnTo>
                <a:lnTo>
                  <a:pt x="738" y="65726"/>
                </a:lnTo>
                <a:lnTo>
                  <a:pt x="738" y="52096"/>
                </a:lnTo>
                <a:lnTo>
                  <a:pt x="102" y="47031"/>
                </a:lnTo>
                <a:lnTo>
                  <a:pt x="891" y="41505"/>
                </a:lnTo>
                <a:lnTo>
                  <a:pt x="0" y="36156"/>
                </a:lnTo>
                <a:lnTo>
                  <a:pt x="1074" y="35279"/>
                </a:lnTo>
                <a:lnTo>
                  <a:pt x="4122" y="35907"/>
                </a:lnTo>
                <a:lnTo>
                  <a:pt x="4553" y="34679"/>
                </a:lnTo>
                <a:lnTo>
                  <a:pt x="4246" y="32976"/>
                </a:lnTo>
                <a:lnTo>
                  <a:pt x="4246" y="31281"/>
                </a:lnTo>
                <a:lnTo>
                  <a:pt x="3895" y="29220"/>
                </a:lnTo>
                <a:lnTo>
                  <a:pt x="4494" y="28058"/>
                </a:lnTo>
                <a:lnTo>
                  <a:pt x="7338" y="28964"/>
                </a:lnTo>
                <a:lnTo>
                  <a:pt x="8331" y="27963"/>
                </a:lnTo>
                <a:lnTo>
                  <a:pt x="7286" y="25741"/>
                </a:lnTo>
                <a:lnTo>
                  <a:pt x="8215" y="24337"/>
                </a:lnTo>
                <a:lnTo>
                  <a:pt x="7162" y="22123"/>
                </a:lnTo>
                <a:lnTo>
                  <a:pt x="8280" y="21012"/>
                </a:lnTo>
                <a:lnTo>
                  <a:pt x="10809" y="22123"/>
                </a:lnTo>
                <a:lnTo>
                  <a:pt x="11774" y="20859"/>
                </a:lnTo>
                <a:lnTo>
                  <a:pt x="10656" y="18629"/>
                </a:lnTo>
                <a:lnTo>
                  <a:pt x="11745" y="17540"/>
                </a:lnTo>
                <a:lnTo>
                  <a:pt x="14390" y="18593"/>
                </a:lnTo>
                <a:lnTo>
                  <a:pt x="15268" y="17270"/>
                </a:lnTo>
                <a:lnTo>
                  <a:pt x="14179" y="15216"/>
                </a:lnTo>
                <a:lnTo>
                  <a:pt x="15260" y="13937"/>
                </a:lnTo>
                <a:lnTo>
                  <a:pt x="17716" y="15077"/>
                </a:lnTo>
                <a:lnTo>
                  <a:pt x="18805" y="13996"/>
                </a:lnTo>
                <a:lnTo>
                  <a:pt x="17680" y="11474"/>
                </a:lnTo>
                <a:lnTo>
                  <a:pt x="18944" y="10502"/>
                </a:lnTo>
                <a:lnTo>
                  <a:pt x="21180" y="11620"/>
                </a:lnTo>
                <a:lnTo>
                  <a:pt x="22145" y="10648"/>
                </a:lnTo>
                <a:lnTo>
                  <a:pt x="21334" y="7703"/>
                </a:lnTo>
                <a:lnTo>
                  <a:pt x="23709" y="6694"/>
                </a:lnTo>
                <a:lnTo>
                  <a:pt x="26947" y="8485"/>
                </a:lnTo>
                <a:lnTo>
                  <a:pt x="29293" y="7257"/>
                </a:lnTo>
                <a:lnTo>
                  <a:pt x="28372" y="4428"/>
                </a:lnTo>
                <a:lnTo>
                  <a:pt x="29125" y="3683"/>
                </a:lnTo>
                <a:lnTo>
                  <a:pt x="31793" y="4041"/>
                </a:lnTo>
                <a:lnTo>
                  <a:pt x="33327" y="3939"/>
                </a:lnTo>
                <a:lnTo>
                  <a:pt x="34789" y="4304"/>
                </a:lnTo>
                <a:lnTo>
                  <a:pt x="35812" y="4012"/>
                </a:lnTo>
                <a:lnTo>
                  <a:pt x="36155" y="3910"/>
                </a:lnTo>
                <a:lnTo>
                  <a:pt x="35512" y="804"/>
                </a:lnTo>
                <a:lnTo>
                  <a:pt x="36192" y="124"/>
                </a:lnTo>
                <a:lnTo>
                  <a:pt x="38743" y="599"/>
                </a:lnTo>
                <a:lnTo>
                  <a:pt x="42609" y="0"/>
                </a:lnTo>
                <a:lnTo>
                  <a:pt x="46512" y="504"/>
                </a:lnTo>
                <a:lnTo>
                  <a:pt x="65989" y="504"/>
                </a:lnTo>
                <a:lnTo>
                  <a:pt x="68847" y="14"/>
                </a:lnTo>
                <a:lnTo>
                  <a:pt x="71200" y="584"/>
                </a:lnTo>
                <a:lnTo>
                  <a:pt x="70623" y="3741"/>
                </a:lnTo>
                <a:lnTo>
                  <a:pt x="71222" y="4348"/>
                </a:lnTo>
                <a:lnTo>
                  <a:pt x="73890" y="3983"/>
                </a:lnTo>
                <a:lnTo>
                  <a:pt x="75264" y="4056"/>
                </a:lnTo>
                <a:lnTo>
                  <a:pt x="77142" y="3647"/>
                </a:lnTo>
                <a:lnTo>
                  <a:pt x="78378" y="4231"/>
                </a:lnTo>
                <a:lnTo>
                  <a:pt x="77515" y="7125"/>
                </a:lnTo>
                <a:lnTo>
                  <a:pt x="78246" y="7849"/>
                </a:lnTo>
                <a:lnTo>
                  <a:pt x="80907" y="7491"/>
                </a:lnTo>
                <a:lnTo>
                  <a:pt x="82091" y="7549"/>
                </a:lnTo>
                <a:lnTo>
                  <a:pt x="84393" y="7147"/>
                </a:lnTo>
                <a:lnTo>
                  <a:pt x="85496" y="7915"/>
                </a:lnTo>
                <a:lnTo>
                  <a:pt x="84422" y="10517"/>
                </a:lnTo>
                <a:lnTo>
                  <a:pt x="85511" y="11606"/>
                </a:lnTo>
                <a:lnTo>
                  <a:pt x="87850" y="10437"/>
                </a:lnTo>
                <a:lnTo>
                  <a:pt x="89012" y="11606"/>
                </a:lnTo>
                <a:lnTo>
                  <a:pt x="87843" y="13945"/>
                </a:lnTo>
                <a:lnTo>
                  <a:pt x="89012" y="15107"/>
                </a:lnTo>
                <a:lnTo>
                  <a:pt x="91351" y="13945"/>
                </a:lnTo>
                <a:lnTo>
                  <a:pt x="92520" y="15107"/>
                </a:lnTo>
                <a:lnTo>
                  <a:pt x="91351" y="17445"/>
                </a:lnTo>
                <a:lnTo>
                  <a:pt x="92520" y="18615"/>
                </a:lnTo>
                <a:lnTo>
                  <a:pt x="94859" y="17446"/>
                </a:lnTo>
                <a:lnTo>
                  <a:pt x="96021" y="18615"/>
                </a:lnTo>
                <a:lnTo>
                  <a:pt x="94852" y="20954"/>
                </a:lnTo>
                <a:lnTo>
                  <a:pt x="95941" y="22035"/>
                </a:lnTo>
                <a:lnTo>
                  <a:pt x="98557" y="20968"/>
                </a:lnTo>
                <a:lnTo>
                  <a:pt x="99814" y="22803"/>
                </a:lnTo>
                <a:lnTo>
                  <a:pt x="97797" y="27619"/>
                </a:lnTo>
                <a:lnTo>
                  <a:pt x="99354" y="28891"/>
                </a:lnTo>
                <a:lnTo>
                  <a:pt x="102248" y="28116"/>
                </a:lnTo>
                <a:lnTo>
                  <a:pt x="103059" y="29826"/>
                </a:lnTo>
                <a:lnTo>
                  <a:pt x="101429" y="34730"/>
                </a:lnTo>
                <a:lnTo>
                  <a:pt x="102738" y="35797"/>
                </a:lnTo>
                <a:lnTo>
                  <a:pt x="105888" y="35286"/>
                </a:lnTo>
                <a:lnTo>
                  <a:pt x="106458" y="37610"/>
                </a:lnTo>
                <a:lnTo>
                  <a:pt x="105961" y="40475"/>
                </a:lnTo>
                <a:lnTo>
                  <a:pt x="105961" y="65733"/>
                </a:lnTo>
                <a:lnTo>
                  <a:pt x="106473" y="68628"/>
                </a:lnTo>
                <a:lnTo>
                  <a:pt x="105881" y="70966"/>
                </a:lnTo>
                <a:lnTo>
                  <a:pt x="102731" y="70374"/>
                </a:lnTo>
                <a:lnTo>
                  <a:pt x="102124" y="70988"/>
                </a:lnTo>
                <a:lnTo>
                  <a:pt x="102475" y="73641"/>
                </a:lnTo>
                <a:lnTo>
                  <a:pt x="102409" y="75016"/>
                </a:lnTo>
                <a:lnTo>
                  <a:pt x="102811" y="76894"/>
                </a:lnTo>
                <a:lnTo>
                  <a:pt x="102226" y="78129"/>
                </a:lnTo>
                <a:lnTo>
                  <a:pt x="99339" y="77267"/>
                </a:lnTo>
                <a:lnTo>
                  <a:pt x="98608" y="77990"/>
                </a:lnTo>
                <a:lnTo>
                  <a:pt x="98966" y="80658"/>
                </a:lnTo>
                <a:lnTo>
                  <a:pt x="98908" y="81849"/>
                </a:lnTo>
                <a:lnTo>
                  <a:pt x="99317" y="84129"/>
                </a:lnTo>
                <a:lnTo>
                  <a:pt x="98550" y="85240"/>
                </a:lnTo>
                <a:lnTo>
                  <a:pt x="95933" y="84173"/>
                </a:lnTo>
                <a:lnTo>
                  <a:pt x="94852" y="85255"/>
                </a:lnTo>
                <a:lnTo>
                  <a:pt x="96021" y="87594"/>
                </a:lnTo>
                <a:lnTo>
                  <a:pt x="94852" y="88756"/>
                </a:lnTo>
                <a:lnTo>
                  <a:pt x="92520" y="87587"/>
                </a:lnTo>
                <a:lnTo>
                  <a:pt x="91351" y="88756"/>
                </a:lnTo>
                <a:lnTo>
                  <a:pt x="92520" y="91095"/>
                </a:lnTo>
                <a:lnTo>
                  <a:pt x="91351" y="92264"/>
                </a:lnTo>
                <a:lnTo>
                  <a:pt x="89012" y="91095"/>
                </a:lnTo>
                <a:lnTo>
                  <a:pt x="87842" y="92264"/>
                </a:lnTo>
                <a:lnTo>
                  <a:pt x="89012" y="94603"/>
                </a:lnTo>
                <a:lnTo>
                  <a:pt x="87843" y="95772"/>
                </a:lnTo>
                <a:lnTo>
                  <a:pt x="85504" y="94603"/>
                </a:lnTo>
                <a:lnTo>
                  <a:pt x="84422" y="95685"/>
                </a:lnTo>
                <a:lnTo>
                  <a:pt x="85496" y="98301"/>
                </a:lnTo>
                <a:lnTo>
                  <a:pt x="83662" y="99565"/>
                </a:lnTo>
                <a:lnTo>
                  <a:pt x="78846" y="97541"/>
                </a:lnTo>
                <a:lnTo>
                  <a:pt x="77574" y="99098"/>
                </a:lnTo>
                <a:lnTo>
                  <a:pt x="78349" y="101992"/>
                </a:lnTo>
                <a:lnTo>
                  <a:pt x="76638" y="102796"/>
                </a:lnTo>
                <a:lnTo>
                  <a:pt x="71734" y="101166"/>
                </a:lnTo>
                <a:lnTo>
                  <a:pt x="70660" y="102474"/>
                </a:lnTo>
                <a:lnTo>
                  <a:pt x="71179" y="105632"/>
                </a:lnTo>
                <a:lnTo>
                  <a:pt x="68855" y="106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316438" y="1895037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4">
                <a:moveTo>
                  <a:pt x="65157" y="99208"/>
                </a:moveTo>
                <a:lnTo>
                  <a:pt x="62248" y="98696"/>
                </a:lnTo>
                <a:lnTo>
                  <a:pt x="37011" y="98696"/>
                </a:lnTo>
                <a:lnTo>
                  <a:pt x="34117" y="99208"/>
                </a:lnTo>
                <a:lnTo>
                  <a:pt x="31778" y="98608"/>
                </a:lnTo>
                <a:lnTo>
                  <a:pt x="32370" y="95466"/>
                </a:lnTo>
                <a:lnTo>
                  <a:pt x="31764" y="94852"/>
                </a:lnTo>
                <a:lnTo>
                  <a:pt x="29096" y="95217"/>
                </a:lnTo>
                <a:lnTo>
                  <a:pt x="27722" y="95144"/>
                </a:lnTo>
                <a:lnTo>
                  <a:pt x="25844" y="95553"/>
                </a:lnTo>
                <a:lnTo>
                  <a:pt x="24608" y="94968"/>
                </a:lnTo>
                <a:lnTo>
                  <a:pt x="25471" y="92074"/>
                </a:lnTo>
                <a:lnTo>
                  <a:pt x="24747" y="91351"/>
                </a:lnTo>
                <a:lnTo>
                  <a:pt x="22079" y="91709"/>
                </a:lnTo>
                <a:lnTo>
                  <a:pt x="20888" y="91643"/>
                </a:lnTo>
                <a:lnTo>
                  <a:pt x="18608" y="92059"/>
                </a:lnTo>
                <a:lnTo>
                  <a:pt x="17489" y="91292"/>
                </a:lnTo>
                <a:lnTo>
                  <a:pt x="18557" y="88676"/>
                </a:lnTo>
                <a:lnTo>
                  <a:pt x="17570" y="87689"/>
                </a:lnTo>
                <a:lnTo>
                  <a:pt x="14924" y="88741"/>
                </a:lnTo>
                <a:lnTo>
                  <a:pt x="14084" y="87477"/>
                </a:lnTo>
                <a:lnTo>
                  <a:pt x="15136" y="85255"/>
                </a:lnTo>
                <a:lnTo>
                  <a:pt x="13967" y="84093"/>
                </a:lnTo>
                <a:lnTo>
                  <a:pt x="11628" y="85255"/>
                </a:lnTo>
                <a:lnTo>
                  <a:pt x="10554" y="84188"/>
                </a:lnTo>
                <a:lnTo>
                  <a:pt x="11606" y="81542"/>
                </a:lnTo>
                <a:lnTo>
                  <a:pt x="10480" y="80789"/>
                </a:lnTo>
                <a:lnTo>
                  <a:pt x="7915" y="81688"/>
                </a:lnTo>
                <a:lnTo>
                  <a:pt x="6629" y="79912"/>
                </a:lnTo>
                <a:lnTo>
                  <a:pt x="8690" y="75096"/>
                </a:lnTo>
                <a:lnTo>
                  <a:pt x="7126" y="73817"/>
                </a:lnTo>
                <a:lnTo>
                  <a:pt x="4231" y="74592"/>
                </a:lnTo>
                <a:lnTo>
                  <a:pt x="3420" y="72881"/>
                </a:lnTo>
                <a:lnTo>
                  <a:pt x="5050" y="67970"/>
                </a:lnTo>
                <a:lnTo>
                  <a:pt x="3734" y="66903"/>
                </a:lnTo>
                <a:lnTo>
                  <a:pt x="592" y="67429"/>
                </a:lnTo>
                <a:lnTo>
                  <a:pt x="0" y="65120"/>
                </a:lnTo>
                <a:lnTo>
                  <a:pt x="518" y="62211"/>
                </a:lnTo>
                <a:lnTo>
                  <a:pt x="518" y="36974"/>
                </a:lnTo>
                <a:lnTo>
                  <a:pt x="7" y="34073"/>
                </a:lnTo>
                <a:lnTo>
                  <a:pt x="599" y="31741"/>
                </a:lnTo>
                <a:lnTo>
                  <a:pt x="3749" y="32326"/>
                </a:lnTo>
                <a:lnTo>
                  <a:pt x="4356" y="31720"/>
                </a:lnTo>
                <a:lnTo>
                  <a:pt x="3997" y="29059"/>
                </a:lnTo>
                <a:lnTo>
                  <a:pt x="4071" y="27692"/>
                </a:lnTo>
                <a:lnTo>
                  <a:pt x="3661" y="25807"/>
                </a:lnTo>
                <a:lnTo>
                  <a:pt x="4246" y="24579"/>
                </a:lnTo>
                <a:lnTo>
                  <a:pt x="7140" y="25441"/>
                </a:lnTo>
                <a:lnTo>
                  <a:pt x="7864" y="24710"/>
                </a:lnTo>
                <a:lnTo>
                  <a:pt x="7506" y="22050"/>
                </a:lnTo>
                <a:lnTo>
                  <a:pt x="7572" y="20873"/>
                </a:lnTo>
                <a:lnTo>
                  <a:pt x="7162" y="18557"/>
                </a:lnTo>
                <a:lnTo>
                  <a:pt x="7944" y="17460"/>
                </a:lnTo>
                <a:lnTo>
                  <a:pt x="10532" y="18542"/>
                </a:lnTo>
                <a:lnTo>
                  <a:pt x="11628" y="17453"/>
                </a:lnTo>
                <a:lnTo>
                  <a:pt x="10459" y="15114"/>
                </a:lnTo>
                <a:lnTo>
                  <a:pt x="11628" y="13945"/>
                </a:lnTo>
                <a:lnTo>
                  <a:pt x="13967" y="15114"/>
                </a:lnTo>
                <a:lnTo>
                  <a:pt x="15077" y="14003"/>
                </a:lnTo>
                <a:lnTo>
                  <a:pt x="13967" y="11467"/>
                </a:lnTo>
                <a:lnTo>
                  <a:pt x="15231" y="10509"/>
                </a:lnTo>
                <a:lnTo>
                  <a:pt x="17460" y="11620"/>
                </a:lnTo>
                <a:lnTo>
                  <a:pt x="18425" y="10656"/>
                </a:lnTo>
                <a:lnTo>
                  <a:pt x="17621" y="7710"/>
                </a:lnTo>
                <a:lnTo>
                  <a:pt x="19945" y="6716"/>
                </a:lnTo>
                <a:lnTo>
                  <a:pt x="23307" y="8536"/>
                </a:lnTo>
                <a:lnTo>
                  <a:pt x="25602" y="7221"/>
                </a:lnTo>
                <a:lnTo>
                  <a:pt x="24630" y="4458"/>
                </a:lnTo>
                <a:lnTo>
                  <a:pt x="25551" y="3544"/>
                </a:lnTo>
                <a:lnTo>
                  <a:pt x="27919" y="4246"/>
                </a:lnTo>
                <a:lnTo>
                  <a:pt x="29607" y="3654"/>
                </a:lnTo>
                <a:lnTo>
                  <a:pt x="30996" y="4385"/>
                </a:lnTo>
                <a:lnTo>
                  <a:pt x="32107" y="4019"/>
                </a:lnTo>
                <a:lnTo>
                  <a:pt x="32465" y="3903"/>
                </a:lnTo>
                <a:lnTo>
                  <a:pt x="31800" y="818"/>
                </a:lnTo>
                <a:lnTo>
                  <a:pt x="32487" y="124"/>
                </a:lnTo>
                <a:lnTo>
                  <a:pt x="35045" y="599"/>
                </a:lnTo>
                <a:lnTo>
                  <a:pt x="38904" y="0"/>
                </a:lnTo>
                <a:lnTo>
                  <a:pt x="42806" y="511"/>
                </a:lnTo>
                <a:lnTo>
                  <a:pt x="62277" y="511"/>
                </a:lnTo>
                <a:lnTo>
                  <a:pt x="65156" y="7"/>
                </a:lnTo>
                <a:lnTo>
                  <a:pt x="67495" y="591"/>
                </a:lnTo>
                <a:lnTo>
                  <a:pt x="66918" y="3749"/>
                </a:lnTo>
                <a:lnTo>
                  <a:pt x="67517" y="4348"/>
                </a:lnTo>
                <a:lnTo>
                  <a:pt x="70185" y="3990"/>
                </a:lnTo>
                <a:lnTo>
                  <a:pt x="71551" y="4063"/>
                </a:lnTo>
                <a:lnTo>
                  <a:pt x="73430" y="3654"/>
                </a:lnTo>
                <a:lnTo>
                  <a:pt x="74665" y="4239"/>
                </a:lnTo>
                <a:lnTo>
                  <a:pt x="73803" y="7133"/>
                </a:lnTo>
                <a:lnTo>
                  <a:pt x="74526" y="7856"/>
                </a:lnTo>
                <a:lnTo>
                  <a:pt x="77194" y="7491"/>
                </a:lnTo>
                <a:lnTo>
                  <a:pt x="78363" y="7557"/>
                </a:lnTo>
                <a:lnTo>
                  <a:pt x="80695" y="7148"/>
                </a:lnTo>
                <a:lnTo>
                  <a:pt x="81784" y="7937"/>
                </a:lnTo>
                <a:lnTo>
                  <a:pt x="80695" y="10517"/>
                </a:lnTo>
                <a:lnTo>
                  <a:pt x="81696" y="11511"/>
                </a:lnTo>
                <a:lnTo>
                  <a:pt x="84342" y="10466"/>
                </a:lnTo>
                <a:lnTo>
                  <a:pt x="85175" y="11730"/>
                </a:lnTo>
                <a:lnTo>
                  <a:pt x="84130" y="13945"/>
                </a:lnTo>
                <a:lnTo>
                  <a:pt x="85292" y="15114"/>
                </a:lnTo>
                <a:lnTo>
                  <a:pt x="87631" y="13945"/>
                </a:lnTo>
                <a:lnTo>
                  <a:pt x="88705" y="15019"/>
                </a:lnTo>
                <a:lnTo>
                  <a:pt x="87653" y="17665"/>
                </a:lnTo>
                <a:lnTo>
                  <a:pt x="88756" y="18396"/>
                </a:lnTo>
                <a:lnTo>
                  <a:pt x="91380" y="17526"/>
                </a:lnTo>
                <a:lnTo>
                  <a:pt x="92586" y="19302"/>
                </a:lnTo>
                <a:lnTo>
                  <a:pt x="90576" y="24118"/>
                </a:lnTo>
                <a:lnTo>
                  <a:pt x="92133" y="25390"/>
                </a:lnTo>
                <a:lnTo>
                  <a:pt x="95020" y="24615"/>
                </a:lnTo>
                <a:lnTo>
                  <a:pt x="95831" y="26326"/>
                </a:lnTo>
                <a:lnTo>
                  <a:pt x="94201" y="31230"/>
                </a:lnTo>
                <a:lnTo>
                  <a:pt x="95509" y="32304"/>
                </a:lnTo>
                <a:lnTo>
                  <a:pt x="98659" y="31785"/>
                </a:lnTo>
                <a:lnTo>
                  <a:pt x="99237" y="34087"/>
                </a:lnTo>
                <a:lnTo>
                  <a:pt x="98725" y="36989"/>
                </a:lnTo>
                <a:lnTo>
                  <a:pt x="98725" y="62225"/>
                </a:lnTo>
                <a:lnTo>
                  <a:pt x="99244" y="65134"/>
                </a:lnTo>
                <a:lnTo>
                  <a:pt x="98645" y="67466"/>
                </a:lnTo>
                <a:lnTo>
                  <a:pt x="95502" y="66874"/>
                </a:lnTo>
                <a:lnTo>
                  <a:pt x="94888" y="67487"/>
                </a:lnTo>
                <a:lnTo>
                  <a:pt x="95254" y="70141"/>
                </a:lnTo>
                <a:lnTo>
                  <a:pt x="95180" y="71515"/>
                </a:lnTo>
                <a:lnTo>
                  <a:pt x="95590" y="73393"/>
                </a:lnTo>
                <a:lnTo>
                  <a:pt x="95005" y="74628"/>
                </a:lnTo>
                <a:lnTo>
                  <a:pt x="92111" y="73766"/>
                </a:lnTo>
                <a:lnTo>
                  <a:pt x="91387" y="74489"/>
                </a:lnTo>
                <a:lnTo>
                  <a:pt x="91745" y="77157"/>
                </a:lnTo>
                <a:lnTo>
                  <a:pt x="91687" y="78326"/>
                </a:lnTo>
                <a:lnTo>
                  <a:pt x="92089" y="80658"/>
                </a:lnTo>
                <a:lnTo>
                  <a:pt x="91300" y="81747"/>
                </a:lnTo>
                <a:lnTo>
                  <a:pt x="88727" y="80658"/>
                </a:lnTo>
                <a:lnTo>
                  <a:pt x="87726" y="81659"/>
                </a:lnTo>
                <a:lnTo>
                  <a:pt x="88771" y="84305"/>
                </a:lnTo>
                <a:lnTo>
                  <a:pt x="87514" y="85138"/>
                </a:lnTo>
                <a:lnTo>
                  <a:pt x="85292" y="84093"/>
                </a:lnTo>
                <a:lnTo>
                  <a:pt x="84130" y="85255"/>
                </a:lnTo>
                <a:lnTo>
                  <a:pt x="85292" y="87594"/>
                </a:lnTo>
                <a:lnTo>
                  <a:pt x="84225" y="88668"/>
                </a:lnTo>
                <a:lnTo>
                  <a:pt x="81572" y="87616"/>
                </a:lnTo>
                <a:lnTo>
                  <a:pt x="80841" y="88719"/>
                </a:lnTo>
                <a:lnTo>
                  <a:pt x="81711" y="91343"/>
                </a:lnTo>
                <a:lnTo>
                  <a:pt x="79934" y="92549"/>
                </a:lnTo>
                <a:lnTo>
                  <a:pt x="75125" y="90547"/>
                </a:lnTo>
                <a:lnTo>
                  <a:pt x="73854" y="92096"/>
                </a:lnTo>
                <a:lnTo>
                  <a:pt x="74629" y="94983"/>
                </a:lnTo>
                <a:lnTo>
                  <a:pt x="72911" y="95794"/>
                </a:lnTo>
                <a:lnTo>
                  <a:pt x="68007" y="94164"/>
                </a:lnTo>
                <a:lnTo>
                  <a:pt x="66940" y="95480"/>
                </a:lnTo>
                <a:lnTo>
                  <a:pt x="67459" y="98623"/>
                </a:lnTo>
                <a:lnTo>
                  <a:pt x="65157" y="992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530501" y="1898428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10">
                <a:moveTo>
                  <a:pt x="57942" y="92198"/>
                </a:moveTo>
                <a:lnTo>
                  <a:pt x="55289" y="91797"/>
                </a:lnTo>
                <a:lnTo>
                  <a:pt x="36857" y="91797"/>
                </a:lnTo>
                <a:lnTo>
                  <a:pt x="34189" y="92206"/>
                </a:lnTo>
                <a:lnTo>
                  <a:pt x="31770" y="91745"/>
                </a:lnTo>
                <a:lnTo>
                  <a:pt x="32274" y="88537"/>
                </a:lnTo>
                <a:lnTo>
                  <a:pt x="31602" y="87865"/>
                </a:lnTo>
                <a:lnTo>
                  <a:pt x="29147" y="88449"/>
                </a:lnTo>
                <a:lnTo>
                  <a:pt x="26537" y="87799"/>
                </a:lnTo>
                <a:lnTo>
                  <a:pt x="23343" y="89180"/>
                </a:lnTo>
                <a:lnTo>
                  <a:pt x="21041" y="88062"/>
                </a:lnTo>
                <a:lnTo>
                  <a:pt x="21918" y="85182"/>
                </a:lnTo>
                <a:lnTo>
                  <a:pt x="21027" y="84298"/>
                </a:lnTo>
                <a:lnTo>
                  <a:pt x="18381" y="85350"/>
                </a:lnTo>
                <a:lnTo>
                  <a:pt x="17504" y="84027"/>
                </a:lnTo>
                <a:lnTo>
                  <a:pt x="18593" y="81973"/>
                </a:lnTo>
                <a:lnTo>
                  <a:pt x="17511" y="80695"/>
                </a:lnTo>
                <a:lnTo>
                  <a:pt x="15055" y="81835"/>
                </a:lnTo>
                <a:lnTo>
                  <a:pt x="13923" y="80695"/>
                </a:lnTo>
                <a:lnTo>
                  <a:pt x="15092" y="78363"/>
                </a:lnTo>
                <a:lnTo>
                  <a:pt x="13923" y="77194"/>
                </a:lnTo>
                <a:lnTo>
                  <a:pt x="11584" y="78363"/>
                </a:lnTo>
                <a:lnTo>
                  <a:pt x="10509" y="77289"/>
                </a:lnTo>
                <a:lnTo>
                  <a:pt x="11562" y="74643"/>
                </a:lnTo>
                <a:lnTo>
                  <a:pt x="10239" y="73766"/>
                </a:lnTo>
                <a:lnTo>
                  <a:pt x="8185" y="74855"/>
                </a:lnTo>
                <a:lnTo>
                  <a:pt x="6906" y="73781"/>
                </a:lnTo>
                <a:lnTo>
                  <a:pt x="8046" y="71325"/>
                </a:lnTo>
                <a:lnTo>
                  <a:pt x="7045" y="70316"/>
                </a:lnTo>
                <a:lnTo>
                  <a:pt x="4297" y="71295"/>
                </a:lnTo>
                <a:lnTo>
                  <a:pt x="3040" y="69154"/>
                </a:lnTo>
                <a:lnTo>
                  <a:pt x="4450" y="65602"/>
                </a:lnTo>
                <a:lnTo>
                  <a:pt x="3836" y="63132"/>
                </a:lnTo>
                <a:lnTo>
                  <a:pt x="4421" y="60676"/>
                </a:lnTo>
                <a:lnTo>
                  <a:pt x="3727" y="59982"/>
                </a:lnTo>
                <a:lnTo>
                  <a:pt x="555" y="60552"/>
                </a:lnTo>
                <a:lnTo>
                  <a:pt x="0" y="58191"/>
                </a:lnTo>
                <a:lnTo>
                  <a:pt x="489" y="55355"/>
                </a:lnTo>
                <a:lnTo>
                  <a:pt x="489" y="37047"/>
                </a:lnTo>
                <a:lnTo>
                  <a:pt x="29" y="34270"/>
                </a:lnTo>
                <a:lnTo>
                  <a:pt x="555" y="31887"/>
                </a:lnTo>
                <a:lnTo>
                  <a:pt x="3734" y="32443"/>
                </a:lnTo>
                <a:lnTo>
                  <a:pt x="4487" y="31683"/>
                </a:lnTo>
                <a:lnTo>
                  <a:pt x="3720" y="29359"/>
                </a:lnTo>
                <a:lnTo>
                  <a:pt x="4487" y="27429"/>
                </a:lnTo>
                <a:lnTo>
                  <a:pt x="3025" y="22445"/>
                </a:lnTo>
                <a:lnTo>
                  <a:pt x="4502" y="21239"/>
                </a:lnTo>
                <a:lnTo>
                  <a:pt x="7162" y="22189"/>
                </a:lnTo>
                <a:lnTo>
                  <a:pt x="7951" y="20954"/>
                </a:lnTo>
                <a:lnTo>
                  <a:pt x="6914" y="18739"/>
                </a:lnTo>
                <a:lnTo>
                  <a:pt x="7981" y="17665"/>
                </a:lnTo>
                <a:lnTo>
                  <a:pt x="10633" y="18717"/>
                </a:lnTo>
                <a:lnTo>
                  <a:pt x="11496" y="17402"/>
                </a:lnTo>
                <a:lnTo>
                  <a:pt x="10414" y="15319"/>
                </a:lnTo>
                <a:lnTo>
                  <a:pt x="11518" y="14062"/>
                </a:lnTo>
                <a:lnTo>
                  <a:pt x="13945" y="15209"/>
                </a:lnTo>
                <a:lnTo>
                  <a:pt x="14997" y="14164"/>
                </a:lnTo>
                <a:lnTo>
                  <a:pt x="13945" y="11511"/>
                </a:lnTo>
                <a:lnTo>
                  <a:pt x="15209" y="10685"/>
                </a:lnTo>
                <a:lnTo>
                  <a:pt x="17423" y="11730"/>
                </a:lnTo>
                <a:lnTo>
                  <a:pt x="18593" y="10561"/>
                </a:lnTo>
                <a:lnTo>
                  <a:pt x="17423" y="8222"/>
                </a:lnTo>
                <a:lnTo>
                  <a:pt x="18498" y="7155"/>
                </a:lnTo>
                <a:lnTo>
                  <a:pt x="21143" y="8200"/>
                </a:lnTo>
                <a:lnTo>
                  <a:pt x="21845" y="7155"/>
                </a:lnTo>
                <a:lnTo>
                  <a:pt x="21049" y="4421"/>
                </a:lnTo>
                <a:lnTo>
                  <a:pt x="22094" y="3785"/>
                </a:lnTo>
                <a:lnTo>
                  <a:pt x="24323" y="4136"/>
                </a:lnTo>
                <a:lnTo>
                  <a:pt x="25938" y="4136"/>
                </a:lnTo>
                <a:lnTo>
                  <a:pt x="27670" y="4451"/>
                </a:lnTo>
                <a:lnTo>
                  <a:pt x="29549" y="3771"/>
                </a:lnTo>
                <a:lnTo>
                  <a:pt x="30937" y="4429"/>
                </a:lnTo>
                <a:lnTo>
                  <a:pt x="32041" y="4136"/>
                </a:lnTo>
                <a:lnTo>
                  <a:pt x="32384" y="4041"/>
                </a:lnTo>
                <a:lnTo>
                  <a:pt x="31756" y="920"/>
                </a:lnTo>
                <a:lnTo>
                  <a:pt x="32450" y="226"/>
                </a:lnTo>
                <a:lnTo>
                  <a:pt x="34950" y="752"/>
                </a:lnTo>
                <a:lnTo>
                  <a:pt x="37676" y="197"/>
                </a:lnTo>
                <a:lnTo>
                  <a:pt x="40387" y="635"/>
                </a:lnTo>
                <a:lnTo>
                  <a:pt x="52805" y="635"/>
                </a:lnTo>
                <a:lnTo>
                  <a:pt x="56956" y="0"/>
                </a:lnTo>
                <a:lnTo>
                  <a:pt x="60376" y="686"/>
                </a:lnTo>
                <a:lnTo>
                  <a:pt x="59857" y="3888"/>
                </a:lnTo>
                <a:lnTo>
                  <a:pt x="60537" y="4567"/>
                </a:lnTo>
                <a:lnTo>
                  <a:pt x="62993" y="3983"/>
                </a:lnTo>
                <a:lnTo>
                  <a:pt x="65602" y="4633"/>
                </a:lnTo>
                <a:lnTo>
                  <a:pt x="68781" y="3252"/>
                </a:lnTo>
                <a:lnTo>
                  <a:pt x="71091" y="4363"/>
                </a:lnTo>
                <a:lnTo>
                  <a:pt x="70221" y="7250"/>
                </a:lnTo>
                <a:lnTo>
                  <a:pt x="71113" y="8127"/>
                </a:lnTo>
                <a:lnTo>
                  <a:pt x="73758" y="7082"/>
                </a:lnTo>
                <a:lnTo>
                  <a:pt x="74635" y="8405"/>
                </a:lnTo>
                <a:lnTo>
                  <a:pt x="73547" y="10458"/>
                </a:lnTo>
                <a:lnTo>
                  <a:pt x="74621" y="11737"/>
                </a:lnTo>
                <a:lnTo>
                  <a:pt x="77084" y="10597"/>
                </a:lnTo>
                <a:lnTo>
                  <a:pt x="78217" y="11730"/>
                </a:lnTo>
                <a:lnTo>
                  <a:pt x="77047" y="14069"/>
                </a:lnTo>
                <a:lnTo>
                  <a:pt x="78217" y="15238"/>
                </a:lnTo>
                <a:lnTo>
                  <a:pt x="80555" y="14069"/>
                </a:lnTo>
                <a:lnTo>
                  <a:pt x="81623" y="15136"/>
                </a:lnTo>
                <a:lnTo>
                  <a:pt x="80577" y="17789"/>
                </a:lnTo>
                <a:lnTo>
                  <a:pt x="81900" y="18659"/>
                </a:lnTo>
                <a:lnTo>
                  <a:pt x="83954" y="17570"/>
                </a:lnTo>
                <a:lnTo>
                  <a:pt x="85233" y="18651"/>
                </a:lnTo>
                <a:lnTo>
                  <a:pt x="84093" y="21107"/>
                </a:lnTo>
                <a:lnTo>
                  <a:pt x="85094" y="22116"/>
                </a:lnTo>
                <a:lnTo>
                  <a:pt x="87842" y="21129"/>
                </a:lnTo>
                <a:lnTo>
                  <a:pt x="89099" y="23271"/>
                </a:lnTo>
                <a:lnTo>
                  <a:pt x="87689" y="26830"/>
                </a:lnTo>
                <a:lnTo>
                  <a:pt x="88303" y="29300"/>
                </a:lnTo>
                <a:lnTo>
                  <a:pt x="87718" y="31756"/>
                </a:lnTo>
                <a:lnTo>
                  <a:pt x="88405" y="32443"/>
                </a:lnTo>
                <a:lnTo>
                  <a:pt x="91592" y="31887"/>
                </a:lnTo>
                <a:lnTo>
                  <a:pt x="92110" y="34270"/>
                </a:lnTo>
                <a:lnTo>
                  <a:pt x="91650" y="37055"/>
                </a:lnTo>
                <a:lnTo>
                  <a:pt x="91650" y="55355"/>
                </a:lnTo>
                <a:lnTo>
                  <a:pt x="92133" y="58191"/>
                </a:lnTo>
                <a:lnTo>
                  <a:pt x="91577" y="60552"/>
                </a:lnTo>
                <a:lnTo>
                  <a:pt x="88412" y="59982"/>
                </a:lnTo>
                <a:lnTo>
                  <a:pt x="87718" y="60683"/>
                </a:lnTo>
                <a:lnTo>
                  <a:pt x="88303" y="63139"/>
                </a:lnTo>
                <a:lnTo>
                  <a:pt x="87689" y="65602"/>
                </a:lnTo>
                <a:lnTo>
                  <a:pt x="89099" y="69154"/>
                </a:lnTo>
                <a:lnTo>
                  <a:pt x="87835" y="71295"/>
                </a:lnTo>
                <a:lnTo>
                  <a:pt x="85094" y="70316"/>
                </a:lnTo>
                <a:lnTo>
                  <a:pt x="84152" y="71259"/>
                </a:lnTo>
                <a:lnTo>
                  <a:pt x="85204" y="73905"/>
                </a:lnTo>
                <a:lnTo>
                  <a:pt x="83881" y="74782"/>
                </a:lnTo>
                <a:lnTo>
                  <a:pt x="81827" y="73693"/>
                </a:lnTo>
                <a:lnTo>
                  <a:pt x="80548" y="74767"/>
                </a:lnTo>
                <a:lnTo>
                  <a:pt x="81688" y="77230"/>
                </a:lnTo>
                <a:lnTo>
                  <a:pt x="80556" y="78363"/>
                </a:lnTo>
                <a:lnTo>
                  <a:pt x="78217" y="77194"/>
                </a:lnTo>
                <a:lnTo>
                  <a:pt x="77047" y="78363"/>
                </a:lnTo>
                <a:lnTo>
                  <a:pt x="78217" y="80702"/>
                </a:lnTo>
                <a:lnTo>
                  <a:pt x="77142" y="81769"/>
                </a:lnTo>
                <a:lnTo>
                  <a:pt x="74497" y="80724"/>
                </a:lnTo>
                <a:lnTo>
                  <a:pt x="73627" y="82039"/>
                </a:lnTo>
                <a:lnTo>
                  <a:pt x="74709" y="84100"/>
                </a:lnTo>
                <a:lnTo>
                  <a:pt x="73634" y="85379"/>
                </a:lnTo>
                <a:lnTo>
                  <a:pt x="71179" y="84232"/>
                </a:lnTo>
                <a:lnTo>
                  <a:pt x="70221" y="85189"/>
                </a:lnTo>
                <a:lnTo>
                  <a:pt x="71098" y="88062"/>
                </a:lnTo>
                <a:lnTo>
                  <a:pt x="68788" y="89180"/>
                </a:lnTo>
                <a:lnTo>
                  <a:pt x="65602" y="87799"/>
                </a:lnTo>
                <a:lnTo>
                  <a:pt x="62986" y="88449"/>
                </a:lnTo>
                <a:lnTo>
                  <a:pt x="60530" y="87865"/>
                </a:lnTo>
                <a:lnTo>
                  <a:pt x="59865" y="88530"/>
                </a:lnTo>
                <a:lnTo>
                  <a:pt x="60362" y="91753"/>
                </a:lnTo>
                <a:lnTo>
                  <a:pt x="57942" y="921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744651" y="190171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2289" y="85395"/>
                </a:moveTo>
                <a:lnTo>
                  <a:pt x="31391" y="84496"/>
                </a:lnTo>
                <a:lnTo>
                  <a:pt x="32443" y="81843"/>
                </a:lnTo>
                <a:lnTo>
                  <a:pt x="31113" y="80965"/>
                </a:lnTo>
                <a:lnTo>
                  <a:pt x="29256" y="81806"/>
                </a:lnTo>
                <a:lnTo>
                  <a:pt x="27144" y="81024"/>
                </a:lnTo>
                <a:lnTo>
                  <a:pt x="22130" y="82420"/>
                </a:lnTo>
                <a:lnTo>
                  <a:pt x="20939" y="80965"/>
                </a:lnTo>
                <a:lnTo>
                  <a:pt x="21889" y="78305"/>
                </a:lnTo>
                <a:lnTo>
                  <a:pt x="20654" y="77516"/>
                </a:lnTo>
                <a:lnTo>
                  <a:pt x="18432" y="78553"/>
                </a:lnTo>
                <a:lnTo>
                  <a:pt x="17365" y="77486"/>
                </a:lnTo>
                <a:lnTo>
                  <a:pt x="18418" y="74841"/>
                </a:lnTo>
                <a:lnTo>
                  <a:pt x="17102" y="73971"/>
                </a:lnTo>
                <a:lnTo>
                  <a:pt x="15019" y="75053"/>
                </a:lnTo>
                <a:lnTo>
                  <a:pt x="13755" y="73956"/>
                </a:lnTo>
                <a:lnTo>
                  <a:pt x="14909" y="71522"/>
                </a:lnTo>
                <a:lnTo>
                  <a:pt x="13864" y="70477"/>
                </a:lnTo>
                <a:lnTo>
                  <a:pt x="11211" y="71522"/>
                </a:lnTo>
                <a:lnTo>
                  <a:pt x="10378" y="70258"/>
                </a:lnTo>
                <a:lnTo>
                  <a:pt x="11430" y="68044"/>
                </a:lnTo>
                <a:lnTo>
                  <a:pt x="10261" y="66874"/>
                </a:lnTo>
                <a:lnTo>
                  <a:pt x="7922" y="68043"/>
                </a:lnTo>
                <a:lnTo>
                  <a:pt x="6855" y="66969"/>
                </a:lnTo>
                <a:lnTo>
                  <a:pt x="7900" y="64324"/>
                </a:lnTo>
                <a:lnTo>
                  <a:pt x="6877" y="63644"/>
                </a:lnTo>
                <a:lnTo>
                  <a:pt x="4085" y="64404"/>
                </a:lnTo>
                <a:lnTo>
                  <a:pt x="3091" y="62613"/>
                </a:lnTo>
                <a:lnTo>
                  <a:pt x="3837" y="58513"/>
                </a:lnTo>
                <a:lnTo>
                  <a:pt x="3837" y="55926"/>
                </a:lnTo>
                <a:lnTo>
                  <a:pt x="4100" y="54398"/>
                </a:lnTo>
                <a:lnTo>
                  <a:pt x="3742" y="53104"/>
                </a:lnTo>
                <a:lnTo>
                  <a:pt x="614" y="53718"/>
                </a:lnTo>
                <a:lnTo>
                  <a:pt x="0" y="53097"/>
                </a:lnTo>
                <a:lnTo>
                  <a:pt x="358" y="50437"/>
                </a:lnTo>
                <a:lnTo>
                  <a:pt x="270" y="48763"/>
                </a:lnTo>
                <a:lnTo>
                  <a:pt x="402" y="47586"/>
                </a:lnTo>
                <a:lnTo>
                  <a:pt x="131" y="42945"/>
                </a:lnTo>
                <a:lnTo>
                  <a:pt x="329" y="39379"/>
                </a:lnTo>
                <a:lnTo>
                  <a:pt x="329" y="35052"/>
                </a:lnTo>
                <a:lnTo>
                  <a:pt x="0" y="33166"/>
                </a:lnTo>
                <a:lnTo>
                  <a:pt x="519" y="31953"/>
                </a:lnTo>
                <a:lnTo>
                  <a:pt x="3471" y="32764"/>
                </a:lnTo>
                <a:lnTo>
                  <a:pt x="4326" y="31902"/>
                </a:lnTo>
                <a:lnTo>
                  <a:pt x="3566" y="29571"/>
                </a:lnTo>
                <a:lnTo>
                  <a:pt x="4319" y="27648"/>
                </a:lnTo>
                <a:lnTo>
                  <a:pt x="2872" y="22656"/>
                </a:lnTo>
                <a:lnTo>
                  <a:pt x="4487" y="21348"/>
                </a:lnTo>
                <a:lnTo>
                  <a:pt x="6768" y="22474"/>
                </a:lnTo>
                <a:lnTo>
                  <a:pt x="7915" y="21275"/>
                </a:lnTo>
                <a:lnTo>
                  <a:pt x="6753" y="18958"/>
                </a:lnTo>
                <a:lnTo>
                  <a:pt x="7878" y="17833"/>
                </a:lnTo>
                <a:lnTo>
                  <a:pt x="10385" y="18958"/>
                </a:lnTo>
                <a:lnTo>
                  <a:pt x="11372" y="17701"/>
                </a:lnTo>
                <a:lnTo>
                  <a:pt x="10246" y="15465"/>
                </a:lnTo>
                <a:lnTo>
                  <a:pt x="11335" y="14376"/>
                </a:lnTo>
                <a:lnTo>
                  <a:pt x="13981" y="15428"/>
                </a:lnTo>
                <a:lnTo>
                  <a:pt x="14858" y="14105"/>
                </a:lnTo>
                <a:lnTo>
                  <a:pt x="13769" y="12051"/>
                </a:lnTo>
                <a:lnTo>
                  <a:pt x="14844" y="10773"/>
                </a:lnTo>
                <a:lnTo>
                  <a:pt x="17307" y="11913"/>
                </a:lnTo>
                <a:lnTo>
                  <a:pt x="18367" y="10853"/>
                </a:lnTo>
                <a:lnTo>
                  <a:pt x="17277" y="8266"/>
                </a:lnTo>
                <a:lnTo>
                  <a:pt x="18549" y="7367"/>
                </a:lnTo>
                <a:lnTo>
                  <a:pt x="20771" y="8448"/>
                </a:lnTo>
                <a:lnTo>
                  <a:pt x="21845" y="7367"/>
                </a:lnTo>
                <a:lnTo>
                  <a:pt x="20800" y="4721"/>
                </a:lnTo>
                <a:lnTo>
                  <a:pt x="22021" y="3910"/>
                </a:lnTo>
                <a:lnTo>
                  <a:pt x="24067" y="4509"/>
                </a:lnTo>
                <a:lnTo>
                  <a:pt x="25931" y="4158"/>
                </a:lnTo>
                <a:lnTo>
                  <a:pt x="27283" y="4355"/>
                </a:lnTo>
                <a:lnTo>
                  <a:pt x="29396" y="4355"/>
                </a:lnTo>
                <a:lnTo>
                  <a:pt x="30857" y="4575"/>
                </a:lnTo>
                <a:lnTo>
                  <a:pt x="31887" y="4363"/>
                </a:lnTo>
                <a:lnTo>
                  <a:pt x="32202" y="4275"/>
                </a:lnTo>
                <a:lnTo>
                  <a:pt x="31617" y="1132"/>
                </a:lnTo>
                <a:lnTo>
                  <a:pt x="32223" y="518"/>
                </a:lnTo>
                <a:lnTo>
                  <a:pt x="34884" y="884"/>
                </a:lnTo>
                <a:lnTo>
                  <a:pt x="36558" y="789"/>
                </a:lnTo>
                <a:lnTo>
                  <a:pt x="41279" y="745"/>
                </a:lnTo>
                <a:lnTo>
                  <a:pt x="45642" y="1176"/>
                </a:lnTo>
                <a:lnTo>
                  <a:pt x="49794" y="0"/>
                </a:lnTo>
                <a:lnTo>
                  <a:pt x="53251" y="950"/>
                </a:lnTo>
                <a:lnTo>
                  <a:pt x="52637" y="4078"/>
                </a:lnTo>
                <a:lnTo>
                  <a:pt x="53258" y="4692"/>
                </a:lnTo>
                <a:lnTo>
                  <a:pt x="55918" y="4334"/>
                </a:lnTo>
                <a:lnTo>
                  <a:pt x="57278" y="4407"/>
                </a:lnTo>
                <a:lnTo>
                  <a:pt x="59178" y="3997"/>
                </a:lnTo>
                <a:lnTo>
                  <a:pt x="60640" y="4699"/>
                </a:lnTo>
                <a:lnTo>
                  <a:pt x="62906" y="3829"/>
                </a:lnTo>
                <a:lnTo>
                  <a:pt x="63929" y="4845"/>
                </a:lnTo>
                <a:lnTo>
                  <a:pt x="62876" y="7498"/>
                </a:lnTo>
                <a:lnTo>
                  <a:pt x="64141" y="8331"/>
                </a:lnTo>
                <a:lnTo>
                  <a:pt x="66355" y="7279"/>
                </a:lnTo>
                <a:lnTo>
                  <a:pt x="67525" y="8448"/>
                </a:lnTo>
                <a:lnTo>
                  <a:pt x="66355" y="10787"/>
                </a:lnTo>
                <a:lnTo>
                  <a:pt x="67429" y="11854"/>
                </a:lnTo>
                <a:lnTo>
                  <a:pt x="70075" y="10809"/>
                </a:lnTo>
                <a:lnTo>
                  <a:pt x="70908" y="12066"/>
                </a:lnTo>
                <a:lnTo>
                  <a:pt x="69863" y="14295"/>
                </a:lnTo>
                <a:lnTo>
                  <a:pt x="71033" y="15457"/>
                </a:lnTo>
                <a:lnTo>
                  <a:pt x="73364" y="14288"/>
                </a:lnTo>
                <a:lnTo>
                  <a:pt x="74439" y="15362"/>
                </a:lnTo>
                <a:lnTo>
                  <a:pt x="73394" y="18008"/>
                </a:lnTo>
                <a:lnTo>
                  <a:pt x="74658" y="18841"/>
                </a:lnTo>
                <a:lnTo>
                  <a:pt x="76872" y="17796"/>
                </a:lnTo>
                <a:lnTo>
                  <a:pt x="78042" y="18958"/>
                </a:lnTo>
                <a:lnTo>
                  <a:pt x="76873" y="21297"/>
                </a:lnTo>
                <a:lnTo>
                  <a:pt x="77947" y="22371"/>
                </a:lnTo>
                <a:lnTo>
                  <a:pt x="80592" y="21327"/>
                </a:lnTo>
                <a:lnTo>
                  <a:pt x="81499" y="22686"/>
                </a:lnTo>
                <a:lnTo>
                  <a:pt x="80527" y="24506"/>
                </a:lnTo>
                <a:lnTo>
                  <a:pt x="81579" y="26662"/>
                </a:lnTo>
                <a:lnTo>
                  <a:pt x="79928" y="31559"/>
                </a:lnTo>
                <a:lnTo>
                  <a:pt x="81294" y="32677"/>
                </a:lnTo>
                <a:lnTo>
                  <a:pt x="84349" y="32055"/>
                </a:lnTo>
                <a:lnTo>
                  <a:pt x="84766" y="33283"/>
                </a:lnTo>
                <a:lnTo>
                  <a:pt x="84466" y="34979"/>
                </a:lnTo>
                <a:lnTo>
                  <a:pt x="84393" y="38260"/>
                </a:lnTo>
                <a:lnTo>
                  <a:pt x="84576" y="41813"/>
                </a:lnTo>
                <a:lnTo>
                  <a:pt x="84145" y="46161"/>
                </a:lnTo>
                <a:lnTo>
                  <a:pt x="85321" y="50313"/>
                </a:lnTo>
                <a:lnTo>
                  <a:pt x="84371" y="53770"/>
                </a:lnTo>
                <a:lnTo>
                  <a:pt x="81243" y="53156"/>
                </a:lnTo>
                <a:lnTo>
                  <a:pt x="80629" y="53770"/>
                </a:lnTo>
                <a:lnTo>
                  <a:pt x="80987" y="56437"/>
                </a:lnTo>
                <a:lnTo>
                  <a:pt x="80914" y="57797"/>
                </a:lnTo>
                <a:lnTo>
                  <a:pt x="81323" y="59690"/>
                </a:lnTo>
                <a:lnTo>
                  <a:pt x="80622" y="61151"/>
                </a:lnTo>
                <a:lnTo>
                  <a:pt x="81492" y="63424"/>
                </a:lnTo>
                <a:lnTo>
                  <a:pt x="80476" y="64440"/>
                </a:lnTo>
                <a:lnTo>
                  <a:pt x="77823" y="63395"/>
                </a:lnTo>
                <a:lnTo>
                  <a:pt x="76989" y="64659"/>
                </a:lnTo>
                <a:lnTo>
                  <a:pt x="78042" y="66874"/>
                </a:lnTo>
                <a:lnTo>
                  <a:pt x="76873" y="68044"/>
                </a:lnTo>
                <a:lnTo>
                  <a:pt x="74534" y="66874"/>
                </a:lnTo>
                <a:lnTo>
                  <a:pt x="73467" y="67948"/>
                </a:lnTo>
                <a:lnTo>
                  <a:pt x="74512" y="70594"/>
                </a:lnTo>
                <a:lnTo>
                  <a:pt x="73247" y="71427"/>
                </a:lnTo>
                <a:lnTo>
                  <a:pt x="71026" y="70382"/>
                </a:lnTo>
                <a:lnTo>
                  <a:pt x="69863" y="71552"/>
                </a:lnTo>
                <a:lnTo>
                  <a:pt x="71033" y="73883"/>
                </a:lnTo>
                <a:lnTo>
                  <a:pt x="69958" y="74957"/>
                </a:lnTo>
                <a:lnTo>
                  <a:pt x="67313" y="73905"/>
                </a:lnTo>
                <a:lnTo>
                  <a:pt x="66479" y="75170"/>
                </a:lnTo>
                <a:lnTo>
                  <a:pt x="67524" y="77391"/>
                </a:lnTo>
                <a:lnTo>
                  <a:pt x="66355" y="78553"/>
                </a:lnTo>
                <a:lnTo>
                  <a:pt x="64024" y="77384"/>
                </a:lnTo>
                <a:lnTo>
                  <a:pt x="62949" y="78458"/>
                </a:lnTo>
                <a:lnTo>
                  <a:pt x="63994" y="81111"/>
                </a:lnTo>
                <a:lnTo>
                  <a:pt x="62628" y="82018"/>
                </a:lnTo>
                <a:lnTo>
                  <a:pt x="60815" y="81046"/>
                </a:lnTo>
                <a:lnTo>
                  <a:pt x="58652" y="82098"/>
                </a:lnTo>
                <a:lnTo>
                  <a:pt x="53755" y="80447"/>
                </a:lnTo>
                <a:lnTo>
                  <a:pt x="52644" y="81813"/>
                </a:lnTo>
                <a:lnTo>
                  <a:pt x="53273" y="84861"/>
                </a:lnTo>
                <a:lnTo>
                  <a:pt x="52038" y="85285"/>
                </a:lnTo>
                <a:lnTo>
                  <a:pt x="50342" y="84985"/>
                </a:lnTo>
                <a:lnTo>
                  <a:pt x="37830" y="84985"/>
                </a:lnTo>
                <a:lnTo>
                  <a:pt x="36412" y="85204"/>
                </a:lnTo>
                <a:lnTo>
                  <a:pt x="34782" y="84846"/>
                </a:lnTo>
                <a:lnTo>
                  <a:pt x="32289" y="853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961746" y="1909121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5" h="71755">
                <a:moveTo>
                  <a:pt x="47900" y="71164"/>
                </a:moveTo>
                <a:lnTo>
                  <a:pt x="44853" y="70594"/>
                </a:lnTo>
                <a:lnTo>
                  <a:pt x="26793" y="70594"/>
                </a:lnTo>
                <a:lnTo>
                  <a:pt x="23679" y="71186"/>
                </a:lnTo>
                <a:lnTo>
                  <a:pt x="21450" y="70492"/>
                </a:lnTo>
                <a:lnTo>
                  <a:pt x="22035" y="67400"/>
                </a:lnTo>
                <a:lnTo>
                  <a:pt x="20851" y="65960"/>
                </a:lnTo>
                <a:lnTo>
                  <a:pt x="16035" y="67941"/>
                </a:lnTo>
                <a:lnTo>
                  <a:pt x="14222" y="66735"/>
                </a:lnTo>
                <a:lnTo>
                  <a:pt x="15194" y="64104"/>
                </a:lnTo>
                <a:lnTo>
                  <a:pt x="14763" y="63592"/>
                </a:lnTo>
                <a:lnTo>
                  <a:pt x="13813" y="63190"/>
                </a:lnTo>
                <a:lnTo>
                  <a:pt x="12147" y="64082"/>
                </a:lnTo>
                <a:lnTo>
                  <a:pt x="10743" y="63300"/>
                </a:lnTo>
                <a:lnTo>
                  <a:pt x="11701" y="60515"/>
                </a:lnTo>
                <a:lnTo>
                  <a:pt x="10765" y="59594"/>
                </a:lnTo>
                <a:lnTo>
                  <a:pt x="8120" y="60639"/>
                </a:lnTo>
                <a:lnTo>
                  <a:pt x="7213" y="59273"/>
                </a:lnTo>
                <a:lnTo>
                  <a:pt x="8185" y="57460"/>
                </a:lnTo>
                <a:lnTo>
                  <a:pt x="7754" y="56576"/>
                </a:lnTo>
                <a:lnTo>
                  <a:pt x="7235" y="56145"/>
                </a:lnTo>
                <a:lnTo>
                  <a:pt x="4604" y="57117"/>
                </a:lnTo>
                <a:lnTo>
                  <a:pt x="3873" y="56020"/>
                </a:lnTo>
                <a:lnTo>
                  <a:pt x="4282" y="53762"/>
                </a:lnTo>
                <a:lnTo>
                  <a:pt x="4217" y="52563"/>
                </a:lnTo>
                <a:lnTo>
                  <a:pt x="4582" y="49896"/>
                </a:lnTo>
                <a:lnTo>
                  <a:pt x="3939" y="49260"/>
                </a:lnTo>
                <a:lnTo>
                  <a:pt x="855" y="49932"/>
                </a:lnTo>
                <a:lnTo>
                  <a:pt x="146" y="47689"/>
                </a:lnTo>
                <a:lnTo>
                  <a:pt x="745" y="44546"/>
                </a:lnTo>
                <a:lnTo>
                  <a:pt x="745" y="38056"/>
                </a:lnTo>
                <a:lnTo>
                  <a:pt x="95" y="32961"/>
                </a:lnTo>
                <a:lnTo>
                  <a:pt x="898" y="27451"/>
                </a:lnTo>
                <a:lnTo>
                  <a:pt x="0" y="22108"/>
                </a:lnTo>
                <a:lnTo>
                  <a:pt x="1154" y="21166"/>
                </a:lnTo>
                <a:lnTo>
                  <a:pt x="4041" y="21940"/>
                </a:lnTo>
                <a:lnTo>
                  <a:pt x="4852" y="20230"/>
                </a:lnTo>
                <a:lnTo>
                  <a:pt x="3222" y="15326"/>
                </a:lnTo>
                <a:lnTo>
                  <a:pt x="4947" y="13915"/>
                </a:lnTo>
                <a:lnTo>
                  <a:pt x="6957" y="14939"/>
                </a:lnTo>
                <a:lnTo>
                  <a:pt x="7754" y="14485"/>
                </a:lnTo>
                <a:lnTo>
                  <a:pt x="8214" y="13784"/>
                </a:lnTo>
                <a:lnTo>
                  <a:pt x="7169" y="11562"/>
                </a:lnTo>
                <a:lnTo>
                  <a:pt x="8331" y="10400"/>
                </a:lnTo>
                <a:lnTo>
                  <a:pt x="10670" y="11562"/>
                </a:lnTo>
                <a:lnTo>
                  <a:pt x="11839" y="10400"/>
                </a:lnTo>
                <a:lnTo>
                  <a:pt x="10670" y="8061"/>
                </a:lnTo>
                <a:lnTo>
                  <a:pt x="11839" y="6892"/>
                </a:lnTo>
                <a:lnTo>
                  <a:pt x="14069" y="7944"/>
                </a:lnTo>
                <a:lnTo>
                  <a:pt x="14763" y="7476"/>
                </a:lnTo>
                <a:lnTo>
                  <a:pt x="15223" y="6775"/>
                </a:lnTo>
                <a:lnTo>
                  <a:pt x="14179" y="4560"/>
                </a:lnTo>
                <a:lnTo>
                  <a:pt x="15348" y="3391"/>
                </a:lnTo>
                <a:lnTo>
                  <a:pt x="17570" y="4436"/>
                </a:lnTo>
                <a:lnTo>
                  <a:pt x="18966" y="3508"/>
                </a:lnTo>
                <a:lnTo>
                  <a:pt x="21187" y="4560"/>
                </a:lnTo>
                <a:lnTo>
                  <a:pt x="22160" y="3581"/>
                </a:lnTo>
                <a:lnTo>
                  <a:pt x="21312" y="679"/>
                </a:lnTo>
                <a:lnTo>
                  <a:pt x="22678" y="43"/>
                </a:lnTo>
                <a:lnTo>
                  <a:pt x="24294" y="687"/>
                </a:lnTo>
                <a:lnTo>
                  <a:pt x="27356" y="0"/>
                </a:lnTo>
                <a:lnTo>
                  <a:pt x="30148" y="467"/>
                </a:lnTo>
                <a:lnTo>
                  <a:pt x="47316" y="467"/>
                </a:lnTo>
                <a:lnTo>
                  <a:pt x="48887" y="197"/>
                </a:lnTo>
                <a:lnTo>
                  <a:pt x="50144" y="562"/>
                </a:lnTo>
                <a:lnTo>
                  <a:pt x="49582" y="3668"/>
                </a:lnTo>
                <a:lnTo>
                  <a:pt x="50758" y="5108"/>
                </a:lnTo>
                <a:lnTo>
                  <a:pt x="55575" y="3128"/>
                </a:lnTo>
                <a:lnTo>
                  <a:pt x="57358" y="4341"/>
                </a:lnTo>
                <a:lnTo>
                  <a:pt x="56408" y="6972"/>
                </a:lnTo>
                <a:lnTo>
                  <a:pt x="56853" y="7476"/>
                </a:lnTo>
                <a:lnTo>
                  <a:pt x="57804" y="7878"/>
                </a:lnTo>
                <a:lnTo>
                  <a:pt x="59463" y="6987"/>
                </a:lnTo>
                <a:lnTo>
                  <a:pt x="60873" y="7761"/>
                </a:lnTo>
                <a:lnTo>
                  <a:pt x="59916" y="10546"/>
                </a:lnTo>
                <a:lnTo>
                  <a:pt x="60844" y="11467"/>
                </a:lnTo>
                <a:lnTo>
                  <a:pt x="63497" y="10422"/>
                </a:lnTo>
                <a:lnTo>
                  <a:pt x="64403" y="11788"/>
                </a:lnTo>
                <a:lnTo>
                  <a:pt x="63431" y="13608"/>
                </a:lnTo>
                <a:lnTo>
                  <a:pt x="63863" y="14485"/>
                </a:lnTo>
                <a:lnTo>
                  <a:pt x="64382" y="14924"/>
                </a:lnTo>
                <a:lnTo>
                  <a:pt x="67013" y="13952"/>
                </a:lnTo>
                <a:lnTo>
                  <a:pt x="67744" y="15048"/>
                </a:lnTo>
                <a:lnTo>
                  <a:pt x="67327" y="17299"/>
                </a:lnTo>
                <a:lnTo>
                  <a:pt x="67393" y="18505"/>
                </a:lnTo>
                <a:lnTo>
                  <a:pt x="67034" y="21173"/>
                </a:lnTo>
                <a:lnTo>
                  <a:pt x="67663" y="21787"/>
                </a:lnTo>
                <a:lnTo>
                  <a:pt x="70777" y="21151"/>
                </a:lnTo>
                <a:lnTo>
                  <a:pt x="71434" y="23438"/>
                </a:lnTo>
                <a:lnTo>
                  <a:pt x="70872" y="26486"/>
                </a:lnTo>
                <a:lnTo>
                  <a:pt x="70872" y="44546"/>
                </a:lnTo>
                <a:lnTo>
                  <a:pt x="71456" y="47659"/>
                </a:lnTo>
                <a:lnTo>
                  <a:pt x="70769" y="49888"/>
                </a:lnTo>
                <a:lnTo>
                  <a:pt x="67678" y="49304"/>
                </a:lnTo>
                <a:lnTo>
                  <a:pt x="66231" y="50495"/>
                </a:lnTo>
                <a:lnTo>
                  <a:pt x="68211" y="55304"/>
                </a:lnTo>
                <a:lnTo>
                  <a:pt x="67005" y="57117"/>
                </a:lnTo>
                <a:lnTo>
                  <a:pt x="64382" y="56145"/>
                </a:lnTo>
                <a:lnTo>
                  <a:pt x="63863" y="56576"/>
                </a:lnTo>
                <a:lnTo>
                  <a:pt x="63461" y="57526"/>
                </a:lnTo>
                <a:lnTo>
                  <a:pt x="64352" y="59192"/>
                </a:lnTo>
                <a:lnTo>
                  <a:pt x="63578" y="60596"/>
                </a:lnTo>
                <a:lnTo>
                  <a:pt x="60793" y="59645"/>
                </a:lnTo>
                <a:lnTo>
                  <a:pt x="59872" y="60574"/>
                </a:lnTo>
                <a:lnTo>
                  <a:pt x="60917" y="63219"/>
                </a:lnTo>
                <a:lnTo>
                  <a:pt x="59550" y="64126"/>
                </a:lnTo>
                <a:lnTo>
                  <a:pt x="57738" y="63154"/>
                </a:lnTo>
                <a:lnTo>
                  <a:pt x="56853" y="63592"/>
                </a:lnTo>
                <a:lnTo>
                  <a:pt x="56422" y="64104"/>
                </a:lnTo>
                <a:lnTo>
                  <a:pt x="57394" y="66742"/>
                </a:lnTo>
                <a:lnTo>
                  <a:pt x="56291" y="67473"/>
                </a:lnTo>
                <a:lnTo>
                  <a:pt x="54040" y="67057"/>
                </a:lnTo>
                <a:lnTo>
                  <a:pt x="52841" y="67122"/>
                </a:lnTo>
                <a:lnTo>
                  <a:pt x="50173" y="66757"/>
                </a:lnTo>
                <a:lnTo>
                  <a:pt x="49552" y="67386"/>
                </a:lnTo>
                <a:lnTo>
                  <a:pt x="50188" y="70499"/>
                </a:lnTo>
                <a:lnTo>
                  <a:pt x="47900" y="711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2179259" y="1916041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20200" y="57234"/>
                </a:moveTo>
                <a:lnTo>
                  <a:pt x="17957" y="56561"/>
                </a:lnTo>
                <a:lnTo>
                  <a:pt x="18527" y="53463"/>
                </a:lnTo>
                <a:lnTo>
                  <a:pt x="17343" y="52023"/>
                </a:lnTo>
                <a:lnTo>
                  <a:pt x="12534" y="54003"/>
                </a:lnTo>
                <a:lnTo>
                  <a:pt x="10721" y="52797"/>
                </a:lnTo>
                <a:lnTo>
                  <a:pt x="11693" y="50174"/>
                </a:lnTo>
                <a:lnTo>
                  <a:pt x="11255" y="49647"/>
                </a:lnTo>
                <a:lnTo>
                  <a:pt x="10378" y="49216"/>
                </a:lnTo>
                <a:lnTo>
                  <a:pt x="8558" y="50188"/>
                </a:lnTo>
                <a:lnTo>
                  <a:pt x="7191" y="49275"/>
                </a:lnTo>
                <a:lnTo>
                  <a:pt x="8244" y="46636"/>
                </a:lnTo>
                <a:lnTo>
                  <a:pt x="7227" y="45627"/>
                </a:lnTo>
                <a:lnTo>
                  <a:pt x="4684" y="46724"/>
                </a:lnTo>
                <a:lnTo>
                  <a:pt x="3880" y="45657"/>
                </a:lnTo>
                <a:lnTo>
                  <a:pt x="4282" y="43274"/>
                </a:lnTo>
                <a:lnTo>
                  <a:pt x="4224" y="42134"/>
                </a:lnTo>
                <a:lnTo>
                  <a:pt x="4582" y="39459"/>
                </a:lnTo>
                <a:lnTo>
                  <a:pt x="3954" y="38838"/>
                </a:lnTo>
                <a:lnTo>
                  <a:pt x="840" y="39481"/>
                </a:lnTo>
                <a:lnTo>
                  <a:pt x="175" y="37208"/>
                </a:lnTo>
                <a:lnTo>
                  <a:pt x="745" y="34138"/>
                </a:lnTo>
                <a:lnTo>
                  <a:pt x="745" y="29863"/>
                </a:lnTo>
                <a:lnTo>
                  <a:pt x="423" y="27334"/>
                </a:lnTo>
                <a:lnTo>
                  <a:pt x="898" y="24038"/>
                </a:lnTo>
                <a:lnTo>
                  <a:pt x="0" y="18695"/>
                </a:lnTo>
                <a:lnTo>
                  <a:pt x="1081" y="17811"/>
                </a:lnTo>
                <a:lnTo>
                  <a:pt x="4129" y="18439"/>
                </a:lnTo>
                <a:lnTo>
                  <a:pt x="4553" y="17219"/>
                </a:lnTo>
                <a:lnTo>
                  <a:pt x="4246" y="15509"/>
                </a:lnTo>
                <a:lnTo>
                  <a:pt x="4246" y="14010"/>
                </a:lnTo>
                <a:lnTo>
                  <a:pt x="3909" y="11496"/>
                </a:lnTo>
                <a:lnTo>
                  <a:pt x="4699" y="10509"/>
                </a:lnTo>
                <a:lnTo>
                  <a:pt x="7155" y="11533"/>
                </a:lnTo>
                <a:lnTo>
                  <a:pt x="7754" y="11080"/>
                </a:lnTo>
                <a:lnTo>
                  <a:pt x="8214" y="10371"/>
                </a:lnTo>
                <a:lnTo>
                  <a:pt x="7169" y="8156"/>
                </a:lnTo>
                <a:lnTo>
                  <a:pt x="8244" y="7089"/>
                </a:lnTo>
                <a:lnTo>
                  <a:pt x="10889" y="8134"/>
                </a:lnTo>
                <a:lnTo>
                  <a:pt x="11649" y="6994"/>
                </a:lnTo>
                <a:lnTo>
                  <a:pt x="10728" y="4465"/>
                </a:lnTo>
                <a:lnTo>
                  <a:pt x="12505" y="3135"/>
                </a:lnTo>
                <a:lnTo>
                  <a:pt x="17321" y="5233"/>
                </a:lnTo>
                <a:lnTo>
                  <a:pt x="18527" y="3756"/>
                </a:lnTo>
                <a:lnTo>
                  <a:pt x="17957" y="657"/>
                </a:lnTo>
                <a:lnTo>
                  <a:pt x="19206" y="285"/>
                </a:lnTo>
                <a:lnTo>
                  <a:pt x="20799" y="562"/>
                </a:lnTo>
                <a:lnTo>
                  <a:pt x="34328" y="562"/>
                </a:lnTo>
                <a:lnTo>
                  <a:pt x="37375" y="0"/>
                </a:lnTo>
                <a:lnTo>
                  <a:pt x="39693" y="672"/>
                </a:lnTo>
                <a:lnTo>
                  <a:pt x="38947" y="3888"/>
                </a:lnTo>
                <a:lnTo>
                  <a:pt x="40599" y="4706"/>
                </a:lnTo>
                <a:lnTo>
                  <a:pt x="45481" y="3025"/>
                </a:lnTo>
                <a:lnTo>
                  <a:pt x="46863" y="4721"/>
                </a:lnTo>
                <a:lnTo>
                  <a:pt x="45737" y="7001"/>
                </a:lnTo>
                <a:lnTo>
                  <a:pt x="46935" y="8149"/>
                </a:lnTo>
                <a:lnTo>
                  <a:pt x="49252" y="6987"/>
                </a:lnTo>
                <a:lnTo>
                  <a:pt x="50422" y="8156"/>
                </a:lnTo>
                <a:lnTo>
                  <a:pt x="49326" y="10349"/>
                </a:lnTo>
                <a:lnTo>
                  <a:pt x="49829" y="11080"/>
                </a:lnTo>
                <a:lnTo>
                  <a:pt x="50348" y="11511"/>
                </a:lnTo>
                <a:lnTo>
                  <a:pt x="52979" y="10539"/>
                </a:lnTo>
                <a:lnTo>
                  <a:pt x="53710" y="11635"/>
                </a:lnTo>
                <a:lnTo>
                  <a:pt x="53301" y="13893"/>
                </a:lnTo>
                <a:lnTo>
                  <a:pt x="53359" y="15092"/>
                </a:lnTo>
                <a:lnTo>
                  <a:pt x="53001" y="17760"/>
                </a:lnTo>
                <a:lnTo>
                  <a:pt x="53622" y="18374"/>
                </a:lnTo>
                <a:lnTo>
                  <a:pt x="56750" y="17753"/>
                </a:lnTo>
                <a:lnTo>
                  <a:pt x="57393" y="20055"/>
                </a:lnTo>
                <a:lnTo>
                  <a:pt x="56838" y="23051"/>
                </a:lnTo>
                <a:lnTo>
                  <a:pt x="56838" y="29739"/>
                </a:lnTo>
                <a:lnTo>
                  <a:pt x="56970" y="30988"/>
                </a:lnTo>
                <a:lnTo>
                  <a:pt x="56714" y="33159"/>
                </a:lnTo>
                <a:lnTo>
                  <a:pt x="57554" y="38546"/>
                </a:lnTo>
                <a:lnTo>
                  <a:pt x="56502" y="39401"/>
                </a:lnTo>
                <a:lnTo>
                  <a:pt x="53454" y="38772"/>
                </a:lnTo>
                <a:lnTo>
                  <a:pt x="52752" y="40818"/>
                </a:lnTo>
                <a:lnTo>
                  <a:pt x="54382" y="44751"/>
                </a:lnTo>
                <a:lnTo>
                  <a:pt x="52899" y="46724"/>
                </a:lnTo>
                <a:lnTo>
                  <a:pt x="50348" y="45627"/>
                </a:lnTo>
                <a:lnTo>
                  <a:pt x="49339" y="46636"/>
                </a:lnTo>
                <a:lnTo>
                  <a:pt x="50392" y="49282"/>
                </a:lnTo>
                <a:lnTo>
                  <a:pt x="49025" y="50188"/>
                </a:lnTo>
                <a:lnTo>
                  <a:pt x="47205" y="49216"/>
                </a:lnTo>
                <a:lnTo>
                  <a:pt x="46328" y="49647"/>
                </a:lnTo>
                <a:lnTo>
                  <a:pt x="45890" y="50173"/>
                </a:lnTo>
                <a:lnTo>
                  <a:pt x="46862" y="52805"/>
                </a:lnTo>
                <a:lnTo>
                  <a:pt x="45765" y="53528"/>
                </a:lnTo>
                <a:lnTo>
                  <a:pt x="43514" y="53119"/>
                </a:lnTo>
                <a:lnTo>
                  <a:pt x="42309" y="53185"/>
                </a:lnTo>
                <a:lnTo>
                  <a:pt x="39641" y="52819"/>
                </a:lnTo>
                <a:lnTo>
                  <a:pt x="39013" y="53462"/>
                </a:lnTo>
                <a:lnTo>
                  <a:pt x="39678" y="56554"/>
                </a:lnTo>
                <a:lnTo>
                  <a:pt x="38399" y="56949"/>
                </a:lnTo>
                <a:lnTo>
                  <a:pt x="36769" y="56664"/>
                </a:lnTo>
                <a:lnTo>
                  <a:pt x="23277" y="56664"/>
                </a:lnTo>
                <a:lnTo>
                  <a:pt x="20200" y="572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2396770" y="1922846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11818" y="43559"/>
                </a:moveTo>
                <a:lnTo>
                  <a:pt x="10655" y="42134"/>
                </a:lnTo>
                <a:lnTo>
                  <a:pt x="11686" y="40124"/>
                </a:lnTo>
                <a:lnTo>
                  <a:pt x="11233" y="39335"/>
                </a:lnTo>
                <a:lnTo>
                  <a:pt x="10524" y="38875"/>
                </a:lnTo>
                <a:lnTo>
                  <a:pt x="8309" y="39920"/>
                </a:lnTo>
                <a:lnTo>
                  <a:pt x="7235" y="38845"/>
                </a:lnTo>
                <a:lnTo>
                  <a:pt x="8288" y="36200"/>
                </a:lnTo>
                <a:lnTo>
                  <a:pt x="7023" y="35366"/>
                </a:lnTo>
                <a:lnTo>
                  <a:pt x="4809" y="36412"/>
                </a:lnTo>
                <a:lnTo>
                  <a:pt x="3639" y="35249"/>
                </a:lnTo>
                <a:lnTo>
                  <a:pt x="4809" y="32911"/>
                </a:lnTo>
                <a:lnTo>
                  <a:pt x="3734" y="31836"/>
                </a:lnTo>
                <a:lnTo>
                  <a:pt x="1081" y="32881"/>
                </a:lnTo>
                <a:lnTo>
                  <a:pt x="263" y="31639"/>
                </a:lnTo>
                <a:lnTo>
                  <a:pt x="899" y="29644"/>
                </a:lnTo>
                <a:lnTo>
                  <a:pt x="489" y="27794"/>
                </a:lnTo>
                <a:lnTo>
                  <a:pt x="716" y="26362"/>
                </a:lnTo>
                <a:lnTo>
                  <a:pt x="716" y="23036"/>
                </a:lnTo>
                <a:lnTo>
                  <a:pt x="460" y="20566"/>
                </a:lnTo>
                <a:lnTo>
                  <a:pt x="840" y="17255"/>
                </a:lnTo>
                <a:lnTo>
                  <a:pt x="0" y="11869"/>
                </a:lnTo>
                <a:lnTo>
                  <a:pt x="1418" y="10707"/>
                </a:lnTo>
                <a:lnTo>
                  <a:pt x="3427" y="11738"/>
                </a:lnTo>
                <a:lnTo>
                  <a:pt x="4224" y="11284"/>
                </a:lnTo>
                <a:lnTo>
                  <a:pt x="4619" y="10334"/>
                </a:lnTo>
                <a:lnTo>
                  <a:pt x="3727" y="8668"/>
                </a:lnTo>
                <a:lnTo>
                  <a:pt x="4509" y="7264"/>
                </a:lnTo>
                <a:lnTo>
                  <a:pt x="7293" y="8215"/>
                </a:lnTo>
                <a:lnTo>
                  <a:pt x="8215" y="7286"/>
                </a:lnTo>
                <a:lnTo>
                  <a:pt x="7162" y="4641"/>
                </a:lnTo>
                <a:lnTo>
                  <a:pt x="8529" y="3764"/>
                </a:lnTo>
                <a:lnTo>
                  <a:pt x="10356" y="4714"/>
                </a:lnTo>
                <a:lnTo>
                  <a:pt x="11233" y="4275"/>
                </a:lnTo>
                <a:lnTo>
                  <a:pt x="11693" y="3566"/>
                </a:lnTo>
                <a:lnTo>
                  <a:pt x="10648" y="1352"/>
                </a:lnTo>
                <a:lnTo>
                  <a:pt x="11686" y="314"/>
                </a:lnTo>
                <a:lnTo>
                  <a:pt x="14090" y="964"/>
                </a:lnTo>
                <a:lnTo>
                  <a:pt x="15669" y="489"/>
                </a:lnTo>
                <a:lnTo>
                  <a:pt x="17262" y="767"/>
                </a:lnTo>
                <a:lnTo>
                  <a:pt x="20522" y="767"/>
                </a:lnTo>
                <a:lnTo>
                  <a:pt x="22992" y="504"/>
                </a:lnTo>
                <a:lnTo>
                  <a:pt x="27224" y="994"/>
                </a:lnTo>
                <a:lnTo>
                  <a:pt x="30476" y="0"/>
                </a:lnTo>
                <a:lnTo>
                  <a:pt x="32720" y="957"/>
                </a:lnTo>
                <a:lnTo>
                  <a:pt x="31902" y="3910"/>
                </a:lnTo>
                <a:lnTo>
                  <a:pt x="32866" y="4867"/>
                </a:lnTo>
                <a:lnTo>
                  <a:pt x="35169" y="3705"/>
                </a:lnTo>
                <a:lnTo>
                  <a:pt x="36367" y="4823"/>
                </a:lnTo>
                <a:lnTo>
                  <a:pt x="35205" y="7206"/>
                </a:lnTo>
                <a:lnTo>
                  <a:pt x="36265" y="8266"/>
                </a:lnTo>
                <a:lnTo>
                  <a:pt x="38911" y="7221"/>
                </a:lnTo>
                <a:lnTo>
                  <a:pt x="39817" y="8580"/>
                </a:lnTo>
                <a:lnTo>
                  <a:pt x="38845" y="10400"/>
                </a:lnTo>
                <a:lnTo>
                  <a:pt x="39283" y="11284"/>
                </a:lnTo>
                <a:lnTo>
                  <a:pt x="39985" y="11745"/>
                </a:lnTo>
                <a:lnTo>
                  <a:pt x="42199" y="10700"/>
                </a:lnTo>
                <a:lnTo>
                  <a:pt x="43237" y="11738"/>
                </a:lnTo>
                <a:lnTo>
                  <a:pt x="42594" y="14149"/>
                </a:lnTo>
                <a:lnTo>
                  <a:pt x="43069" y="15721"/>
                </a:lnTo>
                <a:lnTo>
                  <a:pt x="42784" y="17314"/>
                </a:lnTo>
                <a:lnTo>
                  <a:pt x="42784" y="20552"/>
                </a:lnTo>
                <a:lnTo>
                  <a:pt x="43099" y="23073"/>
                </a:lnTo>
                <a:lnTo>
                  <a:pt x="42638" y="26377"/>
                </a:lnTo>
                <a:lnTo>
                  <a:pt x="43530" y="31727"/>
                </a:lnTo>
                <a:lnTo>
                  <a:pt x="42082" y="32896"/>
                </a:lnTo>
                <a:lnTo>
                  <a:pt x="40073" y="31873"/>
                </a:lnTo>
                <a:lnTo>
                  <a:pt x="39283" y="32326"/>
                </a:lnTo>
                <a:lnTo>
                  <a:pt x="38815" y="33028"/>
                </a:lnTo>
                <a:lnTo>
                  <a:pt x="39868" y="35249"/>
                </a:lnTo>
                <a:lnTo>
                  <a:pt x="38794" y="36317"/>
                </a:lnTo>
                <a:lnTo>
                  <a:pt x="36148" y="35271"/>
                </a:lnTo>
                <a:lnTo>
                  <a:pt x="35315" y="36536"/>
                </a:lnTo>
                <a:lnTo>
                  <a:pt x="36360" y="38750"/>
                </a:lnTo>
                <a:lnTo>
                  <a:pt x="35191" y="39920"/>
                </a:lnTo>
                <a:lnTo>
                  <a:pt x="32859" y="38750"/>
                </a:lnTo>
                <a:lnTo>
                  <a:pt x="31785" y="39824"/>
                </a:lnTo>
                <a:lnTo>
                  <a:pt x="32830" y="42470"/>
                </a:lnTo>
                <a:lnTo>
                  <a:pt x="31580" y="43296"/>
                </a:lnTo>
                <a:lnTo>
                  <a:pt x="29592" y="42653"/>
                </a:lnTo>
                <a:lnTo>
                  <a:pt x="26691" y="43311"/>
                </a:lnTo>
                <a:lnTo>
                  <a:pt x="23892" y="42836"/>
                </a:lnTo>
                <a:lnTo>
                  <a:pt x="20617" y="42836"/>
                </a:lnTo>
                <a:lnTo>
                  <a:pt x="19375" y="42975"/>
                </a:lnTo>
                <a:lnTo>
                  <a:pt x="17204" y="42719"/>
                </a:lnTo>
                <a:lnTo>
                  <a:pt x="11818" y="43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2617746" y="1933385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60" h="22860">
                <a:moveTo>
                  <a:pt x="5335" y="22547"/>
                </a:moveTo>
                <a:lnTo>
                  <a:pt x="3705" y="21406"/>
                </a:lnTo>
                <a:lnTo>
                  <a:pt x="4699" y="18826"/>
                </a:lnTo>
                <a:lnTo>
                  <a:pt x="4253" y="18286"/>
                </a:lnTo>
                <a:lnTo>
                  <a:pt x="3720" y="17847"/>
                </a:lnTo>
                <a:lnTo>
                  <a:pt x="1133" y="18834"/>
                </a:lnTo>
                <a:lnTo>
                  <a:pt x="0" y="17219"/>
                </a:lnTo>
                <a:lnTo>
                  <a:pt x="753" y="12643"/>
                </a:lnTo>
                <a:lnTo>
                  <a:pt x="753" y="4253"/>
                </a:lnTo>
                <a:lnTo>
                  <a:pt x="1454" y="3793"/>
                </a:lnTo>
                <a:lnTo>
                  <a:pt x="3676" y="4838"/>
                </a:lnTo>
                <a:lnTo>
                  <a:pt x="4633" y="3880"/>
                </a:lnTo>
                <a:lnTo>
                  <a:pt x="3808" y="942"/>
                </a:lnTo>
                <a:lnTo>
                  <a:pt x="5869" y="51"/>
                </a:lnTo>
                <a:lnTo>
                  <a:pt x="9493" y="752"/>
                </a:lnTo>
                <a:lnTo>
                  <a:pt x="12644" y="752"/>
                </a:lnTo>
                <a:lnTo>
                  <a:pt x="17212" y="0"/>
                </a:lnTo>
                <a:lnTo>
                  <a:pt x="18805" y="1118"/>
                </a:lnTo>
                <a:lnTo>
                  <a:pt x="17855" y="3749"/>
                </a:lnTo>
                <a:lnTo>
                  <a:pt x="18286" y="4260"/>
                </a:lnTo>
                <a:lnTo>
                  <a:pt x="18761" y="4677"/>
                </a:lnTo>
                <a:lnTo>
                  <a:pt x="21480" y="3749"/>
                </a:lnTo>
                <a:lnTo>
                  <a:pt x="22137" y="4838"/>
                </a:lnTo>
                <a:lnTo>
                  <a:pt x="21787" y="7074"/>
                </a:lnTo>
                <a:lnTo>
                  <a:pt x="21787" y="12643"/>
                </a:lnTo>
                <a:lnTo>
                  <a:pt x="22540" y="17211"/>
                </a:lnTo>
                <a:lnTo>
                  <a:pt x="21407" y="18834"/>
                </a:lnTo>
                <a:lnTo>
                  <a:pt x="18819" y="17847"/>
                </a:lnTo>
                <a:lnTo>
                  <a:pt x="18286" y="18286"/>
                </a:lnTo>
                <a:lnTo>
                  <a:pt x="17862" y="18768"/>
                </a:lnTo>
                <a:lnTo>
                  <a:pt x="18797" y="21487"/>
                </a:lnTo>
                <a:lnTo>
                  <a:pt x="17701" y="22145"/>
                </a:lnTo>
                <a:lnTo>
                  <a:pt x="15472" y="21794"/>
                </a:lnTo>
                <a:lnTo>
                  <a:pt x="9896" y="21794"/>
                </a:lnTo>
                <a:lnTo>
                  <a:pt x="5335" y="225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0" name="object 220"/>
          <p:cNvGrpSpPr/>
          <p:nvPr/>
        </p:nvGrpSpPr>
        <p:grpSpPr>
          <a:xfrm>
            <a:off x="365732" y="1996423"/>
            <a:ext cx="106680" cy="106680"/>
            <a:chOff x="365732" y="1996423"/>
            <a:chExt cx="106680" cy="106680"/>
          </a:xfrm>
        </p:grpSpPr>
        <p:sp>
          <p:nvSpPr>
            <p:cNvPr id="221" name="object 221"/>
            <p:cNvSpPr/>
            <p:nvPr/>
          </p:nvSpPr>
          <p:spPr>
            <a:xfrm>
              <a:off x="365721" y="1996426"/>
              <a:ext cx="106680" cy="85090"/>
            </a:xfrm>
            <a:custGeom>
              <a:avLst/>
              <a:gdLst/>
              <a:ahLst/>
              <a:cxnLst/>
              <a:rect l="l" t="t" r="r" b="b"/>
              <a:pathLst>
                <a:path w="106679" h="85089">
                  <a:moveTo>
                    <a:pt x="106057" y="52070"/>
                  </a:moveTo>
                  <a:lnTo>
                    <a:pt x="105829" y="52070"/>
                  </a:lnTo>
                  <a:lnTo>
                    <a:pt x="105829" y="49530"/>
                  </a:lnTo>
                  <a:lnTo>
                    <a:pt x="105816" y="48260"/>
                  </a:lnTo>
                  <a:lnTo>
                    <a:pt x="106045" y="48260"/>
                  </a:lnTo>
                  <a:lnTo>
                    <a:pt x="106045" y="46990"/>
                  </a:lnTo>
                  <a:lnTo>
                    <a:pt x="105727" y="46990"/>
                  </a:lnTo>
                  <a:lnTo>
                    <a:pt x="105727" y="45720"/>
                  </a:lnTo>
                  <a:lnTo>
                    <a:pt x="104203" y="45720"/>
                  </a:lnTo>
                  <a:lnTo>
                    <a:pt x="104203" y="46990"/>
                  </a:lnTo>
                  <a:lnTo>
                    <a:pt x="102196" y="46990"/>
                  </a:lnTo>
                  <a:lnTo>
                    <a:pt x="102196" y="45720"/>
                  </a:lnTo>
                  <a:lnTo>
                    <a:pt x="102209" y="43180"/>
                  </a:lnTo>
                  <a:lnTo>
                    <a:pt x="102184" y="41910"/>
                  </a:lnTo>
                  <a:lnTo>
                    <a:pt x="102146" y="40640"/>
                  </a:lnTo>
                  <a:lnTo>
                    <a:pt x="102273" y="40640"/>
                  </a:lnTo>
                  <a:lnTo>
                    <a:pt x="102273" y="38100"/>
                  </a:lnTo>
                  <a:lnTo>
                    <a:pt x="102425" y="38100"/>
                  </a:lnTo>
                  <a:lnTo>
                    <a:pt x="102425" y="35560"/>
                  </a:lnTo>
                  <a:lnTo>
                    <a:pt x="102793" y="35560"/>
                  </a:lnTo>
                  <a:lnTo>
                    <a:pt x="102793" y="34290"/>
                  </a:lnTo>
                  <a:lnTo>
                    <a:pt x="102806" y="33020"/>
                  </a:lnTo>
                  <a:lnTo>
                    <a:pt x="102273" y="33020"/>
                  </a:lnTo>
                  <a:lnTo>
                    <a:pt x="102273" y="31750"/>
                  </a:lnTo>
                  <a:lnTo>
                    <a:pt x="100533" y="31750"/>
                  </a:lnTo>
                  <a:lnTo>
                    <a:pt x="100533" y="33020"/>
                  </a:lnTo>
                  <a:lnTo>
                    <a:pt x="98742" y="33020"/>
                  </a:lnTo>
                  <a:lnTo>
                    <a:pt x="98742" y="31750"/>
                  </a:lnTo>
                  <a:lnTo>
                    <a:pt x="98031" y="31750"/>
                  </a:lnTo>
                  <a:lnTo>
                    <a:pt x="98031" y="29210"/>
                  </a:lnTo>
                  <a:lnTo>
                    <a:pt x="98856" y="29210"/>
                  </a:lnTo>
                  <a:lnTo>
                    <a:pt x="98856" y="27940"/>
                  </a:lnTo>
                  <a:lnTo>
                    <a:pt x="99415" y="27940"/>
                  </a:lnTo>
                  <a:lnTo>
                    <a:pt x="99415" y="26670"/>
                  </a:lnTo>
                  <a:lnTo>
                    <a:pt x="99250" y="26670"/>
                  </a:lnTo>
                  <a:lnTo>
                    <a:pt x="99250" y="25400"/>
                  </a:lnTo>
                  <a:lnTo>
                    <a:pt x="94792" y="25400"/>
                  </a:lnTo>
                  <a:lnTo>
                    <a:pt x="94792" y="24130"/>
                  </a:lnTo>
                  <a:lnTo>
                    <a:pt x="95300" y="24130"/>
                  </a:lnTo>
                  <a:lnTo>
                    <a:pt x="95300" y="22860"/>
                  </a:lnTo>
                  <a:lnTo>
                    <a:pt x="95592" y="22860"/>
                  </a:lnTo>
                  <a:lnTo>
                    <a:pt x="95592" y="21590"/>
                  </a:lnTo>
                  <a:lnTo>
                    <a:pt x="92798" y="21590"/>
                  </a:lnTo>
                  <a:lnTo>
                    <a:pt x="92798" y="22860"/>
                  </a:lnTo>
                  <a:lnTo>
                    <a:pt x="92036" y="22860"/>
                  </a:lnTo>
                  <a:lnTo>
                    <a:pt x="92036" y="21590"/>
                  </a:lnTo>
                  <a:lnTo>
                    <a:pt x="91630" y="21590"/>
                  </a:lnTo>
                  <a:lnTo>
                    <a:pt x="91630" y="19050"/>
                  </a:lnTo>
                  <a:lnTo>
                    <a:pt x="91770" y="19050"/>
                  </a:lnTo>
                  <a:lnTo>
                    <a:pt x="91770" y="17780"/>
                  </a:lnTo>
                  <a:lnTo>
                    <a:pt x="89877" y="17780"/>
                  </a:lnTo>
                  <a:lnTo>
                    <a:pt x="89877" y="19050"/>
                  </a:lnTo>
                  <a:lnTo>
                    <a:pt x="88277" y="19050"/>
                  </a:lnTo>
                  <a:lnTo>
                    <a:pt x="88277" y="17780"/>
                  </a:lnTo>
                  <a:lnTo>
                    <a:pt x="88303" y="15240"/>
                  </a:lnTo>
                  <a:lnTo>
                    <a:pt x="87985" y="15240"/>
                  </a:lnTo>
                  <a:lnTo>
                    <a:pt x="87985" y="13970"/>
                  </a:lnTo>
                  <a:lnTo>
                    <a:pt x="87045" y="13970"/>
                  </a:lnTo>
                  <a:lnTo>
                    <a:pt x="87045" y="15240"/>
                  </a:lnTo>
                  <a:lnTo>
                    <a:pt x="84455" y="15240"/>
                  </a:lnTo>
                  <a:lnTo>
                    <a:pt x="84455" y="13970"/>
                  </a:lnTo>
                  <a:lnTo>
                    <a:pt x="84950" y="13970"/>
                  </a:lnTo>
                  <a:lnTo>
                    <a:pt x="84950" y="11430"/>
                  </a:lnTo>
                  <a:lnTo>
                    <a:pt x="80746" y="11430"/>
                  </a:lnTo>
                  <a:lnTo>
                    <a:pt x="80746" y="10160"/>
                  </a:lnTo>
                  <a:lnTo>
                    <a:pt x="81280" y="10160"/>
                  </a:lnTo>
                  <a:lnTo>
                    <a:pt x="81280" y="8890"/>
                  </a:lnTo>
                  <a:lnTo>
                    <a:pt x="81749" y="8890"/>
                  </a:lnTo>
                  <a:lnTo>
                    <a:pt x="81749" y="7620"/>
                  </a:lnTo>
                  <a:lnTo>
                    <a:pt x="74002" y="7620"/>
                  </a:lnTo>
                  <a:lnTo>
                    <a:pt x="74002" y="6350"/>
                  </a:lnTo>
                  <a:lnTo>
                    <a:pt x="74320" y="6350"/>
                  </a:lnTo>
                  <a:lnTo>
                    <a:pt x="74320" y="5080"/>
                  </a:lnTo>
                  <a:lnTo>
                    <a:pt x="74422" y="3810"/>
                  </a:lnTo>
                  <a:lnTo>
                    <a:pt x="67970" y="3810"/>
                  </a:lnTo>
                  <a:lnTo>
                    <a:pt x="67970" y="5080"/>
                  </a:lnTo>
                  <a:lnTo>
                    <a:pt x="64147" y="5080"/>
                  </a:lnTo>
                  <a:lnTo>
                    <a:pt x="64147" y="3810"/>
                  </a:lnTo>
                  <a:lnTo>
                    <a:pt x="62153" y="3810"/>
                  </a:lnTo>
                  <a:lnTo>
                    <a:pt x="62153" y="5080"/>
                  </a:lnTo>
                  <a:lnTo>
                    <a:pt x="60248" y="5080"/>
                  </a:lnTo>
                  <a:lnTo>
                    <a:pt x="60248" y="3810"/>
                  </a:lnTo>
                  <a:lnTo>
                    <a:pt x="60210" y="1270"/>
                  </a:lnTo>
                  <a:lnTo>
                    <a:pt x="59651" y="1270"/>
                  </a:lnTo>
                  <a:lnTo>
                    <a:pt x="59651" y="0"/>
                  </a:lnTo>
                  <a:lnTo>
                    <a:pt x="56121" y="0"/>
                  </a:lnTo>
                  <a:lnTo>
                    <a:pt x="56121" y="1270"/>
                  </a:lnTo>
                  <a:lnTo>
                    <a:pt x="50190" y="1270"/>
                  </a:lnTo>
                  <a:lnTo>
                    <a:pt x="50190" y="0"/>
                  </a:lnTo>
                  <a:lnTo>
                    <a:pt x="46329" y="0"/>
                  </a:lnTo>
                  <a:lnTo>
                    <a:pt x="46329" y="1270"/>
                  </a:lnTo>
                  <a:lnTo>
                    <a:pt x="46126" y="1270"/>
                  </a:lnTo>
                  <a:lnTo>
                    <a:pt x="46126" y="3810"/>
                  </a:lnTo>
                  <a:lnTo>
                    <a:pt x="45694" y="3810"/>
                  </a:lnTo>
                  <a:lnTo>
                    <a:pt x="45694" y="5080"/>
                  </a:lnTo>
                  <a:lnTo>
                    <a:pt x="41871" y="5080"/>
                  </a:lnTo>
                  <a:lnTo>
                    <a:pt x="41871" y="3810"/>
                  </a:lnTo>
                  <a:lnTo>
                    <a:pt x="31902" y="3810"/>
                  </a:lnTo>
                  <a:lnTo>
                    <a:pt x="31902" y="5080"/>
                  </a:lnTo>
                  <a:lnTo>
                    <a:pt x="32004" y="6350"/>
                  </a:lnTo>
                  <a:lnTo>
                    <a:pt x="32283" y="6350"/>
                  </a:lnTo>
                  <a:lnTo>
                    <a:pt x="32283" y="7620"/>
                  </a:lnTo>
                  <a:lnTo>
                    <a:pt x="31800" y="7620"/>
                  </a:lnTo>
                  <a:lnTo>
                    <a:pt x="31800" y="8890"/>
                  </a:lnTo>
                  <a:lnTo>
                    <a:pt x="29349" y="8890"/>
                  </a:lnTo>
                  <a:lnTo>
                    <a:pt x="29349" y="7620"/>
                  </a:lnTo>
                  <a:lnTo>
                    <a:pt x="26390" y="7620"/>
                  </a:lnTo>
                  <a:lnTo>
                    <a:pt x="26390" y="6350"/>
                  </a:lnTo>
                  <a:lnTo>
                    <a:pt x="26327" y="7620"/>
                  </a:lnTo>
                  <a:lnTo>
                    <a:pt x="24574" y="7620"/>
                  </a:lnTo>
                  <a:lnTo>
                    <a:pt x="24574" y="8890"/>
                  </a:lnTo>
                  <a:lnTo>
                    <a:pt x="25019" y="8890"/>
                  </a:lnTo>
                  <a:lnTo>
                    <a:pt x="25019" y="10160"/>
                  </a:lnTo>
                  <a:lnTo>
                    <a:pt x="25463" y="10160"/>
                  </a:lnTo>
                  <a:lnTo>
                    <a:pt x="25463" y="11430"/>
                  </a:lnTo>
                  <a:lnTo>
                    <a:pt x="21374" y="11430"/>
                  </a:lnTo>
                  <a:lnTo>
                    <a:pt x="21374" y="13970"/>
                  </a:lnTo>
                  <a:lnTo>
                    <a:pt x="21869" y="13970"/>
                  </a:lnTo>
                  <a:lnTo>
                    <a:pt x="21869" y="15240"/>
                  </a:lnTo>
                  <a:lnTo>
                    <a:pt x="19164" y="15240"/>
                  </a:lnTo>
                  <a:lnTo>
                    <a:pt x="19164" y="13970"/>
                  </a:lnTo>
                  <a:lnTo>
                    <a:pt x="18503" y="13970"/>
                  </a:lnTo>
                  <a:lnTo>
                    <a:pt x="18503" y="15240"/>
                  </a:lnTo>
                  <a:lnTo>
                    <a:pt x="18008" y="15240"/>
                  </a:lnTo>
                  <a:lnTo>
                    <a:pt x="18008" y="17780"/>
                  </a:lnTo>
                  <a:lnTo>
                    <a:pt x="18059" y="19050"/>
                  </a:lnTo>
                  <a:lnTo>
                    <a:pt x="16383" y="19050"/>
                  </a:lnTo>
                  <a:lnTo>
                    <a:pt x="16383" y="17780"/>
                  </a:lnTo>
                  <a:lnTo>
                    <a:pt x="14554" y="17780"/>
                  </a:lnTo>
                  <a:lnTo>
                    <a:pt x="14554" y="19050"/>
                  </a:lnTo>
                  <a:lnTo>
                    <a:pt x="14643" y="21590"/>
                  </a:lnTo>
                  <a:lnTo>
                    <a:pt x="14351" y="21590"/>
                  </a:lnTo>
                  <a:lnTo>
                    <a:pt x="14351" y="22860"/>
                  </a:lnTo>
                  <a:lnTo>
                    <a:pt x="13614" y="22860"/>
                  </a:lnTo>
                  <a:lnTo>
                    <a:pt x="13614" y="21590"/>
                  </a:lnTo>
                  <a:lnTo>
                    <a:pt x="10731" y="21590"/>
                  </a:lnTo>
                  <a:lnTo>
                    <a:pt x="10731" y="22860"/>
                  </a:lnTo>
                  <a:lnTo>
                    <a:pt x="10972" y="22860"/>
                  </a:lnTo>
                  <a:lnTo>
                    <a:pt x="10972" y="24130"/>
                  </a:lnTo>
                  <a:lnTo>
                    <a:pt x="11531" y="24130"/>
                  </a:lnTo>
                  <a:lnTo>
                    <a:pt x="11531" y="25400"/>
                  </a:lnTo>
                  <a:lnTo>
                    <a:pt x="6997" y="25400"/>
                  </a:lnTo>
                  <a:lnTo>
                    <a:pt x="6997" y="26670"/>
                  </a:lnTo>
                  <a:lnTo>
                    <a:pt x="7594" y="26670"/>
                  </a:lnTo>
                  <a:lnTo>
                    <a:pt x="7594" y="27940"/>
                  </a:lnTo>
                  <a:lnTo>
                    <a:pt x="7772" y="27940"/>
                  </a:lnTo>
                  <a:lnTo>
                    <a:pt x="7772" y="29210"/>
                  </a:lnTo>
                  <a:lnTo>
                    <a:pt x="7505" y="29210"/>
                  </a:lnTo>
                  <a:lnTo>
                    <a:pt x="7505" y="31750"/>
                  </a:lnTo>
                  <a:lnTo>
                    <a:pt x="7581" y="33020"/>
                  </a:lnTo>
                  <a:lnTo>
                    <a:pt x="5740" y="33020"/>
                  </a:lnTo>
                  <a:lnTo>
                    <a:pt x="5740" y="31750"/>
                  </a:lnTo>
                  <a:lnTo>
                    <a:pt x="4051" y="31750"/>
                  </a:lnTo>
                  <a:lnTo>
                    <a:pt x="4051" y="33020"/>
                  </a:lnTo>
                  <a:lnTo>
                    <a:pt x="3797" y="33020"/>
                  </a:lnTo>
                  <a:lnTo>
                    <a:pt x="3797" y="34290"/>
                  </a:lnTo>
                  <a:lnTo>
                    <a:pt x="4025" y="34290"/>
                  </a:lnTo>
                  <a:lnTo>
                    <a:pt x="4025" y="35560"/>
                  </a:lnTo>
                  <a:lnTo>
                    <a:pt x="4051" y="38100"/>
                  </a:lnTo>
                  <a:lnTo>
                    <a:pt x="4229" y="38100"/>
                  </a:lnTo>
                  <a:lnTo>
                    <a:pt x="4229" y="40640"/>
                  </a:lnTo>
                  <a:lnTo>
                    <a:pt x="4330" y="41910"/>
                  </a:lnTo>
                  <a:lnTo>
                    <a:pt x="4114" y="41910"/>
                  </a:lnTo>
                  <a:lnTo>
                    <a:pt x="4114" y="43180"/>
                  </a:lnTo>
                  <a:lnTo>
                    <a:pt x="4127" y="45720"/>
                  </a:lnTo>
                  <a:lnTo>
                    <a:pt x="4127" y="46990"/>
                  </a:lnTo>
                  <a:lnTo>
                    <a:pt x="2032" y="46990"/>
                  </a:lnTo>
                  <a:lnTo>
                    <a:pt x="2032" y="45720"/>
                  </a:lnTo>
                  <a:lnTo>
                    <a:pt x="571" y="45720"/>
                  </a:lnTo>
                  <a:lnTo>
                    <a:pt x="571" y="46990"/>
                  </a:lnTo>
                  <a:lnTo>
                    <a:pt x="25" y="46990"/>
                  </a:lnTo>
                  <a:lnTo>
                    <a:pt x="25" y="48260"/>
                  </a:lnTo>
                  <a:lnTo>
                    <a:pt x="0" y="49530"/>
                  </a:lnTo>
                  <a:lnTo>
                    <a:pt x="368" y="49530"/>
                  </a:lnTo>
                  <a:lnTo>
                    <a:pt x="368" y="52070"/>
                  </a:lnTo>
                  <a:lnTo>
                    <a:pt x="546" y="52070"/>
                  </a:lnTo>
                  <a:lnTo>
                    <a:pt x="546" y="54610"/>
                  </a:lnTo>
                  <a:lnTo>
                    <a:pt x="558" y="57150"/>
                  </a:lnTo>
                  <a:lnTo>
                    <a:pt x="444" y="59690"/>
                  </a:lnTo>
                  <a:lnTo>
                    <a:pt x="406" y="60960"/>
                  </a:lnTo>
                  <a:lnTo>
                    <a:pt x="2997" y="60960"/>
                  </a:lnTo>
                  <a:lnTo>
                    <a:pt x="2997" y="59690"/>
                  </a:lnTo>
                  <a:lnTo>
                    <a:pt x="4000" y="59690"/>
                  </a:lnTo>
                  <a:lnTo>
                    <a:pt x="4000" y="60960"/>
                  </a:lnTo>
                  <a:lnTo>
                    <a:pt x="4343" y="60960"/>
                  </a:lnTo>
                  <a:lnTo>
                    <a:pt x="4343" y="62230"/>
                  </a:lnTo>
                  <a:lnTo>
                    <a:pt x="4381" y="64770"/>
                  </a:lnTo>
                  <a:lnTo>
                    <a:pt x="4051" y="64770"/>
                  </a:lnTo>
                  <a:lnTo>
                    <a:pt x="4051" y="69850"/>
                  </a:lnTo>
                  <a:lnTo>
                    <a:pt x="3695" y="69850"/>
                  </a:lnTo>
                  <a:lnTo>
                    <a:pt x="3695" y="72390"/>
                  </a:lnTo>
                  <a:lnTo>
                    <a:pt x="3429" y="72390"/>
                  </a:lnTo>
                  <a:lnTo>
                    <a:pt x="3429" y="73660"/>
                  </a:lnTo>
                  <a:lnTo>
                    <a:pt x="3962" y="73660"/>
                  </a:lnTo>
                  <a:lnTo>
                    <a:pt x="3962" y="74930"/>
                  </a:lnTo>
                  <a:lnTo>
                    <a:pt x="6578" y="74930"/>
                  </a:lnTo>
                  <a:lnTo>
                    <a:pt x="6578" y="73660"/>
                  </a:lnTo>
                  <a:lnTo>
                    <a:pt x="7353" y="73660"/>
                  </a:lnTo>
                  <a:lnTo>
                    <a:pt x="7353" y="74930"/>
                  </a:lnTo>
                  <a:lnTo>
                    <a:pt x="7607" y="74930"/>
                  </a:lnTo>
                  <a:lnTo>
                    <a:pt x="7607" y="77470"/>
                  </a:lnTo>
                  <a:lnTo>
                    <a:pt x="7620" y="78740"/>
                  </a:lnTo>
                  <a:lnTo>
                    <a:pt x="7404" y="78740"/>
                  </a:lnTo>
                  <a:lnTo>
                    <a:pt x="7404" y="81280"/>
                  </a:lnTo>
                  <a:lnTo>
                    <a:pt x="7962" y="81280"/>
                  </a:lnTo>
                  <a:lnTo>
                    <a:pt x="7962" y="82550"/>
                  </a:lnTo>
                  <a:lnTo>
                    <a:pt x="8407" y="82550"/>
                  </a:lnTo>
                  <a:lnTo>
                    <a:pt x="8407" y="81280"/>
                  </a:lnTo>
                  <a:lnTo>
                    <a:pt x="11404" y="81280"/>
                  </a:lnTo>
                  <a:lnTo>
                    <a:pt x="11404" y="82550"/>
                  </a:lnTo>
                  <a:lnTo>
                    <a:pt x="11087" y="82550"/>
                  </a:lnTo>
                  <a:lnTo>
                    <a:pt x="11087" y="83820"/>
                  </a:lnTo>
                  <a:lnTo>
                    <a:pt x="10502" y="83820"/>
                  </a:lnTo>
                  <a:lnTo>
                    <a:pt x="10502" y="85090"/>
                  </a:lnTo>
                  <a:lnTo>
                    <a:pt x="13931" y="85090"/>
                  </a:lnTo>
                  <a:lnTo>
                    <a:pt x="13931" y="83820"/>
                  </a:lnTo>
                  <a:lnTo>
                    <a:pt x="14008" y="85090"/>
                  </a:lnTo>
                  <a:lnTo>
                    <a:pt x="92303" y="85090"/>
                  </a:lnTo>
                  <a:lnTo>
                    <a:pt x="92303" y="83820"/>
                  </a:lnTo>
                  <a:lnTo>
                    <a:pt x="95237" y="83820"/>
                  </a:lnTo>
                  <a:lnTo>
                    <a:pt x="95237" y="82550"/>
                  </a:lnTo>
                  <a:lnTo>
                    <a:pt x="94919" y="82550"/>
                  </a:lnTo>
                  <a:lnTo>
                    <a:pt x="94919" y="81280"/>
                  </a:lnTo>
                  <a:lnTo>
                    <a:pt x="97917" y="81280"/>
                  </a:lnTo>
                  <a:lnTo>
                    <a:pt x="97917" y="82550"/>
                  </a:lnTo>
                  <a:lnTo>
                    <a:pt x="98361" y="82550"/>
                  </a:lnTo>
                  <a:lnTo>
                    <a:pt x="98361" y="81280"/>
                  </a:lnTo>
                  <a:lnTo>
                    <a:pt x="98920" y="81280"/>
                  </a:lnTo>
                  <a:lnTo>
                    <a:pt x="98920" y="78740"/>
                  </a:lnTo>
                  <a:lnTo>
                    <a:pt x="98704" y="78740"/>
                  </a:lnTo>
                  <a:lnTo>
                    <a:pt x="98704" y="77470"/>
                  </a:lnTo>
                  <a:lnTo>
                    <a:pt x="98717" y="74930"/>
                  </a:lnTo>
                  <a:lnTo>
                    <a:pt x="98971" y="74930"/>
                  </a:lnTo>
                  <a:lnTo>
                    <a:pt x="98971" y="73660"/>
                  </a:lnTo>
                  <a:lnTo>
                    <a:pt x="99720" y="73660"/>
                  </a:lnTo>
                  <a:lnTo>
                    <a:pt x="99720" y="74930"/>
                  </a:lnTo>
                  <a:lnTo>
                    <a:pt x="102362" y="74930"/>
                  </a:lnTo>
                  <a:lnTo>
                    <a:pt x="102362" y="73660"/>
                  </a:lnTo>
                  <a:lnTo>
                    <a:pt x="102882" y="73660"/>
                  </a:lnTo>
                  <a:lnTo>
                    <a:pt x="102882" y="72390"/>
                  </a:lnTo>
                  <a:lnTo>
                    <a:pt x="102628" y="72390"/>
                  </a:lnTo>
                  <a:lnTo>
                    <a:pt x="102628" y="69850"/>
                  </a:lnTo>
                  <a:lnTo>
                    <a:pt x="102273" y="69850"/>
                  </a:lnTo>
                  <a:lnTo>
                    <a:pt x="102273" y="64770"/>
                  </a:lnTo>
                  <a:lnTo>
                    <a:pt x="101993" y="64770"/>
                  </a:lnTo>
                  <a:lnTo>
                    <a:pt x="101993" y="62230"/>
                  </a:lnTo>
                  <a:lnTo>
                    <a:pt x="102057" y="60960"/>
                  </a:lnTo>
                  <a:lnTo>
                    <a:pt x="102311" y="60960"/>
                  </a:lnTo>
                  <a:lnTo>
                    <a:pt x="102311" y="59690"/>
                  </a:lnTo>
                  <a:lnTo>
                    <a:pt x="103149" y="59690"/>
                  </a:lnTo>
                  <a:lnTo>
                    <a:pt x="103149" y="60960"/>
                  </a:lnTo>
                  <a:lnTo>
                    <a:pt x="105930" y="60960"/>
                  </a:lnTo>
                  <a:lnTo>
                    <a:pt x="105930" y="59690"/>
                  </a:lnTo>
                  <a:lnTo>
                    <a:pt x="105829" y="57150"/>
                  </a:lnTo>
                  <a:lnTo>
                    <a:pt x="106057" y="57150"/>
                  </a:lnTo>
                  <a:lnTo>
                    <a:pt x="106057" y="54610"/>
                  </a:lnTo>
                  <a:lnTo>
                    <a:pt x="106057" y="520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79730" y="2080246"/>
              <a:ext cx="81915" cy="22860"/>
            </a:xfrm>
            <a:custGeom>
              <a:avLst/>
              <a:gdLst/>
              <a:ahLst/>
              <a:cxnLst/>
              <a:rect l="l" t="t" r="r" b="b"/>
              <a:pathLst>
                <a:path w="81915" h="22860">
                  <a:moveTo>
                    <a:pt x="78295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762" y="1270"/>
                  </a:lnTo>
                  <a:lnTo>
                    <a:pt x="762" y="3810"/>
                  </a:lnTo>
                  <a:lnTo>
                    <a:pt x="317" y="3810"/>
                  </a:lnTo>
                  <a:lnTo>
                    <a:pt x="317" y="5080"/>
                  </a:lnTo>
                  <a:lnTo>
                    <a:pt x="2819" y="5080"/>
                  </a:lnTo>
                  <a:lnTo>
                    <a:pt x="2819" y="3810"/>
                  </a:lnTo>
                  <a:lnTo>
                    <a:pt x="3822" y="3810"/>
                  </a:lnTo>
                  <a:lnTo>
                    <a:pt x="3822" y="5080"/>
                  </a:lnTo>
                  <a:lnTo>
                    <a:pt x="4114" y="5080"/>
                  </a:lnTo>
                  <a:lnTo>
                    <a:pt x="4114" y="7620"/>
                  </a:lnTo>
                  <a:lnTo>
                    <a:pt x="4127" y="8890"/>
                  </a:lnTo>
                  <a:lnTo>
                    <a:pt x="5715" y="8890"/>
                  </a:lnTo>
                  <a:lnTo>
                    <a:pt x="5715" y="7620"/>
                  </a:lnTo>
                  <a:lnTo>
                    <a:pt x="7632" y="7620"/>
                  </a:lnTo>
                  <a:lnTo>
                    <a:pt x="7632" y="8890"/>
                  </a:lnTo>
                  <a:lnTo>
                    <a:pt x="7480" y="8890"/>
                  </a:lnTo>
                  <a:lnTo>
                    <a:pt x="7480" y="11430"/>
                  </a:lnTo>
                  <a:lnTo>
                    <a:pt x="7937" y="11430"/>
                  </a:lnTo>
                  <a:lnTo>
                    <a:pt x="7937" y="12700"/>
                  </a:lnTo>
                  <a:lnTo>
                    <a:pt x="8648" y="12700"/>
                  </a:lnTo>
                  <a:lnTo>
                    <a:pt x="8648" y="11430"/>
                  </a:lnTo>
                  <a:lnTo>
                    <a:pt x="11531" y="11430"/>
                  </a:lnTo>
                  <a:lnTo>
                    <a:pt x="11531" y="12700"/>
                  </a:lnTo>
                  <a:lnTo>
                    <a:pt x="10858" y="12700"/>
                  </a:lnTo>
                  <a:lnTo>
                    <a:pt x="10858" y="15240"/>
                  </a:lnTo>
                  <a:lnTo>
                    <a:pt x="18211" y="15240"/>
                  </a:lnTo>
                  <a:lnTo>
                    <a:pt x="18211" y="17780"/>
                  </a:lnTo>
                  <a:lnTo>
                    <a:pt x="17691" y="17780"/>
                  </a:lnTo>
                  <a:lnTo>
                    <a:pt x="17691" y="19050"/>
                  </a:lnTo>
                  <a:lnTo>
                    <a:pt x="29159" y="19050"/>
                  </a:lnTo>
                  <a:lnTo>
                    <a:pt x="29159" y="17780"/>
                  </a:lnTo>
                  <a:lnTo>
                    <a:pt x="30683" y="17780"/>
                  </a:lnTo>
                  <a:lnTo>
                    <a:pt x="30683" y="19050"/>
                  </a:lnTo>
                  <a:lnTo>
                    <a:pt x="32156" y="19050"/>
                  </a:lnTo>
                  <a:lnTo>
                    <a:pt x="32156" y="21590"/>
                  </a:lnTo>
                  <a:lnTo>
                    <a:pt x="32143" y="22860"/>
                  </a:lnTo>
                  <a:lnTo>
                    <a:pt x="34353" y="22860"/>
                  </a:lnTo>
                  <a:lnTo>
                    <a:pt x="34353" y="21590"/>
                  </a:lnTo>
                  <a:lnTo>
                    <a:pt x="35674" y="21590"/>
                  </a:lnTo>
                  <a:lnTo>
                    <a:pt x="35674" y="22860"/>
                  </a:lnTo>
                  <a:lnTo>
                    <a:pt x="42519" y="22860"/>
                  </a:lnTo>
                  <a:lnTo>
                    <a:pt x="42519" y="21590"/>
                  </a:lnTo>
                  <a:lnTo>
                    <a:pt x="43586" y="21590"/>
                  </a:lnTo>
                  <a:lnTo>
                    <a:pt x="43586" y="22860"/>
                  </a:lnTo>
                  <a:lnTo>
                    <a:pt x="46164" y="22860"/>
                  </a:lnTo>
                  <a:lnTo>
                    <a:pt x="46164" y="21590"/>
                  </a:lnTo>
                  <a:lnTo>
                    <a:pt x="46126" y="19050"/>
                  </a:lnTo>
                  <a:lnTo>
                    <a:pt x="46469" y="19050"/>
                  </a:lnTo>
                  <a:lnTo>
                    <a:pt x="46469" y="17780"/>
                  </a:lnTo>
                  <a:lnTo>
                    <a:pt x="47129" y="17780"/>
                  </a:lnTo>
                  <a:lnTo>
                    <a:pt x="47129" y="19050"/>
                  </a:lnTo>
                  <a:lnTo>
                    <a:pt x="60604" y="19050"/>
                  </a:lnTo>
                  <a:lnTo>
                    <a:pt x="60604" y="17780"/>
                  </a:lnTo>
                  <a:lnTo>
                    <a:pt x="60096" y="17780"/>
                  </a:lnTo>
                  <a:lnTo>
                    <a:pt x="60096" y="15240"/>
                  </a:lnTo>
                  <a:lnTo>
                    <a:pt x="67449" y="15240"/>
                  </a:lnTo>
                  <a:lnTo>
                    <a:pt x="67449" y="12700"/>
                  </a:lnTo>
                  <a:lnTo>
                    <a:pt x="66776" y="12700"/>
                  </a:lnTo>
                  <a:lnTo>
                    <a:pt x="66776" y="11430"/>
                  </a:lnTo>
                  <a:lnTo>
                    <a:pt x="69659" y="11430"/>
                  </a:lnTo>
                  <a:lnTo>
                    <a:pt x="69659" y="12700"/>
                  </a:lnTo>
                  <a:lnTo>
                    <a:pt x="70358" y="12700"/>
                  </a:lnTo>
                  <a:lnTo>
                    <a:pt x="70358" y="11430"/>
                  </a:lnTo>
                  <a:lnTo>
                    <a:pt x="70827" y="11430"/>
                  </a:lnTo>
                  <a:lnTo>
                    <a:pt x="70827" y="8890"/>
                  </a:lnTo>
                  <a:lnTo>
                    <a:pt x="70675" y="8890"/>
                  </a:lnTo>
                  <a:lnTo>
                    <a:pt x="70675" y="7620"/>
                  </a:lnTo>
                  <a:lnTo>
                    <a:pt x="72593" y="7620"/>
                  </a:lnTo>
                  <a:lnTo>
                    <a:pt x="72593" y="8890"/>
                  </a:lnTo>
                  <a:lnTo>
                    <a:pt x="74180" y="8890"/>
                  </a:lnTo>
                  <a:lnTo>
                    <a:pt x="74180" y="7620"/>
                  </a:lnTo>
                  <a:lnTo>
                    <a:pt x="74180" y="5080"/>
                  </a:lnTo>
                  <a:lnTo>
                    <a:pt x="74485" y="5080"/>
                  </a:lnTo>
                  <a:lnTo>
                    <a:pt x="74485" y="3810"/>
                  </a:lnTo>
                  <a:lnTo>
                    <a:pt x="75488" y="3810"/>
                  </a:lnTo>
                  <a:lnTo>
                    <a:pt x="75488" y="5080"/>
                  </a:lnTo>
                  <a:lnTo>
                    <a:pt x="77990" y="5080"/>
                  </a:lnTo>
                  <a:lnTo>
                    <a:pt x="77990" y="3810"/>
                  </a:lnTo>
                  <a:lnTo>
                    <a:pt x="77546" y="3810"/>
                  </a:lnTo>
                  <a:lnTo>
                    <a:pt x="77546" y="1270"/>
                  </a:lnTo>
                  <a:lnTo>
                    <a:pt x="78295" y="1270"/>
                  </a:lnTo>
                  <a:lnTo>
                    <a:pt x="78295" y="0"/>
                  </a:lnTo>
                  <a:close/>
                </a:path>
                <a:path w="81915" h="22860">
                  <a:moveTo>
                    <a:pt x="81813" y="0"/>
                  </a:moveTo>
                  <a:lnTo>
                    <a:pt x="78384" y="0"/>
                  </a:lnTo>
                  <a:lnTo>
                    <a:pt x="78384" y="1270"/>
                  </a:lnTo>
                  <a:lnTo>
                    <a:pt x="81813" y="1270"/>
                  </a:lnTo>
                  <a:lnTo>
                    <a:pt x="81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3" name="object 223"/>
          <p:cNvSpPr/>
          <p:nvPr/>
        </p:nvSpPr>
        <p:spPr>
          <a:xfrm>
            <a:off x="576045" y="1996853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79" h="106044">
                <a:moveTo>
                  <a:pt x="44941" y="106048"/>
                </a:moveTo>
                <a:lnTo>
                  <a:pt x="42529" y="105558"/>
                </a:lnTo>
                <a:lnTo>
                  <a:pt x="43055" y="102357"/>
                </a:lnTo>
                <a:lnTo>
                  <a:pt x="42375" y="101677"/>
                </a:lnTo>
                <a:lnTo>
                  <a:pt x="39920" y="102262"/>
                </a:lnTo>
                <a:lnTo>
                  <a:pt x="37201" y="101590"/>
                </a:lnTo>
                <a:lnTo>
                  <a:pt x="34270" y="102905"/>
                </a:lnTo>
                <a:lnTo>
                  <a:pt x="31858" y="101940"/>
                </a:lnTo>
                <a:lnTo>
                  <a:pt x="32633" y="98951"/>
                </a:lnTo>
                <a:lnTo>
                  <a:pt x="31698" y="98023"/>
                </a:lnTo>
                <a:lnTo>
                  <a:pt x="29476" y="99068"/>
                </a:lnTo>
                <a:lnTo>
                  <a:pt x="28072" y="98140"/>
                </a:lnTo>
                <a:lnTo>
                  <a:pt x="25850" y="99185"/>
                </a:lnTo>
                <a:lnTo>
                  <a:pt x="24798" y="98140"/>
                </a:lnTo>
                <a:lnTo>
                  <a:pt x="25814" y="95435"/>
                </a:lnTo>
                <a:lnTo>
                  <a:pt x="24557" y="94661"/>
                </a:lnTo>
                <a:lnTo>
                  <a:pt x="22335" y="95677"/>
                </a:lnTo>
                <a:lnTo>
                  <a:pt x="21385" y="94734"/>
                </a:lnTo>
                <a:lnTo>
                  <a:pt x="22196" y="91782"/>
                </a:lnTo>
                <a:lnTo>
                  <a:pt x="20303" y="90970"/>
                </a:lnTo>
                <a:lnTo>
                  <a:pt x="15816" y="92666"/>
                </a:lnTo>
                <a:lnTo>
                  <a:pt x="13674" y="90532"/>
                </a:lnTo>
                <a:lnTo>
                  <a:pt x="15355" y="86022"/>
                </a:lnTo>
                <a:lnTo>
                  <a:pt x="14551" y="84137"/>
                </a:lnTo>
                <a:lnTo>
                  <a:pt x="11599" y="84948"/>
                </a:lnTo>
                <a:lnTo>
                  <a:pt x="10656" y="84005"/>
                </a:lnTo>
                <a:lnTo>
                  <a:pt x="11671" y="81776"/>
                </a:lnTo>
                <a:lnTo>
                  <a:pt x="10897" y="80534"/>
                </a:lnTo>
                <a:lnTo>
                  <a:pt x="8193" y="81542"/>
                </a:lnTo>
                <a:lnTo>
                  <a:pt x="7140" y="80489"/>
                </a:lnTo>
                <a:lnTo>
                  <a:pt x="8192" y="78268"/>
                </a:lnTo>
                <a:lnTo>
                  <a:pt x="7264" y="76865"/>
                </a:lnTo>
                <a:lnTo>
                  <a:pt x="8309" y="74650"/>
                </a:lnTo>
                <a:lnTo>
                  <a:pt x="7367" y="73707"/>
                </a:lnTo>
                <a:lnTo>
                  <a:pt x="4399" y="74497"/>
                </a:lnTo>
                <a:lnTo>
                  <a:pt x="3405" y="72092"/>
                </a:lnTo>
                <a:lnTo>
                  <a:pt x="4743" y="69132"/>
                </a:lnTo>
                <a:lnTo>
                  <a:pt x="4070" y="66428"/>
                </a:lnTo>
                <a:lnTo>
                  <a:pt x="4655" y="63972"/>
                </a:lnTo>
                <a:lnTo>
                  <a:pt x="3954" y="63278"/>
                </a:lnTo>
                <a:lnTo>
                  <a:pt x="781" y="63848"/>
                </a:lnTo>
                <a:lnTo>
                  <a:pt x="0" y="60508"/>
                </a:lnTo>
                <a:lnTo>
                  <a:pt x="716" y="56152"/>
                </a:lnTo>
                <a:lnTo>
                  <a:pt x="716" y="45152"/>
                </a:lnTo>
                <a:lnTo>
                  <a:pt x="387" y="43274"/>
                </a:lnTo>
                <a:lnTo>
                  <a:pt x="906" y="42054"/>
                </a:lnTo>
                <a:lnTo>
                  <a:pt x="3858" y="42872"/>
                </a:lnTo>
                <a:lnTo>
                  <a:pt x="4677" y="42046"/>
                </a:lnTo>
                <a:lnTo>
                  <a:pt x="4019" y="39642"/>
                </a:lnTo>
                <a:lnTo>
                  <a:pt x="4597" y="37800"/>
                </a:lnTo>
                <a:lnTo>
                  <a:pt x="3332" y="32713"/>
                </a:lnTo>
                <a:lnTo>
                  <a:pt x="4560" y="31704"/>
                </a:lnTo>
                <a:lnTo>
                  <a:pt x="7608" y="32332"/>
                </a:lnTo>
                <a:lnTo>
                  <a:pt x="8397" y="30038"/>
                </a:lnTo>
                <a:lnTo>
                  <a:pt x="6760" y="26749"/>
                </a:lnTo>
                <a:lnTo>
                  <a:pt x="8002" y="24461"/>
                </a:lnTo>
                <a:lnTo>
                  <a:pt x="10802" y="25397"/>
                </a:lnTo>
                <a:lnTo>
                  <a:pt x="11723" y="24476"/>
                </a:lnTo>
                <a:lnTo>
                  <a:pt x="10670" y="21830"/>
                </a:lnTo>
                <a:lnTo>
                  <a:pt x="11635" y="21194"/>
                </a:lnTo>
                <a:lnTo>
                  <a:pt x="14566" y="21845"/>
                </a:lnTo>
                <a:lnTo>
                  <a:pt x="15077" y="20712"/>
                </a:lnTo>
                <a:lnTo>
                  <a:pt x="14741" y="18782"/>
                </a:lnTo>
                <a:lnTo>
                  <a:pt x="14741" y="17489"/>
                </a:lnTo>
                <a:lnTo>
                  <a:pt x="14434" y="14748"/>
                </a:lnTo>
                <a:lnTo>
                  <a:pt x="15852" y="13367"/>
                </a:lnTo>
                <a:lnTo>
                  <a:pt x="20785" y="15633"/>
                </a:lnTo>
                <a:lnTo>
                  <a:pt x="22174" y="13937"/>
                </a:lnTo>
                <a:lnTo>
                  <a:pt x="21224" y="11284"/>
                </a:lnTo>
                <a:lnTo>
                  <a:pt x="22459" y="10495"/>
                </a:lnTo>
                <a:lnTo>
                  <a:pt x="24681" y="11525"/>
                </a:lnTo>
                <a:lnTo>
                  <a:pt x="25755" y="10458"/>
                </a:lnTo>
                <a:lnTo>
                  <a:pt x="24703" y="7812"/>
                </a:lnTo>
                <a:lnTo>
                  <a:pt x="26070" y="6906"/>
                </a:lnTo>
                <a:lnTo>
                  <a:pt x="27882" y="7849"/>
                </a:lnTo>
                <a:lnTo>
                  <a:pt x="29476" y="7118"/>
                </a:lnTo>
                <a:lnTo>
                  <a:pt x="31756" y="7966"/>
                </a:lnTo>
                <a:lnTo>
                  <a:pt x="32772" y="6950"/>
                </a:lnTo>
                <a:lnTo>
                  <a:pt x="31719" y="4304"/>
                </a:lnTo>
                <a:lnTo>
                  <a:pt x="32940" y="3493"/>
                </a:lnTo>
                <a:lnTo>
                  <a:pt x="34994" y="4085"/>
                </a:lnTo>
                <a:lnTo>
                  <a:pt x="38056" y="3500"/>
                </a:lnTo>
                <a:lnTo>
                  <a:pt x="40541" y="4377"/>
                </a:lnTo>
                <a:lnTo>
                  <a:pt x="42807" y="3939"/>
                </a:lnTo>
                <a:lnTo>
                  <a:pt x="43084" y="3880"/>
                </a:lnTo>
                <a:lnTo>
                  <a:pt x="42558" y="679"/>
                </a:lnTo>
                <a:lnTo>
                  <a:pt x="43136" y="102"/>
                </a:lnTo>
                <a:lnTo>
                  <a:pt x="45803" y="460"/>
                </a:lnTo>
                <a:lnTo>
                  <a:pt x="49801" y="248"/>
                </a:lnTo>
                <a:lnTo>
                  <a:pt x="53353" y="431"/>
                </a:lnTo>
                <a:lnTo>
                  <a:pt x="59017" y="431"/>
                </a:lnTo>
                <a:lnTo>
                  <a:pt x="61721" y="0"/>
                </a:lnTo>
                <a:lnTo>
                  <a:pt x="64133" y="489"/>
                </a:lnTo>
                <a:lnTo>
                  <a:pt x="63607" y="3690"/>
                </a:lnTo>
                <a:lnTo>
                  <a:pt x="64287" y="4370"/>
                </a:lnTo>
                <a:lnTo>
                  <a:pt x="66742" y="3785"/>
                </a:lnTo>
                <a:lnTo>
                  <a:pt x="69461" y="4458"/>
                </a:lnTo>
                <a:lnTo>
                  <a:pt x="72392" y="3142"/>
                </a:lnTo>
                <a:lnTo>
                  <a:pt x="74804" y="4107"/>
                </a:lnTo>
                <a:lnTo>
                  <a:pt x="74029" y="7096"/>
                </a:lnTo>
                <a:lnTo>
                  <a:pt x="74964" y="8025"/>
                </a:lnTo>
                <a:lnTo>
                  <a:pt x="77186" y="6979"/>
                </a:lnTo>
                <a:lnTo>
                  <a:pt x="78590" y="7908"/>
                </a:lnTo>
                <a:lnTo>
                  <a:pt x="80811" y="6855"/>
                </a:lnTo>
                <a:lnTo>
                  <a:pt x="81864" y="7908"/>
                </a:lnTo>
                <a:lnTo>
                  <a:pt x="80855" y="10612"/>
                </a:lnTo>
                <a:lnTo>
                  <a:pt x="82105" y="11386"/>
                </a:lnTo>
                <a:lnTo>
                  <a:pt x="84327" y="10371"/>
                </a:lnTo>
                <a:lnTo>
                  <a:pt x="85270" y="11313"/>
                </a:lnTo>
                <a:lnTo>
                  <a:pt x="84459" y="14266"/>
                </a:lnTo>
                <a:lnTo>
                  <a:pt x="86359" y="15077"/>
                </a:lnTo>
                <a:lnTo>
                  <a:pt x="90839" y="13382"/>
                </a:lnTo>
                <a:lnTo>
                  <a:pt x="92988" y="15508"/>
                </a:lnTo>
                <a:lnTo>
                  <a:pt x="91307" y="20032"/>
                </a:lnTo>
                <a:lnTo>
                  <a:pt x="92103" y="21911"/>
                </a:lnTo>
                <a:lnTo>
                  <a:pt x="95056" y="21100"/>
                </a:lnTo>
                <a:lnTo>
                  <a:pt x="95984" y="22028"/>
                </a:lnTo>
                <a:lnTo>
                  <a:pt x="95027" y="24271"/>
                </a:lnTo>
                <a:lnTo>
                  <a:pt x="95714" y="25485"/>
                </a:lnTo>
                <a:lnTo>
                  <a:pt x="98491" y="24527"/>
                </a:lnTo>
                <a:lnTo>
                  <a:pt x="99259" y="25302"/>
                </a:lnTo>
                <a:lnTo>
                  <a:pt x="98901" y="27962"/>
                </a:lnTo>
                <a:lnTo>
                  <a:pt x="98974" y="29344"/>
                </a:lnTo>
                <a:lnTo>
                  <a:pt x="98564" y="31207"/>
                </a:lnTo>
                <a:lnTo>
                  <a:pt x="99142" y="32442"/>
                </a:lnTo>
                <a:lnTo>
                  <a:pt x="102051" y="31587"/>
                </a:lnTo>
                <a:lnTo>
                  <a:pt x="102869" y="32413"/>
                </a:lnTo>
                <a:lnTo>
                  <a:pt x="102285" y="34869"/>
                </a:lnTo>
                <a:lnTo>
                  <a:pt x="102979" y="37646"/>
                </a:lnTo>
                <a:lnTo>
                  <a:pt x="101736" y="40401"/>
                </a:lnTo>
                <a:lnTo>
                  <a:pt x="102562" y="42879"/>
                </a:lnTo>
                <a:lnTo>
                  <a:pt x="105632" y="42185"/>
                </a:lnTo>
                <a:lnTo>
                  <a:pt x="106275" y="42836"/>
                </a:lnTo>
                <a:lnTo>
                  <a:pt x="105917" y="45496"/>
                </a:lnTo>
                <a:lnTo>
                  <a:pt x="106129" y="49493"/>
                </a:lnTo>
                <a:lnTo>
                  <a:pt x="105946" y="53046"/>
                </a:lnTo>
                <a:lnTo>
                  <a:pt x="105946" y="58710"/>
                </a:lnTo>
                <a:lnTo>
                  <a:pt x="106370" y="61414"/>
                </a:lnTo>
                <a:lnTo>
                  <a:pt x="105888" y="63818"/>
                </a:lnTo>
                <a:lnTo>
                  <a:pt x="102687" y="63300"/>
                </a:lnTo>
                <a:lnTo>
                  <a:pt x="102007" y="63979"/>
                </a:lnTo>
                <a:lnTo>
                  <a:pt x="102591" y="66435"/>
                </a:lnTo>
                <a:lnTo>
                  <a:pt x="101912" y="69139"/>
                </a:lnTo>
                <a:lnTo>
                  <a:pt x="103235" y="72077"/>
                </a:lnTo>
                <a:lnTo>
                  <a:pt x="102270" y="74489"/>
                </a:lnTo>
                <a:lnTo>
                  <a:pt x="99281" y="73707"/>
                </a:lnTo>
                <a:lnTo>
                  <a:pt x="98345" y="74650"/>
                </a:lnTo>
                <a:lnTo>
                  <a:pt x="99390" y="76872"/>
                </a:lnTo>
                <a:lnTo>
                  <a:pt x="98462" y="78275"/>
                </a:lnTo>
                <a:lnTo>
                  <a:pt x="99514" y="80489"/>
                </a:lnTo>
                <a:lnTo>
                  <a:pt x="98462" y="81542"/>
                </a:lnTo>
                <a:lnTo>
                  <a:pt x="95758" y="80534"/>
                </a:lnTo>
                <a:lnTo>
                  <a:pt x="94983" y="81783"/>
                </a:lnTo>
                <a:lnTo>
                  <a:pt x="95999" y="84005"/>
                </a:lnTo>
                <a:lnTo>
                  <a:pt x="95056" y="84948"/>
                </a:lnTo>
                <a:lnTo>
                  <a:pt x="92103" y="84137"/>
                </a:lnTo>
                <a:lnTo>
                  <a:pt x="91300" y="86029"/>
                </a:lnTo>
                <a:lnTo>
                  <a:pt x="92988" y="90517"/>
                </a:lnTo>
                <a:lnTo>
                  <a:pt x="90861" y="92659"/>
                </a:lnTo>
                <a:lnTo>
                  <a:pt x="86344" y="90977"/>
                </a:lnTo>
                <a:lnTo>
                  <a:pt x="84459" y="91782"/>
                </a:lnTo>
                <a:lnTo>
                  <a:pt x="85270" y="94741"/>
                </a:lnTo>
                <a:lnTo>
                  <a:pt x="84342" y="95662"/>
                </a:lnTo>
                <a:lnTo>
                  <a:pt x="82105" y="94705"/>
                </a:lnTo>
                <a:lnTo>
                  <a:pt x="80885" y="95385"/>
                </a:lnTo>
                <a:lnTo>
                  <a:pt x="81835" y="98177"/>
                </a:lnTo>
                <a:lnTo>
                  <a:pt x="81067" y="98936"/>
                </a:lnTo>
                <a:lnTo>
                  <a:pt x="78400" y="98578"/>
                </a:lnTo>
                <a:lnTo>
                  <a:pt x="77018" y="98651"/>
                </a:lnTo>
                <a:lnTo>
                  <a:pt x="75155" y="98242"/>
                </a:lnTo>
                <a:lnTo>
                  <a:pt x="73919" y="98819"/>
                </a:lnTo>
                <a:lnTo>
                  <a:pt x="74774" y="101728"/>
                </a:lnTo>
                <a:lnTo>
                  <a:pt x="73949" y="102540"/>
                </a:lnTo>
                <a:lnTo>
                  <a:pt x="71493" y="101955"/>
                </a:lnTo>
                <a:lnTo>
                  <a:pt x="68715" y="102649"/>
                </a:lnTo>
                <a:lnTo>
                  <a:pt x="65960" y="101407"/>
                </a:lnTo>
                <a:lnTo>
                  <a:pt x="63483" y="102240"/>
                </a:lnTo>
                <a:lnTo>
                  <a:pt x="64170" y="105302"/>
                </a:lnTo>
                <a:lnTo>
                  <a:pt x="63526" y="105945"/>
                </a:lnTo>
                <a:lnTo>
                  <a:pt x="60859" y="105587"/>
                </a:lnTo>
                <a:lnTo>
                  <a:pt x="56868" y="105799"/>
                </a:lnTo>
                <a:lnTo>
                  <a:pt x="53309" y="105616"/>
                </a:lnTo>
                <a:lnTo>
                  <a:pt x="47645" y="105616"/>
                </a:lnTo>
                <a:lnTo>
                  <a:pt x="44941" y="1060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786534" y="1996853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4">
                <a:moveTo>
                  <a:pt x="44948" y="106040"/>
                </a:moveTo>
                <a:lnTo>
                  <a:pt x="42536" y="105550"/>
                </a:lnTo>
                <a:lnTo>
                  <a:pt x="43063" y="102349"/>
                </a:lnTo>
                <a:lnTo>
                  <a:pt x="42383" y="101669"/>
                </a:lnTo>
                <a:lnTo>
                  <a:pt x="39927" y="102254"/>
                </a:lnTo>
                <a:lnTo>
                  <a:pt x="37259" y="101589"/>
                </a:lnTo>
                <a:lnTo>
                  <a:pt x="34204" y="102948"/>
                </a:lnTo>
                <a:lnTo>
                  <a:pt x="31836" y="101903"/>
                </a:lnTo>
                <a:lnTo>
                  <a:pt x="32670" y="98972"/>
                </a:lnTo>
                <a:lnTo>
                  <a:pt x="31705" y="98015"/>
                </a:lnTo>
                <a:lnTo>
                  <a:pt x="29483" y="99060"/>
                </a:lnTo>
                <a:lnTo>
                  <a:pt x="28080" y="98132"/>
                </a:lnTo>
                <a:lnTo>
                  <a:pt x="25858" y="99177"/>
                </a:lnTo>
                <a:lnTo>
                  <a:pt x="24725" y="98051"/>
                </a:lnTo>
                <a:lnTo>
                  <a:pt x="25865" y="95574"/>
                </a:lnTo>
                <a:lnTo>
                  <a:pt x="24615" y="94558"/>
                </a:lnTo>
                <a:lnTo>
                  <a:pt x="22364" y="95691"/>
                </a:lnTo>
                <a:lnTo>
                  <a:pt x="21180" y="94507"/>
                </a:lnTo>
                <a:lnTo>
                  <a:pt x="22350" y="92175"/>
                </a:lnTo>
                <a:lnTo>
                  <a:pt x="21180" y="91006"/>
                </a:lnTo>
                <a:lnTo>
                  <a:pt x="18842" y="92175"/>
                </a:lnTo>
                <a:lnTo>
                  <a:pt x="17672" y="91006"/>
                </a:lnTo>
                <a:lnTo>
                  <a:pt x="18841" y="88667"/>
                </a:lnTo>
                <a:lnTo>
                  <a:pt x="17672" y="87498"/>
                </a:lnTo>
                <a:lnTo>
                  <a:pt x="15333" y="88667"/>
                </a:lnTo>
                <a:lnTo>
                  <a:pt x="14164" y="87498"/>
                </a:lnTo>
                <a:lnTo>
                  <a:pt x="15333" y="85159"/>
                </a:lnTo>
                <a:lnTo>
                  <a:pt x="14164" y="83997"/>
                </a:lnTo>
                <a:lnTo>
                  <a:pt x="11825" y="85159"/>
                </a:lnTo>
                <a:lnTo>
                  <a:pt x="10641" y="83983"/>
                </a:lnTo>
                <a:lnTo>
                  <a:pt x="11781" y="81731"/>
                </a:lnTo>
                <a:lnTo>
                  <a:pt x="10758" y="80482"/>
                </a:lnTo>
                <a:lnTo>
                  <a:pt x="8280" y="81622"/>
                </a:lnTo>
                <a:lnTo>
                  <a:pt x="7148" y="80489"/>
                </a:lnTo>
                <a:lnTo>
                  <a:pt x="8200" y="78268"/>
                </a:lnTo>
                <a:lnTo>
                  <a:pt x="7264" y="76864"/>
                </a:lnTo>
                <a:lnTo>
                  <a:pt x="8317" y="74649"/>
                </a:lnTo>
                <a:lnTo>
                  <a:pt x="7352" y="73685"/>
                </a:lnTo>
                <a:lnTo>
                  <a:pt x="4429" y="74518"/>
                </a:lnTo>
                <a:lnTo>
                  <a:pt x="3369" y="72157"/>
                </a:lnTo>
                <a:lnTo>
                  <a:pt x="4736" y="69088"/>
                </a:lnTo>
                <a:lnTo>
                  <a:pt x="4070" y="66427"/>
                </a:lnTo>
                <a:lnTo>
                  <a:pt x="4655" y="63971"/>
                </a:lnTo>
                <a:lnTo>
                  <a:pt x="3961" y="63277"/>
                </a:lnTo>
                <a:lnTo>
                  <a:pt x="789" y="63847"/>
                </a:lnTo>
                <a:lnTo>
                  <a:pt x="0" y="60507"/>
                </a:lnTo>
                <a:lnTo>
                  <a:pt x="716" y="56151"/>
                </a:lnTo>
                <a:lnTo>
                  <a:pt x="716" y="45152"/>
                </a:lnTo>
                <a:lnTo>
                  <a:pt x="387" y="43273"/>
                </a:lnTo>
                <a:lnTo>
                  <a:pt x="906" y="42060"/>
                </a:lnTo>
                <a:lnTo>
                  <a:pt x="3851" y="42872"/>
                </a:lnTo>
                <a:lnTo>
                  <a:pt x="4677" y="42046"/>
                </a:lnTo>
                <a:lnTo>
                  <a:pt x="4026" y="39641"/>
                </a:lnTo>
                <a:lnTo>
                  <a:pt x="4597" y="37799"/>
                </a:lnTo>
                <a:lnTo>
                  <a:pt x="3332" y="32713"/>
                </a:lnTo>
                <a:lnTo>
                  <a:pt x="4560" y="31704"/>
                </a:lnTo>
                <a:lnTo>
                  <a:pt x="7608" y="32332"/>
                </a:lnTo>
                <a:lnTo>
                  <a:pt x="8375" y="30111"/>
                </a:lnTo>
                <a:lnTo>
                  <a:pt x="6724" y="26632"/>
                </a:lnTo>
                <a:lnTo>
                  <a:pt x="8061" y="24424"/>
                </a:lnTo>
                <a:lnTo>
                  <a:pt x="10780" y="25425"/>
                </a:lnTo>
                <a:lnTo>
                  <a:pt x="11730" y="24475"/>
                </a:lnTo>
                <a:lnTo>
                  <a:pt x="10678" y="21829"/>
                </a:lnTo>
                <a:lnTo>
                  <a:pt x="12000" y="20953"/>
                </a:lnTo>
                <a:lnTo>
                  <a:pt x="14054" y="22042"/>
                </a:lnTo>
                <a:lnTo>
                  <a:pt x="15341" y="20967"/>
                </a:lnTo>
                <a:lnTo>
                  <a:pt x="14193" y="18504"/>
                </a:lnTo>
                <a:lnTo>
                  <a:pt x="15333" y="17371"/>
                </a:lnTo>
                <a:lnTo>
                  <a:pt x="17672" y="18541"/>
                </a:lnTo>
                <a:lnTo>
                  <a:pt x="18842" y="17371"/>
                </a:lnTo>
                <a:lnTo>
                  <a:pt x="17672" y="15033"/>
                </a:lnTo>
                <a:lnTo>
                  <a:pt x="18746" y="13966"/>
                </a:lnTo>
                <a:lnTo>
                  <a:pt x="21392" y="15011"/>
                </a:lnTo>
                <a:lnTo>
                  <a:pt x="22277" y="13688"/>
                </a:lnTo>
                <a:lnTo>
                  <a:pt x="21180" y="11634"/>
                </a:lnTo>
                <a:lnTo>
                  <a:pt x="22262" y="10355"/>
                </a:lnTo>
                <a:lnTo>
                  <a:pt x="24718" y="11496"/>
                </a:lnTo>
                <a:lnTo>
                  <a:pt x="25719" y="10494"/>
                </a:lnTo>
                <a:lnTo>
                  <a:pt x="24754" y="7739"/>
                </a:lnTo>
                <a:lnTo>
                  <a:pt x="26559" y="6701"/>
                </a:lnTo>
                <a:lnTo>
                  <a:pt x="31398" y="8528"/>
                </a:lnTo>
                <a:lnTo>
                  <a:pt x="32531" y="7147"/>
                </a:lnTo>
                <a:lnTo>
                  <a:pt x="31990" y="4012"/>
                </a:lnTo>
                <a:lnTo>
                  <a:pt x="35578" y="3061"/>
                </a:lnTo>
                <a:lnTo>
                  <a:pt x="39525" y="4596"/>
                </a:lnTo>
                <a:lnTo>
                  <a:pt x="42806" y="3939"/>
                </a:lnTo>
                <a:lnTo>
                  <a:pt x="43092" y="3880"/>
                </a:lnTo>
                <a:lnTo>
                  <a:pt x="42558" y="687"/>
                </a:lnTo>
                <a:lnTo>
                  <a:pt x="43143" y="102"/>
                </a:lnTo>
                <a:lnTo>
                  <a:pt x="45803" y="460"/>
                </a:lnTo>
                <a:lnTo>
                  <a:pt x="49801" y="248"/>
                </a:lnTo>
                <a:lnTo>
                  <a:pt x="53353" y="431"/>
                </a:lnTo>
                <a:lnTo>
                  <a:pt x="59017" y="431"/>
                </a:lnTo>
                <a:lnTo>
                  <a:pt x="61721" y="0"/>
                </a:lnTo>
                <a:lnTo>
                  <a:pt x="64126" y="489"/>
                </a:lnTo>
                <a:lnTo>
                  <a:pt x="63607" y="3690"/>
                </a:lnTo>
                <a:lnTo>
                  <a:pt x="64287" y="4370"/>
                </a:lnTo>
                <a:lnTo>
                  <a:pt x="66742" y="3785"/>
                </a:lnTo>
                <a:lnTo>
                  <a:pt x="69425" y="4451"/>
                </a:lnTo>
                <a:lnTo>
                  <a:pt x="72443" y="3098"/>
                </a:lnTo>
                <a:lnTo>
                  <a:pt x="74826" y="4122"/>
                </a:lnTo>
                <a:lnTo>
                  <a:pt x="74007" y="7074"/>
                </a:lnTo>
                <a:lnTo>
                  <a:pt x="74709" y="7776"/>
                </a:lnTo>
                <a:lnTo>
                  <a:pt x="77376" y="7410"/>
                </a:lnTo>
                <a:lnTo>
                  <a:pt x="78612" y="7476"/>
                </a:lnTo>
                <a:lnTo>
                  <a:pt x="80797" y="7060"/>
                </a:lnTo>
                <a:lnTo>
                  <a:pt x="81944" y="7790"/>
                </a:lnTo>
                <a:lnTo>
                  <a:pt x="80921" y="10473"/>
                </a:lnTo>
                <a:lnTo>
                  <a:pt x="81886" y="11437"/>
                </a:lnTo>
                <a:lnTo>
                  <a:pt x="84532" y="10385"/>
                </a:lnTo>
                <a:lnTo>
                  <a:pt x="85409" y="11708"/>
                </a:lnTo>
                <a:lnTo>
                  <a:pt x="84320" y="13762"/>
                </a:lnTo>
                <a:lnTo>
                  <a:pt x="85401" y="15041"/>
                </a:lnTo>
                <a:lnTo>
                  <a:pt x="87857" y="13900"/>
                </a:lnTo>
                <a:lnTo>
                  <a:pt x="88997" y="15033"/>
                </a:lnTo>
                <a:lnTo>
                  <a:pt x="87828" y="17372"/>
                </a:lnTo>
                <a:lnTo>
                  <a:pt x="88997" y="18541"/>
                </a:lnTo>
                <a:lnTo>
                  <a:pt x="91336" y="17372"/>
                </a:lnTo>
                <a:lnTo>
                  <a:pt x="92410" y="18439"/>
                </a:lnTo>
                <a:lnTo>
                  <a:pt x="91358" y="21092"/>
                </a:lnTo>
                <a:lnTo>
                  <a:pt x="92681" y="21961"/>
                </a:lnTo>
                <a:lnTo>
                  <a:pt x="94735" y="20880"/>
                </a:lnTo>
                <a:lnTo>
                  <a:pt x="96021" y="21954"/>
                </a:lnTo>
                <a:lnTo>
                  <a:pt x="94874" y="24410"/>
                </a:lnTo>
                <a:lnTo>
                  <a:pt x="95897" y="25426"/>
                </a:lnTo>
                <a:lnTo>
                  <a:pt x="98601" y="24425"/>
                </a:lnTo>
                <a:lnTo>
                  <a:pt x="99727" y="26244"/>
                </a:lnTo>
                <a:lnTo>
                  <a:pt x="97826" y="31068"/>
                </a:lnTo>
                <a:lnTo>
                  <a:pt x="99274" y="32252"/>
                </a:lnTo>
                <a:lnTo>
                  <a:pt x="102321" y="31624"/>
                </a:lnTo>
                <a:lnTo>
                  <a:pt x="102752" y="32852"/>
                </a:lnTo>
                <a:lnTo>
                  <a:pt x="102446" y="34554"/>
                </a:lnTo>
                <a:lnTo>
                  <a:pt x="102446" y="36426"/>
                </a:lnTo>
                <a:lnTo>
                  <a:pt x="102139" y="38107"/>
                </a:lnTo>
                <a:lnTo>
                  <a:pt x="102672" y="39656"/>
                </a:lnTo>
                <a:lnTo>
                  <a:pt x="101971" y="42024"/>
                </a:lnTo>
                <a:lnTo>
                  <a:pt x="102811" y="42865"/>
                </a:lnTo>
                <a:lnTo>
                  <a:pt x="105764" y="42053"/>
                </a:lnTo>
                <a:lnTo>
                  <a:pt x="106685" y="44194"/>
                </a:lnTo>
                <a:lnTo>
                  <a:pt x="105859" y="47630"/>
                </a:lnTo>
                <a:lnTo>
                  <a:pt x="106078" y="51832"/>
                </a:lnTo>
                <a:lnTo>
                  <a:pt x="105954" y="58709"/>
                </a:lnTo>
                <a:lnTo>
                  <a:pt x="106385" y="61414"/>
                </a:lnTo>
                <a:lnTo>
                  <a:pt x="105903" y="63818"/>
                </a:lnTo>
                <a:lnTo>
                  <a:pt x="102694" y="63299"/>
                </a:lnTo>
                <a:lnTo>
                  <a:pt x="102014" y="63979"/>
                </a:lnTo>
                <a:lnTo>
                  <a:pt x="102599" y="66435"/>
                </a:lnTo>
                <a:lnTo>
                  <a:pt x="101927" y="69109"/>
                </a:lnTo>
                <a:lnTo>
                  <a:pt x="103279" y="72120"/>
                </a:lnTo>
                <a:lnTo>
                  <a:pt x="102256" y="74511"/>
                </a:lnTo>
                <a:lnTo>
                  <a:pt x="99303" y="73692"/>
                </a:lnTo>
                <a:lnTo>
                  <a:pt x="98353" y="74650"/>
                </a:lnTo>
                <a:lnTo>
                  <a:pt x="99405" y="76871"/>
                </a:lnTo>
                <a:lnTo>
                  <a:pt x="98470" y="78275"/>
                </a:lnTo>
                <a:lnTo>
                  <a:pt x="99522" y="80489"/>
                </a:lnTo>
                <a:lnTo>
                  <a:pt x="98418" y="81593"/>
                </a:lnTo>
                <a:lnTo>
                  <a:pt x="95853" y="80497"/>
                </a:lnTo>
                <a:lnTo>
                  <a:pt x="94925" y="81761"/>
                </a:lnTo>
                <a:lnTo>
                  <a:pt x="96021" y="83990"/>
                </a:lnTo>
                <a:lnTo>
                  <a:pt x="94940" y="85072"/>
                </a:lnTo>
                <a:lnTo>
                  <a:pt x="92294" y="84019"/>
                </a:lnTo>
                <a:lnTo>
                  <a:pt x="91431" y="85320"/>
                </a:lnTo>
                <a:lnTo>
                  <a:pt x="92506" y="87432"/>
                </a:lnTo>
                <a:lnTo>
                  <a:pt x="91387" y="88675"/>
                </a:lnTo>
                <a:lnTo>
                  <a:pt x="88983" y="87520"/>
                </a:lnTo>
                <a:lnTo>
                  <a:pt x="87828" y="88667"/>
                </a:lnTo>
                <a:lnTo>
                  <a:pt x="88997" y="91006"/>
                </a:lnTo>
                <a:lnTo>
                  <a:pt x="87828" y="92175"/>
                </a:lnTo>
                <a:lnTo>
                  <a:pt x="85489" y="91006"/>
                </a:lnTo>
                <a:lnTo>
                  <a:pt x="84378" y="92117"/>
                </a:lnTo>
                <a:lnTo>
                  <a:pt x="85489" y="94646"/>
                </a:lnTo>
                <a:lnTo>
                  <a:pt x="84225" y="95610"/>
                </a:lnTo>
                <a:lnTo>
                  <a:pt x="81996" y="94500"/>
                </a:lnTo>
                <a:lnTo>
                  <a:pt x="81031" y="95464"/>
                </a:lnTo>
                <a:lnTo>
                  <a:pt x="81835" y="98409"/>
                </a:lnTo>
                <a:lnTo>
                  <a:pt x="79459" y="99425"/>
                </a:lnTo>
                <a:lnTo>
                  <a:pt x="76251" y="97649"/>
                </a:lnTo>
                <a:lnTo>
                  <a:pt x="73891" y="98848"/>
                </a:lnTo>
                <a:lnTo>
                  <a:pt x="74789" y="101691"/>
                </a:lnTo>
                <a:lnTo>
                  <a:pt x="73949" y="102532"/>
                </a:lnTo>
                <a:lnTo>
                  <a:pt x="71493" y="101947"/>
                </a:lnTo>
                <a:lnTo>
                  <a:pt x="68716" y="102641"/>
                </a:lnTo>
                <a:lnTo>
                  <a:pt x="65960" y="101399"/>
                </a:lnTo>
                <a:lnTo>
                  <a:pt x="63483" y="102232"/>
                </a:lnTo>
                <a:lnTo>
                  <a:pt x="64170" y="105294"/>
                </a:lnTo>
                <a:lnTo>
                  <a:pt x="63520" y="105937"/>
                </a:lnTo>
                <a:lnTo>
                  <a:pt x="60859" y="105579"/>
                </a:lnTo>
                <a:lnTo>
                  <a:pt x="56868" y="105791"/>
                </a:lnTo>
                <a:lnTo>
                  <a:pt x="53309" y="105608"/>
                </a:lnTo>
                <a:lnTo>
                  <a:pt x="47645" y="105608"/>
                </a:lnTo>
                <a:lnTo>
                  <a:pt x="44948" y="1060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997409" y="1996934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4">
                <a:moveTo>
                  <a:pt x="50459" y="105754"/>
                </a:moveTo>
                <a:lnTo>
                  <a:pt x="49143" y="105454"/>
                </a:lnTo>
                <a:lnTo>
                  <a:pt x="49699" y="102283"/>
                </a:lnTo>
                <a:lnTo>
                  <a:pt x="49107" y="101691"/>
                </a:lnTo>
                <a:lnTo>
                  <a:pt x="46439" y="102049"/>
                </a:lnTo>
                <a:lnTo>
                  <a:pt x="44758" y="101961"/>
                </a:lnTo>
                <a:lnTo>
                  <a:pt x="43581" y="102093"/>
                </a:lnTo>
                <a:lnTo>
                  <a:pt x="40395" y="101903"/>
                </a:lnTo>
                <a:lnTo>
                  <a:pt x="37303" y="102678"/>
                </a:lnTo>
                <a:lnTo>
                  <a:pt x="35016" y="101888"/>
                </a:lnTo>
                <a:lnTo>
                  <a:pt x="35725" y="98833"/>
                </a:lnTo>
                <a:lnTo>
                  <a:pt x="34819" y="97934"/>
                </a:lnTo>
                <a:lnTo>
                  <a:pt x="32597" y="98979"/>
                </a:lnTo>
                <a:lnTo>
                  <a:pt x="31193" y="98051"/>
                </a:lnTo>
                <a:lnTo>
                  <a:pt x="28971" y="99104"/>
                </a:lnTo>
                <a:lnTo>
                  <a:pt x="27956" y="98080"/>
                </a:lnTo>
                <a:lnTo>
                  <a:pt x="28891" y="95281"/>
                </a:lnTo>
                <a:lnTo>
                  <a:pt x="26560" y="94032"/>
                </a:lnTo>
                <a:lnTo>
                  <a:pt x="23285" y="95829"/>
                </a:lnTo>
                <a:lnTo>
                  <a:pt x="20925" y="94828"/>
                </a:lnTo>
                <a:lnTo>
                  <a:pt x="21736" y="91868"/>
                </a:lnTo>
                <a:lnTo>
                  <a:pt x="20771" y="90911"/>
                </a:lnTo>
                <a:lnTo>
                  <a:pt x="18484" y="92073"/>
                </a:lnTo>
                <a:lnTo>
                  <a:pt x="17270" y="90969"/>
                </a:lnTo>
                <a:lnTo>
                  <a:pt x="18432" y="88572"/>
                </a:lnTo>
                <a:lnTo>
                  <a:pt x="17373" y="87512"/>
                </a:lnTo>
                <a:lnTo>
                  <a:pt x="14727" y="88565"/>
                </a:lnTo>
                <a:lnTo>
                  <a:pt x="13850" y="87242"/>
                </a:lnTo>
                <a:lnTo>
                  <a:pt x="14946" y="85188"/>
                </a:lnTo>
                <a:lnTo>
                  <a:pt x="13864" y="83909"/>
                </a:lnTo>
                <a:lnTo>
                  <a:pt x="11409" y="85049"/>
                </a:lnTo>
                <a:lnTo>
                  <a:pt x="10276" y="83924"/>
                </a:lnTo>
                <a:lnTo>
                  <a:pt x="11292" y="81695"/>
                </a:lnTo>
                <a:lnTo>
                  <a:pt x="10415" y="80284"/>
                </a:lnTo>
                <a:lnTo>
                  <a:pt x="11431" y="78062"/>
                </a:lnTo>
                <a:lnTo>
                  <a:pt x="10364" y="77002"/>
                </a:lnTo>
                <a:lnTo>
                  <a:pt x="7718" y="78048"/>
                </a:lnTo>
                <a:lnTo>
                  <a:pt x="6804" y="76681"/>
                </a:lnTo>
                <a:lnTo>
                  <a:pt x="7871" y="74810"/>
                </a:lnTo>
                <a:lnTo>
                  <a:pt x="6892" y="73275"/>
                </a:lnTo>
                <a:lnTo>
                  <a:pt x="7930" y="71061"/>
                </a:lnTo>
                <a:lnTo>
                  <a:pt x="7009" y="70147"/>
                </a:lnTo>
                <a:lnTo>
                  <a:pt x="3990" y="70878"/>
                </a:lnTo>
                <a:lnTo>
                  <a:pt x="3186" y="68722"/>
                </a:lnTo>
                <a:lnTo>
                  <a:pt x="3837" y="65360"/>
                </a:lnTo>
                <a:lnTo>
                  <a:pt x="3837" y="61385"/>
                </a:lnTo>
                <a:lnTo>
                  <a:pt x="4363" y="58446"/>
                </a:lnTo>
                <a:lnTo>
                  <a:pt x="3749" y="56122"/>
                </a:lnTo>
                <a:lnTo>
                  <a:pt x="614" y="56729"/>
                </a:lnTo>
                <a:lnTo>
                  <a:pt x="0" y="56115"/>
                </a:lnTo>
                <a:lnTo>
                  <a:pt x="358" y="53454"/>
                </a:lnTo>
                <a:lnTo>
                  <a:pt x="336" y="49267"/>
                </a:lnTo>
                <a:lnTo>
                  <a:pt x="3647" y="49625"/>
                </a:lnTo>
                <a:lnTo>
                  <a:pt x="4173" y="49106"/>
                </a:lnTo>
                <a:lnTo>
                  <a:pt x="3815" y="46446"/>
                </a:lnTo>
                <a:lnTo>
                  <a:pt x="3903" y="44765"/>
                </a:lnTo>
                <a:lnTo>
                  <a:pt x="3771" y="43595"/>
                </a:lnTo>
                <a:lnTo>
                  <a:pt x="3903" y="41271"/>
                </a:lnTo>
                <a:lnTo>
                  <a:pt x="3837" y="37975"/>
                </a:lnTo>
                <a:lnTo>
                  <a:pt x="3537" y="36309"/>
                </a:lnTo>
                <a:lnTo>
                  <a:pt x="3968" y="35037"/>
                </a:lnTo>
                <a:lnTo>
                  <a:pt x="7031" y="35739"/>
                </a:lnTo>
                <a:lnTo>
                  <a:pt x="7681" y="35088"/>
                </a:lnTo>
                <a:lnTo>
                  <a:pt x="7323" y="32428"/>
                </a:lnTo>
                <a:lnTo>
                  <a:pt x="7389" y="31054"/>
                </a:lnTo>
                <a:lnTo>
                  <a:pt x="6987" y="29176"/>
                </a:lnTo>
                <a:lnTo>
                  <a:pt x="7572" y="27940"/>
                </a:lnTo>
                <a:lnTo>
                  <a:pt x="10458" y="28810"/>
                </a:lnTo>
                <a:lnTo>
                  <a:pt x="11189" y="28080"/>
                </a:lnTo>
                <a:lnTo>
                  <a:pt x="10831" y="25419"/>
                </a:lnTo>
                <a:lnTo>
                  <a:pt x="10890" y="24257"/>
                </a:lnTo>
                <a:lnTo>
                  <a:pt x="10488" y="21904"/>
                </a:lnTo>
                <a:lnTo>
                  <a:pt x="11284" y="20822"/>
                </a:lnTo>
                <a:lnTo>
                  <a:pt x="13842" y="21918"/>
                </a:lnTo>
                <a:lnTo>
                  <a:pt x="14851" y="20910"/>
                </a:lnTo>
                <a:lnTo>
                  <a:pt x="13799" y="18264"/>
                </a:lnTo>
                <a:lnTo>
                  <a:pt x="15063" y="17431"/>
                </a:lnTo>
                <a:lnTo>
                  <a:pt x="17285" y="18483"/>
                </a:lnTo>
                <a:lnTo>
                  <a:pt x="18447" y="17314"/>
                </a:lnTo>
                <a:lnTo>
                  <a:pt x="17278" y="14975"/>
                </a:lnTo>
                <a:lnTo>
                  <a:pt x="18352" y="13908"/>
                </a:lnTo>
                <a:lnTo>
                  <a:pt x="20998" y="14954"/>
                </a:lnTo>
                <a:lnTo>
                  <a:pt x="21729" y="13850"/>
                </a:lnTo>
                <a:lnTo>
                  <a:pt x="20859" y="11233"/>
                </a:lnTo>
                <a:lnTo>
                  <a:pt x="22635" y="10020"/>
                </a:lnTo>
                <a:lnTo>
                  <a:pt x="27451" y="12030"/>
                </a:lnTo>
                <a:lnTo>
                  <a:pt x="28723" y="10473"/>
                </a:lnTo>
                <a:lnTo>
                  <a:pt x="27948" y="7586"/>
                </a:lnTo>
                <a:lnTo>
                  <a:pt x="29658" y="6783"/>
                </a:lnTo>
                <a:lnTo>
                  <a:pt x="34563" y="8405"/>
                </a:lnTo>
                <a:lnTo>
                  <a:pt x="35651" y="7075"/>
                </a:lnTo>
                <a:lnTo>
                  <a:pt x="35089" y="3961"/>
                </a:lnTo>
                <a:lnTo>
                  <a:pt x="37354" y="3318"/>
                </a:lnTo>
                <a:lnTo>
                  <a:pt x="40380" y="3881"/>
                </a:lnTo>
                <a:lnTo>
                  <a:pt x="44685" y="3881"/>
                </a:lnTo>
                <a:lnTo>
                  <a:pt x="47170" y="4100"/>
                </a:lnTo>
                <a:lnTo>
                  <a:pt x="49436" y="3858"/>
                </a:lnTo>
                <a:lnTo>
                  <a:pt x="49633" y="3836"/>
                </a:lnTo>
                <a:lnTo>
                  <a:pt x="49231" y="554"/>
                </a:lnTo>
                <a:lnTo>
                  <a:pt x="49706" y="80"/>
                </a:lnTo>
                <a:lnTo>
                  <a:pt x="53485" y="401"/>
                </a:lnTo>
                <a:lnTo>
                  <a:pt x="56101" y="0"/>
                </a:lnTo>
                <a:lnTo>
                  <a:pt x="56942" y="840"/>
                </a:lnTo>
                <a:lnTo>
                  <a:pt x="55889" y="3486"/>
                </a:lnTo>
                <a:lnTo>
                  <a:pt x="57132" y="4311"/>
                </a:lnTo>
                <a:lnTo>
                  <a:pt x="59142" y="3683"/>
                </a:lnTo>
                <a:lnTo>
                  <a:pt x="62058" y="4311"/>
                </a:lnTo>
                <a:lnTo>
                  <a:pt x="64821" y="3858"/>
                </a:lnTo>
                <a:lnTo>
                  <a:pt x="67890" y="3858"/>
                </a:lnTo>
                <a:lnTo>
                  <a:pt x="69637" y="3544"/>
                </a:lnTo>
                <a:lnTo>
                  <a:pt x="70887" y="4004"/>
                </a:lnTo>
                <a:lnTo>
                  <a:pt x="70149" y="7030"/>
                </a:lnTo>
                <a:lnTo>
                  <a:pt x="70814" y="7695"/>
                </a:lnTo>
                <a:lnTo>
                  <a:pt x="73481" y="7330"/>
                </a:lnTo>
                <a:lnTo>
                  <a:pt x="74855" y="7410"/>
                </a:lnTo>
                <a:lnTo>
                  <a:pt x="76734" y="6994"/>
                </a:lnTo>
                <a:lnTo>
                  <a:pt x="77969" y="7578"/>
                </a:lnTo>
                <a:lnTo>
                  <a:pt x="77107" y="10480"/>
                </a:lnTo>
                <a:lnTo>
                  <a:pt x="77830" y="11196"/>
                </a:lnTo>
                <a:lnTo>
                  <a:pt x="80498" y="10838"/>
                </a:lnTo>
                <a:lnTo>
                  <a:pt x="81696" y="10904"/>
                </a:lnTo>
                <a:lnTo>
                  <a:pt x="83977" y="10487"/>
                </a:lnTo>
                <a:lnTo>
                  <a:pt x="85088" y="11254"/>
                </a:lnTo>
                <a:lnTo>
                  <a:pt x="84021" y="13871"/>
                </a:lnTo>
                <a:lnTo>
                  <a:pt x="85007" y="14858"/>
                </a:lnTo>
                <a:lnTo>
                  <a:pt x="87653" y="13812"/>
                </a:lnTo>
                <a:lnTo>
                  <a:pt x="88494" y="15070"/>
                </a:lnTo>
                <a:lnTo>
                  <a:pt x="87441" y="17291"/>
                </a:lnTo>
                <a:lnTo>
                  <a:pt x="88610" y="18460"/>
                </a:lnTo>
                <a:lnTo>
                  <a:pt x="90949" y="17291"/>
                </a:lnTo>
                <a:lnTo>
                  <a:pt x="92024" y="18358"/>
                </a:lnTo>
                <a:lnTo>
                  <a:pt x="90971" y="21011"/>
                </a:lnTo>
                <a:lnTo>
                  <a:pt x="92104" y="21764"/>
                </a:lnTo>
                <a:lnTo>
                  <a:pt x="94655" y="20850"/>
                </a:lnTo>
                <a:lnTo>
                  <a:pt x="95963" y="22627"/>
                </a:lnTo>
                <a:lnTo>
                  <a:pt x="93880" y="27443"/>
                </a:lnTo>
                <a:lnTo>
                  <a:pt x="95451" y="28729"/>
                </a:lnTo>
                <a:lnTo>
                  <a:pt x="98346" y="27955"/>
                </a:lnTo>
                <a:lnTo>
                  <a:pt x="99157" y="29672"/>
                </a:lnTo>
                <a:lnTo>
                  <a:pt x="97527" y="34576"/>
                </a:lnTo>
                <a:lnTo>
                  <a:pt x="98879" y="35680"/>
                </a:lnTo>
                <a:lnTo>
                  <a:pt x="101942" y="35066"/>
                </a:lnTo>
                <a:lnTo>
                  <a:pt x="103126" y="38574"/>
                </a:lnTo>
                <a:lnTo>
                  <a:pt x="101094" y="42740"/>
                </a:lnTo>
                <a:lnTo>
                  <a:pt x="102249" y="46584"/>
                </a:lnTo>
                <a:lnTo>
                  <a:pt x="101605" y="48989"/>
                </a:lnTo>
                <a:lnTo>
                  <a:pt x="102241" y="49625"/>
                </a:lnTo>
                <a:lnTo>
                  <a:pt x="105560" y="49267"/>
                </a:lnTo>
                <a:lnTo>
                  <a:pt x="105655" y="51116"/>
                </a:lnTo>
                <a:lnTo>
                  <a:pt x="106217" y="54923"/>
                </a:lnTo>
                <a:lnTo>
                  <a:pt x="105377" y="56896"/>
                </a:lnTo>
                <a:lnTo>
                  <a:pt x="102424" y="56086"/>
                </a:lnTo>
                <a:lnTo>
                  <a:pt x="101664" y="56846"/>
                </a:lnTo>
                <a:lnTo>
                  <a:pt x="102161" y="59374"/>
                </a:lnTo>
                <a:lnTo>
                  <a:pt x="101679" y="62137"/>
                </a:lnTo>
                <a:lnTo>
                  <a:pt x="102059" y="64761"/>
                </a:lnTo>
                <a:lnTo>
                  <a:pt x="102059" y="67889"/>
                </a:lnTo>
                <a:lnTo>
                  <a:pt x="102366" y="69636"/>
                </a:lnTo>
                <a:lnTo>
                  <a:pt x="101905" y="70878"/>
                </a:lnTo>
                <a:lnTo>
                  <a:pt x="98879" y="70147"/>
                </a:lnTo>
                <a:lnTo>
                  <a:pt x="98221" y="70812"/>
                </a:lnTo>
                <a:lnTo>
                  <a:pt x="98580" y="73473"/>
                </a:lnTo>
                <a:lnTo>
                  <a:pt x="98514" y="74773"/>
                </a:lnTo>
                <a:lnTo>
                  <a:pt x="98923" y="76813"/>
                </a:lnTo>
                <a:lnTo>
                  <a:pt x="98273" y="77996"/>
                </a:lnTo>
                <a:lnTo>
                  <a:pt x="95481" y="77054"/>
                </a:lnTo>
                <a:lnTo>
                  <a:pt x="94465" y="78062"/>
                </a:lnTo>
                <a:lnTo>
                  <a:pt x="95481" y="80291"/>
                </a:lnTo>
                <a:lnTo>
                  <a:pt x="94604" y="81702"/>
                </a:lnTo>
                <a:lnTo>
                  <a:pt x="95620" y="83924"/>
                </a:lnTo>
                <a:lnTo>
                  <a:pt x="94553" y="84991"/>
                </a:lnTo>
                <a:lnTo>
                  <a:pt x="91907" y="83938"/>
                </a:lnTo>
                <a:lnTo>
                  <a:pt x="91030" y="85261"/>
                </a:lnTo>
                <a:lnTo>
                  <a:pt x="92119" y="87315"/>
                </a:lnTo>
                <a:lnTo>
                  <a:pt x="91037" y="88594"/>
                </a:lnTo>
                <a:lnTo>
                  <a:pt x="88581" y="87454"/>
                </a:lnTo>
                <a:lnTo>
                  <a:pt x="87456" y="88572"/>
                </a:lnTo>
                <a:lnTo>
                  <a:pt x="88618" y="90969"/>
                </a:lnTo>
                <a:lnTo>
                  <a:pt x="87405" y="92073"/>
                </a:lnTo>
                <a:lnTo>
                  <a:pt x="85117" y="90911"/>
                </a:lnTo>
                <a:lnTo>
                  <a:pt x="84152" y="91875"/>
                </a:lnTo>
                <a:lnTo>
                  <a:pt x="84963" y="94828"/>
                </a:lnTo>
                <a:lnTo>
                  <a:pt x="82603" y="95829"/>
                </a:lnTo>
                <a:lnTo>
                  <a:pt x="79328" y="94032"/>
                </a:lnTo>
                <a:lnTo>
                  <a:pt x="76997" y="95281"/>
                </a:lnTo>
                <a:lnTo>
                  <a:pt x="77932" y="98095"/>
                </a:lnTo>
                <a:lnTo>
                  <a:pt x="76917" y="99104"/>
                </a:lnTo>
                <a:lnTo>
                  <a:pt x="74695" y="98051"/>
                </a:lnTo>
                <a:lnTo>
                  <a:pt x="73291" y="98979"/>
                </a:lnTo>
                <a:lnTo>
                  <a:pt x="71070" y="97934"/>
                </a:lnTo>
                <a:lnTo>
                  <a:pt x="70163" y="98840"/>
                </a:lnTo>
                <a:lnTo>
                  <a:pt x="70865" y="101895"/>
                </a:lnTo>
                <a:lnTo>
                  <a:pt x="67342" y="103101"/>
                </a:lnTo>
                <a:lnTo>
                  <a:pt x="63147" y="101055"/>
                </a:lnTo>
                <a:lnTo>
                  <a:pt x="59310" y="102217"/>
                </a:lnTo>
                <a:lnTo>
                  <a:pt x="56905" y="101566"/>
                </a:lnTo>
                <a:lnTo>
                  <a:pt x="56262" y="102210"/>
                </a:lnTo>
                <a:lnTo>
                  <a:pt x="56620" y="105520"/>
                </a:lnTo>
                <a:lnTo>
                  <a:pt x="51891" y="105528"/>
                </a:lnTo>
                <a:lnTo>
                  <a:pt x="50459" y="105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58577" y="2000164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4">
                <a:moveTo>
                  <a:pt x="36367" y="99513"/>
                </a:moveTo>
                <a:lnTo>
                  <a:pt x="35549" y="98505"/>
                </a:lnTo>
                <a:lnTo>
                  <a:pt x="36097" y="95377"/>
                </a:lnTo>
                <a:lnTo>
                  <a:pt x="33809" y="94763"/>
                </a:lnTo>
                <a:lnTo>
                  <a:pt x="30842" y="95303"/>
                </a:lnTo>
                <a:lnTo>
                  <a:pt x="28035" y="95303"/>
                </a:lnTo>
                <a:lnTo>
                  <a:pt x="25894" y="95654"/>
                </a:lnTo>
                <a:lnTo>
                  <a:pt x="24754" y="95011"/>
                </a:lnTo>
                <a:lnTo>
                  <a:pt x="25704" y="92226"/>
                </a:lnTo>
                <a:lnTo>
                  <a:pt x="24776" y="91306"/>
                </a:lnTo>
                <a:lnTo>
                  <a:pt x="22130" y="92358"/>
                </a:lnTo>
                <a:lnTo>
                  <a:pt x="21289" y="91094"/>
                </a:lnTo>
                <a:lnTo>
                  <a:pt x="22342" y="88879"/>
                </a:lnTo>
                <a:lnTo>
                  <a:pt x="21173" y="87710"/>
                </a:lnTo>
                <a:lnTo>
                  <a:pt x="18834" y="88879"/>
                </a:lnTo>
                <a:lnTo>
                  <a:pt x="17759" y="87805"/>
                </a:lnTo>
                <a:lnTo>
                  <a:pt x="18812" y="85152"/>
                </a:lnTo>
                <a:lnTo>
                  <a:pt x="17540" y="84319"/>
                </a:lnTo>
                <a:lnTo>
                  <a:pt x="15333" y="85371"/>
                </a:lnTo>
                <a:lnTo>
                  <a:pt x="14156" y="84209"/>
                </a:lnTo>
                <a:lnTo>
                  <a:pt x="15326" y="81863"/>
                </a:lnTo>
                <a:lnTo>
                  <a:pt x="14251" y="80796"/>
                </a:lnTo>
                <a:lnTo>
                  <a:pt x="11605" y="81841"/>
                </a:lnTo>
                <a:lnTo>
                  <a:pt x="10765" y="80577"/>
                </a:lnTo>
                <a:lnTo>
                  <a:pt x="11817" y="78362"/>
                </a:lnTo>
                <a:lnTo>
                  <a:pt x="10648" y="77193"/>
                </a:lnTo>
                <a:lnTo>
                  <a:pt x="8309" y="78363"/>
                </a:lnTo>
                <a:lnTo>
                  <a:pt x="7235" y="77288"/>
                </a:lnTo>
                <a:lnTo>
                  <a:pt x="8287" y="74642"/>
                </a:lnTo>
                <a:lnTo>
                  <a:pt x="7257" y="73962"/>
                </a:lnTo>
                <a:lnTo>
                  <a:pt x="4472" y="74730"/>
                </a:lnTo>
                <a:lnTo>
                  <a:pt x="3471" y="72954"/>
                </a:lnTo>
                <a:lnTo>
                  <a:pt x="4217" y="68810"/>
                </a:lnTo>
                <a:lnTo>
                  <a:pt x="4217" y="66405"/>
                </a:lnTo>
                <a:lnTo>
                  <a:pt x="4545" y="64527"/>
                </a:lnTo>
                <a:lnTo>
                  <a:pt x="4027" y="63307"/>
                </a:lnTo>
                <a:lnTo>
                  <a:pt x="1074" y="64125"/>
                </a:lnTo>
                <a:lnTo>
                  <a:pt x="307" y="63350"/>
                </a:lnTo>
                <a:lnTo>
                  <a:pt x="825" y="60844"/>
                </a:lnTo>
                <a:lnTo>
                  <a:pt x="95" y="57072"/>
                </a:lnTo>
                <a:lnTo>
                  <a:pt x="708" y="52965"/>
                </a:lnTo>
                <a:lnTo>
                  <a:pt x="708" y="47440"/>
                </a:lnTo>
                <a:lnTo>
                  <a:pt x="467" y="44991"/>
                </a:lnTo>
                <a:lnTo>
                  <a:pt x="818" y="41673"/>
                </a:lnTo>
                <a:lnTo>
                  <a:pt x="0" y="36272"/>
                </a:lnTo>
                <a:lnTo>
                  <a:pt x="1045" y="35416"/>
                </a:lnTo>
                <a:lnTo>
                  <a:pt x="4092" y="36045"/>
                </a:lnTo>
                <a:lnTo>
                  <a:pt x="4524" y="34817"/>
                </a:lnTo>
                <a:lnTo>
                  <a:pt x="4217" y="33114"/>
                </a:lnTo>
                <a:lnTo>
                  <a:pt x="4217" y="31404"/>
                </a:lnTo>
                <a:lnTo>
                  <a:pt x="3873" y="29372"/>
                </a:lnTo>
                <a:lnTo>
                  <a:pt x="4567" y="27977"/>
                </a:lnTo>
                <a:lnTo>
                  <a:pt x="3676" y="25718"/>
                </a:lnTo>
                <a:lnTo>
                  <a:pt x="4801" y="24593"/>
                </a:lnTo>
                <a:lnTo>
                  <a:pt x="7140" y="25762"/>
                </a:lnTo>
                <a:lnTo>
                  <a:pt x="8309" y="24593"/>
                </a:lnTo>
                <a:lnTo>
                  <a:pt x="7140" y="22261"/>
                </a:lnTo>
                <a:lnTo>
                  <a:pt x="8244" y="21158"/>
                </a:lnTo>
                <a:lnTo>
                  <a:pt x="10809" y="22254"/>
                </a:lnTo>
                <a:lnTo>
                  <a:pt x="11737" y="20982"/>
                </a:lnTo>
                <a:lnTo>
                  <a:pt x="10641" y="18760"/>
                </a:lnTo>
                <a:lnTo>
                  <a:pt x="11722" y="17679"/>
                </a:lnTo>
                <a:lnTo>
                  <a:pt x="14368" y="18731"/>
                </a:lnTo>
                <a:lnTo>
                  <a:pt x="15245" y="17408"/>
                </a:lnTo>
                <a:lnTo>
                  <a:pt x="14156" y="15355"/>
                </a:lnTo>
                <a:lnTo>
                  <a:pt x="15238" y="14076"/>
                </a:lnTo>
                <a:lnTo>
                  <a:pt x="17694" y="15216"/>
                </a:lnTo>
                <a:lnTo>
                  <a:pt x="18841" y="14076"/>
                </a:lnTo>
                <a:lnTo>
                  <a:pt x="17672" y="11773"/>
                </a:lnTo>
                <a:lnTo>
                  <a:pt x="18804" y="10575"/>
                </a:lnTo>
                <a:lnTo>
                  <a:pt x="21180" y="11737"/>
                </a:lnTo>
                <a:lnTo>
                  <a:pt x="22342" y="10575"/>
                </a:lnTo>
                <a:lnTo>
                  <a:pt x="21173" y="8244"/>
                </a:lnTo>
                <a:lnTo>
                  <a:pt x="22342" y="7074"/>
                </a:lnTo>
                <a:lnTo>
                  <a:pt x="24681" y="8236"/>
                </a:lnTo>
                <a:lnTo>
                  <a:pt x="25696" y="7227"/>
                </a:lnTo>
                <a:lnTo>
                  <a:pt x="24761" y="4421"/>
                </a:lnTo>
                <a:lnTo>
                  <a:pt x="26647" y="3412"/>
                </a:lnTo>
                <a:lnTo>
                  <a:pt x="30674" y="4151"/>
                </a:lnTo>
                <a:lnTo>
                  <a:pt x="33305" y="4151"/>
                </a:lnTo>
                <a:lnTo>
                  <a:pt x="34840" y="4443"/>
                </a:lnTo>
                <a:lnTo>
                  <a:pt x="35790" y="4136"/>
                </a:lnTo>
                <a:lnTo>
                  <a:pt x="36111" y="4048"/>
                </a:lnTo>
                <a:lnTo>
                  <a:pt x="35505" y="913"/>
                </a:lnTo>
                <a:lnTo>
                  <a:pt x="36199" y="226"/>
                </a:lnTo>
                <a:lnTo>
                  <a:pt x="38699" y="760"/>
                </a:lnTo>
                <a:lnTo>
                  <a:pt x="41425" y="197"/>
                </a:lnTo>
                <a:lnTo>
                  <a:pt x="44136" y="635"/>
                </a:lnTo>
                <a:lnTo>
                  <a:pt x="56554" y="635"/>
                </a:lnTo>
                <a:lnTo>
                  <a:pt x="60705" y="0"/>
                </a:lnTo>
                <a:lnTo>
                  <a:pt x="64133" y="687"/>
                </a:lnTo>
                <a:lnTo>
                  <a:pt x="63606" y="3888"/>
                </a:lnTo>
                <a:lnTo>
                  <a:pt x="64286" y="4567"/>
                </a:lnTo>
                <a:lnTo>
                  <a:pt x="66742" y="3983"/>
                </a:lnTo>
                <a:lnTo>
                  <a:pt x="69388" y="4640"/>
                </a:lnTo>
                <a:lnTo>
                  <a:pt x="72486" y="3274"/>
                </a:lnTo>
                <a:lnTo>
                  <a:pt x="74832" y="4341"/>
                </a:lnTo>
                <a:lnTo>
                  <a:pt x="73992" y="7264"/>
                </a:lnTo>
                <a:lnTo>
                  <a:pt x="74957" y="8221"/>
                </a:lnTo>
                <a:lnTo>
                  <a:pt x="77295" y="7059"/>
                </a:lnTo>
                <a:lnTo>
                  <a:pt x="78465" y="8221"/>
                </a:lnTo>
                <a:lnTo>
                  <a:pt x="77296" y="10560"/>
                </a:lnTo>
                <a:lnTo>
                  <a:pt x="78450" y="11715"/>
                </a:lnTo>
                <a:lnTo>
                  <a:pt x="80848" y="10553"/>
                </a:lnTo>
                <a:lnTo>
                  <a:pt x="81959" y="11773"/>
                </a:lnTo>
                <a:lnTo>
                  <a:pt x="80789" y="14054"/>
                </a:lnTo>
                <a:lnTo>
                  <a:pt x="81878" y="15135"/>
                </a:lnTo>
                <a:lnTo>
                  <a:pt x="84524" y="14090"/>
                </a:lnTo>
                <a:lnTo>
                  <a:pt x="85372" y="15369"/>
                </a:lnTo>
                <a:lnTo>
                  <a:pt x="84312" y="17547"/>
                </a:lnTo>
                <a:lnTo>
                  <a:pt x="85467" y="18746"/>
                </a:lnTo>
                <a:lnTo>
                  <a:pt x="87820" y="17577"/>
                </a:lnTo>
                <a:lnTo>
                  <a:pt x="88894" y="18644"/>
                </a:lnTo>
                <a:lnTo>
                  <a:pt x="87842" y="21289"/>
                </a:lnTo>
                <a:lnTo>
                  <a:pt x="89106" y="22122"/>
                </a:lnTo>
                <a:lnTo>
                  <a:pt x="91328" y="21077"/>
                </a:lnTo>
                <a:lnTo>
                  <a:pt x="92498" y="22247"/>
                </a:lnTo>
                <a:lnTo>
                  <a:pt x="91328" y="24578"/>
                </a:lnTo>
                <a:lnTo>
                  <a:pt x="92403" y="25652"/>
                </a:lnTo>
                <a:lnTo>
                  <a:pt x="95048" y="24607"/>
                </a:lnTo>
                <a:lnTo>
                  <a:pt x="95962" y="25981"/>
                </a:lnTo>
                <a:lnTo>
                  <a:pt x="94932" y="27815"/>
                </a:lnTo>
                <a:lnTo>
                  <a:pt x="96160" y="29957"/>
                </a:lnTo>
                <a:lnTo>
                  <a:pt x="94332" y="34795"/>
                </a:lnTo>
                <a:lnTo>
                  <a:pt x="95692" y="35907"/>
                </a:lnTo>
                <a:lnTo>
                  <a:pt x="98871" y="35431"/>
                </a:lnTo>
                <a:lnTo>
                  <a:pt x="99375" y="37792"/>
                </a:lnTo>
                <a:lnTo>
                  <a:pt x="98930" y="40540"/>
                </a:lnTo>
                <a:lnTo>
                  <a:pt x="98930" y="58760"/>
                </a:lnTo>
                <a:lnTo>
                  <a:pt x="99500" y="61823"/>
                </a:lnTo>
                <a:lnTo>
                  <a:pt x="98827" y="64103"/>
                </a:lnTo>
                <a:lnTo>
                  <a:pt x="95721" y="63460"/>
                </a:lnTo>
                <a:lnTo>
                  <a:pt x="94946" y="64227"/>
                </a:lnTo>
                <a:lnTo>
                  <a:pt x="95655" y="66595"/>
                </a:lnTo>
                <a:lnTo>
                  <a:pt x="94712" y="69300"/>
                </a:lnTo>
                <a:lnTo>
                  <a:pt x="96269" y="72289"/>
                </a:lnTo>
                <a:lnTo>
                  <a:pt x="95231" y="74715"/>
                </a:lnTo>
                <a:lnTo>
                  <a:pt x="92279" y="73904"/>
                </a:lnTo>
                <a:lnTo>
                  <a:pt x="91314" y="74869"/>
                </a:lnTo>
                <a:lnTo>
                  <a:pt x="92432" y="77105"/>
                </a:lnTo>
                <a:lnTo>
                  <a:pt x="91460" y="78363"/>
                </a:lnTo>
                <a:lnTo>
                  <a:pt x="88931" y="77251"/>
                </a:lnTo>
                <a:lnTo>
                  <a:pt x="87820" y="78363"/>
                </a:lnTo>
                <a:lnTo>
                  <a:pt x="88989" y="80701"/>
                </a:lnTo>
                <a:lnTo>
                  <a:pt x="87820" y="81863"/>
                </a:lnTo>
                <a:lnTo>
                  <a:pt x="85481" y="80701"/>
                </a:lnTo>
                <a:lnTo>
                  <a:pt x="84305" y="81871"/>
                </a:lnTo>
                <a:lnTo>
                  <a:pt x="85474" y="84187"/>
                </a:lnTo>
                <a:lnTo>
                  <a:pt x="84327" y="85379"/>
                </a:lnTo>
                <a:lnTo>
                  <a:pt x="81966" y="84209"/>
                </a:lnTo>
                <a:lnTo>
                  <a:pt x="80804" y="85371"/>
                </a:lnTo>
                <a:lnTo>
                  <a:pt x="81973" y="87710"/>
                </a:lnTo>
                <a:lnTo>
                  <a:pt x="80804" y="88879"/>
                </a:lnTo>
                <a:lnTo>
                  <a:pt x="78465" y="87710"/>
                </a:lnTo>
                <a:lnTo>
                  <a:pt x="77310" y="88857"/>
                </a:lnTo>
                <a:lnTo>
                  <a:pt x="78472" y="91262"/>
                </a:lnTo>
                <a:lnTo>
                  <a:pt x="77252" y="92365"/>
                </a:lnTo>
                <a:lnTo>
                  <a:pt x="74964" y="91203"/>
                </a:lnTo>
                <a:lnTo>
                  <a:pt x="73882" y="92285"/>
                </a:lnTo>
                <a:lnTo>
                  <a:pt x="74935" y="94931"/>
                </a:lnTo>
                <a:lnTo>
                  <a:pt x="73590" y="95822"/>
                </a:lnTo>
                <a:lnTo>
                  <a:pt x="71755" y="94931"/>
                </a:lnTo>
                <a:lnTo>
                  <a:pt x="68876" y="96122"/>
                </a:lnTo>
                <a:lnTo>
                  <a:pt x="65835" y="94455"/>
                </a:lnTo>
                <a:lnTo>
                  <a:pt x="63409" y="95486"/>
                </a:lnTo>
                <a:lnTo>
                  <a:pt x="64220" y="98439"/>
                </a:lnTo>
                <a:lnTo>
                  <a:pt x="63460" y="99206"/>
                </a:lnTo>
                <a:lnTo>
                  <a:pt x="60931" y="98695"/>
                </a:lnTo>
                <a:lnTo>
                  <a:pt x="57138" y="99389"/>
                </a:lnTo>
                <a:lnTo>
                  <a:pt x="53096" y="98804"/>
                </a:lnTo>
                <a:lnTo>
                  <a:pt x="47535" y="98804"/>
                </a:lnTo>
                <a:lnTo>
                  <a:pt x="45086" y="99046"/>
                </a:lnTo>
                <a:lnTo>
                  <a:pt x="41768" y="98695"/>
                </a:lnTo>
                <a:lnTo>
                  <a:pt x="36367" y="995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211289" y="2000368"/>
            <a:ext cx="99695" cy="99060"/>
          </a:xfrm>
          <a:custGeom>
            <a:avLst/>
            <a:gdLst/>
            <a:ahLst/>
            <a:cxnLst/>
            <a:rect l="l" t="t" r="r" b="b"/>
            <a:pathLst>
              <a:path w="99694" h="99060">
                <a:moveTo>
                  <a:pt x="59419" y="99038"/>
                </a:moveTo>
                <a:lnTo>
                  <a:pt x="57373" y="98439"/>
                </a:lnTo>
                <a:lnTo>
                  <a:pt x="54413" y="98995"/>
                </a:lnTo>
                <a:lnTo>
                  <a:pt x="51752" y="98593"/>
                </a:lnTo>
                <a:lnTo>
                  <a:pt x="41681" y="98593"/>
                </a:lnTo>
                <a:lnTo>
                  <a:pt x="39803" y="98929"/>
                </a:lnTo>
                <a:lnTo>
                  <a:pt x="38589" y="98410"/>
                </a:lnTo>
                <a:lnTo>
                  <a:pt x="39401" y="95450"/>
                </a:lnTo>
                <a:lnTo>
                  <a:pt x="38575" y="94632"/>
                </a:lnTo>
                <a:lnTo>
                  <a:pt x="36170" y="95289"/>
                </a:lnTo>
                <a:lnTo>
                  <a:pt x="34321" y="94719"/>
                </a:lnTo>
                <a:lnTo>
                  <a:pt x="29234" y="95976"/>
                </a:lnTo>
                <a:lnTo>
                  <a:pt x="28226" y="94756"/>
                </a:lnTo>
                <a:lnTo>
                  <a:pt x="28854" y="91701"/>
                </a:lnTo>
                <a:lnTo>
                  <a:pt x="26676" y="90948"/>
                </a:lnTo>
                <a:lnTo>
                  <a:pt x="23095" y="92607"/>
                </a:lnTo>
                <a:lnTo>
                  <a:pt x="20939" y="91233"/>
                </a:lnTo>
                <a:lnTo>
                  <a:pt x="21962" y="88551"/>
                </a:lnTo>
                <a:lnTo>
                  <a:pt x="20903" y="87498"/>
                </a:lnTo>
                <a:lnTo>
                  <a:pt x="18564" y="88668"/>
                </a:lnTo>
                <a:lnTo>
                  <a:pt x="17394" y="87498"/>
                </a:lnTo>
                <a:lnTo>
                  <a:pt x="18564" y="85159"/>
                </a:lnTo>
                <a:lnTo>
                  <a:pt x="17395" y="83991"/>
                </a:lnTo>
                <a:lnTo>
                  <a:pt x="15056" y="85160"/>
                </a:lnTo>
                <a:lnTo>
                  <a:pt x="13886" y="83990"/>
                </a:lnTo>
                <a:lnTo>
                  <a:pt x="15055" y="81651"/>
                </a:lnTo>
                <a:lnTo>
                  <a:pt x="13886" y="80489"/>
                </a:lnTo>
                <a:lnTo>
                  <a:pt x="11547" y="81651"/>
                </a:lnTo>
                <a:lnTo>
                  <a:pt x="10378" y="80489"/>
                </a:lnTo>
                <a:lnTo>
                  <a:pt x="11547" y="78151"/>
                </a:lnTo>
                <a:lnTo>
                  <a:pt x="10495" y="77098"/>
                </a:lnTo>
                <a:lnTo>
                  <a:pt x="7791" y="78114"/>
                </a:lnTo>
                <a:lnTo>
                  <a:pt x="6658" y="76287"/>
                </a:lnTo>
                <a:lnTo>
                  <a:pt x="8573" y="71463"/>
                </a:lnTo>
                <a:lnTo>
                  <a:pt x="7118" y="70279"/>
                </a:lnTo>
                <a:lnTo>
                  <a:pt x="4070" y="70908"/>
                </a:lnTo>
                <a:lnTo>
                  <a:pt x="3639" y="69673"/>
                </a:lnTo>
                <a:lnTo>
                  <a:pt x="3946" y="67977"/>
                </a:lnTo>
                <a:lnTo>
                  <a:pt x="3946" y="66070"/>
                </a:lnTo>
                <a:lnTo>
                  <a:pt x="4231" y="64454"/>
                </a:lnTo>
                <a:lnTo>
                  <a:pt x="3742" y="62891"/>
                </a:lnTo>
                <a:lnTo>
                  <a:pt x="4399" y="60493"/>
                </a:lnTo>
                <a:lnTo>
                  <a:pt x="3457" y="59550"/>
                </a:lnTo>
                <a:lnTo>
                  <a:pt x="811" y="60595"/>
                </a:lnTo>
                <a:lnTo>
                  <a:pt x="0" y="59375"/>
                </a:lnTo>
                <a:lnTo>
                  <a:pt x="584" y="57329"/>
                </a:lnTo>
                <a:lnTo>
                  <a:pt x="36" y="54376"/>
                </a:lnTo>
                <a:lnTo>
                  <a:pt x="438" y="51716"/>
                </a:lnTo>
                <a:lnTo>
                  <a:pt x="438" y="41483"/>
                </a:lnTo>
                <a:lnTo>
                  <a:pt x="175" y="39956"/>
                </a:lnTo>
                <a:lnTo>
                  <a:pt x="526" y="38662"/>
                </a:lnTo>
                <a:lnTo>
                  <a:pt x="3661" y="39276"/>
                </a:lnTo>
                <a:lnTo>
                  <a:pt x="4275" y="38662"/>
                </a:lnTo>
                <a:lnTo>
                  <a:pt x="3917" y="36002"/>
                </a:lnTo>
                <a:lnTo>
                  <a:pt x="3997" y="34525"/>
                </a:lnTo>
                <a:lnTo>
                  <a:pt x="3617" y="32881"/>
                </a:lnTo>
                <a:lnTo>
                  <a:pt x="4195" y="31310"/>
                </a:lnTo>
                <a:lnTo>
                  <a:pt x="3464" y="28964"/>
                </a:lnTo>
                <a:lnTo>
                  <a:pt x="4436" y="27992"/>
                </a:lnTo>
                <a:lnTo>
                  <a:pt x="7082" y="29037"/>
                </a:lnTo>
                <a:lnTo>
                  <a:pt x="8003" y="27663"/>
                </a:lnTo>
                <a:lnTo>
                  <a:pt x="6972" y="25836"/>
                </a:lnTo>
                <a:lnTo>
                  <a:pt x="7849" y="24265"/>
                </a:lnTo>
                <a:lnTo>
                  <a:pt x="6892" y="22028"/>
                </a:lnTo>
                <a:lnTo>
                  <a:pt x="7944" y="20983"/>
                </a:lnTo>
                <a:lnTo>
                  <a:pt x="10590" y="22028"/>
                </a:lnTo>
                <a:lnTo>
                  <a:pt x="11474" y="20705"/>
                </a:lnTo>
                <a:lnTo>
                  <a:pt x="10378" y="18673"/>
                </a:lnTo>
                <a:lnTo>
                  <a:pt x="11438" y="17373"/>
                </a:lnTo>
                <a:lnTo>
                  <a:pt x="13923" y="18513"/>
                </a:lnTo>
                <a:lnTo>
                  <a:pt x="14960" y="17475"/>
                </a:lnTo>
                <a:lnTo>
                  <a:pt x="13908" y="14829"/>
                </a:lnTo>
                <a:lnTo>
                  <a:pt x="15173" y="13996"/>
                </a:lnTo>
                <a:lnTo>
                  <a:pt x="17394" y="15049"/>
                </a:lnTo>
                <a:lnTo>
                  <a:pt x="18564" y="13879"/>
                </a:lnTo>
                <a:lnTo>
                  <a:pt x="17395" y="11540"/>
                </a:lnTo>
                <a:lnTo>
                  <a:pt x="18469" y="10473"/>
                </a:lnTo>
                <a:lnTo>
                  <a:pt x="21114" y="11519"/>
                </a:lnTo>
                <a:lnTo>
                  <a:pt x="21809" y="10473"/>
                </a:lnTo>
                <a:lnTo>
                  <a:pt x="21020" y="7733"/>
                </a:lnTo>
                <a:lnTo>
                  <a:pt x="22774" y="6695"/>
                </a:lnTo>
                <a:lnTo>
                  <a:pt x="27597" y="8551"/>
                </a:lnTo>
                <a:lnTo>
                  <a:pt x="28745" y="7155"/>
                </a:lnTo>
                <a:lnTo>
                  <a:pt x="28204" y="4027"/>
                </a:lnTo>
                <a:lnTo>
                  <a:pt x="31793" y="3070"/>
                </a:lnTo>
                <a:lnTo>
                  <a:pt x="35739" y="4678"/>
                </a:lnTo>
                <a:lnTo>
                  <a:pt x="39028" y="3932"/>
                </a:lnTo>
                <a:lnTo>
                  <a:pt x="39313" y="3866"/>
                </a:lnTo>
                <a:lnTo>
                  <a:pt x="38772" y="687"/>
                </a:lnTo>
                <a:lnTo>
                  <a:pt x="39364" y="95"/>
                </a:lnTo>
                <a:lnTo>
                  <a:pt x="42025" y="460"/>
                </a:lnTo>
                <a:lnTo>
                  <a:pt x="46022" y="248"/>
                </a:lnTo>
                <a:lnTo>
                  <a:pt x="49574" y="431"/>
                </a:lnTo>
                <a:lnTo>
                  <a:pt x="55239" y="431"/>
                </a:lnTo>
                <a:lnTo>
                  <a:pt x="57943" y="0"/>
                </a:lnTo>
                <a:lnTo>
                  <a:pt x="60355" y="482"/>
                </a:lnTo>
                <a:lnTo>
                  <a:pt x="59828" y="3683"/>
                </a:lnTo>
                <a:lnTo>
                  <a:pt x="60508" y="4363"/>
                </a:lnTo>
                <a:lnTo>
                  <a:pt x="62964" y="3778"/>
                </a:lnTo>
                <a:lnTo>
                  <a:pt x="65705" y="4465"/>
                </a:lnTo>
                <a:lnTo>
                  <a:pt x="68570" y="3172"/>
                </a:lnTo>
                <a:lnTo>
                  <a:pt x="71003" y="4085"/>
                </a:lnTo>
                <a:lnTo>
                  <a:pt x="70258" y="7104"/>
                </a:lnTo>
                <a:lnTo>
                  <a:pt x="70930" y="7768"/>
                </a:lnTo>
                <a:lnTo>
                  <a:pt x="73598" y="7410"/>
                </a:lnTo>
                <a:lnTo>
                  <a:pt x="74840" y="7476"/>
                </a:lnTo>
                <a:lnTo>
                  <a:pt x="77004" y="7060"/>
                </a:lnTo>
                <a:lnTo>
                  <a:pt x="78151" y="7776"/>
                </a:lnTo>
                <a:lnTo>
                  <a:pt x="77143" y="10473"/>
                </a:lnTo>
                <a:lnTo>
                  <a:pt x="78195" y="11525"/>
                </a:lnTo>
                <a:lnTo>
                  <a:pt x="80534" y="10356"/>
                </a:lnTo>
                <a:lnTo>
                  <a:pt x="81703" y="11525"/>
                </a:lnTo>
                <a:lnTo>
                  <a:pt x="80534" y="13864"/>
                </a:lnTo>
                <a:lnTo>
                  <a:pt x="81703" y="15033"/>
                </a:lnTo>
                <a:lnTo>
                  <a:pt x="84042" y="13864"/>
                </a:lnTo>
                <a:lnTo>
                  <a:pt x="85212" y="15033"/>
                </a:lnTo>
                <a:lnTo>
                  <a:pt x="84042" y="17365"/>
                </a:lnTo>
                <a:lnTo>
                  <a:pt x="85211" y="18534"/>
                </a:lnTo>
                <a:lnTo>
                  <a:pt x="87550" y="17365"/>
                </a:lnTo>
                <a:lnTo>
                  <a:pt x="88720" y="18534"/>
                </a:lnTo>
                <a:lnTo>
                  <a:pt x="87550" y="20873"/>
                </a:lnTo>
                <a:lnTo>
                  <a:pt x="88610" y="21932"/>
                </a:lnTo>
                <a:lnTo>
                  <a:pt x="91285" y="20902"/>
                </a:lnTo>
                <a:lnTo>
                  <a:pt x="92462" y="22736"/>
                </a:lnTo>
                <a:lnTo>
                  <a:pt x="90518" y="27553"/>
                </a:lnTo>
                <a:lnTo>
                  <a:pt x="91979" y="28744"/>
                </a:lnTo>
                <a:lnTo>
                  <a:pt x="95027" y="28116"/>
                </a:lnTo>
                <a:lnTo>
                  <a:pt x="95458" y="29344"/>
                </a:lnTo>
                <a:lnTo>
                  <a:pt x="95152" y="31046"/>
                </a:lnTo>
                <a:lnTo>
                  <a:pt x="95152" y="32918"/>
                </a:lnTo>
                <a:lnTo>
                  <a:pt x="94845" y="34599"/>
                </a:lnTo>
                <a:lnTo>
                  <a:pt x="95378" y="36148"/>
                </a:lnTo>
                <a:lnTo>
                  <a:pt x="94676" y="38516"/>
                </a:lnTo>
                <a:lnTo>
                  <a:pt x="95517" y="39357"/>
                </a:lnTo>
                <a:lnTo>
                  <a:pt x="98470" y="38545"/>
                </a:lnTo>
                <a:lnTo>
                  <a:pt x="99391" y="40686"/>
                </a:lnTo>
                <a:lnTo>
                  <a:pt x="98557" y="44122"/>
                </a:lnTo>
                <a:lnTo>
                  <a:pt x="98813" y="49040"/>
                </a:lnTo>
                <a:lnTo>
                  <a:pt x="99303" y="53564"/>
                </a:lnTo>
                <a:lnTo>
                  <a:pt x="98528" y="57131"/>
                </a:lnTo>
                <a:lnTo>
                  <a:pt x="99069" y="59623"/>
                </a:lnTo>
                <a:lnTo>
                  <a:pt x="98170" y="60515"/>
                </a:lnTo>
                <a:lnTo>
                  <a:pt x="95524" y="59469"/>
                </a:lnTo>
                <a:lnTo>
                  <a:pt x="94662" y="60763"/>
                </a:lnTo>
                <a:lnTo>
                  <a:pt x="95407" y="62678"/>
                </a:lnTo>
                <a:lnTo>
                  <a:pt x="94801" y="64725"/>
                </a:lnTo>
                <a:lnTo>
                  <a:pt x="96028" y="69833"/>
                </a:lnTo>
                <a:lnTo>
                  <a:pt x="94815" y="70828"/>
                </a:lnTo>
                <a:lnTo>
                  <a:pt x="91767" y="70199"/>
                </a:lnTo>
                <a:lnTo>
                  <a:pt x="91000" y="72399"/>
                </a:lnTo>
                <a:lnTo>
                  <a:pt x="92659" y="75929"/>
                </a:lnTo>
                <a:lnTo>
                  <a:pt x="91307" y="78114"/>
                </a:lnTo>
                <a:lnTo>
                  <a:pt x="88603" y="77098"/>
                </a:lnTo>
                <a:lnTo>
                  <a:pt x="87550" y="78151"/>
                </a:lnTo>
                <a:lnTo>
                  <a:pt x="88720" y="80490"/>
                </a:lnTo>
                <a:lnTo>
                  <a:pt x="87550" y="81651"/>
                </a:lnTo>
                <a:lnTo>
                  <a:pt x="85212" y="80489"/>
                </a:lnTo>
                <a:lnTo>
                  <a:pt x="84042" y="81651"/>
                </a:lnTo>
                <a:lnTo>
                  <a:pt x="85211" y="83990"/>
                </a:lnTo>
                <a:lnTo>
                  <a:pt x="84042" y="85160"/>
                </a:lnTo>
                <a:lnTo>
                  <a:pt x="81703" y="83990"/>
                </a:lnTo>
                <a:lnTo>
                  <a:pt x="80534" y="85160"/>
                </a:lnTo>
                <a:lnTo>
                  <a:pt x="81703" y="87499"/>
                </a:lnTo>
                <a:lnTo>
                  <a:pt x="80534" y="88667"/>
                </a:lnTo>
                <a:lnTo>
                  <a:pt x="78195" y="87498"/>
                </a:lnTo>
                <a:lnTo>
                  <a:pt x="77135" y="88551"/>
                </a:lnTo>
                <a:lnTo>
                  <a:pt x="78159" y="91240"/>
                </a:lnTo>
                <a:lnTo>
                  <a:pt x="76331" y="92395"/>
                </a:lnTo>
                <a:lnTo>
                  <a:pt x="71515" y="90466"/>
                </a:lnTo>
                <a:lnTo>
                  <a:pt x="70317" y="91920"/>
                </a:lnTo>
                <a:lnTo>
                  <a:pt x="70945" y="94975"/>
                </a:lnTo>
                <a:lnTo>
                  <a:pt x="69717" y="95392"/>
                </a:lnTo>
                <a:lnTo>
                  <a:pt x="68022" y="95092"/>
                </a:lnTo>
                <a:lnTo>
                  <a:pt x="66114" y="95092"/>
                </a:lnTo>
                <a:lnTo>
                  <a:pt x="64499" y="94807"/>
                </a:lnTo>
                <a:lnTo>
                  <a:pt x="62935" y="95289"/>
                </a:lnTo>
                <a:lnTo>
                  <a:pt x="60537" y="94632"/>
                </a:lnTo>
                <a:lnTo>
                  <a:pt x="59587" y="95582"/>
                </a:lnTo>
                <a:lnTo>
                  <a:pt x="60640" y="98227"/>
                </a:lnTo>
                <a:lnTo>
                  <a:pt x="59419" y="990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0" y="2003665"/>
            <a:ext cx="44450" cy="92710"/>
          </a:xfrm>
          <a:custGeom>
            <a:avLst/>
            <a:gdLst/>
            <a:ahLst/>
            <a:cxnLst/>
            <a:rect l="l" t="t" r="r" b="b"/>
            <a:pathLst>
              <a:path w="44450" h="92710">
                <a:moveTo>
                  <a:pt x="9788" y="92197"/>
                </a:moveTo>
                <a:lnTo>
                  <a:pt x="7127" y="91803"/>
                </a:lnTo>
                <a:lnTo>
                  <a:pt x="0" y="91803"/>
                </a:lnTo>
                <a:lnTo>
                  <a:pt x="0" y="635"/>
                </a:lnTo>
                <a:lnTo>
                  <a:pt x="4642" y="635"/>
                </a:lnTo>
                <a:lnTo>
                  <a:pt x="8786" y="0"/>
                </a:lnTo>
                <a:lnTo>
                  <a:pt x="12222" y="694"/>
                </a:lnTo>
                <a:lnTo>
                  <a:pt x="11695" y="3895"/>
                </a:lnTo>
                <a:lnTo>
                  <a:pt x="12375" y="4575"/>
                </a:lnTo>
                <a:lnTo>
                  <a:pt x="14831" y="3990"/>
                </a:lnTo>
                <a:lnTo>
                  <a:pt x="17447" y="4640"/>
                </a:lnTo>
                <a:lnTo>
                  <a:pt x="20626" y="3259"/>
                </a:lnTo>
                <a:lnTo>
                  <a:pt x="22943" y="4363"/>
                </a:lnTo>
                <a:lnTo>
                  <a:pt x="22074" y="7249"/>
                </a:lnTo>
                <a:lnTo>
                  <a:pt x="22958" y="8134"/>
                </a:lnTo>
                <a:lnTo>
                  <a:pt x="25604" y="7089"/>
                </a:lnTo>
                <a:lnTo>
                  <a:pt x="26481" y="8404"/>
                </a:lnTo>
                <a:lnTo>
                  <a:pt x="25392" y="10458"/>
                </a:lnTo>
                <a:lnTo>
                  <a:pt x="26473" y="11744"/>
                </a:lnTo>
                <a:lnTo>
                  <a:pt x="28929" y="10597"/>
                </a:lnTo>
                <a:lnTo>
                  <a:pt x="30069" y="11737"/>
                </a:lnTo>
                <a:lnTo>
                  <a:pt x="28900" y="14068"/>
                </a:lnTo>
                <a:lnTo>
                  <a:pt x="30069" y="15238"/>
                </a:lnTo>
                <a:lnTo>
                  <a:pt x="32408" y="14068"/>
                </a:lnTo>
                <a:lnTo>
                  <a:pt x="33482" y="15143"/>
                </a:lnTo>
                <a:lnTo>
                  <a:pt x="32430" y="17788"/>
                </a:lnTo>
                <a:lnTo>
                  <a:pt x="33753" y="18665"/>
                </a:lnTo>
                <a:lnTo>
                  <a:pt x="35806" y="17576"/>
                </a:lnTo>
                <a:lnTo>
                  <a:pt x="37093" y="18658"/>
                </a:lnTo>
                <a:lnTo>
                  <a:pt x="35945" y="21113"/>
                </a:lnTo>
                <a:lnTo>
                  <a:pt x="36954" y="22115"/>
                </a:lnTo>
                <a:lnTo>
                  <a:pt x="39702" y="21135"/>
                </a:lnTo>
                <a:lnTo>
                  <a:pt x="40959" y="23277"/>
                </a:lnTo>
                <a:lnTo>
                  <a:pt x="39548" y="26829"/>
                </a:lnTo>
                <a:lnTo>
                  <a:pt x="40162" y="29300"/>
                </a:lnTo>
                <a:lnTo>
                  <a:pt x="39578" y="31762"/>
                </a:lnTo>
                <a:lnTo>
                  <a:pt x="40272" y="32442"/>
                </a:lnTo>
                <a:lnTo>
                  <a:pt x="43451" y="31894"/>
                </a:lnTo>
                <a:lnTo>
                  <a:pt x="43985" y="34277"/>
                </a:lnTo>
                <a:lnTo>
                  <a:pt x="43517" y="37054"/>
                </a:lnTo>
                <a:lnTo>
                  <a:pt x="43517" y="55362"/>
                </a:lnTo>
                <a:lnTo>
                  <a:pt x="44007" y="58190"/>
                </a:lnTo>
                <a:lnTo>
                  <a:pt x="43444" y="60551"/>
                </a:lnTo>
                <a:lnTo>
                  <a:pt x="40279" y="59988"/>
                </a:lnTo>
                <a:lnTo>
                  <a:pt x="39578" y="60683"/>
                </a:lnTo>
                <a:lnTo>
                  <a:pt x="40162" y="63139"/>
                </a:lnTo>
                <a:lnTo>
                  <a:pt x="39548" y="65609"/>
                </a:lnTo>
                <a:lnTo>
                  <a:pt x="40959" y="69161"/>
                </a:lnTo>
                <a:lnTo>
                  <a:pt x="39702" y="71302"/>
                </a:lnTo>
                <a:lnTo>
                  <a:pt x="36961" y="70323"/>
                </a:lnTo>
                <a:lnTo>
                  <a:pt x="36011" y="71258"/>
                </a:lnTo>
                <a:lnTo>
                  <a:pt x="37063" y="73911"/>
                </a:lnTo>
                <a:lnTo>
                  <a:pt x="35741" y="74781"/>
                </a:lnTo>
                <a:lnTo>
                  <a:pt x="33687" y="73692"/>
                </a:lnTo>
                <a:lnTo>
                  <a:pt x="32401" y="74774"/>
                </a:lnTo>
                <a:lnTo>
                  <a:pt x="33548" y="77229"/>
                </a:lnTo>
                <a:lnTo>
                  <a:pt x="32408" y="78362"/>
                </a:lnTo>
                <a:lnTo>
                  <a:pt x="30069" y="77200"/>
                </a:lnTo>
                <a:lnTo>
                  <a:pt x="28900" y="78362"/>
                </a:lnTo>
                <a:lnTo>
                  <a:pt x="30069" y="80701"/>
                </a:lnTo>
                <a:lnTo>
                  <a:pt x="28995" y="81775"/>
                </a:lnTo>
                <a:lnTo>
                  <a:pt x="26349" y="80730"/>
                </a:lnTo>
                <a:lnTo>
                  <a:pt x="25472" y="82046"/>
                </a:lnTo>
                <a:lnTo>
                  <a:pt x="26561" y="84100"/>
                </a:lnTo>
                <a:lnTo>
                  <a:pt x="25479" y="85386"/>
                </a:lnTo>
                <a:lnTo>
                  <a:pt x="23024" y="84238"/>
                </a:lnTo>
                <a:lnTo>
                  <a:pt x="22066" y="85196"/>
                </a:lnTo>
                <a:lnTo>
                  <a:pt x="22943" y="88068"/>
                </a:lnTo>
                <a:lnTo>
                  <a:pt x="20641" y="89179"/>
                </a:lnTo>
                <a:lnTo>
                  <a:pt x="17447" y="87798"/>
                </a:lnTo>
                <a:lnTo>
                  <a:pt x="14831" y="88448"/>
                </a:lnTo>
                <a:lnTo>
                  <a:pt x="12375" y="87863"/>
                </a:lnTo>
                <a:lnTo>
                  <a:pt x="11703" y="88536"/>
                </a:lnTo>
                <a:lnTo>
                  <a:pt x="12207" y="91759"/>
                </a:lnTo>
                <a:lnTo>
                  <a:pt x="9788" y="92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425030" y="2003877"/>
            <a:ext cx="92710" cy="92075"/>
          </a:xfrm>
          <a:custGeom>
            <a:avLst/>
            <a:gdLst/>
            <a:ahLst/>
            <a:cxnLst/>
            <a:rect l="l" t="t" r="r" b="b"/>
            <a:pathLst>
              <a:path w="92709" h="92075">
                <a:moveTo>
                  <a:pt x="37902" y="92007"/>
                </a:moveTo>
                <a:lnTo>
                  <a:pt x="35498" y="91525"/>
                </a:lnTo>
                <a:lnTo>
                  <a:pt x="36017" y="88324"/>
                </a:lnTo>
                <a:lnTo>
                  <a:pt x="35337" y="87644"/>
                </a:lnTo>
                <a:lnTo>
                  <a:pt x="32881" y="88229"/>
                </a:lnTo>
                <a:lnTo>
                  <a:pt x="30228" y="87571"/>
                </a:lnTo>
                <a:lnTo>
                  <a:pt x="27159" y="88923"/>
                </a:lnTo>
                <a:lnTo>
                  <a:pt x="24798" y="87878"/>
                </a:lnTo>
                <a:lnTo>
                  <a:pt x="25631" y="84948"/>
                </a:lnTo>
                <a:lnTo>
                  <a:pt x="24667" y="83990"/>
                </a:lnTo>
                <a:lnTo>
                  <a:pt x="22328" y="85159"/>
                </a:lnTo>
                <a:lnTo>
                  <a:pt x="21158" y="83990"/>
                </a:lnTo>
                <a:lnTo>
                  <a:pt x="22327" y="81651"/>
                </a:lnTo>
                <a:lnTo>
                  <a:pt x="21173" y="80497"/>
                </a:lnTo>
                <a:lnTo>
                  <a:pt x="18944" y="81505"/>
                </a:lnTo>
                <a:lnTo>
                  <a:pt x="17526" y="80628"/>
                </a:lnTo>
                <a:lnTo>
                  <a:pt x="15311" y="81644"/>
                </a:lnTo>
                <a:lnTo>
                  <a:pt x="14244" y="80577"/>
                </a:lnTo>
                <a:lnTo>
                  <a:pt x="15297" y="77931"/>
                </a:lnTo>
                <a:lnTo>
                  <a:pt x="14076" y="77127"/>
                </a:lnTo>
                <a:lnTo>
                  <a:pt x="11737" y="78129"/>
                </a:lnTo>
                <a:lnTo>
                  <a:pt x="10180" y="76397"/>
                </a:lnTo>
                <a:lnTo>
                  <a:pt x="12417" y="71521"/>
                </a:lnTo>
                <a:lnTo>
                  <a:pt x="10583" y="70016"/>
                </a:lnTo>
                <a:lnTo>
                  <a:pt x="8295" y="71141"/>
                </a:lnTo>
                <a:lnTo>
                  <a:pt x="7147" y="69943"/>
                </a:lnTo>
                <a:lnTo>
                  <a:pt x="8317" y="67633"/>
                </a:lnTo>
                <a:lnTo>
                  <a:pt x="7337" y="66654"/>
                </a:lnTo>
                <a:lnTo>
                  <a:pt x="4436" y="67502"/>
                </a:lnTo>
                <a:lnTo>
                  <a:pt x="3354" y="65163"/>
                </a:lnTo>
                <a:lnTo>
                  <a:pt x="4721" y="62042"/>
                </a:lnTo>
                <a:lnTo>
                  <a:pt x="4070" y="59404"/>
                </a:lnTo>
                <a:lnTo>
                  <a:pt x="4655" y="56948"/>
                </a:lnTo>
                <a:lnTo>
                  <a:pt x="3954" y="56254"/>
                </a:lnTo>
                <a:lnTo>
                  <a:pt x="781" y="56824"/>
                </a:lnTo>
                <a:lnTo>
                  <a:pt x="0" y="53484"/>
                </a:lnTo>
                <a:lnTo>
                  <a:pt x="716" y="49127"/>
                </a:lnTo>
                <a:lnTo>
                  <a:pt x="716" y="37967"/>
                </a:lnTo>
                <a:lnTo>
                  <a:pt x="452" y="36440"/>
                </a:lnTo>
                <a:lnTo>
                  <a:pt x="811" y="35146"/>
                </a:lnTo>
                <a:lnTo>
                  <a:pt x="3939" y="35760"/>
                </a:lnTo>
                <a:lnTo>
                  <a:pt x="4553" y="35146"/>
                </a:lnTo>
                <a:lnTo>
                  <a:pt x="4195" y="32486"/>
                </a:lnTo>
                <a:lnTo>
                  <a:pt x="4268" y="31054"/>
                </a:lnTo>
                <a:lnTo>
                  <a:pt x="3873" y="29314"/>
                </a:lnTo>
                <a:lnTo>
                  <a:pt x="4502" y="27779"/>
                </a:lnTo>
                <a:lnTo>
                  <a:pt x="3720" y="25470"/>
                </a:lnTo>
                <a:lnTo>
                  <a:pt x="4706" y="24476"/>
                </a:lnTo>
                <a:lnTo>
                  <a:pt x="7359" y="25521"/>
                </a:lnTo>
                <a:lnTo>
                  <a:pt x="8266" y="24154"/>
                </a:lnTo>
                <a:lnTo>
                  <a:pt x="7199" y="22276"/>
                </a:lnTo>
                <a:lnTo>
                  <a:pt x="8083" y="20902"/>
                </a:lnTo>
                <a:lnTo>
                  <a:pt x="10751" y="21940"/>
                </a:lnTo>
                <a:lnTo>
                  <a:pt x="11562" y="21129"/>
                </a:lnTo>
                <a:lnTo>
                  <a:pt x="11204" y="18468"/>
                </a:lnTo>
                <a:lnTo>
                  <a:pt x="11262" y="17408"/>
                </a:lnTo>
                <a:lnTo>
                  <a:pt x="10882" y="14821"/>
                </a:lnTo>
                <a:lnTo>
                  <a:pt x="11766" y="13857"/>
                </a:lnTo>
                <a:lnTo>
                  <a:pt x="14164" y="15019"/>
                </a:lnTo>
                <a:lnTo>
                  <a:pt x="15223" y="13959"/>
                </a:lnTo>
                <a:lnTo>
                  <a:pt x="14178" y="11313"/>
                </a:lnTo>
                <a:lnTo>
                  <a:pt x="15545" y="10407"/>
                </a:lnTo>
                <a:lnTo>
                  <a:pt x="17416" y="11474"/>
                </a:lnTo>
                <a:lnTo>
                  <a:pt x="18951" y="10494"/>
                </a:lnTo>
                <a:lnTo>
                  <a:pt x="21165" y="11525"/>
                </a:lnTo>
                <a:lnTo>
                  <a:pt x="22174" y="10516"/>
                </a:lnTo>
                <a:lnTo>
                  <a:pt x="21246" y="7703"/>
                </a:lnTo>
                <a:lnTo>
                  <a:pt x="22452" y="7067"/>
                </a:lnTo>
                <a:lnTo>
                  <a:pt x="24703" y="7988"/>
                </a:lnTo>
                <a:lnTo>
                  <a:pt x="25741" y="6950"/>
                </a:lnTo>
                <a:lnTo>
                  <a:pt x="24688" y="4304"/>
                </a:lnTo>
                <a:lnTo>
                  <a:pt x="25909" y="3493"/>
                </a:lnTo>
                <a:lnTo>
                  <a:pt x="27955" y="4092"/>
                </a:lnTo>
                <a:lnTo>
                  <a:pt x="31018" y="3500"/>
                </a:lnTo>
                <a:lnTo>
                  <a:pt x="33503" y="4451"/>
                </a:lnTo>
                <a:lnTo>
                  <a:pt x="35776" y="3931"/>
                </a:lnTo>
                <a:lnTo>
                  <a:pt x="36075" y="3858"/>
                </a:lnTo>
                <a:lnTo>
                  <a:pt x="35520" y="686"/>
                </a:lnTo>
                <a:lnTo>
                  <a:pt x="36112" y="87"/>
                </a:lnTo>
                <a:lnTo>
                  <a:pt x="38772" y="453"/>
                </a:lnTo>
                <a:lnTo>
                  <a:pt x="42763" y="248"/>
                </a:lnTo>
                <a:lnTo>
                  <a:pt x="46322" y="423"/>
                </a:lnTo>
                <a:lnTo>
                  <a:pt x="51986" y="423"/>
                </a:lnTo>
                <a:lnTo>
                  <a:pt x="54690" y="0"/>
                </a:lnTo>
                <a:lnTo>
                  <a:pt x="57095" y="482"/>
                </a:lnTo>
                <a:lnTo>
                  <a:pt x="56569" y="3683"/>
                </a:lnTo>
                <a:lnTo>
                  <a:pt x="57248" y="4363"/>
                </a:lnTo>
                <a:lnTo>
                  <a:pt x="59711" y="3778"/>
                </a:lnTo>
                <a:lnTo>
                  <a:pt x="62364" y="4435"/>
                </a:lnTo>
                <a:lnTo>
                  <a:pt x="65434" y="3076"/>
                </a:lnTo>
                <a:lnTo>
                  <a:pt x="67795" y="4128"/>
                </a:lnTo>
                <a:lnTo>
                  <a:pt x="66961" y="7059"/>
                </a:lnTo>
                <a:lnTo>
                  <a:pt x="67926" y="8017"/>
                </a:lnTo>
                <a:lnTo>
                  <a:pt x="70265" y="6847"/>
                </a:lnTo>
                <a:lnTo>
                  <a:pt x="71427" y="8017"/>
                </a:lnTo>
                <a:lnTo>
                  <a:pt x="70265" y="10356"/>
                </a:lnTo>
                <a:lnTo>
                  <a:pt x="71420" y="11510"/>
                </a:lnTo>
                <a:lnTo>
                  <a:pt x="73649" y="10502"/>
                </a:lnTo>
                <a:lnTo>
                  <a:pt x="75052" y="11379"/>
                </a:lnTo>
                <a:lnTo>
                  <a:pt x="77281" y="10363"/>
                </a:lnTo>
                <a:lnTo>
                  <a:pt x="78341" y="11422"/>
                </a:lnTo>
                <a:lnTo>
                  <a:pt x="77296" y="14076"/>
                </a:lnTo>
                <a:lnTo>
                  <a:pt x="78517" y="14887"/>
                </a:lnTo>
                <a:lnTo>
                  <a:pt x="80848" y="13871"/>
                </a:lnTo>
                <a:lnTo>
                  <a:pt x="82412" y="15610"/>
                </a:lnTo>
                <a:lnTo>
                  <a:pt x="80176" y="20485"/>
                </a:lnTo>
                <a:lnTo>
                  <a:pt x="82010" y="21984"/>
                </a:lnTo>
                <a:lnTo>
                  <a:pt x="84290" y="20865"/>
                </a:lnTo>
                <a:lnTo>
                  <a:pt x="85438" y="22064"/>
                </a:lnTo>
                <a:lnTo>
                  <a:pt x="84276" y="24373"/>
                </a:lnTo>
                <a:lnTo>
                  <a:pt x="85255" y="25360"/>
                </a:lnTo>
                <a:lnTo>
                  <a:pt x="88149" y="24498"/>
                </a:lnTo>
                <a:lnTo>
                  <a:pt x="89085" y="26486"/>
                </a:lnTo>
                <a:lnTo>
                  <a:pt x="88369" y="30272"/>
                </a:lnTo>
                <a:lnTo>
                  <a:pt x="88369" y="32990"/>
                </a:lnTo>
                <a:lnTo>
                  <a:pt x="88106" y="34518"/>
                </a:lnTo>
                <a:lnTo>
                  <a:pt x="88464" y="35811"/>
                </a:lnTo>
                <a:lnTo>
                  <a:pt x="91592" y="35198"/>
                </a:lnTo>
                <a:lnTo>
                  <a:pt x="92206" y="35819"/>
                </a:lnTo>
                <a:lnTo>
                  <a:pt x="91848" y="38479"/>
                </a:lnTo>
                <a:lnTo>
                  <a:pt x="92052" y="42477"/>
                </a:lnTo>
                <a:lnTo>
                  <a:pt x="91877" y="46029"/>
                </a:lnTo>
                <a:lnTo>
                  <a:pt x="91877" y="51693"/>
                </a:lnTo>
                <a:lnTo>
                  <a:pt x="92301" y="54398"/>
                </a:lnTo>
                <a:lnTo>
                  <a:pt x="91819" y="56802"/>
                </a:lnTo>
                <a:lnTo>
                  <a:pt x="88617" y="56283"/>
                </a:lnTo>
                <a:lnTo>
                  <a:pt x="87938" y="56963"/>
                </a:lnTo>
                <a:lnTo>
                  <a:pt x="88522" y="59419"/>
                </a:lnTo>
                <a:lnTo>
                  <a:pt x="87864" y="62072"/>
                </a:lnTo>
                <a:lnTo>
                  <a:pt x="89217" y="65141"/>
                </a:lnTo>
                <a:lnTo>
                  <a:pt x="88171" y="67502"/>
                </a:lnTo>
                <a:lnTo>
                  <a:pt x="85241" y="66669"/>
                </a:lnTo>
                <a:lnTo>
                  <a:pt x="84283" y="67634"/>
                </a:lnTo>
                <a:lnTo>
                  <a:pt x="85445" y="69973"/>
                </a:lnTo>
                <a:lnTo>
                  <a:pt x="84283" y="71142"/>
                </a:lnTo>
                <a:lnTo>
                  <a:pt x="81944" y="69972"/>
                </a:lnTo>
                <a:lnTo>
                  <a:pt x="80790" y="71127"/>
                </a:lnTo>
                <a:lnTo>
                  <a:pt x="81798" y="73356"/>
                </a:lnTo>
                <a:lnTo>
                  <a:pt x="80921" y="74759"/>
                </a:lnTo>
                <a:lnTo>
                  <a:pt x="81930" y="76989"/>
                </a:lnTo>
                <a:lnTo>
                  <a:pt x="80870" y="78056"/>
                </a:lnTo>
                <a:lnTo>
                  <a:pt x="78224" y="77003"/>
                </a:lnTo>
                <a:lnTo>
                  <a:pt x="77413" y="78224"/>
                </a:lnTo>
                <a:lnTo>
                  <a:pt x="78429" y="80555"/>
                </a:lnTo>
                <a:lnTo>
                  <a:pt x="76689" y="82119"/>
                </a:lnTo>
                <a:lnTo>
                  <a:pt x="71815" y="79883"/>
                </a:lnTo>
                <a:lnTo>
                  <a:pt x="70309" y="81717"/>
                </a:lnTo>
                <a:lnTo>
                  <a:pt x="71434" y="84005"/>
                </a:lnTo>
                <a:lnTo>
                  <a:pt x="70236" y="85152"/>
                </a:lnTo>
                <a:lnTo>
                  <a:pt x="67926" y="83983"/>
                </a:lnTo>
                <a:lnTo>
                  <a:pt x="66940" y="84962"/>
                </a:lnTo>
                <a:lnTo>
                  <a:pt x="67795" y="87856"/>
                </a:lnTo>
                <a:lnTo>
                  <a:pt x="65814" y="88799"/>
                </a:lnTo>
                <a:lnTo>
                  <a:pt x="62028" y="88075"/>
                </a:lnTo>
                <a:lnTo>
                  <a:pt x="59309" y="88075"/>
                </a:lnTo>
                <a:lnTo>
                  <a:pt x="57775" y="87812"/>
                </a:lnTo>
                <a:lnTo>
                  <a:pt x="56481" y="88171"/>
                </a:lnTo>
                <a:lnTo>
                  <a:pt x="57095" y="91298"/>
                </a:lnTo>
                <a:lnTo>
                  <a:pt x="56481" y="91912"/>
                </a:lnTo>
                <a:lnTo>
                  <a:pt x="53821" y="91554"/>
                </a:lnTo>
                <a:lnTo>
                  <a:pt x="49823" y="91759"/>
                </a:lnTo>
                <a:lnTo>
                  <a:pt x="46271" y="91584"/>
                </a:lnTo>
                <a:lnTo>
                  <a:pt x="40606" y="91584"/>
                </a:lnTo>
                <a:lnTo>
                  <a:pt x="37902" y="920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639377" y="2007063"/>
            <a:ext cx="85090" cy="85725"/>
          </a:xfrm>
          <a:custGeom>
            <a:avLst/>
            <a:gdLst/>
            <a:ahLst/>
            <a:cxnLst/>
            <a:rect l="l" t="t" r="r" b="b"/>
            <a:pathLst>
              <a:path w="85089" h="85725">
                <a:moveTo>
                  <a:pt x="48888" y="85261"/>
                </a:moveTo>
                <a:lnTo>
                  <a:pt x="46658" y="84837"/>
                </a:lnTo>
                <a:lnTo>
                  <a:pt x="43640" y="85035"/>
                </a:lnTo>
                <a:lnTo>
                  <a:pt x="41257" y="84881"/>
                </a:lnTo>
                <a:lnTo>
                  <a:pt x="37925" y="84881"/>
                </a:lnTo>
                <a:lnTo>
                  <a:pt x="36397" y="85144"/>
                </a:lnTo>
                <a:lnTo>
                  <a:pt x="35103" y="84793"/>
                </a:lnTo>
                <a:lnTo>
                  <a:pt x="35717" y="81665"/>
                </a:lnTo>
                <a:lnTo>
                  <a:pt x="35096" y="81044"/>
                </a:lnTo>
                <a:lnTo>
                  <a:pt x="32436" y="81410"/>
                </a:lnTo>
                <a:lnTo>
                  <a:pt x="30959" y="81322"/>
                </a:lnTo>
                <a:lnTo>
                  <a:pt x="29322" y="81709"/>
                </a:lnTo>
                <a:lnTo>
                  <a:pt x="27744" y="81132"/>
                </a:lnTo>
                <a:lnTo>
                  <a:pt x="25405" y="81862"/>
                </a:lnTo>
                <a:lnTo>
                  <a:pt x="24433" y="80890"/>
                </a:lnTo>
                <a:lnTo>
                  <a:pt x="25478" y="78238"/>
                </a:lnTo>
                <a:lnTo>
                  <a:pt x="24104" y="77332"/>
                </a:lnTo>
                <a:lnTo>
                  <a:pt x="22277" y="78347"/>
                </a:lnTo>
                <a:lnTo>
                  <a:pt x="20698" y="77477"/>
                </a:lnTo>
                <a:lnTo>
                  <a:pt x="18469" y="78428"/>
                </a:lnTo>
                <a:lnTo>
                  <a:pt x="17423" y="77382"/>
                </a:lnTo>
                <a:lnTo>
                  <a:pt x="18469" y="74737"/>
                </a:lnTo>
                <a:lnTo>
                  <a:pt x="17161" y="73874"/>
                </a:lnTo>
                <a:lnTo>
                  <a:pt x="15063" y="74956"/>
                </a:lnTo>
                <a:lnTo>
                  <a:pt x="13813" y="73853"/>
                </a:lnTo>
                <a:lnTo>
                  <a:pt x="14968" y="71426"/>
                </a:lnTo>
                <a:lnTo>
                  <a:pt x="13915" y="70374"/>
                </a:lnTo>
                <a:lnTo>
                  <a:pt x="11270" y="71426"/>
                </a:lnTo>
                <a:lnTo>
                  <a:pt x="10356" y="70052"/>
                </a:lnTo>
                <a:lnTo>
                  <a:pt x="11430" y="68174"/>
                </a:lnTo>
                <a:lnTo>
                  <a:pt x="10539" y="66807"/>
                </a:lnTo>
                <a:lnTo>
                  <a:pt x="7871" y="67838"/>
                </a:lnTo>
                <a:lnTo>
                  <a:pt x="7060" y="67026"/>
                </a:lnTo>
                <a:lnTo>
                  <a:pt x="7425" y="64366"/>
                </a:lnTo>
                <a:lnTo>
                  <a:pt x="7352" y="63029"/>
                </a:lnTo>
                <a:lnTo>
                  <a:pt x="7761" y="61077"/>
                </a:lnTo>
                <a:lnTo>
                  <a:pt x="7148" y="59864"/>
                </a:lnTo>
                <a:lnTo>
                  <a:pt x="4297" y="60763"/>
                </a:lnTo>
                <a:lnTo>
                  <a:pt x="3559" y="60018"/>
                </a:lnTo>
                <a:lnTo>
                  <a:pt x="3917" y="57357"/>
                </a:lnTo>
                <a:lnTo>
                  <a:pt x="3837" y="55910"/>
                </a:lnTo>
                <a:lnTo>
                  <a:pt x="4231" y="54200"/>
                </a:lnTo>
                <a:lnTo>
                  <a:pt x="3617" y="52658"/>
                </a:lnTo>
                <a:lnTo>
                  <a:pt x="4385" y="50334"/>
                </a:lnTo>
                <a:lnTo>
                  <a:pt x="3398" y="49347"/>
                </a:lnTo>
                <a:lnTo>
                  <a:pt x="753" y="50400"/>
                </a:lnTo>
                <a:lnTo>
                  <a:pt x="0" y="49267"/>
                </a:lnTo>
                <a:lnTo>
                  <a:pt x="431" y="47038"/>
                </a:lnTo>
                <a:lnTo>
                  <a:pt x="233" y="44019"/>
                </a:lnTo>
                <a:lnTo>
                  <a:pt x="387" y="41629"/>
                </a:lnTo>
                <a:lnTo>
                  <a:pt x="387" y="38304"/>
                </a:lnTo>
                <a:lnTo>
                  <a:pt x="124" y="36776"/>
                </a:lnTo>
                <a:lnTo>
                  <a:pt x="475" y="35483"/>
                </a:lnTo>
                <a:lnTo>
                  <a:pt x="3603" y="36097"/>
                </a:lnTo>
                <a:lnTo>
                  <a:pt x="4224" y="35476"/>
                </a:lnTo>
                <a:lnTo>
                  <a:pt x="3866" y="32816"/>
                </a:lnTo>
                <a:lnTo>
                  <a:pt x="3939" y="31354"/>
                </a:lnTo>
                <a:lnTo>
                  <a:pt x="3552" y="29680"/>
                </a:lnTo>
                <a:lnTo>
                  <a:pt x="4151" y="28123"/>
                </a:lnTo>
                <a:lnTo>
                  <a:pt x="3398" y="25784"/>
                </a:lnTo>
                <a:lnTo>
                  <a:pt x="4377" y="24813"/>
                </a:lnTo>
                <a:lnTo>
                  <a:pt x="7023" y="25858"/>
                </a:lnTo>
                <a:lnTo>
                  <a:pt x="7937" y="24484"/>
                </a:lnTo>
                <a:lnTo>
                  <a:pt x="6870" y="22620"/>
                </a:lnTo>
                <a:lnTo>
                  <a:pt x="7849" y="21085"/>
                </a:lnTo>
                <a:lnTo>
                  <a:pt x="6819" y="18871"/>
                </a:lnTo>
                <a:lnTo>
                  <a:pt x="7930" y="17753"/>
                </a:lnTo>
                <a:lnTo>
                  <a:pt x="10436" y="18878"/>
                </a:lnTo>
                <a:lnTo>
                  <a:pt x="11430" y="17614"/>
                </a:lnTo>
                <a:lnTo>
                  <a:pt x="10305" y="15377"/>
                </a:lnTo>
                <a:lnTo>
                  <a:pt x="11386" y="14296"/>
                </a:lnTo>
                <a:lnTo>
                  <a:pt x="14032" y="15341"/>
                </a:lnTo>
                <a:lnTo>
                  <a:pt x="14865" y="14077"/>
                </a:lnTo>
                <a:lnTo>
                  <a:pt x="13820" y="11862"/>
                </a:lnTo>
                <a:lnTo>
                  <a:pt x="14990" y="10700"/>
                </a:lnTo>
                <a:lnTo>
                  <a:pt x="17328" y="11862"/>
                </a:lnTo>
                <a:lnTo>
                  <a:pt x="18396" y="10788"/>
                </a:lnTo>
                <a:lnTo>
                  <a:pt x="17351" y="8142"/>
                </a:lnTo>
                <a:lnTo>
                  <a:pt x="18717" y="7236"/>
                </a:lnTo>
                <a:lnTo>
                  <a:pt x="20537" y="8230"/>
                </a:lnTo>
                <a:lnTo>
                  <a:pt x="22123" y="7411"/>
                </a:lnTo>
                <a:lnTo>
                  <a:pt x="24374" y="8317"/>
                </a:lnTo>
                <a:lnTo>
                  <a:pt x="25405" y="7287"/>
                </a:lnTo>
                <a:lnTo>
                  <a:pt x="24360" y="4641"/>
                </a:lnTo>
                <a:lnTo>
                  <a:pt x="25580" y="3830"/>
                </a:lnTo>
                <a:lnTo>
                  <a:pt x="27627" y="4422"/>
                </a:lnTo>
                <a:lnTo>
                  <a:pt x="30689" y="3830"/>
                </a:lnTo>
                <a:lnTo>
                  <a:pt x="33174" y="4707"/>
                </a:lnTo>
                <a:lnTo>
                  <a:pt x="35425" y="4253"/>
                </a:lnTo>
                <a:lnTo>
                  <a:pt x="35688" y="4202"/>
                </a:lnTo>
                <a:lnTo>
                  <a:pt x="35184" y="994"/>
                </a:lnTo>
                <a:lnTo>
                  <a:pt x="35725" y="446"/>
                </a:lnTo>
                <a:lnTo>
                  <a:pt x="40052" y="767"/>
                </a:lnTo>
                <a:lnTo>
                  <a:pt x="41323" y="592"/>
                </a:lnTo>
                <a:lnTo>
                  <a:pt x="43501" y="906"/>
                </a:lnTo>
                <a:lnTo>
                  <a:pt x="48844" y="0"/>
                </a:lnTo>
                <a:lnTo>
                  <a:pt x="49692" y="1045"/>
                </a:lnTo>
                <a:lnTo>
                  <a:pt x="49151" y="4180"/>
                </a:lnTo>
                <a:lnTo>
                  <a:pt x="51431" y="4794"/>
                </a:lnTo>
                <a:lnTo>
                  <a:pt x="54406" y="4253"/>
                </a:lnTo>
                <a:lnTo>
                  <a:pt x="57293" y="4253"/>
                </a:lnTo>
                <a:lnTo>
                  <a:pt x="59237" y="3917"/>
                </a:lnTo>
                <a:lnTo>
                  <a:pt x="60428" y="4465"/>
                </a:lnTo>
                <a:lnTo>
                  <a:pt x="59588" y="7381"/>
                </a:lnTo>
                <a:lnTo>
                  <a:pt x="60304" y="8090"/>
                </a:lnTo>
                <a:lnTo>
                  <a:pt x="62964" y="7732"/>
                </a:lnTo>
                <a:lnTo>
                  <a:pt x="64119" y="7791"/>
                </a:lnTo>
                <a:lnTo>
                  <a:pt x="66494" y="7388"/>
                </a:lnTo>
                <a:lnTo>
                  <a:pt x="67561" y="8200"/>
                </a:lnTo>
                <a:lnTo>
                  <a:pt x="66458" y="10743"/>
                </a:lnTo>
                <a:lnTo>
                  <a:pt x="67466" y="11752"/>
                </a:lnTo>
                <a:lnTo>
                  <a:pt x="70119" y="10707"/>
                </a:lnTo>
                <a:lnTo>
                  <a:pt x="70953" y="11971"/>
                </a:lnTo>
                <a:lnTo>
                  <a:pt x="69900" y="14186"/>
                </a:lnTo>
                <a:lnTo>
                  <a:pt x="71069" y="15355"/>
                </a:lnTo>
                <a:lnTo>
                  <a:pt x="73408" y="14185"/>
                </a:lnTo>
                <a:lnTo>
                  <a:pt x="74475" y="15260"/>
                </a:lnTo>
                <a:lnTo>
                  <a:pt x="73430" y="17906"/>
                </a:lnTo>
                <a:lnTo>
                  <a:pt x="74571" y="18658"/>
                </a:lnTo>
                <a:lnTo>
                  <a:pt x="77099" y="17745"/>
                </a:lnTo>
                <a:lnTo>
                  <a:pt x="78429" y="19521"/>
                </a:lnTo>
                <a:lnTo>
                  <a:pt x="76332" y="24337"/>
                </a:lnTo>
                <a:lnTo>
                  <a:pt x="77896" y="25616"/>
                </a:lnTo>
                <a:lnTo>
                  <a:pt x="80805" y="24856"/>
                </a:lnTo>
                <a:lnTo>
                  <a:pt x="82340" y="28196"/>
                </a:lnTo>
                <a:lnTo>
                  <a:pt x="79738" y="32866"/>
                </a:lnTo>
                <a:lnTo>
                  <a:pt x="81185" y="36258"/>
                </a:lnTo>
                <a:lnTo>
                  <a:pt x="84145" y="35439"/>
                </a:lnTo>
                <a:lnTo>
                  <a:pt x="84847" y="36148"/>
                </a:lnTo>
                <a:lnTo>
                  <a:pt x="84474" y="38794"/>
                </a:lnTo>
                <a:lnTo>
                  <a:pt x="84656" y="41629"/>
                </a:lnTo>
                <a:lnTo>
                  <a:pt x="84503" y="44012"/>
                </a:lnTo>
                <a:lnTo>
                  <a:pt x="84503" y="47345"/>
                </a:lnTo>
                <a:lnTo>
                  <a:pt x="84766" y="48872"/>
                </a:lnTo>
                <a:lnTo>
                  <a:pt x="84415" y="50166"/>
                </a:lnTo>
                <a:lnTo>
                  <a:pt x="81287" y="49552"/>
                </a:lnTo>
                <a:lnTo>
                  <a:pt x="80666" y="50166"/>
                </a:lnTo>
                <a:lnTo>
                  <a:pt x="81031" y="52833"/>
                </a:lnTo>
                <a:lnTo>
                  <a:pt x="80951" y="54302"/>
                </a:lnTo>
                <a:lnTo>
                  <a:pt x="81331" y="55954"/>
                </a:lnTo>
                <a:lnTo>
                  <a:pt x="80754" y="57518"/>
                </a:lnTo>
                <a:lnTo>
                  <a:pt x="81485" y="59864"/>
                </a:lnTo>
                <a:lnTo>
                  <a:pt x="80513" y="60836"/>
                </a:lnTo>
                <a:lnTo>
                  <a:pt x="77867" y="59791"/>
                </a:lnTo>
                <a:lnTo>
                  <a:pt x="76953" y="61165"/>
                </a:lnTo>
                <a:lnTo>
                  <a:pt x="77969" y="62992"/>
                </a:lnTo>
                <a:lnTo>
                  <a:pt x="77099" y="64571"/>
                </a:lnTo>
                <a:lnTo>
                  <a:pt x="78049" y="66800"/>
                </a:lnTo>
                <a:lnTo>
                  <a:pt x="77004" y="67845"/>
                </a:lnTo>
                <a:lnTo>
                  <a:pt x="74359" y="66800"/>
                </a:lnTo>
                <a:lnTo>
                  <a:pt x="73496" y="68108"/>
                </a:lnTo>
                <a:lnTo>
                  <a:pt x="74578" y="70205"/>
                </a:lnTo>
                <a:lnTo>
                  <a:pt x="73474" y="71455"/>
                </a:lnTo>
                <a:lnTo>
                  <a:pt x="71048" y="70300"/>
                </a:lnTo>
                <a:lnTo>
                  <a:pt x="69995" y="71353"/>
                </a:lnTo>
                <a:lnTo>
                  <a:pt x="71048" y="73999"/>
                </a:lnTo>
                <a:lnTo>
                  <a:pt x="69674" y="74905"/>
                </a:lnTo>
                <a:lnTo>
                  <a:pt x="67803" y="73838"/>
                </a:lnTo>
                <a:lnTo>
                  <a:pt x="66429" y="74730"/>
                </a:lnTo>
                <a:lnTo>
                  <a:pt x="67459" y="77397"/>
                </a:lnTo>
                <a:lnTo>
                  <a:pt x="66648" y="78209"/>
                </a:lnTo>
                <a:lnTo>
                  <a:pt x="63987" y="77843"/>
                </a:lnTo>
                <a:lnTo>
                  <a:pt x="62643" y="77916"/>
                </a:lnTo>
                <a:lnTo>
                  <a:pt x="60698" y="77499"/>
                </a:lnTo>
                <a:lnTo>
                  <a:pt x="59485" y="78114"/>
                </a:lnTo>
                <a:lnTo>
                  <a:pt x="60384" y="80971"/>
                </a:lnTo>
                <a:lnTo>
                  <a:pt x="59639" y="81709"/>
                </a:lnTo>
                <a:lnTo>
                  <a:pt x="56978" y="81351"/>
                </a:lnTo>
                <a:lnTo>
                  <a:pt x="55538" y="81424"/>
                </a:lnTo>
                <a:lnTo>
                  <a:pt x="53821" y="81037"/>
                </a:lnTo>
                <a:lnTo>
                  <a:pt x="52279" y="81651"/>
                </a:lnTo>
                <a:lnTo>
                  <a:pt x="49955" y="80883"/>
                </a:lnTo>
                <a:lnTo>
                  <a:pt x="48968" y="81862"/>
                </a:lnTo>
                <a:lnTo>
                  <a:pt x="50020" y="84516"/>
                </a:lnTo>
                <a:lnTo>
                  <a:pt x="48888" y="852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856502" y="2014365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5" h="71755">
                <a:moveTo>
                  <a:pt x="47907" y="71164"/>
                </a:moveTo>
                <a:lnTo>
                  <a:pt x="44860" y="70593"/>
                </a:lnTo>
                <a:lnTo>
                  <a:pt x="26800" y="70593"/>
                </a:lnTo>
                <a:lnTo>
                  <a:pt x="23679" y="71178"/>
                </a:lnTo>
                <a:lnTo>
                  <a:pt x="21450" y="70491"/>
                </a:lnTo>
                <a:lnTo>
                  <a:pt x="22035" y="67400"/>
                </a:lnTo>
                <a:lnTo>
                  <a:pt x="20851" y="65960"/>
                </a:lnTo>
                <a:lnTo>
                  <a:pt x="16035" y="67941"/>
                </a:lnTo>
                <a:lnTo>
                  <a:pt x="14222" y="66727"/>
                </a:lnTo>
                <a:lnTo>
                  <a:pt x="15202" y="64103"/>
                </a:lnTo>
                <a:lnTo>
                  <a:pt x="14763" y="63585"/>
                </a:lnTo>
                <a:lnTo>
                  <a:pt x="13813" y="63190"/>
                </a:lnTo>
                <a:lnTo>
                  <a:pt x="12154" y="64082"/>
                </a:lnTo>
                <a:lnTo>
                  <a:pt x="10743" y="63300"/>
                </a:lnTo>
                <a:lnTo>
                  <a:pt x="11701" y="60515"/>
                </a:lnTo>
                <a:lnTo>
                  <a:pt x="10773" y="59594"/>
                </a:lnTo>
                <a:lnTo>
                  <a:pt x="8120" y="60639"/>
                </a:lnTo>
                <a:lnTo>
                  <a:pt x="7213" y="59272"/>
                </a:lnTo>
                <a:lnTo>
                  <a:pt x="8192" y="57460"/>
                </a:lnTo>
                <a:lnTo>
                  <a:pt x="7754" y="56576"/>
                </a:lnTo>
                <a:lnTo>
                  <a:pt x="7235" y="56144"/>
                </a:lnTo>
                <a:lnTo>
                  <a:pt x="4604" y="57116"/>
                </a:lnTo>
                <a:lnTo>
                  <a:pt x="3873" y="56020"/>
                </a:lnTo>
                <a:lnTo>
                  <a:pt x="4290" y="53762"/>
                </a:lnTo>
                <a:lnTo>
                  <a:pt x="4224" y="52564"/>
                </a:lnTo>
                <a:lnTo>
                  <a:pt x="4582" y="49896"/>
                </a:lnTo>
                <a:lnTo>
                  <a:pt x="3939" y="49260"/>
                </a:lnTo>
                <a:lnTo>
                  <a:pt x="855" y="49932"/>
                </a:lnTo>
                <a:lnTo>
                  <a:pt x="153" y="47681"/>
                </a:lnTo>
                <a:lnTo>
                  <a:pt x="745" y="44539"/>
                </a:lnTo>
                <a:lnTo>
                  <a:pt x="745" y="38048"/>
                </a:lnTo>
                <a:lnTo>
                  <a:pt x="95" y="32961"/>
                </a:lnTo>
                <a:lnTo>
                  <a:pt x="898" y="27451"/>
                </a:lnTo>
                <a:lnTo>
                  <a:pt x="0" y="22108"/>
                </a:lnTo>
                <a:lnTo>
                  <a:pt x="1161" y="21165"/>
                </a:lnTo>
                <a:lnTo>
                  <a:pt x="4048" y="21940"/>
                </a:lnTo>
                <a:lnTo>
                  <a:pt x="4852" y="20223"/>
                </a:lnTo>
                <a:lnTo>
                  <a:pt x="3223" y="15318"/>
                </a:lnTo>
                <a:lnTo>
                  <a:pt x="4955" y="13915"/>
                </a:lnTo>
                <a:lnTo>
                  <a:pt x="6965" y="14938"/>
                </a:lnTo>
                <a:lnTo>
                  <a:pt x="7754" y="14485"/>
                </a:lnTo>
                <a:lnTo>
                  <a:pt x="8222" y="13783"/>
                </a:lnTo>
                <a:lnTo>
                  <a:pt x="7169" y="11562"/>
                </a:lnTo>
                <a:lnTo>
                  <a:pt x="8339" y="10393"/>
                </a:lnTo>
                <a:lnTo>
                  <a:pt x="10677" y="11562"/>
                </a:lnTo>
                <a:lnTo>
                  <a:pt x="11847" y="10392"/>
                </a:lnTo>
                <a:lnTo>
                  <a:pt x="10678" y="8061"/>
                </a:lnTo>
                <a:lnTo>
                  <a:pt x="11840" y="6891"/>
                </a:lnTo>
                <a:lnTo>
                  <a:pt x="14069" y="7937"/>
                </a:lnTo>
                <a:lnTo>
                  <a:pt x="14763" y="7476"/>
                </a:lnTo>
                <a:lnTo>
                  <a:pt x="15231" y="6767"/>
                </a:lnTo>
                <a:lnTo>
                  <a:pt x="14178" y="4553"/>
                </a:lnTo>
                <a:lnTo>
                  <a:pt x="15348" y="3391"/>
                </a:lnTo>
                <a:lnTo>
                  <a:pt x="17570" y="4436"/>
                </a:lnTo>
                <a:lnTo>
                  <a:pt x="18973" y="3508"/>
                </a:lnTo>
                <a:lnTo>
                  <a:pt x="21187" y="4553"/>
                </a:lnTo>
                <a:lnTo>
                  <a:pt x="22167" y="3581"/>
                </a:lnTo>
                <a:lnTo>
                  <a:pt x="21312" y="679"/>
                </a:lnTo>
                <a:lnTo>
                  <a:pt x="22678" y="36"/>
                </a:lnTo>
                <a:lnTo>
                  <a:pt x="24294" y="687"/>
                </a:lnTo>
                <a:lnTo>
                  <a:pt x="27356" y="0"/>
                </a:lnTo>
                <a:lnTo>
                  <a:pt x="30155" y="467"/>
                </a:lnTo>
                <a:lnTo>
                  <a:pt x="47316" y="467"/>
                </a:lnTo>
                <a:lnTo>
                  <a:pt x="48895" y="190"/>
                </a:lnTo>
                <a:lnTo>
                  <a:pt x="50144" y="562"/>
                </a:lnTo>
                <a:lnTo>
                  <a:pt x="49582" y="3669"/>
                </a:lnTo>
                <a:lnTo>
                  <a:pt x="50758" y="5101"/>
                </a:lnTo>
                <a:lnTo>
                  <a:pt x="55575" y="3120"/>
                </a:lnTo>
                <a:lnTo>
                  <a:pt x="57358" y="4334"/>
                </a:lnTo>
                <a:lnTo>
                  <a:pt x="56408" y="6965"/>
                </a:lnTo>
                <a:lnTo>
                  <a:pt x="56853" y="7476"/>
                </a:lnTo>
                <a:lnTo>
                  <a:pt x="57804" y="7871"/>
                </a:lnTo>
                <a:lnTo>
                  <a:pt x="59470" y="6979"/>
                </a:lnTo>
                <a:lnTo>
                  <a:pt x="60873" y="7761"/>
                </a:lnTo>
                <a:lnTo>
                  <a:pt x="59923" y="10546"/>
                </a:lnTo>
                <a:lnTo>
                  <a:pt x="60851" y="11467"/>
                </a:lnTo>
                <a:lnTo>
                  <a:pt x="63497" y="10422"/>
                </a:lnTo>
                <a:lnTo>
                  <a:pt x="64403" y="11789"/>
                </a:lnTo>
                <a:lnTo>
                  <a:pt x="63431" y="13601"/>
                </a:lnTo>
                <a:lnTo>
                  <a:pt x="63863" y="14485"/>
                </a:lnTo>
                <a:lnTo>
                  <a:pt x="64382" y="14916"/>
                </a:lnTo>
                <a:lnTo>
                  <a:pt x="67020" y="13945"/>
                </a:lnTo>
                <a:lnTo>
                  <a:pt x="67743" y="15041"/>
                </a:lnTo>
                <a:lnTo>
                  <a:pt x="67334" y="17299"/>
                </a:lnTo>
                <a:lnTo>
                  <a:pt x="67400" y="18498"/>
                </a:lnTo>
                <a:lnTo>
                  <a:pt x="67035" y="21165"/>
                </a:lnTo>
                <a:lnTo>
                  <a:pt x="67663" y="21786"/>
                </a:lnTo>
                <a:lnTo>
                  <a:pt x="70777" y="21151"/>
                </a:lnTo>
                <a:lnTo>
                  <a:pt x="71442" y="23431"/>
                </a:lnTo>
                <a:lnTo>
                  <a:pt x="70872" y="26479"/>
                </a:lnTo>
                <a:lnTo>
                  <a:pt x="70872" y="44538"/>
                </a:lnTo>
                <a:lnTo>
                  <a:pt x="71464" y="47659"/>
                </a:lnTo>
                <a:lnTo>
                  <a:pt x="70769" y="49888"/>
                </a:lnTo>
                <a:lnTo>
                  <a:pt x="67678" y="49304"/>
                </a:lnTo>
                <a:lnTo>
                  <a:pt x="66238" y="50488"/>
                </a:lnTo>
                <a:lnTo>
                  <a:pt x="68219" y="55304"/>
                </a:lnTo>
                <a:lnTo>
                  <a:pt x="67005" y="57116"/>
                </a:lnTo>
                <a:lnTo>
                  <a:pt x="64389" y="56144"/>
                </a:lnTo>
                <a:lnTo>
                  <a:pt x="63863" y="56576"/>
                </a:lnTo>
                <a:lnTo>
                  <a:pt x="63468" y="57526"/>
                </a:lnTo>
                <a:lnTo>
                  <a:pt x="64359" y="59185"/>
                </a:lnTo>
                <a:lnTo>
                  <a:pt x="63577" y="60595"/>
                </a:lnTo>
                <a:lnTo>
                  <a:pt x="60793" y="59638"/>
                </a:lnTo>
                <a:lnTo>
                  <a:pt x="59872" y="60566"/>
                </a:lnTo>
                <a:lnTo>
                  <a:pt x="60917" y="63219"/>
                </a:lnTo>
                <a:lnTo>
                  <a:pt x="59550" y="64125"/>
                </a:lnTo>
                <a:lnTo>
                  <a:pt x="57738" y="63146"/>
                </a:lnTo>
                <a:lnTo>
                  <a:pt x="56853" y="63585"/>
                </a:lnTo>
                <a:lnTo>
                  <a:pt x="56422" y="64103"/>
                </a:lnTo>
                <a:lnTo>
                  <a:pt x="57394" y="66735"/>
                </a:lnTo>
                <a:lnTo>
                  <a:pt x="56298" y="67466"/>
                </a:lnTo>
                <a:lnTo>
                  <a:pt x="54040" y="67056"/>
                </a:lnTo>
                <a:lnTo>
                  <a:pt x="52841" y="67114"/>
                </a:lnTo>
                <a:lnTo>
                  <a:pt x="50173" y="66756"/>
                </a:lnTo>
                <a:lnTo>
                  <a:pt x="49552" y="67385"/>
                </a:lnTo>
                <a:lnTo>
                  <a:pt x="50188" y="70498"/>
                </a:lnTo>
                <a:lnTo>
                  <a:pt x="47907" y="711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2073999" y="2021564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5" h="57150">
                <a:moveTo>
                  <a:pt x="41132" y="57058"/>
                </a:moveTo>
                <a:lnTo>
                  <a:pt x="37654" y="56385"/>
                </a:lnTo>
                <a:lnTo>
                  <a:pt x="19711" y="56385"/>
                </a:lnTo>
                <a:lnTo>
                  <a:pt x="16744" y="56926"/>
                </a:lnTo>
                <a:lnTo>
                  <a:pt x="14463" y="56305"/>
                </a:lnTo>
                <a:lnTo>
                  <a:pt x="14997" y="53177"/>
                </a:lnTo>
                <a:lnTo>
                  <a:pt x="14755" y="52884"/>
                </a:lnTo>
                <a:lnTo>
                  <a:pt x="14054" y="52417"/>
                </a:lnTo>
                <a:lnTo>
                  <a:pt x="11839" y="53469"/>
                </a:lnTo>
                <a:lnTo>
                  <a:pt x="10765" y="52395"/>
                </a:lnTo>
                <a:lnTo>
                  <a:pt x="11818" y="49742"/>
                </a:lnTo>
                <a:lnTo>
                  <a:pt x="10516" y="48887"/>
                </a:lnTo>
                <a:lnTo>
                  <a:pt x="8389" y="49961"/>
                </a:lnTo>
                <a:lnTo>
                  <a:pt x="7155" y="48836"/>
                </a:lnTo>
                <a:lnTo>
                  <a:pt x="8317" y="46439"/>
                </a:lnTo>
                <a:lnTo>
                  <a:pt x="7162" y="45291"/>
                </a:lnTo>
                <a:lnTo>
                  <a:pt x="4831" y="46453"/>
                </a:lnTo>
                <a:lnTo>
                  <a:pt x="3661" y="45284"/>
                </a:lnTo>
                <a:lnTo>
                  <a:pt x="4831" y="42952"/>
                </a:lnTo>
                <a:lnTo>
                  <a:pt x="3895" y="42017"/>
                </a:lnTo>
                <a:lnTo>
                  <a:pt x="906" y="42791"/>
                </a:lnTo>
                <a:lnTo>
                  <a:pt x="65" y="40679"/>
                </a:lnTo>
                <a:lnTo>
                  <a:pt x="738" y="37193"/>
                </a:lnTo>
                <a:lnTo>
                  <a:pt x="738" y="30835"/>
                </a:lnTo>
                <a:lnTo>
                  <a:pt x="116" y="25784"/>
                </a:lnTo>
                <a:lnTo>
                  <a:pt x="891" y="20252"/>
                </a:lnTo>
                <a:lnTo>
                  <a:pt x="0" y="14902"/>
                </a:lnTo>
                <a:lnTo>
                  <a:pt x="1439" y="13732"/>
                </a:lnTo>
                <a:lnTo>
                  <a:pt x="3449" y="14755"/>
                </a:lnTo>
                <a:lnTo>
                  <a:pt x="4246" y="14302"/>
                </a:lnTo>
                <a:lnTo>
                  <a:pt x="4706" y="13593"/>
                </a:lnTo>
                <a:lnTo>
                  <a:pt x="3661" y="11379"/>
                </a:lnTo>
                <a:lnTo>
                  <a:pt x="4728" y="10312"/>
                </a:lnTo>
                <a:lnTo>
                  <a:pt x="7381" y="11357"/>
                </a:lnTo>
                <a:lnTo>
                  <a:pt x="8215" y="10093"/>
                </a:lnTo>
                <a:lnTo>
                  <a:pt x="7162" y="7878"/>
                </a:lnTo>
                <a:lnTo>
                  <a:pt x="8331" y="6709"/>
                </a:lnTo>
                <a:lnTo>
                  <a:pt x="10670" y="7878"/>
                </a:lnTo>
                <a:lnTo>
                  <a:pt x="11744" y="6804"/>
                </a:lnTo>
                <a:lnTo>
                  <a:pt x="10692" y="4158"/>
                </a:lnTo>
                <a:lnTo>
                  <a:pt x="12058" y="3274"/>
                </a:lnTo>
                <a:lnTo>
                  <a:pt x="13886" y="4224"/>
                </a:lnTo>
                <a:lnTo>
                  <a:pt x="14763" y="3785"/>
                </a:lnTo>
                <a:lnTo>
                  <a:pt x="15004" y="3486"/>
                </a:lnTo>
                <a:lnTo>
                  <a:pt x="14471" y="358"/>
                </a:lnTo>
                <a:lnTo>
                  <a:pt x="15735" y="21"/>
                </a:lnTo>
                <a:lnTo>
                  <a:pt x="17270" y="285"/>
                </a:lnTo>
                <a:lnTo>
                  <a:pt x="40292" y="285"/>
                </a:lnTo>
                <a:lnTo>
                  <a:pt x="41907" y="0"/>
                </a:lnTo>
                <a:lnTo>
                  <a:pt x="43157" y="387"/>
                </a:lnTo>
                <a:lnTo>
                  <a:pt x="42565" y="3479"/>
                </a:lnTo>
                <a:lnTo>
                  <a:pt x="42821" y="3785"/>
                </a:lnTo>
                <a:lnTo>
                  <a:pt x="43530" y="4253"/>
                </a:lnTo>
                <a:lnTo>
                  <a:pt x="45744" y="3201"/>
                </a:lnTo>
                <a:lnTo>
                  <a:pt x="46819" y="4275"/>
                </a:lnTo>
                <a:lnTo>
                  <a:pt x="45766" y="6928"/>
                </a:lnTo>
                <a:lnTo>
                  <a:pt x="47067" y="7776"/>
                </a:lnTo>
                <a:lnTo>
                  <a:pt x="49194" y="6709"/>
                </a:lnTo>
                <a:lnTo>
                  <a:pt x="50422" y="7827"/>
                </a:lnTo>
                <a:lnTo>
                  <a:pt x="49267" y="10231"/>
                </a:lnTo>
                <a:lnTo>
                  <a:pt x="50414" y="11379"/>
                </a:lnTo>
                <a:lnTo>
                  <a:pt x="52753" y="10217"/>
                </a:lnTo>
                <a:lnTo>
                  <a:pt x="53922" y="11379"/>
                </a:lnTo>
                <a:lnTo>
                  <a:pt x="52753" y="13718"/>
                </a:lnTo>
                <a:lnTo>
                  <a:pt x="53688" y="14653"/>
                </a:lnTo>
                <a:lnTo>
                  <a:pt x="56677" y="13879"/>
                </a:lnTo>
                <a:lnTo>
                  <a:pt x="57518" y="15991"/>
                </a:lnTo>
                <a:lnTo>
                  <a:pt x="56846" y="19469"/>
                </a:lnTo>
                <a:lnTo>
                  <a:pt x="56846" y="37420"/>
                </a:lnTo>
                <a:lnTo>
                  <a:pt x="57379" y="40379"/>
                </a:lnTo>
                <a:lnTo>
                  <a:pt x="56758" y="42660"/>
                </a:lnTo>
                <a:lnTo>
                  <a:pt x="53637" y="42134"/>
                </a:lnTo>
                <a:lnTo>
                  <a:pt x="53338" y="42368"/>
                </a:lnTo>
                <a:lnTo>
                  <a:pt x="52877" y="43069"/>
                </a:lnTo>
                <a:lnTo>
                  <a:pt x="53922" y="45291"/>
                </a:lnTo>
                <a:lnTo>
                  <a:pt x="52848" y="46358"/>
                </a:lnTo>
                <a:lnTo>
                  <a:pt x="50202" y="45313"/>
                </a:lnTo>
                <a:lnTo>
                  <a:pt x="49347" y="46614"/>
                </a:lnTo>
                <a:lnTo>
                  <a:pt x="50422" y="48741"/>
                </a:lnTo>
                <a:lnTo>
                  <a:pt x="49296" y="49968"/>
                </a:lnTo>
                <a:lnTo>
                  <a:pt x="46899" y="48806"/>
                </a:lnTo>
                <a:lnTo>
                  <a:pt x="45744" y="49961"/>
                </a:lnTo>
                <a:lnTo>
                  <a:pt x="46914" y="52300"/>
                </a:lnTo>
                <a:lnTo>
                  <a:pt x="45744" y="53469"/>
                </a:lnTo>
                <a:lnTo>
                  <a:pt x="43405" y="52300"/>
                </a:lnTo>
                <a:lnTo>
                  <a:pt x="42470" y="53235"/>
                </a:lnTo>
                <a:lnTo>
                  <a:pt x="43245" y="56224"/>
                </a:lnTo>
                <a:lnTo>
                  <a:pt x="41132" y="570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2291526" y="202809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11839" y="43573"/>
                </a:moveTo>
                <a:lnTo>
                  <a:pt x="10663" y="42133"/>
                </a:lnTo>
                <a:lnTo>
                  <a:pt x="11686" y="40123"/>
                </a:lnTo>
                <a:lnTo>
                  <a:pt x="11233" y="39327"/>
                </a:lnTo>
                <a:lnTo>
                  <a:pt x="10531" y="38866"/>
                </a:lnTo>
                <a:lnTo>
                  <a:pt x="8309" y="39911"/>
                </a:lnTo>
                <a:lnTo>
                  <a:pt x="7242" y="38844"/>
                </a:lnTo>
                <a:lnTo>
                  <a:pt x="8287" y="36199"/>
                </a:lnTo>
                <a:lnTo>
                  <a:pt x="7023" y="35365"/>
                </a:lnTo>
                <a:lnTo>
                  <a:pt x="4808" y="36411"/>
                </a:lnTo>
                <a:lnTo>
                  <a:pt x="3640" y="35241"/>
                </a:lnTo>
                <a:lnTo>
                  <a:pt x="4809" y="32910"/>
                </a:lnTo>
                <a:lnTo>
                  <a:pt x="3734" y="31835"/>
                </a:lnTo>
                <a:lnTo>
                  <a:pt x="1088" y="32880"/>
                </a:lnTo>
                <a:lnTo>
                  <a:pt x="263" y="31631"/>
                </a:lnTo>
                <a:lnTo>
                  <a:pt x="906" y="29643"/>
                </a:lnTo>
                <a:lnTo>
                  <a:pt x="489" y="27794"/>
                </a:lnTo>
                <a:lnTo>
                  <a:pt x="716" y="26361"/>
                </a:lnTo>
                <a:lnTo>
                  <a:pt x="716" y="23029"/>
                </a:lnTo>
                <a:lnTo>
                  <a:pt x="460" y="20566"/>
                </a:lnTo>
                <a:lnTo>
                  <a:pt x="840" y="17248"/>
                </a:lnTo>
                <a:lnTo>
                  <a:pt x="0" y="11861"/>
                </a:lnTo>
                <a:lnTo>
                  <a:pt x="1418" y="10706"/>
                </a:lnTo>
                <a:lnTo>
                  <a:pt x="3435" y="11730"/>
                </a:lnTo>
                <a:lnTo>
                  <a:pt x="4224" y="11276"/>
                </a:lnTo>
                <a:lnTo>
                  <a:pt x="4626" y="10333"/>
                </a:lnTo>
                <a:lnTo>
                  <a:pt x="3727" y="8667"/>
                </a:lnTo>
                <a:lnTo>
                  <a:pt x="4509" y="7264"/>
                </a:lnTo>
                <a:lnTo>
                  <a:pt x="7293" y="8214"/>
                </a:lnTo>
                <a:lnTo>
                  <a:pt x="8214" y="7286"/>
                </a:lnTo>
                <a:lnTo>
                  <a:pt x="7169" y="4640"/>
                </a:lnTo>
                <a:lnTo>
                  <a:pt x="8536" y="3756"/>
                </a:lnTo>
                <a:lnTo>
                  <a:pt x="10363" y="4706"/>
                </a:lnTo>
                <a:lnTo>
                  <a:pt x="11233" y="4268"/>
                </a:lnTo>
                <a:lnTo>
                  <a:pt x="11701" y="3566"/>
                </a:lnTo>
                <a:lnTo>
                  <a:pt x="10648" y="1352"/>
                </a:lnTo>
                <a:lnTo>
                  <a:pt x="11686" y="313"/>
                </a:lnTo>
                <a:lnTo>
                  <a:pt x="14098" y="957"/>
                </a:lnTo>
                <a:lnTo>
                  <a:pt x="15669" y="482"/>
                </a:lnTo>
                <a:lnTo>
                  <a:pt x="17270" y="767"/>
                </a:lnTo>
                <a:lnTo>
                  <a:pt x="20522" y="767"/>
                </a:lnTo>
                <a:lnTo>
                  <a:pt x="22992" y="504"/>
                </a:lnTo>
                <a:lnTo>
                  <a:pt x="27232" y="993"/>
                </a:lnTo>
                <a:lnTo>
                  <a:pt x="30476" y="0"/>
                </a:lnTo>
                <a:lnTo>
                  <a:pt x="32720" y="950"/>
                </a:lnTo>
                <a:lnTo>
                  <a:pt x="31909" y="3909"/>
                </a:lnTo>
                <a:lnTo>
                  <a:pt x="32866" y="4860"/>
                </a:lnTo>
                <a:lnTo>
                  <a:pt x="35169" y="3698"/>
                </a:lnTo>
                <a:lnTo>
                  <a:pt x="36367" y="4816"/>
                </a:lnTo>
                <a:lnTo>
                  <a:pt x="35205" y="7198"/>
                </a:lnTo>
                <a:lnTo>
                  <a:pt x="36265" y="8265"/>
                </a:lnTo>
                <a:lnTo>
                  <a:pt x="38918" y="7213"/>
                </a:lnTo>
                <a:lnTo>
                  <a:pt x="39824" y="8579"/>
                </a:lnTo>
                <a:lnTo>
                  <a:pt x="38852" y="10399"/>
                </a:lnTo>
                <a:lnTo>
                  <a:pt x="39283" y="11276"/>
                </a:lnTo>
                <a:lnTo>
                  <a:pt x="39985" y="11744"/>
                </a:lnTo>
                <a:lnTo>
                  <a:pt x="42207" y="10692"/>
                </a:lnTo>
                <a:lnTo>
                  <a:pt x="43245" y="11730"/>
                </a:lnTo>
                <a:lnTo>
                  <a:pt x="42594" y="14142"/>
                </a:lnTo>
                <a:lnTo>
                  <a:pt x="43069" y="15713"/>
                </a:lnTo>
                <a:lnTo>
                  <a:pt x="42791" y="17313"/>
                </a:lnTo>
                <a:lnTo>
                  <a:pt x="42791" y="20573"/>
                </a:lnTo>
                <a:lnTo>
                  <a:pt x="43055" y="23036"/>
                </a:lnTo>
                <a:lnTo>
                  <a:pt x="42667" y="26354"/>
                </a:lnTo>
                <a:lnTo>
                  <a:pt x="43508" y="31733"/>
                </a:lnTo>
                <a:lnTo>
                  <a:pt x="42280" y="32741"/>
                </a:lnTo>
                <a:lnTo>
                  <a:pt x="39619" y="31791"/>
                </a:lnTo>
                <a:lnTo>
                  <a:pt x="38830" y="33027"/>
                </a:lnTo>
                <a:lnTo>
                  <a:pt x="39861" y="35248"/>
                </a:lnTo>
                <a:lnTo>
                  <a:pt x="38794" y="36316"/>
                </a:lnTo>
                <a:lnTo>
                  <a:pt x="36148" y="35263"/>
                </a:lnTo>
                <a:lnTo>
                  <a:pt x="35476" y="36279"/>
                </a:lnTo>
                <a:lnTo>
                  <a:pt x="36221" y="39093"/>
                </a:lnTo>
                <a:lnTo>
                  <a:pt x="34876" y="39816"/>
                </a:lnTo>
                <a:lnTo>
                  <a:pt x="33225" y="38939"/>
                </a:lnTo>
                <a:lnTo>
                  <a:pt x="32275" y="39327"/>
                </a:lnTo>
                <a:lnTo>
                  <a:pt x="31814" y="40035"/>
                </a:lnTo>
                <a:lnTo>
                  <a:pt x="32859" y="42250"/>
                </a:lnTo>
                <a:lnTo>
                  <a:pt x="31821" y="43288"/>
                </a:lnTo>
                <a:lnTo>
                  <a:pt x="29409" y="42645"/>
                </a:lnTo>
                <a:lnTo>
                  <a:pt x="26851" y="43412"/>
                </a:lnTo>
                <a:lnTo>
                  <a:pt x="23767" y="42835"/>
                </a:lnTo>
                <a:lnTo>
                  <a:pt x="20632" y="42835"/>
                </a:lnTo>
                <a:lnTo>
                  <a:pt x="19353" y="42988"/>
                </a:lnTo>
                <a:lnTo>
                  <a:pt x="17182" y="42681"/>
                </a:lnTo>
                <a:lnTo>
                  <a:pt x="11839" y="435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2508593" y="2035436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10">
                <a:moveTo>
                  <a:pt x="12307" y="28949"/>
                </a:moveTo>
                <a:lnTo>
                  <a:pt x="11116" y="28115"/>
                </a:lnTo>
                <a:lnTo>
                  <a:pt x="12095" y="25521"/>
                </a:lnTo>
                <a:lnTo>
                  <a:pt x="11657" y="24994"/>
                </a:lnTo>
                <a:lnTo>
                  <a:pt x="10392" y="24110"/>
                </a:lnTo>
                <a:lnTo>
                  <a:pt x="5583" y="26135"/>
                </a:lnTo>
                <a:lnTo>
                  <a:pt x="4070" y="24286"/>
                </a:lnTo>
                <a:lnTo>
                  <a:pt x="5093" y="22276"/>
                </a:lnTo>
                <a:lnTo>
                  <a:pt x="4180" y="20785"/>
                </a:lnTo>
                <a:lnTo>
                  <a:pt x="5225" y="18563"/>
                </a:lnTo>
                <a:lnTo>
                  <a:pt x="4055" y="17394"/>
                </a:lnTo>
                <a:lnTo>
                  <a:pt x="1790" y="18417"/>
                </a:lnTo>
                <a:lnTo>
                  <a:pt x="1147" y="17978"/>
                </a:lnTo>
                <a:lnTo>
                  <a:pt x="2024" y="16714"/>
                </a:lnTo>
                <a:lnTo>
                  <a:pt x="0" y="11905"/>
                </a:lnTo>
                <a:lnTo>
                  <a:pt x="1849" y="10392"/>
                </a:lnTo>
                <a:lnTo>
                  <a:pt x="3858" y="11423"/>
                </a:lnTo>
                <a:lnTo>
                  <a:pt x="4648" y="10970"/>
                </a:lnTo>
                <a:lnTo>
                  <a:pt x="5525" y="9698"/>
                </a:lnTo>
                <a:lnTo>
                  <a:pt x="3507" y="4889"/>
                </a:lnTo>
                <a:lnTo>
                  <a:pt x="5349" y="3376"/>
                </a:lnTo>
                <a:lnTo>
                  <a:pt x="7359" y="4399"/>
                </a:lnTo>
                <a:lnTo>
                  <a:pt x="8857" y="3486"/>
                </a:lnTo>
                <a:lnTo>
                  <a:pt x="11072" y="4531"/>
                </a:lnTo>
                <a:lnTo>
                  <a:pt x="11964" y="3646"/>
                </a:lnTo>
                <a:lnTo>
                  <a:pt x="11298" y="555"/>
                </a:lnTo>
                <a:lnTo>
                  <a:pt x="12950" y="36"/>
                </a:lnTo>
                <a:lnTo>
                  <a:pt x="17401" y="0"/>
                </a:lnTo>
                <a:lnTo>
                  <a:pt x="19060" y="584"/>
                </a:lnTo>
                <a:lnTo>
                  <a:pt x="18351" y="3632"/>
                </a:lnTo>
                <a:lnTo>
                  <a:pt x="19009" y="4282"/>
                </a:lnTo>
                <a:lnTo>
                  <a:pt x="21669" y="3917"/>
                </a:lnTo>
                <a:lnTo>
                  <a:pt x="22715" y="3975"/>
                </a:lnTo>
                <a:lnTo>
                  <a:pt x="25324" y="3603"/>
                </a:lnTo>
                <a:lnTo>
                  <a:pt x="26267" y="4494"/>
                </a:lnTo>
                <a:lnTo>
                  <a:pt x="25221" y="6789"/>
                </a:lnTo>
                <a:lnTo>
                  <a:pt x="26150" y="8156"/>
                </a:lnTo>
                <a:lnTo>
                  <a:pt x="25105" y="10378"/>
                </a:lnTo>
                <a:lnTo>
                  <a:pt x="26055" y="11327"/>
                </a:lnTo>
                <a:lnTo>
                  <a:pt x="29000" y="10516"/>
                </a:lnTo>
                <a:lnTo>
                  <a:pt x="29512" y="11722"/>
                </a:lnTo>
                <a:lnTo>
                  <a:pt x="29643" y="17328"/>
                </a:lnTo>
                <a:lnTo>
                  <a:pt x="28810" y="18519"/>
                </a:lnTo>
                <a:lnTo>
                  <a:pt x="26215" y="17532"/>
                </a:lnTo>
                <a:lnTo>
                  <a:pt x="25682" y="17971"/>
                </a:lnTo>
                <a:lnTo>
                  <a:pt x="24805" y="19243"/>
                </a:lnTo>
                <a:lnTo>
                  <a:pt x="26829" y="24051"/>
                </a:lnTo>
                <a:lnTo>
                  <a:pt x="24980" y="25565"/>
                </a:lnTo>
                <a:lnTo>
                  <a:pt x="22971" y="24534"/>
                </a:lnTo>
                <a:lnTo>
                  <a:pt x="21479" y="25455"/>
                </a:lnTo>
                <a:lnTo>
                  <a:pt x="19257" y="24410"/>
                </a:lnTo>
                <a:lnTo>
                  <a:pt x="18308" y="25360"/>
                </a:lnTo>
                <a:lnTo>
                  <a:pt x="19119" y="28312"/>
                </a:lnTo>
                <a:lnTo>
                  <a:pt x="17913" y="28817"/>
                </a:lnTo>
                <a:lnTo>
                  <a:pt x="12307" y="28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74338" y="2105401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4">
                <a:moveTo>
                  <a:pt x="44751" y="99644"/>
                </a:moveTo>
                <a:lnTo>
                  <a:pt x="42332" y="98614"/>
                </a:lnTo>
                <a:lnTo>
                  <a:pt x="43143" y="95661"/>
                </a:lnTo>
                <a:lnTo>
                  <a:pt x="42383" y="94909"/>
                </a:lnTo>
                <a:lnTo>
                  <a:pt x="39854" y="95398"/>
                </a:lnTo>
                <a:lnTo>
                  <a:pt x="37091" y="94916"/>
                </a:lnTo>
                <a:lnTo>
                  <a:pt x="34467" y="95296"/>
                </a:lnTo>
                <a:lnTo>
                  <a:pt x="31354" y="95296"/>
                </a:lnTo>
                <a:lnTo>
                  <a:pt x="29571" y="95617"/>
                </a:lnTo>
                <a:lnTo>
                  <a:pt x="28328" y="95142"/>
                </a:lnTo>
                <a:lnTo>
                  <a:pt x="29088" y="92131"/>
                </a:lnTo>
                <a:lnTo>
                  <a:pt x="28409" y="91459"/>
                </a:lnTo>
                <a:lnTo>
                  <a:pt x="25748" y="91817"/>
                </a:lnTo>
                <a:lnTo>
                  <a:pt x="24572" y="91758"/>
                </a:lnTo>
                <a:lnTo>
                  <a:pt x="22255" y="92168"/>
                </a:lnTo>
                <a:lnTo>
                  <a:pt x="21158" y="91385"/>
                </a:lnTo>
                <a:lnTo>
                  <a:pt x="22240" y="88791"/>
                </a:lnTo>
                <a:lnTo>
                  <a:pt x="21144" y="87702"/>
                </a:lnTo>
                <a:lnTo>
                  <a:pt x="18812" y="88872"/>
                </a:lnTo>
                <a:lnTo>
                  <a:pt x="17643" y="87702"/>
                </a:lnTo>
                <a:lnTo>
                  <a:pt x="18812" y="85371"/>
                </a:lnTo>
                <a:lnTo>
                  <a:pt x="17643" y="84201"/>
                </a:lnTo>
                <a:lnTo>
                  <a:pt x="15304" y="85371"/>
                </a:lnTo>
                <a:lnTo>
                  <a:pt x="14135" y="84201"/>
                </a:lnTo>
                <a:lnTo>
                  <a:pt x="15304" y="81862"/>
                </a:lnTo>
                <a:lnTo>
                  <a:pt x="14135" y="80694"/>
                </a:lnTo>
                <a:lnTo>
                  <a:pt x="11796" y="81863"/>
                </a:lnTo>
                <a:lnTo>
                  <a:pt x="10634" y="80693"/>
                </a:lnTo>
                <a:lnTo>
                  <a:pt x="11803" y="78354"/>
                </a:lnTo>
                <a:lnTo>
                  <a:pt x="10692" y="77258"/>
                </a:lnTo>
                <a:lnTo>
                  <a:pt x="8142" y="78354"/>
                </a:lnTo>
                <a:lnTo>
                  <a:pt x="6782" y="76527"/>
                </a:lnTo>
                <a:lnTo>
                  <a:pt x="8872" y="71711"/>
                </a:lnTo>
                <a:lnTo>
                  <a:pt x="7338" y="70446"/>
                </a:lnTo>
                <a:lnTo>
                  <a:pt x="4370" y="71163"/>
                </a:lnTo>
                <a:lnTo>
                  <a:pt x="3515" y="69109"/>
                </a:lnTo>
                <a:lnTo>
                  <a:pt x="4202" y="65550"/>
                </a:lnTo>
                <a:lnTo>
                  <a:pt x="4202" y="61662"/>
                </a:lnTo>
                <a:lnTo>
                  <a:pt x="4728" y="58723"/>
                </a:lnTo>
                <a:lnTo>
                  <a:pt x="4122" y="56399"/>
                </a:lnTo>
                <a:lnTo>
                  <a:pt x="972" y="57006"/>
                </a:lnTo>
                <a:lnTo>
                  <a:pt x="365" y="56392"/>
                </a:lnTo>
                <a:lnTo>
                  <a:pt x="723" y="53732"/>
                </a:lnTo>
                <a:lnTo>
                  <a:pt x="694" y="47928"/>
                </a:lnTo>
                <a:lnTo>
                  <a:pt x="0" y="44318"/>
                </a:lnTo>
                <a:lnTo>
                  <a:pt x="884" y="42257"/>
                </a:lnTo>
                <a:lnTo>
                  <a:pt x="3837" y="43068"/>
                </a:lnTo>
                <a:lnTo>
                  <a:pt x="4597" y="42308"/>
                </a:lnTo>
                <a:lnTo>
                  <a:pt x="4100" y="39779"/>
                </a:lnTo>
                <a:lnTo>
                  <a:pt x="4582" y="37017"/>
                </a:lnTo>
                <a:lnTo>
                  <a:pt x="4202" y="34393"/>
                </a:lnTo>
                <a:lnTo>
                  <a:pt x="4202" y="31309"/>
                </a:lnTo>
                <a:lnTo>
                  <a:pt x="3880" y="29467"/>
                </a:lnTo>
                <a:lnTo>
                  <a:pt x="4377" y="28239"/>
                </a:lnTo>
                <a:lnTo>
                  <a:pt x="7352" y="29036"/>
                </a:lnTo>
                <a:lnTo>
                  <a:pt x="8046" y="28341"/>
                </a:lnTo>
                <a:lnTo>
                  <a:pt x="7688" y="25681"/>
                </a:lnTo>
                <a:lnTo>
                  <a:pt x="7754" y="24410"/>
                </a:lnTo>
                <a:lnTo>
                  <a:pt x="7338" y="22290"/>
                </a:lnTo>
                <a:lnTo>
                  <a:pt x="8025" y="21135"/>
                </a:lnTo>
                <a:lnTo>
                  <a:pt x="10765" y="22115"/>
                </a:lnTo>
                <a:lnTo>
                  <a:pt x="11803" y="21077"/>
                </a:lnTo>
                <a:lnTo>
                  <a:pt x="10634" y="18746"/>
                </a:lnTo>
                <a:lnTo>
                  <a:pt x="11803" y="17576"/>
                </a:lnTo>
                <a:lnTo>
                  <a:pt x="14142" y="18746"/>
                </a:lnTo>
                <a:lnTo>
                  <a:pt x="15304" y="17576"/>
                </a:lnTo>
                <a:lnTo>
                  <a:pt x="14135" y="15237"/>
                </a:lnTo>
                <a:lnTo>
                  <a:pt x="15304" y="14076"/>
                </a:lnTo>
                <a:lnTo>
                  <a:pt x="17643" y="15238"/>
                </a:lnTo>
                <a:lnTo>
                  <a:pt x="18812" y="14068"/>
                </a:lnTo>
                <a:lnTo>
                  <a:pt x="17643" y="11737"/>
                </a:lnTo>
                <a:lnTo>
                  <a:pt x="18812" y="10567"/>
                </a:lnTo>
                <a:lnTo>
                  <a:pt x="21151" y="11737"/>
                </a:lnTo>
                <a:lnTo>
                  <a:pt x="22167" y="10714"/>
                </a:lnTo>
                <a:lnTo>
                  <a:pt x="21217" y="7929"/>
                </a:lnTo>
                <a:lnTo>
                  <a:pt x="23015" y="6928"/>
                </a:lnTo>
                <a:lnTo>
                  <a:pt x="27868" y="8718"/>
                </a:lnTo>
                <a:lnTo>
                  <a:pt x="28986" y="7352"/>
                </a:lnTo>
                <a:lnTo>
                  <a:pt x="28445" y="4216"/>
                </a:lnTo>
                <a:lnTo>
                  <a:pt x="30747" y="3617"/>
                </a:lnTo>
                <a:lnTo>
                  <a:pt x="33678" y="4143"/>
                </a:lnTo>
                <a:lnTo>
                  <a:pt x="38027" y="4143"/>
                </a:lnTo>
                <a:lnTo>
                  <a:pt x="40585" y="4509"/>
                </a:lnTo>
                <a:lnTo>
                  <a:pt x="42778" y="4143"/>
                </a:lnTo>
                <a:lnTo>
                  <a:pt x="42997" y="4107"/>
                </a:lnTo>
                <a:lnTo>
                  <a:pt x="42580" y="876"/>
                </a:lnTo>
                <a:lnTo>
                  <a:pt x="43267" y="36"/>
                </a:lnTo>
                <a:lnTo>
                  <a:pt x="50752" y="657"/>
                </a:lnTo>
                <a:lnTo>
                  <a:pt x="56284" y="0"/>
                </a:lnTo>
                <a:lnTo>
                  <a:pt x="57088" y="972"/>
                </a:lnTo>
                <a:lnTo>
                  <a:pt x="56459" y="4026"/>
                </a:lnTo>
                <a:lnTo>
                  <a:pt x="57687" y="4443"/>
                </a:lnTo>
                <a:lnTo>
                  <a:pt x="59383" y="4143"/>
                </a:lnTo>
                <a:lnTo>
                  <a:pt x="61320" y="4143"/>
                </a:lnTo>
                <a:lnTo>
                  <a:pt x="62869" y="3873"/>
                </a:lnTo>
                <a:lnTo>
                  <a:pt x="65011" y="4472"/>
                </a:lnTo>
                <a:lnTo>
                  <a:pt x="70141" y="3281"/>
                </a:lnTo>
                <a:lnTo>
                  <a:pt x="71121" y="4480"/>
                </a:lnTo>
                <a:lnTo>
                  <a:pt x="70492" y="7527"/>
                </a:lnTo>
                <a:lnTo>
                  <a:pt x="72707" y="8294"/>
                </a:lnTo>
                <a:lnTo>
                  <a:pt x="76200" y="6635"/>
                </a:lnTo>
                <a:lnTo>
                  <a:pt x="78400" y="7973"/>
                </a:lnTo>
                <a:lnTo>
                  <a:pt x="77399" y="10692"/>
                </a:lnTo>
                <a:lnTo>
                  <a:pt x="78444" y="11737"/>
                </a:lnTo>
                <a:lnTo>
                  <a:pt x="80782" y="10567"/>
                </a:lnTo>
                <a:lnTo>
                  <a:pt x="81952" y="11737"/>
                </a:lnTo>
                <a:lnTo>
                  <a:pt x="80783" y="14076"/>
                </a:lnTo>
                <a:lnTo>
                  <a:pt x="81952" y="15238"/>
                </a:lnTo>
                <a:lnTo>
                  <a:pt x="84291" y="14076"/>
                </a:lnTo>
                <a:lnTo>
                  <a:pt x="85460" y="15238"/>
                </a:lnTo>
                <a:lnTo>
                  <a:pt x="84291" y="17577"/>
                </a:lnTo>
                <a:lnTo>
                  <a:pt x="85460" y="18745"/>
                </a:lnTo>
                <a:lnTo>
                  <a:pt x="87799" y="17576"/>
                </a:lnTo>
                <a:lnTo>
                  <a:pt x="88969" y="18746"/>
                </a:lnTo>
                <a:lnTo>
                  <a:pt x="87799" y="21077"/>
                </a:lnTo>
                <a:lnTo>
                  <a:pt x="88910" y="22188"/>
                </a:lnTo>
                <a:lnTo>
                  <a:pt x="91461" y="21085"/>
                </a:lnTo>
                <a:lnTo>
                  <a:pt x="92820" y="22912"/>
                </a:lnTo>
                <a:lnTo>
                  <a:pt x="90730" y="27728"/>
                </a:lnTo>
                <a:lnTo>
                  <a:pt x="92265" y="28985"/>
                </a:lnTo>
                <a:lnTo>
                  <a:pt x="95239" y="28283"/>
                </a:lnTo>
                <a:lnTo>
                  <a:pt x="96087" y="30337"/>
                </a:lnTo>
                <a:lnTo>
                  <a:pt x="95400" y="33882"/>
                </a:lnTo>
                <a:lnTo>
                  <a:pt x="95400" y="36761"/>
                </a:lnTo>
                <a:lnTo>
                  <a:pt x="95181" y="38172"/>
                </a:lnTo>
                <a:lnTo>
                  <a:pt x="95532" y="39809"/>
                </a:lnTo>
                <a:lnTo>
                  <a:pt x="94991" y="42301"/>
                </a:lnTo>
                <a:lnTo>
                  <a:pt x="95890" y="43192"/>
                </a:lnTo>
                <a:lnTo>
                  <a:pt x="98535" y="42147"/>
                </a:lnTo>
                <a:lnTo>
                  <a:pt x="99281" y="43266"/>
                </a:lnTo>
                <a:lnTo>
                  <a:pt x="98872" y="45524"/>
                </a:lnTo>
                <a:lnTo>
                  <a:pt x="99011" y="48228"/>
                </a:lnTo>
                <a:lnTo>
                  <a:pt x="99391" y="51276"/>
                </a:lnTo>
                <a:lnTo>
                  <a:pt x="98755" y="53849"/>
                </a:lnTo>
                <a:lnTo>
                  <a:pt x="99340" y="56312"/>
                </a:lnTo>
                <a:lnTo>
                  <a:pt x="98660" y="56977"/>
                </a:lnTo>
                <a:lnTo>
                  <a:pt x="95451" y="56458"/>
                </a:lnTo>
                <a:lnTo>
                  <a:pt x="94976" y="58862"/>
                </a:lnTo>
                <a:lnTo>
                  <a:pt x="95400" y="61567"/>
                </a:lnTo>
                <a:lnTo>
                  <a:pt x="95400" y="65557"/>
                </a:lnTo>
                <a:lnTo>
                  <a:pt x="96087" y="69109"/>
                </a:lnTo>
                <a:lnTo>
                  <a:pt x="95225" y="71200"/>
                </a:lnTo>
                <a:lnTo>
                  <a:pt x="92258" y="70403"/>
                </a:lnTo>
                <a:lnTo>
                  <a:pt x="91563" y="71097"/>
                </a:lnTo>
                <a:lnTo>
                  <a:pt x="91921" y="73758"/>
                </a:lnTo>
                <a:lnTo>
                  <a:pt x="91863" y="74912"/>
                </a:lnTo>
                <a:lnTo>
                  <a:pt x="92257" y="77288"/>
                </a:lnTo>
                <a:lnTo>
                  <a:pt x="91461" y="78354"/>
                </a:lnTo>
                <a:lnTo>
                  <a:pt x="88910" y="77258"/>
                </a:lnTo>
                <a:lnTo>
                  <a:pt x="87799" y="78354"/>
                </a:lnTo>
                <a:lnTo>
                  <a:pt x="88968" y="80693"/>
                </a:lnTo>
                <a:lnTo>
                  <a:pt x="87799" y="81863"/>
                </a:lnTo>
                <a:lnTo>
                  <a:pt x="85460" y="80693"/>
                </a:lnTo>
                <a:lnTo>
                  <a:pt x="84291" y="81863"/>
                </a:lnTo>
                <a:lnTo>
                  <a:pt x="85460" y="84202"/>
                </a:lnTo>
                <a:lnTo>
                  <a:pt x="84291" y="85370"/>
                </a:lnTo>
                <a:lnTo>
                  <a:pt x="81952" y="84201"/>
                </a:lnTo>
                <a:lnTo>
                  <a:pt x="80782" y="85371"/>
                </a:lnTo>
                <a:lnTo>
                  <a:pt x="81952" y="87702"/>
                </a:lnTo>
                <a:lnTo>
                  <a:pt x="80783" y="88872"/>
                </a:lnTo>
                <a:lnTo>
                  <a:pt x="78444" y="87702"/>
                </a:lnTo>
                <a:lnTo>
                  <a:pt x="77355" y="88791"/>
                </a:lnTo>
                <a:lnTo>
                  <a:pt x="78437" y="91393"/>
                </a:lnTo>
                <a:lnTo>
                  <a:pt x="76602" y="92687"/>
                </a:lnTo>
                <a:lnTo>
                  <a:pt x="71786" y="90648"/>
                </a:lnTo>
                <a:lnTo>
                  <a:pt x="70550" y="92153"/>
                </a:lnTo>
                <a:lnTo>
                  <a:pt x="71223" y="95157"/>
                </a:lnTo>
                <a:lnTo>
                  <a:pt x="69125" y="95961"/>
                </a:lnTo>
                <a:lnTo>
                  <a:pt x="65690" y="95296"/>
                </a:lnTo>
                <a:lnTo>
                  <a:pt x="62767" y="95296"/>
                </a:lnTo>
                <a:lnTo>
                  <a:pt x="61356" y="95076"/>
                </a:lnTo>
                <a:lnTo>
                  <a:pt x="59712" y="95435"/>
                </a:lnTo>
                <a:lnTo>
                  <a:pt x="57227" y="94879"/>
                </a:lnTo>
                <a:lnTo>
                  <a:pt x="56321" y="95786"/>
                </a:lnTo>
                <a:lnTo>
                  <a:pt x="57373" y="98438"/>
                </a:lnTo>
                <a:lnTo>
                  <a:pt x="56247" y="99169"/>
                </a:lnTo>
                <a:lnTo>
                  <a:pt x="53996" y="98767"/>
                </a:lnTo>
                <a:lnTo>
                  <a:pt x="50685" y="99067"/>
                </a:lnTo>
                <a:lnTo>
                  <a:pt x="47725" y="98182"/>
                </a:lnTo>
                <a:lnTo>
                  <a:pt x="44751" y="99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685068" y="2105613"/>
            <a:ext cx="99695" cy="99060"/>
          </a:xfrm>
          <a:custGeom>
            <a:avLst/>
            <a:gdLst/>
            <a:ahLst/>
            <a:cxnLst/>
            <a:rect l="l" t="t" r="r" b="b"/>
            <a:pathLst>
              <a:path w="99695" h="99060">
                <a:moveTo>
                  <a:pt x="59419" y="99038"/>
                </a:moveTo>
                <a:lnTo>
                  <a:pt x="57373" y="98439"/>
                </a:lnTo>
                <a:lnTo>
                  <a:pt x="54413" y="98994"/>
                </a:lnTo>
                <a:lnTo>
                  <a:pt x="51752" y="98592"/>
                </a:lnTo>
                <a:lnTo>
                  <a:pt x="41681" y="98592"/>
                </a:lnTo>
                <a:lnTo>
                  <a:pt x="39803" y="98921"/>
                </a:lnTo>
                <a:lnTo>
                  <a:pt x="38589" y="98402"/>
                </a:lnTo>
                <a:lnTo>
                  <a:pt x="39401" y="95450"/>
                </a:lnTo>
                <a:lnTo>
                  <a:pt x="38575" y="94631"/>
                </a:lnTo>
                <a:lnTo>
                  <a:pt x="36170" y="95282"/>
                </a:lnTo>
                <a:lnTo>
                  <a:pt x="34321" y="94711"/>
                </a:lnTo>
                <a:lnTo>
                  <a:pt x="29234" y="95976"/>
                </a:lnTo>
                <a:lnTo>
                  <a:pt x="28226" y="94748"/>
                </a:lnTo>
                <a:lnTo>
                  <a:pt x="28854" y="91700"/>
                </a:lnTo>
                <a:lnTo>
                  <a:pt x="26676" y="90948"/>
                </a:lnTo>
                <a:lnTo>
                  <a:pt x="23095" y="92607"/>
                </a:lnTo>
                <a:lnTo>
                  <a:pt x="20932" y="91233"/>
                </a:lnTo>
                <a:lnTo>
                  <a:pt x="21962" y="88551"/>
                </a:lnTo>
                <a:lnTo>
                  <a:pt x="20903" y="87491"/>
                </a:lnTo>
                <a:lnTo>
                  <a:pt x="18564" y="88660"/>
                </a:lnTo>
                <a:lnTo>
                  <a:pt x="17394" y="87491"/>
                </a:lnTo>
                <a:lnTo>
                  <a:pt x="18564" y="85159"/>
                </a:lnTo>
                <a:lnTo>
                  <a:pt x="17395" y="83990"/>
                </a:lnTo>
                <a:lnTo>
                  <a:pt x="15056" y="85159"/>
                </a:lnTo>
                <a:lnTo>
                  <a:pt x="13886" y="83990"/>
                </a:lnTo>
                <a:lnTo>
                  <a:pt x="15055" y="81651"/>
                </a:lnTo>
                <a:lnTo>
                  <a:pt x="13886" y="80482"/>
                </a:lnTo>
                <a:lnTo>
                  <a:pt x="11547" y="81651"/>
                </a:lnTo>
                <a:lnTo>
                  <a:pt x="10378" y="80482"/>
                </a:lnTo>
                <a:lnTo>
                  <a:pt x="11547" y="78143"/>
                </a:lnTo>
                <a:lnTo>
                  <a:pt x="10495" y="77098"/>
                </a:lnTo>
                <a:lnTo>
                  <a:pt x="7791" y="78106"/>
                </a:lnTo>
                <a:lnTo>
                  <a:pt x="6658" y="76279"/>
                </a:lnTo>
                <a:lnTo>
                  <a:pt x="8573" y="71463"/>
                </a:lnTo>
                <a:lnTo>
                  <a:pt x="7118" y="70271"/>
                </a:lnTo>
                <a:lnTo>
                  <a:pt x="4070" y="70900"/>
                </a:lnTo>
                <a:lnTo>
                  <a:pt x="3639" y="69672"/>
                </a:lnTo>
                <a:lnTo>
                  <a:pt x="3946" y="67969"/>
                </a:lnTo>
                <a:lnTo>
                  <a:pt x="3946" y="66069"/>
                </a:lnTo>
                <a:lnTo>
                  <a:pt x="4231" y="64454"/>
                </a:lnTo>
                <a:lnTo>
                  <a:pt x="3742" y="62883"/>
                </a:lnTo>
                <a:lnTo>
                  <a:pt x="4399" y="60485"/>
                </a:lnTo>
                <a:lnTo>
                  <a:pt x="3457" y="59543"/>
                </a:lnTo>
                <a:lnTo>
                  <a:pt x="811" y="60595"/>
                </a:lnTo>
                <a:lnTo>
                  <a:pt x="0" y="59375"/>
                </a:lnTo>
                <a:lnTo>
                  <a:pt x="584" y="57328"/>
                </a:lnTo>
                <a:lnTo>
                  <a:pt x="36" y="54368"/>
                </a:lnTo>
                <a:lnTo>
                  <a:pt x="438" y="51715"/>
                </a:lnTo>
                <a:lnTo>
                  <a:pt x="438" y="41483"/>
                </a:lnTo>
                <a:lnTo>
                  <a:pt x="175" y="39956"/>
                </a:lnTo>
                <a:lnTo>
                  <a:pt x="526" y="38662"/>
                </a:lnTo>
                <a:lnTo>
                  <a:pt x="3661" y="39276"/>
                </a:lnTo>
                <a:lnTo>
                  <a:pt x="4275" y="38655"/>
                </a:lnTo>
                <a:lnTo>
                  <a:pt x="3917" y="35995"/>
                </a:lnTo>
                <a:lnTo>
                  <a:pt x="3997" y="34526"/>
                </a:lnTo>
                <a:lnTo>
                  <a:pt x="3617" y="32881"/>
                </a:lnTo>
                <a:lnTo>
                  <a:pt x="4195" y="31302"/>
                </a:lnTo>
                <a:lnTo>
                  <a:pt x="3464" y="28964"/>
                </a:lnTo>
                <a:lnTo>
                  <a:pt x="4436" y="27992"/>
                </a:lnTo>
                <a:lnTo>
                  <a:pt x="7082" y="29037"/>
                </a:lnTo>
                <a:lnTo>
                  <a:pt x="7995" y="27663"/>
                </a:lnTo>
                <a:lnTo>
                  <a:pt x="6972" y="25836"/>
                </a:lnTo>
                <a:lnTo>
                  <a:pt x="7849" y="24257"/>
                </a:lnTo>
                <a:lnTo>
                  <a:pt x="6892" y="22028"/>
                </a:lnTo>
                <a:lnTo>
                  <a:pt x="7944" y="20983"/>
                </a:lnTo>
                <a:lnTo>
                  <a:pt x="10590" y="22028"/>
                </a:lnTo>
                <a:lnTo>
                  <a:pt x="11474" y="20698"/>
                </a:lnTo>
                <a:lnTo>
                  <a:pt x="10378" y="18673"/>
                </a:lnTo>
                <a:lnTo>
                  <a:pt x="11438" y="17373"/>
                </a:lnTo>
                <a:lnTo>
                  <a:pt x="13923" y="18505"/>
                </a:lnTo>
                <a:lnTo>
                  <a:pt x="14960" y="17475"/>
                </a:lnTo>
                <a:lnTo>
                  <a:pt x="13908" y="14829"/>
                </a:lnTo>
                <a:lnTo>
                  <a:pt x="15173" y="13996"/>
                </a:lnTo>
                <a:lnTo>
                  <a:pt x="17394" y="15041"/>
                </a:lnTo>
                <a:lnTo>
                  <a:pt x="18564" y="13872"/>
                </a:lnTo>
                <a:lnTo>
                  <a:pt x="17395" y="11541"/>
                </a:lnTo>
                <a:lnTo>
                  <a:pt x="18469" y="10466"/>
                </a:lnTo>
                <a:lnTo>
                  <a:pt x="21114" y="11511"/>
                </a:lnTo>
                <a:lnTo>
                  <a:pt x="21809" y="10466"/>
                </a:lnTo>
                <a:lnTo>
                  <a:pt x="21020" y="7725"/>
                </a:lnTo>
                <a:lnTo>
                  <a:pt x="22774" y="6688"/>
                </a:lnTo>
                <a:lnTo>
                  <a:pt x="27597" y="8551"/>
                </a:lnTo>
                <a:lnTo>
                  <a:pt x="28745" y="7148"/>
                </a:lnTo>
                <a:lnTo>
                  <a:pt x="28204" y="4020"/>
                </a:lnTo>
                <a:lnTo>
                  <a:pt x="31793" y="3070"/>
                </a:lnTo>
                <a:lnTo>
                  <a:pt x="35739" y="4678"/>
                </a:lnTo>
                <a:lnTo>
                  <a:pt x="39028" y="3931"/>
                </a:lnTo>
                <a:lnTo>
                  <a:pt x="39313" y="3866"/>
                </a:lnTo>
                <a:lnTo>
                  <a:pt x="38772" y="679"/>
                </a:lnTo>
                <a:lnTo>
                  <a:pt x="39364" y="95"/>
                </a:lnTo>
                <a:lnTo>
                  <a:pt x="42025" y="453"/>
                </a:lnTo>
                <a:lnTo>
                  <a:pt x="46022" y="248"/>
                </a:lnTo>
                <a:lnTo>
                  <a:pt x="49574" y="423"/>
                </a:lnTo>
                <a:lnTo>
                  <a:pt x="55239" y="423"/>
                </a:lnTo>
                <a:lnTo>
                  <a:pt x="57943" y="0"/>
                </a:lnTo>
                <a:lnTo>
                  <a:pt x="60355" y="482"/>
                </a:lnTo>
                <a:lnTo>
                  <a:pt x="59828" y="3683"/>
                </a:lnTo>
                <a:lnTo>
                  <a:pt x="60508" y="4363"/>
                </a:lnTo>
                <a:lnTo>
                  <a:pt x="62964" y="3778"/>
                </a:lnTo>
                <a:lnTo>
                  <a:pt x="65705" y="4458"/>
                </a:lnTo>
                <a:lnTo>
                  <a:pt x="68570" y="3164"/>
                </a:lnTo>
                <a:lnTo>
                  <a:pt x="71003" y="4085"/>
                </a:lnTo>
                <a:lnTo>
                  <a:pt x="70258" y="7096"/>
                </a:lnTo>
                <a:lnTo>
                  <a:pt x="70930" y="7768"/>
                </a:lnTo>
                <a:lnTo>
                  <a:pt x="73598" y="7403"/>
                </a:lnTo>
                <a:lnTo>
                  <a:pt x="74840" y="7476"/>
                </a:lnTo>
                <a:lnTo>
                  <a:pt x="77004" y="7059"/>
                </a:lnTo>
                <a:lnTo>
                  <a:pt x="78151" y="7776"/>
                </a:lnTo>
                <a:lnTo>
                  <a:pt x="77143" y="10473"/>
                </a:lnTo>
                <a:lnTo>
                  <a:pt x="78195" y="11525"/>
                </a:lnTo>
                <a:lnTo>
                  <a:pt x="80534" y="10355"/>
                </a:lnTo>
                <a:lnTo>
                  <a:pt x="81703" y="11525"/>
                </a:lnTo>
                <a:lnTo>
                  <a:pt x="80534" y="13864"/>
                </a:lnTo>
                <a:lnTo>
                  <a:pt x="81703" y="15026"/>
                </a:lnTo>
                <a:lnTo>
                  <a:pt x="84042" y="13856"/>
                </a:lnTo>
                <a:lnTo>
                  <a:pt x="85212" y="15026"/>
                </a:lnTo>
                <a:lnTo>
                  <a:pt x="84042" y="17365"/>
                </a:lnTo>
                <a:lnTo>
                  <a:pt x="85211" y="18533"/>
                </a:lnTo>
                <a:lnTo>
                  <a:pt x="87550" y="17364"/>
                </a:lnTo>
                <a:lnTo>
                  <a:pt x="88720" y="18534"/>
                </a:lnTo>
                <a:lnTo>
                  <a:pt x="87550" y="20865"/>
                </a:lnTo>
                <a:lnTo>
                  <a:pt x="88617" y="21932"/>
                </a:lnTo>
                <a:lnTo>
                  <a:pt x="91285" y="20902"/>
                </a:lnTo>
                <a:lnTo>
                  <a:pt x="92462" y="22736"/>
                </a:lnTo>
                <a:lnTo>
                  <a:pt x="90518" y="27545"/>
                </a:lnTo>
                <a:lnTo>
                  <a:pt x="91979" y="28744"/>
                </a:lnTo>
                <a:lnTo>
                  <a:pt x="95027" y="28115"/>
                </a:lnTo>
                <a:lnTo>
                  <a:pt x="95458" y="29343"/>
                </a:lnTo>
                <a:lnTo>
                  <a:pt x="95152" y="31046"/>
                </a:lnTo>
                <a:lnTo>
                  <a:pt x="95152" y="32903"/>
                </a:lnTo>
                <a:lnTo>
                  <a:pt x="94845" y="34598"/>
                </a:lnTo>
                <a:lnTo>
                  <a:pt x="95378" y="36147"/>
                </a:lnTo>
                <a:lnTo>
                  <a:pt x="94676" y="38516"/>
                </a:lnTo>
                <a:lnTo>
                  <a:pt x="95517" y="39356"/>
                </a:lnTo>
                <a:lnTo>
                  <a:pt x="98470" y="38538"/>
                </a:lnTo>
                <a:lnTo>
                  <a:pt x="99391" y="40686"/>
                </a:lnTo>
                <a:lnTo>
                  <a:pt x="98557" y="44121"/>
                </a:lnTo>
                <a:lnTo>
                  <a:pt x="98813" y="49033"/>
                </a:lnTo>
                <a:lnTo>
                  <a:pt x="99303" y="53557"/>
                </a:lnTo>
                <a:lnTo>
                  <a:pt x="98528" y="57123"/>
                </a:lnTo>
                <a:lnTo>
                  <a:pt x="99076" y="59615"/>
                </a:lnTo>
                <a:lnTo>
                  <a:pt x="98170" y="60515"/>
                </a:lnTo>
                <a:lnTo>
                  <a:pt x="95524" y="59462"/>
                </a:lnTo>
                <a:lnTo>
                  <a:pt x="94662" y="60763"/>
                </a:lnTo>
                <a:lnTo>
                  <a:pt x="95407" y="62671"/>
                </a:lnTo>
                <a:lnTo>
                  <a:pt x="94801" y="64724"/>
                </a:lnTo>
                <a:lnTo>
                  <a:pt x="96028" y="69826"/>
                </a:lnTo>
                <a:lnTo>
                  <a:pt x="94815" y="70820"/>
                </a:lnTo>
                <a:lnTo>
                  <a:pt x="91767" y="70191"/>
                </a:lnTo>
                <a:lnTo>
                  <a:pt x="91000" y="72398"/>
                </a:lnTo>
                <a:lnTo>
                  <a:pt x="92659" y="75921"/>
                </a:lnTo>
                <a:lnTo>
                  <a:pt x="91307" y="78106"/>
                </a:lnTo>
                <a:lnTo>
                  <a:pt x="88603" y="77098"/>
                </a:lnTo>
                <a:lnTo>
                  <a:pt x="87550" y="78143"/>
                </a:lnTo>
                <a:lnTo>
                  <a:pt x="88720" y="80482"/>
                </a:lnTo>
                <a:lnTo>
                  <a:pt x="87550" y="81651"/>
                </a:lnTo>
                <a:lnTo>
                  <a:pt x="85212" y="80482"/>
                </a:lnTo>
                <a:lnTo>
                  <a:pt x="84042" y="81651"/>
                </a:lnTo>
                <a:lnTo>
                  <a:pt x="85211" y="83990"/>
                </a:lnTo>
                <a:lnTo>
                  <a:pt x="84042" y="85159"/>
                </a:lnTo>
                <a:lnTo>
                  <a:pt x="81703" y="83990"/>
                </a:lnTo>
                <a:lnTo>
                  <a:pt x="80534" y="85159"/>
                </a:lnTo>
                <a:lnTo>
                  <a:pt x="81703" y="87491"/>
                </a:lnTo>
                <a:lnTo>
                  <a:pt x="80534" y="88660"/>
                </a:lnTo>
                <a:lnTo>
                  <a:pt x="78195" y="87491"/>
                </a:lnTo>
                <a:lnTo>
                  <a:pt x="77135" y="88551"/>
                </a:lnTo>
                <a:lnTo>
                  <a:pt x="78159" y="91240"/>
                </a:lnTo>
                <a:lnTo>
                  <a:pt x="76331" y="92395"/>
                </a:lnTo>
                <a:lnTo>
                  <a:pt x="71515" y="90465"/>
                </a:lnTo>
                <a:lnTo>
                  <a:pt x="70317" y="91920"/>
                </a:lnTo>
                <a:lnTo>
                  <a:pt x="70945" y="94967"/>
                </a:lnTo>
                <a:lnTo>
                  <a:pt x="69717" y="95391"/>
                </a:lnTo>
                <a:lnTo>
                  <a:pt x="68022" y="95084"/>
                </a:lnTo>
                <a:lnTo>
                  <a:pt x="66114" y="95084"/>
                </a:lnTo>
                <a:lnTo>
                  <a:pt x="64499" y="94799"/>
                </a:lnTo>
                <a:lnTo>
                  <a:pt x="62935" y="95282"/>
                </a:lnTo>
                <a:lnTo>
                  <a:pt x="60537" y="94631"/>
                </a:lnTo>
                <a:lnTo>
                  <a:pt x="59587" y="95574"/>
                </a:lnTo>
                <a:lnTo>
                  <a:pt x="60640" y="98227"/>
                </a:lnTo>
                <a:lnTo>
                  <a:pt x="59419" y="990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895380" y="2105218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4">
                <a:moveTo>
                  <a:pt x="48171" y="99462"/>
                </a:moveTo>
                <a:lnTo>
                  <a:pt x="45599" y="98826"/>
                </a:lnTo>
                <a:lnTo>
                  <a:pt x="43143" y="99411"/>
                </a:lnTo>
                <a:lnTo>
                  <a:pt x="42405" y="98680"/>
                </a:lnTo>
                <a:lnTo>
                  <a:pt x="43063" y="95574"/>
                </a:lnTo>
                <a:lnTo>
                  <a:pt x="40570" y="94821"/>
                </a:lnTo>
                <a:lnTo>
                  <a:pt x="37874" y="96020"/>
                </a:lnTo>
                <a:lnTo>
                  <a:pt x="35074" y="95318"/>
                </a:lnTo>
                <a:lnTo>
                  <a:pt x="32619" y="95903"/>
                </a:lnTo>
                <a:lnTo>
                  <a:pt x="31829" y="95106"/>
                </a:lnTo>
                <a:lnTo>
                  <a:pt x="32626" y="92146"/>
                </a:lnTo>
                <a:lnTo>
                  <a:pt x="30207" y="91137"/>
                </a:lnTo>
                <a:lnTo>
                  <a:pt x="27152" y="92819"/>
                </a:lnTo>
                <a:lnTo>
                  <a:pt x="24733" y="91781"/>
                </a:lnTo>
                <a:lnTo>
                  <a:pt x="25544" y="88828"/>
                </a:lnTo>
                <a:lnTo>
                  <a:pt x="24630" y="87922"/>
                </a:lnTo>
                <a:lnTo>
                  <a:pt x="22372" y="88828"/>
                </a:lnTo>
                <a:lnTo>
                  <a:pt x="20954" y="88097"/>
                </a:lnTo>
                <a:lnTo>
                  <a:pt x="18703" y="89011"/>
                </a:lnTo>
                <a:lnTo>
                  <a:pt x="17665" y="87973"/>
                </a:lnTo>
                <a:lnTo>
                  <a:pt x="18717" y="85327"/>
                </a:lnTo>
                <a:lnTo>
                  <a:pt x="17453" y="84494"/>
                </a:lnTo>
                <a:lnTo>
                  <a:pt x="15239" y="85547"/>
                </a:lnTo>
                <a:lnTo>
                  <a:pt x="14062" y="84377"/>
                </a:lnTo>
                <a:lnTo>
                  <a:pt x="15231" y="82038"/>
                </a:lnTo>
                <a:lnTo>
                  <a:pt x="14281" y="81081"/>
                </a:lnTo>
                <a:lnTo>
                  <a:pt x="11328" y="81899"/>
                </a:lnTo>
                <a:lnTo>
                  <a:pt x="10290" y="79480"/>
                </a:lnTo>
                <a:lnTo>
                  <a:pt x="11993" y="76411"/>
                </a:lnTo>
                <a:lnTo>
                  <a:pt x="10948" y="73992"/>
                </a:lnTo>
                <a:lnTo>
                  <a:pt x="8003" y="74817"/>
                </a:lnTo>
                <a:lnTo>
                  <a:pt x="7301" y="74101"/>
                </a:lnTo>
                <a:lnTo>
                  <a:pt x="7659" y="71448"/>
                </a:lnTo>
                <a:lnTo>
                  <a:pt x="7586" y="70030"/>
                </a:lnTo>
                <a:lnTo>
                  <a:pt x="7981" y="68247"/>
                </a:lnTo>
                <a:lnTo>
                  <a:pt x="7440" y="66983"/>
                </a:lnTo>
                <a:lnTo>
                  <a:pt x="4495" y="67801"/>
                </a:lnTo>
                <a:lnTo>
                  <a:pt x="3691" y="66997"/>
                </a:lnTo>
                <a:lnTo>
                  <a:pt x="4275" y="64541"/>
                </a:lnTo>
                <a:lnTo>
                  <a:pt x="3581" y="61764"/>
                </a:lnTo>
                <a:lnTo>
                  <a:pt x="4823" y="59009"/>
                </a:lnTo>
                <a:lnTo>
                  <a:pt x="3998" y="56531"/>
                </a:lnTo>
                <a:lnTo>
                  <a:pt x="928" y="57226"/>
                </a:lnTo>
                <a:lnTo>
                  <a:pt x="285" y="56575"/>
                </a:lnTo>
                <a:lnTo>
                  <a:pt x="643" y="53915"/>
                </a:lnTo>
                <a:lnTo>
                  <a:pt x="614" y="48967"/>
                </a:lnTo>
                <a:lnTo>
                  <a:pt x="0" y="43383"/>
                </a:lnTo>
                <a:lnTo>
                  <a:pt x="913" y="42645"/>
                </a:lnTo>
                <a:lnTo>
                  <a:pt x="4041" y="43186"/>
                </a:lnTo>
                <a:lnTo>
                  <a:pt x="4663" y="40906"/>
                </a:lnTo>
                <a:lnTo>
                  <a:pt x="4122" y="37931"/>
                </a:lnTo>
                <a:lnTo>
                  <a:pt x="4122" y="34979"/>
                </a:lnTo>
                <a:lnTo>
                  <a:pt x="3800" y="33181"/>
                </a:lnTo>
                <a:lnTo>
                  <a:pt x="4283" y="31945"/>
                </a:lnTo>
                <a:lnTo>
                  <a:pt x="7286" y="32713"/>
                </a:lnTo>
                <a:lnTo>
                  <a:pt x="7959" y="32026"/>
                </a:lnTo>
                <a:lnTo>
                  <a:pt x="7608" y="29366"/>
                </a:lnTo>
                <a:lnTo>
                  <a:pt x="7674" y="27999"/>
                </a:lnTo>
                <a:lnTo>
                  <a:pt x="7265" y="26113"/>
                </a:lnTo>
                <a:lnTo>
                  <a:pt x="7857" y="24885"/>
                </a:lnTo>
                <a:lnTo>
                  <a:pt x="10743" y="25748"/>
                </a:lnTo>
                <a:lnTo>
                  <a:pt x="11474" y="25017"/>
                </a:lnTo>
                <a:lnTo>
                  <a:pt x="11116" y="22357"/>
                </a:lnTo>
                <a:lnTo>
                  <a:pt x="11167" y="21246"/>
                </a:lnTo>
                <a:lnTo>
                  <a:pt x="10780" y="18776"/>
                </a:lnTo>
                <a:lnTo>
                  <a:pt x="11621" y="17752"/>
                </a:lnTo>
                <a:lnTo>
                  <a:pt x="14098" y="18892"/>
                </a:lnTo>
                <a:lnTo>
                  <a:pt x="15231" y="17759"/>
                </a:lnTo>
                <a:lnTo>
                  <a:pt x="14062" y="15421"/>
                </a:lnTo>
                <a:lnTo>
                  <a:pt x="15231" y="14259"/>
                </a:lnTo>
                <a:lnTo>
                  <a:pt x="17570" y="15421"/>
                </a:lnTo>
                <a:lnTo>
                  <a:pt x="18659" y="14339"/>
                </a:lnTo>
                <a:lnTo>
                  <a:pt x="17585" y="11730"/>
                </a:lnTo>
                <a:lnTo>
                  <a:pt x="19419" y="10451"/>
                </a:lnTo>
                <a:lnTo>
                  <a:pt x="24235" y="12476"/>
                </a:lnTo>
                <a:lnTo>
                  <a:pt x="25507" y="10919"/>
                </a:lnTo>
                <a:lnTo>
                  <a:pt x="24732" y="8039"/>
                </a:lnTo>
                <a:lnTo>
                  <a:pt x="26450" y="7221"/>
                </a:lnTo>
                <a:lnTo>
                  <a:pt x="31354" y="8858"/>
                </a:lnTo>
                <a:lnTo>
                  <a:pt x="32436" y="7528"/>
                </a:lnTo>
                <a:lnTo>
                  <a:pt x="31888" y="4400"/>
                </a:lnTo>
                <a:lnTo>
                  <a:pt x="35403" y="3449"/>
                </a:lnTo>
                <a:lnTo>
                  <a:pt x="39423" y="4838"/>
                </a:lnTo>
                <a:lnTo>
                  <a:pt x="42712" y="4326"/>
                </a:lnTo>
                <a:lnTo>
                  <a:pt x="42953" y="4282"/>
                </a:lnTo>
                <a:lnTo>
                  <a:pt x="42478" y="1052"/>
                </a:lnTo>
                <a:lnTo>
                  <a:pt x="43004" y="526"/>
                </a:lnTo>
                <a:lnTo>
                  <a:pt x="47309" y="869"/>
                </a:lnTo>
                <a:lnTo>
                  <a:pt x="48661" y="584"/>
                </a:lnTo>
                <a:lnTo>
                  <a:pt x="51782" y="1271"/>
                </a:lnTo>
                <a:lnTo>
                  <a:pt x="54822" y="0"/>
                </a:lnTo>
                <a:lnTo>
                  <a:pt x="57183" y="1008"/>
                </a:lnTo>
                <a:lnTo>
                  <a:pt x="56372" y="3961"/>
                </a:lnTo>
                <a:lnTo>
                  <a:pt x="57234" y="4816"/>
                </a:lnTo>
                <a:lnTo>
                  <a:pt x="59573" y="4070"/>
                </a:lnTo>
                <a:lnTo>
                  <a:pt x="61488" y="4786"/>
                </a:lnTo>
                <a:lnTo>
                  <a:pt x="66494" y="3376"/>
                </a:lnTo>
                <a:lnTo>
                  <a:pt x="67583" y="4706"/>
                </a:lnTo>
                <a:lnTo>
                  <a:pt x="66860" y="7659"/>
                </a:lnTo>
                <a:lnTo>
                  <a:pt x="69242" y="8675"/>
                </a:lnTo>
                <a:lnTo>
                  <a:pt x="72305" y="6986"/>
                </a:lnTo>
                <a:lnTo>
                  <a:pt x="74724" y="8017"/>
                </a:lnTo>
                <a:lnTo>
                  <a:pt x="73920" y="10970"/>
                </a:lnTo>
                <a:lnTo>
                  <a:pt x="74834" y="11876"/>
                </a:lnTo>
                <a:lnTo>
                  <a:pt x="77084" y="10970"/>
                </a:lnTo>
                <a:lnTo>
                  <a:pt x="78503" y="11700"/>
                </a:lnTo>
                <a:lnTo>
                  <a:pt x="80753" y="10794"/>
                </a:lnTo>
                <a:lnTo>
                  <a:pt x="81791" y="11817"/>
                </a:lnTo>
                <a:lnTo>
                  <a:pt x="80739" y="14470"/>
                </a:lnTo>
                <a:lnTo>
                  <a:pt x="82003" y="15304"/>
                </a:lnTo>
                <a:lnTo>
                  <a:pt x="84225" y="14259"/>
                </a:lnTo>
                <a:lnTo>
                  <a:pt x="85395" y="15421"/>
                </a:lnTo>
                <a:lnTo>
                  <a:pt x="84225" y="17759"/>
                </a:lnTo>
                <a:lnTo>
                  <a:pt x="85175" y="18709"/>
                </a:lnTo>
                <a:lnTo>
                  <a:pt x="88128" y="17898"/>
                </a:lnTo>
                <a:lnTo>
                  <a:pt x="89166" y="20317"/>
                </a:lnTo>
                <a:lnTo>
                  <a:pt x="87463" y="23387"/>
                </a:lnTo>
                <a:lnTo>
                  <a:pt x="88516" y="25806"/>
                </a:lnTo>
                <a:lnTo>
                  <a:pt x="91453" y="24987"/>
                </a:lnTo>
                <a:lnTo>
                  <a:pt x="92155" y="25689"/>
                </a:lnTo>
                <a:lnTo>
                  <a:pt x="91805" y="28357"/>
                </a:lnTo>
                <a:lnTo>
                  <a:pt x="91870" y="29752"/>
                </a:lnTo>
                <a:lnTo>
                  <a:pt x="91476" y="31565"/>
                </a:lnTo>
                <a:lnTo>
                  <a:pt x="92024" y="32822"/>
                </a:lnTo>
                <a:lnTo>
                  <a:pt x="94962" y="31989"/>
                </a:lnTo>
                <a:lnTo>
                  <a:pt x="95664" y="32705"/>
                </a:lnTo>
                <a:lnTo>
                  <a:pt x="95313" y="35365"/>
                </a:lnTo>
                <a:lnTo>
                  <a:pt x="95386" y="36805"/>
                </a:lnTo>
                <a:lnTo>
                  <a:pt x="94991" y="38523"/>
                </a:lnTo>
                <a:lnTo>
                  <a:pt x="95612" y="40065"/>
                </a:lnTo>
                <a:lnTo>
                  <a:pt x="94838" y="42389"/>
                </a:lnTo>
                <a:lnTo>
                  <a:pt x="95824" y="43368"/>
                </a:lnTo>
                <a:lnTo>
                  <a:pt x="98470" y="42323"/>
                </a:lnTo>
                <a:lnTo>
                  <a:pt x="99216" y="43441"/>
                </a:lnTo>
                <a:lnTo>
                  <a:pt x="98806" y="45700"/>
                </a:lnTo>
                <a:lnTo>
                  <a:pt x="98945" y="48404"/>
                </a:lnTo>
                <a:lnTo>
                  <a:pt x="99332" y="51452"/>
                </a:lnTo>
                <a:lnTo>
                  <a:pt x="98689" y="54025"/>
                </a:lnTo>
                <a:lnTo>
                  <a:pt x="99274" y="56487"/>
                </a:lnTo>
                <a:lnTo>
                  <a:pt x="98543" y="57211"/>
                </a:lnTo>
                <a:lnTo>
                  <a:pt x="95444" y="56553"/>
                </a:lnTo>
                <a:lnTo>
                  <a:pt x="94684" y="59053"/>
                </a:lnTo>
                <a:lnTo>
                  <a:pt x="95883" y="61742"/>
                </a:lnTo>
                <a:lnTo>
                  <a:pt x="95181" y="64549"/>
                </a:lnTo>
                <a:lnTo>
                  <a:pt x="95766" y="67005"/>
                </a:lnTo>
                <a:lnTo>
                  <a:pt x="94976" y="67794"/>
                </a:lnTo>
                <a:lnTo>
                  <a:pt x="92009" y="66990"/>
                </a:lnTo>
                <a:lnTo>
                  <a:pt x="90993" y="69409"/>
                </a:lnTo>
                <a:lnTo>
                  <a:pt x="92674" y="72464"/>
                </a:lnTo>
                <a:lnTo>
                  <a:pt x="91636" y="74891"/>
                </a:lnTo>
                <a:lnTo>
                  <a:pt x="88684" y="74080"/>
                </a:lnTo>
                <a:lnTo>
                  <a:pt x="87770" y="74993"/>
                </a:lnTo>
                <a:lnTo>
                  <a:pt x="88684" y="77251"/>
                </a:lnTo>
                <a:lnTo>
                  <a:pt x="87960" y="78662"/>
                </a:lnTo>
                <a:lnTo>
                  <a:pt x="88866" y="80913"/>
                </a:lnTo>
                <a:lnTo>
                  <a:pt x="87829" y="81944"/>
                </a:lnTo>
                <a:lnTo>
                  <a:pt x="85183" y="80898"/>
                </a:lnTo>
                <a:lnTo>
                  <a:pt x="84342" y="82155"/>
                </a:lnTo>
                <a:lnTo>
                  <a:pt x="85395" y="84377"/>
                </a:lnTo>
                <a:lnTo>
                  <a:pt x="84225" y="85546"/>
                </a:lnTo>
                <a:lnTo>
                  <a:pt x="81887" y="84377"/>
                </a:lnTo>
                <a:lnTo>
                  <a:pt x="80936" y="85327"/>
                </a:lnTo>
                <a:lnTo>
                  <a:pt x="81740" y="88280"/>
                </a:lnTo>
                <a:lnTo>
                  <a:pt x="79328" y="89311"/>
                </a:lnTo>
                <a:lnTo>
                  <a:pt x="76251" y="87608"/>
                </a:lnTo>
                <a:lnTo>
                  <a:pt x="73840" y="88653"/>
                </a:lnTo>
                <a:lnTo>
                  <a:pt x="74658" y="91598"/>
                </a:lnTo>
                <a:lnTo>
                  <a:pt x="73957" y="92307"/>
                </a:lnTo>
                <a:lnTo>
                  <a:pt x="71289" y="91941"/>
                </a:lnTo>
                <a:lnTo>
                  <a:pt x="69878" y="92014"/>
                </a:lnTo>
                <a:lnTo>
                  <a:pt x="68081" y="91612"/>
                </a:lnTo>
                <a:lnTo>
                  <a:pt x="66823" y="92161"/>
                </a:lnTo>
                <a:lnTo>
                  <a:pt x="67642" y="95106"/>
                </a:lnTo>
                <a:lnTo>
                  <a:pt x="66940" y="95808"/>
                </a:lnTo>
                <a:lnTo>
                  <a:pt x="64273" y="95442"/>
                </a:lnTo>
                <a:lnTo>
                  <a:pt x="62825" y="95523"/>
                </a:lnTo>
                <a:lnTo>
                  <a:pt x="61115" y="95128"/>
                </a:lnTo>
                <a:lnTo>
                  <a:pt x="59566" y="95749"/>
                </a:lnTo>
                <a:lnTo>
                  <a:pt x="57242" y="94975"/>
                </a:lnTo>
                <a:lnTo>
                  <a:pt x="56255" y="95961"/>
                </a:lnTo>
                <a:lnTo>
                  <a:pt x="57307" y="98614"/>
                </a:lnTo>
                <a:lnTo>
                  <a:pt x="56182" y="99345"/>
                </a:lnTo>
                <a:lnTo>
                  <a:pt x="53931" y="98943"/>
                </a:lnTo>
                <a:lnTo>
                  <a:pt x="51219" y="99082"/>
                </a:lnTo>
                <a:lnTo>
                  <a:pt x="48171" y="994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56936" y="2108880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10">
                <a:moveTo>
                  <a:pt x="44655" y="92299"/>
                </a:moveTo>
                <a:lnTo>
                  <a:pt x="42090" y="91664"/>
                </a:lnTo>
                <a:lnTo>
                  <a:pt x="39634" y="92249"/>
                </a:lnTo>
                <a:lnTo>
                  <a:pt x="38940" y="91554"/>
                </a:lnTo>
                <a:lnTo>
                  <a:pt x="39502" y="88382"/>
                </a:lnTo>
                <a:lnTo>
                  <a:pt x="37142" y="87834"/>
                </a:lnTo>
                <a:lnTo>
                  <a:pt x="34313" y="88316"/>
                </a:lnTo>
                <a:lnTo>
                  <a:pt x="31339" y="88316"/>
                </a:lnTo>
                <a:lnTo>
                  <a:pt x="29446" y="88653"/>
                </a:lnTo>
                <a:lnTo>
                  <a:pt x="28232" y="88126"/>
                </a:lnTo>
                <a:lnTo>
                  <a:pt x="29051" y="85174"/>
                </a:lnTo>
                <a:lnTo>
                  <a:pt x="28094" y="84224"/>
                </a:lnTo>
                <a:lnTo>
                  <a:pt x="25872" y="85276"/>
                </a:lnTo>
                <a:lnTo>
                  <a:pt x="24469" y="84348"/>
                </a:lnTo>
                <a:lnTo>
                  <a:pt x="22247" y="85393"/>
                </a:lnTo>
                <a:lnTo>
                  <a:pt x="21143" y="84297"/>
                </a:lnTo>
                <a:lnTo>
                  <a:pt x="22239" y="81724"/>
                </a:lnTo>
                <a:lnTo>
                  <a:pt x="20975" y="80803"/>
                </a:lnTo>
                <a:lnTo>
                  <a:pt x="18746" y="81900"/>
                </a:lnTo>
                <a:lnTo>
                  <a:pt x="17664" y="80818"/>
                </a:lnTo>
                <a:lnTo>
                  <a:pt x="18717" y="78172"/>
                </a:lnTo>
                <a:lnTo>
                  <a:pt x="17452" y="77332"/>
                </a:lnTo>
                <a:lnTo>
                  <a:pt x="15231" y="78384"/>
                </a:lnTo>
                <a:lnTo>
                  <a:pt x="14061" y="77215"/>
                </a:lnTo>
                <a:lnTo>
                  <a:pt x="15231" y="74876"/>
                </a:lnTo>
                <a:lnTo>
                  <a:pt x="14061" y="73714"/>
                </a:lnTo>
                <a:lnTo>
                  <a:pt x="11722" y="74884"/>
                </a:lnTo>
                <a:lnTo>
                  <a:pt x="10553" y="73714"/>
                </a:lnTo>
                <a:lnTo>
                  <a:pt x="11722" y="71375"/>
                </a:lnTo>
                <a:lnTo>
                  <a:pt x="10633" y="70287"/>
                </a:lnTo>
                <a:lnTo>
                  <a:pt x="8024" y="71361"/>
                </a:lnTo>
                <a:lnTo>
                  <a:pt x="6745" y="69526"/>
                </a:lnTo>
                <a:lnTo>
                  <a:pt x="8777" y="64717"/>
                </a:lnTo>
                <a:lnTo>
                  <a:pt x="7235" y="63453"/>
                </a:lnTo>
                <a:lnTo>
                  <a:pt x="4304" y="64198"/>
                </a:lnTo>
                <a:lnTo>
                  <a:pt x="3413" y="62196"/>
                </a:lnTo>
                <a:lnTo>
                  <a:pt x="4122" y="58512"/>
                </a:lnTo>
                <a:lnTo>
                  <a:pt x="4122" y="55749"/>
                </a:lnTo>
                <a:lnTo>
                  <a:pt x="4385" y="54214"/>
                </a:lnTo>
                <a:lnTo>
                  <a:pt x="4027" y="52928"/>
                </a:lnTo>
                <a:lnTo>
                  <a:pt x="898" y="53535"/>
                </a:lnTo>
                <a:lnTo>
                  <a:pt x="285" y="52921"/>
                </a:lnTo>
                <a:lnTo>
                  <a:pt x="643" y="50261"/>
                </a:lnTo>
                <a:lnTo>
                  <a:pt x="613" y="45313"/>
                </a:lnTo>
                <a:lnTo>
                  <a:pt x="0" y="39729"/>
                </a:lnTo>
                <a:lnTo>
                  <a:pt x="913" y="38991"/>
                </a:lnTo>
                <a:lnTo>
                  <a:pt x="4041" y="39532"/>
                </a:lnTo>
                <a:lnTo>
                  <a:pt x="4662" y="37251"/>
                </a:lnTo>
                <a:lnTo>
                  <a:pt x="4122" y="34277"/>
                </a:lnTo>
                <a:lnTo>
                  <a:pt x="4122" y="31383"/>
                </a:lnTo>
                <a:lnTo>
                  <a:pt x="3785" y="29446"/>
                </a:lnTo>
                <a:lnTo>
                  <a:pt x="4326" y="28254"/>
                </a:lnTo>
                <a:lnTo>
                  <a:pt x="7242" y="29095"/>
                </a:lnTo>
                <a:lnTo>
                  <a:pt x="7959" y="28371"/>
                </a:lnTo>
                <a:lnTo>
                  <a:pt x="7600" y="25711"/>
                </a:lnTo>
                <a:lnTo>
                  <a:pt x="7659" y="24564"/>
                </a:lnTo>
                <a:lnTo>
                  <a:pt x="7264" y="22181"/>
                </a:lnTo>
                <a:lnTo>
                  <a:pt x="8068" y="21114"/>
                </a:lnTo>
                <a:lnTo>
                  <a:pt x="10612" y="22218"/>
                </a:lnTo>
                <a:lnTo>
                  <a:pt x="11627" y="21209"/>
                </a:lnTo>
                <a:lnTo>
                  <a:pt x="10575" y="18563"/>
                </a:lnTo>
                <a:lnTo>
                  <a:pt x="11803" y="17745"/>
                </a:lnTo>
                <a:lnTo>
                  <a:pt x="14120" y="18768"/>
                </a:lnTo>
                <a:lnTo>
                  <a:pt x="15216" y="17569"/>
                </a:lnTo>
                <a:lnTo>
                  <a:pt x="14047" y="15282"/>
                </a:lnTo>
                <a:lnTo>
                  <a:pt x="15136" y="14200"/>
                </a:lnTo>
                <a:lnTo>
                  <a:pt x="17781" y="15253"/>
                </a:lnTo>
                <a:lnTo>
                  <a:pt x="18622" y="13981"/>
                </a:lnTo>
                <a:lnTo>
                  <a:pt x="17569" y="11766"/>
                </a:lnTo>
                <a:lnTo>
                  <a:pt x="18739" y="10605"/>
                </a:lnTo>
                <a:lnTo>
                  <a:pt x="21077" y="11767"/>
                </a:lnTo>
                <a:lnTo>
                  <a:pt x="22152" y="10692"/>
                </a:lnTo>
                <a:lnTo>
                  <a:pt x="21099" y="8046"/>
                </a:lnTo>
                <a:lnTo>
                  <a:pt x="22473" y="7140"/>
                </a:lnTo>
                <a:lnTo>
                  <a:pt x="24293" y="8134"/>
                </a:lnTo>
                <a:lnTo>
                  <a:pt x="25879" y="7316"/>
                </a:lnTo>
                <a:lnTo>
                  <a:pt x="28130" y="8222"/>
                </a:lnTo>
                <a:lnTo>
                  <a:pt x="29168" y="7191"/>
                </a:lnTo>
                <a:lnTo>
                  <a:pt x="28116" y="4546"/>
                </a:lnTo>
                <a:lnTo>
                  <a:pt x="29336" y="3735"/>
                </a:lnTo>
                <a:lnTo>
                  <a:pt x="31390" y="4326"/>
                </a:lnTo>
                <a:lnTo>
                  <a:pt x="34452" y="3735"/>
                </a:lnTo>
                <a:lnTo>
                  <a:pt x="36937" y="4612"/>
                </a:lnTo>
                <a:lnTo>
                  <a:pt x="39203" y="4173"/>
                </a:lnTo>
                <a:lnTo>
                  <a:pt x="39466" y="4129"/>
                </a:lnTo>
                <a:lnTo>
                  <a:pt x="38961" y="906"/>
                </a:lnTo>
                <a:lnTo>
                  <a:pt x="39531" y="335"/>
                </a:lnTo>
                <a:lnTo>
                  <a:pt x="42199" y="694"/>
                </a:lnTo>
                <a:lnTo>
                  <a:pt x="45086" y="599"/>
                </a:lnTo>
                <a:lnTo>
                  <a:pt x="47213" y="737"/>
                </a:lnTo>
                <a:lnTo>
                  <a:pt x="52687" y="0"/>
                </a:lnTo>
                <a:lnTo>
                  <a:pt x="53476" y="964"/>
                </a:lnTo>
                <a:lnTo>
                  <a:pt x="52936" y="4099"/>
                </a:lnTo>
                <a:lnTo>
                  <a:pt x="56444" y="5050"/>
                </a:lnTo>
                <a:lnTo>
                  <a:pt x="60617" y="3106"/>
                </a:lnTo>
                <a:lnTo>
                  <a:pt x="64140" y="4304"/>
                </a:lnTo>
                <a:lnTo>
                  <a:pt x="63445" y="7367"/>
                </a:lnTo>
                <a:lnTo>
                  <a:pt x="64088" y="8009"/>
                </a:lnTo>
                <a:lnTo>
                  <a:pt x="66756" y="7651"/>
                </a:lnTo>
                <a:lnTo>
                  <a:pt x="67984" y="7717"/>
                </a:lnTo>
                <a:lnTo>
                  <a:pt x="70191" y="7301"/>
                </a:lnTo>
                <a:lnTo>
                  <a:pt x="71331" y="8039"/>
                </a:lnTo>
                <a:lnTo>
                  <a:pt x="70301" y="10706"/>
                </a:lnTo>
                <a:lnTo>
                  <a:pt x="71361" y="11766"/>
                </a:lnTo>
                <a:lnTo>
                  <a:pt x="73699" y="10604"/>
                </a:lnTo>
                <a:lnTo>
                  <a:pt x="74869" y="11766"/>
                </a:lnTo>
                <a:lnTo>
                  <a:pt x="73699" y="14105"/>
                </a:lnTo>
                <a:lnTo>
                  <a:pt x="74869" y="15274"/>
                </a:lnTo>
                <a:lnTo>
                  <a:pt x="77207" y="14105"/>
                </a:lnTo>
                <a:lnTo>
                  <a:pt x="78377" y="15274"/>
                </a:lnTo>
                <a:lnTo>
                  <a:pt x="77207" y="17606"/>
                </a:lnTo>
                <a:lnTo>
                  <a:pt x="78377" y="18775"/>
                </a:lnTo>
                <a:lnTo>
                  <a:pt x="80715" y="17606"/>
                </a:lnTo>
                <a:lnTo>
                  <a:pt x="81878" y="18775"/>
                </a:lnTo>
                <a:lnTo>
                  <a:pt x="80708" y="21114"/>
                </a:lnTo>
                <a:lnTo>
                  <a:pt x="81768" y="22166"/>
                </a:lnTo>
                <a:lnTo>
                  <a:pt x="84458" y="21150"/>
                </a:lnTo>
                <a:lnTo>
                  <a:pt x="85853" y="23365"/>
                </a:lnTo>
                <a:lnTo>
                  <a:pt x="84019" y="26880"/>
                </a:lnTo>
                <a:lnTo>
                  <a:pt x="84984" y="29160"/>
                </a:lnTo>
                <a:lnTo>
                  <a:pt x="87936" y="28342"/>
                </a:lnTo>
                <a:lnTo>
                  <a:pt x="88784" y="29197"/>
                </a:lnTo>
                <a:lnTo>
                  <a:pt x="88061" y="31551"/>
                </a:lnTo>
                <a:lnTo>
                  <a:pt x="89047" y="34255"/>
                </a:lnTo>
                <a:lnTo>
                  <a:pt x="87454" y="37244"/>
                </a:lnTo>
                <a:lnTo>
                  <a:pt x="88492" y="39678"/>
                </a:lnTo>
                <a:lnTo>
                  <a:pt x="91445" y="38866"/>
                </a:lnTo>
                <a:lnTo>
                  <a:pt x="92139" y="39568"/>
                </a:lnTo>
                <a:lnTo>
                  <a:pt x="91781" y="42228"/>
                </a:lnTo>
                <a:lnTo>
                  <a:pt x="91927" y="44743"/>
                </a:lnTo>
                <a:lnTo>
                  <a:pt x="92292" y="47812"/>
                </a:lnTo>
                <a:lnTo>
                  <a:pt x="91657" y="50378"/>
                </a:lnTo>
                <a:lnTo>
                  <a:pt x="92241" y="52841"/>
                </a:lnTo>
                <a:lnTo>
                  <a:pt x="91540" y="53528"/>
                </a:lnTo>
                <a:lnTo>
                  <a:pt x="88368" y="52958"/>
                </a:lnTo>
                <a:lnTo>
                  <a:pt x="87820" y="55318"/>
                </a:lnTo>
                <a:lnTo>
                  <a:pt x="88302" y="58147"/>
                </a:lnTo>
                <a:lnTo>
                  <a:pt x="88302" y="61107"/>
                </a:lnTo>
                <a:lnTo>
                  <a:pt x="88638" y="63036"/>
                </a:lnTo>
                <a:lnTo>
                  <a:pt x="88097" y="64235"/>
                </a:lnTo>
                <a:lnTo>
                  <a:pt x="85174" y="63402"/>
                </a:lnTo>
                <a:lnTo>
                  <a:pt x="84465" y="64118"/>
                </a:lnTo>
                <a:lnTo>
                  <a:pt x="84823" y="66778"/>
                </a:lnTo>
                <a:lnTo>
                  <a:pt x="84764" y="67926"/>
                </a:lnTo>
                <a:lnTo>
                  <a:pt x="85166" y="70301"/>
                </a:lnTo>
                <a:lnTo>
                  <a:pt x="84363" y="71376"/>
                </a:lnTo>
                <a:lnTo>
                  <a:pt x="81819" y="70272"/>
                </a:lnTo>
                <a:lnTo>
                  <a:pt x="80803" y="71280"/>
                </a:lnTo>
                <a:lnTo>
                  <a:pt x="81856" y="73926"/>
                </a:lnTo>
                <a:lnTo>
                  <a:pt x="80642" y="74737"/>
                </a:lnTo>
                <a:lnTo>
                  <a:pt x="78296" y="73729"/>
                </a:lnTo>
                <a:lnTo>
                  <a:pt x="77229" y="74927"/>
                </a:lnTo>
                <a:lnTo>
                  <a:pt x="78384" y="77208"/>
                </a:lnTo>
                <a:lnTo>
                  <a:pt x="77207" y="78384"/>
                </a:lnTo>
                <a:lnTo>
                  <a:pt x="74869" y="77215"/>
                </a:lnTo>
                <a:lnTo>
                  <a:pt x="73699" y="78384"/>
                </a:lnTo>
                <a:lnTo>
                  <a:pt x="74869" y="80723"/>
                </a:lnTo>
                <a:lnTo>
                  <a:pt x="73699" y="81892"/>
                </a:lnTo>
                <a:lnTo>
                  <a:pt x="71477" y="80840"/>
                </a:lnTo>
                <a:lnTo>
                  <a:pt x="70213" y="81680"/>
                </a:lnTo>
                <a:lnTo>
                  <a:pt x="71266" y="84326"/>
                </a:lnTo>
                <a:lnTo>
                  <a:pt x="70447" y="85145"/>
                </a:lnTo>
                <a:lnTo>
                  <a:pt x="67779" y="84787"/>
                </a:lnTo>
                <a:lnTo>
                  <a:pt x="66457" y="84852"/>
                </a:lnTo>
                <a:lnTo>
                  <a:pt x="64469" y="84435"/>
                </a:lnTo>
                <a:lnTo>
                  <a:pt x="63263" y="85072"/>
                </a:lnTo>
                <a:lnTo>
                  <a:pt x="64184" y="87900"/>
                </a:lnTo>
                <a:lnTo>
                  <a:pt x="63431" y="88645"/>
                </a:lnTo>
                <a:lnTo>
                  <a:pt x="60763" y="88287"/>
                </a:lnTo>
                <a:lnTo>
                  <a:pt x="59323" y="88368"/>
                </a:lnTo>
                <a:lnTo>
                  <a:pt x="57606" y="87973"/>
                </a:lnTo>
                <a:lnTo>
                  <a:pt x="56056" y="88587"/>
                </a:lnTo>
                <a:lnTo>
                  <a:pt x="53732" y="87819"/>
                </a:lnTo>
                <a:lnTo>
                  <a:pt x="52746" y="88806"/>
                </a:lnTo>
                <a:lnTo>
                  <a:pt x="53798" y="91452"/>
                </a:lnTo>
                <a:lnTo>
                  <a:pt x="52673" y="92197"/>
                </a:lnTo>
                <a:lnTo>
                  <a:pt x="50429" y="91781"/>
                </a:lnTo>
                <a:lnTo>
                  <a:pt x="47725" y="91934"/>
                </a:lnTo>
                <a:lnTo>
                  <a:pt x="44655" y="92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267462" y="2109456"/>
            <a:ext cx="92710" cy="91440"/>
          </a:xfrm>
          <a:custGeom>
            <a:avLst/>
            <a:gdLst/>
            <a:ahLst/>
            <a:cxnLst/>
            <a:rect l="l" t="t" r="r" b="b"/>
            <a:pathLst>
              <a:path w="92710" h="91439">
                <a:moveTo>
                  <a:pt x="92354" y="29210"/>
                </a:moveTo>
                <a:lnTo>
                  <a:pt x="91922" y="29210"/>
                </a:lnTo>
                <a:lnTo>
                  <a:pt x="91922" y="27940"/>
                </a:lnTo>
                <a:lnTo>
                  <a:pt x="87807" y="27940"/>
                </a:lnTo>
                <a:lnTo>
                  <a:pt x="87807" y="26670"/>
                </a:lnTo>
                <a:lnTo>
                  <a:pt x="88417" y="26670"/>
                </a:lnTo>
                <a:lnTo>
                  <a:pt x="88417" y="25400"/>
                </a:lnTo>
                <a:lnTo>
                  <a:pt x="88353" y="24130"/>
                </a:lnTo>
                <a:lnTo>
                  <a:pt x="88023" y="24130"/>
                </a:lnTo>
                <a:lnTo>
                  <a:pt x="88023" y="22860"/>
                </a:lnTo>
                <a:lnTo>
                  <a:pt x="88620" y="22860"/>
                </a:lnTo>
                <a:lnTo>
                  <a:pt x="88620" y="21590"/>
                </a:lnTo>
                <a:lnTo>
                  <a:pt x="88087" y="21590"/>
                </a:lnTo>
                <a:lnTo>
                  <a:pt x="88087" y="20320"/>
                </a:lnTo>
                <a:lnTo>
                  <a:pt x="86931" y="20320"/>
                </a:lnTo>
                <a:lnTo>
                  <a:pt x="86931" y="21590"/>
                </a:lnTo>
                <a:lnTo>
                  <a:pt x="84607" y="21590"/>
                </a:lnTo>
                <a:lnTo>
                  <a:pt x="84607" y="20320"/>
                </a:lnTo>
                <a:lnTo>
                  <a:pt x="84950" y="20320"/>
                </a:lnTo>
                <a:lnTo>
                  <a:pt x="84950" y="17780"/>
                </a:lnTo>
                <a:lnTo>
                  <a:pt x="84277" y="17780"/>
                </a:lnTo>
                <a:lnTo>
                  <a:pt x="84277" y="16510"/>
                </a:lnTo>
                <a:lnTo>
                  <a:pt x="83985" y="16510"/>
                </a:lnTo>
                <a:lnTo>
                  <a:pt x="83985" y="17780"/>
                </a:lnTo>
                <a:lnTo>
                  <a:pt x="80772" y="17780"/>
                </a:lnTo>
                <a:lnTo>
                  <a:pt x="80772" y="16510"/>
                </a:lnTo>
                <a:lnTo>
                  <a:pt x="81267" y="16510"/>
                </a:lnTo>
                <a:lnTo>
                  <a:pt x="81267" y="15240"/>
                </a:lnTo>
                <a:lnTo>
                  <a:pt x="81737" y="15240"/>
                </a:lnTo>
                <a:lnTo>
                  <a:pt x="81737" y="13970"/>
                </a:lnTo>
                <a:lnTo>
                  <a:pt x="78549" y="13970"/>
                </a:lnTo>
                <a:lnTo>
                  <a:pt x="78549" y="15240"/>
                </a:lnTo>
                <a:lnTo>
                  <a:pt x="78219" y="15240"/>
                </a:lnTo>
                <a:lnTo>
                  <a:pt x="78219" y="13970"/>
                </a:lnTo>
                <a:lnTo>
                  <a:pt x="77584" y="13970"/>
                </a:lnTo>
                <a:lnTo>
                  <a:pt x="77584" y="11430"/>
                </a:lnTo>
                <a:lnTo>
                  <a:pt x="77914" y="11430"/>
                </a:lnTo>
                <a:lnTo>
                  <a:pt x="77914" y="10160"/>
                </a:lnTo>
                <a:lnTo>
                  <a:pt x="75653" y="10160"/>
                </a:lnTo>
                <a:lnTo>
                  <a:pt x="75653" y="11430"/>
                </a:lnTo>
                <a:lnTo>
                  <a:pt x="74409" y="11430"/>
                </a:lnTo>
                <a:lnTo>
                  <a:pt x="74409" y="10160"/>
                </a:lnTo>
                <a:lnTo>
                  <a:pt x="74231" y="10160"/>
                </a:lnTo>
                <a:lnTo>
                  <a:pt x="74231" y="7620"/>
                </a:lnTo>
                <a:lnTo>
                  <a:pt x="74104" y="7620"/>
                </a:lnTo>
                <a:lnTo>
                  <a:pt x="74104" y="6350"/>
                </a:lnTo>
                <a:lnTo>
                  <a:pt x="72732" y="6350"/>
                </a:lnTo>
                <a:lnTo>
                  <a:pt x="72732" y="7620"/>
                </a:lnTo>
                <a:lnTo>
                  <a:pt x="70561" y="7620"/>
                </a:lnTo>
                <a:lnTo>
                  <a:pt x="70561" y="6350"/>
                </a:lnTo>
                <a:lnTo>
                  <a:pt x="70853" y="6350"/>
                </a:lnTo>
                <a:lnTo>
                  <a:pt x="70853" y="3810"/>
                </a:lnTo>
                <a:lnTo>
                  <a:pt x="70294" y="3810"/>
                </a:lnTo>
                <a:lnTo>
                  <a:pt x="70294" y="2540"/>
                </a:lnTo>
                <a:lnTo>
                  <a:pt x="69837" y="2540"/>
                </a:lnTo>
                <a:lnTo>
                  <a:pt x="69837" y="3810"/>
                </a:lnTo>
                <a:lnTo>
                  <a:pt x="66560" y="3810"/>
                </a:lnTo>
                <a:lnTo>
                  <a:pt x="66560" y="2540"/>
                </a:lnTo>
                <a:lnTo>
                  <a:pt x="66484" y="3810"/>
                </a:lnTo>
                <a:lnTo>
                  <a:pt x="63449" y="3810"/>
                </a:lnTo>
                <a:lnTo>
                  <a:pt x="63449" y="2540"/>
                </a:lnTo>
                <a:lnTo>
                  <a:pt x="63830" y="2540"/>
                </a:lnTo>
                <a:lnTo>
                  <a:pt x="63830" y="0"/>
                </a:lnTo>
                <a:lnTo>
                  <a:pt x="28422" y="0"/>
                </a:lnTo>
                <a:lnTo>
                  <a:pt x="28422" y="2540"/>
                </a:lnTo>
                <a:lnTo>
                  <a:pt x="29070" y="2540"/>
                </a:lnTo>
                <a:lnTo>
                  <a:pt x="29070" y="3810"/>
                </a:lnTo>
                <a:lnTo>
                  <a:pt x="25869" y="3810"/>
                </a:lnTo>
                <a:lnTo>
                  <a:pt x="25869" y="2540"/>
                </a:lnTo>
                <a:lnTo>
                  <a:pt x="25793" y="3810"/>
                </a:lnTo>
                <a:lnTo>
                  <a:pt x="22504" y="3810"/>
                </a:lnTo>
                <a:lnTo>
                  <a:pt x="22504" y="2540"/>
                </a:lnTo>
                <a:lnTo>
                  <a:pt x="22059" y="2540"/>
                </a:lnTo>
                <a:lnTo>
                  <a:pt x="22059" y="3810"/>
                </a:lnTo>
                <a:lnTo>
                  <a:pt x="21501" y="3810"/>
                </a:lnTo>
                <a:lnTo>
                  <a:pt x="21501" y="6350"/>
                </a:lnTo>
                <a:lnTo>
                  <a:pt x="21793" y="6350"/>
                </a:lnTo>
                <a:lnTo>
                  <a:pt x="21793" y="7620"/>
                </a:lnTo>
                <a:lnTo>
                  <a:pt x="19634" y="7620"/>
                </a:lnTo>
                <a:lnTo>
                  <a:pt x="19634" y="6350"/>
                </a:lnTo>
                <a:lnTo>
                  <a:pt x="18249" y="6350"/>
                </a:lnTo>
                <a:lnTo>
                  <a:pt x="18249" y="7620"/>
                </a:lnTo>
                <a:lnTo>
                  <a:pt x="18122" y="7620"/>
                </a:lnTo>
                <a:lnTo>
                  <a:pt x="18122" y="10160"/>
                </a:lnTo>
                <a:lnTo>
                  <a:pt x="17907" y="10160"/>
                </a:lnTo>
                <a:lnTo>
                  <a:pt x="17907" y="11430"/>
                </a:lnTo>
                <a:lnTo>
                  <a:pt x="16637" y="11430"/>
                </a:lnTo>
                <a:lnTo>
                  <a:pt x="16637" y="10160"/>
                </a:lnTo>
                <a:lnTo>
                  <a:pt x="14338" y="10160"/>
                </a:lnTo>
                <a:lnTo>
                  <a:pt x="14338" y="11430"/>
                </a:lnTo>
                <a:lnTo>
                  <a:pt x="14719" y="11430"/>
                </a:lnTo>
                <a:lnTo>
                  <a:pt x="14719" y="13970"/>
                </a:lnTo>
                <a:lnTo>
                  <a:pt x="14122" y="13970"/>
                </a:lnTo>
                <a:lnTo>
                  <a:pt x="14122" y="15240"/>
                </a:lnTo>
                <a:lnTo>
                  <a:pt x="13843" y="15240"/>
                </a:lnTo>
                <a:lnTo>
                  <a:pt x="13843" y="13970"/>
                </a:lnTo>
                <a:lnTo>
                  <a:pt x="10668" y="13970"/>
                </a:lnTo>
                <a:lnTo>
                  <a:pt x="10668" y="15240"/>
                </a:lnTo>
                <a:lnTo>
                  <a:pt x="11099" y="15240"/>
                </a:lnTo>
                <a:lnTo>
                  <a:pt x="11099" y="16510"/>
                </a:lnTo>
                <a:lnTo>
                  <a:pt x="11582" y="16510"/>
                </a:lnTo>
                <a:lnTo>
                  <a:pt x="11582" y="17780"/>
                </a:lnTo>
                <a:lnTo>
                  <a:pt x="8369" y="17780"/>
                </a:lnTo>
                <a:lnTo>
                  <a:pt x="8369" y="16510"/>
                </a:lnTo>
                <a:lnTo>
                  <a:pt x="8077" y="16510"/>
                </a:lnTo>
                <a:lnTo>
                  <a:pt x="8077" y="17780"/>
                </a:lnTo>
                <a:lnTo>
                  <a:pt x="7416" y="17780"/>
                </a:lnTo>
                <a:lnTo>
                  <a:pt x="7416" y="20320"/>
                </a:lnTo>
                <a:lnTo>
                  <a:pt x="7772" y="20320"/>
                </a:lnTo>
                <a:lnTo>
                  <a:pt x="7772" y="21590"/>
                </a:lnTo>
                <a:lnTo>
                  <a:pt x="5384" y="21590"/>
                </a:lnTo>
                <a:lnTo>
                  <a:pt x="5384" y="20320"/>
                </a:lnTo>
                <a:lnTo>
                  <a:pt x="4191" y="20320"/>
                </a:lnTo>
                <a:lnTo>
                  <a:pt x="4191" y="21590"/>
                </a:lnTo>
                <a:lnTo>
                  <a:pt x="3390" y="21590"/>
                </a:lnTo>
                <a:lnTo>
                  <a:pt x="3390" y="22860"/>
                </a:lnTo>
                <a:lnTo>
                  <a:pt x="3403" y="24130"/>
                </a:lnTo>
                <a:lnTo>
                  <a:pt x="3987" y="24130"/>
                </a:lnTo>
                <a:lnTo>
                  <a:pt x="3987" y="25400"/>
                </a:lnTo>
                <a:lnTo>
                  <a:pt x="4584" y="25400"/>
                </a:lnTo>
                <a:lnTo>
                  <a:pt x="4584" y="26670"/>
                </a:lnTo>
                <a:lnTo>
                  <a:pt x="4368" y="26670"/>
                </a:lnTo>
                <a:lnTo>
                  <a:pt x="4368" y="27940"/>
                </a:lnTo>
                <a:lnTo>
                  <a:pt x="50" y="27940"/>
                </a:lnTo>
                <a:lnTo>
                  <a:pt x="50" y="29210"/>
                </a:lnTo>
                <a:lnTo>
                  <a:pt x="0" y="30480"/>
                </a:lnTo>
                <a:lnTo>
                  <a:pt x="330" y="30480"/>
                </a:lnTo>
                <a:lnTo>
                  <a:pt x="330" y="33020"/>
                </a:lnTo>
                <a:lnTo>
                  <a:pt x="673" y="33020"/>
                </a:lnTo>
                <a:lnTo>
                  <a:pt x="673" y="34290"/>
                </a:lnTo>
                <a:lnTo>
                  <a:pt x="304" y="34290"/>
                </a:lnTo>
                <a:lnTo>
                  <a:pt x="304" y="39370"/>
                </a:lnTo>
                <a:lnTo>
                  <a:pt x="177" y="39370"/>
                </a:lnTo>
                <a:lnTo>
                  <a:pt x="177" y="44450"/>
                </a:lnTo>
                <a:lnTo>
                  <a:pt x="571" y="44450"/>
                </a:lnTo>
                <a:lnTo>
                  <a:pt x="571" y="45720"/>
                </a:lnTo>
                <a:lnTo>
                  <a:pt x="571" y="58420"/>
                </a:lnTo>
                <a:lnTo>
                  <a:pt x="304" y="58420"/>
                </a:lnTo>
                <a:lnTo>
                  <a:pt x="304" y="60960"/>
                </a:lnTo>
                <a:lnTo>
                  <a:pt x="279" y="63500"/>
                </a:lnTo>
                <a:lnTo>
                  <a:pt x="4216" y="63500"/>
                </a:lnTo>
                <a:lnTo>
                  <a:pt x="4216" y="66040"/>
                </a:lnTo>
                <a:lnTo>
                  <a:pt x="4038" y="66040"/>
                </a:lnTo>
                <a:lnTo>
                  <a:pt x="4038" y="67310"/>
                </a:lnTo>
                <a:lnTo>
                  <a:pt x="4000" y="69850"/>
                </a:lnTo>
                <a:lnTo>
                  <a:pt x="4318" y="69850"/>
                </a:lnTo>
                <a:lnTo>
                  <a:pt x="4318" y="71120"/>
                </a:lnTo>
                <a:lnTo>
                  <a:pt x="5295" y="71120"/>
                </a:lnTo>
                <a:lnTo>
                  <a:pt x="5295" y="69850"/>
                </a:lnTo>
                <a:lnTo>
                  <a:pt x="7785" y="69850"/>
                </a:lnTo>
                <a:lnTo>
                  <a:pt x="7785" y="71120"/>
                </a:lnTo>
                <a:lnTo>
                  <a:pt x="7378" y="71120"/>
                </a:lnTo>
                <a:lnTo>
                  <a:pt x="7378" y="73660"/>
                </a:lnTo>
                <a:lnTo>
                  <a:pt x="8128" y="73660"/>
                </a:lnTo>
                <a:lnTo>
                  <a:pt x="8128" y="74930"/>
                </a:lnTo>
                <a:lnTo>
                  <a:pt x="8242" y="73660"/>
                </a:lnTo>
                <a:lnTo>
                  <a:pt x="11645" y="73660"/>
                </a:lnTo>
                <a:lnTo>
                  <a:pt x="11645" y="74930"/>
                </a:lnTo>
                <a:lnTo>
                  <a:pt x="11061" y="74930"/>
                </a:lnTo>
                <a:lnTo>
                  <a:pt x="11061" y="76200"/>
                </a:lnTo>
                <a:lnTo>
                  <a:pt x="10668" y="76200"/>
                </a:lnTo>
                <a:lnTo>
                  <a:pt x="10668" y="77470"/>
                </a:lnTo>
                <a:lnTo>
                  <a:pt x="13690" y="77470"/>
                </a:lnTo>
                <a:lnTo>
                  <a:pt x="13690" y="76200"/>
                </a:lnTo>
                <a:lnTo>
                  <a:pt x="14185" y="76200"/>
                </a:lnTo>
                <a:lnTo>
                  <a:pt x="14185" y="77470"/>
                </a:lnTo>
                <a:lnTo>
                  <a:pt x="14732" y="77470"/>
                </a:lnTo>
                <a:lnTo>
                  <a:pt x="14732" y="80010"/>
                </a:lnTo>
                <a:lnTo>
                  <a:pt x="14478" y="80010"/>
                </a:lnTo>
                <a:lnTo>
                  <a:pt x="14478" y="81280"/>
                </a:lnTo>
                <a:lnTo>
                  <a:pt x="16598" y="81280"/>
                </a:lnTo>
                <a:lnTo>
                  <a:pt x="16598" y="80010"/>
                </a:lnTo>
                <a:lnTo>
                  <a:pt x="17995" y="80010"/>
                </a:lnTo>
                <a:lnTo>
                  <a:pt x="17995" y="81280"/>
                </a:lnTo>
                <a:lnTo>
                  <a:pt x="18097" y="83820"/>
                </a:lnTo>
                <a:lnTo>
                  <a:pt x="18300" y="83820"/>
                </a:lnTo>
                <a:lnTo>
                  <a:pt x="18300" y="85090"/>
                </a:lnTo>
                <a:lnTo>
                  <a:pt x="19519" y="85090"/>
                </a:lnTo>
                <a:lnTo>
                  <a:pt x="19519" y="83820"/>
                </a:lnTo>
                <a:lnTo>
                  <a:pt x="21856" y="83820"/>
                </a:lnTo>
                <a:lnTo>
                  <a:pt x="21856" y="85090"/>
                </a:lnTo>
                <a:lnTo>
                  <a:pt x="21463" y="85090"/>
                </a:lnTo>
                <a:lnTo>
                  <a:pt x="21463" y="87630"/>
                </a:lnTo>
                <a:lnTo>
                  <a:pt x="22110" y="87630"/>
                </a:lnTo>
                <a:lnTo>
                  <a:pt x="22110" y="88900"/>
                </a:lnTo>
                <a:lnTo>
                  <a:pt x="22402" y="88900"/>
                </a:lnTo>
                <a:lnTo>
                  <a:pt x="22402" y="87630"/>
                </a:lnTo>
                <a:lnTo>
                  <a:pt x="28917" y="87630"/>
                </a:lnTo>
                <a:lnTo>
                  <a:pt x="28917" y="88900"/>
                </a:lnTo>
                <a:lnTo>
                  <a:pt x="28473" y="88900"/>
                </a:lnTo>
                <a:lnTo>
                  <a:pt x="28473" y="91440"/>
                </a:lnTo>
                <a:lnTo>
                  <a:pt x="63868" y="91440"/>
                </a:lnTo>
                <a:lnTo>
                  <a:pt x="63868" y="88900"/>
                </a:lnTo>
                <a:lnTo>
                  <a:pt x="63436" y="88900"/>
                </a:lnTo>
                <a:lnTo>
                  <a:pt x="63436" y="87630"/>
                </a:lnTo>
                <a:lnTo>
                  <a:pt x="69951" y="87630"/>
                </a:lnTo>
                <a:lnTo>
                  <a:pt x="69951" y="88900"/>
                </a:lnTo>
                <a:lnTo>
                  <a:pt x="70243" y="88900"/>
                </a:lnTo>
                <a:lnTo>
                  <a:pt x="70243" y="87630"/>
                </a:lnTo>
                <a:lnTo>
                  <a:pt x="70878" y="87630"/>
                </a:lnTo>
                <a:lnTo>
                  <a:pt x="70878" y="85090"/>
                </a:lnTo>
                <a:lnTo>
                  <a:pt x="70497" y="85090"/>
                </a:lnTo>
                <a:lnTo>
                  <a:pt x="70497" y="83820"/>
                </a:lnTo>
                <a:lnTo>
                  <a:pt x="72834" y="83820"/>
                </a:lnTo>
                <a:lnTo>
                  <a:pt x="72834" y="85090"/>
                </a:lnTo>
                <a:lnTo>
                  <a:pt x="74053" y="85090"/>
                </a:lnTo>
                <a:lnTo>
                  <a:pt x="74053" y="83820"/>
                </a:lnTo>
                <a:lnTo>
                  <a:pt x="74256" y="83820"/>
                </a:lnTo>
                <a:lnTo>
                  <a:pt x="74256" y="81280"/>
                </a:lnTo>
                <a:lnTo>
                  <a:pt x="74358" y="80010"/>
                </a:lnTo>
                <a:lnTo>
                  <a:pt x="75755" y="80010"/>
                </a:lnTo>
                <a:lnTo>
                  <a:pt x="75755" y="81280"/>
                </a:lnTo>
                <a:lnTo>
                  <a:pt x="77863" y="81280"/>
                </a:lnTo>
                <a:lnTo>
                  <a:pt x="77863" y="80010"/>
                </a:lnTo>
                <a:lnTo>
                  <a:pt x="77609" y="80010"/>
                </a:lnTo>
                <a:lnTo>
                  <a:pt x="77609" y="77470"/>
                </a:lnTo>
                <a:lnTo>
                  <a:pt x="78168" y="77470"/>
                </a:lnTo>
                <a:lnTo>
                  <a:pt x="78168" y="76200"/>
                </a:lnTo>
                <a:lnTo>
                  <a:pt x="78663" y="76200"/>
                </a:lnTo>
                <a:lnTo>
                  <a:pt x="78663" y="77470"/>
                </a:lnTo>
                <a:lnTo>
                  <a:pt x="81673" y="77470"/>
                </a:lnTo>
                <a:lnTo>
                  <a:pt x="81673" y="76200"/>
                </a:lnTo>
                <a:lnTo>
                  <a:pt x="81292" y="76200"/>
                </a:lnTo>
                <a:lnTo>
                  <a:pt x="81292" y="74930"/>
                </a:lnTo>
                <a:lnTo>
                  <a:pt x="80708" y="74930"/>
                </a:lnTo>
                <a:lnTo>
                  <a:pt x="80708" y="73660"/>
                </a:lnTo>
                <a:lnTo>
                  <a:pt x="84099" y="73660"/>
                </a:lnTo>
                <a:lnTo>
                  <a:pt x="84099" y="74930"/>
                </a:lnTo>
                <a:lnTo>
                  <a:pt x="84213" y="73660"/>
                </a:lnTo>
                <a:lnTo>
                  <a:pt x="84975" y="73660"/>
                </a:lnTo>
                <a:lnTo>
                  <a:pt x="84975" y="71120"/>
                </a:lnTo>
                <a:lnTo>
                  <a:pt x="84569" y="71120"/>
                </a:lnTo>
                <a:lnTo>
                  <a:pt x="84569" y="69850"/>
                </a:lnTo>
                <a:lnTo>
                  <a:pt x="87045" y="69850"/>
                </a:lnTo>
                <a:lnTo>
                  <a:pt x="87045" y="71120"/>
                </a:lnTo>
                <a:lnTo>
                  <a:pt x="88036" y="71120"/>
                </a:lnTo>
                <a:lnTo>
                  <a:pt x="88036" y="69850"/>
                </a:lnTo>
                <a:lnTo>
                  <a:pt x="88341" y="69850"/>
                </a:lnTo>
                <a:lnTo>
                  <a:pt x="88341" y="67310"/>
                </a:lnTo>
                <a:lnTo>
                  <a:pt x="88315" y="66040"/>
                </a:lnTo>
                <a:lnTo>
                  <a:pt x="88138" y="66040"/>
                </a:lnTo>
                <a:lnTo>
                  <a:pt x="88138" y="63500"/>
                </a:lnTo>
                <a:lnTo>
                  <a:pt x="92125" y="63500"/>
                </a:lnTo>
                <a:lnTo>
                  <a:pt x="92125" y="60960"/>
                </a:lnTo>
                <a:lnTo>
                  <a:pt x="92075" y="58420"/>
                </a:lnTo>
                <a:lnTo>
                  <a:pt x="91782" y="58420"/>
                </a:lnTo>
                <a:lnTo>
                  <a:pt x="91782" y="33020"/>
                </a:lnTo>
                <a:lnTo>
                  <a:pt x="92062" y="33020"/>
                </a:lnTo>
                <a:lnTo>
                  <a:pt x="92062" y="30480"/>
                </a:lnTo>
                <a:lnTo>
                  <a:pt x="92354" y="30480"/>
                </a:lnTo>
                <a:lnTo>
                  <a:pt x="92354" y="292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109202" y="2108843"/>
            <a:ext cx="93345" cy="92710"/>
          </a:xfrm>
          <a:custGeom>
            <a:avLst/>
            <a:gdLst/>
            <a:ahLst/>
            <a:cxnLst/>
            <a:rect l="l" t="t" r="r" b="b"/>
            <a:pathLst>
              <a:path w="93344" h="92710">
                <a:moveTo>
                  <a:pt x="34197" y="92636"/>
                </a:moveTo>
                <a:lnTo>
                  <a:pt x="31917" y="91671"/>
                </a:lnTo>
                <a:lnTo>
                  <a:pt x="32728" y="88711"/>
                </a:lnTo>
                <a:lnTo>
                  <a:pt x="31815" y="87805"/>
                </a:lnTo>
                <a:lnTo>
                  <a:pt x="29564" y="88718"/>
                </a:lnTo>
                <a:lnTo>
                  <a:pt x="28146" y="87988"/>
                </a:lnTo>
                <a:lnTo>
                  <a:pt x="25895" y="88894"/>
                </a:lnTo>
                <a:lnTo>
                  <a:pt x="24857" y="87863"/>
                </a:lnTo>
                <a:lnTo>
                  <a:pt x="25909" y="85217"/>
                </a:lnTo>
                <a:lnTo>
                  <a:pt x="24528" y="84304"/>
                </a:lnTo>
                <a:lnTo>
                  <a:pt x="22672" y="85364"/>
                </a:lnTo>
                <a:lnTo>
                  <a:pt x="21129" y="84406"/>
                </a:lnTo>
                <a:lnTo>
                  <a:pt x="18907" y="85422"/>
                </a:lnTo>
                <a:lnTo>
                  <a:pt x="17745" y="84260"/>
                </a:lnTo>
                <a:lnTo>
                  <a:pt x="18915" y="81929"/>
                </a:lnTo>
                <a:lnTo>
                  <a:pt x="17745" y="80759"/>
                </a:lnTo>
                <a:lnTo>
                  <a:pt x="15407" y="81929"/>
                </a:lnTo>
                <a:lnTo>
                  <a:pt x="14252" y="80774"/>
                </a:lnTo>
                <a:lnTo>
                  <a:pt x="15414" y="78377"/>
                </a:lnTo>
                <a:lnTo>
                  <a:pt x="14201" y="77266"/>
                </a:lnTo>
                <a:lnTo>
                  <a:pt x="11906" y="78435"/>
                </a:lnTo>
                <a:lnTo>
                  <a:pt x="10824" y="77346"/>
                </a:lnTo>
                <a:lnTo>
                  <a:pt x="11876" y="74701"/>
                </a:lnTo>
                <a:lnTo>
                  <a:pt x="10751" y="73955"/>
                </a:lnTo>
                <a:lnTo>
                  <a:pt x="8178" y="74854"/>
                </a:lnTo>
                <a:lnTo>
                  <a:pt x="6716" y="72823"/>
                </a:lnTo>
                <a:lnTo>
                  <a:pt x="8551" y="69058"/>
                </a:lnTo>
                <a:lnTo>
                  <a:pt x="7615" y="66873"/>
                </a:lnTo>
                <a:lnTo>
                  <a:pt x="4663" y="67684"/>
                </a:lnTo>
                <a:lnTo>
                  <a:pt x="3785" y="66807"/>
                </a:lnTo>
                <a:lnTo>
                  <a:pt x="4597" y="64498"/>
                </a:lnTo>
                <a:lnTo>
                  <a:pt x="3998" y="63117"/>
                </a:lnTo>
                <a:lnTo>
                  <a:pt x="4809" y="60814"/>
                </a:lnTo>
                <a:lnTo>
                  <a:pt x="3924" y="59937"/>
                </a:lnTo>
                <a:lnTo>
                  <a:pt x="979" y="60748"/>
                </a:lnTo>
                <a:lnTo>
                  <a:pt x="0" y="58461"/>
                </a:lnTo>
                <a:lnTo>
                  <a:pt x="1096" y="55289"/>
                </a:lnTo>
                <a:lnTo>
                  <a:pt x="314" y="50107"/>
                </a:lnTo>
                <a:lnTo>
                  <a:pt x="913" y="40452"/>
                </a:lnTo>
                <a:lnTo>
                  <a:pt x="789" y="34897"/>
                </a:lnTo>
                <a:lnTo>
                  <a:pt x="460" y="33019"/>
                </a:lnTo>
                <a:lnTo>
                  <a:pt x="979" y="31806"/>
                </a:lnTo>
                <a:lnTo>
                  <a:pt x="3932" y="32618"/>
                </a:lnTo>
                <a:lnTo>
                  <a:pt x="4794" y="31748"/>
                </a:lnTo>
                <a:lnTo>
                  <a:pt x="4027" y="29424"/>
                </a:lnTo>
                <a:lnTo>
                  <a:pt x="4567" y="28064"/>
                </a:lnTo>
                <a:lnTo>
                  <a:pt x="3800" y="25733"/>
                </a:lnTo>
                <a:lnTo>
                  <a:pt x="4662" y="24870"/>
                </a:lnTo>
                <a:lnTo>
                  <a:pt x="7615" y="25681"/>
                </a:lnTo>
                <a:lnTo>
                  <a:pt x="8551" y="23504"/>
                </a:lnTo>
                <a:lnTo>
                  <a:pt x="6716" y="19732"/>
                </a:lnTo>
                <a:lnTo>
                  <a:pt x="8222" y="17649"/>
                </a:lnTo>
                <a:lnTo>
                  <a:pt x="10802" y="18731"/>
                </a:lnTo>
                <a:lnTo>
                  <a:pt x="11898" y="17634"/>
                </a:lnTo>
                <a:lnTo>
                  <a:pt x="10729" y="15303"/>
                </a:lnTo>
                <a:lnTo>
                  <a:pt x="11898" y="14134"/>
                </a:lnTo>
                <a:lnTo>
                  <a:pt x="14237" y="15303"/>
                </a:lnTo>
                <a:lnTo>
                  <a:pt x="15348" y="14192"/>
                </a:lnTo>
                <a:lnTo>
                  <a:pt x="14237" y="11656"/>
                </a:lnTo>
                <a:lnTo>
                  <a:pt x="15501" y="10699"/>
                </a:lnTo>
                <a:lnTo>
                  <a:pt x="17731" y="11810"/>
                </a:lnTo>
                <a:lnTo>
                  <a:pt x="18695" y="10845"/>
                </a:lnTo>
                <a:lnTo>
                  <a:pt x="17884" y="7893"/>
                </a:lnTo>
                <a:lnTo>
                  <a:pt x="20267" y="6884"/>
                </a:lnTo>
                <a:lnTo>
                  <a:pt x="23482" y="8667"/>
                </a:lnTo>
                <a:lnTo>
                  <a:pt x="25836" y="7454"/>
                </a:lnTo>
                <a:lnTo>
                  <a:pt x="24930" y="4611"/>
                </a:lnTo>
                <a:lnTo>
                  <a:pt x="25675" y="3873"/>
                </a:lnTo>
                <a:lnTo>
                  <a:pt x="28343" y="4231"/>
                </a:lnTo>
                <a:lnTo>
                  <a:pt x="29878" y="4128"/>
                </a:lnTo>
                <a:lnTo>
                  <a:pt x="31339" y="4494"/>
                </a:lnTo>
                <a:lnTo>
                  <a:pt x="32363" y="4209"/>
                </a:lnTo>
                <a:lnTo>
                  <a:pt x="32706" y="4107"/>
                </a:lnTo>
                <a:lnTo>
                  <a:pt x="32070" y="1000"/>
                </a:lnTo>
                <a:lnTo>
                  <a:pt x="32765" y="299"/>
                </a:lnTo>
                <a:lnTo>
                  <a:pt x="35272" y="833"/>
                </a:lnTo>
                <a:lnTo>
                  <a:pt x="37998" y="270"/>
                </a:lnTo>
                <a:lnTo>
                  <a:pt x="40709" y="708"/>
                </a:lnTo>
                <a:lnTo>
                  <a:pt x="53046" y="708"/>
                </a:lnTo>
                <a:lnTo>
                  <a:pt x="57380" y="0"/>
                </a:lnTo>
                <a:lnTo>
                  <a:pt x="60727" y="774"/>
                </a:lnTo>
                <a:lnTo>
                  <a:pt x="60165" y="3946"/>
                </a:lnTo>
                <a:lnTo>
                  <a:pt x="60764" y="4546"/>
                </a:lnTo>
                <a:lnTo>
                  <a:pt x="63424" y="4180"/>
                </a:lnTo>
                <a:lnTo>
                  <a:pt x="64798" y="4261"/>
                </a:lnTo>
                <a:lnTo>
                  <a:pt x="66677" y="3851"/>
                </a:lnTo>
                <a:lnTo>
                  <a:pt x="67912" y="4436"/>
                </a:lnTo>
                <a:lnTo>
                  <a:pt x="67050" y="7330"/>
                </a:lnTo>
                <a:lnTo>
                  <a:pt x="67780" y="8046"/>
                </a:lnTo>
                <a:lnTo>
                  <a:pt x="70441" y="7688"/>
                </a:lnTo>
                <a:lnTo>
                  <a:pt x="71639" y="7754"/>
                </a:lnTo>
                <a:lnTo>
                  <a:pt x="73920" y="7344"/>
                </a:lnTo>
                <a:lnTo>
                  <a:pt x="75031" y="8104"/>
                </a:lnTo>
                <a:lnTo>
                  <a:pt x="73964" y="10721"/>
                </a:lnTo>
                <a:lnTo>
                  <a:pt x="74950" y="11708"/>
                </a:lnTo>
                <a:lnTo>
                  <a:pt x="77596" y="10663"/>
                </a:lnTo>
                <a:lnTo>
                  <a:pt x="78429" y="11927"/>
                </a:lnTo>
                <a:lnTo>
                  <a:pt x="77384" y="14142"/>
                </a:lnTo>
                <a:lnTo>
                  <a:pt x="78553" y="15310"/>
                </a:lnTo>
                <a:lnTo>
                  <a:pt x="80892" y="14141"/>
                </a:lnTo>
                <a:lnTo>
                  <a:pt x="81959" y="15216"/>
                </a:lnTo>
                <a:lnTo>
                  <a:pt x="80914" y="17862"/>
                </a:lnTo>
                <a:lnTo>
                  <a:pt x="82040" y="18614"/>
                </a:lnTo>
                <a:lnTo>
                  <a:pt x="84598" y="17708"/>
                </a:lnTo>
                <a:lnTo>
                  <a:pt x="86067" y="19718"/>
                </a:lnTo>
                <a:lnTo>
                  <a:pt x="84233" y="23518"/>
                </a:lnTo>
                <a:lnTo>
                  <a:pt x="85161" y="25689"/>
                </a:lnTo>
                <a:lnTo>
                  <a:pt x="88113" y="24878"/>
                </a:lnTo>
                <a:lnTo>
                  <a:pt x="89027" y="25791"/>
                </a:lnTo>
                <a:lnTo>
                  <a:pt x="88121" y="28050"/>
                </a:lnTo>
                <a:lnTo>
                  <a:pt x="88844" y="29460"/>
                </a:lnTo>
                <a:lnTo>
                  <a:pt x="87938" y="31712"/>
                </a:lnTo>
                <a:lnTo>
                  <a:pt x="88968" y="32742"/>
                </a:lnTo>
                <a:lnTo>
                  <a:pt x="91614" y="31697"/>
                </a:lnTo>
                <a:lnTo>
                  <a:pt x="92418" y="32903"/>
                </a:lnTo>
                <a:lnTo>
                  <a:pt x="91855" y="34978"/>
                </a:lnTo>
                <a:lnTo>
                  <a:pt x="92528" y="39013"/>
                </a:lnTo>
                <a:lnTo>
                  <a:pt x="91987" y="42974"/>
                </a:lnTo>
                <a:lnTo>
                  <a:pt x="91987" y="48543"/>
                </a:lnTo>
                <a:lnTo>
                  <a:pt x="92301" y="51065"/>
                </a:lnTo>
                <a:lnTo>
                  <a:pt x="91702" y="55289"/>
                </a:lnTo>
                <a:lnTo>
                  <a:pt x="92769" y="58483"/>
                </a:lnTo>
                <a:lnTo>
                  <a:pt x="91797" y="60756"/>
                </a:lnTo>
                <a:lnTo>
                  <a:pt x="88844" y="59945"/>
                </a:lnTo>
                <a:lnTo>
                  <a:pt x="87938" y="60858"/>
                </a:lnTo>
                <a:lnTo>
                  <a:pt x="88844" y="63117"/>
                </a:lnTo>
                <a:lnTo>
                  <a:pt x="88121" y="64527"/>
                </a:lnTo>
                <a:lnTo>
                  <a:pt x="89027" y="66779"/>
                </a:lnTo>
                <a:lnTo>
                  <a:pt x="87989" y="67809"/>
                </a:lnTo>
                <a:lnTo>
                  <a:pt x="85343" y="66763"/>
                </a:lnTo>
                <a:lnTo>
                  <a:pt x="84430" y="68138"/>
                </a:lnTo>
                <a:lnTo>
                  <a:pt x="85490" y="69994"/>
                </a:lnTo>
                <a:lnTo>
                  <a:pt x="84539" y="71536"/>
                </a:lnTo>
                <a:lnTo>
                  <a:pt x="85555" y="73758"/>
                </a:lnTo>
                <a:lnTo>
                  <a:pt x="84393" y="74912"/>
                </a:lnTo>
                <a:lnTo>
                  <a:pt x="82055" y="73750"/>
                </a:lnTo>
                <a:lnTo>
                  <a:pt x="80885" y="74912"/>
                </a:lnTo>
                <a:lnTo>
                  <a:pt x="82054" y="77251"/>
                </a:lnTo>
                <a:lnTo>
                  <a:pt x="80900" y="78406"/>
                </a:lnTo>
                <a:lnTo>
                  <a:pt x="78502" y="77244"/>
                </a:lnTo>
                <a:lnTo>
                  <a:pt x="77399" y="78465"/>
                </a:lnTo>
                <a:lnTo>
                  <a:pt x="78561" y="80752"/>
                </a:lnTo>
                <a:lnTo>
                  <a:pt x="77479" y="81826"/>
                </a:lnTo>
                <a:lnTo>
                  <a:pt x="74834" y="80781"/>
                </a:lnTo>
                <a:lnTo>
                  <a:pt x="74081" y="81907"/>
                </a:lnTo>
                <a:lnTo>
                  <a:pt x="74987" y="84472"/>
                </a:lnTo>
                <a:lnTo>
                  <a:pt x="72970" y="85934"/>
                </a:lnTo>
                <a:lnTo>
                  <a:pt x="69177" y="84100"/>
                </a:lnTo>
                <a:lnTo>
                  <a:pt x="67006" y="85035"/>
                </a:lnTo>
                <a:lnTo>
                  <a:pt x="67817" y="87988"/>
                </a:lnTo>
                <a:lnTo>
                  <a:pt x="66904" y="88894"/>
                </a:lnTo>
                <a:lnTo>
                  <a:pt x="64645" y="87988"/>
                </a:lnTo>
                <a:lnTo>
                  <a:pt x="63227" y="88718"/>
                </a:lnTo>
                <a:lnTo>
                  <a:pt x="60976" y="87805"/>
                </a:lnTo>
                <a:lnTo>
                  <a:pt x="59938" y="88843"/>
                </a:lnTo>
                <a:lnTo>
                  <a:pt x="60991" y="91488"/>
                </a:lnTo>
                <a:lnTo>
                  <a:pt x="59785" y="92285"/>
                </a:lnTo>
                <a:lnTo>
                  <a:pt x="57709" y="91722"/>
                </a:lnTo>
                <a:lnTo>
                  <a:pt x="53667" y="92394"/>
                </a:lnTo>
                <a:lnTo>
                  <a:pt x="49706" y="91854"/>
                </a:lnTo>
                <a:lnTo>
                  <a:pt x="44137" y="91854"/>
                </a:lnTo>
                <a:lnTo>
                  <a:pt x="41616" y="92168"/>
                </a:lnTo>
                <a:lnTo>
                  <a:pt x="37384" y="91576"/>
                </a:lnTo>
                <a:lnTo>
                  <a:pt x="34197" y="926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323410" y="2112359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45" y="85459"/>
                </a:moveTo>
                <a:lnTo>
                  <a:pt x="55202" y="84867"/>
                </a:lnTo>
                <a:lnTo>
                  <a:pt x="30177" y="84867"/>
                </a:lnTo>
                <a:lnTo>
                  <a:pt x="27035" y="85459"/>
                </a:lnTo>
                <a:lnTo>
                  <a:pt x="24791" y="84750"/>
                </a:lnTo>
                <a:lnTo>
                  <a:pt x="25456" y="81666"/>
                </a:lnTo>
                <a:lnTo>
                  <a:pt x="24564" y="80774"/>
                </a:lnTo>
                <a:lnTo>
                  <a:pt x="22342" y="81827"/>
                </a:lnTo>
                <a:lnTo>
                  <a:pt x="20939" y="80899"/>
                </a:lnTo>
                <a:lnTo>
                  <a:pt x="18717" y="81944"/>
                </a:lnTo>
                <a:lnTo>
                  <a:pt x="17614" y="80848"/>
                </a:lnTo>
                <a:lnTo>
                  <a:pt x="18717" y="78275"/>
                </a:lnTo>
                <a:lnTo>
                  <a:pt x="17446" y="77354"/>
                </a:lnTo>
                <a:lnTo>
                  <a:pt x="15217" y="78450"/>
                </a:lnTo>
                <a:lnTo>
                  <a:pt x="14135" y="77369"/>
                </a:lnTo>
                <a:lnTo>
                  <a:pt x="15187" y="74723"/>
                </a:lnTo>
                <a:lnTo>
                  <a:pt x="13923" y="73890"/>
                </a:lnTo>
                <a:lnTo>
                  <a:pt x="11701" y="74935"/>
                </a:lnTo>
                <a:lnTo>
                  <a:pt x="10531" y="73766"/>
                </a:lnTo>
                <a:lnTo>
                  <a:pt x="11701" y="71427"/>
                </a:lnTo>
                <a:lnTo>
                  <a:pt x="10532" y="70265"/>
                </a:lnTo>
                <a:lnTo>
                  <a:pt x="8193" y="71434"/>
                </a:lnTo>
                <a:lnTo>
                  <a:pt x="7023" y="70265"/>
                </a:lnTo>
                <a:lnTo>
                  <a:pt x="8193" y="67926"/>
                </a:lnTo>
                <a:lnTo>
                  <a:pt x="7104" y="66837"/>
                </a:lnTo>
                <a:lnTo>
                  <a:pt x="4495" y="67912"/>
                </a:lnTo>
                <a:lnTo>
                  <a:pt x="3215" y="66077"/>
                </a:lnTo>
                <a:lnTo>
                  <a:pt x="5247" y="61268"/>
                </a:lnTo>
                <a:lnTo>
                  <a:pt x="3778" y="60069"/>
                </a:lnTo>
                <a:lnTo>
                  <a:pt x="694" y="60654"/>
                </a:lnTo>
                <a:lnTo>
                  <a:pt x="0" y="58439"/>
                </a:lnTo>
                <a:lnTo>
                  <a:pt x="591" y="55297"/>
                </a:lnTo>
                <a:lnTo>
                  <a:pt x="591" y="30279"/>
                </a:lnTo>
                <a:lnTo>
                  <a:pt x="0" y="27136"/>
                </a:lnTo>
                <a:lnTo>
                  <a:pt x="708" y="24885"/>
                </a:lnTo>
                <a:lnTo>
                  <a:pt x="3793" y="25557"/>
                </a:lnTo>
                <a:lnTo>
                  <a:pt x="4429" y="24914"/>
                </a:lnTo>
                <a:lnTo>
                  <a:pt x="4078" y="22254"/>
                </a:lnTo>
                <a:lnTo>
                  <a:pt x="4129" y="21106"/>
                </a:lnTo>
                <a:lnTo>
                  <a:pt x="3734" y="18724"/>
                </a:lnTo>
                <a:lnTo>
                  <a:pt x="4538" y="17657"/>
                </a:lnTo>
                <a:lnTo>
                  <a:pt x="7082" y="18760"/>
                </a:lnTo>
                <a:lnTo>
                  <a:pt x="8098" y="17752"/>
                </a:lnTo>
                <a:lnTo>
                  <a:pt x="7045" y="15106"/>
                </a:lnTo>
                <a:lnTo>
                  <a:pt x="8266" y="14295"/>
                </a:lnTo>
                <a:lnTo>
                  <a:pt x="10604" y="15304"/>
                </a:lnTo>
                <a:lnTo>
                  <a:pt x="11679" y="14105"/>
                </a:lnTo>
                <a:lnTo>
                  <a:pt x="10517" y="11825"/>
                </a:lnTo>
                <a:lnTo>
                  <a:pt x="11606" y="10743"/>
                </a:lnTo>
                <a:lnTo>
                  <a:pt x="14251" y="11796"/>
                </a:lnTo>
                <a:lnTo>
                  <a:pt x="15092" y="10524"/>
                </a:lnTo>
                <a:lnTo>
                  <a:pt x="14040" y="8309"/>
                </a:lnTo>
                <a:lnTo>
                  <a:pt x="15209" y="7147"/>
                </a:lnTo>
                <a:lnTo>
                  <a:pt x="17548" y="8310"/>
                </a:lnTo>
                <a:lnTo>
                  <a:pt x="18622" y="7235"/>
                </a:lnTo>
                <a:lnTo>
                  <a:pt x="17570" y="4589"/>
                </a:lnTo>
                <a:lnTo>
                  <a:pt x="18944" y="3683"/>
                </a:lnTo>
                <a:lnTo>
                  <a:pt x="20808" y="4736"/>
                </a:lnTo>
                <a:lnTo>
                  <a:pt x="22350" y="3778"/>
                </a:lnTo>
                <a:lnTo>
                  <a:pt x="24572" y="4794"/>
                </a:lnTo>
                <a:lnTo>
                  <a:pt x="25639" y="3734"/>
                </a:lnTo>
                <a:lnTo>
                  <a:pt x="24586" y="1088"/>
                </a:lnTo>
                <a:lnTo>
                  <a:pt x="25843" y="263"/>
                </a:lnTo>
                <a:lnTo>
                  <a:pt x="27831" y="913"/>
                </a:lnTo>
                <a:lnTo>
                  <a:pt x="31698" y="0"/>
                </a:lnTo>
                <a:lnTo>
                  <a:pt x="36046" y="716"/>
                </a:lnTo>
                <a:lnTo>
                  <a:pt x="55232" y="716"/>
                </a:lnTo>
                <a:lnTo>
                  <a:pt x="58301" y="146"/>
                </a:lnTo>
                <a:lnTo>
                  <a:pt x="60574" y="826"/>
                </a:lnTo>
                <a:lnTo>
                  <a:pt x="59931" y="3925"/>
                </a:lnTo>
                <a:lnTo>
                  <a:pt x="60815" y="4809"/>
                </a:lnTo>
                <a:lnTo>
                  <a:pt x="63037" y="3756"/>
                </a:lnTo>
                <a:lnTo>
                  <a:pt x="64440" y="4684"/>
                </a:lnTo>
                <a:lnTo>
                  <a:pt x="66655" y="3639"/>
                </a:lnTo>
                <a:lnTo>
                  <a:pt x="67751" y="4736"/>
                </a:lnTo>
                <a:lnTo>
                  <a:pt x="66662" y="7308"/>
                </a:lnTo>
                <a:lnTo>
                  <a:pt x="67927" y="8229"/>
                </a:lnTo>
                <a:lnTo>
                  <a:pt x="70149" y="7133"/>
                </a:lnTo>
                <a:lnTo>
                  <a:pt x="71230" y="8215"/>
                </a:lnTo>
                <a:lnTo>
                  <a:pt x="70185" y="10860"/>
                </a:lnTo>
                <a:lnTo>
                  <a:pt x="71449" y="11693"/>
                </a:lnTo>
                <a:lnTo>
                  <a:pt x="73664" y="10648"/>
                </a:lnTo>
                <a:lnTo>
                  <a:pt x="74834" y="11818"/>
                </a:lnTo>
                <a:lnTo>
                  <a:pt x="73664" y="14149"/>
                </a:lnTo>
                <a:lnTo>
                  <a:pt x="74833" y="15318"/>
                </a:lnTo>
                <a:lnTo>
                  <a:pt x="77172" y="14149"/>
                </a:lnTo>
                <a:lnTo>
                  <a:pt x="78334" y="15318"/>
                </a:lnTo>
                <a:lnTo>
                  <a:pt x="77172" y="17657"/>
                </a:lnTo>
                <a:lnTo>
                  <a:pt x="78254" y="18739"/>
                </a:lnTo>
                <a:lnTo>
                  <a:pt x="80863" y="17671"/>
                </a:lnTo>
                <a:lnTo>
                  <a:pt x="82135" y="19506"/>
                </a:lnTo>
                <a:lnTo>
                  <a:pt x="80110" y="24322"/>
                </a:lnTo>
                <a:lnTo>
                  <a:pt x="81579" y="25521"/>
                </a:lnTo>
                <a:lnTo>
                  <a:pt x="84664" y="24929"/>
                </a:lnTo>
                <a:lnTo>
                  <a:pt x="85351" y="27151"/>
                </a:lnTo>
                <a:lnTo>
                  <a:pt x="84766" y="30286"/>
                </a:lnTo>
                <a:lnTo>
                  <a:pt x="84773" y="42792"/>
                </a:lnTo>
                <a:lnTo>
                  <a:pt x="84773" y="55304"/>
                </a:lnTo>
                <a:lnTo>
                  <a:pt x="85358" y="58447"/>
                </a:lnTo>
                <a:lnTo>
                  <a:pt x="84656" y="60691"/>
                </a:lnTo>
                <a:lnTo>
                  <a:pt x="81572" y="60026"/>
                </a:lnTo>
                <a:lnTo>
                  <a:pt x="80680" y="60917"/>
                </a:lnTo>
                <a:lnTo>
                  <a:pt x="81732" y="63139"/>
                </a:lnTo>
                <a:lnTo>
                  <a:pt x="80797" y="64542"/>
                </a:lnTo>
                <a:lnTo>
                  <a:pt x="81849" y="66757"/>
                </a:lnTo>
                <a:lnTo>
                  <a:pt x="80746" y="67860"/>
                </a:lnTo>
                <a:lnTo>
                  <a:pt x="78181" y="66764"/>
                </a:lnTo>
                <a:lnTo>
                  <a:pt x="77260" y="68028"/>
                </a:lnTo>
                <a:lnTo>
                  <a:pt x="78356" y="70258"/>
                </a:lnTo>
                <a:lnTo>
                  <a:pt x="77274" y="71339"/>
                </a:lnTo>
                <a:lnTo>
                  <a:pt x="74621" y="70287"/>
                </a:lnTo>
                <a:lnTo>
                  <a:pt x="73788" y="71551"/>
                </a:lnTo>
                <a:lnTo>
                  <a:pt x="74840" y="73766"/>
                </a:lnTo>
                <a:lnTo>
                  <a:pt x="73671" y="74935"/>
                </a:lnTo>
                <a:lnTo>
                  <a:pt x="71332" y="73766"/>
                </a:lnTo>
                <a:lnTo>
                  <a:pt x="70170" y="74935"/>
                </a:lnTo>
                <a:lnTo>
                  <a:pt x="71332" y="77274"/>
                </a:lnTo>
                <a:lnTo>
                  <a:pt x="70170" y="78443"/>
                </a:lnTo>
                <a:lnTo>
                  <a:pt x="67831" y="77274"/>
                </a:lnTo>
                <a:lnTo>
                  <a:pt x="66742" y="78355"/>
                </a:lnTo>
                <a:lnTo>
                  <a:pt x="67817" y="80972"/>
                </a:lnTo>
                <a:lnTo>
                  <a:pt x="65982" y="82243"/>
                </a:lnTo>
                <a:lnTo>
                  <a:pt x="61166" y="80212"/>
                </a:lnTo>
                <a:lnTo>
                  <a:pt x="59967" y="81681"/>
                </a:lnTo>
                <a:lnTo>
                  <a:pt x="60559" y="84765"/>
                </a:lnTo>
                <a:lnTo>
                  <a:pt x="58345" y="854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537203" y="2116137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40" h="78739">
                <a:moveTo>
                  <a:pt x="25960" y="78319"/>
                </a:moveTo>
                <a:lnTo>
                  <a:pt x="25061" y="77222"/>
                </a:lnTo>
                <a:lnTo>
                  <a:pt x="25690" y="74175"/>
                </a:lnTo>
                <a:lnTo>
                  <a:pt x="23504" y="73422"/>
                </a:lnTo>
                <a:lnTo>
                  <a:pt x="19930" y="75081"/>
                </a:lnTo>
                <a:lnTo>
                  <a:pt x="17767" y="73707"/>
                </a:lnTo>
                <a:lnTo>
                  <a:pt x="18790" y="71025"/>
                </a:lnTo>
                <a:lnTo>
                  <a:pt x="17731" y="69965"/>
                </a:lnTo>
                <a:lnTo>
                  <a:pt x="15399" y="71135"/>
                </a:lnTo>
                <a:lnTo>
                  <a:pt x="14230" y="69965"/>
                </a:lnTo>
                <a:lnTo>
                  <a:pt x="15399" y="67626"/>
                </a:lnTo>
                <a:lnTo>
                  <a:pt x="14230" y="66457"/>
                </a:lnTo>
                <a:lnTo>
                  <a:pt x="11898" y="67626"/>
                </a:lnTo>
                <a:lnTo>
                  <a:pt x="10722" y="66472"/>
                </a:lnTo>
                <a:lnTo>
                  <a:pt x="11891" y="64125"/>
                </a:lnTo>
                <a:lnTo>
                  <a:pt x="10722" y="62957"/>
                </a:lnTo>
                <a:lnTo>
                  <a:pt x="8390" y="64126"/>
                </a:lnTo>
                <a:lnTo>
                  <a:pt x="7220" y="62956"/>
                </a:lnTo>
                <a:lnTo>
                  <a:pt x="8390" y="60625"/>
                </a:lnTo>
                <a:lnTo>
                  <a:pt x="7316" y="59550"/>
                </a:lnTo>
                <a:lnTo>
                  <a:pt x="4670" y="60595"/>
                </a:lnTo>
                <a:lnTo>
                  <a:pt x="3230" y="58432"/>
                </a:lnTo>
                <a:lnTo>
                  <a:pt x="5065" y="54814"/>
                </a:lnTo>
                <a:lnTo>
                  <a:pt x="4114" y="52578"/>
                </a:lnTo>
                <a:lnTo>
                  <a:pt x="1154" y="53389"/>
                </a:lnTo>
                <a:lnTo>
                  <a:pt x="387" y="52614"/>
                </a:lnTo>
                <a:lnTo>
                  <a:pt x="913" y="50108"/>
                </a:lnTo>
                <a:lnTo>
                  <a:pt x="175" y="46344"/>
                </a:lnTo>
                <a:lnTo>
                  <a:pt x="796" y="42229"/>
                </a:lnTo>
                <a:lnTo>
                  <a:pt x="796" y="36755"/>
                </a:lnTo>
                <a:lnTo>
                  <a:pt x="445" y="34182"/>
                </a:lnTo>
                <a:lnTo>
                  <a:pt x="1110" y="29972"/>
                </a:lnTo>
                <a:lnTo>
                  <a:pt x="0" y="26815"/>
                </a:lnTo>
                <a:lnTo>
                  <a:pt x="979" y="24520"/>
                </a:lnTo>
                <a:lnTo>
                  <a:pt x="3939" y="25332"/>
                </a:lnTo>
                <a:lnTo>
                  <a:pt x="4860" y="24396"/>
                </a:lnTo>
                <a:lnTo>
                  <a:pt x="3888" y="22160"/>
                </a:lnTo>
                <a:lnTo>
                  <a:pt x="4714" y="20742"/>
                </a:lnTo>
                <a:lnTo>
                  <a:pt x="3734" y="18520"/>
                </a:lnTo>
                <a:lnTo>
                  <a:pt x="4882" y="17372"/>
                </a:lnTo>
                <a:lnTo>
                  <a:pt x="7220" y="18534"/>
                </a:lnTo>
                <a:lnTo>
                  <a:pt x="8390" y="17372"/>
                </a:lnTo>
                <a:lnTo>
                  <a:pt x="7221" y="15033"/>
                </a:lnTo>
                <a:lnTo>
                  <a:pt x="8375" y="13879"/>
                </a:lnTo>
                <a:lnTo>
                  <a:pt x="10765" y="15041"/>
                </a:lnTo>
                <a:lnTo>
                  <a:pt x="11876" y="13821"/>
                </a:lnTo>
                <a:lnTo>
                  <a:pt x="10714" y="11540"/>
                </a:lnTo>
                <a:lnTo>
                  <a:pt x="11891" y="10356"/>
                </a:lnTo>
                <a:lnTo>
                  <a:pt x="14230" y="11526"/>
                </a:lnTo>
                <a:lnTo>
                  <a:pt x="15399" y="10356"/>
                </a:lnTo>
                <a:lnTo>
                  <a:pt x="14230" y="8025"/>
                </a:lnTo>
                <a:lnTo>
                  <a:pt x="15399" y="6855"/>
                </a:lnTo>
                <a:lnTo>
                  <a:pt x="17621" y="7901"/>
                </a:lnTo>
                <a:lnTo>
                  <a:pt x="18878" y="7067"/>
                </a:lnTo>
                <a:lnTo>
                  <a:pt x="17833" y="4422"/>
                </a:lnTo>
                <a:lnTo>
                  <a:pt x="18651" y="3603"/>
                </a:lnTo>
                <a:lnTo>
                  <a:pt x="21312" y="3962"/>
                </a:lnTo>
                <a:lnTo>
                  <a:pt x="22774" y="3859"/>
                </a:lnTo>
                <a:lnTo>
                  <a:pt x="24382" y="4224"/>
                </a:lnTo>
                <a:lnTo>
                  <a:pt x="25338" y="3932"/>
                </a:lnTo>
                <a:lnTo>
                  <a:pt x="25726" y="3800"/>
                </a:lnTo>
                <a:lnTo>
                  <a:pt x="25017" y="745"/>
                </a:lnTo>
                <a:lnTo>
                  <a:pt x="25748" y="21"/>
                </a:lnTo>
                <a:lnTo>
                  <a:pt x="28247" y="555"/>
                </a:lnTo>
                <a:lnTo>
                  <a:pt x="30973" y="0"/>
                </a:lnTo>
                <a:lnTo>
                  <a:pt x="33685" y="431"/>
                </a:lnTo>
                <a:lnTo>
                  <a:pt x="50904" y="431"/>
                </a:lnTo>
                <a:lnTo>
                  <a:pt x="52439" y="168"/>
                </a:lnTo>
                <a:lnTo>
                  <a:pt x="53732" y="519"/>
                </a:lnTo>
                <a:lnTo>
                  <a:pt x="53119" y="3654"/>
                </a:lnTo>
                <a:lnTo>
                  <a:pt x="53732" y="4268"/>
                </a:lnTo>
                <a:lnTo>
                  <a:pt x="56393" y="3910"/>
                </a:lnTo>
                <a:lnTo>
                  <a:pt x="57577" y="3968"/>
                </a:lnTo>
                <a:lnTo>
                  <a:pt x="59879" y="3559"/>
                </a:lnTo>
                <a:lnTo>
                  <a:pt x="60976" y="4334"/>
                </a:lnTo>
                <a:lnTo>
                  <a:pt x="59908" y="6936"/>
                </a:lnTo>
                <a:lnTo>
                  <a:pt x="60895" y="7930"/>
                </a:lnTo>
                <a:lnTo>
                  <a:pt x="63548" y="6877"/>
                </a:lnTo>
                <a:lnTo>
                  <a:pt x="64381" y="8141"/>
                </a:lnTo>
                <a:lnTo>
                  <a:pt x="63329" y="10356"/>
                </a:lnTo>
                <a:lnTo>
                  <a:pt x="64498" y="11525"/>
                </a:lnTo>
                <a:lnTo>
                  <a:pt x="66837" y="10356"/>
                </a:lnTo>
                <a:lnTo>
                  <a:pt x="67904" y="11430"/>
                </a:lnTo>
                <a:lnTo>
                  <a:pt x="66859" y="14083"/>
                </a:lnTo>
                <a:lnTo>
                  <a:pt x="68028" y="14858"/>
                </a:lnTo>
                <a:lnTo>
                  <a:pt x="70484" y="13900"/>
                </a:lnTo>
                <a:lnTo>
                  <a:pt x="71456" y="15114"/>
                </a:lnTo>
                <a:lnTo>
                  <a:pt x="70323" y="17357"/>
                </a:lnTo>
                <a:lnTo>
                  <a:pt x="71412" y="18439"/>
                </a:lnTo>
                <a:lnTo>
                  <a:pt x="74058" y="17394"/>
                </a:lnTo>
                <a:lnTo>
                  <a:pt x="74972" y="18768"/>
                </a:lnTo>
                <a:lnTo>
                  <a:pt x="73956" y="20595"/>
                </a:lnTo>
                <a:lnTo>
                  <a:pt x="74826" y="22166"/>
                </a:lnTo>
                <a:lnTo>
                  <a:pt x="73868" y="24403"/>
                </a:lnTo>
                <a:lnTo>
                  <a:pt x="74913" y="25448"/>
                </a:lnTo>
                <a:lnTo>
                  <a:pt x="77566" y="24403"/>
                </a:lnTo>
                <a:lnTo>
                  <a:pt x="78378" y="25631"/>
                </a:lnTo>
                <a:lnTo>
                  <a:pt x="77778" y="27663"/>
                </a:lnTo>
                <a:lnTo>
                  <a:pt x="78553" y="31638"/>
                </a:lnTo>
                <a:lnTo>
                  <a:pt x="77932" y="35753"/>
                </a:lnTo>
                <a:lnTo>
                  <a:pt x="77932" y="41206"/>
                </a:lnTo>
                <a:lnTo>
                  <a:pt x="78312" y="43822"/>
                </a:lnTo>
                <a:lnTo>
                  <a:pt x="77749" y="47096"/>
                </a:lnTo>
                <a:lnTo>
                  <a:pt x="78692" y="52395"/>
                </a:lnTo>
                <a:lnTo>
                  <a:pt x="77596" y="53294"/>
                </a:lnTo>
                <a:lnTo>
                  <a:pt x="74548" y="52665"/>
                </a:lnTo>
                <a:lnTo>
                  <a:pt x="73795" y="54851"/>
                </a:lnTo>
                <a:lnTo>
                  <a:pt x="75454" y="58425"/>
                </a:lnTo>
                <a:lnTo>
                  <a:pt x="74080" y="60588"/>
                </a:lnTo>
                <a:lnTo>
                  <a:pt x="71398" y="59565"/>
                </a:lnTo>
                <a:lnTo>
                  <a:pt x="70338" y="60625"/>
                </a:lnTo>
                <a:lnTo>
                  <a:pt x="71507" y="62956"/>
                </a:lnTo>
                <a:lnTo>
                  <a:pt x="70338" y="64126"/>
                </a:lnTo>
                <a:lnTo>
                  <a:pt x="68007" y="62956"/>
                </a:lnTo>
                <a:lnTo>
                  <a:pt x="66830" y="64126"/>
                </a:lnTo>
                <a:lnTo>
                  <a:pt x="67999" y="66457"/>
                </a:lnTo>
                <a:lnTo>
                  <a:pt x="66844" y="67634"/>
                </a:lnTo>
                <a:lnTo>
                  <a:pt x="64498" y="66464"/>
                </a:lnTo>
                <a:lnTo>
                  <a:pt x="63329" y="67626"/>
                </a:lnTo>
                <a:lnTo>
                  <a:pt x="64498" y="69965"/>
                </a:lnTo>
                <a:lnTo>
                  <a:pt x="63329" y="71135"/>
                </a:lnTo>
                <a:lnTo>
                  <a:pt x="60998" y="69965"/>
                </a:lnTo>
                <a:lnTo>
                  <a:pt x="59923" y="71040"/>
                </a:lnTo>
                <a:lnTo>
                  <a:pt x="60968" y="73685"/>
                </a:lnTo>
                <a:lnTo>
                  <a:pt x="58805" y="75125"/>
                </a:lnTo>
                <a:lnTo>
                  <a:pt x="55187" y="73291"/>
                </a:lnTo>
                <a:lnTo>
                  <a:pt x="52951" y="74241"/>
                </a:lnTo>
                <a:lnTo>
                  <a:pt x="53762" y="77200"/>
                </a:lnTo>
                <a:lnTo>
                  <a:pt x="52987" y="77968"/>
                </a:lnTo>
                <a:lnTo>
                  <a:pt x="50480" y="77442"/>
                </a:lnTo>
                <a:lnTo>
                  <a:pt x="46709" y="78180"/>
                </a:lnTo>
                <a:lnTo>
                  <a:pt x="42602" y="77559"/>
                </a:lnTo>
                <a:lnTo>
                  <a:pt x="37149" y="77559"/>
                </a:lnTo>
                <a:lnTo>
                  <a:pt x="34533" y="77939"/>
                </a:lnTo>
                <a:lnTo>
                  <a:pt x="31259" y="77376"/>
                </a:lnTo>
                <a:lnTo>
                  <a:pt x="25960" y="783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751272" y="2119581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5" h="71755">
                <a:moveTo>
                  <a:pt x="44582" y="71375"/>
                </a:moveTo>
                <a:lnTo>
                  <a:pt x="41220" y="70476"/>
                </a:lnTo>
                <a:lnTo>
                  <a:pt x="37003" y="70798"/>
                </a:lnTo>
                <a:lnTo>
                  <a:pt x="34599" y="70630"/>
                </a:lnTo>
                <a:lnTo>
                  <a:pt x="31230" y="70630"/>
                </a:lnTo>
                <a:lnTo>
                  <a:pt x="29812" y="70849"/>
                </a:lnTo>
                <a:lnTo>
                  <a:pt x="28182" y="70491"/>
                </a:lnTo>
                <a:lnTo>
                  <a:pt x="25690" y="71046"/>
                </a:lnTo>
                <a:lnTo>
                  <a:pt x="24791" y="70140"/>
                </a:lnTo>
                <a:lnTo>
                  <a:pt x="25843" y="67494"/>
                </a:lnTo>
                <a:lnTo>
                  <a:pt x="24491" y="66595"/>
                </a:lnTo>
                <a:lnTo>
                  <a:pt x="22664" y="67495"/>
                </a:lnTo>
                <a:lnTo>
                  <a:pt x="21085" y="66837"/>
                </a:lnTo>
                <a:lnTo>
                  <a:pt x="18776" y="67626"/>
                </a:lnTo>
                <a:lnTo>
                  <a:pt x="17782" y="66632"/>
                </a:lnTo>
                <a:lnTo>
                  <a:pt x="18834" y="63986"/>
                </a:lnTo>
                <a:lnTo>
                  <a:pt x="17460" y="63080"/>
                </a:lnTo>
                <a:lnTo>
                  <a:pt x="15589" y="64140"/>
                </a:lnTo>
                <a:lnTo>
                  <a:pt x="14061" y="63168"/>
                </a:lnTo>
                <a:lnTo>
                  <a:pt x="11840" y="64198"/>
                </a:lnTo>
                <a:lnTo>
                  <a:pt x="10678" y="63036"/>
                </a:lnTo>
                <a:lnTo>
                  <a:pt x="11730" y="60814"/>
                </a:lnTo>
                <a:lnTo>
                  <a:pt x="11262" y="60113"/>
                </a:lnTo>
                <a:lnTo>
                  <a:pt x="10729" y="59674"/>
                </a:lnTo>
                <a:lnTo>
                  <a:pt x="8127" y="60661"/>
                </a:lnTo>
                <a:lnTo>
                  <a:pt x="7381" y="59572"/>
                </a:lnTo>
                <a:lnTo>
                  <a:pt x="7791" y="57284"/>
                </a:lnTo>
                <a:lnTo>
                  <a:pt x="7732" y="56100"/>
                </a:lnTo>
                <a:lnTo>
                  <a:pt x="8090" y="53433"/>
                </a:lnTo>
                <a:lnTo>
                  <a:pt x="7389" y="52731"/>
                </a:lnTo>
                <a:lnTo>
                  <a:pt x="4436" y="53550"/>
                </a:lnTo>
                <a:lnTo>
                  <a:pt x="3822" y="52110"/>
                </a:lnTo>
                <a:lnTo>
                  <a:pt x="4604" y="50619"/>
                </a:lnTo>
                <a:lnTo>
                  <a:pt x="4026" y="48931"/>
                </a:lnTo>
                <a:lnTo>
                  <a:pt x="4728" y="46570"/>
                </a:lnTo>
                <a:lnTo>
                  <a:pt x="3880" y="45730"/>
                </a:lnTo>
                <a:lnTo>
                  <a:pt x="935" y="46541"/>
                </a:lnTo>
                <a:lnTo>
                  <a:pt x="0" y="44356"/>
                </a:lnTo>
                <a:lnTo>
                  <a:pt x="898" y="40994"/>
                </a:lnTo>
                <a:lnTo>
                  <a:pt x="577" y="36776"/>
                </a:lnTo>
                <a:lnTo>
                  <a:pt x="745" y="34372"/>
                </a:lnTo>
                <a:lnTo>
                  <a:pt x="745" y="31083"/>
                </a:lnTo>
                <a:lnTo>
                  <a:pt x="467" y="29482"/>
                </a:lnTo>
                <a:lnTo>
                  <a:pt x="942" y="27903"/>
                </a:lnTo>
                <a:lnTo>
                  <a:pt x="292" y="25506"/>
                </a:lnTo>
                <a:lnTo>
                  <a:pt x="1059" y="24739"/>
                </a:lnTo>
                <a:lnTo>
                  <a:pt x="4136" y="25426"/>
                </a:lnTo>
                <a:lnTo>
                  <a:pt x="4648" y="23840"/>
                </a:lnTo>
                <a:lnTo>
                  <a:pt x="3347" y="18775"/>
                </a:lnTo>
                <a:lnTo>
                  <a:pt x="4589" y="17759"/>
                </a:lnTo>
                <a:lnTo>
                  <a:pt x="7637" y="18387"/>
                </a:lnTo>
                <a:lnTo>
                  <a:pt x="8295" y="16473"/>
                </a:lnTo>
                <a:lnTo>
                  <a:pt x="6716" y="12234"/>
                </a:lnTo>
                <a:lnTo>
                  <a:pt x="8251" y="10443"/>
                </a:lnTo>
                <a:lnTo>
                  <a:pt x="10641" y="11474"/>
                </a:lnTo>
                <a:lnTo>
                  <a:pt x="11262" y="11020"/>
                </a:lnTo>
                <a:lnTo>
                  <a:pt x="11730" y="10319"/>
                </a:lnTo>
                <a:lnTo>
                  <a:pt x="10678" y="8097"/>
                </a:lnTo>
                <a:lnTo>
                  <a:pt x="11598" y="7184"/>
                </a:lnTo>
                <a:lnTo>
                  <a:pt x="14259" y="7542"/>
                </a:lnTo>
                <a:lnTo>
                  <a:pt x="15552" y="7469"/>
                </a:lnTo>
                <a:lnTo>
                  <a:pt x="17606" y="7892"/>
                </a:lnTo>
                <a:lnTo>
                  <a:pt x="18783" y="7227"/>
                </a:lnTo>
                <a:lnTo>
                  <a:pt x="17833" y="4443"/>
                </a:lnTo>
                <a:lnTo>
                  <a:pt x="18856" y="3427"/>
                </a:lnTo>
                <a:lnTo>
                  <a:pt x="21078" y="4472"/>
                </a:lnTo>
                <a:lnTo>
                  <a:pt x="22481" y="3544"/>
                </a:lnTo>
                <a:lnTo>
                  <a:pt x="24696" y="4596"/>
                </a:lnTo>
                <a:lnTo>
                  <a:pt x="25690" y="3602"/>
                </a:lnTo>
                <a:lnTo>
                  <a:pt x="24805" y="744"/>
                </a:lnTo>
                <a:lnTo>
                  <a:pt x="26106" y="94"/>
                </a:lnTo>
                <a:lnTo>
                  <a:pt x="27868" y="650"/>
                </a:lnTo>
                <a:lnTo>
                  <a:pt x="32078" y="7"/>
                </a:lnTo>
                <a:lnTo>
                  <a:pt x="35973" y="504"/>
                </a:lnTo>
                <a:lnTo>
                  <a:pt x="41403" y="504"/>
                </a:lnTo>
                <a:lnTo>
                  <a:pt x="44305" y="0"/>
                </a:lnTo>
                <a:lnTo>
                  <a:pt x="46636" y="584"/>
                </a:lnTo>
                <a:lnTo>
                  <a:pt x="46052" y="3734"/>
                </a:lnTo>
                <a:lnTo>
                  <a:pt x="46906" y="4596"/>
                </a:lnTo>
                <a:lnTo>
                  <a:pt x="49128" y="3544"/>
                </a:lnTo>
                <a:lnTo>
                  <a:pt x="50532" y="4472"/>
                </a:lnTo>
                <a:lnTo>
                  <a:pt x="52746" y="3427"/>
                </a:lnTo>
                <a:lnTo>
                  <a:pt x="53769" y="4450"/>
                </a:lnTo>
                <a:lnTo>
                  <a:pt x="52819" y="7227"/>
                </a:lnTo>
                <a:lnTo>
                  <a:pt x="54617" y="8229"/>
                </a:lnTo>
                <a:lnTo>
                  <a:pt x="59470" y="6438"/>
                </a:lnTo>
                <a:lnTo>
                  <a:pt x="60932" y="8170"/>
                </a:lnTo>
                <a:lnTo>
                  <a:pt x="59909" y="10217"/>
                </a:lnTo>
                <a:lnTo>
                  <a:pt x="60347" y="11013"/>
                </a:lnTo>
                <a:lnTo>
                  <a:pt x="60815" y="11422"/>
                </a:lnTo>
                <a:lnTo>
                  <a:pt x="63556" y="10501"/>
                </a:lnTo>
                <a:lnTo>
                  <a:pt x="64879" y="12752"/>
                </a:lnTo>
                <a:lnTo>
                  <a:pt x="63052" y="16151"/>
                </a:lnTo>
                <a:lnTo>
                  <a:pt x="64038" y="18475"/>
                </a:lnTo>
                <a:lnTo>
                  <a:pt x="66998" y="17656"/>
                </a:lnTo>
                <a:lnTo>
                  <a:pt x="67904" y="18570"/>
                </a:lnTo>
                <a:lnTo>
                  <a:pt x="66991" y="20828"/>
                </a:lnTo>
                <a:lnTo>
                  <a:pt x="67722" y="22247"/>
                </a:lnTo>
                <a:lnTo>
                  <a:pt x="66815" y="24497"/>
                </a:lnTo>
                <a:lnTo>
                  <a:pt x="67846" y="25528"/>
                </a:lnTo>
                <a:lnTo>
                  <a:pt x="70492" y="24475"/>
                </a:lnTo>
                <a:lnTo>
                  <a:pt x="71288" y="25674"/>
                </a:lnTo>
                <a:lnTo>
                  <a:pt x="70740" y="27772"/>
                </a:lnTo>
                <a:lnTo>
                  <a:pt x="71318" y="31535"/>
                </a:lnTo>
                <a:lnTo>
                  <a:pt x="71223" y="36052"/>
                </a:lnTo>
                <a:lnTo>
                  <a:pt x="70733" y="40116"/>
                </a:lnTo>
                <a:lnTo>
                  <a:pt x="71588" y="45488"/>
                </a:lnTo>
                <a:lnTo>
                  <a:pt x="70535" y="46343"/>
                </a:lnTo>
                <a:lnTo>
                  <a:pt x="67466" y="45744"/>
                </a:lnTo>
                <a:lnTo>
                  <a:pt x="66962" y="47293"/>
                </a:lnTo>
                <a:lnTo>
                  <a:pt x="68263" y="52350"/>
                </a:lnTo>
                <a:lnTo>
                  <a:pt x="66947" y="53433"/>
                </a:lnTo>
                <a:lnTo>
                  <a:pt x="64060" y="52658"/>
                </a:lnTo>
                <a:lnTo>
                  <a:pt x="63249" y="54368"/>
                </a:lnTo>
                <a:lnTo>
                  <a:pt x="64879" y="59279"/>
                </a:lnTo>
                <a:lnTo>
                  <a:pt x="63154" y="60690"/>
                </a:lnTo>
                <a:lnTo>
                  <a:pt x="61137" y="59660"/>
                </a:lnTo>
                <a:lnTo>
                  <a:pt x="60347" y="60113"/>
                </a:lnTo>
                <a:lnTo>
                  <a:pt x="59909" y="60646"/>
                </a:lnTo>
                <a:lnTo>
                  <a:pt x="60895" y="63248"/>
                </a:lnTo>
                <a:lnTo>
                  <a:pt x="58776" y="64695"/>
                </a:lnTo>
                <a:lnTo>
                  <a:pt x="55107" y="62861"/>
                </a:lnTo>
                <a:lnTo>
                  <a:pt x="52892" y="63804"/>
                </a:lnTo>
                <a:lnTo>
                  <a:pt x="53704" y="66756"/>
                </a:lnTo>
                <a:lnTo>
                  <a:pt x="52819" y="67633"/>
                </a:lnTo>
                <a:lnTo>
                  <a:pt x="50517" y="66829"/>
                </a:lnTo>
                <a:lnTo>
                  <a:pt x="49136" y="67421"/>
                </a:lnTo>
                <a:lnTo>
                  <a:pt x="46834" y="66610"/>
                </a:lnTo>
                <a:lnTo>
                  <a:pt x="45957" y="67495"/>
                </a:lnTo>
                <a:lnTo>
                  <a:pt x="46768" y="70440"/>
                </a:lnTo>
                <a:lnTo>
                  <a:pt x="44582" y="71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968770" y="2126523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20200" y="57241"/>
                </a:moveTo>
                <a:lnTo>
                  <a:pt x="17957" y="56576"/>
                </a:lnTo>
                <a:lnTo>
                  <a:pt x="18527" y="53470"/>
                </a:lnTo>
                <a:lnTo>
                  <a:pt x="17321" y="52001"/>
                </a:lnTo>
                <a:lnTo>
                  <a:pt x="12505" y="54098"/>
                </a:lnTo>
                <a:lnTo>
                  <a:pt x="10677" y="52724"/>
                </a:lnTo>
                <a:lnTo>
                  <a:pt x="11781" y="50181"/>
                </a:lnTo>
                <a:lnTo>
                  <a:pt x="10765" y="49172"/>
                </a:lnTo>
                <a:lnTo>
                  <a:pt x="8120" y="50217"/>
                </a:lnTo>
                <a:lnTo>
                  <a:pt x="7213" y="48851"/>
                </a:lnTo>
                <a:lnTo>
                  <a:pt x="8185" y="47038"/>
                </a:lnTo>
                <a:lnTo>
                  <a:pt x="7754" y="46154"/>
                </a:lnTo>
                <a:lnTo>
                  <a:pt x="7235" y="45723"/>
                </a:lnTo>
                <a:lnTo>
                  <a:pt x="4604" y="46695"/>
                </a:lnTo>
                <a:lnTo>
                  <a:pt x="3873" y="45599"/>
                </a:lnTo>
                <a:lnTo>
                  <a:pt x="4282" y="43340"/>
                </a:lnTo>
                <a:lnTo>
                  <a:pt x="4217" y="42141"/>
                </a:lnTo>
                <a:lnTo>
                  <a:pt x="4582" y="39474"/>
                </a:lnTo>
                <a:lnTo>
                  <a:pt x="3946" y="38845"/>
                </a:lnTo>
                <a:lnTo>
                  <a:pt x="840" y="39496"/>
                </a:lnTo>
                <a:lnTo>
                  <a:pt x="167" y="37223"/>
                </a:lnTo>
                <a:lnTo>
                  <a:pt x="745" y="34146"/>
                </a:lnTo>
                <a:lnTo>
                  <a:pt x="745" y="29870"/>
                </a:lnTo>
                <a:lnTo>
                  <a:pt x="423" y="27341"/>
                </a:lnTo>
                <a:lnTo>
                  <a:pt x="898" y="24045"/>
                </a:lnTo>
                <a:lnTo>
                  <a:pt x="0" y="18702"/>
                </a:lnTo>
                <a:lnTo>
                  <a:pt x="1081" y="17818"/>
                </a:lnTo>
                <a:lnTo>
                  <a:pt x="4129" y="18454"/>
                </a:lnTo>
                <a:lnTo>
                  <a:pt x="4823" y="16459"/>
                </a:lnTo>
                <a:lnTo>
                  <a:pt x="3193" y="12402"/>
                </a:lnTo>
                <a:lnTo>
                  <a:pt x="4699" y="10509"/>
                </a:lnTo>
                <a:lnTo>
                  <a:pt x="7155" y="11533"/>
                </a:lnTo>
                <a:lnTo>
                  <a:pt x="7754" y="11079"/>
                </a:lnTo>
                <a:lnTo>
                  <a:pt x="8214" y="10371"/>
                </a:lnTo>
                <a:lnTo>
                  <a:pt x="7169" y="8156"/>
                </a:lnTo>
                <a:lnTo>
                  <a:pt x="8236" y="7089"/>
                </a:lnTo>
                <a:lnTo>
                  <a:pt x="10889" y="8134"/>
                </a:lnTo>
                <a:lnTo>
                  <a:pt x="11642" y="6994"/>
                </a:lnTo>
                <a:lnTo>
                  <a:pt x="10729" y="4465"/>
                </a:lnTo>
                <a:lnTo>
                  <a:pt x="12505" y="3135"/>
                </a:lnTo>
                <a:lnTo>
                  <a:pt x="17321" y="5233"/>
                </a:lnTo>
                <a:lnTo>
                  <a:pt x="18527" y="3756"/>
                </a:lnTo>
                <a:lnTo>
                  <a:pt x="17949" y="657"/>
                </a:lnTo>
                <a:lnTo>
                  <a:pt x="19206" y="285"/>
                </a:lnTo>
                <a:lnTo>
                  <a:pt x="20800" y="562"/>
                </a:lnTo>
                <a:lnTo>
                  <a:pt x="34328" y="562"/>
                </a:lnTo>
                <a:lnTo>
                  <a:pt x="37376" y="0"/>
                </a:lnTo>
                <a:lnTo>
                  <a:pt x="39693" y="679"/>
                </a:lnTo>
                <a:lnTo>
                  <a:pt x="38947" y="3888"/>
                </a:lnTo>
                <a:lnTo>
                  <a:pt x="40599" y="4714"/>
                </a:lnTo>
                <a:lnTo>
                  <a:pt x="45481" y="3025"/>
                </a:lnTo>
                <a:lnTo>
                  <a:pt x="46862" y="4721"/>
                </a:lnTo>
                <a:lnTo>
                  <a:pt x="45737" y="7001"/>
                </a:lnTo>
                <a:lnTo>
                  <a:pt x="46935" y="8149"/>
                </a:lnTo>
                <a:lnTo>
                  <a:pt x="49245" y="6987"/>
                </a:lnTo>
                <a:lnTo>
                  <a:pt x="50422" y="8163"/>
                </a:lnTo>
                <a:lnTo>
                  <a:pt x="49325" y="10356"/>
                </a:lnTo>
                <a:lnTo>
                  <a:pt x="49830" y="11087"/>
                </a:lnTo>
                <a:lnTo>
                  <a:pt x="50349" y="11525"/>
                </a:lnTo>
                <a:lnTo>
                  <a:pt x="52980" y="10546"/>
                </a:lnTo>
                <a:lnTo>
                  <a:pt x="53711" y="11650"/>
                </a:lnTo>
                <a:lnTo>
                  <a:pt x="53294" y="13901"/>
                </a:lnTo>
                <a:lnTo>
                  <a:pt x="53360" y="15099"/>
                </a:lnTo>
                <a:lnTo>
                  <a:pt x="53002" y="17767"/>
                </a:lnTo>
                <a:lnTo>
                  <a:pt x="53623" y="18381"/>
                </a:lnTo>
                <a:lnTo>
                  <a:pt x="56751" y="17759"/>
                </a:lnTo>
                <a:lnTo>
                  <a:pt x="57387" y="20062"/>
                </a:lnTo>
                <a:lnTo>
                  <a:pt x="56839" y="23066"/>
                </a:lnTo>
                <a:lnTo>
                  <a:pt x="56839" y="29753"/>
                </a:lnTo>
                <a:lnTo>
                  <a:pt x="56971" y="30996"/>
                </a:lnTo>
                <a:lnTo>
                  <a:pt x="56715" y="33166"/>
                </a:lnTo>
                <a:lnTo>
                  <a:pt x="57555" y="38553"/>
                </a:lnTo>
                <a:lnTo>
                  <a:pt x="56503" y="39415"/>
                </a:lnTo>
                <a:lnTo>
                  <a:pt x="53455" y="38787"/>
                </a:lnTo>
                <a:lnTo>
                  <a:pt x="52746" y="40826"/>
                </a:lnTo>
                <a:lnTo>
                  <a:pt x="54383" y="44758"/>
                </a:lnTo>
                <a:lnTo>
                  <a:pt x="52900" y="46739"/>
                </a:lnTo>
                <a:lnTo>
                  <a:pt x="50349" y="45635"/>
                </a:lnTo>
                <a:lnTo>
                  <a:pt x="49340" y="46644"/>
                </a:lnTo>
                <a:lnTo>
                  <a:pt x="50393" y="49289"/>
                </a:lnTo>
                <a:lnTo>
                  <a:pt x="49019" y="50196"/>
                </a:lnTo>
                <a:lnTo>
                  <a:pt x="47206" y="49223"/>
                </a:lnTo>
                <a:lnTo>
                  <a:pt x="46322" y="49662"/>
                </a:lnTo>
                <a:lnTo>
                  <a:pt x="45891" y="50181"/>
                </a:lnTo>
                <a:lnTo>
                  <a:pt x="46863" y="52812"/>
                </a:lnTo>
                <a:lnTo>
                  <a:pt x="45766" y="53543"/>
                </a:lnTo>
                <a:lnTo>
                  <a:pt x="43508" y="53126"/>
                </a:lnTo>
                <a:lnTo>
                  <a:pt x="42309" y="53192"/>
                </a:lnTo>
                <a:lnTo>
                  <a:pt x="39642" y="52826"/>
                </a:lnTo>
                <a:lnTo>
                  <a:pt x="39006" y="53470"/>
                </a:lnTo>
                <a:lnTo>
                  <a:pt x="39678" y="56562"/>
                </a:lnTo>
                <a:lnTo>
                  <a:pt x="38399" y="56956"/>
                </a:lnTo>
                <a:lnTo>
                  <a:pt x="36769" y="56671"/>
                </a:lnTo>
                <a:lnTo>
                  <a:pt x="23270" y="56671"/>
                </a:lnTo>
                <a:lnTo>
                  <a:pt x="20200" y="57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2186282" y="213333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11817" y="43559"/>
                </a:moveTo>
                <a:lnTo>
                  <a:pt x="10656" y="42141"/>
                </a:lnTo>
                <a:lnTo>
                  <a:pt x="11686" y="40124"/>
                </a:lnTo>
                <a:lnTo>
                  <a:pt x="11233" y="39335"/>
                </a:lnTo>
                <a:lnTo>
                  <a:pt x="10524" y="38874"/>
                </a:lnTo>
                <a:lnTo>
                  <a:pt x="8309" y="39920"/>
                </a:lnTo>
                <a:lnTo>
                  <a:pt x="7235" y="38845"/>
                </a:lnTo>
                <a:lnTo>
                  <a:pt x="8288" y="36199"/>
                </a:lnTo>
                <a:lnTo>
                  <a:pt x="7023" y="35366"/>
                </a:lnTo>
                <a:lnTo>
                  <a:pt x="4801" y="36411"/>
                </a:lnTo>
                <a:lnTo>
                  <a:pt x="3632" y="35249"/>
                </a:lnTo>
                <a:lnTo>
                  <a:pt x="4802" y="32910"/>
                </a:lnTo>
                <a:lnTo>
                  <a:pt x="3735" y="31836"/>
                </a:lnTo>
                <a:lnTo>
                  <a:pt x="1081" y="32889"/>
                </a:lnTo>
                <a:lnTo>
                  <a:pt x="263" y="31639"/>
                </a:lnTo>
                <a:lnTo>
                  <a:pt x="899" y="29644"/>
                </a:lnTo>
                <a:lnTo>
                  <a:pt x="482" y="27794"/>
                </a:lnTo>
                <a:lnTo>
                  <a:pt x="716" y="26362"/>
                </a:lnTo>
                <a:lnTo>
                  <a:pt x="716" y="23037"/>
                </a:lnTo>
                <a:lnTo>
                  <a:pt x="453" y="20566"/>
                </a:lnTo>
                <a:lnTo>
                  <a:pt x="840" y="17255"/>
                </a:lnTo>
                <a:lnTo>
                  <a:pt x="0" y="11869"/>
                </a:lnTo>
                <a:lnTo>
                  <a:pt x="1418" y="10714"/>
                </a:lnTo>
                <a:lnTo>
                  <a:pt x="3427" y="11737"/>
                </a:lnTo>
                <a:lnTo>
                  <a:pt x="4217" y="11284"/>
                </a:lnTo>
                <a:lnTo>
                  <a:pt x="4619" y="10334"/>
                </a:lnTo>
                <a:lnTo>
                  <a:pt x="3727" y="8675"/>
                </a:lnTo>
                <a:lnTo>
                  <a:pt x="4509" y="7264"/>
                </a:lnTo>
                <a:lnTo>
                  <a:pt x="7294" y="8222"/>
                </a:lnTo>
                <a:lnTo>
                  <a:pt x="8215" y="7294"/>
                </a:lnTo>
                <a:lnTo>
                  <a:pt x="7162" y="4641"/>
                </a:lnTo>
                <a:lnTo>
                  <a:pt x="8529" y="3764"/>
                </a:lnTo>
                <a:lnTo>
                  <a:pt x="10356" y="4714"/>
                </a:lnTo>
                <a:lnTo>
                  <a:pt x="11232" y="4275"/>
                </a:lnTo>
                <a:lnTo>
                  <a:pt x="11693" y="3566"/>
                </a:lnTo>
                <a:lnTo>
                  <a:pt x="10648" y="1352"/>
                </a:lnTo>
                <a:lnTo>
                  <a:pt x="11686" y="321"/>
                </a:lnTo>
                <a:lnTo>
                  <a:pt x="14090" y="964"/>
                </a:lnTo>
                <a:lnTo>
                  <a:pt x="15669" y="489"/>
                </a:lnTo>
                <a:lnTo>
                  <a:pt x="17262" y="774"/>
                </a:lnTo>
                <a:lnTo>
                  <a:pt x="20514" y="774"/>
                </a:lnTo>
                <a:lnTo>
                  <a:pt x="22985" y="504"/>
                </a:lnTo>
                <a:lnTo>
                  <a:pt x="27223" y="1001"/>
                </a:lnTo>
                <a:lnTo>
                  <a:pt x="30469" y="0"/>
                </a:lnTo>
                <a:lnTo>
                  <a:pt x="32713" y="957"/>
                </a:lnTo>
                <a:lnTo>
                  <a:pt x="31901" y="3910"/>
                </a:lnTo>
                <a:lnTo>
                  <a:pt x="32866" y="4867"/>
                </a:lnTo>
                <a:lnTo>
                  <a:pt x="35168" y="3705"/>
                </a:lnTo>
                <a:lnTo>
                  <a:pt x="36367" y="4823"/>
                </a:lnTo>
                <a:lnTo>
                  <a:pt x="35205" y="7206"/>
                </a:lnTo>
                <a:lnTo>
                  <a:pt x="36265" y="8266"/>
                </a:lnTo>
                <a:lnTo>
                  <a:pt x="38910" y="7221"/>
                </a:lnTo>
                <a:lnTo>
                  <a:pt x="39816" y="8588"/>
                </a:lnTo>
                <a:lnTo>
                  <a:pt x="38844" y="10400"/>
                </a:lnTo>
                <a:lnTo>
                  <a:pt x="39283" y="11284"/>
                </a:lnTo>
                <a:lnTo>
                  <a:pt x="39985" y="11752"/>
                </a:lnTo>
                <a:lnTo>
                  <a:pt x="42199" y="10699"/>
                </a:lnTo>
                <a:lnTo>
                  <a:pt x="43237" y="11737"/>
                </a:lnTo>
                <a:lnTo>
                  <a:pt x="42594" y="14149"/>
                </a:lnTo>
                <a:lnTo>
                  <a:pt x="43069" y="15720"/>
                </a:lnTo>
                <a:lnTo>
                  <a:pt x="42784" y="17321"/>
                </a:lnTo>
                <a:lnTo>
                  <a:pt x="42784" y="20551"/>
                </a:lnTo>
                <a:lnTo>
                  <a:pt x="43098" y="23073"/>
                </a:lnTo>
                <a:lnTo>
                  <a:pt x="42630" y="26376"/>
                </a:lnTo>
                <a:lnTo>
                  <a:pt x="43522" y="31726"/>
                </a:lnTo>
                <a:lnTo>
                  <a:pt x="42082" y="32896"/>
                </a:lnTo>
                <a:lnTo>
                  <a:pt x="40072" y="31873"/>
                </a:lnTo>
                <a:lnTo>
                  <a:pt x="39283" y="32326"/>
                </a:lnTo>
                <a:lnTo>
                  <a:pt x="38815" y="33027"/>
                </a:lnTo>
                <a:lnTo>
                  <a:pt x="39868" y="35249"/>
                </a:lnTo>
                <a:lnTo>
                  <a:pt x="38793" y="36324"/>
                </a:lnTo>
                <a:lnTo>
                  <a:pt x="36140" y="35271"/>
                </a:lnTo>
                <a:lnTo>
                  <a:pt x="35315" y="36535"/>
                </a:lnTo>
                <a:lnTo>
                  <a:pt x="36360" y="38750"/>
                </a:lnTo>
                <a:lnTo>
                  <a:pt x="35190" y="39920"/>
                </a:lnTo>
                <a:lnTo>
                  <a:pt x="32859" y="38750"/>
                </a:lnTo>
                <a:lnTo>
                  <a:pt x="31784" y="39824"/>
                </a:lnTo>
                <a:lnTo>
                  <a:pt x="32829" y="42470"/>
                </a:lnTo>
                <a:lnTo>
                  <a:pt x="31580" y="43296"/>
                </a:lnTo>
                <a:lnTo>
                  <a:pt x="29592" y="42653"/>
                </a:lnTo>
                <a:lnTo>
                  <a:pt x="26690" y="43311"/>
                </a:lnTo>
                <a:lnTo>
                  <a:pt x="23891" y="42843"/>
                </a:lnTo>
                <a:lnTo>
                  <a:pt x="20617" y="42843"/>
                </a:lnTo>
                <a:lnTo>
                  <a:pt x="19367" y="42974"/>
                </a:lnTo>
                <a:lnTo>
                  <a:pt x="17196" y="42718"/>
                </a:lnTo>
                <a:lnTo>
                  <a:pt x="11817" y="43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2403772" y="2140388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10">
                <a:moveTo>
                  <a:pt x="21450" y="29116"/>
                </a:moveTo>
                <a:lnTo>
                  <a:pt x="18783" y="28758"/>
                </a:lnTo>
                <a:lnTo>
                  <a:pt x="17109" y="28846"/>
                </a:lnTo>
                <a:lnTo>
                  <a:pt x="15939" y="28714"/>
                </a:lnTo>
                <a:lnTo>
                  <a:pt x="13615" y="28853"/>
                </a:lnTo>
                <a:lnTo>
                  <a:pt x="12424" y="28787"/>
                </a:lnTo>
                <a:lnTo>
                  <a:pt x="10568" y="28787"/>
                </a:lnTo>
                <a:lnTo>
                  <a:pt x="8339" y="29138"/>
                </a:lnTo>
                <a:lnTo>
                  <a:pt x="7250" y="28466"/>
                </a:lnTo>
                <a:lnTo>
                  <a:pt x="8178" y="25762"/>
                </a:lnTo>
                <a:lnTo>
                  <a:pt x="7761" y="25279"/>
                </a:lnTo>
                <a:lnTo>
                  <a:pt x="6884" y="24841"/>
                </a:lnTo>
                <a:lnTo>
                  <a:pt x="5064" y="25820"/>
                </a:lnTo>
                <a:lnTo>
                  <a:pt x="3698" y="24907"/>
                </a:lnTo>
                <a:lnTo>
                  <a:pt x="4750" y="22261"/>
                </a:lnTo>
                <a:lnTo>
                  <a:pt x="3844" y="21362"/>
                </a:lnTo>
                <a:lnTo>
                  <a:pt x="993" y="22261"/>
                </a:lnTo>
                <a:lnTo>
                  <a:pt x="22" y="20324"/>
                </a:lnTo>
                <a:lnTo>
                  <a:pt x="753" y="16422"/>
                </a:lnTo>
                <a:lnTo>
                  <a:pt x="753" y="13381"/>
                </a:lnTo>
                <a:lnTo>
                  <a:pt x="0" y="8820"/>
                </a:lnTo>
                <a:lnTo>
                  <a:pt x="1140" y="7198"/>
                </a:lnTo>
                <a:lnTo>
                  <a:pt x="3720" y="8185"/>
                </a:lnTo>
                <a:lnTo>
                  <a:pt x="4261" y="7746"/>
                </a:lnTo>
                <a:lnTo>
                  <a:pt x="4721" y="7037"/>
                </a:lnTo>
                <a:lnTo>
                  <a:pt x="3676" y="4823"/>
                </a:lnTo>
                <a:lnTo>
                  <a:pt x="4838" y="3653"/>
                </a:lnTo>
                <a:lnTo>
                  <a:pt x="7067" y="4706"/>
                </a:lnTo>
                <a:lnTo>
                  <a:pt x="7761" y="4238"/>
                </a:lnTo>
                <a:lnTo>
                  <a:pt x="8105" y="3851"/>
                </a:lnTo>
                <a:lnTo>
                  <a:pt x="7330" y="920"/>
                </a:lnTo>
                <a:lnTo>
                  <a:pt x="9362" y="36"/>
                </a:lnTo>
                <a:lnTo>
                  <a:pt x="13009" y="730"/>
                </a:lnTo>
                <a:lnTo>
                  <a:pt x="16444" y="730"/>
                </a:lnTo>
                <a:lnTo>
                  <a:pt x="20340" y="0"/>
                </a:lnTo>
                <a:lnTo>
                  <a:pt x="22276" y="972"/>
                </a:lnTo>
                <a:lnTo>
                  <a:pt x="21385" y="3836"/>
                </a:lnTo>
                <a:lnTo>
                  <a:pt x="22284" y="4728"/>
                </a:lnTo>
                <a:lnTo>
                  <a:pt x="24937" y="3683"/>
                </a:lnTo>
                <a:lnTo>
                  <a:pt x="25836" y="5042"/>
                </a:lnTo>
                <a:lnTo>
                  <a:pt x="24864" y="6862"/>
                </a:lnTo>
                <a:lnTo>
                  <a:pt x="25302" y="7746"/>
                </a:lnTo>
                <a:lnTo>
                  <a:pt x="26004" y="8207"/>
                </a:lnTo>
                <a:lnTo>
                  <a:pt x="28226" y="7161"/>
                </a:lnTo>
                <a:lnTo>
                  <a:pt x="29388" y="8331"/>
                </a:lnTo>
                <a:lnTo>
                  <a:pt x="28291" y="10523"/>
                </a:lnTo>
                <a:lnTo>
                  <a:pt x="28788" y="11254"/>
                </a:lnTo>
                <a:lnTo>
                  <a:pt x="28788" y="19126"/>
                </a:lnTo>
                <a:lnTo>
                  <a:pt x="29124" y="21004"/>
                </a:lnTo>
                <a:lnTo>
                  <a:pt x="28605" y="22217"/>
                </a:lnTo>
                <a:lnTo>
                  <a:pt x="25652" y="21406"/>
                </a:lnTo>
                <a:lnTo>
                  <a:pt x="24863" y="22202"/>
                </a:lnTo>
                <a:lnTo>
                  <a:pt x="25784" y="25016"/>
                </a:lnTo>
                <a:lnTo>
                  <a:pt x="24374" y="25762"/>
                </a:lnTo>
                <a:lnTo>
                  <a:pt x="22744" y="24892"/>
                </a:lnTo>
                <a:lnTo>
                  <a:pt x="21779" y="25279"/>
                </a:lnTo>
                <a:lnTo>
                  <a:pt x="21319" y="25981"/>
                </a:lnTo>
                <a:lnTo>
                  <a:pt x="22364" y="28203"/>
                </a:lnTo>
                <a:lnTo>
                  <a:pt x="21450" y="291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372960" y="2214256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10">
                <a:moveTo>
                  <a:pt x="43947" y="92336"/>
                </a:moveTo>
                <a:lnTo>
                  <a:pt x="41974" y="91502"/>
                </a:lnTo>
                <a:lnTo>
                  <a:pt x="42785" y="88543"/>
                </a:lnTo>
                <a:lnTo>
                  <a:pt x="42025" y="87790"/>
                </a:lnTo>
                <a:lnTo>
                  <a:pt x="39496" y="88287"/>
                </a:lnTo>
                <a:lnTo>
                  <a:pt x="36733" y="87797"/>
                </a:lnTo>
                <a:lnTo>
                  <a:pt x="34110" y="88177"/>
                </a:lnTo>
                <a:lnTo>
                  <a:pt x="31025" y="88177"/>
                </a:lnTo>
                <a:lnTo>
                  <a:pt x="29176" y="88506"/>
                </a:lnTo>
                <a:lnTo>
                  <a:pt x="27956" y="88009"/>
                </a:lnTo>
                <a:lnTo>
                  <a:pt x="28745" y="85027"/>
                </a:lnTo>
                <a:lnTo>
                  <a:pt x="28058" y="84340"/>
                </a:lnTo>
                <a:lnTo>
                  <a:pt x="25390" y="84706"/>
                </a:lnTo>
                <a:lnTo>
                  <a:pt x="24214" y="84640"/>
                </a:lnTo>
                <a:lnTo>
                  <a:pt x="21897" y="85049"/>
                </a:lnTo>
                <a:lnTo>
                  <a:pt x="20808" y="84267"/>
                </a:lnTo>
                <a:lnTo>
                  <a:pt x="21889" y="81680"/>
                </a:lnTo>
                <a:lnTo>
                  <a:pt x="20793" y="80584"/>
                </a:lnTo>
                <a:lnTo>
                  <a:pt x="18454" y="81753"/>
                </a:lnTo>
                <a:lnTo>
                  <a:pt x="17285" y="80584"/>
                </a:lnTo>
                <a:lnTo>
                  <a:pt x="18454" y="78252"/>
                </a:lnTo>
                <a:lnTo>
                  <a:pt x="17285" y="77083"/>
                </a:lnTo>
                <a:lnTo>
                  <a:pt x="14946" y="78252"/>
                </a:lnTo>
                <a:lnTo>
                  <a:pt x="13777" y="77083"/>
                </a:lnTo>
                <a:lnTo>
                  <a:pt x="14946" y="74744"/>
                </a:lnTo>
                <a:lnTo>
                  <a:pt x="13777" y="73575"/>
                </a:lnTo>
                <a:lnTo>
                  <a:pt x="11438" y="74744"/>
                </a:lnTo>
                <a:lnTo>
                  <a:pt x="10268" y="73575"/>
                </a:lnTo>
                <a:lnTo>
                  <a:pt x="11438" y="71243"/>
                </a:lnTo>
                <a:lnTo>
                  <a:pt x="10334" y="70140"/>
                </a:lnTo>
                <a:lnTo>
                  <a:pt x="7783" y="71236"/>
                </a:lnTo>
                <a:lnTo>
                  <a:pt x="6417" y="69409"/>
                </a:lnTo>
                <a:lnTo>
                  <a:pt x="8507" y="64592"/>
                </a:lnTo>
                <a:lnTo>
                  <a:pt x="6972" y="63328"/>
                </a:lnTo>
                <a:lnTo>
                  <a:pt x="4005" y="64044"/>
                </a:lnTo>
                <a:lnTo>
                  <a:pt x="3150" y="61990"/>
                </a:lnTo>
                <a:lnTo>
                  <a:pt x="3837" y="58431"/>
                </a:lnTo>
                <a:lnTo>
                  <a:pt x="3837" y="54543"/>
                </a:lnTo>
                <a:lnTo>
                  <a:pt x="4363" y="51605"/>
                </a:lnTo>
                <a:lnTo>
                  <a:pt x="3756" y="49281"/>
                </a:lnTo>
                <a:lnTo>
                  <a:pt x="606" y="49887"/>
                </a:lnTo>
                <a:lnTo>
                  <a:pt x="0" y="49273"/>
                </a:lnTo>
                <a:lnTo>
                  <a:pt x="358" y="46613"/>
                </a:lnTo>
                <a:lnTo>
                  <a:pt x="336" y="42440"/>
                </a:lnTo>
                <a:lnTo>
                  <a:pt x="3654" y="42776"/>
                </a:lnTo>
                <a:lnTo>
                  <a:pt x="4166" y="42264"/>
                </a:lnTo>
                <a:lnTo>
                  <a:pt x="3815" y="39604"/>
                </a:lnTo>
                <a:lnTo>
                  <a:pt x="3895" y="37930"/>
                </a:lnTo>
                <a:lnTo>
                  <a:pt x="3771" y="36754"/>
                </a:lnTo>
                <a:lnTo>
                  <a:pt x="3903" y="34430"/>
                </a:lnTo>
                <a:lnTo>
                  <a:pt x="3837" y="31170"/>
                </a:lnTo>
                <a:lnTo>
                  <a:pt x="3530" y="29431"/>
                </a:lnTo>
                <a:lnTo>
                  <a:pt x="3983" y="28181"/>
                </a:lnTo>
                <a:lnTo>
                  <a:pt x="7009" y="28919"/>
                </a:lnTo>
                <a:lnTo>
                  <a:pt x="7930" y="27998"/>
                </a:lnTo>
                <a:lnTo>
                  <a:pt x="6877" y="25769"/>
                </a:lnTo>
                <a:lnTo>
                  <a:pt x="7813" y="24380"/>
                </a:lnTo>
                <a:lnTo>
                  <a:pt x="6760" y="22151"/>
                </a:lnTo>
                <a:lnTo>
                  <a:pt x="7864" y="21055"/>
                </a:lnTo>
                <a:lnTo>
                  <a:pt x="10429" y="22144"/>
                </a:lnTo>
                <a:lnTo>
                  <a:pt x="11357" y="20880"/>
                </a:lnTo>
                <a:lnTo>
                  <a:pt x="10261" y="18658"/>
                </a:lnTo>
                <a:lnTo>
                  <a:pt x="11343" y="17576"/>
                </a:lnTo>
                <a:lnTo>
                  <a:pt x="13988" y="18621"/>
                </a:lnTo>
                <a:lnTo>
                  <a:pt x="14829" y="17364"/>
                </a:lnTo>
                <a:lnTo>
                  <a:pt x="13777" y="15142"/>
                </a:lnTo>
                <a:lnTo>
                  <a:pt x="14946" y="13974"/>
                </a:lnTo>
                <a:lnTo>
                  <a:pt x="17285" y="15143"/>
                </a:lnTo>
                <a:lnTo>
                  <a:pt x="18454" y="13981"/>
                </a:lnTo>
                <a:lnTo>
                  <a:pt x="17285" y="11642"/>
                </a:lnTo>
                <a:lnTo>
                  <a:pt x="18454" y="10472"/>
                </a:lnTo>
                <a:lnTo>
                  <a:pt x="20793" y="11642"/>
                </a:lnTo>
                <a:lnTo>
                  <a:pt x="21882" y="10553"/>
                </a:lnTo>
                <a:lnTo>
                  <a:pt x="20808" y="7943"/>
                </a:lnTo>
                <a:lnTo>
                  <a:pt x="22642" y="6672"/>
                </a:lnTo>
                <a:lnTo>
                  <a:pt x="27459" y="8696"/>
                </a:lnTo>
                <a:lnTo>
                  <a:pt x="28672" y="7213"/>
                </a:lnTo>
                <a:lnTo>
                  <a:pt x="28043" y="4165"/>
                </a:lnTo>
                <a:lnTo>
                  <a:pt x="30221" y="3420"/>
                </a:lnTo>
                <a:lnTo>
                  <a:pt x="33466" y="4048"/>
                </a:lnTo>
                <a:lnTo>
                  <a:pt x="37676" y="4048"/>
                </a:lnTo>
                <a:lnTo>
                  <a:pt x="40161" y="4268"/>
                </a:lnTo>
                <a:lnTo>
                  <a:pt x="42419" y="4041"/>
                </a:lnTo>
                <a:lnTo>
                  <a:pt x="42339" y="540"/>
                </a:lnTo>
                <a:lnTo>
                  <a:pt x="45247" y="204"/>
                </a:lnTo>
                <a:lnTo>
                  <a:pt x="46629" y="877"/>
                </a:lnTo>
                <a:lnTo>
                  <a:pt x="48902" y="0"/>
                </a:lnTo>
                <a:lnTo>
                  <a:pt x="49925" y="1023"/>
                </a:lnTo>
                <a:lnTo>
                  <a:pt x="48873" y="3676"/>
                </a:lnTo>
                <a:lnTo>
                  <a:pt x="50115" y="4494"/>
                </a:lnTo>
                <a:lnTo>
                  <a:pt x="52125" y="3866"/>
                </a:lnTo>
                <a:lnTo>
                  <a:pt x="55041" y="4494"/>
                </a:lnTo>
                <a:lnTo>
                  <a:pt x="57804" y="4041"/>
                </a:lnTo>
                <a:lnTo>
                  <a:pt x="60852" y="4041"/>
                </a:lnTo>
                <a:lnTo>
                  <a:pt x="62650" y="3719"/>
                </a:lnTo>
                <a:lnTo>
                  <a:pt x="63885" y="4202"/>
                </a:lnTo>
                <a:lnTo>
                  <a:pt x="63117" y="7206"/>
                </a:lnTo>
                <a:lnTo>
                  <a:pt x="63797" y="7878"/>
                </a:lnTo>
                <a:lnTo>
                  <a:pt x="66465" y="7520"/>
                </a:lnTo>
                <a:lnTo>
                  <a:pt x="67620" y="7578"/>
                </a:lnTo>
                <a:lnTo>
                  <a:pt x="69987" y="7177"/>
                </a:lnTo>
                <a:lnTo>
                  <a:pt x="71069" y="7980"/>
                </a:lnTo>
                <a:lnTo>
                  <a:pt x="69966" y="10531"/>
                </a:lnTo>
                <a:lnTo>
                  <a:pt x="71069" y="11635"/>
                </a:lnTo>
                <a:lnTo>
                  <a:pt x="73408" y="10465"/>
                </a:lnTo>
                <a:lnTo>
                  <a:pt x="74578" y="11635"/>
                </a:lnTo>
                <a:lnTo>
                  <a:pt x="73408" y="13966"/>
                </a:lnTo>
                <a:lnTo>
                  <a:pt x="74577" y="15136"/>
                </a:lnTo>
                <a:lnTo>
                  <a:pt x="76916" y="13966"/>
                </a:lnTo>
                <a:lnTo>
                  <a:pt x="78086" y="15136"/>
                </a:lnTo>
                <a:lnTo>
                  <a:pt x="76917" y="17474"/>
                </a:lnTo>
                <a:lnTo>
                  <a:pt x="78086" y="18643"/>
                </a:lnTo>
                <a:lnTo>
                  <a:pt x="80424" y="17474"/>
                </a:lnTo>
                <a:lnTo>
                  <a:pt x="81594" y="18644"/>
                </a:lnTo>
                <a:lnTo>
                  <a:pt x="80425" y="20982"/>
                </a:lnTo>
                <a:lnTo>
                  <a:pt x="81514" y="22071"/>
                </a:lnTo>
                <a:lnTo>
                  <a:pt x="84108" y="20990"/>
                </a:lnTo>
                <a:lnTo>
                  <a:pt x="85409" y="22824"/>
                </a:lnTo>
                <a:lnTo>
                  <a:pt x="83363" y="27633"/>
                </a:lnTo>
                <a:lnTo>
                  <a:pt x="84883" y="28875"/>
                </a:lnTo>
                <a:lnTo>
                  <a:pt x="87872" y="28196"/>
                </a:lnTo>
                <a:lnTo>
                  <a:pt x="89224" y="31616"/>
                </a:lnTo>
                <a:lnTo>
                  <a:pt x="87083" y="35972"/>
                </a:lnTo>
                <a:lnTo>
                  <a:pt x="88223" y="39750"/>
                </a:lnTo>
                <a:lnTo>
                  <a:pt x="87573" y="42155"/>
                </a:lnTo>
                <a:lnTo>
                  <a:pt x="88216" y="42791"/>
                </a:lnTo>
                <a:lnTo>
                  <a:pt x="91527" y="42433"/>
                </a:lnTo>
                <a:lnTo>
                  <a:pt x="91629" y="44282"/>
                </a:lnTo>
                <a:lnTo>
                  <a:pt x="92184" y="48097"/>
                </a:lnTo>
                <a:lnTo>
                  <a:pt x="91344" y="50070"/>
                </a:lnTo>
                <a:lnTo>
                  <a:pt x="88399" y="49252"/>
                </a:lnTo>
                <a:lnTo>
                  <a:pt x="87638" y="50012"/>
                </a:lnTo>
                <a:lnTo>
                  <a:pt x="88128" y="52541"/>
                </a:lnTo>
                <a:lnTo>
                  <a:pt x="87646" y="55303"/>
                </a:lnTo>
                <a:lnTo>
                  <a:pt x="88026" y="57927"/>
                </a:lnTo>
                <a:lnTo>
                  <a:pt x="88026" y="61004"/>
                </a:lnTo>
                <a:lnTo>
                  <a:pt x="88355" y="62861"/>
                </a:lnTo>
                <a:lnTo>
                  <a:pt x="87850" y="64081"/>
                </a:lnTo>
                <a:lnTo>
                  <a:pt x="84883" y="63284"/>
                </a:lnTo>
                <a:lnTo>
                  <a:pt x="84189" y="63979"/>
                </a:lnTo>
                <a:lnTo>
                  <a:pt x="84547" y="66639"/>
                </a:lnTo>
                <a:lnTo>
                  <a:pt x="84488" y="67794"/>
                </a:lnTo>
                <a:lnTo>
                  <a:pt x="84883" y="70169"/>
                </a:lnTo>
                <a:lnTo>
                  <a:pt x="84086" y="71236"/>
                </a:lnTo>
                <a:lnTo>
                  <a:pt x="81528" y="70140"/>
                </a:lnTo>
                <a:lnTo>
                  <a:pt x="80425" y="71243"/>
                </a:lnTo>
                <a:lnTo>
                  <a:pt x="81594" y="73575"/>
                </a:lnTo>
                <a:lnTo>
                  <a:pt x="80425" y="74744"/>
                </a:lnTo>
                <a:lnTo>
                  <a:pt x="78086" y="73575"/>
                </a:lnTo>
                <a:lnTo>
                  <a:pt x="76916" y="74744"/>
                </a:lnTo>
                <a:lnTo>
                  <a:pt x="78086" y="77083"/>
                </a:lnTo>
                <a:lnTo>
                  <a:pt x="76917" y="78252"/>
                </a:lnTo>
                <a:lnTo>
                  <a:pt x="74578" y="77083"/>
                </a:lnTo>
                <a:lnTo>
                  <a:pt x="73408" y="78252"/>
                </a:lnTo>
                <a:lnTo>
                  <a:pt x="74577" y="80591"/>
                </a:lnTo>
                <a:lnTo>
                  <a:pt x="73408" y="81753"/>
                </a:lnTo>
                <a:lnTo>
                  <a:pt x="71069" y="80591"/>
                </a:lnTo>
                <a:lnTo>
                  <a:pt x="69973" y="81672"/>
                </a:lnTo>
                <a:lnTo>
                  <a:pt x="71062" y="84274"/>
                </a:lnTo>
                <a:lnTo>
                  <a:pt x="69228" y="85568"/>
                </a:lnTo>
                <a:lnTo>
                  <a:pt x="64411" y="83529"/>
                </a:lnTo>
                <a:lnTo>
                  <a:pt x="63169" y="85035"/>
                </a:lnTo>
                <a:lnTo>
                  <a:pt x="63849" y="88038"/>
                </a:lnTo>
                <a:lnTo>
                  <a:pt x="60421" y="89361"/>
                </a:lnTo>
                <a:lnTo>
                  <a:pt x="56087" y="87227"/>
                </a:lnTo>
                <a:lnTo>
                  <a:pt x="52294" y="88374"/>
                </a:lnTo>
                <a:lnTo>
                  <a:pt x="49889" y="87724"/>
                </a:lnTo>
                <a:lnTo>
                  <a:pt x="49246" y="88367"/>
                </a:lnTo>
                <a:lnTo>
                  <a:pt x="49604" y="91678"/>
                </a:lnTo>
                <a:lnTo>
                  <a:pt x="47755" y="91780"/>
                </a:lnTo>
                <a:lnTo>
                  <a:pt x="43947" y="923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83156" y="2214117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10">
                <a:moveTo>
                  <a:pt x="44656" y="92306"/>
                </a:moveTo>
                <a:lnTo>
                  <a:pt x="42091" y="91671"/>
                </a:lnTo>
                <a:lnTo>
                  <a:pt x="39635" y="92255"/>
                </a:lnTo>
                <a:lnTo>
                  <a:pt x="38941" y="91561"/>
                </a:lnTo>
                <a:lnTo>
                  <a:pt x="39503" y="88382"/>
                </a:lnTo>
                <a:lnTo>
                  <a:pt x="37143" y="87834"/>
                </a:lnTo>
                <a:lnTo>
                  <a:pt x="34314" y="88316"/>
                </a:lnTo>
                <a:lnTo>
                  <a:pt x="31340" y="88316"/>
                </a:lnTo>
                <a:lnTo>
                  <a:pt x="29447" y="88652"/>
                </a:lnTo>
                <a:lnTo>
                  <a:pt x="28233" y="88126"/>
                </a:lnTo>
                <a:lnTo>
                  <a:pt x="29052" y="85180"/>
                </a:lnTo>
                <a:lnTo>
                  <a:pt x="28095" y="84230"/>
                </a:lnTo>
                <a:lnTo>
                  <a:pt x="25873" y="85275"/>
                </a:lnTo>
                <a:lnTo>
                  <a:pt x="24469" y="84347"/>
                </a:lnTo>
                <a:lnTo>
                  <a:pt x="22248" y="85400"/>
                </a:lnTo>
                <a:lnTo>
                  <a:pt x="21144" y="84296"/>
                </a:lnTo>
                <a:lnTo>
                  <a:pt x="22240" y="81731"/>
                </a:lnTo>
                <a:lnTo>
                  <a:pt x="20976" y="80810"/>
                </a:lnTo>
                <a:lnTo>
                  <a:pt x="18747" y="81899"/>
                </a:lnTo>
                <a:lnTo>
                  <a:pt x="17665" y="80817"/>
                </a:lnTo>
                <a:lnTo>
                  <a:pt x="18717" y="78172"/>
                </a:lnTo>
                <a:lnTo>
                  <a:pt x="17453" y="77338"/>
                </a:lnTo>
                <a:lnTo>
                  <a:pt x="15231" y="78391"/>
                </a:lnTo>
                <a:lnTo>
                  <a:pt x="14062" y="77221"/>
                </a:lnTo>
                <a:lnTo>
                  <a:pt x="15231" y="74883"/>
                </a:lnTo>
                <a:lnTo>
                  <a:pt x="14062" y="73714"/>
                </a:lnTo>
                <a:lnTo>
                  <a:pt x="11723" y="74883"/>
                </a:lnTo>
                <a:lnTo>
                  <a:pt x="10553" y="73713"/>
                </a:lnTo>
                <a:lnTo>
                  <a:pt x="11723" y="71382"/>
                </a:lnTo>
                <a:lnTo>
                  <a:pt x="10634" y="70293"/>
                </a:lnTo>
                <a:lnTo>
                  <a:pt x="8025" y="71367"/>
                </a:lnTo>
                <a:lnTo>
                  <a:pt x="6746" y="69533"/>
                </a:lnTo>
                <a:lnTo>
                  <a:pt x="8778" y="64717"/>
                </a:lnTo>
                <a:lnTo>
                  <a:pt x="7235" y="63452"/>
                </a:lnTo>
                <a:lnTo>
                  <a:pt x="4305" y="64198"/>
                </a:lnTo>
                <a:lnTo>
                  <a:pt x="3413" y="62202"/>
                </a:lnTo>
                <a:lnTo>
                  <a:pt x="4122" y="58519"/>
                </a:lnTo>
                <a:lnTo>
                  <a:pt x="4122" y="55749"/>
                </a:lnTo>
                <a:lnTo>
                  <a:pt x="4385" y="54221"/>
                </a:lnTo>
                <a:lnTo>
                  <a:pt x="4027" y="52928"/>
                </a:lnTo>
                <a:lnTo>
                  <a:pt x="899" y="53542"/>
                </a:lnTo>
                <a:lnTo>
                  <a:pt x="285" y="52920"/>
                </a:lnTo>
                <a:lnTo>
                  <a:pt x="643" y="50267"/>
                </a:lnTo>
                <a:lnTo>
                  <a:pt x="614" y="45312"/>
                </a:lnTo>
                <a:lnTo>
                  <a:pt x="0" y="39736"/>
                </a:lnTo>
                <a:lnTo>
                  <a:pt x="913" y="38990"/>
                </a:lnTo>
                <a:lnTo>
                  <a:pt x="4041" y="39531"/>
                </a:lnTo>
                <a:lnTo>
                  <a:pt x="4663" y="37251"/>
                </a:lnTo>
                <a:lnTo>
                  <a:pt x="4122" y="34283"/>
                </a:lnTo>
                <a:lnTo>
                  <a:pt x="4122" y="31389"/>
                </a:lnTo>
                <a:lnTo>
                  <a:pt x="3786" y="29445"/>
                </a:lnTo>
                <a:lnTo>
                  <a:pt x="4326" y="28254"/>
                </a:lnTo>
                <a:lnTo>
                  <a:pt x="7243" y="29094"/>
                </a:lnTo>
                <a:lnTo>
                  <a:pt x="7959" y="28378"/>
                </a:lnTo>
                <a:lnTo>
                  <a:pt x="7601" y="25718"/>
                </a:lnTo>
                <a:lnTo>
                  <a:pt x="7659" y="24563"/>
                </a:lnTo>
                <a:lnTo>
                  <a:pt x="7265" y="22187"/>
                </a:lnTo>
                <a:lnTo>
                  <a:pt x="8068" y="21120"/>
                </a:lnTo>
                <a:lnTo>
                  <a:pt x="10612" y="22224"/>
                </a:lnTo>
                <a:lnTo>
                  <a:pt x="11628" y="21215"/>
                </a:lnTo>
                <a:lnTo>
                  <a:pt x="10575" y="18562"/>
                </a:lnTo>
                <a:lnTo>
                  <a:pt x="11803" y="17751"/>
                </a:lnTo>
                <a:lnTo>
                  <a:pt x="14120" y="18767"/>
                </a:lnTo>
                <a:lnTo>
                  <a:pt x="15216" y="17576"/>
                </a:lnTo>
                <a:lnTo>
                  <a:pt x="14047" y="15288"/>
                </a:lnTo>
                <a:lnTo>
                  <a:pt x="15136" y="14207"/>
                </a:lnTo>
                <a:lnTo>
                  <a:pt x="17782" y="15252"/>
                </a:lnTo>
                <a:lnTo>
                  <a:pt x="18622" y="13987"/>
                </a:lnTo>
                <a:lnTo>
                  <a:pt x="17570" y="11773"/>
                </a:lnTo>
                <a:lnTo>
                  <a:pt x="18739" y="10603"/>
                </a:lnTo>
                <a:lnTo>
                  <a:pt x="21078" y="11773"/>
                </a:lnTo>
                <a:lnTo>
                  <a:pt x="22152" y="10698"/>
                </a:lnTo>
                <a:lnTo>
                  <a:pt x="21100" y="8053"/>
                </a:lnTo>
                <a:lnTo>
                  <a:pt x="22474" y="7147"/>
                </a:lnTo>
                <a:lnTo>
                  <a:pt x="24294" y="8133"/>
                </a:lnTo>
                <a:lnTo>
                  <a:pt x="25880" y="7315"/>
                </a:lnTo>
                <a:lnTo>
                  <a:pt x="28131" y="8228"/>
                </a:lnTo>
                <a:lnTo>
                  <a:pt x="29169" y="7190"/>
                </a:lnTo>
                <a:lnTo>
                  <a:pt x="28117" y="4545"/>
                </a:lnTo>
                <a:lnTo>
                  <a:pt x="29337" y="3734"/>
                </a:lnTo>
                <a:lnTo>
                  <a:pt x="31391" y="4333"/>
                </a:lnTo>
                <a:lnTo>
                  <a:pt x="34453" y="3741"/>
                </a:lnTo>
                <a:lnTo>
                  <a:pt x="36938" y="4545"/>
                </a:lnTo>
                <a:lnTo>
                  <a:pt x="39204" y="4180"/>
                </a:lnTo>
                <a:lnTo>
                  <a:pt x="39467" y="4128"/>
                </a:lnTo>
                <a:lnTo>
                  <a:pt x="38963" y="913"/>
                </a:lnTo>
                <a:lnTo>
                  <a:pt x="39533" y="343"/>
                </a:lnTo>
                <a:lnTo>
                  <a:pt x="42201" y="701"/>
                </a:lnTo>
                <a:lnTo>
                  <a:pt x="45088" y="599"/>
                </a:lnTo>
                <a:lnTo>
                  <a:pt x="47214" y="737"/>
                </a:lnTo>
                <a:lnTo>
                  <a:pt x="52689" y="0"/>
                </a:lnTo>
                <a:lnTo>
                  <a:pt x="53478" y="972"/>
                </a:lnTo>
                <a:lnTo>
                  <a:pt x="52937" y="4099"/>
                </a:lnTo>
                <a:lnTo>
                  <a:pt x="56445" y="5057"/>
                </a:lnTo>
                <a:lnTo>
                  <a:pt x="60618" y="3106"/>
                </a:lnTo>
                <a:lnTo>
                  <a:pt x="64141" y="4311"/>
                </a:lnTo>
                <a:lnTo>
                  <a:pt x="63447" y="7366"/>
                </a:lnTo>
                <a:lnTo>
                  <a:pt x="64090" y="8017"/>
                </a:lnTo>
                <a:lnTo>
                  <a:pt x="66758" y="7659"/>
                </a:lnTo>
                <a:lnTo>
                  <a:pt x="67985" y="7724"/>
                </a:lnTo>
                <a:lnTo>
                  <a:pt x="70193" y="7308"/>
                </a:lnTo>
                <a:lnTo>
                  <a:pt x="71333" y="8039"/>
                </a:lnTo>
                <a:lnTo>
                  <a:pt x="70302" y="10714"/>
                </a:lnTo>
                <a:lnTo>
                  <a:pt x="71362" y="11773"/>
                </a:lnTo>
                <a:lnTo>
                  <a:pt x="73701" y="10604"/>
                </a:lnTo>
                <a:lnTo>
                  <a:pt x="74871" y="11773"/>
                </a:lnTo>
                <a:lnTo>
                  <a:pt x="73701" y="14105"/>
                </a:lnTo>
                <a:lnTo>
                  <a:pt x="74870" y="15274"/>
                </a:lnTo>
                <a:lnTo>
                  <a:pt x="77209" y="14105"/>
                </a:lnTo>
                <a:lnTo>
                  <a:pt x="78379" y="15274"/>
                </a:lnTo>
                <a:lnTo>
                  <a:pt x="77209" y="17613"/>
                </a:lnTo>
                <a:lnTo>
                  <a:pt x="78379" y="18782"/>
                </a:lnTo>
                <a:lnTo>
                  <a:pt x="80710" y="17613"/>
                </a:lnTo>
                <a:lnTo>
                  <a:pt x="81880" y="18782"/>
                </a:lnTo>
                <a:lnTo>
                  <a:pt x="80710" y="21121"/>
                </a:lnTo>
                <a:lnTo>
                  <a:pt x="81770" y="22173"/>
                </a:lnTo>
                <a:lnTo>
                  <a:pt x="84460" y="21150"/>
                </a:lnTo>
                <a:lnTo>
                  <a:pt x="85856" y="23372"/>
                </a:lnTo>
                <a:lnTo>
                  <a:pt x="84021" y="26887"/>
                </a:lnTo>
                <a:lnTo>
                  <a:pt x="84986" y="29160"/>
                </a:lnTo>
                <a:lnTo>
                  <a:pt x="87938" y="28349"/>
                </a:lnTo>
                <a:lnTo>
                  <a:pt x="88786" y="29197"/>
                </a:lnTo>
                <a:lnTo>
                  <a:pt x="88063" y="31557"/>
                </a:lnTo>
                <a:lnTo>
                  <a:pt x="89049" y="34254"/>
                </a:lnTo>
                <a:lnTo>
                  <a:pt x="87456" y="37251"/>
                </a:lnTo>
                <a:lnTo>
                  <a:pt x="88494" y="39684"/>
                </a:lnTo>
                <a:lnTo>
                  <a:pt x="91447" y="38866"/>
                </a:lnTo>
                <a:lnTo>
                  <a:pt x="92141" y="39575"/>
                </a:lnTo>
                <a:lnTo>
                  <a:pt x="91783" y="42228"/>
                </a:lnTo>
                <a:lnTo>
                  <a:pt x="91929" y="44749"/>
                </a:lnTo>
                <a:lnTo>
                  <a:pt x="92295" y="47819"/>
                </a:lnTo>
                <a:lnTo>
                  <a:pt x="91659" y="50385"/>
                </a:lnTo>
                <a:lnTo>
                  <a:pt x="92243" y="52840"/>
                </a:lnTo>
                <a:lnTo>
                  <a:pt x="91542" y="53527"/>
                </a:lnTo>
                <a:lnTo>
                  <a:pt x="88370" y="52964"/>
                </a:lnTo>
                <a:lnTo>
                  <a:pt x="87821" y="55325"/>
                </a:lnTo>
                <a:lnTo>
                  <a:pt x="88304" y="58154"/>
                </a:lnTo>
                <a:lnTo>
                  <a:pt x="88304" y="61114"/>
                </a:lnTo>
                <a:lnTo>
                  <a:pt x="88640" y="63043"/>
                </a:lnTo>
                <a:lnTo>
                  <a:pt x="88099" y="64242"/>
                </a:lnTo>
                <a:lnTo>
                  <a:pt x="85176" y="63401"/>
                </a:lnTo>
                <a:lnTo>
                  <a:pt x="84467" y="64117"/>
                </a:lnTo>
                <a:lnTo>
                  <a:pt x="84825" y="66778"/>
                </a:lnTo>
                <a:lnTo>
                  <a:pt x="84766" y="67933"/>
                </a:lnTo>
                <a:lnTo>
                  <a:pt x="85168" y="70308"/>
                </a:lnTo>
                <a:lnTo>
                  <a:pt x="84365" y="71375"/>
                </a:lnTo>
                <a:lnTo>
                  <a:pt x="81814" y="70271"/>
                </a:lnTo>
                <a:lnTo>
                  <a:pt x="80805" y="71287"/>
                </a:lnTo>
                <a:lnTo>
                  <a:pt x="81858" y="73933"/>
                </a:lnTo>
                <a:lnTo>
                  <a:pt x="80644" y="74744"/>
                </a:lnTo>
                <a:lnTo>
                  <a:pt x="78298" y="73728"/>
                </a:lnTo>
                <a:lnTo>
                  <a:pt x="77231" y="74934"/>
                </a:lnTo>
                <a:lnTo>
                  <a:pt x="78386" y="77207"/>
                </a:lnTo>
                <a:lnTo>
                  <a:pt x="77209" y="78391"/>
                </a:lnTo>
                <a:lnTo>
                  <a:pt x="74871" y="77221"/>
                </a:lnTo>
                <a:lnTo>
                  <a:pt x="73701" y="78391"/>
                </a:lnTo>
                <a:lnTo>
                  <a:pt x="74870" y="80730"/>
                </a:lnTo>
                <a:lnTo>
                  <a:pt x="73701" y="81892"/>
                </a:lnTo>
                <a:lnTo>
                  <a:pt x="71479" y="80847"/>
                </a:lnTo>
                <a:lnTo>
                  <a:pt x="70215" y="81680"/>
                </a:lnTo>
                <a:lnTo>
                  <a:pt x="71267" y="84326"/>
                </a:lnTo>
                <a:lnTo>
                  <a:pt x="70449" y="85151"/>
                </a:lnTo>
                <a:lnTo>
                  <a:pt x="67781" y="84786"/>
                </a:lnTo>
                <a:lnTo>
                  <a:pt x="66458" y="84859"/>
                </a:lnTo>
                <a:lnTo>
                  <a:pt x="64470" y="84442"/>
                </a:lnTo>
                <a:lnTo>
                  <a:pt x="63264" y="85071"/>
                </a:lnTo>
                <a:lnTo>
                  <a:pt x="64185" y="87906"/>
                </a:lnTo>
                <a:lnTo>
                  <a:pt x="63432" y="88652"/>
                </a:lnTo>
                <a:lnTo>
                  <a:pt x="60765" y="88287"/>
                </a:lnTo>
                <a:lnTo>
                  <a:pt x="59325" y="88367"/>
                </a:lnTo>
                <a:lnTo>
                  <a:pt x="57607" y="87972"/>
                </a:lnTo>
                <a:lnTo>
                  <a:pt x="56058" y="88594"/>
                </a:lnTo>
                <a:lnTo>
                  <a:pt x="53734" y="87819"/>
                </a:lnTo>
                <a:lnTo>
                  <a:pt x="52747" y="88806"/>
                </a:lnTo>
                <a:lnTo>
                  <a:pt x="53799" y="91459"/>
                </a:lnTo>
                <a:lnTo>
                  <a:pt x="52674" y="92204"/>
                </a:lnTo>
                <a:lnTo>
                  <a:pt x="50430" y="91780"/>
                </a:lnTo>
                <a:lnTo>
                  <a:pt x="47726" y="91941"/>
                </a:lnTo>
                <a:lnTo>
                  <a:pt x="44656" y="923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793644" y="2214117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10">
                <a:moveTo>
                  <a:pt x="44649" y="92306"/>
                </a:moveTo>
                <a:lnTo>
                  <a:pt x="42091" y="91671"/>
                </a:lnTo>
                <a:lnTo>
                  <a:pt x="39628" y="92255"/>
                </a:lnTo>
                <a:lnTo>
                  <a:pt x="38941" y="91561"/>
                </a:lnTo>
                <a:lnTo>
                  <a:pt x="39511" y="88382"/>
                </a:lnTo>
                <a:lnTo>
                  <a:pt x="37143" y="87834"/>
                </a:lnTo>
                <a:lnTo>
                  <a:pt x="34314" y="88316"/>
                </a:lnTo>
                <a:lnTo>
                  <a:pt x="31340" y="88316"/>
                </a:lnTo>
                <a:lnTo>
                  <a:pt x="29447" y="88652"/>
                </a:lnTo>
                <a:lnTo>
                  <a:pt x="28233" y="88126"/>
                </a:lnTo>
                <a:lnTo>
                  <a:pt x="29052" y="85180"/>
                </a:lnTo>
                <a:lnTo>
                  <a:pt x="28095" y="84230"/>
                </a:lnTo>
                <a:lnTo>
                  <a:pt x="25873" y="85275"/>
                </a:lnTo>
                <a:lnTo>
                  <a:pt x="24469" y="84347"/>
                </a:lnTo>
                <a:lnTo>
                  <a:pt x="22248" y="85400"/>
                </a:lnTo>
                <a:lnTo>
                  <a:pt x="21144" y="84296"/>
                </a:lnTo>
                <a:lnTo>
                  <a:pt x="22240" y="81731"/>
                </a:lnTo>
                <a:lnTo>
                  <a:pt x="20976" y="80810"/>
                </a:lnTo>
                <a:lnTo>
                  <a:pt x="18747" y="81899"/>
                </a:lnTo>
                <a:lnTo>
                  <a:pt x="17665" y="80817"/>
                </a:lnTo>
                <a:lnTo>
                  <a:pt x="18717" y="78172"/>
                </a:lnTo>
                <a:lnTo>
                  <a:pt x="17453" y="77338"/>
                </a:lnTo>
                <a:lnTo>
                  <a:pt x="15239" y="78391"/>
                </a:lnTo>
                <a:lnTo>
                  <a:pt x="14062" y="77221"/>
                </a:lnTo>
                <a:lnTo>
                  <a:pt x="15231" y="74883"/>
                </a:lnTo>
                <a:lnTo>
                  <a:pt x="14062" y="73714"/>
                </a:lnTo>
                <a:lnTo>
                  <a:pt x="11723" y="74883"/>
                </a:lnTo>
                <a:lnTo>
                  <a:pt x="10553" y="73713"/>
                </a:lnTo>
                <a:lnTo>
                  <a:pt x="11723" y="71382"/>
                </a:lnTo>
                <a:lnTo>
                  <a:pt x="10634" y="70293"/>
                </a:lnTo>
                <a:lnTo>
                  <a:pt x="8025" y="71367"/>
                </a:lnTo>
                <a:lnTo>
                  <a:pt x="6746" y="69533"/>
                </a:lnTo>
                <a:lnTo>
                  <a:pt x="8778" y="64717"/>
                </a:lnTo>
                <a:lnTo>
                  <a:pt x="7235" y="63452"/>
                </a:lnTo>
                <a:lnTo>
                  <a:pt x="4305" y="64198"/>
                </a:lnTo>
                <a:lnTo>
                  <a:pt x="3420" y="62202"/>
                </a:lnTo>
                <a:lnTo>
                  <a:pt x="4122" y="58519"/>
                </a:lnTo>
                <a:lnTo>
                  <a:pt x="4122" y="55749"/>
                </a:lnTo>
                <a:lnTo>
                  <a:pt x="4385" y="54221"/>
                </a:lnTo>
                <a:lnTo>
                  <a:pt x="4034" y="52928"/>
                </a:lnTo>
                <a:lnTo>
                  <a:pt x="899" y="53542"/>
                </a:lnTo>
                <a:lnTo>
                  <a:pt x="285" y="52920"/>
                </a:lnTo>
                <a:lnTo>
                  <a:pt x="635" y="50267"/>
                </a:lnTo>
                <a:lnTo>
                  <a:pt x="613" y="45312"/>
                </a:lnTo>
                <a:lnTo>
                  <a:pt x="0" y="39736"/>
                </a:lnTo>
                <a:lnTo>
                  <a:pt x="913" y="38990"/>
                </a:lnTo>
                <a:lnTo>
                  <a:pt x="4041" y="39531"/>
                </a:lnTo>
                <a:lnTo>
                  <a:pt x="4663" y="37251"/>
                </a:lnTo>
                <a:lnTo>
                  <a:pt x="4122" y="34283"/>
                </a:lnTo>
                <a:lnTo>
                  <a:pt x="4122" y="31389"/>
                </a:lnTo>
                <a:lnTo>
                  <a:pt x="3786" y="29445"/>
                </a:lnTo>
                <a:lnTo>
                  <a:pt x="4334" y="28254"/>
                </a:lnTo>
                <a:lnTo>
                  <a:pt x="7250" y="29094"/>
                </a:lnTo>
                <a:lnTo>
                  <a:pt x="7959" y="28378"/>
                </a:lnTo>
                <a:lnTo>
                  <a:pt x="7608" y="25718"/>
                </a:lnTo>
                <a:lnTo>
                  <a:pt x="7659" y="24563"/>
                </a:lnTo>
                <a:lnTo>
                  <a:pt x="7265" y="22187"/>
                </a:lnTo>
                <a:lnTo>
                  <a:pt x="8068" y="21120"/>
                </a:lnTo>
                <a:lnTo>
                  <a:pt x="10612" y="22224"/>
                </a:lnTo>
                <a:lnTo>
                  <a:pt x="11628" y="21215"/>
                </a:lnTo>
                <a:lnTo>
                  <a:pt x="10575" y="18562"/>
                </a:lnTo>
                <a:lnTo>
                  <a:pt x="11803" y="17751"/>
                </a:lnTo>
                <a:lnTo>
                  <a:pt x="14120" y="18767"/>
                </a:lnTo>
                <a:lnTo>
                  <a:pt x="15216" y="17576"/>
                </a:lnTo>
                <a:lnTo>
                  <a:pt x="14054" y="15288"/>
                </a:lnTo>
                <a:lnTo>
                  <a:pt x="15136" y="14207"/>
                </a:lnTo>
                <a:lnTo>
                  <a:pt x="17782" y="15252"/>
                </a:lnTo>
                <a:lnTo>
                  <a:pt x="18622" y="13987"/>
                </a:lnTo>
                <a:lnTo>
                  <a:pt x="17570" y="11773"/>
                </a:lnTo>
                <a:lnTo>
                  <a:pt x="18739" y="10603"/>
                </a:lnTo>
                <a:lnTo>
                  <a:pt x="21078" y="11773"/>
                </a:lnTo>
                <a:lnTo>
                  <a:pt x="22152" y="10698"/>
                </a:lnTo>
                <a:lnTo>
                  <a:pt x="21100" y="8053"/>
                </a:lnTo>
                <a:lnTo>
                  <a:pt x="22474" y="7140"/>
                </a:lnTo>
                <a:lnTo>
                  <a:pt x="24294" y="8133"/>
                </a:lnTo>
                <a:lnTo>
                  <a:pt x="25880" y="7315"/>
                </a:lnTo>
                <a:lnTo>
                  <a:pt x="28131" y="8228"/>
                </a:lnTo>
                <a:lnTo>
                  <a:pt x="29169" y="7190"/>
                </a:lnTo>
                <a:lnTo>
                  <a:pt x="28117" y="4545"/>
                </a:lnTo>
                <a:lnTo>
                  <a:pt x="29337" y="3734"/>
                </a:lnTo>
                <a:lnTo>
                  <a:pt x="31391" y="4333"/>
                </a:lnTo>
                <a:lnTo>
                  <a:pt x="34453" y="3741"/>
                </a:lnTo>
                <a:lnTo>
                  <a:pt x="36938" y="4545"/>
                </a:lnTo>
                <a:lnTo>
                  <a:pt x="39204" y="4180"/>
                </a:lnTo>
                <a:lnTo>
                  <a:pt x="39467" y="4128"/>
                </a:lnTo>
                <a:lnTo>
                  <a:pt x="38963" y="913"/>
                </a:lnTo>
                <a:lnTo>
                  <a:pt x="39540" y="343"/>
                </a:lnTo>
                <a:lnTo>
                  <a:pt x="42201" y="701"/>
                </a:lnTo>
                <a:lnTo>
                  <a:pt x="45080" y="599"/>
                </a:lnTo>
                <a:lnTo>
                  <a:pt x="47207" y="737"/>
                </a:lnTo>
                <a:lnTo>
                  <a:pt x="52681" y="0"/>
                </a:lnTo>
                <a:lnTo>
                  <a:pt x="53478" y="972"/>
                </a:lnTo>
                <a:lnTo>
                  <a:pt x="52930" y="4099"/>
                </a:lnTo>
                <a:lnTo>
                  <a:pt x="56445" y="5057"/>
                </a:lnTo>
                <a:lnTo>
                  <a:pt x="60611" y="3106"/>
                </a:lnTo>
                <a:lnTo>
                  <a:pt x="64134" y="4311"/>
                </a:lnTo>
                <a:lnTo>
                  <a:pt x="63432" y="7366"/>
                </a:lnTo>
                <a:lnTo>
                  <a:pt x="64083" y="8017"/>
                </a:lnTo>
                <a:lnTo>
                  <a:pt x="66750" y="7659"/>
                </a:lnTo>
                <a:lnTo>
                  <a:pt x="67978" y="7724"/>
                </a:lnTo>
                <a:lnTo>
                  <a:pt x="70185" y="7308"/>
                </a:lnTo>
                <a:lnTo>
                  <a:pt x="71325" y="8039"/>
                </a:lnTo>
                <a:lnTo>
                  <a:pt x="70288" y="10714"/>
                </a:lnTo>
                <a:lnTo>
                  <a:pt x="71355" y="11773"/>
                </a:lnTo>
                <a:lnTo>
                  <a:pt x="73694" y="10604"/>
                </a:lnTo>
                <a:lnTo>
                  <a:pt x="74863" y="11773"/>
                </a:lnTo>
                <a:lnTo>
                  <a:pt x="73694" y="14105"/>
                </a:lnTo>
                <a:lnTo>
                  <a:pt x="74863" y="15274"/>
                </a:lnTo>
                <a:lnTo>
                  <a:pt x="77202" y="14105"/>
                </a:lnTo>
                <a:lnTo>
                  <a:pt x="78371" y="15274"/>
                </a:lnTo>
                <a:lnTo>
                  <a:pt x="77202" y="17613"/>
                </a:lnTo>
                <a:lnTo>
                  <a:pt x="78371" y="18782"/>
                </a:lnTo>
                <a:lnTo>
                  <a:pt x="80710" y="17613"/>
                </a:lnTo>
                <a:lnTo>
                  <a:pt x="81880" y="18782"/>
                </a:lnTo>
                <a:lnTo>
                  <a:pt x="80710" y="21121"/>
                </a:lnTo>
                <a:lnTo>
                  <a:pt x="81770" y="22173"/>
                </a:lnTo>
                <a:lnTo>
                  <a:pt x="84460" y="21150"/>
                </a:lnTo>
                <a:lnTo>
                  <a:pt x="85856" y="23372"/>
                </a:lnTo>
                <a:lnTo>
                  <a:pt x="84021" y="26887"/>
                </a:lnTo>
                <a:lnTo>
                  <a:pt x="84993" y="29160"/>
                </a:lnTo>
                <a:lnTo>
                  <a:pt x="87946" y="28349"/>
                </a:lnTo>
                <a:lnTo>
                  <a:pt x="88794" y="29197"/>
                </a:lnTo>
                <a:lnTo>
                  <a:pt x="88063" y="31557"/>
                </a:lnTo>
                <a:lnTo>
                  <a:pt x="89049" y="34254"/>
                </a:lnTo>
                <a:lnTo>
                  <a:pt x="87463" y="37251"/>
                </a:lnTo>
                <a:lnTo>
                  <a:pt x="88501" y="39684"/>
                </a:lnTo>
                <a:lnTo>
                  <a:pt x="91454" y="38866"/>
                </a:lnTo>
                <a:lnTo>
                  <a:pt x="92156" y="39575"/>
                </a:lnTo>
                <a:lnTo>
                  <a:pt x="91790" y="42228"/>
                </a:lnTo>
                <a:lnTo>
                  <a:pt x="91936" y="44749"/>
                </a:lnTo>
                <a:lnTo>
                  <a:pt x="92302" y="47819"/>
                </a:lnTo>
                <a:lnTo>
                  <a:pt x="91666" y="50385"/>
                </a:lnTo>
                <a:lnTo>
                  <a:pt x="92251" y="52840"/>
                </a:lnTo>
                <a:lnTo>
                  <a:pt x="91556" y="53527"/>
                </a:lnTo>
                <a:lnTo>
                  <a:pt x="88384" y="52964"/>
                </a:lnTo>
                <a:lnTo>
                  <a:pt x="87829" y="55325"/>
                </a:lnTo>
                <a:lnTo>
                  <a:pt x="88311" y="58154"/>
                </a:lnTo>
                <a:lnTo>
                  <a:pt x="88311" y="61114"/>
                </a:lnTo>
                <a:lnTo>
                  <a:pt x="88647" y="63043"/>
                </a:lnTo>
                <a:lnTo>
                  <a:pt x="88106" y="64242"/>
                </a:lnTo>
                <a:lnTo>
                  <a:pt x="85183" y="63401"/>
                </a:lnTo>
                <a:lnTo>
                  <a:pt x="84474" y="64117"/>
                </a:lnTo>
                <a:lnTo>
                  <a:pt x="84832" y="66778"/>
                </a:lnTo>
                <a:lnTo>
                  <a:pt x="84766" y="67933"/>
                </a:lnTo>
                <a:lnTo>
                  <a:pt x="85168" y="70308"/>
                </a:lnTo>
                <a:lnTo>
                  <a:pt x="84365" y="71375"/>
                </a:lnTo>
                <a:lnTo>
                  <a:pt x="81821" y="70271"/>
                </a:lnTo>
                <a:lnTo>
                  <a:pt x="80805" y="71287"/>
                </a:lnTo>
                <a:lnTo>
                  <a:pt x="81858" y="73933"/>
                </a:lnTo>
                <a:lnTo>
                  <a:pt x="80637" y="74744"/>
                </a:lnTo>
                <a:lnTo>
                  <a:pt x="78291" y="73728"/>
                </a:lnTo>
                <a:lnTo>
                  <a:pt x="77224" y="74934"/>
                </a:lnTo>
                <a:lnTo>
                  <a:pt x="78386" y="77207"/>
                </a:lnTo>
                <a:lnTo>
                  <a:pt x="77202" y="78391"/>
                </a:lnTo>
                <a:lnTo>
                  <a:pt x="74863" y="77221"/>
                </a:lnTo>
                <a:lnTo>
                  <a:pt x="73694" y="78391"/>
                </a:lnTo>
                <a:lnTo>
                  <a:pt x="74863" y="80730"/>
                </a:lnTo>
                <a:lnTo>
                  <a:pt x="73694" y="81892"/>
                </a:lnTo>
                <a:lnTo>
                  <a:pt x="71472" y="80847"/>
                </a:lnTo>
                <a:lnTo>
                  <a:pt x="70207" y="81680"/>
                </a:lnTo>
                <a:lnTo>
                  <a:pt x="71260" y="84326"/>
                </a:lnTo>
                <a:lnTo>
                  <a:pt x="70434" y="85151"/>
                </a:lnTo>
                <a:lnTo>
                  <a:pt x="67774" y="84786"/>
                </a:lnTo>
                <a:lnTo>
                  <a:pt x="66443" y="84859"/>
                </a:lnTo>
                <a:lnTo>
                  <a:pt x="64463" y="84442"/>
                </a:lnTo>
                <a:lnTo>
                  <a:pt x="63257" y="85071"/>
                </a:lnTo>
                <a:lnTo>
                  <a:pt x="64178" y="87906"/>
                </a:lnTo>
                <a:lnTo>
                  <a:pt x="63418" y="88652"/>
                </a:lnTo>
                <a:lnTo>
                  <a:pt x="60757" y="88287"/>
                </a:lnTo>
                <a:lnTo>
                  <a:pt x="59310" y="88367"/>
                </a:lnTo>
                <a:lnTo>
                  <a:pt x="57592" y="87972"/>
                </a:lnTo>
                <a:lnTo>
                  <a:pt x="56050" y="88594"/>
                </a:lnTo>
                <a:lnTo>
                  <a:pt x="53726" y="87819"/>
                </a:lnTo>
                <a:lnTo>
                  <a:pt x="52739" y="88806"/>
                </a:lnTo>
                <a:lnTo>
                  <a:pt x="53792" y="91459"/>
                </a:lnTo>
                <a:lnTo>
                  <a:pt x="52666" y="92204"/>
                </a:lnTo>
                <a:lnTo>
                  <a:pt x="50423" y="91780"/>
                </a:lnTo>
                <a:lnTo>
                  <a:pt x="47726" y="91941"/>
                </a:lnTo>
                <a:lnTo>
                  <a:pt x="44649" y="923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65966" y="2217449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2318" y="85393"/>
                </a:moveTo>
                <a:lnTo>
                  <a:pt x="31412" y="84494"/>
                </a:lnTo>
                <a:lnTo>
                  <a:pt x="32464" y="81841"/>
                </a:lnTo>
                <a:lnTo>
                  <a:pt x="31134" y="80964"/>
                </a:lnTo>
                <a:lnTo>
                  <a:pt x="29278" y="81797"/>
                </a:lnTo>
                <a:lnTo>
                  <a:pt x="27166" y="81022"/>
                </a:lnTo>
                <a:lnTo>
                  <a:pt x="22144" y="82411"/>
                </a:lnTo>
                <a:lnTo>
                  <a:pt x="20961" y="80964"/>
                </a:lnTo>
                <a:lnTo>
                  <a:pt x="21911" y="78303"/>
                </a:lnTo>
                <a:lnTo>
                  <a:pt x="20676" y="77514"/>
                </a:lnTo>
                <a:lnTo>
                  <a:pt x="18454" y="78552"/>
                </a:lnTo>
                <a:lnTo>
                  <a:pt x="17379" y="77478"/>
                </a:lnTo>
                <a:lnTo>
                  <a:pt x="18432" y="74832"/>
                </a:lnTo>
                <a:lnTo>
                  <a:pt x="17116" y="73970"/>
                </a:lnTo>
                <a:lnTo>
                  <a:pt x="15033" y="75051"/>
                </a:lnTo>
                <a:lnTo>
                  <a:pt x="13769" y="73955"/>
                </a:lnTo>
                <a:lnTo>
                  <a:pt x="14923" y="71521"/>
                </a:lnTo>
                <a:lnTo>
                  <a:pt x="13871" y="70476"/>
                </a:lnTo>
                <a:lnTo>
                  <a:pt x="11225" y="71521"/>
                </a:lnTo>
                <a:lnTo>
                  <a:pt x="10385" y="70257"/>
                </a:lnTo>
                <a:lnTo>
                  <a:pt x="11437" y="68042"/>
                </a:lnTo>
                <a:lnTo>
                  <a:pt x="10268" y="66873"/>
                </a:lnTo>
                <a:lnTo>
                  <a:pt x="7929" y="68042"/>
                </a:lnTo>
                <a:lnTo>
                  <a:pt x="6855" y="66968"/>
                </a:lnTo>
                <a:lnTo>
                  <a:pt x="7907" y="64322"/>
                </a:lnTo>
                <a:lnTo>
                  <a:pt x="6884" y="63643"/>
                </a:lnTo>
                <a:lnTo>
                  <a:pt x="4085" y="64403"/>
                </a:lnTo>
                <a:lnTo>
                  <a:pt x="3091" y="62612"/>
                </a:lnTo>
                <a:lnTo>
                  <a:pt x="3836" y="58505"/>
                </a:lnTo>
                <a:lnTo>
                  <a:pt x="3836" y="55925"/>
                </a:lnTo>
                <a:lnTo>
                  <a:pt x="4100" y="54390"/>
                </a:lnTo>
                <a:lnTo>
                  <a:pt x="3749" y="53103"/>
                </a:lnTo>
                <a:lnTo>
                  <a:pt x="613" y="53710"/>
                </a:lnTo>
                <a:lnTo>
                  <a:pt x="0" y="53096"/>
                </a:lnTo>
                <a:lnTo>
                  <a:pt x="350" y="50436"/>
                </a:lnTo>
                <a:lnTo>
                  <a:pt x="270" y="48762"/>
                </a:lnTo>
                <a:lnTo>
                  <a:pt x="394" y="47585"/>
                </a:lnTo>
                <a:lnTo>
                  <a:pt x="124" y="42944"/>
                </a:lnTo>
                <a:lnTo>
                  <a:pt x="328" y="39378"/>
                </a:lnTo>
                <a:lnTo>
                  <a:pt x="328" y="35051"/>
                </a:lnTo>
                <a:lnTo>
                  <a:pt x="0" y="33165"/>
                </a:lnTo>
                <a:lnTo>
                  <a:pt x="518" y="31952"/>
                </a:lnTo>
                <a:lnTo>
                  <a:pt x="3464" y="32763"/>
                </a:lnTo>
                <a:lnTo>
                  <a:pt x="4333" y="31901"/>
                </a:lnTo>
                <a:lnTo>
                  <a:pt x="3566" y="29569"/>
                </a:lnTo>
                <a:lnTo>
                  <a:pt x="4326" y="27648"/>
                </a:lnTo>
                <a:lnTo>
                  <a:pt x="2879" y="22656"/>
                </a:lnTo>
                <a:lnTo>
                  <a:pt x="4487" y="21347"/>
                </a:lnTo>
                <a:lnTo>
                  <a:pt x="6767" y="22473"/>
                </a:lnTo>
                <a:lnTo>
                  <a:pt x="7922" y="21267"/>
                </a:lnTo>
                <a:lnTo>
                  <a:pt x="6753" y="18958"/>
                </a:lnTo>
                <a:lnTo>
                  <a:pt x="7885" y="17832"/>
                </a:lnTo>
                <a:lnTo>
                  <a:pt x="10392" y="18958"/>
                </a:lnTo>
                <a:lnTo>
                  <a:pt x="11379" y="17701"/>
                </a:lnTo>
                <a:lnTo>
                  <a:pt x="10253" y="15464"/>
                </a:lnTo>
                <a:lnTo>
                  <a:pt x="11342" y="14375"/>
                </a:lnTo>
                <a:lnTo>
                  <a:pt x="13988" y="15428"/>
                </a:lnTo>
                <a:lnTo>
                  <a:pt x="14865" y="14105"/>
                </a:lnTo>
                <a:lnTo>
                  <a:pt x="13776" y="12051"/>
                </a:lnTo>
                <a:lnTo>
                  <a:pt x="14858" y="10772"/>
                </a:lnTo>
                <a:lnTo>
                  <a:pt x="17313" y="11912"/>
                </a:lnTo>
                <a:lnTo>
                  <a:pt x="18381" y="10853"/>
                </a:lnTo>
                <a:lnTo>
                  <a:pt x="17292" y="8265"/>
                </a:lnTo>
                <a:lnTo>
                  <a:pt x="18563" y="7359"/>
                </a:lnTo>
                <a:lnTo>
                  <a:pt x="20785" y="8448"/>
                </a:lnTo>
                <a:lnTo>
                  <a:pt x="21867" y="7366"/>
                </a:lnTo>
                <a:lnTo>
                  <a:pt x="20814" y="4720"/>
                </a:lnTo>
                <a:lnTo>
                  <a:pt x="22035" y="3909"/>
                </a:lnTo>
                <a:lnTo>
                  <a:pt x="24089" y="4501"/>
                </a:lnTo>
                <a:lnTo>
                  <a:pt x="25953" y="4158"/>
                </a:lnTo>
                <a:lnTo>
                  <a:pt x="27312" y="4348"/>
                </a:lnTo>
                <a:lnTo>
                  <a:pt x="29417" y="4348"/>
                </a:lnTo>
                <a:lnTo>
                  <a:pt x="30879" y="4567"/>
                </a:lnTo>
                <a:lnTo>
                  <a:pt x="31909" y="4356"/>
                </a:lnTo>
                <a:lnTo>
                  <a:pt x="32223" y="4275"/>
                </a:lnTo>
                <a:lnTo>
                  <a:pt x="31631" y="1125"/>
                </a:lnTo>
                <a:lnTo>
                  <a:pt x="32245" y="518"/>
                </a:lnTo>
                <a:lnTo>
                  <a:pt x="34905" y="884"/>
                </a:lnTo>
                <a:lnTo>
                  <a:pt x="36586" y="789"/>
                </a:lnTo>
                <a:lnTo>
                  <a:pt x="40058" y="825"/>
                </a:lnTo>
                <a:lnTo>
                  <a:pt x="41308" y="738"/>
                </a:lnTo>
                <a:lnTo>
                  <a:pt x="45678" y="1176"/>
                </a:lnTo>
                <a:lnTo>
                  <a:pt x="49822" y="0"/>
                </a:lnTo>
                <a:lnTo>
                  <a:pt x="53287" y="943"/>
                </a:lnTo>
                <a:lnTo>
                  <a:pt x="52673" y="4078"/>
                </a:lnTo>
                <a:lnTo>
                  <a:pt x="53294" y="4692"/>
                </a:lnTo>
                <a:lnTo>
                  <a:pt x="55954" y="4334"/>
                </a:lnTo>
                <a:lnTo>
                  <a:pt x="57321" y="4407"/>
                </a:lnTo>
                <a:lnTo>
                  <a:pt x="59207" y="3990"/>
                </a:lnTo>
                <a:lnTo>
                  <a:pt x="60676" y="4699"/>
                </a:lnTo>
                <a:lnTo>
                  <a:pt x="62942" y="3829"/>
                </a:lnTo>
                <a:lnTo>
                  <a:pt x="63965" y="4845"/>
                </a:lnTo>
                <a:lnTo>
                  <a:pt x="62912" y="7491"/>
                </a:lnTo>
                <a:lnTo>
                  <a:pt x="64177" y="8324"/>
                </a:lnTo>
                <a:lnTo>
                  <a:pt x="66399" y="7279"/>
                </a:lnTo>
                <a:lnTo>
                  <a:pt x="67561" y="8448"/>
                </a:lnTo>
                <a:lnTo>
                  <a:pt x="66391" y="10780"/>
                </a:lnTo>
                <a:lnTo>
                  <a:pt x="67466" y="11854"/>
                </a:lnTo>
                <a:lnTo>
                  <a:pt x="70111" y="10809"/>
                </a:lnTo>
                <a:lnTo>
                  <a:pt x="70945" y="12066"/>
                </a:lnTo>
                <a:lnTo>
                  <a:pt x="69900" y="14295"/>
                </a:lnTo>
                <a:lnTo>
                  <a:pt x="71069" y="15457"/>
                </a:lnTo>
                <a:lnTo>
                  <a:pt x="73400" y="14288"/>
                </a:lnTo>
                <a:lnTo>
                  <a:pt x="74482" y="15362"/>
                </a:lnTo>
                <a:lnTo>
                  <a:pt x="73430" y="18008"/>
                </a:lnTo>
                <a:lnTo>
                  <a:pt x="74694" y="18841"/>
                </a:lnTo>
                <a:lnTo>
                  <a:pt x="76916" y="17796"/>
                </a:lnTo>
                <a:lnTo>
                  <a:pt x="78085" y="18958"/>
                </a:lnTo>
                <a:lnTo>
                  <a:pt x="76916" y="21296"/>
                </a:lnTo>
                <a:lnTo>
                  <a:pt x="77990" y="22371"/>
                </a:lnTo>
                <a:lnTo>
                  <a:pt x="80636" y="21318"/>
                </a:lnTo>
                <a:lnTo>
                  <a:pt x="81550" y="22685"/>
                </a:lnTo>
                <a:lnTo>
                  <a:pt x="80578" y="24505"/>
                </a:lnTo>
                <a:lnTo>
                  <a:pt x="81630" y="26661"/>
                </a:lnTo>
                <a:lnTo>
                  <a:pt x="79979" y="31558"/>
                </a:lnTo>
                <a:lnTo>
                  <a:pt x="81345" y="32676"/>
                </a:lnTo>
                <a:lnTo>
                  <a:pt x="84393" y="32047"/>
                </a:lnTo>
                <a:lnTo>
                  <a:pt x="84824" y="33276"/>
                </a:lnTo>
                <a:lnTo>
                  <a:pt x="84517" y="34978"/>
                </a:lnTo>
                <a:lnTo>
                  <a:pt x="84627" y="41812"/>
                </a:lnTo>
                <a:lnTo>
                  <a:pt x="84196" y="46160"/>
                </a:lnTo>
                <a:lnTo>
                  <a:pt x="85372" y="50312"/>
                </a:lnTo>
                <a:lnTo>
                  <a:pt x="84430" y="53769"/>
                </a:lnTo>
                <a:lnTo>
                  <a:pt x="81294" y="53155"/>
                </a:lnTo>
                <a:lnTo>
                  <a:pt x="80680" y="53769"/>
                </a:lnTo>
                <a:lnTo>
                  <a:pt x="81031" y="56429"/>
                </a:lnTo>
                <a:lnTo>
                  <a:pt x="80965" y="57796"/>
                </a:lnTo>
                <a:lnTo>
                  <a:pt x="81374" y="59689"/>
                </a:lnTo>
                <a:lnTo>
                  <a:pt x="80673" y="61150"/>
                </a:lnTo>
                <a:lnTo>
                  <a:pt x="81542" y="63423"/>
                </a:lnTo>
                <a:lnTo>
                  <a:pt x="80519" y="64439"/>
                </a:lnTo>
                <a:lnTo>
                  <a:pt x="77874" y="63387"/>
                </a:lnTo>
                <a:lnTo>
                  <a:pt x="77033" y="64651"/>
                </a:lnTo>
                <a:lnTo>
                  <a:pt x="78085" y="66873"/>
                </a:lnTo>
                <a:lnTo>
                  <a:pt x="76916" y="68042"/>
                </a:lnTo>
                <a:lnTo>
                  <a:pt x="74577" y="66873"/>
                </a:lnTo>
                <a:lnTo>
                  <a:pt x="73503" y="67947"/>
                </a:lnTo>
                <a:lnTo>
                  <a:pt x="74555" y="70593"/>
                </a:lnTo>
                <a:lnTo>
                  <a:pt x="73291" y="71426"/>
                </a:lnTo>
                <a:lnTo>
                  <a:pt x="71062" y="70374"/>
                </a:lnTo>
                <a:lnTo>
                  <a:pt x="69900" y="71550"/>
                </a:lnTo>
                <a:lnTo>
                  <a:pt x="71069" y="73882"/>
                </a:lnTo>
                <a:lnTo>
                  <a:pt x="69995" y="74956"/>
                </a:lnTo>
                <a:lnTo>
                  <a:pt x="67349" y="73903"/>
                </a:lnTo>
                <a:lnTo>
                  <a:pt x="66516" y="75168"/>
                </a:lnTo>
                <a:lnTo>
                  <a:pt x="67561" y="77390"/>
                </a:lnTo>
                <a:lnTo>
                  <a:pt x="66391" y="78552"/>
                </a:lnTo>
                <a:lnTo>
                  <a:pt x="64053" y="77390"/>
                </a:lnTo>
                <a:lnTo>
                  <a:pt x="62986" y="78457"/>
                </a:lnTo>
                <a:lnTo>
                  <a:pt x="64038" y="81103"/>
                </a:lnTo>
                <a:lnTo>
                  <a:pt x="62664" y="82009"/>
                </a:lnTo>
                <a:lnTo>
                  <a:pt x="60851" y="81044"/>
                </a:lnTo>
                <a:lnTo>
                  <a:pt x="58695" y="82097"/>
                </a:lnTo>
                <a:lnTo>
                  <a:pt x="53799" y="80437"/>
                </a:lnTo>
                <a:lnTo>
                  <a:pt x="52673" y="81812"/>
                </a:lnTo>
                <a:lnTo>
                  <a:pt x="53302" y="84859"/>
                </a:lnTo>
                <a:lnTo>
                  <a:pt x="52074" y="85283"/>
                </a:lnTo>
                <a:lnTo>
                  <a:pt x="50378" y="84976"/>
                </a:lnTo>
                <a:lnTo>
                  <a:pt x="37858" y="84976"/>
                </a:lnTo>
                <a:lnTo>
                  <a:pt x="36448" y="85203"/>
                </a:lnTo>
                <a:lnTo>
                  <a:pt x="34803" y="84845"/>
                </a:lnTo>
                <a:lnTo>
                  <a:pt x="32318" y="853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007678" y="2217603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30" y="85459"/>
                </a:moveTo>
                <a:lnTo>
                  <a:pt x="55187" y="84860"/>
                </a:lnTo>
                <a:lnTo>
                  <a:pt x="30155" y="84860"/>
                </a:lnTo>
                <a:lnTo>
                  <a:pt x="27020" y="85452"/>
                </a:lnTo>
                <a:lnTo>
                  <a:pt x="24776" y="84743"/>
                </a:lnTo>
                <a:lnTo>
                  <a:pt x="25441" y="81659"/>
                </a:lnTo>
                <a:lnTo>
                  <a:pt x="24550" y="80774"/>
                </a:lnTo>
                <a:lnTo>
                  <a:pt x="22328" y="81820"/>
                </a:lnTo>
                <a:lnTo>
                  <a:pt x="20924" y="80891"/>
                </a:lnTo>
                <a:lnTo>
                  <a:pt x="18703" y="81944"/>
                </a:lnTo>
                <a:lnTo>
                  <a:pt x="17599" y="80841"/>
                </a:lnTo>
                <a:lnTo>
                  <a:pt x="18695" y="78275"/>
                </a:lnTo>
                <a:lnTo>
                  <a:pt x="17431" y="77354"/>
                </a:lnTo>
                <a:lnTo>
                  <a:pt x="15202" y="78443"/>
                </a:lnTo>
                <a:lnTo>
                  <a:pt x="14120" y="77361"/>
                </a:lnTo>
                <a:lnTo>
                  <a:pt x="15172" y="74716"/>
                </a:lnTo>
                <a:lnTo>
                  <a:pt x="13908" y="73882"/>
                </a:lnTo>
                <a:lnTo>
                  <a:pt x="11686" y="74935"/>
                </a:lnTo>
                <a:lnTo>
                  <a:pt x="10524" y="73766"/>
                </a:lnTo>
                <a:lnTo>
                  <a:pt x="11693" y="71427"/>
                </a:lnTo>
                <a:lnTo>
                  <a:pt x="10524" y="70258"/>
                </a:lnTo>
                <a:lnTo>
                  <a:pt x="8185" y="71427"/>
                </a:lnTo>
                <a:lnTo>
                  <a:pt x="7016" y="70258"/>
                </a:lnTo>
                <a:lnTo>
                  <a:pt x="8185" y="67926"/>
                </a:lnTo>
                <a:lnTo>
                  <a:pt x="7096" y="66837"/>
                </a:lnTo>
                <a:lnTo>
                  <a:pt x="4494" y="67912"/>
                </a:lnTo>
                <a:lnTo>
                  <a:pt x="3215" y="66077"/>
                </a:lnTo>
                <a:lnTo>
                  <a:pt x="5247" y="61261"/>
                </a:lnTo>
                <a:lnTo>
                  <a:pt x="3778" y="60062"/>
                </a:lnTo>
                <a:lnTo>
                  <a:pt x="694" y="60654"/>
                </a:lnTo>
                <a:lnTo>
                  <a:pt x="0" y="58439"/>
                </a:lnTo>
                <a:lnTo>
                  <a:pt x="591" y="55297"/>
                </a:lnTo>
                <a:lnTo>
                  <a:pt x="591" y="30279"/>
                </a:lnTo>
                <a:lnTo>
                  <a:pt x="0" y="27129"/>
                </a:lnTo>
                <a:lnTo>
                  <a:pt x="708" y="24885"/>
                </a:lnTo>
                <a:lnTo>
                  <a:pt x="3793" y="25558"/>
                </a:lnTo>
                <a:lnTo>
                  <a:pt x="4429" y="24915"/>
                </a:lnTo>
                <a:lnTo>
                  <a:pt x="4070" y="22254"/>
                </a:lnTo>
                <a:lnTo>
                  <a:pt x="4129" y="21099"/>
                </a:lnTo>
                <a:lnTo>
                  <a:pt x="3727" y="18724"/>
                </a:lnTo>
                <a:lnTo>
                  <a:pt x="4538" y="17657"/>
                </a:lnTo>
                <a:lnTo>
                  <a:pt x="7082" y="18760"/>
                </a:lnTo>
                <a:lnTo>
                  <a:pt x="8090" y="17752"/>
                </a:lnTo>
                <a:lnTo>
                  <a:pt x="7038" y="15099"/>
                </a:lnTo>
                <a:lnTo>
                  <a:pt x="8258" y="14295"/>
                </a:lnTo>
                <a:lnTo>
                  <a:pt x="10597" y="15304"/>
                </a:lnTo>
                <a:lnTo>
                  <a:pt x="11672" y="14105"/>
                </a:lnTo>
                <a:lnTo>
                  <a:pt x="10509" y="11825"/>
                </a:lnTo>
                <a:lnTo>
                  <a:pt x="11598" y="10743"/>
                </a:lnTo>
                <a:lnTo>
                  <a:pt x="14244" y="11789"/>
                </a:lnTo>
                <a:lnTo>
                  <a:pt x="15077" y="10524"/>
                </a:lnTo>
                <a:lnTo>
                  <a:pt x="14025" y="8310"/>
                </a:lnTo>
                <a:lnTo>
                  <a:pt x="15194" y="7140"/>
                </a:lnTo>
                <a:lnTo>
                  <a:pt x="17533" y="8310"/>
                </a:lnTo>
                <a:lnTo>
                  <a:pt x="18607" y="7235"/>
                </a:lnTo>
                <a:lnTo>
                  <a:pt x="17555" y="4589"/>
                </a:lnTo>
                <a:lnTo>
                  <a:pt x="18929" y="3676"/>
                </a:lnTo>
                <a:lnTo>
                  <a:pt x="20793" y="4736"/>
                </a:lnTo>
                <a:lnTo>
                  <a:pt x="22335" y="3778"/>
                </a:lnTo>
                <a:lnTo>
                  <a:pt x="24557" y="4794"/>
                </a:lnTo>
                <a:lnTo>
                  <a:pt x="25624" y="3727"/>
                </a:lnTo>
                <a:lnTo>
                  <a:pt x="24572" y="1081"/>
                </a:lnTo>
                <a:lnTo>
                  <a:pt x="25829" y="256"/>
                </a:lnTo>
                <a:lnTo>
                  <a:pt x="27809" y="906"/>
                </a:lnTo>
                <a:lnTo>
                  <a:pt x="31683" y="0"/>
                </a:lnTo>
                <a:lnTo>
                  <a:pt x="36031" y="716"/>
                </a:lnTo>
                <a:lnTo>
                  <a:pt x="55224" y="716"/>
                </a:lnTo>
                <a:lnTo>
                  <a:pt x="58287" y="146"/>
                </a:lnTo>
                <a:lnTo>
                  <a:pt x="60559" y="818"/>
                </a:lnTo>
                <a:lnTo>
                  <a:pt x="59916" y="3925"/>
                </a:lnTo>
                <a:lnTo>
                  <a:pt x="60800" y="4802"/>
                </a:lnTo>
                <a:lnTo>
                  <a:pt x="63022" y="3756"/>
                </a:lnTo>
                <a:lnTo>
                  <a:pt x="64426" y="4685"/>
                </a:lnTo>
                <a:lnTo>
                  <a:pt x="66647" y="3640"/>
                </a:lnTo>
                <a:lnTo>
                  <a:pt x="67751" y="4736"/>
                </a:lnTo>
                <a:lnTo>
                  <a:pt x="66655" y="7308"/>
                </a:lnTo>
                <a:lnTo>
                  <a:pt x="67919" y="8222"/>
                </a:lnTo>
                <a:lnTo>
                  <a:pt x="70148" y="7133"/>
                </a:lnTo>
                <a:lnTo>
                  <a:pt x="71230" y="8215"/>
                </a:lnTo>
                <a:lnTo>
                  <a:pt x="70178" y="10860"/>
                </a:lnTo>
                <a:lnTo>
                  <a:pt x="71442" y="11694"/>
                </a:lnTo>
                <a:lnTo>
                  <a:pt x="73664" y="10641"/>
                </a:lnTo>
                <a:lnTo>
                  <a:pt x="74834" y="11810"/>
                </a:lnTo>
                <a:lnTo>
                  <a:pt x="73664" y="14149"/>
                </a:lnTo>
                <a:lnTo>
                  <a:pt x="74833" y="15318"/>
                </a:lnTo>
                <a:lnTo>
                  <a:pt x="77172" y="14149"/>
                </a:lnTo>
                <a:lnTo>
                  <a:pt x="78342" y="15318"/>
                </a:lnTo>
                <a:lnTo>
                  <a:pt x="77172" y="17657"/>
                </a:lnTo>
                <a:lnTo>
                  <a:pt x="78261" y="18739"/>
                </a:lnTo>
                <a:lnTo>
                  <a:pt x="80870" y="17672"/>
                </a:lnTo>
                <a:lnTo>
                  <a:pt x="82150" y="19506"/>
                </a:lnTo>
                <a:lnTo>
                  <a:pt x="80118" y="24315"/>
                </a:lnTo>
                <a:lnTo>
                  <a:pt x="81587" y="25514"/>
                </a:lnTo>
                <a:lnTo>
                  <a:pt x="84671" y="24922"/>
                </a:lnTo>
                <a:lnTo>
                  <a:pt x="85365" y="27143"/>
                </a:lnTo>
                <a:lnTo>
                  <a:pt x="84773" y="30279"/>
                </a:lnTo>
                <a:lnTo>
                  <a:pt x="84773" y="42792"/>
                </a:lnTo>
                <a:lnTo>
                  <a:pt x="84773" y="55304"/>
                </a:lnTo>
                <a:lnTo>
                  <a:pt x="85365" y="58439"/>
                </a:lnTo>
                <a:lnTo>
                  <a:pt x="84663" y="60691"/>
                </a:lnTo>
                <a:lnTo>
                  <a:pt x="81572" y="60026"/>
                </a:lnTo>
                <a:lnTo>
                  <a:pt x="80680" y="60917"/>
                </a:lnTo>
                <a:lnTo>
                  <a:pt x="81732" y="63139"/>
                </a:lnTo>
                <a:lnTo>
                  <a:pt x="80804" y="64535"/>
                </a:lnTo>
                <a:lnTo>
                  <a:pt x="81849" y="66757"/>
                </a:lnTo>
                <a:lnTo>
                  <a:pt x="80746" y="67853"/>
                </a:lnTo>
                <a:lnTo>
                  <a:pt x="78181" y="66764"/>
                </a:lnTo>
                <a:lnTo>
                  <a:pt x="77252" y="68028"/>
                </a:lnTo>
                <a:lnTo>
                  <a:pt x="78356" y="70250"/>
                </a:lnTo>
                <a:lnTo>
                  <a:pt x="77267" y="71332"/>
                </a:lnTo>
                <a:lnTo>
                  <a:pt x="74621" y="70287"/>
                </a:lnTo>
                <a:lnTo>
                  <a:pt x="73781" y="71544"/>
                </a:lnTo>
                <a:lnTo>
                  <a:pt x="74833" y="73766"/>
                </a:lnTo>
                <a:lnTo>
                  <a:pt x="73664" y="74935"/>
                </a:lnTo>
                <a:lnTo>
                  <a:pt x="71325" y="73766"/>
                </a:lnTo>
                <a:lnTo>
                  <a:pt x="70155" y="74935"/>
                </a:lnTo>
                <a:lnTo>
                  <a:pt x="71325" y="77274"/>
                </a:lnTo>
                <a:lnTo>
                  <a:pt x="70155" y="78436"/>
                </a:lnTo>
                <a:lnTo>
                  <a:pt x="67817" y="77274"/>
                </a:lnTo>
                <a:lnTo>
                  <a:pt x="66728" y="78355"/>
                </a:lnTo>
                <a:lnTo>
                  <a:pt x="67802" y="80965"/>
                </a:lnTo>
                <a:lnTo>
                  <a:pt x="65967" y="82236"/>
                </a:lnTo>
                <a:lnTo>
                  <a:pt x="61151" y="80212"/>
                </a:lnTo>
                <a:lnTo>
                  <a:pt x="59952" y="81681"/>
                </a:lnTo>
                <a:lnTo>
                  <a:pt x="60545" y="84765"/>
                </a:lnTo>
                <a:lnTo>
                  <a:pt x="58330" y="854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218363" y="2217559"/>
            <a:ext cx="85090" cy="85725"/>
          </a:xfrm>
          <a:custGeom>
            <a:avLst/>
            <a:gdLst/>
            <a:ahLst/>
            <a:cxnLst/>
            <a:rect l="l" t="t" r="r" b="b"/>
            <a:pathLst>
              <a:path w="85090" h="85725">
                <a:moveTo>
                  <a:pt x="48924" y="85261"/>
                </a:moveTo>
                <a:lnTo>
                  <a:pt x="46695" y="84830"/>
                </a:lnTo>
                <a:lnTo>
                  <a:pt x="43677" y="85027"/>
                </a:lnTo>
                <a:lnTo>
                  <a:pt x="41287" y="84873"/>
                </a:lnTo>
                <a:lnTo>
                  <a:pt x="37961" y="84873"/>
                </a:lnTo>
                <a:lnTo>
                  <a:pt x="36427" y="85137"/>
                </a:lnTo>
                <a:lnTo>
                  <a:pt x="35133" y="84786"/>
                </a:lnTo>
                <a:lnTo>
                  <a:pt x="35747" y="81658"/>
                </a:lnTo>
                <a:lnTo>
                  <a:pt x="35133" y="81036"/>
                </a:lnTo>
                <a:lnTo>
                  <a:pt x="32465" y="81402"/>
                </a:lnTo>
                <a:lnTo>
                  <a:pt x="30989" y="81321"/>
                </a:lnTo>
                <a:lnTo>
                  <a:pt x="29344" y="81701"/>
                </a:lnTo>
                <a:lnTo>
                  <a:pt x="27773" y="81124"/>
                </a:lnTo>
                <a:lnTo>
                  <a:pt x="25420" y="81855"/>
                </a:lnTo>
                <a:lnTo>
                  <a:pt x="24448" y="80883"/>
                </a:lnTo>
                <a:lnTo>
                  <a:pt x="25500" y="78237"/>
                </a:lnTo>
                <a:lnTo>
                  <a:pt x="24119" y="77324"/>
                </a:lnTo>
                <a:lnTo>
                  <a:pt x="22291" y="78340"/>
                </a:lnTo>
                <a:lnTo>
                  <a:pt x="20720" y="77470"/>
                </a:lnTo>
                <a:lnTo>
                  <a:pt x="18483" y="78428"/>
                </a:lnTo>
                <a:lnTo>
                  <a:pt x="17431" y="77375"/>
                </a:lnTo>
                <a:lnTo>
                  <a:pt x="18483" y="74729"/>
                </a:lnTo>
                <a:lnTo>
                  <a:pt x="17168" y="73867"/>
                </a:lnTo>
                <a:lnTo>
                  <a:pt x="15078" y="74949"/>
                </a:lnTo>
                <a:lnTo>
                  <a:pt x="13820" y="73845"/>
                </a:lnTo>
                <a:lnTo>
                  <a:pt x="14975" y="71418"/>
                </a:lnTo>
                <a:lnTo>
                  <a:pt x="13923" y="70374"/>
                </a:lnTo>
                <a:lnTo>
                  <a:pt x="11277" y="71419"/>
                </a:lnTo>
                <a:lnTo>
                  <a:pt x="10363" y="70044"/>
                </a:lnTo>
                <a:lnTo>
                  <a:pt x="11438" y="68173"/>
                </a:lnTo>
                <a:lnTo>
                  <a:pt x="10546" y="66800"/>
                </a:lnTo>
                <a:lnTo>
                  <a:pt x="7878" y="67830"/>
                </a:lnTo>
                <a:lnTo>
                  <a:pt x="7067" y="67019"/>
                </a:lnTo>
                <a:lnTo>
                  <a:pt x="7418" y="64359"/>
                </a:lnTo>
                <a:lnTo>
                  <a:pt x="7352" y="63021"/>
                </a:lnTo>
                <a:lnTo>
                  <a:pt x="7761" y="61070"/>
                </a:lnTo>
                <a:lnTo>
                  <a:pt x="7148" y="59864"/>
                </a:lnTo>
                <a:lnTo>
                  <a:pt x="4297" y="60756"/>
                </a:lnTo>
                <a:lnTo>
                  <a:pt x="3559" y="60010"/>
                </a:lnTo>
                <a:lnTo>
                  <a:pt x="3917" y="57350"/>
                </a:lnTo>
                <a:lnTo>
                  <a:pt x="3837" y="55910"/>
                </a:lnTo>
                <a:lnTo>
                  <a:pt x="4231" y="54192"/>
                </a:lnTo>
                <a:lnTo>
                  <a:pt x="3610" y="52650"/>
                </a:lnTo>
                <a:lnTo>
                  <a:pt x="4385" y="50326"/>
                </a:lnTo>
                <a:lnTo>
                  <a:pt x="3398" y="49339"/>
                </a:lnTo>
                <a:lnTo>
                  <a:pt x="753" y="50392"/>
                </a:lnTo>
                <a:lnTo>
                  <a:pt x="0" y="49259"/>
                </a:lnTo>
                <a:lnTo>
                  <a:pt x="423" y="47030"/>
                </a:lnTo>
                <a:lnTo>
                  <a:pt x="226" y="44011"/>
                </a:lnTo>
                <a:lnTo>
                  <a:pt x="380" y="41629"/>
                </a:lnTo>
                <a:lnTo>
                  <a:pt x="380" y="38296"/>
                </a:lnTo>
                <a:lnTo>
                  <a:pt x="116" y="36768"/>
                </a:lnTo>
                <a:lnTo>
                  <a:pt x="467" y="35475"/>
                </a:lnTo>
                <a:lnTo>
                  <a:pt x="3603" y="36089"/>
                </a:lnTo>
                <a:lnTo>
                  <a:pt x="4217" y="35468"/>
                </a:lnTo>
                <a:lnTo>
                  <a:pt x="3859" y="32808"/>
                </a:lnTo>
                <a:lnTo>
                  <a:pt x="3939" y="31346"/>
                </a:lnTo>
                <a:lnTo>
                  <a:pt x="3552" y="29679"/>
                </a:lnTo>
                <a:lnTo>
                  <a:pt x="4144" y="28115"/>
                </a:lnTo>
                <a:lnTo>
                  <a:pt x="3398" y="25784"/>
                </a:lnTo>
                <a:lnTo>
                  <a:pt x="4377" y="24805"/>
                </a:lnTo>
                <a:lnTo>
                  <a:pt x="7023" y="25850"/>
                </a:lnTo>
                <a:lnTo>
                  <a:pt x="7937" y="24476"/>
                </a:lnTo>
                <a:lnTo>
                  <a:pt x="6870" y="22612"/>
                </a:lnTo>
                <a:lnTo>
                  <a:pt x="7849" y="21077"/>
                </a:lnTo>
                <a:lnTo>
                  <a:pt x="6819" y="18863"/>
                </a:lnTo>
                <a:lnTo>
                  <a:pt x="7937" y="17745"/>
                </a:lnTo>
                <a:lnTo>
                  <a:pt x="10444" y="18870"/>
                </a:lnTo>
                <a:lnTo>
                  <a:pt x="11430" y="17613"/>
                </a:lnTo>
                <a:lnTo>
                  <a:pt x="10305" y="15376"/>
                </a:lnTo>
                <a:lnTo>
                  <a:pt x="11394" y="14288"/>
                </a:lnTo>
                <a:lnTo>
                  <a:pt x="14040" y="15333"/>
                </a:lnTo>
                <a:lnTo>
                  <a:pt x="14880" y="14076"/>
                </a:lnTo>
                <a:lnTo>
                  <a:pt x="13828" y="11854"/>
                </a:lnTo>
                <a:lnTo>
                  <a:pt x="14997" y="10692"/>
                </a:lnTo>
                <a:lnTo>
                  <a:pt x="17336" y="11854"/>
                </a:lnTo>
                <a:lnTo>
                  <a:pt x="18410" y="10787"/>
                </a:lnTo>
                <a:lnTo>
                  <a:pt x="17358" y="8134"/>
                </a:lnTo>
                <a:lnTo>
                  <a:pt x="18732" y="7228"/>
                </a:lnTo>
                <a:lnTo>
                  <a:pt x="20552" y="8222"/>
                </a:lnTo>
                <a:lnTo>
                  <a:pt x="22138" y="7403"/>
                </a:lnTo>
                <a:lnTo>
                  <a:pt x="24389" y="8317"/>
                </a:lnTo>
                <a:lnTo>
                  <a:pt x="25427" y="7279"/>
                </a:lnTo>
                <a:lnTo>
                  <a:pt x="24374" y="4633"/>
                </a:lnTo>
                <a:lnTo>
                  <a:pt x="25595" y="3822"/>
                </a:lnTo>
                <a:lnTo>
                  <a:pt x="27649" y="4414"/>
                </a:lnTo>
                <a:lnTo>
                  <a:pt x="30711" y="3822"/>
                </a:lnTo>
                <a:lnTo>
                  <a:pt x="33196" y="4699"/>
                </a:lnTo>
                <a:lnTo>
                  <a:pt x="35462" y="4246"/>
                </a:lnTo>
                <a:lnTo>
                  <a:pt x="35732" y="4194"/>
                </a:lnTo>
                <a:lnTo>
                  <a:pt x="35221" y="986"/>
                </a:lnTo>
                <a:lnTo>
                  <a:pt x="35769" y="445"/>
                </a:lnTo>
                <a:lnTo>
                  <a:pt x="40096" y="760"/>
                </a:lnTo>
                <a:lnTo>
                  <a:pt x="41367" y="584"/>
                </a:lnTo>
                <a:lnTo>
                  <a:pt x="43553" y="898"/>
                </a:lnTo>
                <a:lnTo>
                  <a:pt x="48888" y="0"/>
                </a:lnTo>
                <a:lnTo>
                  <a:pt x="49743" y="1045"/>
                </a:lnTo>
                <a:lnTo>
                  <a:pt x="49195" y="4173"/>
                </a:lnTo>
                <a:lnTo>
                  <a:pt x="51475" y="4786"/>
                </a:lnTo>
                <a:lnTo>
                  <a:pt x="54450" y="4253"/>
                </a:lnTo>
                <a:lnTo>
                  <a:pt x="57337" y="4246"/>
                </a:lnTo>
                <a:lnTo>
                  <a:pt x="59273" y="3909"/>
                </a:lnTo>
                <a:lnTo>
                  <a:pt x="60472" y="4458"/>
                </a:lnTo>
                <a:lnTo>
                  <a:pt x="59632" y="7374"/>
                </a:lnTo>
                <a:lnTo>
                  <a:pt x="60348" y="8090"/>
                </a:lnTo>
                <a:lnTo>
                  <a:pt x="63008" y="7724"/>
                </a:lnTo>
                <a:lnTo>
                  <a:pt x="64156" y="7790"/>
                </a:lnTo>
                <a:lnTo>
                  <a:pt x="66538" y="7388"/>
                </a:lnTo>
                <a:lnTo>
                  <a:pt x="67605" y="8192"/>
                </a:lnTo>
                <a:lnTo>
                  <a:pt x="66502" y="10736"/>
                </a:lnTo>
                <a:lnTo>
                  <a:pt x="67510" y="11744"/>
                </a:lnTo>
                <a:lnTo>
                  <a:pt x="70156" y="10699"/>
                </a:lnTo>
                <a:lnTo>
                  <a:pt x="70989" y="11963"/>
                </a:lnTo>
                <a:lnTo>
                  <a:pt x="69944" y="14178"/>
                </a:lnTo>
                <a:lnTo>
                  <a:pt x="71114" y="15347"/>
                </a:lnTo>
                <a:lnTo>
                  <a:pt x="73452" y="14178"/>
                </a:lnTo>
                <a:lnTo>
                  <a:pt x="74527" y="15252"/>
                </a:lnTo>
                <a:lnTo>
                  <a:pt x="73475" y="17898"/>
                </a:lnTo>
                <a:lnTo>
                  <a:pt x="74615" y="18658"/>
                </a:lnTo>
                <a:lnTo>
                  <a:pt x="77143" y="17737"/>
                </a:lnTo>
                <a:lnTo>
                  <a:pt x="78474" y="19513"/>
                </a:lnTo>
                <a:lnTo>
                  <a:pt x="76383" y="24329"/>
                </a:lnTo>
                <a:lnTo>
                  <a:pt x="77947" y="25608"/>
                </a:lnTo>
                <a:lnTo>
                  <a:pt x="80856" y="24848"/>
                </a:lnTo>
                <a:lnTo>
                  <a:pt x="82391" y="28188"/>
                </a:lnTo>
                <a:lnTo>
                  <a:pt x="79789" y="32858"/>
                </a:lnTo>
                <a:lnTo>
                  <a:pt x="81244" y="36250"/>
                </a:lnTo>
                <a:lnTo>
                  <a:pt x="84196" y="35439"/>
                </a:lnTo>
                <a:lnTo>
                  <a:pt x="84898" y="36140"/>
                </a:lnTo>
                <a:lnTo>
                  <a:pt x="84525" y="38793"/>
                </a:lnTo>
                <a:lnTo>
                  <a:pt x="84715" y="41621"/>
                </a:lnTo>
                <a:lnTo>
                  <a:pt x="84562" y="44004"/>
                </a:lnTo>
                <a:lnTo>
                  <a:pt x="84562" y="47337"/>
                </a:lnTo>
                <a:lnTo>
                  <a:pt x="84825" y="48864"/>
                </a:lnTo>
                <a:lnTo>
                  <a:pt x="84474" y="50158"/>
                </a:lnTo>
                <a:lnTo>
                  <a:pt x="81339" y="49544"/>
                </a:lnTo>
                <a:lnTo>
                  <a:pt x="80725" y="50166"/>
                </a:lnTo>
                <a:lnTo>
                  <a:pt x="81076" y="52826"/>
                </a:lnTo>
                <a:lnTo>
                  <a:pt x="81003" y="54302"/>
                </a:lnTo>
                <a:lnTo>
                  <a:pt x="81383" y="55946"/>
                </a:lnTo>
                <a:lnTo>
                  <a:pt x="80805" y="57510"/>
                </a:lnTo>
                <a:lnTo>
                  <a:pt x="81536" y="59864"/>
                </a:lnTo>
                <a:lnTo>
                  <a:pt x="80564" y="60828"/>
                </a:lnTo>
                <a:lnTo>
                  <a:pt x="77918" y="59783"/>
                </a:lnTo>
                <a:lnTo>
                  <a:pt x="76997" y="61157"/>
                </a:lnTo>
                <a:lnTo>
                  <a:pt x="78021" y="62985"/>
                </a:lnTo>
                <a:lnTo>
                  <a:pt x="77151" y="64563"/>
                </a:lnTo>
                <a:lnTo>
                  <a:pt x="78101" y="66792"/>
                </a:lnTo>
                <a:lnTo>
                  <a:pt x="77056" y="67845"/>
                </a:lnTo>
                <a:lnTo>
                  <a:pt x="74410" y="66792"/>
                </a:lnTo>
                <a:lnTo>
                  <a:pt x="73540" y="68108"/>
                </a:lnTo>
                <a:lnTo>
                  <a:pt x="74622" y="70198"/>
                </a:lnTo>
                <a:lnTo>
                  <a:pt x="73511" y="71455"/>
                </a:lnTo>
                <a:lnTo>
                  <a:pt x="71092" y="70300"/>
                </a:lnTo>
                <a:lnTo>
                  <a:pt x="70039" y="71346"/>
                </a:lnTo>
                <a:lnTo>
                  <a:pt x="71092" y="73998"/>
                </a:lnTo>
                <a:lnTo>
                  <a:pt x="69718" y="74904"/>
                </a:lnTo>
                <a:lnTo>
                  <a:pt x="67839" y="73837"/>
                </a:lnTo>
                <a:lnTo>
                  <a:pt x="66465" y="74722"/>
                </a:lnTo>
                <a:lnTo>
                  <a:pt x="67503" y="77390"/>
                </a:lnTo>
                <a:lnTo>
                  <a:pt x="66692" y="78201"/>
                </a:lnTo>
                <a:lnTo>
                  <a:pt x="64024" y="77843"/>
                </a:lnTo>
                <a:lnTo>
                  <a:pt x="62687" y="77916"/>
                </a:lnTo>
                <a:lnTo>
                  <a:pt x="60743" y="77499"/>
                </a:lnTo>
                <a:lnTo>
                  <a:pt x="59529" y="78113"/>
                </a:lnTo>
                <a:lnTo>
                  <a:pt x="60428" y="80964"/>
                </a:lnTo>
                <a:lnTo>
                  <a:pt x="59683" y="81709"/>
                </a:lnTo>
                <a:lnTo>
                  <a:pt x="57015" y="81343"/>
                </a:lnTo>
                <a:lnTo>
                  <a:pt x="55575" y="81424"/>
                </a:lnTo>
                <a:lnTo>
                  <a:pt x="53858" y="81029"/>
                </a:lnTo>
                <a:lnTo>
                  <a:pt x="52316" y="81643"/>
                </a:lnTo>
                <a:lnTo>
                  <a:pt x="49999" y="80876"/>
                </a:lnTo>
                <a:lnTo>
                  <a:pt x="49005" y="81862"/>
                </a:lnTo>
                <a:lnTo>
                  <a:pt x="50057" y="84508"/>
                </a:lnTo>
                <a:lnTo>
                  <a:pt x="48924" y="852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0" y="2221541"/>
            <a:ext cx="37465" cy="78105"/>
          </a:xfrm>
          <a:custGeom>
            <a:avLst/>
            <a:gdLst/>
            <a:ahLst/>
            <a:cxnLst/>
            <a:rect l="l" t="t" r="r" b="b"/>
            <a:pathLst>
              <a:path w="37465" h="78105">
                <a:moveTo>
                  <a:pt x="5264" y="78019"/>
                </a:moveTo>
                <a:lnTo>
                  <a:pt x="1149" y="77398"/>
                </a:lnTo>
                <a:lnTo>
                  <a:pt x="0" y="77398"/>
                </a:lnTo>
                <a:lnTo>
                  <a:pt x="0" y="264"/>
                </a:lnTo>
                <a:lnTo>
                  <a:pt x="9444" y="263"/>
                </a:lnTo>
                <a:lnTo>
                  <a:pt x="10972" y="0"/>
                </a:lnTo>
                <a:lnTo>
                  <a:pt x="12273" y="358"/>
                </a:lnTo>
                <a:lnTo>
                  <a:pt x="11659" y="3486"/>
                </a:lnTo>
                <a:lnTo>
                  <a:pt x="12273" y="4107"/>
                </a:lnTo>
                <a:lnTo>
                  <a:pt x="14940" y="3741"/>
                </a:lnTo>
                <a:lnTo>
                  <a:pt x="16124" y="3807"/>
                </a:lnTo>
                <a:lnTo>
                  <a:pt x="18426" y="3398"/>
                </a:lnTo>
                <a:lnTo>
                  <a:pt x="19530" y="4173"/>
                </a:lnTo>
                <a:lnTo>
                  <a:pt x="18456" y="6775"/>
                </a:lnTo>
                <a:lnTo>
                  <a:pt x="19450" y="7761"/>
                </a:lnTo>
                <a:lnTo>
                  <a:pt x="22095" y="6716"/>
                </a:lnTo>
                <a:lnTo>
                  <a:pt x="22936" y="7980"/>
                </a:lnTo>
                <a:lnTo>
                  <a:pt x="21883" y="10195"/>
                </a:lnTo>
                <a:lnTo>
                  <a:pt x="23053" y="11364"/>
                </a:lnTo>
                <a:lnTo>
                  <a:pt x="25391" y="10195"/>
                </a:lnTo>
                <a:lnTo>
                  <a:pt x="26466" y="11269"/>
                </a:lnTo>
                <a:lnTo>
                  <a:pt x="25413" y="13915"/>
                </a:lnTo>
                <a:lnTo>
                  <a:pt x="26583" y="14689"/>
                </a:lnTo>
                <a:lnTo>
                  <a:pt x="29046" y="13732"/>
                </a:lnTo>
                <a:lnTo>
                  <a:pt x="30018" y="14953"/>
                </a:lnTo>
                <a:lnTo>
                  <a:pt x="28885" y="17189"/>
                </a:lnTo>
                <a:lnTo>
                  <a:pt x="29974" y="18278"/>
                </a:lnTo>
                <a:lnTo>
                  <a:pt x="32620" y="17225"/>
                </a:lnTo>
                <a:lnTo>
                  <a:pt x="33540" y="18600"/>
                </a:lnTo>
                <a:lnTo>
                  <a:pt x="32517" y="20434"/>
                </a:lnTo>
                <a:lnTo>
                  <a:pt x="33387" y="22006"/>
                </a:lnTo>
                <a:lnTo>
                  <a:pt x="32437" y="24242"/>
                </a:lnTo>
                <a:lnTo>
                  <a:pt x="33482" y="25287"/>
                </a:lnTo>
                <a:lnTo>
                  <a:pt x="36128" y="24234"/>
                </a:lnTo>
                <a:lnTo>
                  <a:pt x="36946" y="25462"/>
                </a:lnTo>
                <a:lnTo>
                  <a:pt x="36347" y="27501"/>
                </a:lnTo>
                <a:lnTo>
                  <a:pt x="37122" y="31477"/>
                </a:lnTo>
                <a:lnTo>
                  <a:pt x="36500" y="35584"/>
                </a:lnTo>
                <a:lnTo>
                  <a:pt x="36500" y="41045"/>
                </a:lnTo>
                <a:lnTo>
                  <a:pt x="36881" y="43661"/>
                </a:lnTo>
                <a:lnTo>
                  <a:pt x="36318" y="46935"/>
                </a:lnTo>
                <a:lnTo>
                  <a:pt x="37268" y="52227"/>
                </a:lnTo>
                <a:lnTo>
                  <a:pt x="36164" y="53133"/>
                </a:lnTo>
                <a:lnTo>
                  <a:pt x="33117" y="52505"/>
                </a:lnTo>
                <a:lnTo>
                  <a:pt x="32364" y="54690"/>
                </a:lnTo>
                <a:lnTo>
                  <a:pt x="34016" y="58264"/>
                </a:lnTo>
                <a:lnTo>
                  <a:pt x="32642" y="60420"/>
                </a:lnTo>
                <a:lnTo>
                  <a:pt x="29959" y="59397"/>
                </a:lnTo>
                <a:lnTo>
                  <a:pt x="28900" y="60457"/>
                </a:lnTo>
                <a:lnTo>
                  <a:pt x="30069" y="62796"/>
                </a:lnTo>
                <a:lnTo>
                  <a:pt x="28900" y="63964"/>
                </a:lnTo>
                <a:lnTo>
                  <a:pt x="26561" y="62795"/>
                </a:lnTo>
                <a:lnTo>
                  <a:pt x="25391" y="63965"/>
                </a:lnTo>
                <a:lnTo>
                  <a:pt x="26561" y="66289"/>
                </a:lnTo>
                <a:lnTo>
                  <a:pt x="25399" y="67466"/>
                </a:lnTo>
                <a:lnTo>
                  <a:pt x="23053" y="66304"/>
                </a:lnTo>
                <a:lnTo>
                  <a:pt x="21883" y="67466"/>
                </a:lnTo>
                <a:lnTo>
                  <a:pt x="23053" y="69804"/>
                </a:lnTo>
                <a:lnTo>
                  <a:pt x="21883" y="70973"/>
                </a:lnTo>
                <a:lnTo>
                  <a:pt x="19545" y="69804"/>
                </a:lnTo>
                <a:lnTo>
                  <a:pt x="18470" y="70871"/>
                </a:lnTo>
                <a:lnTo>
                  <a:pt x="19523" y="73524"/>
                </a:lnTo>
                <a:lnTo>
                  <a:pt x="17359" y="74957"/>
                </a:lnTo>
                <a:lnTo>
                  <a:pt x="13742" y="73129"/>
                </a:lnTo>
                <a:lnTo>
                  <a:pt x="11505" y="74080"/>
                </a:lnTo>
                <a:lnTo>
                  <a:pt x="12309" y="77032"/>
                </a:lnTo>
                <a:lnTo>
                  <a:pt x="11542" y="77800"/>
                </a:lnTo>
                <a:lnTo>
                  <a:pt x="9035" y="77273"/>
                </a:lnTo>
                <a:lnTo>
                  <a:pt x="5264" y="780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432017" y="2221287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40" h="78739">
                <a:moveTo>
                  <a:pt x="30784" y="78172"/>
                </a:moveTo>
                <a:lnTo>
                  <a:pt x="28460" y="77557"/>
                </a:lnTo>
                <a:lnTo>
                  <a:pt x="29059" y="74415"/>
                </a:lnTo>
                <a:lnTo>
                  <a:pt x="28452" y="73808"/>
                </a:lnTo>
                <a:lnTo>
                  <a:pt x="25792" y="74167"/>
                </a:lnTo>
                <a:lnTo>
                  <a:pt x="24403" y="74093"/>
                </a:lnTo>
                <a:lnTo>
                  <a:pt x="22554" y="74503"/>
                </a:lnTo>
                <a:lnTo>
                  <a:pt x="21319" y="73932"/>
                </a:lnTo>
                <a:lnTo>
                  <a:pt x="22160" y="71016"/>
                </a:lnTo>
                <a:lnTo>
                  <a:pt x="21188" y="70052"/>
                </a:lnTo>
                <a:lnTo>
                  <a:pt x="18966" y="71097"/>
                </a:lnTo>
                <a:lnTo>
                  <a:pt x="17562" y="70168"/>
                </a:lnTo>
                <a:lnTo>
                  <a:pt x="15348" y="71221"/>
                </a:lnTo>
                <a:lnTo>
                  <a:pt x="14251" y="70118"/>
                </a:lnTo>
                <a:lnTo>
                  <a:pt x="15341" y="67552"/>
                </a:lnTo>
                <a:lnTo>
                  <a:pt x="14076" y="66631"/>
                </a:lnTo>
                <a:lnTo>
                  <a:pt x="11854" y="67720"/>
                </a:lnTo>
                <a:lnTo>
                  <a:pt x="10773" y="66646"/>
                </a:lnTo>
                <a:lnTo>
                  <a:pt x="11818" y="63993"/>
                </a:lnTo>
                <a:lnTo>
                  <a:pt x="10670" y="63233"/>
                </a:lnTo>
                <a:lnTo>
                  <a:pt x="8163" y="64161"/>
                </a:lnTo>
                <a:lnTo>
                  <a:pt x="6665" y="62210"/>
                </a:lnTo>
                <a:lnTo>
                  <a:pt x="8478" y="58299"/>
                </a:lnTo>
                <a:lnTo>
                  <a:pt x="7571" y="56165"/>
                </a:lnTo>
                <a:lnTo>
                  <a:pt x="4611" y="56984"/>
                </a:lnTo>
                <a:lnTo>
                  <a:pt x="3741" y="56099"/>
                </a:lnTo>
                <a:lnTo>
                  <a:pt x="4546" y="53790"/>
                </a:lnTo>
                <a:lnTo>
                  <a:pt x="3954" y="52409"/>
                </a:lnTo>
                <a:lnTo>
                  <a:pt x="4757" y="50107"/>
                </a:lnTo>
                <a:lnTo>
                  <a:pt x="3880" y="49229"/>
                </a:lnTo>
                <a:lnTo>
                  <a:pt x="935" y="50041"/>
                </a:lnTo>
                <a:lnTo>
                  <a:pt x="0" y="47877"/>
                </a:lnTo>
                <a:lnTo>
                  <a:pt x="877" y="44486"/>
                </a:lnTo>
                <a:lnTo>
                  <a:pt x="591" y="40269"/>
                </a:lnTo>
                <a:lnTo>
                  <a:pt x="745" y="37886"/>
                </a:lnTo>
                <a:lnTo>
                  <a:pt x="745" y="34583"/>
                </a:lnTo>
                <a:lnTo>
                  <a:pt x="467" y="32989"/>
                </a:lnTo>
                <a:lnTo>
                  <a:pt x="942" y="31411"/>
                </a:lnTo>
                <a:lnTo>
                  <a:pt x="292" y="29006"/>
                </a:lnTo>
                <a:lnTo>
                  <a:pt x="1059" y="28246"/>
                </a:lnTo>
                <a:lnTo>
                  <a:pt x="4136" y="28926"/>
                </a:lnTo>
                <a:lnTo>
                  <a:pt x="4648" y="27347"/>
                </a:lnTo>
                <a:lnTo>
                  <a:pt x="3347" y="22282"/>
                </a:lnTo>
                <a:lnTo>
                  <a:pt x="4589" y="21267"/>
                </a:lnTo>
                <a:lnTo>
                  <a:pt x="7637" y="21895"/>
                </a:lnTo>
                <a:lnTo>
                  <a:pt x="8331" y="19878"/>
                </a:lnTo>
                <a:lnTo>
                  <a:pt x="6709" y="15872"/>
                </a:lnTo>
                <a:lnTo>
                  <a:pt x="8207" y="13936"/>
                </a:lnTo>
                <a:lnTo>
                  <a:pt x="10729" y="15054"/>
                </a:lnTo>
                <a:lnTo>
                  <a:pt x="11752" y="14038"/>
                </a:lnTo>
                <a:lnTo>
                  <a:pt x="10699" y="11385"/>
                </a:lnTo>
                <a:lnTo>
                  <a:pt x="12022" y="10516"/>
                </a:lnTo>
                <a:lnTo>
                  <a:pt x="14076" y="11605"/>
                </a:lnTo>
                <a:lnTo>
                  <a:pt x="15355" y="10523"/>
                </a:lnTo>
                <a:lnTo>
                  <a:pt x="14215" y="8067"/>
                </a:lnTo>
                <a:lnTo>
                  <a:pt x="15318" y="6964"/>
                </a:lnTo>
                <a:lnTo>
                  <a:pt x="17562" y="7899"/>
                </a:lnTo>
                <a:lnTo>
                  <a:pt x="18980" y="7132"/>
                </a:lnTo>
                <a:lnTo>
                  <a:pt x="21224" y="8067"/>
                </a:lnTo>
                <a:lnTo>
                  <a:pt x="22145" y="7147"/>
                </a:lnTo>
                <a:lnTo>
                  <a:pt x="21334" y="4194"/>
                </a:lnTo>
                <a:lnTo>
                  <a:pt x="23745" y="3134"/>
                </a:lnTo>
                <a:lnTo>
                  <a:pt x="26742" y="4596"/>
                </a:lnTo>
                <a:lnTo>
                  <a:pt x="28788" y="4026"/>
                </a:lnTo>
                <a:lnTo>
                  <a:pt x="29125" y="3931"/>
                </a:lnTo>
                <a:lnTo>
                  <a:pt x="28503" y="810"/>
                </a:lnTo>
                <a:lnTo>
                  <a:pt x="29125" y="190"/>
                </a:lnTo>
                <a:lnTo>
                  <a:pt x="31785" y="548"/>
                </a:lnTo>
                <a:lnTo>
                  <a:pt x="35776" y="343"/>
                </a:lnTo>
                <a:lnTo>
                  <a:pt x="39335" y="518"/>
                </a:lnTo>
                <a:lnTo>
                  <a:pt x="44897" y="518"/>
                </a:lnTo>
                <a:lnTo>
                  <a:pt x="47835" y="0"/>
                </a:lnTo>
                <a:lnTo>
                  <a:pt x="50152" y="606"/>
                </a:lnTo>
                <a:lnTo>
                  <a:pt x="49552" y="3749"/>
                </a:lnTo>
                <a:lnTo>
                  <a:pt x="50166" y="4363"/>
                </a:lnTo>
                <a:lnTo>
                  <a:pt x="52826" y="3997"/>
                </a:lnTo>
                <a:lnTo>
                  <a:pt x="54208" y="4070"/>
                </a:lnTo>
                <a:lnTo>
                  <a:pt x="56057" y="3661"/>
                </a:lnTo>
                <a:lnTo>
                  <a:pt x="57299" y="4231"/>
                </a:lnTo>
                <a:lnTo>
                  <a:pt x="56452" y="7147"/>
                </a:lnTo>
                <a:lnTo>
                  <a:pt x="57424" y="8112"/>
                </a:lnTo>
                <a:lnTo>
                  <a:pt x="59653" y="7067"/>
                </a:lnTo>
                <a:lnTo>
                  <a:pt x="61049" y="7995"/>
                </a:lnTo>
                <a:lnTo>
                  <a:pt x="63271" y="6942"/>
                </a:lnTo>
                <a:lnTo>
                  <a:pt x="64367" y="8046"/>
                </a:lnTo>
                <a:lnTo>
                  <a:pt x="63278" y="10618"/>
                </a:lnTo>
                <a:lnTo>
                  <a:pt x="64542" y="11532"/>
                </a:lnTo>
                <a:lnTo>
                  <a:pt x="66764" y="10443"/>
                </a:lnTo>
                <a:lnTo>
                  <a:pt x="67846" y="11525"/>
                </a:lnTo>
                <a:lnTo>
                  <a:pt x="66794" y="14171"/>
                </a:lnTo>
                <a:lnTo>
                  <a:pt x="67941" y="14930"/>
                </a:lnTo>
                <a:lnTo>
                  <a:pt x="70455" y="14002"/>
                </a:lnTo>
                <a:lnTo>
                  <a:pt x="71953" y="15968"/>
                </a:lnTo>
                <a:lnTo>
                  <a:pt x="70134" y="19871"/>
                </a:lnTo>
                <a:lnTo>
                  <a:pt x="71047" y="21998"/>
                </a:lnTo>
                <a:lnTo>
                  <a:pt x="74000" y="21187"/>
                </a:lnTo>
                <a:lnTo>
                  <a:pt x="74877" y="22064"/>
                </a:lnTo>
                <a:lnTo>
                  <a:pt x="74066" y="24373"/>
                </a:lnTo>
                <a:lnTo>
                  <a:pt x="74665" y="25747"/>
                </a:lnTo>
                <a:lnTo>
                  <a:pt x="73854" y="28056"/>
                </a:lnTo>
                <a:lnTo>
                  <a:pt x="74738" y="28933"/>
                </a:lnTo>
                <a:lnTo>
                  <a:pt x="77684" y="28122"/>
                </a:lnTo>
                <a:lnTo>
                  <a:pt x="78612" y="30285"/>
                </a:lnTo>
                <a:lnTo>
                  <a:pt x="77742" y="33684"/>
                </a:lnTo>
                <a:lnTo>
                  <a:pt x="78027" y="37894"/>
                </a:lnTo>
                <a:lnTo>
                  <a:pt x="77874" y="40284"/>
                </a:lnTo>
                <a:lnTo>
                  <a:pt x="77874" y="43661"/>
                </a:lnTo>
                <a:lnTo>
                  <a:pt x="78093" y="45071"/>
                </a:lnTo>
                <a:lnTo>
                  <a:pt x="77735" y="46708"/>
                </a:lnTo>
                <a:lnTo>
                  <a:pt x="78283" y="49201"/>
                </a:lnTo>
                <a:lnTo>
                  <a:pt x="77384" y="50100"/>
                </a:lnTo>
                <a:lnTo>
                  <a:pt x="74731" y="49047"/>
                </a:lnTo>
                <a:lnTo>
                  <a:pt x="73846" y="50385"/>
                </a:lnTo>
                <a:lnTo>
                  <a:pt x="74709" y="52226"/>
                </a:lnTo>
                <a:lnTo>
                  <a:pt x="74102" y="53798"/>
                </a:lnTo>
                <a:lnTo>
                  <a:pt x="74855" y="56122"/>
                </a:lnTo>
                <a:lnTo>
                  <a:pt x="73876" y="57101"/>
                </a:lnTo>
                <a:lnTo>
                  <a:pt x="71230" y="56056"/>
                </a:lnTo>
                <a:lnTo>
                  <a:pt x="70316" y="57430"/>
                </a:lnTo>
                <a:lnTo>
                  <a:pt x="71340" y="59257"/>
                </a:lnTo>
                <a:lnTo>
                  <a:pt x="70463" y="60836"/>
                </a:lnTo>
                <a:lnTo>
                  <a:pt x="71420" y="63065"/>
                </a:lnTo>
                <a:lnTo>
                  <a:pt x="70375" y="64117"/>
                </a:lnTo>
                <a:lnTo>
                  <a:pt x="67722" y="63064"/>
                </a:lnTo>
                <a:lnTo>
                  <a:pt x="66889" y="64336"/>
                </a:lnTo>
                <a:lnTo>
                  <a:pt x="67941" y="66536"/>
                </a:lnTo>
                <a:lnTo>
                  <a:pt x="66779" y="67713"/>
                </a:lnTo>
                <a:lnTo>
                  <a:pt x="64433" y="66551"/>
                </a:lnTo>
                <a:lnTo>
                  <a:pt x="63366" y="67618"/>
                </a:lnTo>
                <a:lnTo>
                  <a:pt x="64411" y="70271"/>
                </a:lnTo>
                <a:lnTo>
                  <a:pt x="63037" y="71177"/>
                </a:lnTo>
                <a:lnTo>
                  <a:pt x="61173" y="70110"/>
                </a:lnTo>
                <a:lnTo>
                  <a:pt x="59638" y="71090"/>
                </a:lnTo>
                <a:lnTo>
                  <a:pt x="57424" y="70059"/>
                </a:lnTo>
                <a:lnTo>
                  <a:pt x="56437" y="71038"/>
                </a:lnTo>
                <a:lnTo>
                  <a:pt x="57314" y="73911"/>
                </a:lnTo>
                <a:lnTo>
                  <a:pt x="55567" y="74759"/>
                </a:lnTo>
                <a:lnTo>
                  <a:pt x="50671" y="73107"/>
                </a:lnTo>
                <a:lnTo>
                  <a:pt x="49552" y="74474"/>
                </a:lnTo>
                <a:lnTo>
                  <a:pt x="50181" y="77528"/>
                </a:lnTo>
                <a:lnTo>
                  <a:pt x="48946" y="77945"/>
                </a:lnTo>
                <a:lnTo>
                  <a:pt x="47250" y="77645"/>
                </a:lnTo>
                <a:lnTo>
                  <a:pt x="33722" y="77645"/>
                </a:lnTo>
                <a:lnTo>
                  <a:pt x="30784" y="78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646444" y="2224649"/>
            <a:ext cx="71120" cy="71120"/>
          </a:xfrm>
          <a:custGeom>
            <a:avLst/>
            <a:gdLst/>
            <a:ahLst/>
            <a:cxnLst/>
            <a:rect l="l" t="t" r="r" b="b"/>
            <a:pathLst>
              <a:path w="71119" h="71119">
                <a:moveTo>
                  <a:pt x="32728" y="71098"/>
                </a:moveTo>
                <a:lnTo>
                  <a:pt x="31478" y="70637"/>
                </a:lnTo>
                <a:lnTo>
                  <a:pt x="32209" y="67604"/>
                </a:lnTo>
                <a:lnTo>
                  <a:pt x="31544" y="66946"/>
                </a:lnTo>
                <a:lnTo>
                  <a:pt x="28884" y="67312"/>
                </a:lnTo>
                <a:lnTo>
                  <a:pt x="27210" y="67217"/>
                </a:lnTo>
                <a:lnTo>
                  <a:pt x="26033" y="67348"/>
                </a:lnTo>
                <a:lnTo>
                  <a:pt x="23709" y="67217"/>
                </a:lnTo>
                <a:lnTo>
                  <a:pt x="20574" y="67282"/>
                </a:lnTo>
                <a:lnTo>
                  <a:pt x="18549" y="67626"/>
                </a:lnTo>
                <a:lnTo>
                  <a:pt x="17380" y="67041"/>
                </a:lnTo>
                <a:lnTo>
                  <a:pt x="18264" y="64176"/>
                </a:lnTo>
                <a:lnTo>
                  <a:pt x="17270" y="63189"/>
                </a:lnTo>
                <a:lnTo>
                  <a:pt x="14939" y="64359"/>
                </a:lnTo>
                <a:lnTo>
                  <a:pt x="13769" y="63189"/>
                </a:lnTo>
                <a:lnTo>
                  <a:pt x="14938" y="60858"/>
                </a:lnTo>
                <a:lnTo>
                  <a:pt x="13769" y="59689"/>
                </a:lnTo>
                <a:lnTo>
                  <a:pt x="11430" y="60858"/>
                </a:lnTo>
                <a:lnTo>
                  <a:pt x="10268" y="59689"/>
                </a:lnTo>
                <a:lnTo>
                  <a:pt x="11430" y="57350"/>
                </a:lnTo>
                <a:lnTo>
                  <a:pt x="10268" y="56181"/>
                </a:lnTo>
                <a:lnTo>
                  <a:pt x="7930" y="57350"/>
                </a:lnTo>
                <a:lnTo>
                  <a:pt x="6760" y="56181"/>
                </a:lnTo>
                <a:lnTo>
                  <a:pt x="7929" y="53849"/>
                </a:lnTo>
                <a:lnTo>
                  <a:pt x="6943" y="52863"/>
                </a:lnTo>
                <a:lnTo>
                  <a:pt x="4063" y="53732"/>
                </a:lnTo>
                <a:lnTo>
                  <a:pt x="3120" y="51752"/>
                </a:lnTo>
                <a:lnTo>
                  <a:pt x="3836" y="47944"/>
                </a:lnTo>
                <a:lnTo>
                  <a:pt x="3836" y="44165"/>
                </a:lnTo>
                <a:lnTo>
                  <a:pt x="4363" y="41227"/>
                </a:lnTo>
                <a:lnTo>
                  <a:pt x="3749" y="38903"/>
                </a:lnTo>
                <a:lnTo>
                  <a:pt x="613" y="39510"/>
                </a:lnTo>
                <a:lnTo>
                  <a:pt x="0" y="38895"/>
                </a:lnTo>
                <a:lnTo>
                  <a:pt x="365" y="36235"/>
                </a:lnTo>
                <a:lnTo>
                  <a:pt x="343" y="32055"/>
                </a:lnTo>
                <a:lnTo>
                  <a:pt x="3654" y="32406"/>
                </a:lnTo>
                <a:lnTo>
                  <a:pt x="4173" y="31886"/>
                </a:lnTo>
                <a:lnTo>
                  <a:pt x="3815" y="29226"/>
                </a:lnTo>
                <a:lnTo>
                  <a:pt x="3902" y="27553"/>
                </a:lnTo>
                <a:lnTo>
                  <a:pt x="3771" y="26376"/>
                </a:lnTo>
                <a:lnTo>
                  <a:pt x="3910" y="24052"/>
                </a:lnTo>
                <a:lnTo>
                  <a:pt x="3836" y="20946"/>
                </a:lnTo>
                <a:lnTo>
                  <a:pt x="3493" y="18863"/>
                </a:lnTo>
                <a:lnTo>
                  <a:pt x="4100" y="17708"/>
                </a:lnTo>
                <a:lnTo>
                  <a:pt x="6928" y="18622"/>
                </a:lnTo>
                <a:lnTo>
                  <a:pt x="7929" y="17613"/>
                </a:lnTo>
                <a:lnTo>
                  <a:pt x="6760" y="15282"/>
                </a:lnTo>
                <a:lnTo>
                  <a:pt x="7929" y="14112"/>
                </a:lnTo>
                <a:lnTo>
                  <a:pt x="10268" y="15282"/>
                </a:lnTo>
                <a:lnTo>
                  <a:pt x="11430" y="14112"/>
                </a:lnTo>
                <a:lnTo>
                  <a:pt x="10268" y="11773"/>
                </a:lnTo>
                <a:lnTo>
                  <a:pt x="11430" y="10611"/>
                </a:lnTo>
                <a:lnTo>
                  <a:pt x="13769" y="11773"/>
                </a:lnTo>
                <a:lnTo>
                  <a:pt x="14938" y="10611"/>
                </a:lnTo>
                <a:lnTo>
                  <a:pt x="13769" y="8273"/>
                </a:lnTo>
                <a:lnTo>
                  <a:pt x="14938" y="7104"/>
                </a:lnTo>
                <a:lnTo>
                  <a:pt x="17277" y="8273"/>
                </a:lnTo>
                <a:lnTo>
                  <a:pt x="18213" y="7338"/>
                </a:lnTo>
                <a:lnTo>
                  <a:pt x="17438" y="4348"/>
                </a:lnTo>
                <a:lnTo>
                  <a:pt x="19543" y="3508"/>
                </a:lnTo>
                <a:lnTo>
                  <a:pt x="23029" y="4180"/>
                </a:lnTo>
                <a:lnTo>
                  <a:pt x="27071" y="4180"/>
                </a:lnTo>
                <a:lnTo>
                  <a:pt x="29702" y="4546"/>
                </a:lnTo>
                <a:lnTo>
                  <a:pt x="31866" y="4173"/>
                </a:lnTo>
                <a:lnTo>
                  <a:pt x="31763" y="672"/>
                </a:lnTo>
                <a:lnTo>
                  <a:pt x="33590" y="613"/>
                </a:lnTo>
                <a:lnTo>
                  <a:pt x="37318" y="0"/>
                </a:lnTo>
                <a:lnTo>
                  <a:pt x="39328" y="855"/>
                </a:lnTo>
                <a:lnTo>
                  <a:pt x="38517" y="3814"/>
                </a:lnTo>
                <a:lnTo>
                  <a:pt x="39277" y="4567"/>
                </a:lnTo>
                <a:lnTo>
                  <a:pt x="41805" y="4070"/>
                </a:lnTo>
                <a:lnTo>
                  <a:pt x="44568" y="4560"/>
                </a:lnTo>
                <a:lnTo>
                  <a:pt x="47192" y="4173"/>
                </a:lnTo>
                <a:lnTo>
                  <a:pt x="50203" y="4173"/>
                </a:lnTo>
                <a:lnTo>
                  <a:pt x="52206" y="3829"/>
                </a:lnTo>
                <a:lnTo>
                  <a:pt x="53382" y="4406"/>
                </a:lnTo>
                <a:lnTo>
                  <a:pt x="52513" y="7286"/>
                </a:lnTo>
                <a:lnTo>
                  <a:pt x="53499" y="8265"/>
                </a:lnTo>
                <a:lnTo>
                  <a:pt x="55831" y="7096"/>
                </a:lnTo>
                <a:lnTo>
                  <a:pt x="57000" y="8265"/>
                </a:lnTo>
                <a:lnTo>
                  <a:pt x="55831" y="10604"/>
                </a:lnTo>
                <a:lnTo>
                  <a:pt x="57000" y="11766"/>
                </a:lnTo>
                <a:lnTo>
                  <a:pt x="59339" y="10604"/>
                </a:lnTo>
                <a:lnTo>
                  <a:pt x="60501" y="11766"/>
                </a:lnTo>
                <a:lnTo>
                  <a:pt x="59339" y="14105"/>
                </a:lnTo>
                <a:lnTo>
                  <a:pt x="60501" y="15274"/>
                </a:lnTo>
                <a:lnTo>
                  <a:pt x="62840" y="14105"/>
                </a:lnTo>
                <a:lnTo>
                  <a:pt x="64009" y="15274"/>
                </a:lnTo>
                <a:lnTo>
                  <a:pt x="62840" y="17613"/>
                </a:lnTo>
                <a:lnTo>
                  <a:pt x="63834" y="18607"/>
                </a:lnTo>
                <a:lnTo>
                  <a:pt x="66691" y="17708"/>
                </a:lnTo>
                <a:lnTo>
                  <a:pt x="67664" y="19645"/>
                </a:lnTo>
                <a:lnTo>
                  <a:pt x="66933" y="23547"/>
                </a:lnTo>
                <a:lnTo>
                  <a:pt x="66933" y="26193"/>
                </a:lnTo>
                <a:lnTo>
                  <a:pt x="66648" y="27786"/>
                </a:lnTo>
                <a:lnTo>
                  <a:pt x="67123" y="29365"/>
                </a:lnTo>
                <a:lnTo>
                  <a:pt x="66479" y="31770"/>
                </a:lnTo>
                <a:lnTo>
                  <a:pt x="67115" y="32406"/>
                </a:lnTo>
                <a:lnTo>
                  <a:pt x="70434" y="32055"/>
                </a:lnTo>
                <a:lnTo>
                  <a:pt x="70521" y="33911"/>
                </a:lnTo>
                <a:lnTo>
                  <a:pt x="71091" y="37704"/>
                </a:lnTo>
                <a:lnTo>
                  <a:pt x="70251" y="39685"/>
                </a:lnTo>
                <a:lnTo>
                  <a:pt x="67291" y="38866"/>
                </a:lnTo>
                <a:lnTo>
                  <a:pt x="66538" y="39626"/>
                </a:lnTo>
                <a:lnTo>
                  <a:pt x="67035" y="42155"/>
                </a:lnTo>
                <a:lnTo>
                  <a:pt x="66545" y="44918"/>
                </a:lnTo>
                <a:lnTo>
                  <a:pt x="66933" y="47542"/>
                </a:lnTo>
                <a:lnTo>
                  <a:pt x="66933" y="50560"/>
                </a:lnTo>
                <a:lnTo>
                  <a:pt x="67276" y="52549"/>
                </a:lnTo>
                <a:lnTo>
                  <a:pt x="66706" y="53732"/>
                </a:lnTo>
                <a:lnTo>
                  <a:pt x="63819" y="52863"/>
                </a:lnTo>
                <a:lnTo>
                  <a:pt x="62840" y="53849"/>
                </a:lnTo>
                <a:lnTo>
                  <a:pt x="64009" y="56181"/>
                </a:lnTo>
                <a:lnTo>
                  <a:pt x="62840" y="57350"/>
                </a:lnTo>
                <a:lnTo>
                  <a:pt x="60501" y="56181"/>
                </a:lnTo>
                <a:lnTo>
                  <a:pt x="59339" y="57350"/>
                </a:lnTo>
                <a:lnTo>
                  <a:pt x="60501" y="59689"/>
                </a:lnTo>
                <a:lnTo>
                  <a:pt x="59339" y="60858"/>
                </a:lnTo>
                <a:lnTo>
                  <a:pt x="57000" y="59689"/>
                </a:lnTo>
                <a:lnTo>
                  <a:pt x="55831" y="60858"/>
                </a:lnTo>
                <a:lnTo>
                  <a:pt x="57000" y="63189"/>
                </a:lnTo>
                <a:lnTo>
                  <a:pt x="55831" y="64359"/>
                </a:lnTo>
                <a:lnTo>
                  <a:pt x="53499" y="63189"/>
                </a:lnTo>
                <a:lnTo>
                  <a:pt x="52498" y="64191"/>
                </a:lnTo>
                <a:lnTo>
                  <a:pt x="53397" y="67041"/>
                </a:lnTo>
                <a:lnTo>
                  <a:pt x="51460" y="68013"/>
                </a:lnTo>
                <a:lnTo>
                  <a:pt x="47557" y="67282"/>
                </a:lnTo>
                <a:lnTo>
                  <a:pt x="44912" y="67282"/>
                </a:lnTo>
                <a:lnTo>
                  <a:pt x="43318" y="66997"/>
                </a:lnTo>
                <a:lnTo>
                  <a:pt x="41740" y="67472"/>
                </a:lnTo>
                <a:lnTo>
                  <a:pt x="39335" y="66829"/>
                </a:lnTo>
                <a:lnTo>
                  <a:pt x="38699" y="67465"/>
                </a:lnTo>
                <a:lnTo>
                  <a:pt x="39050" y="70783"/>
                </a:lnTo>
                <a:lnTo>
                  <a:pt x="34467" y="70783"/>
                </a:lnTo>
                <a:lnTo>
                  <a:pt x="32728" y="71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863518" y="223178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20208" y="57219"/>
                </a:moveTo>
                <a:lnTo>
                  <a:pt x="17957" y="56554"/>
                </a:lnTo>
                <a:lnTo>
                  <a:pt x="18527" y="53448"/>
                </a:lnTo>
                <a:lnTo>
                  <a:pt x="17321" y="51986"/>
                </a:lnTo>
                <a:lnTo>
                  <a:pt x="12505" y="54084"/>
                </a:lnTo>
                <a:lnTo>
                  <a:pt x="10678" y="52710"/>
                </a:lnTo>
                <a:lnTo>
                  <a:pt x="11781" y="50166"/>
                </a:lnTo>
                <a:lnTo>
                  <a:pt x="10773" y="49150"/>
                </a:lnTo>
                <a:lnTo>
                  <a:pt x="8127" y="50203"/>
                </a:lnTo>
                <a:lnTo>
                  <a:pt x="7213" y="48836"/>
                </a:lnTo>
                <a:lnTo>
                  <a:pt x="8192" y="47016"/>
                </a:lnTo>
                <a:lnTo>
                  <a:pt x="7754" y="46139"/>
                </a:lnTo>
                <a:lnTo>
                  <a:pt x="7235" y="45701"/>
                </a:lnTo>
                <a:lnTo>
                  <a:pt x="4604" y="46673"/>
                </a:lnTo>
                <a:lnTo>
                  <a:pt x="3873" y="45576"/>
                </a:lnTo>
                <a:lnTo>
                  <a:pt x="4290" y="43325"/>
                </a:lnTo>
                <a:lnTo>
                  <a:pt x="4224" y="42120"/>
                </a:lnTo>
                <a:lnTo>
                  <a:pt x="4582" y="39452"/>
                </a:lnTo>
                <a:lnTo>
                  <a:pt x="3954" y="38831"/>
                </a:lnTo>
                <a:lnTo>
                  <a:pt x="847" y="39481"/>
                </a:lnTo>
                <a:lnTo>
                  <a:pt x="167" y="37208"/>
                </a:lnTo>
                <a:lnTo>
                  <a:pt x="745" y="34124"/>
                </a:lnTo>
                <a:lnTo>
                  <a:pt x="745" y="29855"/>
                </a:lnTo>
                <a:lnTo>
                  <a:pt x="423" y="27327"/>
                </a:lnTo>
                <a:lnTo>
                  <a:pt x="898" y="24030"/>
                </a:lnTo>
                <a:lnTo>
                  <a:pt x="0" y="18681"/>
                </a:lnTo>
                <a:lnTo>
                  <a:pt x="1088" y="17803"/>
                </a:lnTo>
                <a:lnTo>
                  <a:pt x="4129" y="18432"/>
                </a:lnTo>
                <a:lnTo>
                  <a:pt x="4823" y="16437"/>
                </a:lnTo>
                <a:lnTo>
                  <a:pt x="3201" y="12380"/>
                </a:lnTo>
                <a:lnTo>
                  <a:pt x="4706" y="10495"/>
                </a:lnTo>
                <a:lnTo>
                  <a:pt x="7162" y="11511"/>
                </a:lnTo>
                <a:lnTo>
                  <a:pt x="7754" y="11057"/>
                </a:lnTo>
                <a:lnTo>
                  <a:pt x="8222" y="10356"/>
                </a:lnTo>
                <a:lnTo>
                  <a:pt x="7169" y="8141"/>
                </a:lnTo>
                <a:lnTo>
                  <a:pt x="8244" y="7067"/>
                </a:lnTo>
                <a:lnTo>
                  <a:pt x="10889" y="8120"/>
                </a:lnTo>
                <a:lnTo>
                  <a:pt x="11650" y="6979"/>
                </a:lnTo>
                <a:lnTo>
                  <a:pt x="10729" y="4451"/>
                </a:lnTo>
                <a:lnTo>
                  <a:pt x="12505" y="3120"/>
                </a:lnTo>
                <a:lnTo>
                  <a:pt x="17321" y="5211"/>
                </a:lnTo>
                <a:lnTo>
                  <a:pt x="18527" y="3741"/>
                </a:lnTo>
                <a:lnTo>
                  <a:pt x="17957" y="635"/>
                </a:lnTo>
                <a:lnTo>
                  <a:pt x="19214" y="270"/>
                </a:lnTo>
                <a:lnTo>
                  <a:pt x="20807" y="548"/>
                </a:lnTo>
                <a:lnTo>
                  <a:pt x="34350" y="548"/>
                </a:lnTo>
                <a:lnTo>
                  <a:pt x="37354" y="0"/>
                </a:lnTo>
                <a:lnTo>
                  <a:pt x="39693" y="650"/>
                </a:lnTo>
                <a:lnTo>
                  <a:pt x="38969" y="3822"/>
                </a:lnTo>
                <a:lnTo>
                  <a:pt x="40592" y="4896"/>
                </a:lnTo>
                <a:lnTo>
                  <a:pt x="45408" y="2916"/>
                </a:lnTo>
                <a:lnTo>
                  <a:pt x="46921" y="4786"/>
                </a:lnTo>
                <a:lnTo>
                  <a:pt x="45898" y="6760"/>
                </a:lnTo>
                <a:lnTo>
                  <a:pt x="46329" y="7564"/>
                </a:lnTo>
                <a:lnTo>
                  <a:pt x="47031" y="8025"/>
                </a:lnTo>
                <a:lnTo>
                  <a:pt x="49245" y="6979"/>
                </a:lnTo>
                <a:lnTo>
                  <a:pt x="50319" y="8054"/>
                </a:lnTo>
                <a:lnTo>
                  <a:pt x="49274" y="10700"/>
                </a:lnTo>
                <a:lnTo>
                  <a:pt x="50414" y="11460"/>
                </a:lnTo>
                <a:lnTo>
                  <a:pt x="52943" y="10539"/>
                </a:lnTo>
                <a:lnTo>
                  <a:pt x="53703" y="11555"/>
                </a:lnTo>
                <a:lnTo>
                  <a:pt x="53302" y="13937"/>
                </a:lnTo>
                <a:lnTo>
                  <a:pt x="53367" y="15085"/>
                </a:lnTo>
                <a:lnTo>
                  <a:pt x="53002" y="17752"/>
                </a:lnTo>
                <a:lnTo>
                  <a:pt x="53630" y="18373"/>
                </a:lnTo>
                <a:lnTo>
                  <a:pt x="56744" y="17738"/>
                </a:lnTo>
                <a:lnTo>
                  <a:pt x="57409" y="20025"/>
                </a:lnTo>
                <a:lnTo>
                  <a:pt x="56839" y="23066"/>
                </a:lnTo>
                <a:lnTo>
                  <a:pt x="56839" y="29731"/>
                </a:lnTo>
                <a:lnTo>
                  <a:pt x="56978" y="30981"/>
                </a:lnTo>
                <a:lnTo>
                  <a:pt x="56722" y="33152"/>
                </a:lnTo>
                <a:lnTo>
                  <a:pt x="57563" y="38538"/>
                </a:lnTo>
                <a:lnTo>
                  <a:pt x="56503" y="39393"/>
                </a:lnTo>
                <a:lnTo>
                  <a:pt x="53455" y="38765"/>
                </a:lnTo>
                <a:lnTo>
                  <a:pt x="52754" y="40811"/>
                </a:lnTo>
                <a:lnTo>
                  <a:pt x="54383" y="44743"/>
                </a:lnTo>
                <a:lnTo>
                  <a:pt x="52900" y="46716"/>
                </a:lnTo>
                <a:lnTo>
                  <a:pt x="50356" y="45613"/>
                </a:lnTo>
                <a:lnTo>
                  <a:pt x="49347" y="46621"/>
                </a:lnTo>
                <a:lnTo>
                  <a:pt x="50393" y="49275"/>
                </a:lnTo>
                <a:lnTo>
                  <a:pt x="49026" y="50181"/>
                </a:lnTo>
                <a:lnTo>
                  <a:pt x="47206" y="49209"/>
                </a:lnTo>
                <a:lnTo>
                  <a:pt x="46329" y="49640"/>
                </a:lnTo>
                <a:lnTo>
                  <a:pt x="45891" y="50159"/>
                </a:lnTo>
                <a:lnTo>
                  <a:pt x="46863" y="52790"/>
                </a:lnTo>
                <a:lnTo>
                  <a:pt x="45766" y="53521"/>
                </a:lnTo>
                <a:lnTo>
                  <a:pt x="43515" y="53112"/>
                </a:lnTo>
                <a:lnTo>
                  <a:pt x="42309" y="53170"/>
                </a:lnTo>
                <a:lnTo>
                  <a:pt x="39642" y="52812"/>
                </a:lnTo>
                <a:lnTo>
                  <a:pt x="39013" y="53455"/>
                </a:lnTo>
                <a:lnTo>
                  <a:pt x="39678" y="56539"/>
                </a:lnTo>
                <a:lnTo>
                  <a:pt x="38406" y="56941"/>
                </a:lnTo>
                <a:lnTo>
                  <a:pt x="36777" y="56649"/>
                </a:lnTo>
                <a:lnTo>
                  <a:pt x="23270" y="56649"/>
                </a:lnTo>
                <a:lnTo>
                  <a:pt x="20208" y="572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2081016" y="2238586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11839" y="43559"/>
                </a:moveTo>
                <a:lnTo>
                  <a:pt x="10831" y="42331"/>
                </a:lnTo>
                <a:lnTo>
                  <a:pt x="11781" y="39671"/>
                </a:lnTo>
                <a:lnTo>
                  <a:pt x="10546" y="38881"/>
                </a:lnTo>
                <a:lnTo>
                  <a:pt x="8331" y="39911"/>
                </a:lnTo>
                <a:lnTo>
                  <a:pt x="7264" y="38844"/>
                </a:lnTo>
                <a:lnTo>
                  <a:pt x="8310" y="36199"/>
                </a:lnTo>
                <a:lnTo>
                  <a:pt x="7293" y="35527"/>
                </a:lnTo>
                <a:lnTo>
                  <a:pt x="4480" y="36272"/>
                </a:lnTo>
                <a:lnTo>
                  <a:pt x="3756" y="34927"/>
                </a:lnTo>
                <a:lnTo>
                  <a:pt x="4641" y="33276"/>
                </a:lnTo>
                <a:lnTo>
                  <a:pt x="4246" y="32325"/>
                </a:lnTo>
                <a:lnTo>
                  <a:pt x="3537" y="31857"/>
                </a:lnTo>
                <a:lnTo>
                  <a:pt x="1322" y="32910"/>
                </a:lnTo>
                <a:lnTo>
                  <a:pt x="285" y="31872"/>
                </a:lnTo>
                <a:lnTo>
                  <a:pt x="935" y="29460"/>
                </a:lnTo>
                <a:lnTo>
                  <a:pt x="460" y="27882"/>
                </a:lnTo>
                <a:lnTo>
                  <a:pt x="738" y="26289"/>
                </a:lnTo>
                <a:lnTo>
                  <a:pt x="738" y="23051"/>
                </a:lnTo>
                <a:lnTo>
                  <a:pt x="431" y="20537"/>
                </a:lnTo>
                <a:lnTo>
                  <a:pt x="891" y="17233"/>
                </a:lnTo>
                <a:lnTo>
                  <a:pt x="0" y="11883"/>
                </a:lnTo>
                <a:lnTo>
                  <a:pt x="1439" y="10706"/>
                </a:lnTo>
                <a:lnTo>
                  <a:pt x="3457" y="11737"/>
                </a:lnTo>
                <a:lnTo>
                  <a:pt x="4246" y="11284"/>
                </a:lnTo>
                <a:lnTo>
                  <a:pt x="4641" y="10333"/>
                </a:lnTo>
                <a:lnTo>
                  <a:pt x="3749" y="8667"/>
                </a:lnTo>
                <a:lnTo>
                  <a:pt x="4531" y="7264"/>
                </a:lnTo>
                <a:lnTo>
                  <a:pt x="7315" y="8221"/>
                </a:lnTo>
                <a:lnTo>
                  <a:pt x="8236" y="7286"/>
                </a:lnTo>
                <a:lnTo>
                  <a:pt x="7191" y="4640"/>
                </a:lnTo>
                <a:lnTo>
                  <a:pt x="8551" y="3756"/>
                </a:lnTo>
                <a:lnTo>
                  <a:pt x="10378" y="4706"/>
                </a:lnTo>
                <a:lnTo>
                  <a:pt x="11255" y="4268"/>
                </a:lnTo>
                <a:lnTo>
                  <a:pt x="11715" y="3566"/>
                </a:lnTo>
                <a:lnTo>
                  <a:pt x="10670" y="1352"/>
                </a:lnTo>
                <a:lnTo>
                  <a:pt x="11708" y="314"/>
                </a:lnTo>
                <a:lnTo>
                  <a:pt x="14120" y="957"/>
                </a:lnTo>
                <a:lnTo>
                  <a:pt x="15691" y="489"/>
                </a:lnTo>
                <a:lnTo>
                  <a:pt x="17291" y="767"/>
                </a:lnTo>
                <a:lnTo>
                  <a:pt x="20544" y="767"/>
                </a:lnTo>
                <a:lnTo>
                  <a:pt x="23014" y="504"/>
                </a:lnTo>
                <a:lnTo>
                  <a:pt x="27253" y="993"/>
                </a:lnTo>
                <a:lnTo>
                  <a:pt x="30498" y="0"/>
                </a:lnTo>
                <a:lnTo>
                  <a:pt x="32742" y="957"/>
                </a:lnTo>
                <a:lnTo>
                  <a:pt x="31923" y="3909"/>
                </a:lnTo>
                <a:lnTo>
                  <a:pt x="32888" y="4867"/>
                </a:lnTo>
                <a:lnTo>
                  <a:pt x="35191" y="3698"/>
                </a:lnTo>
                <a:lnTo>
                  <a:pt x="36389" y="4823"/>
                </a:lnTo>
                <a:lnTo>
                  <a:pt x="35227" y="7206"/>
                </a:lnTo>
                <a:lnTo>
                  <a:pt x="36287" y="8265"/>
                </a:lnTo>
                <a:lnTo>
                  <a:pt x="38940" y="7220"/>
                </a:lnTo>
                <a:lnTo>
                  <a:pt x="39846" y="8579"/>
                </a:lnTo>
                <a:lnTo>
                  <a:pt x="38874" y="10400"/>
                </a:lnTo>
                <a:lnTo>
                  <a:pt x="39305" y="11284"/>
                </a:lnTo>
                <a:lnTo>
                  <a:pt x="40007" y="11744"/>
                </a:lnTo>
                <a:lnTo>
                  <a:pt x="42229" y="10699"/>
                </a:lnTo>
                <a:lnTo>
                  <a:pt x="43266" y="11737"/>
                </a:lnTo>
                <a:lnTo>
                  <a:pt x="42616" y="14141"/>
                </a:lnTo>
                <a:lnTo>
                  <a:pt x="43091" y="15720"/>
                </a:lnTo>
                <a:lnTo>
                  <a:pt x="42813" y="17313"/>
                </a:lnTo>
                <a:lnTo>
                  <a:pt x="42813" y="20573"/>
                </a:lnTo>
                <a:lnTo>
                  <a:pt x="43076" y="23036"/>
                </a:lnTo>
                <a:lnTo>
                  <a:pt x="42682" y="26354"/>
                </a:lnTo>
                <a:lnTo>
                  <a:pt x="43530" y="31733"/>
                </a:lnTo>
                <a:lnTo>
                  <a:pt x="42302" y="32742"/>
                </a:lnTo>
                <a:lnTo>
                  <a:pt x="39641" y="31792"/>
                </a:lnTo>
                <a:lnTo>
                  <a:pt x="38852" y="33027"/>
                </a:lnTo>
                <a:lnTo>
                  <a:pt x="39882" y="35249"/>
                </a:lnTo>
                <a:lnTo>
                  <a:pt x="38815" y="36316"/>
                </a:lnTo>
                <a:lnTo>
                  <a:pt x="36170" y="35271"/>
                </a:lnTo>
                <a:lnTo>
                  <a:pt x="35497" y="36279"/>
                </a:lnTo>
                <a:lnTo>
                  <a:pt x="36243" y="39093"/>
                </a:lnTo>
                <a:lnTo>
                  <a:pt x="34898" y="39816"/>
                </a:lnTo>
                <a:lnTo>
                  <a:pt x="33247" y="38939"/>
                </a:lnTo>
                <a:lnTo>
                  <a:pt x="32296" y="39334"/>
                </a:lnTo>
                <a:lnTo>
                  <a:pt x="31836" y="40036"/>
                </a:lnTo>
                <a:lnTo>
                  <a:pt x="32881" y="42250"/>
                </a:lnTo>
                <a:lnTo>
                  <a:pt x="31843" y="43288"/>
                </a:lnTo>
                <a:lnTo>
                  <a:pt x="29431" y="42645"/>
                </a:lnTo>
                <a:lnTo>
                  <a:pt x="26873" y="43412"/>
                </a:lnTo>
                <a:lnTo>
                  <a:pt x="23789" y="42835"/>
                </a:lnTo>
                <a:lnTo>
                  <a:pt x="20639" y="42835"/>
                </a:lnTo>
                <a:lnTo>
                  <a:pt x="19397" y="42974"/>
                </a:lnTo>
                <a:lnTo>
                  <a:pt x="17219" y="42711"/>
                </a:lnTo>
                <a:lnTo>
                  <a:pt x="11839" y="43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2298528" y="2245609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10">
                <a:moveTo>
                  <a:pt x="21443" y="29139"/>
                </a:moveTo>
                <a:lnTo>
                  <a:pt x="18783" y="28774"/>
                </a:lnTo>
                <a:lnTo>
                  <a:pt x="17109" y="28869"/>
                </a:lnTo>
                <a:lnTo>
                  <a:pt x="15932" y="28738"/>
                </a:lnTo>
                <a:lnTo>
                  <a:pt x="13608" y="28869"/>
                </a:lnTo>
                <a:lnTo>
                  <a:pt x="12424" y="28803"/>
                </a:lnTo>
                <a:lnTo>
                  <a:pt x="10561" y="28803"/>
                </a:lnTo>
                <a:lnTo>
                  <a:pt x="8339" y="29154"/>
                </a:lnTo>
                <a:lnTo>
                  <a:pt x="7243" y="28489"/>
                </a:lnTo>
                <a:lnTo>
                  <a:pt x="8178" y="25784"/>
                </a:lnTo>
                <a:lnTo>
                  <a:pt x="7761" y="25302"/>
                </a:lnTo>
                <a:lnTo>
                  <a:pt x="6877" y="24864"/>
                </a:lnTo>
                <a:lnTo>
                  <a:pt x="5057" y="25836"/>
                </a:lnTo>
                <a:lnTo>
                  <a:pt x="3690" y="24922"/>
                </a:lnTo>
                <a:lnTo>
                  <a:pt x="4743" y="22284"/>
                </a:lnTo>
                <a:lnTo>
                  <a:pt x="3844" y="21385"/>
                </a:lnTo>
                <a:lnTo>
                  <a:pt x="994" y="22276"/>
                </a:lnTo>
                <a:lnTo>
                  <a:pt x="22" y="20340"/>
                </a:lnTo>
                <a:lnTo>
                  <a:pt x="753" y="16444"/>
                </a:lnTo>
                <a:lnTo>
                  <a:pt x="753" y="13404"/>
                </a:lnTo>
                <a:lnTo>
                  <a:pt x="0" y="8843"/>
                </a:lnTo>
                <a:lnTo>
                  <a:pt x="1133" y="7213"/>
                </a:lnTo>
                <a:lnTo>
                  <a:pt x="3720" y="8200"/>
                </a:lnTo>
                <a:lnTo>
                  <a:pt x="4253" y="7761"/>
                </a:lnTo>
                <a:lnTo>
                  <a:pt x="4714" y="7060"/>
                </a:lnTo>
                <a:lnTo>
                  <a:pt x="3669" y="4838"/>
                </a:lnTo>
                <a:lnTo>
                  <a:pt x="4838" y="3676"/>
                </a:lnTo>
                <a:lnTo>
                  <a:pt x="7060" y="4721"/>
                </a:lnTo>
                <a:lnTo>
                  <a:pt x="7761" y="4261"/>
                </a:lnTo>
                <a:lnTo>
                  <a:pt x="8178" y="3778"/>
                </a:lnTo>
                <a:lnTo>
                  <a:pt x="7243" y="1059"/>
                </a:lnTo>
                <a:lnTo>
                  <a:pt x="8997" y="0"/>
                </a:lnTo>
                <a:lnTo>
                  <a:pt x="13279" y="753"/>
                </a:lnTo>
                <a:lnTo>
                  <a:pt x="15757" y="753"/>
                </a:lnTo>
                <a:lnTo>
                  <a:pt x="17350" y="467"/>
                </a:lnTo>
                <a:lnTo>
                  <a:pt x="18929" y="950"/>
                </a:lnTo>
                <a:lnTo>
                  <a:pt x="21334" y="299"/>
                </a:lnTo>
                <a:lnTo>
                  <a:pt x="22364" y="1337"/>
                </a:lnTo>
                <a:lnTo>
                  <a:pt x="21319" y="3559"/>
                </a:lnTo>
                <a:lnTo>
                  <a:pt x="21787" y="4261"/>
                </a:lnTo>
                <a:lnTo>
                  <a:pt x="22488" y="4721"/>
                </a:lnTo>
                <a:lnTo>
                  <a:pt x="24703" y="3676"/>
                </a:lnTo>
                <a:lnTo>
                  <a:pt x="25872" y="4838"/>
                </a:lnTo>
                <a:lnTo>
                  <a:pt x="24703" y="7177"/>
                </a:lnTo>
                <a:lnTo>
                  <a:pt x="25872" y="8346"/>
                </a:lnTo>
                <a:lnTo>
                  <a:pt x="28211" y="7177"/>
                </a:lnTo>
                <a:lnTo>
                  <a:pt x="29380" y="8346"/>
                </a:lnTo>
                <a:lnTo>
                  <a:pt x="28284" y="10539"/>
                </a:lnTo>
                <a:lnTo>
                  <a:pt x="28788" y="11277"/>
                </a:lnTo>
                <a:lnTo>
                  <a:pt x="28788" y="19141"/>
                </a:lnTo>
                <a:lnTo>
                  <a:pt x="29117" y="21027"/>
                </a:lnTo>
                <a:lnTo>
                  <a:pt x="28598" y="22240"/>
                </a:lnTo>
                <a:lnTo>
                  <a:pt x="25645" y="21429"/>
                </a:lnTo>
                <a:lnTo>
                  <a:pt x="24856" y="22218"/>
                </a:lnTo>
                <a:lnTo>
                  <a:pt x="25777" y="25039"/>
                </a:lnTo>
                <a:lnTo>
                  <a:pt x="24366" y="25777"/>
                </a:lnTo>
                <a:lnTo>
                  <a:pt x="22736" y="24915"/>
                </a:lnTo>
                <a:lnTo>
                  <a:pt x="21779" y="25302"/>
                </a:lnTo>
                <a:lnTo>
                  <a:pt x="21311" y="26004"/>
                </a:lnTo>
                <a:lnTo>
                  <a:pt x="22356" y="28218"/>
                </a:lnTo>
                <a:lnTo>
                  <a:pt x="21443" y="29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692142" y="2322796"/>
            <a:ext cx="85090" cy="85725"/>
          </a:xfrm>
          <a:custGeom>
            <a:avLst/>
            <a:gdLst/>
            <a:ahLst/>
            <a:cxnLst/>
            <a:rect l="l" t="t" r="r" b="b"/>
            <a:pathLst>
              <a:path w="85090" h="85725">
                <a:moveTo>
                  <a:pt x="48924" y="85262"/>
                </a:moveTo>
                <a:lnTo>
                  <a:pt x="46695" y="84838"/>
                </a:lnTo>
                <a:lnTo>
                  <a:pt x="43677" y="85035"/>
                </a:lnTo>
                <a:lnTo>
                  <a:pt x="41287" y="84882"/>
                </a:lnTo>
                <a:lnTo>
                  <a:pt x="37961" y="84882"/>
                </a:lnTo>
                <a:lnTo>
                  <a:pt x="36434" y="85145"/>
                </a:lnTo>
                <a:lnTo>
                  <a:pt x="35133" y="84794"/>
                </a:lnTo>
                <a:lnTo>
                  <a:pt x="35747" y="81659"/>
                </a:lnTo>
                <a:lnTo>
                  <a:pt x="35133" y="81045"/>
                </a:lnTo>
                <a:lnTo>
                  <a:pt x="32465" y="81403"/>
                </a:lnTo>
                <a:lnTo>
                  <a:pt x="30989" y="81322"/>
                </a:lnTo>
                <a:lnTo>
                  <a:pt x="29344" y="81710"/>
                </a:lnTo>
                <a:lnTo>
                  <a:pt x="27773" y="81132"/>
                </a:lnTo>
                <a:lnTo>
                  <a:pt x="25420" y="81856"/>
                </a:lnTo>
                <a:lnTo>
                  <a:pt x="24448" y="80891"/>
                </a:lnTo>
                <a:lnTo>
                  <a:pt x="25500" y="78238"/>
                </a:lnTo>
                <a:lnTo>
                  <a:pt x="24119" y="77332"/>
                </a:lnTo>
                <a:lnTo>
                  <a:pt x="22291" y="78348"/>
                </a:lnTo>
                <a:lnTo>
                  <a:pt x="20720" y="77478"/>
                </a:lnTo>
                <a:lnTo>
                  <a:pt x="18483" y="78428"/>
                </a:lnTo>
                <a:lnTo>
                  <a:pt x="17431" y="77383"/>
                </a:lnTo>
                <a:lnTo>
                  <a:pt x="18483" y="74737"/>
                </a:lnTo>
                <a:lnTo>
                  <a:pt x="17168" y="73875"/>
                </a:lnTo>
                <a:lnTo>
                  <a:pt x="15078" y="74957"/>
                </a:lnTo>
                <a:lnTo>
                  <a:pt x="13820" y="73846"/>
                </a:lnTo>
                <a:lnTo>
                  <a:pt x="14975" y="71427"/>
                </a:lnTo>
                <a:lnTo>
                  <a:pt x="13923" y="70374"/>
                </a:lnTo>
                <a:lnTo>
                  <a:pt x="11277" y="71419"/>
                </a:lnTo>
                <a:lnTo>
                  <a:pt x="10363" y="70052"/>
                </a:lnTo>
                <a:lnTo>
                  <a:pt x="11438" y="68174"/>
                </a:lnTo>
                <a:lnTo>
                  <a:pt x="10546" y="66808"/>
                </a:lnTo>
                <a:lnTo>
                  <a:pt x="7878" y="67838"/>
                </a:lnTo>
                <a:lnTo>
                  <a:pt x="7067" y="67027"/>
                </a:lnTo>
                <a:lnTo>
                  <a:pt x="7418" y="64359"/>
                </a:lnTo>
                <a:lnTo>
                  <a:pt x="7352" y="63022"/>
                </a:lnTo>
                <a:lnTo>
                  <a:pt x="7761" y="61078"/>
                </a:lnTo>
                <a:lnTo>
                  <a:pt x="7148" y="59865"/>
                </a:lnTo>
                <a:lnTo>
                  <a:pt x="4297" y="60764"/>
                </a:lnTo>
                <a:lnTo>
                  <a:pt x="3552" y="60018"/>
                </a:lnTo>
                <a:lnTo>
                  <a:pt x="3917" y="57358"/>
                </a:lnTo>
                <a:lnTo>
                  <a:pt x="3837" y="55911"/>
                </a:lnTo>
                <a:lnTo>
                  <a:pt x="4231" y="54193"/>
                </a:lnTo>
                <a:lnTo>
                  <a:pt x="3610" y="52651"/>
                </a:lnTo>
                <a:lnTo>
                  <a:pt x="4385" y="50334"/>
                </a:lnTo>
                <a:lnTo>
                  <a:pt x="3398" y="49347"/>
                </a:lnTo>
                <a:lnTo>
                  <a:pt x="753" y="50400"/>
                </a:lnTo>
                <a:lnTo>
                  <a:pt x="0" y="49267"/>
                </a:lnTo>
                <a:lnTo>
                  <a:pt x="423" y="47031"/>
                </a:lnTo>
                <a:lnTo>
                  <a:pt x="226" y="44020"/>
                </a:lnTo>
                <a:lnTo>
                  <a:pt x="380" y="41630"/>
                </a:lnTo>
                <a:lnTo>
                  <a:pt x="380" y="38304"/>
                </a:lnTo>
                <a:lnTo>
                  <a:pt x="116" y="36769"/>
                </a:lnTo>
                <a:lnTo>
                  <a:pt x="467" y="35483"/>
                </a:lnTo>
                <a:lnTo>
                  <a:pt x="3603" y="36090"/>
                </a:lnTo>
                <a:lnTo>
                  <a:pt x="4217" y="35476"/>
                </a:lnTo>
                <a:lnTo>
                  <a:pt x="3859" y="32816"/>
                </a:lnTo>
                <a:lnTo>
                  <a:pt x="3939" y="31354"/>
                </a:lnTo>
                <a:lnTo>
                  <a:pt x="3552" y="29680"/>
                </a:lnTo>
                <a:lnTo>
                  <a:pt x="4144" y="28116"/>
                </a:lnTo>
                <a:lnTo>
                  <a:pt x="3398" y="25784"/>
                </a:lnTo>
                <a:lnTo>
                  <a:pt x="4377" y="24806"/>
                </a:lnTo>
                <a:lnTo>
                  <a:pt x="7023" y="25858"/>
                </a:lnTo>
                <a:lnTo>
                  <a:pt x="7937" y="24484"/>
                </a:lnTo>
                <a:lnTo>
                  <a:pt x="6870" y="22613"/>
                </a:lnTo>
                <a:lnTo>
                  <a:pt x="7849" y="21085"/>
                </a:lnTo>
                <a:lnTo>
                  <a:pt x="6819" y="18863"/>
                </a:lnTo>
                <a:lnTo>
                  <a:pt x="7937" y="17753"/>
                </a:lnTo>
                <a:lnTo>
                  <a:pt x="10444" y="18878"/>
                </a:lnTo>
                <a:lnTo>
                  <a:pt x="11430" y="17614"/>
                </a:lnTo>
                <a:lnTo>
                  <a:pt x="10305" y="15377"/>
                </a:lnTo>
                <a:lnTo>
                  <a:pt x="11394" y="14296"/>
                </a:lnTo>
                <a:lnTo>
                  <a:pt x="14040" y="15341"/>
                </a:lnTo>
                <a:lnTo>
                  <a:pt x="14880" y="14076"/>
                </a:lnTo>
                <a:lnTo>
                  <a:pt x="13828" y="11862"/>
                </a:lnTo>
                <a:lnTo>
                  <a:pt x="14997" y="10693"/>
                </a:lnTo>
                <a:lnTo>
                  <a:pt x="17336" y="11862"/>
                </a:lnTo>
                <a:lnTo>
                  <a:pt x="18410" y="10788"/>
                </a:lnTo>
                <a:lnTo>
                  <a:pt x="17358" y="8142"/>
                </a:lnTo>
                <a:lnTo>
                  <a:pt x="18732" y="7229"/>
                </a:lnTo>
                <a:lnTo>
                  <a:pt x="20552" y="8223"/>
                </a:lnTo>
                <a:lnTo>
                  <a:pt x="22138" y="7404"/>
                </a:lnTo>
                <a:lnTo>
                  <a:pt x="24389" y="8318"/>
                </a:lnTo>
                <a:lnTo>
                  <a:pt x="25427" y="7287"/>
                </a:lnTo>
                <a:lnTo>
                  <a:pt x="24374" y="4641"/>
                </a:lnTo>
                <a:lnTo>
                  <a:pt x="25595" y="3830"/>
                </a:lnTo>
                <a:lnTo>
                  <a:pt x="27649" y="4422"/>
                </a:lnTo>
                <a:lnTo>
                  <a:pt x="30711" y="3830"/>
                </a:lnTo>
                <a:lnTo>
                  <a:pt x="33196" y="4707"/>
                </a:lnTo>
                <a:lnTo>
                  <a:pt x="35462" y="4253"/>
                </a:lnTo>
                <a:lnTo>
                  <a:pt x="35732" y="4202"/>
                </a:lnTo>
                <a:lnTo>
                  <a:pt x="35221" y="994"/>
                </a:lnTo>
                <a:lnTo>
                  <a:pt x="35769" y="446"/>
                </a:lnTo>
                <a:lnTo>
                  <a:pt x="40096" y="767"/>
                </a:lnTo>
                <a:lnTo>
                  <a:pt x="41367" y="584"/>
                </a:lnTo>
                <a:lnTo>
                  <a:pt x="43553" y="906"/>
                </a:lnTo>
                <a:lnTo>
                  <a:pt x="48888" y="0"/>
                </a:lnTo>
                <a:lnTo>
                  <a:pt x="49743" y="1045"/>
                </a:lnTo>
                <a:lnTo>
                  <a:pt x="49195" y="4180"/>
                </a:lnTo>
                <a:lnTo>
                  <a:pt x="51475" y="4794"/>
                </a:lnTo>
                <a:lnTo>
                  <a:pt x="54450" y="4253"/>
                </a:lnTo>
                <a:lnTo>
                  <a:pt x="57337" y="4253"/>
                </a:lnTo>
                <a:lnTo>
                  <a:pt x="59273" y="3917"/>
                </a:lnTo>
                <a:lnTo>
                  <a:pt x="60472" y="4458"/>
                </a:lnTo>
                <a:lnTo>
                  <a:pt x="59632" y="7381"/>
                </a:lnTo>
                <a:lnTo>
                  <a:pt x="60348" y="8091"/>
                </a:lnTo>
                <a:lnTo>
                  <a:pt x="63008" y="7732"/>
                </a:lnTo>
                <a:lnTo>
                  <a:pt x="64156" y="7791"/>
                </a:lnTo>
                <a:lnTo>
                  <a:pt x="66538" y="7389"/>
                </a:lnTo>
                <a:lnTo>
                  <a:pt x="67605" y="8200"/>
                </a:lnTo>
                <a:lnTo>
                  <a:pt x="66502" y="10743"/>
                </a:lnTo>
                <a:lnTo>
                  <a:pt x="67510" y="11752"/>
                </a:lnTo>
                <a:lnTo>
                  <a:pt x="70156" y="10707"/>
                </a:lnTo>
                <a:lnTo>
                  <a:pt x="70989" y="11964"/>
                </a:lnTo>
                <a:lnTo>
                  <a:pt x="69944" y="14186"/>
                </a:lnTo>
                <a:lnTo>
                  <a:pt x="71114" y="15355"/>
                </a:lnTo>
                <a:lnTo>
                  <a:pt x="73452" y="14185"/>
                </a:lnTo>
                <a:lnTo>
                  <a:pt x="74527" y="15252"/>
                </a:lnTo>
                <a:lnTo>
                  <a:pt x="73475" y="17906"/>
                </a:lnTo>
                <a:lnTo>
                  <a:pt x="74615" y="18658"/>
                </a:lnTo>
                <a:lnTo>
                  <a:pt x="77143" y="17738"/>
                </a:lnTo>
                <a:lnTo>
                  <a:pt x="78474" y="19521"/>
                </a:lnTo>
                <a:lnTo>
                  <a:pt x="76383" y="24337"/>
                </a:lnTo>
                <a:lnTo>
                  <a:pt x="77947" y="25616"/>
                </a:lnTo>
                <a:lnTo>
                  <a:pt x="80856" y="24856"/>
                </a:lnTo>
                <a:lnTo>
                  <a:pt x="82391" y="28196"/>
                </a:lnTo>
                <a:lnTo>
                  <a:pt x="79789" y="32866"/>
                </a:lnTo>
                <a:lnTo>
                  <a:pt x="81244" y="36250"/>
                </a:lnTo>
                <a:lnTo>
                  <a:pt x="84189" y="35439"/>
                </a:lnTo>
                <a:lnTo>
                  <a:pt x="84898" y="36148"/>
                </a:lnTo>
                <a:lnTo>
                  <a:pt x="84525" y="38794"/>
                </a:lnTo>
                <a:lnTo>
                  <a:pt x="84715" y="41622"/>
                </a:lnTo>
                <a:lnTo>
                  <a:pt x="84562" y="44012"/>
                </a:lnTo>
                <a:lnTo>
                  <a:pt x="84562" y="47338"/>
                </a:lnTo>
                <a:lnTo>
                  <a:pt x="84825" y="48873"/>
                </a:lnTo>
                <a:lnTo>
                  <a:pt x="84474" y="50166"/>
                </a:lnTo>
                <a:lnTo>
                  <a:pt x="81339" y="49552"/>
                </a:lnTo>
                <a:lnTo>
                  <a:pt x="80725" y="50166"/>
                </a:lnTo>
                <a:lnTo>
                  <a:pt x="81076" y="52826"/>
                </a:lnTo>
                <a:lnTo>
                  <a:pt x="81003" y="54303"/>
                </a:lnTo>
                <a:lnTo>
                  <a:pt x="81383" y="55947"/>
                </a:lnTo>
                <a:lnTo>
                  <a:pt x="80805" y="57518"/>
                </a:lnTo>
                <a:lnTo>
                  <a:pt x="81536" y="59865"/>
                </a:lnTo>
                <a:lnTo>
                  <a:pt x="80564" y="60837"/>
                </a:lnTo>
                <a:lnTo>
                  <a:pt x="77918" y="59792"/>
                </a:lnTo>
                <a:lnTo>
                  <a:pt x="76997" y="61165"/>
                </a:lnTo>
                <a:lnTo>
                  <a:pt x="78021" y="62993"/>
                </a:lnTo>
                <a:lnTo>
                  <a:pt x="77151" y="64564"/>
                </a:lnTo>
                <a:lnTo>
                  <a:pt x="78101" y="66800"/>
                </a:lnTo>
                <a:lnTo>
                  <a:pt x="77056" y="67846"/>
                </a:lnTo>
                <a:lnTo>
                  <a:pt x="74410" y="66800"/>
                </a:lnTo>
                <a:lnTo>
                  <a:pt x="73540" y="68109"/>
                </a:lnTo>
                <a:lnTo>
                  <a:pt x="74622" y="70199"/>
                </a:lnTo>
                <a:lnTo>
                  <a:pt x="73511" y="71456"/>
                </a:lnTo>
                <a:lnTo>
                  <a:pt x="71092" y="70301"/>
                </a:lnTo>
                <a:lnTo>
                  <a:pt x="70039" y="71354"/>
                </a:lnTo>
                <a:lnTo>
                  <a:pt x="71092" y="73999"/>
                </a:lnTo>
                <a:lnTo>
                  <a:pt x="69718" y="74905"/>
                </a:lnTo>
                <a:lnTo>
                  <a:pt x="67839" y="73838"/>
                </a:lnTo>
                <a:lnTo>
                  <a:pt x="66465" y="74730"/>
                </a:lnTo>
                <a:lnTo>
                  <a:pt x="67503" y="77390"/>
                </a:lnTo>
                <a:lnTo>
                  <a:pt x="66692" y="78209"/>
                </a:lnTo>
                <a:lnTo>
                  <a:pt x="64032" y="77843"/>
                </a:lnTo>
                <a:lnTo>
                  <a:pt x="62687" y="77916"/>
                </a:lnTo>
                <a:lnTo>
                  <a:pt x="60743" y="77500"/>
                </a:lnTo>
                <a:lnTo>
                  <a:pt x="59529" y="78114"/>
                </a:lnTo>
                <a:lnTo>
                  <a:pt x="60428" y="80972"/>
                </a:lnTo>
                <a:lnTo>
                  <a:pt x="59683" y="81710"/>
                </a:lnTo>
                <a:lnTo>
                  <a:pt x="57015" y="81352"/>
                </a:lnTo>
                <a:lnTo>
                  <a:pt x="55575" y="81425"/>
                </a:lnTo>
                <a:lnTo>
                  <a:pt x="53858" y="81030"/>
                </a:lnTo>
                <a:lnTo>
                  <a:pt x="52316" y="81651"/>
                </a:lnTo>
                <a:lnTo>
                  <a:pt x="49999" y="80877"/>
                </a:lnTo>
                <a:lnTo>
                  <a:pt x="49005" y="81863"/>
                </a:lnTo>
                <a:lnTo>
                  <a:pt x="50057" y="84516"/>
                </a:lnTo>
                <a:lnTo>
                  <a:pt x="48924" y="85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274258" y="2326626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25982" y="78326"/>
                </a:moveTo>
                <a:lnTo>
                  <a:pt x="25076" y="77222"/>
                </a:lnTo>
                <a:lnTo>
                  <a:pt x="25704" y="74175"/>
                </a:lnTo>
                <a:lnTo>
                  <a:pt x="23526" y="73422"/>
                </a:lnTo>
                <a:lnTo>
                  <a:pt x="19945" y="75081"/>
                </a:lnTo>
                <a:lnTo>
                  <a:pt x="17789" y="73707"/>
                </a:lnTo>
                <a:lnTo>
                  <a:pt x="18812" y="71025"/>
                </a:lnTo>
                <a:lnTo>
                  <a:pt x="17753" y="69973"/>
                </a:lnTo>
                <a:lnTo>
                  <a:pt x="15414" y="71135"/>
                </a:lnTo>
                <a:lnTo>
                  <a:pt x="14244" y="69973"/>
                </a:lnTo>
                <a:lnTo>
                  <a:pt x="15414" y="67634"/>
                </a:lnTo>
                <a:lnTo>
                  <a:pt x="14244" y="66464"/>
                </a:lnTo>
                <a:lnTo>
                  <a:pt x="11913" y="67634"/>
                </a:lnTo>
                <a:lnTo>
                  <a:pt x="10736" y="66472"/>
                </a:lnTo>
                <a:lnTo>
                  <a:pt x="11905" y="64125"/>
                </a:lnTo>
                <a:lnTo>
                  <a:pt x="10736" y="62957"/>
                </a:lnTo>
                <a:lnTo>
                  <a:pt x="8397" y="64126"/>
                </a:lnTo>
                <a:lnTo>
                  <a:pt x="7228" y="62956"/>
                </a:lnTo>
                <a:lnTo>
                  <a:pt x="8397" y="60625"/>
                </a:lnTo>
                <a:lnTo>
                  <a:pt x="7323" y="59550"/>
                </a:lnTo>
                <a:lnTo>
                  <a:pt x="4677" y="60603"/>
                </a:lnTo>
                <a:lnTo>
                  <a:pt x="3237" y="58432"/>
                </a:lnTo>
                <a:lnTo>
                  <a:pt x="5072" y="54822"/>
                </a:lnTo>
                <a:lnTo>
                  <a:pt x="4114" y="52578"/>
                </a:lnTo>
                <a:lnTo>
                  <a:pt x="1162" y="53397"/>
                </a:lnTo>
                <a:lnTo>
                  <a:pt x="394" y="52622"/>
                </a:lnTo>
                <a:lnTo>
                  <a:pt x="913" y="50115"/>
                </a:lnTo>
                <a:lnTo>
                  <a:pt x="182" y="46344"/>
                </a:lnTo>
                <a:lnTo>
                  <a:pt x="796" y="42236"/>
                </a:lnTo>
                <a:lnTo>
                  <a:pt x="796" y="36755"/>
                </a:lnTo>
                <a:lnTo>
                  <a:pt x="445" y="34189"/>
                </a:lnTo>
                <a:lnTo>
                  <a:pt x="1110" y="29972"/>
                </a:lnTo>
                <a:lnTo>
                  <a:pt x="0" y="26815"/>
                </a:lnTo>
                <a:lnTo>
                  <a:pt x="986" y="24520"/>
                </a:lnTo>
                <a:lnTo>
                  <a:pt x="3939" y="25331"/>
                </a:lnTo>
                <a:lnTo>
                  <a:pt x="4867" y="24395"/>
                </a:lnTo>
                <a:lnTo>
                  <a:pt x="3895" y="22166"/>
                </a:lnTo>
                <a:lnTo>
                  <a:pt x="4714" y="20749"/>
                </a:lnTo>
                <a:lnTo>
                  <a:pt x="3742" y="18520"/>
                </a:lnTo>
                <a:lnTo>
                  <a:pt x="4889" y="17372"/>
                </a:lnTo>
                <a:lnTo>
                  <a:pt x="7228" y="18534"/>
                </a:lnTo>
                <a:lnTo>
                  <a:pt x="8397" y="17372"/>
                </a:lnTo>
                <a:lnTo>
                  <a:pt x="7228" y="15033"/>
                </a:lnTo>
                <a:lnTo>
                  <a:pt x="8383" y="13879"/>
                </a:lnTo>
                <a:lnTo>
                  <a:pt x="10780" y="15041"/>
                </a:lnTo>
                <a:lnTo>
                  <a:pt x="11891" y="13827"/>
                </a:lnTo>
                <a:lnTo>
                  <a:pt x="10729" y="11540"/>
                </a:lnTo>
                <a:lnTo>
                  <a:pt x="11905" y="10363"/>
                </a:lnTo>
                <a:lnTo>
                  <a:pt x="14244" y="11533"/>
                </a:lnTo>
                <a:lnTo>
                  <a:pt x="15414" y="10363"/>
                </a:lnTo>
                <a:lnTo>
                  <a:pt x="14244" y="8024"/>
                </a:lnTo>
                <a:lnTo>
                  <a:pt x="15414" y="6855"/>
                </a:lnTo>
                <a:lnTo>
                  <a:pt x="17636" y="7900"/>
                </a:lnTo>
                <a:lnTo>
                  <a:pt x="18900" y="7067"/>
                </a:lnTo>
                <a:lnTo>
                  <a:pt x="17848" y="4421"/>
                </a:lnTo>
                <a:lnTo>
                  <a:pt x="18673" y="3603"/>
                </a:lnTo>
                <a:lnTo>
                  <a:pt x="21334" y="3961"/>
                </a:lnTo>
                <a:lnTo>
                  <a:pt x="22796" y="3859"/>
                </a:lnTo>
                <a:lnTo>
                  <a:pt x="24404" y="4224"/>
                </a:lnTo>
                <a:lnTo>
                  <a:pt x="25353" y="3932"/>
                </a:lnTo>
                <a:lnTo>
                  <a:pt x="25733" y="3800"/>
                </a:lnTo>
                <a:lnTo>
                  <a:pt x="25031" y="745"/>
                </a:lnTo>
                <a:lnTo>
                  <a:pt x="25762" y="21"/>
                </a:lnTo>
                <a:lnTo>
                  <a:pt x="28262" y="555"/>
                </a:lnTo>
                <a:lnTo>
                  <a:pt x="30995" y="0"/>
                </a:lnTo>
                <a:lnTo>
                  <a:pt x="33707" y="431"/>
                </a:lnTo>
                <a:lnTo>
                  <a:pt x="50919" y="431"/>
                </a:lnTo>
                <a:lnTo>
                  <a:pt x="52446" y="168"/>
                </a:lnTo>
                <a:lnTo>
                  <a:pt x="53747" y="526"/>
                </a:lnTo>
                <a:lnTo>
                  <a:pt x="53133" y="3654"/>
                </a:lnTo>
                <a:lnTo>
                  <a:pt x="53747" y="4268"/>
                </a:lnTo>
                <a:lnTo>
                  <a:pt x="56415" y="3910"/>
                </a:lnTo>
                <a:lnTo>
                  <a:pt x="57599" y="3975"/>
                </a:lnTo>
                <a:lnTo>
                  <a:pt x="59901" y="3559"/>
                </a:lnTo>
                <a:lnTo>
                  <a:pt x="61005" y="4334"/>
                </a:lnTo>
                <a:lnTo>
                  <a:pt x="59931" y="6943"/>
                </a:lnTo>
                <a:lnTo>
                  <a:pt x="60924" y="7930"/>
                </a:lnTo>
                <a:lnTo>
                  <a:pt x="63570" y="6877"/>
                </a:lnTo>
                <a:lnTo>
                  <a:pt x="64411" y="8141"/>
                </a:lnTo>
                <a:lnTo>
                  <a:pt x="63358" y="10363"/>
                </a:lnTo>
                <a:lnTo>
                  <a:pt x="64528" y="11525"/>
                </a:lnTo>
                <a:lnTo>
                  <a:pt x="66866" y="10363"/>
                </a:lnTo>
                <a:lnTo>
                  <a:pt x="67941" y="11430"/>
                </a:lnTo>
                <a:lnTo>
                  <a:pt x="66889" y="14083"/>
                </a:lnTo>
                <a:lnTo>
                  <a:pt x="68058" y="14858"/>
                </a:lnTo>
                <a:lnTo>
                  <a:pt x="70514" y="13900"/>
                </a:lnTo>
                <a:lnTo>
                  <a:pt x="71493" y="15114"/>
                </a:lnTo>
                <a:lnTo>
                  <a:pt x="70360" y="17357"/>
                </a:lnTo>
                <a:lnTo>
                  <a:pt x="71449" y="18439"/>
                </a:lnTo>
                <a:lnTo>
                  <a:pt x="74095" y="17394"/>
                </a:lnTo>
                <a:lnTo>
                  <a:pt x="75009" y="18768"/>
                </a:lnTo>
                <a:lnTo>
                  <a:pt x="73993" y="20595"/>
                </a:lnTo>
                <a:lnTo>
                  <a:pt x="74862" y="22174"/>
                </a:lnTo>
                <a:lnTo>
                  <a:pt x="73905" y="24403"/>
                </a:lnTo>
                <a:lnTo>
                  <a:pt x="74957" y="25448"/>
                </a:lnTo>
                <a:lnTo>
                  <a:pt x="77603" y="24402"/>
                </a:lnTo>
                <a:lnTo>
                  <a:pt x="78422" y="25631"/>
                </a:lnTo>
                <a:lnTo>
                  <a:pt x="77822" y="27663"/>
                </a:lnTo>
                <a:lnTo>
                  <a:pt x="78597" y="31646"/>
                </a:lnTo>
                <a:lnTo>
                  <a:pt x="77976" y="35753"/>
                </a:lnTo>
                <a:lnTo>
                  <a:pt x="77976" y="41205"/>
                </a:lnTo>
                <a:lnTo>
                  <a:pt x="78349" y="43822"/>
                </a:lnTo>
                <a:lnTo>
                  <a:pt x="77786" y="47096"/>
                </a:lnTo>
                <a:lnTo>
                  <a:pt x="78736" y="52395"/>
                </a:lnTo>
                <a:lnTo>
                  <a:pt x="77640" y="53294"/>
                </a:lnTo>
                <a:lnTo>
                  <a:pt x="74592" y="52665"/>
                </a:lnTo>
                <a:lnTo>
                  <a:pt x="73832" y="54851"/>
                </a:lnTo>
                <a:lnTo>
                  <a:pt x="75491" y="58432"/>
                </a:lnTo>
                <a:lnTo>
                  <a:pt x="74117" y="60588"/>
                </a:lnTo>
                <a:lnTo>
                  <a:pt x="71435" y="59565"/>
                </a:lnTo>
                <a:lnTo>
                  <a:pt x="70375" y="60625"/>
                </a:lnTo>
                <a:lnTo>
                  <a:pt x="71544" y="62956"/>
                </a:lnTo>
                <a:lnTo>
                  <a:pt x="70375" y="64126"/>
                </a:lnTo>
                <a:lnTo>
                  <a:pt x="68036" y="62956"/>
                </a:lnTo>
                <a:lnTo>
                  <a:pt x="66859" y="64126"/>
                </a:lnTo>
                <a:lnTo>
                  <a:pt x="68036" y="66457"/>
                </a:lnTo>
                <a:lnTo>
                  <a:pt x="66874" y="67634"/>
                </a:lnTo>
                <a:lnTo>
                  <a:pt x="64528" y="66464"/>
                </a:lnTo>
                <a:lnTo>
                  <a:pt x="63358" y="67634"/>
                </a:lnTo>
                <a:lnTo>
                  <a:pt x="64528" y="69973"/>
                </a:lnTo>
                <a:lnTo>
                  <a:pt x="63358" y="71135"/>
                </a:lnTo>
                <a:lnTo>
                  <a:pt x="61020" y="69973"/>
                </a:lnTo>
                <a:lnTo>
                  <a:pt x="59945" y="71040"/>
                </a:lnTo>
                <a:lnTo>
                  <a:pt x="60998" y="73685"/>
                </a:lnTo>
                <a:lnTo>
                  <a:pt x="58827" y="75125"/>
                </a:lnTo>
                <a:lnTo>
                  <a:pt x="55217" y="73291"/>
                </a:lnTo>
                <a:lnTo>
                  <a:pt x="52973" y="74241"/>
                </a:lnTo>
                <a:lnTo>
                  <a:pt x="53784" y="77200"/>
                </a:lnTo>
                <a:lnTo>
                  <a:pt x="53017" y="77968"/>
                </a:lnTo>
                <a:lnTo>
                  <a:pt x="50503" y="77442"/>
                </a:lnTo>
                <a:lnTo>
                  <a:pt x="46739" y="78180"/>
                </a:lnTo>
                <a:lnTo>
                  <a:pt x="42624" y="77559"/>
                </a:lnTo>
                <a:lnTo>
                  <a:pt x="37171" y="77559"/>
                </a:lnTo>
                <a:lnTo>
                  <a:pt x="34555" y="77939"/>
                </a:lnTo>
                <a:lnTo>
                  <a:pt x="31281" y="77376"/>
                </a:lnTo>
                <a:lnTo>
                  <a:pt x="25982" y="783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484753" y="2326524"/>
            <a:ext cx="79375" cy="78740"/>
          </a:xfrm>
          <a:custGeom>
            <a:avLst/>
            <a:gdLst/>
            <a:ahLst/>
            <a:cxnLst/>
            <a:rect l="l" t="t" r="r" b="b"/>
            <a:pathLst>
              <a:path w="79375" h="78739">
                <a:moveTo>
                  <a:pt x="48873" y="78465"/>
                </a:moveTo>
                <a:lnTo>
                  <a:pt x="43946" y="77054"/>
                </a:lnTo>
                <a:lnTo>
                  <a:pt x="39379" y="77668"/>
                </a:lnTo>
                <a:lnTo>
                  <a:pt x="34811" y="77054"/>
                </a:lnTo>
                <a:lnTo>
                  <a:pt x="29885" y="78472"/>
                </a:lnTo>
                <a:lnTo>
                  <a:pt x="24761" y="77566"/>
                </a:lnTo>
                <a:lnTo>
                  <a:pt x="22233" y="78063"/>
                </a:lnTo>
                <a:lnTo>
                  <a:pt x="21465" y="77303"/>
                </a:lnTo>
                <a:lnTo>
                  <a:pt x="22276" y="74350"/>
                </a:lnTo>
                <a:lnTo>
                  <a:pt x="20018" y="73392"/>
                </a:lnTo>
                <a:lnTo>
                  <a:pt x="16466" y="75227"/>
                </a:lnTo>
                <a:lnTo>
                  <a:pt x="14266" y="73809"/>
                </a:lnTo>
                <a:lnTo>
                  <a:pt x="15297" y="71141"/>
                </a:lnTo>
                <a:lnTo>
                  <a:pt x="14332" y="70169"/>
                </a:lnTo>
                <a:lnTo>
                  <a:pt x="11686" y="71222"/>
                </a:lnTo>
                <a:lnTo>
                  <a:pt x="10809" y="69899"/>
                </a:lnTo>
                <a:lnTo>
                  <a:pt x="11898" y="67845"/>
                </a:lnTo>
                <a:lnTo>
                  <a:pt x="10816" y="66566"/>
                </a:lnTo>
                <a:lnTo>
                  <a:pt x="8361" y="67714"/>
                </a:lnTo>
                <a:lnTo>
                  <a:pt x="7228" y="66573"/>
                </a:lnTo>
                <a:lnTo>
                  <a:pt x="8280" y="64352"/>
                </a:lnTo>
                <a:lnTo>
                  <a:pt x="7812" y="63650"/>
                </a:lnTo>
                <a:lnTo>
                  <a:pt x="7177" y="63197"/>
                </a:lnTo>
                <a:lnTo>
                  <a:pt x="4809" y="64235"/>
                </a:lnTo>
                <a:lnTo>
                  <a:pt x="3215" y="62393"/>
                </a:lnTo>
                <a:lnTo>
                  <a:pt x="4984" y="58212"/>
                </a:lnTo>
                <a:lnTo>
                  <a:pt x="4122" y="56195"/>
                </a:lnTo>
                <a:lnTo>
                  <a:pt x="1169" y="57007"/>
                </a:lnTo>
                <a:lnTo>
                  <a:pt x="409" y="56239"/>
                </a:lnTo>
                <a:lnTo>
                  <a:pt x="906" y="53718"/>
                </a:lnTo>
                <a:lnTo>
                  <a:pt x="0" y="48594"/>
                </a:lnTo>
                <a:lnTo>
                  <a:pt x="1410" y="43668"/>
                </a:lnTo>
                <a:lnTo>
                  <a:pt x="803" y="39100"/>
                </a:lnTo>
                <a:lnTo>
                  <a:pt x="1410" y="34533"/>
                </a:lnTo>
                <a:lnTo>
                  <a:pt x="0" y="29599"/>
                </a:lnTo>
                <a:lnTo>
                  <a:pt x="906" y="24483"/>
                </a:lnTo>
                <a:lnTo>
                  <a:pt x="409" y="21947"/>
                </a:lnTo>
                <a:lnTo>
                  <a:pt x="1169" y="21187"/>
                </a:lnTo>
                <a:lnTo>
                  <a:pt x="4122" y="22006"/>
                </a:lnTo>
                <a:lnTo>
                  <a:pt x="4984" y="19981"/>
                </a:lnTo>
                <a:lnTo>
                  <a:pt x="3215" y="15801"/>
                </a:lnTo>
                <a:lnTo>
                  <a:pt x="4809" y="13966"/>
                </a:lnTo>
                <a:lnTo>
                  <a:pt x="7177" y="15004"/>
                </a:lnTo>
                <a:lnTo>
                  <a:pt x="7812" y="14544"/>
                </a:lnTo>
                <a:lnTo>
                  <a:pt x="8280" y="13842"/>
                </a:lnTo>
                <a:lnTo>
                  <a:pt x="7228" y="11628"/>
                </a:lnTo>
                <a:lnTo>
                  <a:pt x="8302" y="10553"/>
                </a:lnTo>
                <a:lnTo>
                  <a:pt x="10948" y="11598"/>
                </a:lnTo>
                <a:lnTo>
                  <a:pt x="11825" y="10283"/>
                </a:lnTo>
                <a:lnTo>
                  <a:pt x="10729" y="8222"/>
                </a:lnTo>
                <a:lnTo>
                  <a:pt x="11810" y="6943"/>
                </a:lnTo>
                <a:lnTo>
                  <a:pt x="14266" y="8090"/>
                </a:lnTo>
                <a:lnTo>
                  <a:pt x="15297" y="7060"/>
                </a:lnTo>
                <a:lnTo>
                  <a:pt x="14266" y="4377"/>
                </a:lnTo>
                <a:lnTo>
                  <a:pt x="16100" y="3208"/>
                </a:lnTo>
                <a:lnTo>
                  <a:pt x="20917" y="5152"/>
                </a:lnTo>
                <a:lnTo>
                  <a:pt x="22115" y="3690"/>
                </a:lnTo>
                <a:lnTo>
                  <a:pt x="21487" y="643"/>
                </a:lnTo>
                <a:lnTo>
                  <a:pt x="22715" y="219"/>
                </a:lnTo>
                <a:lnTo>
                  <a:pt x="24410" y="526"/>
                </a:lnTo>
                <a:lnTo>
                  <a:pt x="42887" y="526"/>
                </a:lnTo>
                <a:lnTo>
                  <a:pt x="51986" y="526"/>
                </a:lnTo>
                <a:lnTo>
                  <a:pt x="54917" y="0"/>
                </a:lnTo>
                <a:lnTo>
                  <a:pt x="57241" y="614"/>
                </a:lnTo>
                <a:lnTo>
                  <a:pt x="56642" y="3749"/>
                </a:lnTo>
                <a:lnTo>
                  <a:pt x="57248" y="4363"/>
                </a:lnTo>
                <a:lnTo>
                  <a:pt x="59916" y="4005"/>
                </a:lnTo>
                <a:lnTo>
                  <a:pt x="60976" y="4056"/>
                </a:lnTo>
                <a:lnTo>
                  <a:pt x="63563" y="3683"/>
                </a:lnTo>
                <a:lnTo>
                  <a:pt x="64520" y="4567"/>
                </a:lnTo>
                <a:lnTo>
                  <a:pt x="63475" y="6877"/>
                </a:lnTo>
                <a:lnTo>
                  <a:pt x="63936" y="7535"/>
                </a:lnTo>
                <a:lnTo>
                  <a:pt x="64637" y="8003"/>
                </a:lnTo>
                <a:lnTo>
                  <a:pt x="66859" y="6950"/>
                </a:lnTo>
                <a:lnTo>
                  <a:pt x="67934" y="8025"/>
                </a:lnTo>
                <a:lnTo>
                  <a:pt x="66881" y="10670"/>
                </a:lnTo>
                <a:lnTo>
                  <a:pt x="68204" y="11547"/>
                </a:lnTo>
                <a:lnTo>
                  <a:pt x="70258" y="10458"/>
                </a:lnTo>
                <a:lnTo>
                  <a:pt x="71544" y="11540"/>
                </a:lnTo>
                <a:lnTo>
                  <a:pt x="70397" y="13995"/>
                </a:lnTo>
                <a:lnTo>
                  <a:pt x="71435" y="15019"/>
                </a:lnTo>
                <a:lnTo>
                  <a:pt x="74102" y="13995"/>
                </a:lnTo>
                <a:lnTo>
                  <a:pt x="75520" y="16188"/>
                </a:lnTo>
                <a:lnTo>
                  <a:pt x="73686" y="19740"/>
                </a:lnTo>
                <a:lnTo>
                  <a:pt x="74650" y="22006"/>
                </a:lnTo>
                <a:lnTo>
                  <a:pt x="77603" y="21187"/>
                </a:lnTo>
                <a:lnTo>
                  <a:pt x="78363" y="21955"/>
                </a:lnTo>
                <a:lnTo>
                  <a:pt x="77866" y="24484"/>
                </a:lnTo>
                <a:lnTo>
                  <a:pt x="78772" y="29599"/>
                </a:lnTo>
                <a:lnTo>
                  <a:pt x="77355" y="34533"/>
                </a:lnTo>
                <a:lnTo>
                  <a:pt x="77969" y="39100"/>
                </a:lnTo>
                <a:lnTo>
                  <a:pt x="77355" y="43668"/>
                </a:lnTo>
                <a:lnTo>
                  <a:pt x="78772" y="48594"/>
                </a:lnTo>
                <a:lnTo>
                  <a:pt x="77866" y="53718"/>
                </a:lnTo>
                <a:lnTo>
                  <a:pt x="78363" y="56247"/>
                </a:lnTo>
                <a:lnTo>
                  <a:pt x="77603" y="57007"/>
                </a:lnTo>
                <a:lnTo>
                  <a:pt x="74650" y="56195"/>
                </a:lnTo>
                <a:lnTo>
                  <a:pt x="73686" y="58454"/>
                </a:lnTo>
                <a:lnTo>
                  <a:pt x="75520" y="62005"/>
                </a:lnTo>
                <a:lnTo>
                  <a:pt x="74102" y="64206"/>
                </a:lnTo>
                <a:lnTo>
                  <a:pt x="71435" y="63175"/>
                </a:lnTo>
                <a:lnTo>
                  <a:pt x="70463" y="64140"/>
                </a:lnTo>
                <a:lnTo>
                  <a:pt x="71515" y="66793"/>
                </a:lnTo>
                <a:lnTo>
                  <a:pt x="70192" y="67662"/>
                </a:lnTo>
                <a:lnTo>
                  <a:pt x="68138" y="66573"/>
                </a:lnTo>
                <a:lnTo>
                  <a:pt x="66852" y="67655"/>
                </a:lnTo>
                <a:lnTo>
                  <a:pt x="67999" y="70111"/>
                </a:lnTo>
                <a:lnTo>
                  <a:pt x="66859" y="71244"/>
                </a:lnTo>
                <a:lnTo>
                  <a:pt x="64637" y="70199"/>
                </a:lnTo>
                <a:lnTo>
                  <a:pt x="63936" y="70659"/>
                </a:lnTo>
                <a:lnTo>
                  <a:pt x="63475" y="71295"/>
                </a:lnTo>
                <a:lnTo>
                  <a:pt x="64513" y="73663"/>
                </a:lnTo>
                <a:lnTo>
                  <a:pt x="62679" y="75256"/>
                </a:lnTo>
                <a:lnTo>
                  <a:pt x="58498" y="73487"/>
                </a:lnTo>
                <a:lnTo>
                  <a:pt x="56481" y="74350"/>
                </a:lnTo>
                <a:lnTo>
                  <a:pt x="57292" y="77310"/>
                </a:lnTo>
                <a:lnTo>
                  <a:pt x="56525" y="78063"/>
                </a:lnTo>
                <a:lnTo>
                  <a:pt x="53996" y="77566"/>
                </a:lnTo>
                <a:lnTo>
                  <a:pt x="48873" y="784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906073" y="2326597"/>
            <a:ext cx="78105" cy="78105"/>
          </a:xfrm>
          <a:custGeom>
            <a:avLst/>
            <a:gdLst/>
            <a:ahLst/>
            <a:cxnLst/>
            <a:rect l="l" t="t" r="r" b="b"/>
            <a:pathLst>
              <a:path w="78105" h="78105">
                <a:moveTo>
                  <a:pt x="25463" y="78041"/>
                </a:moveTo>
                <a:lnTo>
                  <a:pt x="24696" y="77281"/>
                </a:lnTo>
                <a:lnTo>
                  <a:pt x="25375" y="74204"/>
                </a:lnTo>
                <a:lnTo>
                  <a:pt x="23797" y="73692"/>
                </a:lnTo>
                <a:lnTo>
                  <a:pt x="18732" y="74986"/>
                </a:lnTo>
                <a:lnTo>
                  <a:pt x="17716" y="73750"/>
                </a:lnTo>
                <a:lnTo>
                  <a:pt x="18345" y="70696"/>
                </a:lnTo>
                <a:lnTo>
                  <a:pt x="16342" y="70016"/>
                </a:lnTo>
                <a:lnTo>
                  <a:pt x="12307" y="71631"/>
                </a:lnTo>
                <a:lnTo>
                  <a:pt x="10407" y="70133"/>
                </a:lnTo>
                <a:lnTo>
                  <a:pt x="11431" y="67663"/>
                </a:lnTo>
                <a:lnTo>
                  <a:pt x="10977" y="67078"/>
                </a:lnTo>
                <a:lnTo>
                  <a:pt x="10385" y="66625"/>
                </a:lnTo>
                <a:lnTo>
                  <a:pt x="7915" y="67648"/>
                </a:lnTo>
                <a:lnTo>
                  <a:pt x="6505" y="65850"/>
                </a:lnTo>
                <a:lnTo>
                  <a:pt x="8646" y="61019"/>
                </a:lnTo>
                <a:lnTo>
                  <a:pt x="7133" y="59784"/>
                </a:lnTo>
                <a:lnTo>
                  <a:pt x="4085" y="60412"/>
                </a:lnTo>
                <a:lnTo>
                  <a:pt x="3654" y="59184"/>
                </a:lnTo>
                <a:lnTo>
                  <a:pt x="3961" y="57481"/>
                </a:lnTo>
                <a:lnTo>
                  <a:pt x="3961" y="55596"/>
                </a:lnTo>
                <a:lnTo>
                  <a:pt x="4261" y="53951"/>
                </a:lnTo>
                <a:lnTo>
                  <a:pt x="3844" y="52680"/>
                </a:lnTo>
                <a:lnTo>
                  <a:pt x="767" y="53367"/>
                </a:lnTo>
                <a:lnTo>
                  <a:pt x="124" y="52716"/>
                </a:lnTo>
                <a:lnTo>
                  <a:pt x="482" y="50056"/>
                </a:lnTo>
                <a:lnTo>
                  <a:pt x="146" y="43734"/>
                </a:lnTo>
                <a:lnTo>
                  <a:pt x="453" y="37821"/>
                </a:lnTo>
                <a:lnTo>
                  <a:pt x="453" y="31025"/>
                </a:lnTo>
                <a:lnTo>
                  <a:pt x="168" y="29431"/>
                </a:lnTo>
                <a:lnTo>
                  <a:pt x="650" y="27853"/>
                </a:lnTo>
                <a:lnTo>
                  <a:pt x="0" y="25448"/>
                </a:lnTo>
                <a:lnTo>
                  <a:pt x="767" y="24688"/>
                </a:lnTo>
                <a:lnTo>
                  <a:pt x="3844" y="25368"/>
                </a:lnTo>
                <a:lnTo>
                  <a:pt x="4356" y="23789"/>
                </a:lnTo>
                <a:lnTo>
                  <a:pt x="3055" y="18724"/>
                </a:lnTo>
                <a:lnTo>
                  <a:pt x="4297" y="17708"/>
                </a:lnTo>
                <a:lnTo>
                  <a:pt x="7345" y="18337"/>
                </a:lnTo>
                <a:lnTo>
                  <a:pt x="8039" y="16334"/>
                </a:lnTo>
                <a:lnTo>
                  <a:pt x="6424" y="12300"/>
                </a:lnTo>
                <a:lnTo>
                  <a:pt x="7915" y="10399"/>
                </a:lnTo>
                <a:lnTo>
                  <a:pt x="10385" y="11423"/>
                </a:lnTo>
                <a:lnTo>
                  <a:pt x="10977" y="10970"/>
                </a:lnTo>
                <a:lnTo>
                  <a:pt x="11445" y="10261"/>
                </a:lnTo>
                <a:lnTo>
                  <a:pt x="10393" y="8046"/>
                </a:lnTo>
                <a:lnTo>
                  <a:pt x="11306" y="7133"/>
                </a:lnTo>
                <a:lnTo>
                  <a:pt x="13974" y="7491"/>
                </a:lnTo>
                <a:lnTo>
                  <a:pt x="15348" y="7418"/>
                </a:lnTo>
                <a:lnTo>
                  <a:pt x="17226" y="7827"/>
                </a:lnTo>
                <a:lnTo>
                  <a:pt x="18462" y="7242"/>
                </a:lnTo>
                <a:lnTo>
                  <a:pt x="17599" y="4348"/>
                </a:lnTo>
                <a:lnTo>
                  <a:pt x="18323" y="3625"/>
                </a:lnTo>
                <a:lnTo>
                  <a:pt x="20990" y="3983"/>
                </a:lnTo>
                <a:lnTo>
                  <a:pt x="22489" y="3902"/>
                </a:lnTo>
                <a:lnTo>
                  <a:pt x="24067" y="4275"/>
                </a:lnTo>
                <a:lnTo>
                  <a:pt x="25376" y="3829"/>
                </a:lnTo>
                <a:lnTo>
                  <a:pt x="24681" y="767"/>
                </a:lnTo>
                <a:lnTo>
                  <a:pt x="25332" y="116"/>
                </a:lnTo>
                <a:lnTo>
                  <a:pt x="28000" y="482"/>
                </a:lnTo>
                <a:lnTo>
                  <a:pt x="34314" y="146"/>
                </a:lnTo>
                <a:lnTo>
                  <a:pt x="40227" y="453"/>
                </a:lnTo>
                <a:lnTo>
                  <a:pt x="47024" y="453"/>
                </a:lnTo>
                <a:lnTo>
                  <a:pt x="48624" y="175"/>
                </a:lnTo>
                <a:lnTo>
                  <a:pt x="50196" y="643"/>
                </a:lnTo>
                <a:lnTo>
                  <a:pt x="52600" y="0"/>
                </a:lnTo>
                <a:lnTo>
                  <a:pt x="53368" y="767"/>
                </a:lnTo>
                <a:lnTo>
                  <a:pt x="52696" y="3844"/>
                </a:lnTo>
                <a:lnTo>
                  <a:pt x="54274" y="4355"/>
                </a:lnTo>
                <a:lnTo>
                  <a:pt x="59339" y="3055"/>
                </a:lnTo>
                <a:lnTo>
                  <a:pt x="60355" y="4297"/>
                </a:lnTo>
                <a:lnTo>
                  <a:pt x="59726" y="7345"/>
                </a:lnTo>
                <a:lnTo>
                  <a:pt x="61722" y="8032"/>
                </a:lnTo>
                <a:lnTo>
                  <a:pt x="65763" y="6416"/>
                </a:lnTo>
                <a:lnTo>
                  <a:pt x="67678" y="7900"/>
                </a:lnTo>
                <a:lnTo>
                  <a:pt x="66655" y="10385"/>
                </a:lnTo>
                <a:lnTo>
                  <a:pt x="67101" y="10977"/>
                </a:lnTo>
                <a:lnTo>
                  <a:pt x="67802" y="11437"/>
                </a:lnTo>
                <a:lnTo>
                  <a:pt x="70024" y="10392"/>
                </a:lnTo>
                <a:lnTo>
                  <a:pt x="70938" y="11305"/>
                </a:lnTo>
                <a:lnTo>
                  <a:pt x="70587" y="13966"/>
                </a:lnTo>
                <a:lnTo>
                  <a:pt x="70653" y="15340"/>
                </a:lnTo>
                <a:lnTo>
                  <a:pt x="70244" y="17218"/>
                </a:lnTo>
                <a:lnTo>
                  <a:pt x="70828" y="18446"/>
                </a:lnTo>
                <a:lnTo>
                  <a:pt x="73722" y="17584"/>
                </a:lnTo>
                <a:lnTo>
                  <a:pt x="74446" y="18314"/>
                </a:lnTo>
                <a:lnTo>
                  <a:pt x="74088" y="20975"/>
                </a:lnTo>
                <a:lnTo>
                  <a:pt x="74168" y="22480"/>
                </a:lnTo>
                <a:lnTo>
                  <a:pt x="73803" y="24059"/>
                </a:lnTo>
                <a:lnTo>
                  <a:pt x="74249" y="25367"/>
                </a:lnTo>
                <a:lnTo>
                  <a:pt x="77311" y="24673"/>
                </a:lnTo>
                <a:lnTo>
                  <a:pt x="77954" y="25323"/>
                </a:lnTo>
                <a:lnTo>
                  <a:pt x="77604" y="27984"/>
                </a:lnTo>
                <a:lnTo>
                  <a:pt x="77932" y="34306"/>
                </a:lnTo>
                <a:lnTo>
                  <a:pt x="77625" y="40218"/>
                </a:lnTo>
                <a:lnTo>
                  <a:pt x="77625" y="47015"/>
                </a:lnTo>
                <a:lnTo>
                  <a:pt x="77910" y="48616"/>
                </a:lnTo>
                <a:lnTo>
                  <a:pt x="77428" y="50187"/>
                </a:lnTo>
                <a:lnTo>
                  <a:pt x="78079" y="52592"/>
                </a:lnTo>
                <a:lnTo>
                  <a:pt x="77318" y="53359"/>
                </a:lnTo>
                <a:lnTo>
                  <a:pt x="74241" y="52672"/>
                </a:lnTo>
                <a:lnTo>
                  <a:pt x="73723" y="54251"/>
                </a:lnTo>
                <a:lnTo>
                  <a:pt x="75023" y="59316"/>
                </a:lnTo>
                <a:lnTo>
                  <a:pt x="73781" y="60339"/>
                </a:lnTo>
                <a:lnTo>
                  <a:pt x="70733" y="59711"/>
                </a:lnTo>
                <a:lnTo>
                  <a:pt x="70039" y="61713"/>
                </a:lnTo>
                <a:lnTo>
                  <a:pt x="71654" y="65740"/>
                </a:lnTo>
                <a:lnTo>
                  <a:pt x="70163" y="67648"/>
                </a:lnTo>
                <a:lnTo>
                  <a:pt x="67693" y="66625"/>
                </a:lnTo>
                <a:lnTo>
                  <a:pt x="67101" y="67078"/>
                </a:lnTo>
                <a:lnTo>
                  <a:pt x="66633" y="67780"/>
                </a:lnTo>
                <a:lnTo>
                  <a:pt x="67685" y="70002"/>
                </a:lnTo>
                <a:lnTo>
                  <a:pt x="66772" y="70915"/>
                </a:lnTo>
                <a:lnTo>
                  <a:pt x="64104" y="70557"/>
                </a:lnTo>
                <a:lnTo>
                  <a:pt x="62730" y="70630"/>
                </a:lnTo>
                <a:lnTo>
                  <a:pt x="60852" y="70213"/>
                </a:lnTo>
                <a:lnTo>
                  <a:pt x="59617" y="70798"/>
                </a:lnTo>
                <a:lnTo>
                  <a:pt x="60479" y="73700"/>
                </a:lnTo>
                <a:lnTo>
                  <a:pt x="59755" y="74423"/>
                </a:lnTo>
                <a:lnTo>
                  <a:pt x="57088" y="74057"/>
                </a:lnTo>
                <a:lnTo>
                  <a:pt x="55582" y="74138"/>
                </a:lnTo>
                <a:lnTo>
                  <a:pt x="54003" y="73772"/>
                </a:lnTo>
                <a:lnTo>
                  <a:pt x="52688" y="74218"/>
                </a:lnTo>
                <a:lnTo>
                  <a:pt x="53382" y="77281"/>
                </a:lnTo>
                <a:lnTo>
                  <a:pt x="52732" y="77924"/>
                </a:lnTo>
                <a:lnTo>
                  <a:pt x="50071" y="77566"/>
                </a:lnTo>
                <a:lnTo>
                  <a:pt x="43749" y="77895"/>
                </a:lnTo>
                <a:lnTo>
                  <a:pt x="37837" y="77588"/>
                </a:lnTo>
                <a:lnTo>
                  <a:pt x="31040" y="77588"/>
                </a:lnTo>
                <a:lnTo>
                  <a:pt x="29439" y="77873"/>
                </a:lnTo>
                <a:lnTo>
                  <a:pt x="27867" y="77398"/>
                </a:lnTo>
                <a:lnTo>
                  <a:pt x="25463" y="780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116269" y="2326531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40" h="78739">
                <a:moveTo>
                  <a:pt x="30806" y="78172"/>
                </a:moveTo>
                <a:lnTo>
                  <a:pt x="28482" y="77558"/>
                </a:lnTo>
                <a:lnTo>
                  <a:pt x="29081" y="74423"/>
                </a:lnTo>
                <a:lnTo>
                  <a:pt x="28475" y="73809"/>
                </a:lnTo>
                <a:lnTo>
                  <a:pt x="25807" y="74175"/>
                </a:lnTo>
                <a:lnTo>
                  <a:pt x="24418" y="74094"/>
                </a:lnTo>
                <a:lnTo>
                  <a:pt x="22569" y="74503"/>
                </a:lnTo>
                <a:lnTo>
                  <a:pt x="21327" y="73933"/>
                </a:lnTo>
                <a:lnTo>
                  <a:pt x="22175" y="71017"/>
                </a:lnTo>
                <a:lnTo>
                  <a:pt x="21203" y="70060"/>
                </a:lnTo>
                <a:lnTo>
                  <a:pt x="18981" y="71105"/>
                </a:lnTo>
                <a:lnTo>
                  <a:pt x="17577" y="70177"/>
                </a:lnTo>
                <a:lnTo>
                  <a:pt x="15356" y="71222"/>
                </a:lnTo>
                <a:lnTo>
                  <a:pt x="14252" y="70126"/>
                </a:lnTo>
                <a:lnTo>
                  <a:pt x="15348" y="67553"/>
                </a:lnTo>
                <a:lnTo>
                  <a:pt x="14084" y="66632"/>
                </a:lnTo>
                <a:lnTo>
                  <a:pt x="11855" y="67728"/>
                </a:lnTo>
                <a:lnTo>
                  <a:pt x="10773" y="66647"/>
                </a:lnTo>
                <a:lnTo>
                  <a:pt x="11825" y="64001"/>
                </a:lnTo>
                <a:lnTo>
                  <a:pt x="10671" y="63234"/>
                </a:lnTo>
                <a:lnTo>
                  <a:pt x="8171" y="64169"/>
                </a:lnTo>
                <a:lnTo>
                  <a:pt x="6658" y="62211"/>
                </a:lnTo>
                <a:lnTo>
                  <a:pt x="8478" y="58300"/>
                </a:lnTo>
                <a:lnTo>
                  <a:pt x="7564" y="56173"/>
                </a:lnTo>
                <a:lnTo>
                  <a:pt x="4612" y="56985"/>
                </a:lnTo>
                <a:lnTo>
                  <a:pt x="3734" y="56108"/>
                </a:lnTo>
                <a:lnTo>
                  <a:pt x="4546" y="53798"/>
                </a:lnTo>
                <a:lnTo>
                  <a:pt x="3946" y="52417"/>
                </a:lnTo>
                <a:lnTo>
                  <a:pt x="4758" y="50115"/>
                </a:lnTo>
                <a:lnTo>
                  <a:pt x="3873" y="49238"/>
                </a:lnTo>
                <a:lnTo>
                  <a:pt x="928" y="50049"/>
                </a:lnTo>
                <a:lnTo>
                  <a:pt x="0" y="47878"/>
                </a:lnTo>
                <a:lnTo>
                  <a:pt x="862" y="44487"/>
                </a:lnTo>
                <a:lnTo>
                  <a:pt x="584" y="40277"/>
                </a:lnTo>
                <a:lnTo>
                  <a:pt x="738" y="37887"/>
                </a:lnTo>
                <a:lnTo>
                  <a:pt x="738" y="34591"/>
                </a:lnTo>
                <a:lnTo>
                  <a:pt x="453" y="32998"/>
                </a:lnTo>
                <a:lnTo>
                  <a:pt x="935" y="31419"/>
                </a:lnTo>
                <a:lnTo>
                  <a:pt x="285" y="29014"/>
                </a:lnTo>
                <a:lnTo>
                  <a:pt x="1045" y="28254"/>
                </a:lnTo>
                <a:lnTo>
                  <a:pt x="4122" y="28934"/>
                </a:lnTo>
                <a:lnTo>
                  <a:pt x="4641" y="27356"/>
                </a:lnTo>
                <a:lnTo>
                  <a:pt x="3340" y="22291"/>
                </a:lnTo>
                <a:lnTo>
                  <a:pt x="4582" y="21275"/>
                </a:lnTo>
                <a:lnTo>
                  <a:pt x="7630" y="21903"/>
                </a:lnTo>
                <a:lnTo>
                  <a:pt x="8332" y="19886"/>
                </a:lnTo>
                <a:lnTo>
                  <a:pt x="6709" y="15880"/>
                </a:lnTo>
                <a:lnTo>
                  <a:pt x="8207" y="13944"/>
                </a:lnTo>
                <a:lnTo>
                  <a:pt x="10729" y="15062"/>
                </a:lnTo>
                <a:lnTo>
                  <a:pt x="11752" y="14039"/>
                </a:lnTo>
                <a:lnTo>
                  <a:pt x="10700" y="11393"/>
                </a:lnTo>
                <a:lnTo>
                  <a:pt x="12023" y="10516"/>
                </a:lnTo>
                <a:lnTo>
                  <a:pt x="14076" y="11605"/>
                </a:lnTo>
                <a:lnTo>
                  <a:pt x="15363" y="10531"/>
                </a:lnTo>
                <a:lnTo>
                  <a:pt x="14215" y="8075"/>
                </a:lnTo>
                <a:lnTo>
                  <a:pt x="15326" y="6964"/>
                </a:lnTo>
                <a:lnTo>
                  <a:pt x="17570" y="7907"/>
                </a:lnTo>
                <a:lnTo>
                  <a:pt x="18988" y="7132"/>
                </a:lnTo>
                <a:lnTo>
                  <a:pt x="21231" y="8075"/>
                </a:lnTo>
                <a:lnTo>
                  <a:pt x="22152" y="7147"/>
                </a:lnTo>
                <a:lnTo>
                  <a:pt x="21349" y="4202"/>
                </a:lnTo>
                <a:lnTo>
                  <a:pt x="23760" y="3208"/>
                </a:lnTo>
                <a:lnTo>
                  <a:pt x="26757" y="4596"/>
                </a:lnTo>
                <a:lnTo>
                  <a:pt x="28803" y="4027"/>
                </a:lnTo>
                <a:lnTo>
                  <a:pt x="29132" y="3939"/>
                </a:lnTo>
                <a:lnTo>
                  <a:pt x="28518" y="811"/>
                </a:lnTo>
                <a:lnTo>
                  <a:pt x="29132" y="190"/>
                </a:lnTo>
                <a:lnTo>
                  <a:pt x="31800" y="555"/>
                </a:lnTo>
                <a:lnTo>
                  <a:pt x="35791" y="343"/>
                </a:lnTo>
                <a:lnTo>
                  <a:pt x="39350" y="526"/>
                </a:lnTo>
                <a:lnTo>
                  <a:pt x="44919" y="526"/>
                </a:lnTo>
                <a:lnTo>
                  <a:pt x="47850" y="0"/>
                </a:lnTo>
                <a:lnTo>
                  <a:pt x="50174" y="614"/>
                </a:lnTo>
                <a:lnTo>
                  <a:pt x="49575" y="3749"/>
                </a:lnTo>
                <a:lnTo>
                  <a:pt x="50181" y="4363"/>
                </a:lnTo>
                <a:lnTo>
                  <a:pt x="52849" y="4005"/>
                </a:lnTo>
                <a:lnTo>
                  <a:pt x="54237" y="4078"/>
                </a:lnTo>
                <a:lnTo>
                  <a:pt x="56086" y="3669"/>
                </a:lnTo>
                <a:lnTo>
                  <a:pt x="57329" y="4239"/>
                </a:lnTo>
                <a:lnTo>
                  <a:pt x="56481" y="7155"/>
                </a:lnTo>
                <a:lnTo>
                  <a:pt x="57453" y="8120"/>
                </a:lnTo>
                <a:lnTo>
                  <a:pt x="59675" y="7067"/>
                </a:lnTo>
                <a:lnTo>
                  <a:pt x="61079" y="8003"/>
                </a:lnTo>
                <a:lnTo>
                  <a:pt x="63300" y="6950"/>
                </a:lnTo>
                <a:lnTo>
                  <a:pt x="64404" y="8046"/>
                </a:lnTo>
                <a:lnTo>
                  <a:pt x="63308" y="10619"/>
                </a:lnTo>
                <a:lnTo>
                  <a:pt x="64572" y="11540"/>
                </a:lnTo>
                <a:lnTo>
                  <a:pt x="66801" y="10444"/>
                </a:lnTo>
                <a:lnTo>
                  <a:pt x="67883" y="11525"/>
                </a:lnTo>
                <a:lnTo>
                  <a:pt x="66831" y="14178"/>
                </a:lnTo>
                <a:lnTo>
                  <a:pt x="67985" y="14938"/>
                </a:lnTo>
                <a:lnTo>
                  <a:pt x="70492" y="14010"/>
                </a:lnTo>
                <a:lnTo>
                  <a:pt x="71990" y="15976"/>
                </a:lnTo>
                <a:lnTo>
                  <a:pt x="70171" y="19872"/>
                </a:lnTo>
                <a:lnTo>
                  <a:pt x="71084" y="22006"/>
                </a:lnTo>
                <a:lnTo>
                  <a:pt x="74037" y="21187"/>
                </a:lnTo>
                <a:lnTo>
                  <a:pt x="74914" y="22072"/>
                </a:lnTo>
                <a:lnTo>
                  <a:pt x="74103" y="24374"/>
                </a:lnTo>
                <a:lnTo>
                  <a:pt x="74702" y="25755"/>
                </a:lnTo>
                <a:lnTo>
                  <a:pt x="73891" y="28057"/>
                </a:lnTo>
                <a:lnTo>
                  <a:pt x="74775" y="28942"/>
                </a:lnTo>
                <a:lnTo>
                  <a:pt x="77728" y="28130"/>
                </a:lnTo>
                <a:lnTo>
                  <a:pt x="78649" y="30294"/>
                </a:lnTo>
                <a:lnTo>
                  <a:pt x="77779" y="33685"/>
                </a:lnTo>
                <a:lnTo>
                  <a:pt x="78064" y="37895"/>
                </a:lnTo>
                <a:lnTo>
                  <a:pt x="77911" y="40285"/>
                </a:lnTo>
                <a:lnTo>
                  <a:pt x="77911" y="43669"/>
                </a:lnTo>
                <a:lnTo>
                  <a:pt x="78130" y="45079"/>
                </a:lnTo>
                <a:lnTo>
                  <a:pt x="77772" y="46716"/>
                </a:lnTo>
                <a:lnTo>
                  <a:pt x="78320" y="49201"/>
                </a:lnTo>
                <a:lnTo>
                  <a:pt x="77421" y="50100"/>
                </a:lnTo>
                <a:lnTo>
                  <a:pt x="74775" y="49055"/>
                </a:lnTo>
                <a:lnTo>
                  <a:pt x="73883" y="50386"/>
                </a:lnTo>
                <a:lnTo>
                  <a:pt x="74746" y="52235"/>
                </a:lnTo>
                <a:lnTo>
                  <a:pt x="74139" y="53799"/>
                </a:lnTo>
                <a:lnTo>
                  <a:pt x="74899" y="56130"/>
                </a:lnTo>
                <a:lnTo>
                  <a:pt x="73913" y="57109"/>
                </a:lnTo>
                <a:lnTo>
                  <a:pt x="71267" y="56064"/>
                </a:lnTo>
                <a:lnTo>
                  <a:pt x="70353" y="57438"/>
                </a:lnTo>
                <a:lnTo>
                  <a:pt x="71377" y="59265"/>
                </a:lnTo>
                <a:lnTo>
                  <a:pt x="70507" y="60836"/>
                </a:lnTo>
                <a:lnTo>
                  <a:pt x="71457" y="63073"/>
                </a:lnTo>
                <a:lnTo>
                  <a:pt x="70412" y="64118"/>
                </a:lnTo>
                <a:lnTo>
                  <a:pt x="67766" y="63073"/>
                </a:lnTo>
                <a:lnTo>
                  <a:pt x="66926" y="64345"/>
                </a:lnTo>
                <a:lnTo>
                  <a:pt x="67978" y="66537"/>
                </a:lnTo>
                <a:lnTo>
                  <a:pt x="66816" y="67721"/>
                </a:lnTo>
                <a:lnTo>
                  <a:pt x="64470" y="66552"/>
                </a:lnTo>
                <a:lnTo>
                  <a:pt x="63396" y="67619"/>
                </a:lnTo>
                <a:lnTo>
                  <a:pt x="64448" y="70272"/>
                </a:lnTo>
                <a:lnTo>
                  <a:pt x="63074" y="71185"/>
                </a:lnTo>
                <a:lnTo>
                  <a:pt x="61203" y="70118"/>
                </a:lnTo>
                <a:lnTo>
                  <a:pt x="59668" y="71090"/>
                </a:lnTo>
                <a:lnTo>
                  <a:pt x="57453" y="70060"/>
                </a:lnTo>
                <a:lnTo>
                  <a:pt x="56467" y="71047"/>
                </a:lnTo>
                <a:lnTo>
                  <a:pt x="57344" y="73911"/>
                </a:lnTo>
                <a:lnTo>
                  <a:pt x="55597" y="74767"/>
                </a:lnTo>
                <a:lnTo>
                  <a:pt x="50700" y="73107"/>
                </a:lnTo>
                <a:lnTo>
                  <a:pt x="49575" y="74482"/>
                </a:lnTo>
                <a:lnTo>
                  <a:pt x="50203" y="77529"/>
                </a:lnTo>
                <a:lnTo>
                  <a:pt x="48975" y="77953"/>
                </a:lnTo>
                <a:lnTo>
                  <a:pt x="47280" y="77646"/>
                </a:lnTo>
                <a:lnTo>
                  <a:pt x="33737" y="77646"/>
                </a:lnTo>
                <a:lnTo>
                  <a:pt x="30806" y="78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7328" y="2330098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5" h="71755">
                <a:moveTo>
                  <a:pt x="47922" y="71156"/>
                </a:moveTo>
                <a:lnTo>
                  <a:pt x="44874" y="70593"/>
                </a:lnTo>
                <a:lnTo>
                  <a:pt x="26808" y="70593"/>
                </a:lnTo>
                <a:lnTo>
                  <a:pt x="23694" y="71178"/>
                </a:lnTo>
                <a:lnTo>
                  <a:pt x="21472" y="70491"/>
                </a:lnTo>
                <a:lnTo>
                  <a:pt x="22050" y="67399"/>
                </a:lnTo>
                <a:lnTo>
                  <a:pt x="20866" y="65952"/>
                </a:lnTo>
                <a:lnTo>
                  <a:pt x="16049" y="67933"/>
                </a:lnTo>
                <a:lnTo>
                  <a:pt x="14237" y="66727"/>
                </a:lnTo>
                <a:lnTo>
                  <a:pt x="15209" y="64103"/>
                </a:lnTo>
                <a:lnTo>
                  <a:pt x="14777" y="63584"/>
                </a:lnTo>
                <a:lnTo>
                  <a:pt x="13827" y="63182"/>
                </a:lnTo>
                <a:lnTo>
                  <a:pt x="12161" y="64081"/>
                </a:lnTo>
                <a:lnTo>
                  <a:pt x="10750" y="63299"/>
                </a:lnTo>
                <a:lnTo>
                  <a:pt x="11708" y="60515"/>
                </a:lnTo>
                <a:lnTo>
                  <a:pt x="10780" y="59594"/>
                </a:lnTo>
                <a:lnTo>
                  <a:pt x="8134" y="60639"/>
                </a:lnTo>
                <a:lnTo>
                  <a:pt x="7220" y="59272"/>
                </a:lnTo>
                <a:lnTo>
                  <a:pt x="8193" y="57452"/>
                </a:lnTo>
                <a:lnTo>
                  <a:pt x="7761" y="56575"/>
                </a:lnTo>
                <a:lnTo>
                  <a:pt x="7242" y="56137"/>
                </a:lnTo>
                <a:lnTo>
                  <a:pt x="4611" y="57109"/>
                </a:lnTo>
                <a:lnTo>
                  <a:pt x="3880" y="56012"/>
                </a:lnTo>
                <a:lnTo>
                  <a:pt x="4290" y="53761"/>
                </a:lnTo>
                <a:lnTo>
                  <a:pt x="4224" y="52563"/>
                </a:lnTo>
                <a:lnTo>
                  <a:pt x="4582" y="49888"/>
                </a:lnTo>
                <a:lnTo>
                  <a:pt x="3946" y="49260"/>
                </a:lnTo>
                <a:lnTo>
                  <a:pt x="862" y="49925"/>
                </a:lnTo>
                <a:lnTo>
                  <a:pt x="146" y="47681"/>
                </a:lnTo>
                <a:lnTo>
                  <a:pt x="745" y="44538"/>
                </a:lnTo>
                <a:lnTo>
                  <a:pt x="745" y="38048"/>
                </a:lnTo>
                <a:lnTo>
                  <a:pt x="95" y="32961"/>
                </a:lnTo>
                <a:lnTo>
                  <a:pt x="899" y="27443"/>
                </a:lnTo>
                <a:lnTo>
                  <a:pt x="0" y="22108"/>
                </a:lnTo>
                <a:lnTo>
                  <a:pt x="1154" y="21158"/>
                </a:lnTo>
                <a:lnTo>
                  <a:pt x="4049" y="21940"/>
                </a:lnTo>
                <a:lnTo>
                  <a:pt x="4860" y="20222"/>
                </a:lnTo>
                <a:lnTo>
                  <a:pt x="3230" y="15318"/>
                </a:lnTo>
                <a:lnTo>
                  <a:pt x="4955" y="13907"/>
                </a:lnTo>
                <a:lnTo>
                  <a:pt x="6965" y="14938"/>
                </a:lnTo>
                <a:lnTo>
                  <a:pt x="7761" y="14485"/>
                </a:lnTo>
                <a:lnTo>
                  <a:pt x="8229" y="13776"/>
                </a:lnTo>
                <a:lnTo>
                  <a:pt x="7177" y="11561"/>
                </a:lnTo>
                <a:lnTo>
                  <a:pt x="8346" y="10392"/>
                </a:lnTo>
                <a:lnTo>
                  <a:pt x="10685" y="11562"/>
                </a:lnTo>
                <a:lnTo>
                  <a:pt x="11854" y="10392"/>
                </a:lnTo>
                <a:lnTo>
                  <a:pt x="10685" y="8061"/>
                </a:lnTo>
                <a:lnTo>
                  <a:pt x="11854" y="6891"/>
                </a:lnTo>
                <a:lnTo>
                  <a:pt x="14076" y="7936"/>
                </a:lnTo>
                <a:lnTo>
                  <a:pt x="14777" y="7476"/>
                </a:lnTo>
                <a:lnTo>
                  <a:pt x="15245" y="6767"/>
                </a:lnTo>
                <a:lnTo>
                  <a:pt x="14193" y="4552"/>
                </a:lnTo>
                <a:lnTo>
                  <a:pt x="15362" y="3383"/>
                </a:lnTo>
                <a:lnTo>
                  <a:pt x="17584" y="4436"/>
                </a:lnTo>
                <a:lnTo>
                  <a:pt x="18987" y="3500"/>
                </a:lnTo>
                <a:lnTo>
                  <a:pt x="21209" y="4553"/>
                </a:lnTo>
                <a:lnTo>
                  <a:pt x="22181" y="3581"/>
                </a:lnTo>
                <a:lnTo>
                  <a:pt x="21333" y="679"/>
                </a:lnTo>
                <a:lnTo>
                  <a:pt x="22707" y="36"/>
                </a:lnTo>
                <a:lnTo>
                  <a:pt x="24315" y="686"/>
                </a:lnTo>
                <a:lnTo>
                  <a:pt x="27385" y="0"/>
                </a:lnTo>
                <a:lnTo>
                  <a:pt x="30177" y="460"/>
                </a:lnTo>
                <a:lnTo>
                  <a:pt x="47337" y="460"/>
                </a:lnTo>
                <a:lnTo>
                  <a:pt x="48916" y="190"/>
                </a:lnTo>
                <a:lnTo>
                  <a:pt x="50173" y="562"/>
                </a:lnTo>
                <a:lnTo>
                  <a:pt x="49610" y="3661"/>
                </a:lnTo>
                <a:lnTo>
                  <a:pt x="50787" y="5101"/>
                </a:lnTo>
                <a:lnTo>
                  <a:pt x="55603" y="3120"/>
                </a:lnTo>
                <a:lnTo>
                  <a:pt x="57387" y="4333"/>
                </a:lnTo>
                <a:lnTo>
                  <a:pt x="56437" y="6964"/>
                </a:lnTo>
                <a:lnTo>
                  <a:pt x="56875" y="7476"/>
                </a:lnTo>
                <a:lnTo>
                  <a:pt x="57825" y="7871"/>
                </a:lnTo>
                <a:lnTo>
                  <a:pt x="59492" y="6979"/>
                </a:lnTo>
                <a:lnTo>
                  <a:pt x="60902" y="7761"/>
                </a:lnTo>
                <a:lnTo>
                  <a:pt x="59945" y="10545"/>
                </a:lnTo>
                <a:lnTo>
                  <a:pt x="60873" y="11467"/>
                </a:lnTo>
                <a:lnTo>
                  <a:pt x="63519" y="10414"/>
                </a:lnTo>
                <a:lnTo>
                  <a:pt x="64432" y="11781"/>
                </a:lnTo>
                <a:lnTo>
                  <a:pt x="63460" y="13601"/>
                </a:lnTo>
                <a:lnTo>
                  <a:pt x="63891" y="14485"/>
                </a:lnTo>
                <a:lnTo>
                  <a:pt x="64410" y="14916"/>
                </a:lnTo>
                <a:lnTo>
                  <a:pt x="67041" y="13944"/>
                </a:lnTo>
                <a:lnTo>
                  <a:pt x="67772" y="15040"/>
                </a:lnTo>
                <a:lnTo>
                  <a:pt x="67363" y="17299"/>
                </a:lnTo>
                <a:lnTo>
                  <a:pt x="67422" y="18497"/>
                </a:lnTo>
                <a:lnTo>
                  <a:pt x="67063" y="21165"/>
                </a:lnTo>
                <a:lnTo>
                  <a:pt x="67692" y="21786"/>
                </a:lnTo>
                <a:lnTo>
                  <a:pt x="70805" y="21150"/>
                </a:lnTo>
                <a:lnTo>
                  <a:pt x="71471" y="23430"/>
                </a:lnTo>
                <a:lnTo>
                  <a:pt x="70900" y="26478"/>
                </a:lnTo>
                <a:lnTo>
                  <a:pt x="70900" y="44538"/>
                </a:lnTo>
                <a:lnTo>
                  <a:pt x="71492" y="47659"/>
                </a:lnTo>
                <a:lnTo>
                  <a:pt x="70798" y="49888"/>
                </a:lnTo>
                <a:lnTo>
                  <a:pt x="67707" y="49303"/>
                </a:lnTo>
                <a:lnTo>
                  <a:pt x="66259" y="50487"/>
                </a:lnTo>
                <a:lnTo>
                  <a:pt x="68247" y="55296"/>
                </a:lnTo>
                <a:lnTo>
                  <a:pt x="67034" y="57109"/>
                </a:lnTo>
                <a:lnTo>
                  <a:pt x="64410" y="56137"/>
                </a:lnTo>
                <a:lnTo>
                  <a:pt x="63891" y="56575"/>
                </a:lnTo>
                <a:lnTo>
                  <a:pt x="63497" y="57525"/>
                </a:lnTo>
                <a:lnTo>
                  <a:pt x="64388" y="59184"/>
                </a:lnTo>
                <a:lnTo>
                  <a:pt x="63606" y="60595"/>
                </a:lnTo>
                <a:lnTo>
                  <a:pt x="60822" y="59638"/>
                </a:lnTo>
                <a:lnTo>
                  <a:pt x="59894" y="60566"/>
                </a:lnTo>
                <a:lnTo>
                  <a:pt x="60946" y="63219"/>
                </a:lnTo>
                <a:lnTo>
                  <a:pt x="59572" y="64125"/>
                </a:lnTo>
                <a:lnTo>
                  <a:pt x="57760" y="63146"/>
                </a:lnTo>
                <a:lnTo>
                  <a:pt x="56875" y="63584"/>
                </a:lnTo>
                <a:lnTo>
                  <a:pt x="56444" y="64103"/>
                </a:lnTo>
                <a:lnTo>
                  <a:pt x="57416" y="66734"/>
                </a:lnTo>
                <a:lnTo>
                  <a:pt x="56313" y="67465"/>
                </a:lnTo>
                <a:lnTo>
                  <a:pt x="54069" y="67048"/>
                </a:lnTo>
                <a:lnTo>
                  <a:pt x="52855" y="67114"/>
                </a:lnTo>
                <a:lnTo>
                  <a:pt x="50195" y="66756"/>
                </a:lnTo>
                <a:lnTo>
                  <a:pt x="49567" y="67385"/>
                </a:lnTo>
                <a:lnTo>
                  <a:pt x="50203" y="70498"/>
                </a:lnTo>
                <a:lnTo>
                  <a:pt x="47922" y="711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330273" y="2330098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5" h="71755">
                <a:moveTo>
                  <a:pt x="47915" y="71156"/>
                </a:moveTo>
                <a:lnTo>
                  <a:pt x="44867" y="70593"/>
                </a:lnTo>
                <a:lnTo>
                  <a:pt x="26808" y="70593"/>
                </a:lnTo>
                <a:lnTo>
                  <a:pt x="23694" y="71178"/>
                </a:lnTo>
                <a:lnTo>
                  <a:pt x="21472" y="70491"/>
                </a:lnTo>
                <a:lnTo>
                  <a:pt x="22057" y="67399"/>
                </a:lnTo>
                <a:lnTo>
                  <a:pt x="20866" y="65952"/>
                </a:lnTo>
                <a:lnTo>
                  <a:pt x="16049" y="67933"/>
                </a:lnTo>
                <a:lnTo>
                  <a:pt x="14237" y="66727"/>
                </a:lnTo>
                <a:lnTo>
                  <a:pt x="15209" y="64103"/>
                </a:lnTo>
                <a:lnTo>
                  <a:pt x="14778" y="63584"/>
                </a:lnTo>
                <a:lnTo>
                  <a:pt x="13828" y="63182"/>
                </a:lnTo>
                <a:lnTo>
                  <a:pt x="12169" y="64081"/>
                </a:lnTo>
                <a:lnTo>
                  <a:pt x="10758" y="63299"/>
                </a:lnTo>
                <a:lnTo>
                  <a:pt x="11708" y="60515"/>
                </a:lnTo>
                <a:lnTo>
                  <a:pt x="10780" y="59594"/>
                </a:lnTo>
                <a:lnTo>
                  <a:pt x="8134" y="60639"/>
                </a:lnTo>
                <a:lnTo>
                  <a:pt x="7220" y="59272"/>
                </a:lnTo>
                <a:lnTo>
                  <a:pt x="8192" y="57452"/>
                </a:lnTo>
                <a:lnTo>
                  <a:pt x="7761" y="56575"/>
                </a:lnTo>
                <a:lnTo>
                  <a:pt x="7242" y="56137"/>
                </a:lnTo>
                <a:lnTo>
                  <a:pt x="4611" y="57109"/>
                </a:lnTo>
                <a:lnTo>
                  <a:pt x="3880" y="56012"/>
                </a:lnTo>
                <a:lnTo>
                  <a:pt x="4290" y="53761"/>
                </a:lnTo>
                <a:lnTo>
                  <a:pt x="4231" y="52563"/>
                </a:lnTo>
                <a:lnTo>
                  <a:pt x="4582" y="49888"/>
                </a:lnTo>
                <a:lnTo>
                  <a:pt x="3946" y="49260"/>
                </a:lnTo>
                <a:lnTo>
                  <a:pt x="862" y="49925"/>
                </a:lnTo>
                <a:lnTo>
                  <a:pt x="146" y="47681"/>
                </a:lnTo>
                <a:lnTo>
                  <a:pt x="745" y="44538"/>
                </a:lnTo>
                <a:lnTo>
                  <a:pt x="745" y="38048"/>
                </a:lnTo>
                <a:lnTo>
                  <a:pt x="95" y="32961"/>
                </a:lnTo>
                <a:lnTo>
                  <a:pt x="898" y="27443"/>
                </a:lnTo>
                <a:lnTo>
                  <a:pt x="0" y="22108"/>
                </a:lnTo>
                <a:lnTo>
                  <a:pt x="1154" y="21165"/>
                </a:lnTo>
                <a:lnTo>
                  <a:pt x="4048" y="21940"/>
                </a:lnTo>
                <a:lnTo>
                  <a:pt x="4860" y="20222"/>
                </a:lnTo>
                <a:lnTo>
                  <a:pt x="3230" y="15318"/>
                </a:lnTo>
                <a:lnTo>
                  <a:pt x="4955" y="13907"/>
                </a:lnTo>
                <a:lnTo>
                  <a:pt x="6972" y="14938"/>
                </a:lnTo>
                <a:lnTo>
                  <a:pt x="7761" y="14485"/>
                </a:lnTo>
                <a:lnTo>
                  <a:pt x="8229" y="13776"/>
                </a:lnTo>
                <a:lnTo>
                  <a:pt x="7177" y="11561"/>
                </a:lnTo>
                <a:lnTo>
                  <a:pt x="8346" y="10392"/>
                </a:lnTo>
                <a:lnTo>
                  <a:pt x="10685" y="11562"/>
                </a:lnTo>
                <a:lnTo>
                  <a:pt x="11854" y="10392"/>
                </a:lnTo>
                <a:lnTo>
                  <a:pt x="10685" y="8061"/>
                </a:lnTo>
                <a:lnTo>
                  <a:pt x="11854" y="6891"/>
                </a:lnTo>
                <a:lnTo>
                  <a:pt x="14076" y="7936"/>
                </a:lnTo>
                <a:lnTo>
                  <a:pt x="14778" y="7476"/>
                </a:lnTo>
                <a:lnTo>
                  <a:pt x="15246" y="6767"/>
                </a:lnTo>
                <a:lnTo>
                  <a:pt x="14193" y="4552"/>
                </a:lnTo>
                <a:lnTo>
                  <a:pt x="15362" y="3383"/>
                </a:lnTo>
                <a:lnTo>
                  <a:pt x="17584" y="4436"/>
                </a:lnTo>
                <a:lnTo>
                  <a:pt x="18988" y="3500"/>
                </a:lnTo>
                <a:lnTo>
                  <a:pt x="21209" y="4553"/>
                </a:lnTo>
                <a:lnTo>
                  <a:pt x="22189" y="3581"/>
                </a:lnTo>
                <a:lnTo>
                  <a:pt x="21334" y="679"/>
                </a:lnTo>
                <a:lnTo>
                  <a:pt x="22708" y="36"/>
                </a:lnTo>
                <a:lnTo>
                  <a:pt x="24316" y="686"/>
                </a:lnTo>
                <a:lnTo>
                  <a:pt x="27385" y="0"/>
                </a:lnTo>
                <a:lnTo>
                  <a:pt x="30177" y="460"/>
                </a:lnTo>
                <a:lnTo>
                  <a:pt x="47338" y="460"/>
                </a:lnTo>
                <a:lnTo>
                  <a:pt x="48917" y="190"/>
                </a:lnTo>
                <a:lnTo>
                  <a:pt x="50166" y="562"/>
                </a:lnTo>
                <a:lnTo>
                  <a:pt x="49604" y="3661"/>
                </a:lnTo>
                <a:lnTo>
                  <a:pt x="50780" y="5101"/>
                </a:lnTo>
                <a:lnTo>
                  <a:pt x="55597" y="3120"/>
                </a:lnTo>
                <a:lnTo>
                  <a:pt x="57380" y="4333"/>
                </a:lnTo>
                <a:lnTo>
                  <a:pt x="56430" y="6964"/>
                </a:lnTo>
                <a:lnTo>
                  <a:pt x="56861" y="7476"/>
                </a:lnTo>
                <a:lnTo>
                  <a:pt x="57811" y="7871"/>
                </a:lnTo>
                <a:lnTo>
                  <a:pt x="59478" y="6979"/>
                </a:lnTo>
                <a:lnTo>
                  <a:pt x="60881" y="7761"/>
                </a:lnTo>
                <a:lnTo>
                  <a:pt x="59931" y="10545"/>
                </a:lnTo>
                <a:lnTo>
                  <a:pt x="60859" y="11467"/>
                </a:lnTo>
                <a:lnTo>
                  <a:pt x="63505" y="10414"/>
                </a:lnTo>
                <a:lnTo>
                  <a:pt x="64411" y="11781"/>
                </a:lnTo>
                <a:lnTo>
                  <a:pt x="63439" y="13601"/>
                </a:lnTo>
                <a:lnTo>
                  <a:pt x="63870" y="14485"/>
                </a:lnTo>
                <a:lnTo>
                  <a:pt x="64389" y="14916"/>
                </a:lnTo>
                <a:lnTo>
                  <a:pt x="67027" y="13944"/>
                </a:lnTo>
                <a:lnTo>
                  <a:pt x="67751" y="15040"/>
                </a:lnTo>
                <a:lnTo>
                  <a:pt x="67342" y="17299"/>
                </a:lnTo>
                <a:lnTo>
                  <a:pt x="67408" y="18497"/>
                </a:lnTo>
                <a:lnTo>
                  <a:pt x="67042" y="21165"/>
                </a:lnTo>
                <a:lnTo>
                  <a:pt x="67671" y="21786"/>
                </a:lnTo>
                <a:lnTo>
                  <a:pt x="70784" y="21150"/>
                </a:lnTo>
                <a:lnTo>
                  <a:pt x="71449" y="23430"/>
                </a:lnTo>
                <a:lnTo>
                  <a:pt x="70879" y="26478"/>
                </a:lnTo>
                <a:lnTo>
                  <a:pt x="70879" y="44545"/>
                </a:lnTo>
                <a:lnTo>
                  <a:pt x="71471" y="47659"/>
                </a:lnTo>
                <a:lnTo>
                  <a:pt x="70777" y="49888"/>
                </a:lnTo>
                <a:lnTo>
                  <a:pt x="67685" y="49303"/>
                </a:lnTo>
                <a:lnTo>
                  <a:pt x="66246" y="50487"/>
                </a:lnTo>
                <a:lnTo>
                  <a:pt x="68226" y="55296"/>
                </a:lnTo>
                <a:lnTo>
                  <a:pt x="67013" y="57109"/>
                </a:lnTo>
                <a:lnTo>
                  <a:pt x="64397" y="56137"/>
                </a:lnTo>
                <a:lnTo>
                  <a:pt x="63870" y="56575"/>
                </a:lnTo>
                <a:lnTo>
                  <a:pt x="63476" y="57525"/>
                </a:lnTo>
                <a:lnTo>
                  <a:pt x="64367" y="59184"/>
                </a:lnTo>
                <a:lnTo>
                  <a:pt x="63585" y="60588"/>
                </a:lnTo>
                <a:lnTo>
                  <a:pt x="60800" y="59638"/>
                </a:lnTo>
                <a:lnTo>
                  <a:pt x="59880" y="60566"/>
                </a:lnTo>
                <a:lnTo>
                  <a:pt x="60925" y="63219"/>
                </a:lnTo>
                <a:lnTo>
                  <a:pt x="59558" y="64125"/>
                </a:lnTo>
                <a:lnTo>
                  <a:pt x="57745" y="63146"/>
                </a:lnTo>
                <a:lnTo>
                  <a:pt x="56861" y="63584"/>
                </a:lnTo>
                <a:lnTo>
                  <a:pt x="56430" y="64103"/>
                </a:lnTo>
                <a:lnTo>
                  <a:pt x="57402" y="66734"/>
                </a:lnTo>
                <a:lnTo>
                  <a:pt x="56306" y="67465"/>
                </a:lnTo>
                <a:lnTo>
                  <a:pt x="54047" y="67048"/>
                </a:lnTo>
                <a:lnTo>
                  <a:pt x="52849" y="67114"/>
                </a:lnTo>
                <a:lnTo>
                  <a:pt x="50181" y="66756"/>
                </a:lnTo>
                <a:lnTo>
                  <a:pt x="49560" y="67385"/>
                </a:lnTo>
                <a:lnTo>
                  <a:pt x="50195" y="70498"/>
                </a:lnTo>
                <a:lnTo>
                  <a:pt x="47915" y="711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544270" y="2333548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69">
                <a:moveTo>
                  <a:pt x="41081" y="64374"/>
                </a:moveTo>
                <a:lnTo>
                  <a:pt x="37734" y="63467"/>
                </a:lnTo>
                <a:lnTo>
                  <a:pt x="33517" y="63811"/>
                </a:lnTo>
                <a:lnTo>
                  <a:pt x="31098" y="63621"/>
                </a:lnTo>
                <a:lnTo>
                  <a:pt x="27816" y="63621"/>
                </a:lnTo>
                <a:lnTo>
                  <a:pt x="26216" y="63906"/>
                </a:lnTo>
                <a:lnTo>
                  <a:pt x="24644" y="63431"/>
                </a:lnTo>
                <a:lnTo>
                  <a:pt x="22240" y="64074"/>
                </a:lnTo>
                <a:lnTo>
                  <a:pt x="21436" y="63277"/>
                </a:lnTo>
                <a:lnTo>
                  <a:pt x="22203" y="60273"/>
                </a:lnTo>
                <a:lnTo>
                  <a:pt x="19769" y="59345"/>
                </a:lnTo>
                <a:lnTo>
                  <a:pt x="16758" y="60968"/>
                </a:lnTo>
                <a:lnTo>
                  <a:pt x="14325" y="59937"/>
                </a:lnTo>
                <a:lnTo>
                  <a:pt x="15136" y="56977"/>
                </a:lnTo>
                <a:lnTo>
                  <a:pt x="14171" y="56020"/>
                </a:lnTo>
                <a:lnTo>
                  <a:pt x="11920" y="57153"/>
                </a:lnTo>
                <a:lnTo>
                  <a:pt x="10670" y="56130"/>
                </a:lnTo>
                <a:lnTo>
                  <a:pt x="11810" y="53659"/>
                </a:lnTo>
                <a:lnTo>
                  <a:pt x="10773" y="52621"/>
                </a:lnTo>
                <a:lnTo>
                  <a:pt x="8127" y="53674"/>
                </a:lnTo>
                <a:lnTo>
                  <a:pt x="7257" y="52351"/>
                </a:lnTo>
                <a:lnTo>
                  <a:pt x="8346" y="50290"/>
                </a:lnTo>
                <a:lnTo>
                  <a:pt x="7264" y="49011"/>
                </a:lnTo>
                <a:lnTo>
                  <a:pt x="4809" y="50158"/>
                </a:lnTo>
                <a:lnTo>
                  <a:pt x="3705" y="49055"/>
                </a:lnTo>
                <a:lnTo>
                  <a:pt x="4641" y="46804"/>
                </a:lnTo>
                <a:lnTo>
                  <a:pt x="3873" y="45386"/>
                </a:lnTo>
                <a:lnTo>
                  <a:pt x="4809" y="43150"/>
                </a:lnTo>
                <a:lnTo>
                  <a:pt x="3888" y="42229"/>
                </a:lnTo>
                <a:lnTo>
                  <a:pt x="935" y="43040"/>
                </a:lnTo>
                <a:lnTo>
                  <a:pt x="0" y="40847"/>
                </a:lnTo>
                <a:lnTo>
                  <a:pt x="906" y="37507"/>
                </a:lnTo>
                <a:lnTo>
                  <a:pt x="562" y="33283"/>
                </a:lnTo>
                <a:lnTo>
                  <a:pt x="752" y="30871"/>
                </a:lnTo>
                <a:lnTo>
                  <a:pt x="752" y="26551"/>
                </a:lnTo>
                <a:lnTo>
                  <a:pt x="168" y="23460"/>
                </a:lnTo>
                <a:lnTo>
                  <a:pt x="862" y="21194"/>
                </a:lnTo>
                <a:lnTo>
                  <a:pt x="3953" y="21845"/>
                </a:lnTo>
                <a:lnTo>
                  <a:pt x="4838" y="20960"/>
                </a:lnTo>
                <a:lnTo>
                  <a:pt x="3793" y="18739"/>
                </a:lnTo>
                <a:lnTo>
                  <a:pt x="4721" y="17335"/>
                </a:lnTo>
                <a:lnTo>
                  <a:pt x="3669" y="15120"/>
                </a:lnTo>
                <a:lnTo>
                  <a:pt x="4772" y="14024"/>
                </a:lnTo>
                <a:lnTo>
                  <a:pt x="7345" y="15113"/>
                </a:lnTo>
                <a:lnTo>
                  <a:pt x="8258" y="13849"/>
                </a:lnTo>
                <a:lnTo>
                  <a:pt x="7169" y="11627"/>
                </a:lnTo>
                <a:lnTo>
                  <a:pt x="8346" y="10450"/>
                </a:lnTo>
                <a:lnTo>
                  <a:pt x="10685" y="11612"/>
                </a:lnTo>
                <a:lnTo>
                  <a:pt x="11847" y="10450"/>
                </a:lnTo>
                <a:lnTo>
                  <a:pt x="10685" y="8111"/>
                </a:lnTo>
                <a:lnTo>
                  <a:pt x="11847" y="6942"/>
                </a:lnTo>
                <a:lnTo>
                  <a:pt x="14069" y="7987"/>
                </a:lnTo>
                <a:lnTo>
                  <a:pt x="15326" y="7154"/>
                </a:lnTo>
                <a:lnTo>
                  <a:pt x="14281" y="4508"/>
                </a:lnTo>
                <a:lnTo>
                  <a:pt x="15099" y="3690"/>
                </a:lnTo>
                <a:lnTo>
                  <a:pt x="17760" y="4048"/>
                </a:lnTo>
                <a:lnTo>
                  <a:pt x="19221" y="3953"/>
                </a:lnTo>
                <a:lnTo>
                  <a:pt x="20829" y="4318"/>
                </a:lnTo>
                <a:lnTo>
                  <a:pt x="21779" y="4026"/>
                </a:lnTo>
                <a:lnTo>
                  <a:pt x="22174" y="3880"/>
                </a:lnTo>
                <a:lnTo>
                  <a:pt x="21385" y="672"/>
                </a:lnTo>
                <a:lnTo>
                  <a:pt x="22569" y="190"/>
                </a:lnTo>
                <a:lnTo>
                  <a:pt x="24418" y="518"/>
                </a:lnTo>
                <a:lnTo>
                  <a:pt x="37888" y="518"/>
                </a:lnTo>
                <a:lnTo>
                  <a:pt x="40811" y="0"/>
                </a:lnTo>
                <a:lnTo>
                  <a:pt x="43113" y="599"/>
                </a:lnTo>
                <a:lnTo>
                  <a:pt x="42587" y="3734"/>
                </a:lnTo>
                <a:lnTo>
                  <a:pt x="43749" y="5159"/>
                </a:lnTo>
                <a:lnTo>
                  <a:pt x="48566" y="3171"/>
                </a:lnTo>
                <a:lnTo>
                  <a:pt x="50400" y="4399"/>
                </a:lnTo>
                <a:lnTo>
                  <a:pt x="49348" y="7037"/>
                </a:lnTo>
                <a:lnTo>
                  <a:pt x="50429" y="8119"/>
                </a:lnTo>
                <a:lnTo>
                  <a:pt x="52739" y="6950"/>
                </a:lnTo>
                <a:lnTo>
                  <a:pt x="53930" y="8090"/>
                </a:lnTo>
                <a:lnTo>
                  <a:pt x="52768" y="10458"/>
                </a:lnTo>
                <a:lnTo>
                  <a:pt x="53828" y="11517"/>
                </a:lnTo>
                <a:lnTo>
                  <a:pt x="56481" y="10472"/>
                </a:lnTo>
                <a:lnTo>
                  <a:pt x="57351" y="11795"/>
                </a:lnTo>
                <a:lnTo>
                  <a:pt x="56262" y="13849"/>
                </a:lnTo>
                <a:lnTo>
                  <a:pt x="57343" y="15128"/>
                </a:lnTo>
                <a:lnTo>
                  <a:pt x="59799" y="13988"/>
                </a:lnTo>
                <a:lnTo>
                  <a:pt x="60903" y="15091"/>
                </a:lnTo>
                <a:lnTo>
                  <a:pt x="59967" y="17335"/>
                </a:lnTo>
                <a:lnTo>
                  <a:pt x="60735" y="18753"/>
                </a:lnTo>
                <a:lnTo>
                  <a:pt x="59799" y="20997"/>
                </a:lnTo>
                <a:lnTo>
                  <a:pt x="60720" y="21918"/>
                </a:lnTo>
                <a:lnTo>
                  <a:pt x="63673" y="21106"/>
                </a:lnTo>
                <a:lnTo>
                  <a:pt x="64608" y="23292"/>
                </a:lnTo>
                <a:lnTo>
                  <a:pt x="63702" y="26639"/>
                </a:lnTo>
                <a:lnTo>
                  <a:pt x="64045" y="30856"/>
                </a:lnTo>
                <a:lnTo>
                  <a:pt x="63855" y="33275"/>
                </a:lnTo>
                <a:lnTo>
                  <a:pt x="63855" y="36557"/>
                </a:lnTo>
                <a:lnTo>
                  <a:pt x="64140" y="38158"/>
                </a:lnTo>
                <a:lnTo>
                  <a:pt x="63665" y="39736"/>
                </a:lnTo>
                <a:lnTo>
                  <a:pt x="64309" y="42141"/>
                </a:lnTo>
                <a:lnTo>
                  <a:pt x="63512" y="42937"/>
                </a:lnTo>
                <a:lnTo>
                  <a:pt x="60508" y="42170"/>
                </a:lnTo>
                <a:lnTo>
                  <a:pt x="59573" y="44604"/>
                </a:lnTo>
                <a:lnTo>
                  <a:pt x="61202" y="47615"/>
                </a:lnTo>
                <a:lnTo>
                  <a:pt x="60165" y="50049"/>
                </a:lnTo>
                <a:lnTo>
                  <a:pt x="57212" y="49238"/>
                </a:lnTo>
                <a:lnTo>
                  <a:pt x="56247" y="50202"/>
                </a:lnTo>
                <a:lnTo>
                  <a:pt x="57387" y="52454"/>
                </a:lnTo>
                <a:lnTo>
                  <a:pt x="56364" y="53703"/>
                </a:lnTo>
                <a:lnTo>
                  <a:pt x="53886" y="52563"/>
                </a:lnTo>
                <a:lnTo>
                  <a:pt x="52856" y="53601"/>
                </a:lnTo>
                <a:lnTo>
                  <a:pt x="53901" y="56247"/>
                </a:lnTo>
                <a:lnTo>
                  <a:pt x="52585" y="57124"/>
                </a:lnTo>
                <a:lnTo>
                  <a:pt x="50524" y="56027"/>
                </a:lnTo>
                <a:lnTo>
                  <a:pt x="49245" y="57109"/>
                </a:lnTo>
                <a:lnTo>
                  <a:pt x="50393" y="59565"/>
                </a:lnTo>
                <a:lnTo>
                  <a:pt x="49282" y="60675"/>
                </a:lnTo>
                <a:lnTo>
                  <a:pt x="47038" y="59733"/>
                </a:lnTo>
                <a:lnTo>
                  <a:pt x="45620" y="60507"/>
                </a:lnTo>
                <a:lnTo>
                  <a:pt x="43384" y="59565"/>
                </a:lnTo>
                <a:lnTo>
                  <a:pt x="42455" y="60493"/>
                </a:lnTo>
                <a:lnTo>
                  <a:pt x="43274" y="63438"/>
                </a:lnTo>
                <a:lnTo>
                  <a:pt x="41081" y="64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758559" y="2336800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5">
                <a:moveTo>
                  <a:pt x="23117" y="57562"/>
                </a:moveTo>
                <a:lnTo>
                  <a:pt x="21049" y="56685"/>
                </a:lnTo>
                <a:lnTo>
                  <a:pt x="21860" y="53725"/>
                </a:lnTo>
                <a:lnTo>
                  <a:pt x="20946" y="52819"/>
                </a:lnTo>
                <a:lnTo>
                  <a:pt x="18688" y="53725"/>
                </a:lnTo>
                <a:lnTo>
                  <a:pt x="17277" y="53001"/>
                </a:lnTo>
                <a:lnTo>
                  <a:pt x="15026" y="53908"/>
                </a:lnTo>
                <a:lnTo>
                  <a:pt x="13996" y="52877"/>
                </a:lnTo>
                <a:lnTo>
                  <a:pt x="15041" y="50224"/>
                </a:lnTo>
                <a:lnTo>
                  <a:pt x="13725" y="49355"/>
                </a:lnTo>
                <a:lnTo>
                  <a:pt x="11657" y="50443"/>
                </a:lnTo>
                <a:lnTo>
                  <a:pt x="10385" y="49355"/>
                </a:lnTo>
                <a:lnTo>
                  <a:pt x="11533" y="46906"/>
                </a:lnTo>
                <a:lnTo>
                  <a:pt x="10393" y="45766"/>
                </a:lnTo>
                <a:lnTo>
                  <a:pt x="8054" y="46935"/>
                </a:lnTo>
                <a:lnTo>
                  <a:pt x="6891" y="45766"/>
                </a:lnTo>
                <a:lnTo>
                  <a:pt x="8054" y="43435"/>
                </a:lnTo>
                <a:lnTo>
                  <a:pt x="6986" y="42360"/>
                </a:lnTo>
                <a:lnTo>
                  <a:pt x="4334" y="43405"/>
                </a:lnTo>
                <a:lnTo>
                  <a:pt x="2901" y="41242"/>
                </a:lnTo>
                <a:lnTo>
                  <a:pt x="4736" y="37624"/>
                </a:lnTo>
                <a:lnTo>
                  <a:pt x="3785" y="35388"/>
                </a:lnTo>
                <a:lnTo>
                  <a:pt x="825" y="36199"/>
                </a:lnTo>
                <a:lnTo>
                  <a:pt x="109" y="35475"/>
                </a:lnTo>
                <a:lnTo>
                  <a:pt x="518" y="32866"/>
                </a:lnTo>
                <a:lnTo>
                  <a:pt x="0" y="27173"/>
                </a:lnTo>
                <a:lnTo>
                  <a:pt x="621" y="24688"/>
                </a:lnTo>
                <a:lnTo>
                  <a:pt x="29" y="22232"/>
                </a:lnTo>
                <a:lnTo>
                  <a:pt x="855" y="21413"/>
                </a:lnTo>
                <a:lnTo>
                  <a:pt x="3756" y="22261"/>
                </a:lnTo>
                <a:lnTo>
                  <a:pt x="4553" y="20536"/>
                </a:lnTo>
                <a:lnTo>
                  <a:pt x="2952" y="15618"/>
                </a:lnTo>
                <a:lnTo>
                  <a:pt x="4523" y="14338"/>
                </a:lnTo>
                <a:lnTo>
                  <a:pt x="7060" y="15347"/>
                </a:lnTo>
                <a:lnTo>
                  <a:pt x="7981" y="14105"/>
                </a:lnTo>
                <a:lnTo>
                  <a:pt x="6877" y="11876"/>
                </a:lnTo>
                <a:lnTo>
                  <a:pt x="8054" y="10699"/>
                </a:lnTo>
                <a:lnTo>
                  <a:pt x="10392" y="11868"/>
                </a:lnTo>
                <a:lnTo>
                  <a:pt x="11562" y="10699"/>
                </a:lnTo>
                <a:lnTo>
                  <a:pt x="10393" y="8360"/>
                </a:lnTo>
                <a:lnTo>
                  <a:pt x="11562" y="7198"/>
                </a:lnTo>
                <a:lnTo>
                  <a:pt x="13784" y="8243"/>
                </a:lnTo>
                <a:lnTo>
                  <a:pt x="15041" y="7403"/>
                </a:lnTo>
                <a:lnTo>
                  <a:pt x="13996" y="4764"/>
                </a:lnTo>
                <a:lnTo>
                  <a:pt x="14814" y="3938"/>
                </a:lnTo>
                <a:lnTo>
                  <a:pt x="17475" y="4304"/>
                </a:lnTo>
                <a:lnTo>
                  <a:pt x="19010" y="4202"/>
                </a:lnTo>
                <a:lnTo>
                  <a:pt x="20544" y="4567"/>
                </a:lnTo>
                <a:lnTo>
                  <a:pt x="21487" y="4282"/>
                </a:lnTo>
                <a:lnTo>
                  <a:pt x="21663" y="4231"/>
                </a:lnTo>
                <a:lnTo>
                  <a:pt x="21334" y="782"/>
                </a:lnTo>
                <a:lnTo>
                  <a:pt x="23621" y="694"/>
                </a:lnTo>
                <a:lnTo>
                  <a:pt x="26406" y="380"/>
                </a:lnTo>
                <a:lnTo>
                  <a:pt x="29607" y="986"/>
                </a:lnTo>
                <a:lnTo>
                  <a:pt x="34877" y="0"/>
                </a:lnTo>
                <a:lnTo>
                  <a:pt x="35790" y="1118"/>
                </a:lnTo>
                <a:lnTo>
                  <a:pt x="35162" y="4165"/>
                </a:lnTo>
                <a:lnTo>
                  <a:pt x="37340" y="4918"/>
                </a:lnTo>
                <a:lnTo>
                  <a:pt x="40935" y="3259"/>
                </a:lnTo>
                <a:lnTo>
                  <a:pt x="43084" y="4641"/>
                </a:lnTo>
                <a:lnTo>
                  <a:pt x="42053" y="7308"/>
                </a:lnTo>
                <a:lnTo>
                  <a:pt x="43113" y="8368"/>
                </a:lnTo>
                <a:lnTo>
                  <a:pt x="45474" y="7198"/>
                </a:lnTo>
                <a:lnTo>
                  <a:pt x="46614" y="8389"/>
                </a:lnTo>
                <a:lnTo>
                  <a:pt x="45452" y="10706"/>
                </a:lnTo>
                <a:lnTo>
                  <a:pt x="46621" y="11876"/>
                </a:lnTo>
                <a:lnTo>
                  <a:pt x="48960" y="10706"/>
                </a:lnTo>
                <a:lnTo>
                  <a:pt x="50130" y="11876"/>
                </a:lnTo>
                <a:lnTo>
                  <a:pt x="48960" y="14215"/>
                </a:lnTo>
                <a:lnTo>
                  <a:pt x="50035" y="15281"/>
                </a:lnTo>
                <a:lnTo>
                  <a:pt x="52680" y="14236"/>
                </a:lnTo>
                <a:lnTo>
                  <a:pt x="54113" y="16400"/>
                </a:lnTo>
                <a:lnTo>
                  <a:pt x="52278" y="20017"/>
                </a:lnTo>
                <a:lnTo>
                  <a:pt x="53236" y="22254"/>
                </a:lnTo>
                <a:lnTo>
                  <a:pt x="56189" y="21443"/>
                </a:lnTo>
                <a:lnTo>
                  <a:pt x="56912" y="22166"/>
                </a:lnTo>
                <a:lnTo>
                  <a:pt x="56496" y="24776"/>
                </a:lnTo>
                <a:lnTo>
                  <a:pt x="56781" y="27597"/>
                </a:lnTo>
                <a:lnTo>
                  <a:pt x="56554" y="30038"/>
                </a:lnTo>
                <a:lnTo>
                  <a:pt x="56554" y="33188"/>
                </a:lnTo>
                <a:lnTo>
                  <a:pt x="56883" y="35067"/>
                </a:lnTo>
                <a:lnTo>
                  <a:pt x="56364" y="36279"/>
                </a:lnTo>
                <a:lnTo>
                  <a:pt x="53411" y="35468"/>
                </a:lnTo>
                <a:lnTo>
                  <a:pt x="52505" y="36382"/>
                </a:lnTo>
                <a:lnTo>
                  <a:pt x="53404" y="38640"/>
                </a:lnTo>
                <a:lnTo>
                  <a:pt x="52688" y="40044"/>
                </a:lnTo>
                <a:lnTo>
                  <a:pt x="53587" y="42309"/>
                </a:lnTo>
                <a:lnTo>
                  <a:pt x="52556" y="43340"/>
                </a:lnTo>
                <a:lnTo>
                  <a:pt x="49911" y="42287"/>
                </a:lnTo>
                <a:lnTo>
                  <a:pt x="49041" y="43610"/>
                </a:lnTo>
                <a:lnTo>
                  <a:pt x="50130" y="45664"/>
                </a:lnTo>
                <a:lnTo>
                  <a:pt x="49048" y="46943"/>
                </a:lnTo>
                <a:lnTo>
                  <a:pt x="46592" y="45802"/>
                </a:lnTo>
                <a:lnTo>
                  <a:pt x="45481" y="46914"/>
                </a:lnTo>
                <a:lnTo>
                  <a:pt x="46629" y="49347"/>
                </a:lnTo>
                <a:lnTo>
                  <a:pt x="45394" y="50414"/>
                </a:lnTo>
                <a:lnTo>
                  <a:pt x="43128" y="49260"/>
                </a:lnTo>
                <a:lnTo>
                  <a:pt x="42163" y="50224"/>
                </a:lnTo>
                <a:lnTo>
                  <a:pt x="42974" y="53177"/>
                </a:lnTo>
                <a:lnTo>
                  <a:pt x="40555" y="54208"/>
                </a:lnTo>
                <a:lnTo>
                  <a:pt x="37486" y="52504"/>
                </a:lnTo>
                <a:lnTo>
                  <a:pt x="35067" y="53557"/>
                </a:lnTo>
                <a:lnTo>
                  <a:pt x="35892" y="56502"/>
                </a:lnTo>
                <a:lnTo>
                  <a:pt x="35184" y="57196"/>
                </a:lnTo>
                <a:lnTo>
                  <a:pt x="32523" y="56838"/>
                </a:lnTo>
                <a:lnTo>
                  <a:pt x="30857" y="56926"/>
                </a:lnTo>
                <a:lnTo>
                  <a:pt x="26720" y="56860"/>
                </a:lnTo>
                <a:lnTo>
                  <a:pt x="23117" y="57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975801" y="2343823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11832" y="43581"/>
                </a:moveTo>
                <a:lnTo>
                  <a:pt x="10655" y="42141"/>
                </a:lnTo>
                <a:lnTo>
                  <a:pt x="11679" y="40124"/>
                </a:lnTo>
                <a:lnTo>
                  <a:pt x="11226" y="39335"/>
                </a:lnTo>
                <a:lnTo>
                  <a:pt x="10524" y="38874"/>
                </a:lnTo>
                <a:lnTo>
                  <a:pt x="8310" y="39920"/>
                </a:lnTo>
                <a:lnTo>
                  <a:pt x="7235" y="38845"/>
                </a:lnTo>
                <a:lnTo>
                  <a:pt x="8280" y="36199"/>
                </a:lnTo>
                <a:lnTo>
                  <a:pt x="7016" y="35366"/>
                </a:lnTo>
                <a:lnTo>
                  <a:pt x="4801" y="36419"/>
                </a:lnTo>
                <a:lnTo>
                  <a:pt x="3632" y="35249"/>
                </a:lnTo>
                <a:lnTo>
                  <a:pt x="4801" y="32910"/>
                </a:lnTo>
                <a:lnTo>
                  <a:pt x="3727" y="31844"/>
                </a:lnTo>
                <a:lnTo>
                  <a:pt x="1081" y="32889"/>
                </a:lnTo>
                <a:lnTo>
                  <a:pt x="255" y="31639"/>
                </a:lnTo>
                <a:lnTo>
                  <a:pt x="898" y="29644"/>
                </a:lnTo>
                <a:lnTo>
                  <a:pt x="482" y="27802"/>
                </a:lnTo>
                <a:lnTo>
                  <a:pt x="716" y="26369"/>
                </a:lnTo>
                <a:lnTo>
                  <a:pt x="716" y="23037"/>
                </a:lnTo>
                <a:lnTo>
                  <a:pt x="452" y="20574"/>
                </a:lnTo>
                <a:lnTo>
                  <a:pt x="840" y="17255"/>
                </a:lnTo>
                <a:lnTo>
                  <a:pt x="0" y="11869"/>
                </a:lnTo>
                <a:lnTo>
                  <a:pt x="1417" y="10714"/>
                </a:lnTo>
                <a:lnTo>
                  <a:pt x="3427" y="11737"/>
                </a:lnTo>
                <a:lnTo>
                  <a:pt x="4217" y="11284"/>
                </a:lnTo>
                <a:lnTo>
                  <a:pt x="4618" y="10334"/>
                </a:lnTo>
                <a:lnTo>
                  <a:pt x="3727" y="8675"/>
                </a:lnTo>
                <a:lnTo>
                  <a:pt x="4502" y="7264"/>
                </a:lnTo>
                <a:lnTo>
                  <a:pt x="7286" y="8222"/>
                </a:lnTo>
                <a:lnTo>
                  <a:pt x="8214" y="7293"/>
                </a:lnTo>
                <a:lnTo>
                  <a:pt x="7162" y="4641"/>
                </a:lnTo>
                <a:lnTo>
                  <a:pt x="8529" y="3764"/>
                </a:lnTo>
                <a:lnTo>
                  <a:pt x="10356" y="4714"/>
                </a:lnTo>
                <a:lnTo>
                  <a:pt x="11226" y="4275"/>
                </a:lnTo>
                <a:lnTo>
                  <a:pt x="11693" y="3573"/>
                </a:lnTo>
                <a:lnTo>
                  <a:pt x="10641" y="1352"/>
                </a:lnTo>
                <a:lnTo>
                  <a:pt x="11679" y="321"/>
                </a:lnTo>
                <a:lnTo>
                  <a:pt x="14091" y="964"/>
                </a:lnTo>
                <a:lnTo>
                  <a:pt x="15662" y="489"/>
                </a:lnTo>
                <a:lnTo>
                  <a:pt x="17263" y="774"/>
                </a:lnTo>
                <a:lnTo>
                  <a:pt x="20515" y="774"/>
                </a:lnTo>
                <a:lnTo>
                  <a:pt x="22985" y="504"/>
                </a:lnTo>
                <a:lnTo>
                  <a:pt x="27224" y="1001"/>
                </a:lnTo>
                <a:lnTo>
                  <a:pt x="30469" y="0"/>
                </a:lnTo>
                <a:lnTo>
                  <a:pt x="32713" y="957"/>
                </a:lnTo>
                <a:lnTo>
                  <a:pt x="31902" y="3910"/>
                </a:lnTo>
                <a:lnTo>
                  <a:pt x="32859" y="4867"/>
                </a:lnTo>
                <a:lnTo>
                  <a:pt x="35161" y="3705"/>
                </a:lnTo>
                <a:lnTo>
                  <a:pt x="36367" y="4823"/>
                </a:lnTo>
                <a:lnTo>
                  <a:pt x="35198" y="7206"/>
                </a:lnTo>
                <a:lnTo>
                  <a:pt x="36265" y="8265"/>
                </a:lnTo>
                <a:lnTo>
                  <a:pt x="38911" y="7220"/>
                </a:lnTo>
                <a:lnTo>
                  <a:pt x="39817" y="8587"/>
                </a:lnTo>
                <a:lnTo>
                  <a:pt x="38845" y="10407"/>
                </a:lnTo>
                <a:lnTo>
                  <a:pt x="39276" y="11284"/>
                </a:lnTo>
                <a:lnTo>
                  <a:pt x="39985" y="11752"/>
                </a:lnTo>
                <a:lnTo>
                  <a:pt x="42200" y="10699"/>
                </a:lnTo>
                <a:lnTo>
                  <a:pt x="43238" y="11737"/>
                </a:lnTo>
                <a:lnTo>
                  <a:pt x="42594" y="14149"/>
                </a:lnTo>
                <a:lnTo>
                  <a:pt x="43062" y="15720"/>
                </a:lnTo>
                <a:lnTo>
                  <a:pt x="42784" y="17321"/>
                </a:lnTo>
                <a:lnTo>
                  <a:pt x="42784" y="20573"/>
                </a:lnTo>
                <a:lnTo>
                  <a:pt x="43048" y="23044"/>
                </a:lnTo>
                <a:lnTo>
                  <a:pt x="42660" y="26362"/>
                </a:lnTo>
                <a:lnTo>
                  <a:pt x="43501" y="31741"/>
                </a:lnTo>
                <a:lnTo>
                  <a:pt x="42273" y="32750"/>
                </a:lnTo>
                <a:lnTo>
                  <a:pt x="39613" y="31799"/>
                </a:lnTo>
                <a:lnTo>
                  <a:pt x="38823" y="33035"/>
                </a:lnTo>
                <a:lnTo>
                  <a:pt x="39861" y="35249"/>
                </a:lnTo>
                <a:lnTo>
                  <a:pt x="38794" y="36324"/>
                </a:lnTo>
                <a:lnTo>
                  <a:pt x="36141" y="35271"/>
                </a:lnTo>
                <a:lnTo>
                  <a:pt x="35468" y="36287"/>
                </a:lnTo>
                <a:lnTo>
                  <a:pt x="36214" y="39101"/>
                </a:lnTo>
                <a:lnTo>
                  <a:pt x="34869" y="39824"/>
                </a:lnTo>
                <a:lnTo>
                  <a:pt x="33225" y="38940"/>
                </a:lnTo>
                <a:lnTo>
                  <a:pt x="32267" y="39335"/>
                </a:lnTo>
                <a:lnTo>
                  <a:pt x="31807" y="40043"/>
                </a:lnTo>
                <a:lnTo>
                  <a:pt x="32852" y="42258"/>
                </a:lnTo>
                <a:lnTo>
                  <a:pt x="31814" y="43296"/>
                </a:lnTo>
                <a:lnTo>
                  <a:pt x="29409" y="42645"/>
                </a:lnTo>
                <a:lnTo>
                  <a:pt x="26851" y="43420"/>
                </a:lnTo>
                <a:lnTo>
                  <a:pt x="23760" y="42843"/>
                </a:lnTo>
                <a:lnTo>
                  <a:pt x="20632" y="42843"/>
                </a:lnTo>
                <a:lnTo>
                  <a:pt x="19353" y="42996"/>
                </a:lnTo>
                <a:lnTo>
                  <a:pt x="17175" y="42689"/>
                </a:lnTo>
                <a:lnTo>
                  <a:pt x="11832" y="435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2193276" y="235085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1107" y="29263"/>
                </a:moveTo>
                <a:lnTo>
                  <a:pt x="19097" y="28635"/>
                </a:lnTo>
                <a:lnTo>
                  <a:pt x="16188" y="29263"/>
                </a:lnTo>
                <a:lnTo>
                  <a:pt x="13418" y="28810"/>
                </a:lnTo>
                <a:lnTo>
                  <a:pt x="10422" y="28810"/>
                </a:lnTo>
                <a:lnTo>
                  <a:pt x="8521" y="29139"/>
                </a:lnTo>
                <a:lnTo>
                  <a:pt x="7330" y="28627"/>
                </a:lnTo>
                <a:lnTo>
                  <a:pt x="8105" y="25682"/>
                </a:lnTo>
                <a:lnTo>
                  <a:pt x="7761" y="25302"/>
                </a:lnTo>
                <a:lnTo>
                  <a:pt x="6877" y="24871"/>
                </a:lnTo>
                <a:lnTo>
                  <a:pt x="5064" y="25843"/>
                </a:lnTo>
                <a:lnTo>
                  <a:pt x="3698" y="24929"/>
                </a:lnTo>
                <a:lnTo>
                  <a:pt x="4743" y="22291"/>
                </a:lnTo>
                <a:lnTo>
                  <a:pt x="3844" y="21392"/>
                </a:lnTo>
                <a:lnTo>
                  <a:pt x="993" y="22284"/>
                </a:lnTo>
                <a:lnTo>
                  <a:pt x="22" y="20347"/>
                </a:lnTo>
                <a:lnTo>
                  <a:pt x="753" y="16444"/>
                </a:lnTo>
                <a:lnTo>
                  <a:pt x="753" y="13411"/>
                </a:lnTo>
                <a:lnTo>
                  <a:pt x="0" y="8843"/>
                </a:lnTo>
                <a:lnTo>
                  <a:pt x="1140" y="7220"/>
                </a:lnTo>
                <a:lnTo>
                  <a:pt x="3720" y="8207"/>
                </a:lnTo>
                <a:lnTo>
                  <a:pt x="4261" y="7768"/>
                </a:lnTo>
                <a:lnTo>
                  <a:pt x="4721" y="7060"/>
                </a:lnTo>
                <a:lnTo>
                  <a:pt x="3676" y="4845"/>
                </a:lnTo>
                <a:lnTo>
                  <a:pt x="4838" y="3676"/>
                </a:lnTo>
                <a:lnTo>
                  <a:pt x="7067" y="4728"/>
                </a:lnTo>
                <a:lnTo>
                  <a:pt x="7761" y="4260"/>
                </a:lnTo>
                <a:lnTo>
                  <a:pt x="8178" y="3778"/>
                </a:lnTo>
                <a:lnTo>
                  <a:pt x="7243" y="1066"/>
                </a:lnTo>
                <a:lnTo>
                  <a:pt x="8997" y="0"/>
                </a:lnTo>
                <a:lnTo>
                  <a:pt x="13279" y="760"/>
                </a:lnTo>
                <a:lnTo>
                  <a:pt x="15757" y="760"/>
                </a:lnTo>
                <a:lnTo>
                  <a:pt x="17358" y="475"/>
                </a:lnTo>
                <a:lnTo>
                  <a:pt x="18929" y="950"/>
                </a:lnTo>
                <a:lnTo>
                  <a:pt x="21333" y="306"/>
                </a:lnTo>
                <a:lnTo>
                  <a:pt x="22371" y="1344"/>
                </a:lnTo>
                <a:lnTo>
                  <a:pt x="21326" y="3566"/>
                </a:lnTo>
                <a:lnTo>
                  <a:pt x="21787" y="4260"/>
                </a:lnTo>
                <a:lnTo>
                  <a:pt x="22488" y="4728"/>
                </a:lnTo>
                <a:lnTo>
                  <a:pt x="24710" y="3676"/>
                </a:lnTo>
                <a:lnTo>
                  <a:pt x="25872" y="4845"/>
                </a:lnTo>
                <a:lnTo>
                  <a:pt x="24710" y="7184"/>
                </a:lnTo>
                <a:lnTo>
                  <a:pt x="25872" y="8346"/>
                </a:lnTo>
                <a:lnTo>
                  <a:pt x="28211" y="7184"/>
                </a:lnTo>
                <a:lnTo>
                  <a:pt x="29380" y="8353"/>
                </a:lnTo>
                <a:lnTo>
                  <a:pt x="28357" y="10546"/>
                </a:lnTo>
                <a:lnTo>
                  <a:pt x="28795" y="11277"/>
                </a:lnTo>
                <a:lnTo>
                  <a:pt x="28372" y="13514"/>
                </a:lnTo>
                <a:lnTo>
                  <a:pt x="29344" y="16093"/>
                </a:lnTo>
                <a:lnTo>
                  <a:pt x="28642" y="18915"/>
                </a:lnTo>
                <a:lnTo>
                  <a:pt x="29227" y="21378"/>
                </a:lnTo>
                <a:lnTo>
                  <a:pt x="28211" y="22386"/>
                </a:lnTo>
                <a:lnTo>
                  <a:pt x="25989" y="21333"/>
                </a:lnTo>
                <a:lnTo>
                  <a:pt x="25295" y="21801"/>
                </a:lnTo>
                <a:lnTo>
                  <a:pt x="24871" y="22708"/>
                </a:lnTo>
                <a:lnTo>
                  <a:pt x="25813" y="24462"/>
                </a:lnTo>
                <a:lnTo>
                  <a:pt x="24958" y="25843"/>
                </a:lnTo>
                <a:lnTo>
                  <a:pt x="22247" y="24842"/>
                </a:lnTo>
                <a:lnTo>
                  <a:pt x="21297" y="25792"/>
                </a:lnTo>
                <a:lnTo>
                  <a:pt x="22350" y="28445"/>
                </a:lnTo>
                <a:lnTo>
                  <a:pt x="21107" y="29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0" name="object 27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2981" y="2435130"/>
            <a:ext cx="71143" cy="71098"/>
          </a:xfrm>
          <a:prstGeom prst="rect">
            <a:avLst/>
          </a:prstGeom>
        </p:spPr>
      </p:pic>
      <p:pic>
        <p:nvPicPr>
          <p:cNvPr id="271" name="object 27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3061" y="2435341"/>
            <a:ext cx="71493" cy="71185"/>
          </a:xfrm>
          <a:prstGeom prst="rect">
            <a:avLst/>
          </a:prstGeom>
        </p:spPr>
      </p:pic>
      <p:pic>
        <p:nvPicPr>
          <p:cNvPr id="272" name="object 27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93549" y="2435341"/>
            <a:ext cx="71493" cy="71185"/>
          </a:xfrm>
          <a:prstGeom prst="rect">
            <a:avLst/>
          </a:prstGeom>
        </p:spPr>
      </p:pic>
      <p:pic>
        <p:nvPicPr>
          <p:cNvPr id="273" name="object 27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04038" y="2435341"/>
            <a:ext cx="71493" cy="71185"/>
          </a:xfrm>
          <a:prstGeom prst="rect">
            <a:avLst/>
          </a:prstGeom>
        </p:spPr>
      </p:pic>
      <p:pic>
        <p:nvPicPr>
          <p:cNvPr id="274" name="object 27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14533" y="2435306"/>
            <a:ext cx="71625" cy="71383"/>
          </a:xfrm>
          <a:prstGeom prst="rect">
            <a:avLst/>
          </a:prstGeom>
        </p:spPr>
      </p:pic>
      <p:sp>
        <p:nvSpPr>
          <p:cNvPr id="275" name="object 275"/>
          <p:cNvSpPr/>
          <p:nvPr/>
        </p:nvSpPr>
        <p:spPr>
          <a:xfrm>
            <a:off x="0" y="2438673"/>
            <a:ext cx="30480" cy="64135"/>
          </a:xfrm>
          <a:custGeom>
            <a:avLst/>
            <a:gdLst/>
            <a:ahLst/>
            <a:cxnLst/>
            <a:rect l="l" t="t" r="r" b="b"/>
            <a:pathLst>
              <a:path w="30480" h="64135">
                <a:moveTo>
                  <a:pt x="4343" y="64132"/>
                </a:moveTo>
                <a:lnTo>
                  <a:pt x="2143" y="63679"/>
                </a:lnTo>
                <a:lnTo>
                  <a:pt x="0" y="63854"/>
                </a:lnTo>
                <a:lnTo>
                  <a:pt x="0" y="529"/>
                </a:lnTo>
                <a:lnTo>
                  <a:pt x="4401" y="0"/>
                </a:lnTo>
                <a:lnTo>
                  <a:pt x="5169" y="935"/>
                </a:lnTo>
                <a:lnTo>
                  <a:pt x="4628" y="4070"/>
                </a:lnTo>
                <a:lnTo>
                  <a:pt x="6908" y="4684"/>
                </a:lnTo>
                <a:lnTo>
                  <a:pt x="9875" y="4144"/>
                </a:lnTo>
                <a:lnTo>
                  <a:pt x="12682" y="4144"/>
                </a:lnTo>
                <a:lnTo>
                  <a:pt x="14823" y="3793"/>
                </a:lnTo>
                <a:lnTo>
                  <a:pt x="15964" y="4429"/>
                </a:lnTo>
                <a:lnTo>
                  <a:pt x="15013" y="7213"/>
                </a:lnTo>
                <a:lnTo>
                  <a:pt x="15942" y="8141"/>
                </a:lnTo>
                <a:lnTo>
                  <a:pt x="18587" y="7089"/>
                </a:lnTo>
                <a:lnTo>
                  <a:pt x="19428" y="8353"/>
                </a:lnTo>
                <a:lnTo>
                  <a:pt x="18375" y="10568"/>
                </a:lnTo>
                <a:lnTo>
                  <a:pt x="19545" y="11737"/>
                </a:lnTo>
                <a:lnTo>
                  <a:pt x="21883" y="10568"/>
                </a:lnTo>
                <a:lnTo>
                  <a:pt x="22958" y="11642"/>
                </a:lnTo>
                <a:lnTo>
                  <a:pt x="21905" y="14288"/>
                </a:lnTo>
                <a:lnTo>
                  <a:pt x="22943" y="14975"/>
                </a:lnTo>
                <a:lnTo>
                  <a:pt x="25713" y="14207"/>
                </a:lnTo>
                <a:lnTo>
                  <a:pt x="26327" y="15267"/>
                </a:lnTo>
                <a:lnTo>
                  <a:pt x="25976" y="17445"/>
                </a:lnTo>
                <a:lnTo>
                  <a:pt x="25976" y="19243"/>
                </a:lnTo>
                <a:lnTo>
                  <a:pt x="25779" y="20602"/>
                </a:lnTo>
                <a:lnTo>
                  <a:pt x="26086" y="22254"/>
                </a:lnTo>
                <a:lnTo>
                  <a:pt x="25582" y="24783"/>
                </a:lnTo>
                <a:lnTo>
                  <a:pt x="26466" y="25660"/>
                </a:lnTo>
                <a:lnTo>
                  <a:pt x="29112" y="24615"/>
                </a:lnTo>
                <a:lnTo>
                  <a:pt x="29864" y="25740"/>
                </a:lnTo>
                <a:lnTo>
                  <a:pt x="29441" y="27976"/>
                </a:lnTo>
                <a:lnTo>
                  <a:pt x="29616" y="30666"/>
                </a:lnTo>
                <a:lnTo>
                  <a:pt x="29967" y="33758"/>
                </a:lnTo>
                <a:lnTo>
                  <a:pt x="29331" y="36316"/>
                </a:lnTo>
                <a:lnTo>
                  <a:pt x="29916" y="38772"/>
                </a:lnTo>
                <a:lnTo>
                  <a:pt x="29221" y="39466"/>
                </a:lnTo>
                <a:lnTo>
                  <a:pt x="26049" y="38896"/>
                </a:lnTo>
                <a:lnTo>
                  <a:pt x="25494" y="41256"/>
                </a:lnTo>
                <a:lnTo>
                  <a:pt x="25976" y="44092"/>
                </a:lnTo>
                <a:lnTo>
                  <a:pt x="25976" y="46965"/>
                </a:lnTo>
                <a:lnTo>
                  <a:pt x="26327" y="49084"/>
                </a:lnTo>
                <a:lnTo>
                  <a:pt x="25699" y="50224"/>
                </a:lnTo>
                <a:lnTo>
                  <a:pt x="22907" y="49281"/>
                </a:lnTo>
                <a:lnTo>
                  <a:pt x="21920" y="50268"/>
                </a:lnTo>
                <a:lnTo>
                  <a:pt x="23060" y="52739"/>
                </a:lnTo>
                <a:lnTo>
                  <a:pt x="21810" y="53769"/>
                </a:lnTo>
                <a:lnTo>
                  <a:pt x="19559" y="52629"/>
                </a:lnTo>
                <a:lnTo>
                  <a:pt x="18375" y="53806"/>
                </a:lnTo>
                <a:lnTo>
                  <a:pt x="19545" y="56144"/>
                </a:lnTo>
                <a:lnTo>
                  <a:pt x="18375" y="57313"/>
                </a:lnTo>
                <a:lnTo>
                  <a:pt x="16037" y="56144"/>
                </a:lnTo>
                <a:lnTo>
                  <a:pt x="14999" y="57182"/>
                </a:lnTo>
                <a:lnTo>
                  <a:pt x="15978" y="59930"/>
                </a:lnTo>
                <a:lnTo>
                  <a:pt x="14845" y="60587"/>
                </a:lnTo>
                <a:lnTo>
                  <a:pt x="12660" y="60237"/>
                </a:lnTo>
                <a:lnTo>
                  <a:pt x="10855" y="60237"/>
                </a:lnTo>
                <a:lnTo>
                  <a:pt x="9503" y="60040"/>
                </a:lnTo>
                <a:lnTo>
                  <a:pt x="7844" y="60346"/>
                </a:lnTo>
                <a:lnTo>
                  <a:pt x="5322" y="59835"/>
                </a:lnTo>
                <a:lnTo>
                  <a:pt x="4438" y="60719"/>
                </a:lnTo>
                <a:lnTo>
                  <a:pt x="5490" y="63365"/>
                </a:lnTo>
                <a:lnTo>
                  <a:pt x="4343" y="641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6" name="object 27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28683" y="2438646"/>
            <a:ext cx="64265" cy="64344"/>
          </a:xfrm>
          <a:prstGeom prst="rect">
            <a:avLst/>
          </a:prstGeom>
        </p:spPr>
      </p:pic>
      <p:sp>
        <p:nvSpPr>
          <p:cNvPr id="277" name="object 277"/>
          <p:cNvSpPr/>
          <p:nvPr/>
        </p:nvSpPr>
        <p:spPr>
          <a:xfrm>
            <a:off x="1442527" y="2442534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40921" y="56977"/>
                </a:moveTo>
                <a:lnTo>
                  <a:pt x="37814" y="56392"/>
                </a:lnTo>
                <a:lnTo>
                  <a:pt x="19711" y="56392"/>
                </a:lnTo>
                <a:lnTo>
                  <a:pt x="16751" y="56926"/>
                </a:lnTo>
                <a:lnTo>
                  <a:pt x="14463" y="56305"/>
                </a:lnTo>
                <a:lnTo>
                  <a:pt x="14997" y="53184"/>
                </a:lnTo>
                <a:lnTo>
                  <a:pt x="14763" y="52884"/>
                </a:lnTo>
                <a:lnTo>
                  <a:pt x="14054" y="52417"/>
                </a:lnTo>
                <a:lnTo>
                  <a:pt x="11840" y="53469"/>
                </a:lnTo>
                <a:lnTo>
                  <a:pt x="10765" y="52395"/>
                </a:lnTo>
                <a:lnTo>
                  <a:pt x="11818" y="49749"/>
                </a:lnTo>
                <a:lnTo>
                  <a:pt x="10517" y="48894"/>
                </a:lnTo>
                <a:lnTo>
                  <a:pt x="8390" y="49968"/>
                </a:lnTo>
                <a:lnTo>
                  <a:pt x="7162" y="48843"/>
                </a:lnTo>
                <a:lnTo>
                  <a:pt x="8317" y="46446"/>
                </a:lnTo>
                <a:lnTo>
                  <a:pt x="7169" y="45291"/>
                </a:lnTo>
                <a:lnTo>
                  <a:pt x="4831" y="46460"/>
                </a:lnTo>
                <a:lnTo>
                  <a:pt x="3661" y="45291"/>
                </a:lnTo>
                <a:lnTo>
                  <a:pt x="4830" y="42952"/>
                </a:lnTo>
                <a:lnTo>
                  <a:pt x="3895" y="42017"/>
                </a:lnTo>
                <a:lnTo>
                  <a:pt x="906" y="42791"/>
                </a:lnTo>
                <a:lnTo>
                  <a:pt x="72" y="40679"/>
                </a:lnTo>
                <a:lnTo>
                  <a:pt x="745" y="37201"/>
                </a:lnTo>
                <a:lnTo>
                  <a:pt x="745" y="30842"/>
                </a:lnTo>
                <a:lnTo>
                  <a:pt x="116" y="25784"/>
                </a:lnTo>
                <a:lnTo>
                  <a:pt x="898" y="20252"/>
                </a:lnTo>
                <a:lnTo>
                  <a:pt x="0" y="14909"/>
                </a:lnTo>
                <a:lnTo>
                  <a:pt x="1447" y="13732"/>
                </a:lnTo>
                <a:lnTo>
                  <a:pt x="3456" y="14763"/>
                </a:lnTo>
                <a:lnTo>
                  <a:pt x="4246" y="14302"/>
                </a:lnTo>
                <a:lnTo>
                  <a:pt x="4713" y="13601"/>
                </a:lnTo>
                <a:lnTo>
                  <a:pt x="3661" y="11386"/>
                </a:lnTo>
                <a:lnTo>
                  <a:pt x="4735" y="10312"/>
                </a:lnTo>
                <a:lnTo>
                  <a:pt x="7381" y="11357"/>
                </a:lnTo>
                <a:lnTo>
                  <a:pt x="8214" y="10100"/>
                </a:lnTo>
                <a:lnTo>
                  <a:pt x="7169" y="7878"/>
                </a:lnTo>
                <a:lnTo>
                  <a:pt x="8339" y="6709"/>
                </a:lnTo>
                <a:lnTo>
                  <a:pt x="10670" y="7878"/>
                </a:lnTo>
                <a:lnTo>
                  <a:pt x="11744" y="6804"/>
                </a:lnTo>
                <a:lnTo>
                  <a:pt x="10699" y="4158"/>
                </a:lnTo>
                <a:lnTo>
                  <a:pt x="12059" y="3281"/>
                </a:lnTo>
                <a:lnTo>
                  <a:pt x="13886" y="4231"/>
                </a:lnTo>
                <a:lnTo>
                  <a:pt x="14770" y="3793"/>
                </a:lnTo>
                <a:lnTo>
                  <a:pt x="15004" y="3493"/>
                </a:lnTo>
                <a:lnTo>
                  <a:pt x="14471" y="358"/>
                </a:lnTo>
                <a:lnTo>
                  <a:pt x="15742" y="21"/>
                </a:lnTo>
                <a:lnTo>
                  <a:pt x="17270" y="285"/>
                </a:lnTo>
                <a:lnTo>
                  <a:pt x="40299" y="285"/>
                </a:lnTo>
                <a:lnTo>
                  <a:pt x="41907" y="0"/>
                </a:lnTo>
                <a:lnTo>
                  <a:pt x="43157" y="387"/>
                </a:lnTo>
                <a:lnTo>
                  <a:pt x="42565" y="3479"/>
                </a:lnTo>
                <a:lnTo>
                  <a:pt x="42828" y="3793"/>
                </a:lnTo>
                <a:lnTo>
                  <a:pt x="43530" y="4253"/>
                </a:lnTo>
                <a:lnTo>
                  <a:pt x="45752" y="3208"/>
                </a:lnTo>
                <a:lnTo>
                  <a:pt x="46819" y="4282"/>
                </a:lnTo>
                <a:lnTo>
                  <a:pt x="45774" y="6928"/>
                </a:lnTo>
                <a:lnTo>
                  <a:pt x="47074" y="7783"/>
                </a:lnTo>
                <a:lnTo>
                  <a:pt x="49201" y="6709"/>
                </a:lnTo>
                <a:lnTo>
                  <a:pt x="50429" y="7834"/>
                </a:lnTo>
                <a:lnTo>
                  <a:pt x="49267" y="10231"/>
                </a:lnTo>
                <a:lnTo>
                  <a:pt x="50422" y="11386"/>
                </a:lnTo>
                <a:lnTo>
                  <a:pt x="52761" y="10217"/>
                </a:lnTo>
                <a:lnTo>
                  <a:pt x="53923" y="11386"/>
                </a:lnTo>
                <a:lnTo>
                  <a:pt x="52761" y="13717"/>
                </a:lnTo>
                <a:lnTo>
                  <a:pt x="53689" y="14646"/>
                </a:lnTo>
                <a:lnTo>
                  <a:pt x="56693" y="13893"/>
                </a:lnTo>
                <a:lnTo>
                  <a:pt x="57511" y="16027"/>
                </a:lnTo>
                <a:lnTo>
                  <a:pt x="56846" y="19447"/>
                </a:lnTo>
                <a:lnTo>
                  <a:pt x="56846" y="37200"/>
                </a:lnTo>
                <a:lnTo>
                  <a:pt x="57519" y="40679"/>
                </a:lnTo>
                <a:lnTo>
                  <a:pt x="56685" y="42791"/>
                </a:lnTo>
                <a:lnTo>
                  <a:pt x="53689" y="42017"/>
                </a:lnTo>
                <a:lnTo>
                  <a:pt x="52761" y="42952"/>
                </a:lnTo>
                <a:lnTo>
                  <a:pt x="53923" y="45291"/>
                </a:lnTo>
                <a:lnTo>
                  <a:pt x="52761" y="46460"/>
                </a:lnTo>
                <a:lnTo>
                  <a:pt x="50422" y="45291"/>
                </a:lnTo>
                <a:lnTo>
                  <a:pt x="49267" y="46446"/>
                </a:lnTo>
                <a:lnTo>
                  <a:pt x="50429" y="48843"/>
                </a:lnTo>
                <a:lnTo>
                  <a:pt x="49209" y="49947"/>
                </a:lnTo>
                <a:lnTo>
                  <a:pt x="46928" y="48785"/>
                </a:lnTo>
                <a:lnTo>
                  <a:pt x="45847" y="49866"/>
                </a:lnTo>
                <a:lnTo>
                  <a:pt x="46892" y="52519"/>
                </a:lnTo>
                <a:lnTo>
                  <a:pt x="45525" y="53425"/>
                </a:lnTo>
                <a:lnTo>
                  <a:pt x="43705" y="52453"/>
                </a:lnTo>
                <a:lnTo>
                  <a:pt x="42828" y="52884"/>
                </a:lnTo>
                <a:lnTo>
                  <a:pt x="42565" y="53199"/>
                </a:lnTo>
                <a:lnTo>
                  <a:pt x="43157" y="56290"/>
                </a:lnTo>
                <a:lnTo>
                  <a:pt x="40921" y="569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656837" y="2445669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4" h="50800">
                <a:moveTo>
                  <a:pt x="16386" y="50334"/>
                </a:moveTo>
                <a:lnTo>
                  <a:pt x="14120" y="49640"/>
                </a:lnTo>
                <a:lnTo>
                  <a:pt x="14778" y="46541"/>
                </a:lnTo>
                <a:lnTo>
                  <a:pt x="13894" y="45657"/>
                </a:lnTo>
                <a:lnTo>
                  <a:pt x="11664" y="46709"/>
                </a:lnTo>
                <a:lnTo>
                  <a:pt x="10268" y="45781"/>
                </a:lnTo>
                <a:lnTo>
                  <a:pt x="8047" y="46826"/>
                </a:lnTo>
                <a:lnTo>
                  <a:pt x="6884" y="45657"/>
                </a:lnTo>
                <a:lnTo>
                  <a:pt x="7930" y="43435"/>
                </a:lnTo>
                <a:lnTo>
                  <a:pt x="7462" y="42740"/>
                </a:lnTo>
                <a:lnTo>
                  <a:pt x="6987" y="42324"/>
                </a:lnTo>
                <a:lnTo>
                  <a:pt x="4261" y="43252"/>
                </a:lnTo>
                <a:lnTo>
                  <a:pt x="3193" y="41454"/>
                </a:lnTo>
                <a:lnTo>
                  <a:pt x="5065" y="36623"/>
                </a:lnTo>
                <a:lnTo>
                  <a:pt x="3625" y="35446"/>
                </a:lnTo>
                <a:lnTo>
                  <a:pt x="570" y="36075"/>
                </a:lnTo>
                <a:lnTo>
                  <a:pt x="153" y="34847"/>
                </a:lnTo>
                <a:lnTo>
                  <a:pt x="453" y="33144"/>
                </a:lnTo>
                <a:lnTo>
                  <a:pt x="453" y="20712"/>
                </a:lnTo>
                <a:lnTo>
                  <a:pt x="175" y="19119"/>
                </a:lnTo>
                <a:lnTo>
                  <a:pt x="650" y="17548"/>
                </a:lnTo>
                <a:lnTo>
                  <a:pt x="0" y="15136"/>
                </a:lnTo>
                <a:lnTo>
                  <a:pt x="774" y="14368"/>
                </a:lnTo>
                <a:lnTo>
                  <a:pt x="3837" y="15063"/>
                </a:lnTo>
                <a:lnTo>
                  <a:pt x="4575" y="12856"/>
                </a:lnTo>
                <a:lnTo>
                  <a:pt x="2945" y="9282"/>
                </a:lnTo>
                <a:lnTo>
                  <a:pt x="4297" y="7147"/>
                </a:lnTo>
                <a:lnTo>
                  <a:pt x="6965" y="8097"/>
                </a:lnTo>
                <a:lnTo>
                  <a:pt x="7462" y="7673"/>
                </a:lnTo>
                <a:lnTo>
                  <a:pt x="7930" y="6965"/>
                </a:lnTo>
                <a:lnTo>
                  <a:pt x="6884" y="4750"/>
                </a:lnTo>
                <a:lnTo>
                  <a:pt x="8003" y="3625"/>
                </a:lnTo>
                <a:lnTo>
                  <a:pt x="10268" y="4524"/>
                </a:lnTo>
                <a:lnTo>
                  <a:pt x="11679" y="3815"/>
                </a:lnTo>
                <a:lnTo>
                  <a:pt x="13937" y="4706"/>
                </a:lnTo>
                <a:lnTo>
                  <a:pt x="14961" y="3676"/>
                </a:lnTo>
                <a:lnTo>
                  <a:pt x="13915" y="1030"/>
                </a:lnTo>
                <a:lnTo>
                  <a:pt x="15151" y="211"/>
                </a:lnTo>
                <a:lnTo>
                  <a:pt x="17168" y="833"/>
                </a:lnTo>
                <a:lnTo>
                  <a:pt x="21100" y="0"/>
                </a:lnTo>
                <a:lnTo>
                  <a:pt x="25310" y="665"/>
                </a:lnTo>
                <a:lnTo>
                  <a:pt x="32976" y="665"/>
                </a:lnTo>
                <a:lnTo>
                  <a:pt x="34592" y="372"/>
                </a:lnTo>
                <a:lnTo>
                  <a:pt x="35871" y="774"/>
                </a:lnTo>
                <a:lnTo>
                  <a:pt x="35206" y="3866"/>
                </a:lnTo>
                <a:lnTo>
                  <a:pt x="36090" y="4750"/>
                </a:lnTo>
                <a:lnTo>
                  <a:pt x="38319" y="3705"/>
                </a:lnTo>
                <a:lnTo>
                  <a:pt x="39715" y="4633"/>
                </a:lnTo>
                <a:lnTo>
                  <a:pt x="41937" y="3581"/>
                </a:lnTo>
                <a:lnTo>
                  <a:pt x="43107" y="4750"/>
                </a:lnTo>
                <a:lnTo>
                  <a:pt x="42054" y="6979"/>
                </a:lnTo>
                <a:lnTo>
                  <a:pt x="42522" y="7673"/>
                </a:lnTo>
                <a:lnTo>
                  <a:pt x="46030" y="7673"/>
                </a:lnTo>
                <a:lnTo>
                  <a:pt x="46081" y="8835"/>
                </a:lnTo>
                <a:lnTo>
                  <a:pt x="45971" y="10012"/>
                </a:lnTo>
                <a:lnTo>
                  <a:pt x="46059" y="11686"/>
                </a:lnTo>
                <a:lnTo>
                  <a:pt x="45701" y="14354"/>
                </a:lnTo>
                <a:lnTo>
                  <a:pt x="46300" y="14953"/>
                </a:lnTo>
                <a:lnTo>
                  <a:pt x="49465" y="14368"/>
                </a:lnTo>
                <a:lnTo>
                  <a:pt x="50042" y="16707"/>
                </a:lnTo>
                <a:lnTo>
                  <a:pt x="49538" y="19601"/>
                </a:lnTo>
                <a:lnTo>
                  <a:pt x="49538" y="33239"/>
                </a:lnTo>
                <a:lnTo>
                  <a:pt x="49794" y="34745"/>
                </a:lnTo>
                <a:lnTo>
                  <a:pt x="49458" y="36016"/>
                </a:lnTo>
                <a:lnTo>
                  <a:pt x="46322" y="35483"/>
                </a:lnTo>
                <a:lnTo>
                  <a:pt x="44912" y="36638"/>
                </a:lnTo>
                <a:lnTo>
                  <a:pt x="46834" y="41461"/>
                </a:lnTo>
                <a:lnTo>
                  <a:pt x="45694" y="43267"/>
                </a:lnTo>
                <a:lnTo>
                  <a:pt x="43026" y="42317"/>
                </a:lnTo>
                <a:lnTo>
                  <a:pt x="42529" y="42740"/>
                </a:lnTo>
                <a:lnTo>
                  <a:pt x="42061" y="43442"/>
                </a:lnTo>
                <a:lnTo>
                  <a:pt x="43114" y="45657"/>
                </a:lnTo>
                <a:lnTo>
                  <a:pt x="42193" y="46578"/>
                </a:lnTo>
                <a:lnTo>
                  <a:pt x="39532" y="46219"/>
                </a:lnTo>
                <a:lnTo>
                  <a:pt x="38158" y="46293"/>
                </a:lnTo>
                <a:lnTo>
                  <a:pt x="36280" y="45883"/>
                </a:lnTo>
                <a:lnTo>
                  <a:pt x="35052" y="46468"/>
                </a:lnTo>
                <a:lnTo>
                  <a:pt x="35915" y="49362"/>
                </a:lnTo>
                <a:lnTo>
                  <a:pt x="35184" y="50078"/>
                </a:lnTo>
                <a:lnTo>
                  <a:pt x="32523" y="49720"/>
                </a:lnTo>
                <a:lnTo>
                  <a:pt x="28526" y="49932"/>
                </a:lnTo>
                <a:lnTo>
                  <a:pt x="24973" y="49749"/>
                </a:lnTo>
                <a:lnTo>
                  <a:pt x="19485" y="49749"/>
                </a:lnTo>
                <a:lnTo>
                  <a:pt x="16386" y="503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870966" y="2449535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18293" y="42930"/>
                </a:moveTo>
                <a:lnTo>
                  <a:pt x="17599" y="42083"/>
                </a:lnTo>
                <a:lnTo>
                  <a:pt x="18140" y="38947"/>
                </a:lnTo>
                <a:lnTo>
                  <a:pt x="15859" y="38333"/>
                </a:lnTo>
                <a:lnTo>
                  <a:pt x="12885" y="38874"/>
                </a:lnTo>
                <a:lnTo>
                  <a:pt x="10108" y="38874"/>
                </a:lnTo>
                <a:lnTo>
                  <a:pt x="7908" y="39224"/>
                </a:lnTo>
                <a:lnTo>
                  <a:pt x="6804" y="38567"/>
                </a:lnTo>
                <a:lnTo>
                  <a:pt x="7732" y="35841"/>
                </a:lnTo>
                <a:lnTo>
                  <a:pt x="6848" y="34956"/>
                </a:lnTo>
                <a:lnTo>
                  <a:pt x="4114" y="35878"/>
                </a:lnTo>
                <a:lnTo>
                  <a:pt x="2864" y="33751"/>
                </a:lnTo>
                <a:lnTo>
                  <a:pt x="4268" y="30206"/>
                </a:lnTo>
                <a:lnTo>
                  <a:pt x="3661" y="27728"/>
                </a:lnTo>
                <a:lnTo>
                  <a:pt x="4246" y="25272"/>
                </a:lnTo>
                <a:lnTo>
                  <a:pt x="3486" y="24520"/>
                </a:lnTo>
                <a:lnTo>
                  <a:pt x="445" y="25243"/>
                </a:lnTo>
                <a:lnTo>
                  <a:pt x="0" y="23986"/>
                </a:lnTo>
                <a:lnTo>
                  <a:pt x="306" y="22261"/>
                </a:lnTo>
                <a:lnTo>
                  <a:pt x="306" y="20215"/>
                </a:lnTo>
                <a:lnTo>
                  <a:pt x="167" y="18958"/>
                </a:lnTo>
                <a:lnTo>
                  <a:pt x="336" y="17606"/>
                </a:lnTo>
                <a:lnTo>
                  <a:pt x="3720" y="18088"/>
                </a:lnTo>
                <a:lnTo>
                  <a:pt x="4611" y="15844"/>
                </a:lnTo>
                <a:lnTo>
                  <a:pt x="3288" y="12921"/>
                </a:lnTo>
                <a:lnTo>
                  <a:pt x="3968" y="10195"/>
                </a:lnTo>
                <a:lnTo>
                  <a:pt x="3384" y="7739"/>
                </a:lnTo>
                <a:lnTo>
                  <a:pt x="4399" y="6730"/>
                </a:lnTo>
                <a:lnTo>
                  <a:pt x="6621" y="7783"/>
                </a:lnTo>
                <a:lnTo>
                  <a:pt x="7316" y="7315"/>
                </a:lnTo>
                <a:lnTo>
                  <a:pt x="7725" y="6847"/>
                </a:lnTo>
                <a:lnTo>
                  <a:pt x="6811" y="4114"/>
                </a:lnTo>
                <a:lnTo>
                  <a:pt x="8938" y="2864"/>
                </a:lnTo>
                <a:lnTo>
                  <a:pt x="12483" y="4268"/>
                </a:lnTo>
                <a:lnTo>
                  <a:pt x="14953" y="3661"/>
                </a:lnTo>
                <a:lnTo>
                  <a:pt x="17416" y="4246"/>
                </a:lnTo>
                <a:lnTo>
                  <a:pt x="18169" y="3486"/>
                </a:lnTo>
                <a:lnTo>
                  <a:pt x="17445" y="445"/>
                </a:lnTo>
                <a:lnTo>
                  <a:pt x="18702" y="0"/>
                </a:lnTo>
                <a:lnTo>
                  <a:pt x="20427" y="306"/>
                </a:lnTo>
                <a:lnTo>
                  <a:pt x="22474" y="306"/>
                </a:lnTo>
                <a:lnTo>
                  <a:pt x="23723" y="168"/>
                </a:lnTo>
                <a:lnTo>
                  <a:pt x="25083" y="336"/>
                </a:lnTo>
                <a:lnTo>
                  <a:pt x="24601" y="3719"/>
                </a:lnTo>
                <a:lnTo>
                  <a:pt x="26837" y="4611"/>
                </a:lnTo>
                <a:lnTo>
                  <a:pt x="29768" y="3288"/>
                </a:lnTo>
                <a:lnTo>
                  <a:pt x="32486" y="3968"/>
                </a:lnTo>
                <a:lnTo>
                  <a:pt x="34942" y="3383"/>
                </a:lnTo>
                <a:lnTo>
                  <a:pt x="35951" y="4399"/>
                </a:lnTo>
                <a:lnTo>
                  <a:pt x="34906" y="6621"/>
                </a:lnTo>
                <a:lnTo>
                  <a:pt x="35366" y="7315"/>
                </a:lnTo>
                <a:lnTo>
                  <a:pt x="38881" y="7315"/>
                </a:lnTo>
                <a:lnTo>
                  <a:pt x="39305" y="9552"/>
                </a:lnTo>
                <a:lnTo>
                  <a:pt x="38333" y="12132"/>
                </a:lnTo>
                <a:lnTo>
                  <a:pt x="39035" y="14960"/>
                </a:lnTo>
                <a:lnTo>
                  <a:pt x="38450" y="17416"/>
                </a:lnTo>
                <a:lnTo>
                  <a:pt x="39210" y="18168"/>
                </a:lnTo>
                <a:lnTo>
                  <a:pt x="42251" y="17445"/>
                </a:lnTo>
                <a:lnTo>
                  <a:pt x="42689" y="18702"/>
                </a:lnTo>
                <a:lnTo>
                  <a:pt x="42382" y="20427"/>
                </a:lnTo>
                <a:lnTo>
                  <a:pt x="42382" y="22474"/>
                </a:lnTo>
                <a:lnTo>
                  <a:pt x="42521" y="23731"/>
                </a:lnTo>
                <a:lnTo>
                  <a:pt x="42353" y="25082"/>
                </a:lnTo>
                <a:lnTo>
                  <a:pt x="38976" y="24600"/>
                </a:lnTo>
                <a:lnTo>
                  <a:pt x="38085" y="26836"/>
                </a:lnTo>
                <a:lnTo>
                  <a:pt x="39400" y="29767"/>
                </a:lnTo>
                <a:lnTo>
                  <a:pt x="38728" y="32486"/>
                </a:lnTo>
                <a:lnTo>
                  <a:pt x="39313" y="34942"/>
                </a:lnTo>
                <a:lnTo>
                  <a:pt x="38297" y="35951"/>
                </a:lnTo>
                <a:lnTo>
                  <a:pt x="36075" y="34905"/>
                </a:lnTo>
                <a:lnTo>
                  <a:pt x="35373" y="35366"/>
                </a:lnTo>
                <a:lnTo>
                  <a:pt x="34964" y="35841"/>
                </a:lnTo>
                <a:lnTo>
                  <a:pt x="35885" y="38575"/>
                </a:lnTo>
                <a:lnTo>
                  <a:pt x="33758" y="39824"/>
                </a:lnTo>
                <a:lnTo>
                  <a:pt x="30213" y="38413"/>
                </a:lnTo>
                <a:lnTo>
                  <a:pt x="27736" y="39027"/>
                </a:lnTo>
                <a:lnTo>
                  <a:pt x="25280" y="38443"/>
                </a:lnTo>
                <a:lnTo>
                  <a:pt x="24659" y="39071"/>
                </a:lnTo>
                <a:lnTo>
                  <a:pt x="25046" y="42368"/>
                </a:lnTo>
                <a:lnTo>
                  <a:pt x="18293" y="429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2087623" y="2456405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10">
                <a:moveTo>
                  <a:pt x="12307" y="28949"/>
                </a:moveTo>
                <a:lnTo>
                  <a:pt x="11108" y="28123"/>
                </a:lnTo>
                <a:lnTo>
                  <a:pt x="12095" y="25528"/>
                </a:lnTo>
                <a:lnTo>
                  <a:pt x="11657" y="24995"/>
                </a:lnTo>
                <a:lnTo>
                  <a:pt x="10392" y="24118"/>
                </a:lnTo>
                <a:lnTo>
                  <a:pt x="5576" y="26135"/>
                </a:lnTo>
                <a:lnTo>
                  <a:pt x="4070" y="24293"/>
                </a:lnTo>
                <a:lnTo>
                  <a:pt x="5093" y="22284"/>
                </a:lnTo>
                <a:lnTo>
                  <a:pt x="4640" y="21487"/>
                </a:lnTo>
                <a:lnTo>
                  <a:pt x="4172" y="20785"/>
                </a:lnTo>
                <a:lnTo>
                  <a:pt x="5225" y="18571"/>
                </a:lnTo>
                <a:lnTo>
                  <a:pt x="4055" y="17401"/>
                </a:lnTo>
                <a:lnTo>
                  <a:pt x="1790" y="18425"/>
                </a:lnTo>
                <a:lnTo>
                  <a:pt x="1140" y="17986"/>
                </a:lnTo>
                <a:lnTo>
                  <a:pt x="2017" y="16722"/>
                </a:lnTo>
                <a:lnTo>
                  <a:pt x="0" y="11905"/>
                </a:lnTo>
                <a:lnTo>
                  <a:pt x="1841" y="10400"/>
                </a:lnTo>
                <a:lnTo>
                  <a:pt x="3859" y="11423"/>
                </a:lnTo>
                <a:lnTo>
                  <a:pt x="4648" y="10970"/>
                </a:lnTo>
                <a:lnTo>
                  <a:pt x="5525" y="9698"/>
                </a:lnTo>
                <a:lnTo>
                  <a:pt x="3500" y="4889"/>
                </a:lnTo>
                <a:lnTo>
                  <a:pt x="5349" y="3376"/>
                </a:lnTo>
                <a:lnTo>
                  <a:pt x="7359" y="4406"/>
                </a:lnTo>
                <a:lnTo>
                  <a:pt x="8857" y="3485"/>
                </a:lnTo>
                <a:lnTo>
                  <a:pt x="11072" y="4538"/>
                </a:lnTo>
                <a:lnTo>
                  <a:pt x="11964" y="3646"/>
                </a:lnTo>
                <a:lnTo>
                  <a:pt x="11291" y="554"/>
                </a:lnTo>
                <a:lnTo>
                  <a:pt x="12950" y="36"/>
                </a:lnTo>
                <a:lnTo>
                  <a:pt x="17394" y="0"/>
                </a:lnTo>
                <a:lnTo>
                  <a:pt x="19060" y="584"/>
                </a:lnTo>
                <a:lnTo>
                  <a:pt x="18351" y="3639"/>
                </a:lnTo>
                <a:lnTo>
                  <a:pt x="19009" y="4282"/>
                </a:lnTo>
                <a:lnTo>
                  <a:pt x="21669" y="3924"/>
                </a:lnTo>
                <a:lnTo>
                  <a:pt x="22715" y="3983"/>
                </a:lnTo>
                <a:lnTo>
                  <a:pt x="25324" y="3610"/>
                </a:lnTo>
                <a:lnTo>
                  <a:pt x="26267" y="4494"/>
                </a:lnTo>
                <a:lnTo>
                  <a:pt x="25221" y="6789"/>
                </a:lnTo>
                <a:lnTo>
                  <a:pt x="26142" y="8156"/>
                </a:lnTo>
                <a:lnTo>
                  <a:pt x="25097" y="10378"/>
                </a:lnTo>
                <a:lnTo>
                  <a:pt x="26055" y="11327"/>
                </a:lnTo>
                <a:lnTo>
                  <a:pt x="29000" y="10516"/>
                </a:lnTo>
                <a:lnTo>
                  <a:pt x="29512" y="11722"/>
                </a:lnTo>
                <a:lnTo>
                  <a:pt x="29636" y="17328"/>
                </a:lnTo>
                <a:lnTo>
                  <a:pt x="28810" y="18519"/>
                </a:lnTo>
                <a:lnTo>
                  <a:pt x="26215" y="17540"/>
                </a:lnTo>
                <a:lnTo>
                  <a:pt x="25682" y="17978"/>
                </a:lnTo>
                <a:lnTo>
                  <a:pt x="24805" y="19243"/>
                </a:lnTo>
                <a:lnTo>
                  <a:pt x="26829" y="24052"/>
                </a:lnTo>
                <a:lnTo>
                  <a:pt x="24980" y="25565"/>
                </a:lnTo>
                <a:lnTo>
                  <a:pt x="22971" y="24542"/>
                </a:lnTo>
                <a:lnTo>
                  <a:pt x="21472" y="25455"/>
                </a:lnTo>
                <a:lnTo>
                  <a:pt x="19257" y="24410"/>
                </a:lnTo>
                <a:lnTo>
                  <a:pt x="18300" y="25368"/>
                </a:lnTo>
                <a:lnTo>
                  <a:pt x="19119" y="28313"/>
                </a:lnTo>
                <a:lnTo>
                  <a:pt x="17913" y="28825"/>
                </a:lnTo>
                <a:lnTo>
                  <a:pt x="12307" y="28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1" name="object 28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1683" y="2543794"/>
            <a:ext cx="64002" cy="64337"/>
          </a:xfrm>
          <a:prstGeom prst="rect">
            <a:avLst/>
          </a:prstGeom>
        </p:spPr>
      </p:pic>
      <p:pic>
        <p:nvPicPr>
          <p:cNvPr id="282" name="object 28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91813" y="2544036"/>
            <a:ext cx="64645" cy="64380"/>
          </a:xfrm>
          <a:prstGeom prst="rect">
            <a:avLst/>
          </a:prstGeom>
        </p:spPr>
      </p:pic>
      <p:pic>
        <p:nvPicPr>
          <p:cNvPr id="283" name="object 28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12790" y="2544036"/>
            <a:ext cx="64645" cy="64380"/>
          </a:xfrm>
          <a:prstGeom prst="rect">
            <a:avLst/>
          </a:prstGeom>
        </p:spPr>
      </p:pic>
      <p:pic>
        <p:nvPicPr>
          <p:cNvPr id="284" name="object 28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02301" y="2544036"/>
            <a:ext cx="64638" cy="64380"/>
          </a:xfrm>
          <a:prstGeom prst="rect">
            <a:avLst/>
          </a:prstGeom>
        </p:spPr>
      </p:pic>
      <p:sp>
        <p:nvSpPr>
          <p:cNvPr id="285" name="object 285"/>
          <p:cNvSpPr/>
          <p:nvPr/>
        </p:nvSpPr>
        <p:spPr>
          <a:xfrm>
            <a:off x="74345" y="2547514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20252" y="57204"/>
                </a:moveTo>
                <a:lnTo>
                  <a:pt x="17979" y="56568"/>
                </a:lnTo>
                <a:lnTo>
                  <a:pt x="18534" y="53455"/>
                </a:lnTo>
                <a:lnTo>
                  <a:pt x="17357" y="52015"/>
                </a:lnTo>
                <a:lnTo>
                  <a:pt x="12541" y="53996"/>
                </a:lnTo>
                <a:lnTo>
                  <a:pt x="10728" y="52790"/>
                </a:lnTo>
                <a:lnTo>
                  <a:pt x="11701" y="50166"/>
                </a:lnTo>
                <a:lnTo>
                  <a:pt x="11269" y="49647"/>
                </a:lnTo>
                <a:lnTo>
                  <a:pt x="10385" y="49216"/>
                </a:lnTo>
                <a:lnTo>
                  <a:pt x="8572" y="50188"/>
                </a:lnTo>
                <a:lnTo>
                  <a:pt x="7198" y="49274"/>
                </a:lnTo>
                <a:lnTo>
                  <a:pt x="8251" y="46629"/>
                </a:lnTo>
                <a:lnTo>
                  <a:pt x="7235" y="45620"/>
                </a:lnTo>
                <a:lnTo>
                  <a:pt x="4692" y="46724"/>
                </a:lnTo>
                <a:lnTo>
                  <a:pt x="3888" y="45657"/>
                </a:lnTo>
                <a:lnTo>
                  <a:pt x="4282" y="43274"/>
                </a:lnTo>
                <a:lnTo>
                  <a:pt x="4224" y="42127"/>
                </a:lnTo>
                <a:lnTo>
                  <a:pt x="4582" y="39459"/>
                </a:lnTo>
                <a:lnTo>
                  <a:pt x="3953" y="38838"/>
                </a:lnTo>
                <a:lnTo>
                  <a:pt x="847" y="39481"/>
                </a:lnTo>
                <a:lnTo>
                  <a:pt x="175" y="37201"/>
                </a:lnTo>
                <a:lnTo>
                  <a:pt x="745" y="34138"/>
                </a:lnTo>
                <a:lnTo>
                  <a:pt x="745" y="29863"/>
                </a:lnTo>
                <a:lnTo>
                  <a:pt x="423" y="27334"/>
                </a:lnTo>
                <a:lnTo>
                  <a:pt x="898" y="24030"/>
                </a:lnTo>
                <a:lnTo>
                  <a:pt x="0" y="18688"/>
                </a:lnTo>
                <a:lnTo>
                  <a:pt x="1081" y="17811"/>
                </a:lnTo>
                <a:lnTo>
                  <a:pt x="4129" y="18439"/>
                </a:lnTo>
                <a:lnTo>
                  <a:pt x="4560" y="17211"/>
                </a:lnTo>
                <a:lnTo>
                  <a:pt x="4253" y="15501"/>
                </a:lnTo>
                <a:lnTo>
                  <a:pt x="4253" y="14003"/>
                </a:lnTo>
                <a:lnTo>
                  <a:pt x="3917" y="11496"/>
                </a:lnTo>
                <a:lnTo>
                  <a:pt x="4706" y="10509"/>
                </a:lnTo>
                <a:lnTo>
                  <a:pt x="7162" y="11525"/>
                </a:lnTo>
                <a:lnTo>
                  <a:pt x="7761" y="11072"/>
                </a:lnTo>
                <a:lnTo>
                  <a:pt x="8229" y="10371"/>
                </a:lnTo>
                <a:lnTo>
                  <a:pt x="7177" y="8156"/>
                </a:lnTo>
                <a:lnTo>
                  <a:pt x="8251" y="7082"/>
                </a:lnTo>
                <a:lnTo>
                  <a:pt x="10897" y="8127"/>
                </a:lnTo>
                <a:lnTo>
                  <a:pt x="11657" y="6987"/>
                </a:lnTo>
                <a:lnTo>
                  <a:pt x="10736" y="4458"/>
                </a:lnTo>
                <a:lnTo>
                  <a:pt x="12512" y="3135"/>
                </a:lnTo>
                <a:lnTo>
                  <a:pt x="17336" y="5233"/>
                </a:lnTo>
                <a:lnTo>
                  <a:pt x="18541" y="3756"/>
                </a:lnTo>
                <a:lnTo>
                  <a:pt x="17964" y="650"/>
                </a:lnTo>
                <a:lnTo>
                  <a:pt x="19221" y="285"/>
                </a:lnTo>
                <a:lnTo>
                  <a:pt x="20807" y="562"/>
                </a:lnTo>
                <a:lnTo>
                  <a:pt x="34350" y="562"/>
                </a:lnTo>
                <a:lnTo>
                  <a:pt x="37398" y="0"/>
                </a:lnTo>
                <a:lnTo>
                  <a:pt x="39707" y="672"/>
                </a:lnTo>
                <a:lnTo>
                  <a:pt x="38969" y="3888"/>
                </a:lnTo>
                <a:lnTo>
                  <a:pt x="40614" y="4707"/>
                </a:lnTo>
                <a:lnTo>
                  <a:pt x="45496" y="3018"/>
                </a:lnTo>
                <a:lnTo>
                  <a:pt x="46884" y="4714"/>
                </a:lnTo>
                <a:lnTo>
                  <a:pt x="45752" y="7001"/>
                </a:lnTo>
                <a:lnTo>
                  <a:pt x="46957" y="8149"/>
                </a:lnTo>
                <a:lnTo>
                  <a:pt x="49267" y="6979"/>
                </a:lnTo>
                <a:lnTo>
                  <a:pt x="50444" y="8156"/>
                </a:lnTo>
                <a:lnTo>
                  <a:pt x="49347" y="10349"/>
                </a:lnTo>
                <a:lnTo>
                  <a:pt x="49859" y="11073"/>
                </a:lnTo>
                <a:lnTo>
                  <a:pt x="50378" y="11511"/>
                </a:lnTo>
                <a:lnTo>
                  <a:pt x="53009" y="10539"/>
                </a:lnTo>
                <a:lnTo>
                  <a:pt x="53740" y="11636"/>
                </a:lnTo>
                <a:lnTo>
                  <a:pt x="53330" y="13887"/>
                </a:lnTo>
                <a:lnTo>
                  <a:pt x="53396" y="15092"/>
                </a:lnTo>
                <a:lnTo>
                  <a:pt x="53038" y="17760"/>
                </a:lnTo>
                <a:lnTo>
                  <a:pt x="53667" y="18381"/>
                </a:lnTo>
                <a:lnTo>
                  <a:pt x="56773" y="17738"/>
                </a:lnTo>
                <a:lnTo>
                  <a:pt x="57452" y="20011"/>
                </a:lnTo>
                <a:lnTo>
                  <a:pt x="56875" y="23081"/>
                </a:lnTo>
                <a:lnTo>
                  <a:pt x="56875" y="29739"/>
                </a:lnTo>
                <a:lnTo>
                  <a:pt x="57014" y="30989"/>
                </a:lnTo>
                <a:lnTo>
                  <a:pt x="56751" y="33159"/>
                </a:lnTo>
                <a:lnTo>
                  <a:pt x="57599" y="38538"/>
                </a:lnTo>
                <a:lnTo>
                  <a:pt x="56539" y="39401"/>
                </a:lnTo>
                <a:lnTo>
                  <a:pt x="53491" y="38772"/>
                </a:lnTo>
                <a:lnTo>
                  <a:pt x="52833" y="40680"/>
                </a:lnTo>
                <a:lnTo>
                  <a:pt x="54405" y="44948"/>
                </a:lnTo>
                <a:lnTo>
                  <a:pt x="52870" y="46724"/>
                </a:lnTo>
                <a:lnTo>
                  <a:pt x="50495" y="45686"/>
                </a:lnTo>
                <a:lnTo>
                  <a:pt x="49859" y="46139"/>
                </a:lnTo>
                <a:lnTo>
                  <a:pt x="49428" y="47023"/>
                </a:lnTo>
                <a:lnTo>
                  <a:pt x="50400" y="48843"/>
                </a:lnTo>
                <a:lnTo>
                  <a:pt x="49486" y="50210"/>
                </a:lnTo>
                <a:lnTo>
                  <a:pt x="46840" y="49157"/>
                </a:lnTo>
                <a:lnTo>
                  <a:pt x="45825" y="50174"/>
                </a:lnTo>
                <a:lnTo>
                  <a:pt x="46935" y="52717"/>
                </a:lnTo>
                <a:lnTo>
                  <a:pt x="45861" y="53521"/>
                </a:lnTo>
                <a:lnTo>
                  <a:pt x="43486" y="53119"/>
                </a:lnTo>
                <a:lnTo>
                  <a:pt x="42331" y="53177"/>
                </a:lnTo>
                <a:lnTo>
                  <a:pt x="39663" y="52819"/>
                </a:lnTo>
                <a:lnTo>
                  <a:pt x="39035" y="53447"/>
                </a:lnTo>
                <a:lnTo>
                  <a:pt x="39685" y="56554"/>
                </a:lnTo>
                <a:lnTo>
                  <a:pt x="38399" y="56934"/>
                </a:lnTo>
                <a:lnTo>
                  <a:pt x="36813" y="56656"/>
                </a:lnTo>
                <a:lnTo>
                  <a:pt x="23248" y="56656"/>
                </a:lnTo>
                <a:lnTo>
                  <a:pt x="20252" y="5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126794" y="2547748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41111" y="57087"/>
                </a:moveTo>
                <a:lnTo>
                  <a:pt x="37690" y="56422"/>
                </a:lnTo>
                <a:lnTo>
                  <a:pt x="19945" y="56422"/>
                </a:lnTo>
                <a:lnTo>
                  <a:pt x="16466" y="57094"/>
                </a:lnTo>
                <a:lnTo>
                  <a:pt x="14347" y="56261"/>
                </a:lnTo>
                <a:lnTo>
                  <a:pt x="15121" y="53264"/>
                </a:lnTo>
                <a:lnTo>
                  <a:pt x="14186" y="52336"/>
                </a:lnTo>
                <a:lnTo>
                  <a:pt x="11847" y="53506"/>
                </a:lnTo>
                <a:lnTo>
                  <a:pt x="10678" y="52336"/>
                </a:lnTo>
                <a:lnTo>
                  <a:pt x="11847" y="49997"/>
                </a:lnTo>
                <a:lnTo>
                  <a:pt x="10692" y="48843"/>
                </a:lnTo>
                <a:lnTo>
                  <a:pt x="8295" y="50005"/>
                </a:lnTo>
                <a:lnTo>
                  <a:pt x="7184" y="48785"/>
                </a:lnTo>
                <a:lnTo>
                  <a:pt x="8346" y="46504"/>
                </a:lnTo>
                <a:lnTo>
                  <a:pt x="7265" y="45423"/>
                </a:lnTo>
                <a:lnTo>
                  <a:pt x="4619" y="46468"/>
                </a:lnTo>
                <a:lnTo>
                  <a:pt x="3705" y="45101"/>
                </a:lnTo>
                <a:lnTo>
                  <a:pt x="4677" y="43281"/>
                </a:lnTo>
                <a:lnTo>
                  <a:pt x="4246" y="42404"/>
                </a:lnTo>
                <a:lnTo>
                  <a:pt x="3932" y="42141"/>
                </a:lnTo>
                <a:lnTo>
                  <a:pt x="840" y="42733"/>
                </a:lnTo>
                <a:lnTo>
                  <a:pt x="153" y="40497"/>
                </a:lnTo>
                <a:lnTo>
                  <a:pt x="738" y="37391"/>
                </a:lnTo>
                <a:lnTo>
                  <a:pt x="738" y="30871"/>
                </a:lnTo>
                <a:lnTo>
                  <a:pt x="117" y="25821"/>
                </a:lnTo>
                <a:lnTo>
                  <a:pt x="891" y="20288"/>
                </a:lnTo>
                <a:lnTo>
                  <a:pt x="0" y="14938"/>
                </a:lnTo>
                <a:lnTo>
                  <a:pt x="1439" y="13769"/>
                </a:lnTo>
                <a:lnTo>
                  <a:pt x="3449" y="14792"/>
                </a:lnTo>
                <a:lnTo>
                  <a:pt x="4246" y="14339"/>
                </a:lnTo>
                <a:lnTo>
                  <a:pt x="4714" y="13630"/>
                </a:lnTo>
                <a:lnTo>
                  <a:pt x="3661" y="11415"/>
                </a:lnTo>
                <a:lnTo>
                  <a:pt x="4736" y="10341"/>
                </a:lnTo>
                <a:lnTo>
                  <a:pt x="7381" y="11394"/>
                </a:lnTo>
                <a:lnTo>
                  <a:pt x="8222" y="10129"/>
                </a:lnTo>
                <a:lnTo>
                  <a:pt x="7170" y="7915"/>
                </a:lnTo>
                <a:lnTo>
                  <a:pt x="8339" y="6745"/>
                </a:lnTo>
                <a:lnTo>
                  <a:pt x="10678" y="7915"/>
                </a:lnTo>
                <a:lnTo>
                  <a:pt x="11752" y="6840"/>
                </a:lnTo>
                <a:lnTo>
                  <a:pt x="10700" y="4194"/>
                </a:lnTo>
                <a:lnTo>
                  <a:pt x="12066" y="3310"/>
                </a:lnTo>
                <a:lnTo>
                  <a:pt x="13893" y="4261"/>
                </a:lnTo>
                <a:lnTo>
                  <a:pt x="14770" y="3822"/>
                </a:lnTo>
                <a:lnTo>
                  <a:pt x="15004" y="3522"/>
                </a:lnTo>
                <a:lnTo>
                  <a:pt x="14471" y="394"/>
                </a:lnTo>
                <a:lnTo>
                  <a:pt x="15742" y="58"/>
                </a:lnTo>
                <a:lnTo>
                  <a:pt x="17270" y="321"/>
                </a:lnTo>
                <a:lnTo>
                  <a:pt x="40212" y="321"/>
                </a:lnTo>
                <a:lnTo>
                  <a:pt x="42024" y="0"/>
                </a:lnTo>
                <a:lnTo>
                  <a:pt x="43260" y="482"/>
                </a:lnTo>
                <a:lnTo>
                  <a:pt x="42485" y="3478"/>
                </a:lnTo>
                <a:lnTo>
                  <a:pt x="43420" y="4407"/>
                </a:lnTo>
                <a:lnTo>
                  <a:pt x="45759" y="3237"/>
                </a:lnTo>
                <a:lnTo>
                  <a:pt x="46929" y="4407"/>
                </a:lnTo>
                <a:lnTo>
                  <a:pt x="45759" y="6746"/>
                </a:lnTo>
                <a:lnTo>
                  <a:pt x="46914" y="7900"/>
                </a:lnTo>
                <a:lnTo>
                  <a:pt x="49319" y="6738"/>
                </a:lnTo>
                <a:lnTo>
                  <a:pt x="50422" y="7951"/>
                </a:lnTo>
                <a:lnTo>
                  <a:pt x="49260" y="10239"/>
                </a:lnTo>
                <a:lnTo>
                  <a:pt x="50342" y="11321"/>
                </a:lnTo>
                <a:lnTo>
                  <a:pt x="52987" y="10275"/>
                </a:lnTo>
                <a:lnTo>
                  <a:pt x="53901" y="11642"/>
                </a:lnTo>
                <a:lnTo>
                  <a:pt x="52929" y="13455"/>
                </a:lnTo>
                <a:lnTo>
                  <a:pt x="53360" y="14339"/>
                </a:lnTo>
                <a:lnTo>
                  <a:pt x="53675" y="14602"/>
                </a:lnTo>
                <a:lnTo>
                  <a:pt x="56766" y="14010"/>
                </a:lnTo>
                <a:lnTo>
                  <a:pt x="57453" y="16246"/>
                </a:lnTo>
                <a:lnTo>
                  <a:pt x="56869" y="19352"/>
                </a:lnTo>
                <a:lnTo>
                  <a:pt x="56869" y="37456"/>
                </a:lnTo>
                <a:lnTo>
                  <a:pt x="57409" y="40416"/>
                </a:lnTo>
                <a:lnTo>
                  <a:pt x="56788" y="42696"/>
                </a:lnTo>
                <a:lnTo>
                  <a:pt x="53660" y="42170"/>
                </a:lnTo>
                <a:lnTo>
                  <a:pt x="53360" y="42404"/>
                </a:lnTo>
                <a:lnTo>
                  <a:pt x="52893" y="43106"/>
                </a:lnTo>
                <a:lnTo>
                  <a:pt x="53945" y="45328"/>
                </a:lnTo>
                <a:lnTo>
                  <a:pt x="52871" y="46395"/>
                </a:lnTo>
                <a:lnTo>
                  <a:pt x="50225" y="45350"/>
                </a:lnTo>
                <a:lnTo>
                  <a:pt x="49363" y="46650"/>
                </a:lnTo>
                <a:lnTo>
                  <a:pt x="50444" y="48777"/>
                </a:lnTo>
                <a:lnTo>
                  <a:pt x="49311" y="50005"/>
                </a:lnTo>
                <a:lnTo>
                  <a:pt x="46914" y="48843"/>
                </a:lnTo>
                <a:lnTo>
                  <a:pt x="45759" y="49998"/>
                </a:lnTo>
                <a:lnTo>
                  <a:pt x="46929" y="52337"/>
                </a:lnTo>
                <a:lnTo>
                  <a:pt x="45759" y="53505"/>
                </a:lnTo>
                <a:lnTo>
                  <a:pt x="43421" y="52336"/>
                </a:lnTo>
                <a:lnTo>
                  <a:pt x="42492" y="53264"/>
                </a:lnTo>
                <a:lnTo>
                  <a:pt x="43245" y="56268"/>
                </a:lnTo>
                <a:lnTo>
                  <a:pt x="41111" y="570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337560" y="2547288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5">
                <a:moveTo>
                  <a:pt x="23132" y="57562"/>
                </a:moveTo>
                <a:lnTo>
                  <a:pt x="21071" y="56685"/>
                </a:lnTo>
                <a:lnTo>
                  <a:pt x="21882" y="53725"/>
                </a:lnTo>
                <a:lnTo>
                  <a:pt x="20968" y="52818"/>
                </a:lnTo>
                <a:lnTo>
                  <a:pt x="18710" y="53725"/>
                </a:lnTo>
                <a:lnTo>
                  <a:pt x="17292" y="53001"/>
                </a:lnTo>
                <a:lnTo>
                  <a:pt x="15041" y="53907"/>
                </a:lnTo>
                <a:lnTo>
                  <a:pt x="14003" y="52877"/>
                </a:lnTo>
                <a:lnTo>
                  <a:pt x="15055" y="50224"/>
                </a:lnTo>
                <a:lnTo>
                  <a:pt x="13733" y="49355"/>
                </a:lnTo>
                <a:lnTo>
                  <a:pt x="11672" y="50443"/>
                </a:lnTo>
                <a:lnTo>
                  <a:pt x="10393" y="49355"/>
                </a:lnTo>
                <a:lnTo>
                  <a:pt x="11540" y="46906"/>
                </a:lnTo>
                <a:lnTo>
                  <a:pt x="10400" y="45766"/>
                </a:lnTo>
                <a:lnTo>
                  <a:pt x="8061" y="46935"/>
                </a:lnTo>
                <a:lnTo>
                  <a:pt x="6891" y="45766"/>
                </a:lnTo>
                <a:lnTo>
                  <a:pt x="8061" y="43435"/>
                </a:lnTo>
                <a:lnTo>
                  <a:pt x="6987" y="42360"/>
                </a:lnTo>
                <a:lnTo>
                  <a:pt x="4341" y="43413"/>
                </a:lnTo>
                <a:lnTo>
                  <a:pt x="2901" y="41242"/>
                </a:lnTo>
                <a:lnTo>
                  <a:pt x="4736" y="37632"/>
                </a:lnTo>
                <a:lnTo>
                  <a:pt x="3778" y="35388"/>
                </a:lnTo>
                <a:lnTo>
                  <a:pt x="825" y="36206"/>
                </a:lnTo>
                <a:lnTo>
                  <a:pt x="109" y="35475"/>
                </a:lnTo>
                <a:lnTo>
                  <a:pt x="511" y="32866"/>
                </a:lnTo>
                <a:lnTo>
                  <a:pt x="0" y="27173"/>
                </a:lnTo>
                <a:lnTo>
                  <a:pt x="613" y="24688"/>
                </a:lnTo>
                <a:lnTo>
                  <a:pt x="29" y="22232"/>
                </a:lnTo>
                <a:lnTo>
                  <a:pt x="847" y="21421"/>
                </a:lnTo>
                <a:lnTo>
                  <a:pt x="3756" y="22261"/>
                </a:lnTo>
                <a:lnTo>
                  <a:pt x="4553" y="20536"/>
                </a:lnTo>
                <a:lnTo>
                  <a:pt x="2952" y="15618"/>
                </a:lnTo>
                <a:lnTo>
                  <a:pt x="4531" y="14338"/>
                </a:lnTo>
                <a:lnTo>
                  <a:pt x="7060" y="15355"/>
                </a:lnTo>
                <a:lnTo>
                  <a:pt x="7981" y="14105"/>
                </a:lnTo>
                <a:lnTo>
                  <a:pt x="6884" y="11876"/>
                </a:lnTo>
                <a:lnTo>
                  <a:pt x="8061" y="10706"/>
                </a:lnTo>
                <a:lnTo>
                  <a:pt x="10400" y="11868"/>
                </a:lnTo>
                <a:lnTo>
                  <a:pt x="11569" y="10706"/>
                </a:lnTo>
                <a:lnTo>
                  <a:pt x="10400" y="8368"/>
                </a:lnTo>
                <a:lnTo>
                  <a:pt x="11569" y="7198"/>
                </a:lnTo>
                <a:lnTo>
                  <a:pt x="13791" y="8243"/>
                </a:lnTo>
                <a:lnTo>
                  <a:pt x="15055" y="7410"/>
                </a:lnTo>
                <a:lnTo>
                  <a:pt x="14003" y="4764"/>
                </a:lnTo>
                <a:lnTo>
                  <a:pt x="14829" y="3946"/>
                </a:lnTo>
                <a:lnTo>
                  <a:pt x="17489" y="4304"/>
                </a:lnTo>
                <a:lnTo>
                  <a:pt x="19024" y="4202"/>
                </a:lnTo>
                <a:lnTo>
                  <a:pt x="20559" y="4567"/>
                </a:lnTo>
                <a:lnTo>
                  <a:pt x="21509" y="4282"/>
                </a:lnTo>
                <a:lnTo>
                  <a:pt x="21692" y="4231"/>
                </a:lnTo>
                <a:lnTo>
                  <a:pt x="21356" y="781"/>
                </a:lnTo>
                <a:lnTo>
                  <a:pt x="23651" y="694"/>
                </a:lnTo>
                <a:lnTo>
                  <a:pt x="26428" y="380"/>
                </a:lnTo>
                <a:lnTo>
                  <a:pt x="29637" y="986"/>
                </a:lnTo>
                <a:lnTo>
                  <a:pt x="34906" y="0"/>
                </a:lnTo>
                <a:lnTo>
                  <a:pt x="35820" y="1118"/>
                </a:lnTo>
                <a:lnTo>
                  <a:pt x="35191" y="4165"/>
                </a:lnTo>
                <a:lnTo>
                  <a:pt x="37369" y="4918"/>
                </a:lnTo>
                <a:lnTo>
                  <a:pt x="40965" y="3259"/>
                </a:lnTo>
                <a:lnTo>
                  <a:pt x="43106" y="4641"/>
                </a:lnTo>
                <a:lnTo>
                  <a:pt x="42076" y="7308"/>
                </a:lnTo>
                <a:lnTo>
                  <a:pt x="43128" y="8368"/>
                </a:lnTo>
                <a:lnTo>
                  <a:pt x="45496" y="7198"/>
                </a:lnTo>
                <a:lnTo>
                  <a:pt x="46637" y="8389"/>
                </a:lnTo>
                <a:lnTo>
                  <a:pt x="45467" y="10706"/>
                </a:lnTo>
                <a:lnTo>
                  <a:pt x="46644" y="11876"/>
                </a:lnTo>
                <a:lnTo>
                  <a:pt x="48975" y="10714"/>
                </a:lnTo>
                <a:lnTo>
                  <a:pt x="50145" y="11876"/>
                </a:lnTo>
                <a:lnTo>
                  <a:pt x="48975" y="14215"/>
                </a:lnTo>
                <a:lnTo>
                  <a:pt x="50050" y="15289"/>
                </a:lnTo>
                <a:lnTo>
                  <a:pt x="52703" y="14236"/>
                </a:lnTo>
                <a:lnTo>
                  <a:pt x="54135" y="16407"/>
                </a:lnTo>
                <a:lnTo>
                  <a:pt x="52301" y="20017"/>
                </a:lnTo>
                <a:lnTo>
                  <a:pt x="53251" y="22261"/>
                </a:lnTo>
                <a:lnTo>
                  <a:pt x="56211" y="21443"/>
                </a:lnTo>
                <a:lnTo>
                  <a:pt x="56927" y="22174"/>
                </a:lnTo>
                <a:lnTo>
                  <a:pt x="56518" y="24783"/>
                </a:lnTo>
                <a:lnTo>
                  <a:pt x="56803" y="27597"/>
                </a:lnTo>
                <a:lnTo>
                  <a:pt x="56569" y="30038"/>
                </a:lnTo>
                <a:lnTo>
                  <a:pt x="56569" y="33188"/>
                </a:lnTo>
                <a:lnTo>
                  <a:pt x="56905" y="35074"/>
                </a:lnTo>
                <a:lnTo>
                  <a:pt x="56386" y="36287"/>
                </a:lnTo>
                <a:lnTo>
                  <a:pt x="53434" y="35468"/>
                </a:lnTo>
                <a:lnTo>
                  <a:pt x="52527" y="36382"/>
                </a:lnTo>
                <a:lnTo>
                  <a:pt x="53426" y="38640"/>
                </a:lnTo>
                <a:lnTo>
                  <a:pt x="52710" y="40051"/>
                </a:lnTo>
                <a:lnTo>
                  <a:pt x="53609" y="42309"/>
                </a:lnTo>
                <a:lnTo>
                  <a:pt x="52579" y="43340"/>
                </a:lnTo>
                <a:lnTo>
                  <a:pt x="49933" y="42287"/>
                </a:lnTo>
                <a:lnTo>
                  <a:pt x="49056" y="43610"/>
                </a:lnTo>
                <a:lnTo>
                  <a:pt x="50145" y="45664"/>
                </a:lnTo>
                <a:lnTo>
                  <a:pt x="49063" y="46950"/>
                </a:lnTo>
                <a:lnTo>
                  <a:pt x="46607" y="45802"/>
                </a:lnTo>
                <a:lnTo>
                  <a:pt x="45496" y="46914"/>
                </a:lnTo>
                <a:lnTo>
                  <a:pt x="46651" y="49347"/>
                </a:lnTo>
                <a:lnTo>
                  <a:pt x="45416" y="50414"/>
                </a:lnTo>
                <a:lnTo>
                  <a:pt x="43150" y="49260"/>
                </a:lnTo>
                <a:lnTo>
                  <a:pt x="42186" y="50232"/>
                </a:lnTo>
                <a:lnTo>
                  <a:pt x="42997" y="53177"/>
                </a:lnTo>
                <a:lnTo>
                  <a:pt x="40578" y="54207"/>
                </a:lnTo>
                <a:lnTo>
                  <a:pt x="37508" y="52504"/>
                </a:lnTo>
                <a:lnTo>
                  <a:pt x="35096" y="53557"/>
                </a:lnTo>
                <a:lnTo>
                  <a:pt x="35915" y="56502"/>
                </a:lnTo>
                <a:lnTo>
                  <a:pt x="35206" y="57204"/>
                </a:lnTo>
                <a:lnTo>
                  <a:pt x="32545" y="56838"/>
                </a:lnTo>
                <a:lnTo>
                  <a:pt x="30872" y="56933"/>
                </a:lnTo>
                <a:lnTo>
                  <a:pt x="26735" y="56860"/>
                </a:lnTo>
                <a:lnTo>
                  <a:pt x="23132" y="57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551505" y="2550979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22006" y="50232"/>
                </a:moveTo>
                <a:lnTo>
                  <a:pt x="21326" y="49405"/>
                </a:lnTo>
                <a:lnTo>
                  <a:pt x="21867" y="46278"/>
                </a:lnTo>
                <a:lnTo>
                  <a:pt x="19587" y="45657"/>
                </a:lnTo>
                <a:lnTo>
                  <a:pt x="16612" y="46197"/>
                </a:lnTo>
                <a:lnTo>
                  <a:pt x="13849" y="46197"/>
                </a:lnTo>
                <a:lnTo>
                  <a:pt x="11628" y="46548"/>
                </a:lnTo>
                <a:lnTo>
                  <a:pt x="10509" y="45869"/>
                </a:lnTo>
                <a:lnTo>
                  <a:pt x="11503" y="43150"/>
                </a:lnTo>
                <a:lnTo>
                  <a:pt x="10561" y="42207"/>
                </a:lnTo>
                <a:lnTo>
                  <a:pt x="7908" y="43252"/>
                </a:lnTo>
                <a:lnTo>
                  <a:pt x="7001" y="41885"/>
                </a:lnTo>
                <a:lnTo>
                  <a:pt x="7973" y="40065"/>
                </a:lnTo>
                <a:lnTo>
                  <a:pt x="7542" y="39188"/>
                </a:lnTo>
                <a:lnTo>
                  <a:pt x="7177" y="38867"/>
                </a:lnTo>
                <a:lnTo>
                  <a:pt x="4195" y="39598"/>
                </a:lnTo>
                <a:lnTo>
                  <a:pt x="3245" y="37201"/>
                </a:lnTo>
                <a:lnTo>
                  <a:pt x="4560" y="34270"/>
                </a:lnTo>
                <a:lnTo>
                  <a:pt x="3880" y="31543"/>
                </a:lnTo>
                <a:lnTo>
                  <a:pt x="4465" y="29088"/>
                </a:lnTo>
                <a:lnTo>
                  <a:pt x="3822" y="28452"/>
                </a:lnTo>
                <a:lnTo>
                  <a:pt x="548" y="28876"/>
                </a:lnTo>
                <a:lnTo>
                  <a:pt x="0" y="22086"/>
                </a:lnTo>
                <a:lnTo>
                  <a:pt x="825" y="21406"/>
                </a:lnTo>
                <a:lnTo>
                  <a:pt x="3961" y="21954"/>
                </a:lnTo>
                <a:lnTo>
                  <a:pt x="4575" y="19667"/>
                </a:lnTo>
                <a:lnTo>
                  <a:pt x="4034" y="16700"/>
                </a:lnTo>
                <a:lnTo>
                  <a:pt x="4034" y="13827"/>
                </a:lnTo>
                <a:lnTo>
                  <a:pt x="3698" y="11847"/>
                </a:lnTo>
                <a:lnTo>
                  <a:pt x="4246" y="10677"/>
                </a:lnTo>
                <a:lnTo>
                  <a:pt x="7140" y="11496"/>
                </a:lnTo>
                <a:lnTo>
                  <a:pt x="7542" y="11130"/>
                </a:lnTo>
                <a:lnTo>
                  <a:pt x="7973" y="10246"/>
                </a:lnTo>
                <a:lnTo>
                  <a:pt x="7001" y="8433"/>
                </a:lnTo>
                <a:lnTo>
                  <a:pt x="7915" y="7067"/>
                </a:lnTo>
                <a:lnTo>
                  <a:pt x="10561" y="8112"/>
                </a:lnTo>
                <a:lnTo>
                  <a:pt x="11503" y="7169"/>
                </a:lnTo>
                <a:lnTo>
                  <a:pt x="10509" y="4436"/>
                </a:lnTo>
                <a:lnTo>
                  <a:pt x="12636" y="3164"/>
                </a:lnTo>
                <a:lnTo>
                  <a:pt x="16232" y="4575"/>
                </a:lnTo>
                <a:lnTo>
                  <a:pt x="18688" y="3968"/>
                </a:lnTo>
                <a:lnTo>
                  <a:pt x="21143" y="4553"/>
                </a:lnTo>
                <a:lnTo>
                  <a:pt x="21772" y="3909"/>
                </a:lnTo>
                <a:lnTo>
                  <a:pt x="21363" y="628"/>
                </a:lnTo>
                <a:lnTo>
                  <a:pt x="27151" y="0"/>
                </a:lnTo>
                <a:lnTo>
                  <a:pt x="29030" y="803"/>
                </a:lnTo>
                <a:lnTo>
                  <a:pt x="28211" y="3756"/>
                </a:lnTo>
                <a:lnTo>
                  <a:pt x="29073" y="4604"/>
                </a:lnTo>
                <a:lnTo>
                  <a:pt x="31419" y="3866"/>
                </a:lnTo>
                <a:lnTo>
                  <a:pt x="33327" y="4582"/>
                </a:lnTo>
                <a:lnTo>
                  <a:pt x="38333" y="3171"/>
                </a:lnTo>
                <a:lnTo>
                  <a:pt x="39678" y="4823"/>
                </a:lnTo>
                <a:lnTo>
                  <a:pt x="38648" y="6833"/>
                </a:lnTo>
                <a:lnTo>
                  <a:pt x="39101" y="7622"/>
                </a:lnTo>
                <a:lnTo>
                  <a:pt x="39810" y="8090"/>
                </a:lnTo>
                <a:lnTo>
                  <a:pt x="42024" y="7045"/>
                </a:lnTo>
                <a:lnTo>
                  <a:pt x="43099" y="8112"/>
                </a:lnTo>
                <a:lnTo>
                  <a:pt x="42046" y="10758"/>
                </a:lnTo>
                <a:lnTo>
                  <a:pt x="43077" y="11445"/>
                </a:lnTo>
                <a:lnTo>
                  <a:pt x="45854" y="10677"/>
                </a:lnTo>
                <a:lnTo>
                  <a:pt x="47060" y="12782"/>
                </a:lnTo>
                <a:lnTo>
                  <a:pt x="45650" y="16268"/>
                </a:lnTo>
                <a:lnTo>
                  <a:pt x="46271" y="18768"/>
                </a:lnTo>
                <a:lnTo>
                  <a:pt x="45686" y="21224"/>
                </a:lnTo>
                <a:lnTo>
                  <a:pt x="46315" y="21852"/>
                </a:lnTo>
                <a:lnTo>
                  <a:pt x="49611" y="21457"/>
                </a:lnTo>
                <a:lnTo>
                  <a:pt x="50166" y="28211"/>
                </a:lnTo>
                <a:lnTo>
                  <a:pt x="49319" y="28905"/>
                </a:lnTo>
                <a:lnTo>
                  <a:pt x="46191" y="28364"/>
                </a:lnTo>
                <a:lnTo>
                  <a:pt x="45576" y="30645"/>
                </a:lnTo>
                <a:lnTo>
                  <a:pt x="46117" y="33619"/>
                </a:lnTo>
                <a:lnTo>
                  <a:pt x="46117" y="36382"/>
                </a:lnTo>
                <a:lnTo>
                  <a:pt x="46468" y="38611"/>
                </a:lnTo>
                <a:lnTo>
                  <a:pt x="45788" y="39722"/>
                </a:lnTo>
                <a:lnTo>
                  <a:pt x="43070" y="38728"/>
                </a:lnTo>
                <a:lnTo>
                  <a:pt x="42120" y="39678"/>
                </a:lnTo>
                <a:lnTo>
                  <a:pt x="43172" y="42324"/>
                </a:lnTo>
                <a:lnTo>
                  <a:pt x="41805" y="43201"/>
                </a:lnTo>
                <a:lnTo>
                  <a:pt x="39978" y="42251"/>
                </a:lnTo>
                <a:lnTo>
                  <a:pt x="39101" y="42689"/>
                </a:lnTo>
                <a:lnTo>
                  <a:pt x="38779" y="43055"/>
                </a:lnTo>
                <a:lnTo>
                  <a:pt x="39510" y="46044"/>
                </a:lnTo>
                <a:lnTo>
                  <a:pt x="37113" y="46994"/>
                </a:lnTo>
                <a:lnTo>
                  <a:pt x="34182" y="45671"/>
                </a:lnTo>
                <a:lnTo>
                  <a:pt x="31463" y="46351"/>
                </a:lnTo>
                <a:lnTo>
                  <a:pt x="29008" y="45766"/>
                </a:lnTo>
                <a:lnTo>
                  <a:pt x="28372" y="46409"/>
                </a:lnTo>
                <a:lnTo>
                  <a:pt x="28795" y="49683"/>
                </a:lnTo>
                <a:lnTo>
                  <a:pt x="22006" y="50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769062" y="2557958"/>
            <a:ext cx="36830" cy="36195"/>
          </a:xfrm>
          <a:custGeom>
            <a:avLst/>
            <a:gdLst/>
            <a:ahLst/>
            <a:cxnLst/>
            <a:rect l="l" t="t" r="r" b="b"/>
            <a:pathLst>
              <a:path w="36830" h="36194">
                <a:moveTo>
                  <a:pt x="24235" y="36039"/>
                </a:moveTo>
                <a:lnTo>
                  <a:pt x="22364" y="35702"/>
                </a:lnTo>
                <a:lnTo>
                  <a:pt x="13696" y="35702"/>
                </a:lnTo>
                <a:lnTo>
                  <a:pt x="11693" y="36046"/>
                </a:lnTo>
                <a:lnTo>
                  <a:pt x="10531" y="35490"/>
                </a:lnTo>
                <a:lnTo>
                  <a:pt x="11357" y="32603"/>
                </a:lnTo>
                <a:lnTo>
                  <a:pt x="10991" y="32201"/>
                </a:lnTo>
                <a:lnTo>
                  <a:pt x="3968" y="32201"/>
                </a:lnTo>
                <a:lnTo>
                  <a:pt x="3968" y="25185"/>
                </a:lnTo>
                <a:lnTo>
                  <a:pt x="3259" y="24717"/>
                </a:lnTo>
                <a:lnTo>
                  <a:pt x="1045" y="25770"/>
                </a:lnTo>
                <a:lnTo>
                  <a:pt x="29" y="24754"/>
                </a:lnTo>
                <a:lnTo>
                  <a:pt x="613" y="22298"/>
                </a:lnTo>
                <a:lnTo>
                  <a:pt x="0" y="19828"/>
                </a:lnTo>
                <a:lnTo>
                  <a:pt x="518" y="14120"/>
                </a:lnTo>
                <a:lnTo>
                  <a:pt x="102" y="11510"/>
                </a:lnTo>
                <a:lnTo>
                  <a:pt x="833" y="10787"/>
                </a:lnTo>
                <a:lnTo>
                  <a:pt x="3778" y="11605"/>
                </a:lnTo>
                <a:lnTo>
                  <a:pt x="4809" y="9179"/>
                </a:lnTo>
                <a:lnTo>
                  <a:pt x="3318" y="6205"/>
                </a:lnTo>
                <a:lnTo>
                  <a:pt x="3968" y="4143"/>
                </a:lnTo>
                <a:lnTo>
                  <a:pt x="10984" y="4143"/>
                </a:lnTo>
                <a:lnTo>
                  <a:pt x="11277" y="3807"/>
                </a:lnTo>
                <a:lnTo>
                  <a:pt x="10612" y="767"/>
                </a:lnTo>
                <a:lnTo>
                  <a:pt x="12775" y="0"/>
                </a:lnTo>
                <a:lnTo>
                  <a:pt x="16071" y="635"/>
                </a:lnTo>
                <a:lnTo>
                  <a:pt x="20076" y="635"/>
                </a:lnTo>
                <a:lnTo>
                  <a:pt x="23014" y="116"/>
                </a:lnTo>
                <a:lnTo>
                  <a:pt x="25338" y="723"/>
                </a:lnTo>
                <a:lnTo>
                  <a:pt x="24739" y="3866"/>
                </a:lnTo>
                <a:lnTo>
                  <a:pt x="25346" y="4472"/>
                </a:lnTo>
                <a:lnTo>
                  <a:pt x="28006" y="4114"/>
                </a:lnTo>
                <a:lnTo>
                  <a:pt x="29080" y="4173"/>
                </a:lnTo>
                <a:lnTo>
                  <a:pt x="31638" y="3793"/>
                </a:lnTo>
                <a:lnTo>
                  <a:pt x="32603" y="4655"/>
                </a:lnTo>
                <a:lnTo>
                  <a:pt x="31565" y="7008"/>
                </a:lnTo>
                <a:lnTo>
                  <a:pt x="32486" y="8346"/>
                </a:lnTo>
                <a:lnTo>
                  <a:pt x="31441" y="10568"/>
                </a:lnTo>
                <a:lnTo>
                  <a:pt x="32398" y="11525"/>
                </a:lnTo>
                <a:lnTo>
                  <a:pt x="35337" y="10706"/>
                </a:lnTo>
                <a:lnTo>
                  <a:pt x="36228" y="12760"/>
                </a:lnTo>
                <a:lnTo>
                  <a:pt x="35527" y="16392"/>
                </a:lnTo>
                <a:lnTo>
                  <a:pt x="35527" y="19542"/>
                </a:lnTo>
                <a:lnTo>
                  <a:pt x="36279" y="24110"/>
                </a:lnTo>
                <a:lnTo>
                  <a:pt x="35147" y="25733"/>
                </a:lnTo>
                <a:lnTo>
                  <a:pt x="32559" y="24739"/>
                </a:lnTo>
                <a:lnTo>
                  <a:pt x="32026" y="25185"/>
                </a:lnTo>
                <a:lnTo>
                  <a:pt x="31149" y="26449"/>
                </a:lnTo>
                <a:lnTo>
                  <a:pt x="33166" y="31266"/>
                </a:lnTo>
                <a:lnTo>
                  <a:pt x="31324" y="32771"/>
                </a:lnTo>
                <a:lnTo>
                  <a:pt x="29314" y="31748"/>
                </a:lnTo>
                <a:lnTo>
                  <a:pt x="27816" y="32662"/>
                </a:lnTo>
                <a:lnTo>
                  <a:pt x="25602" y="31617"/>
                </a:lnTo>
                <a:lnTo>
                  <a:pt x="24644" y="32567"/>
                </a:lnTo>
                <a:lnTo>
                  <a:pt x="25455" y="35519"/>
                </a:lnTo>
                <a:lnTo>
                  <a:pt x="24235" y="36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986281" y="2564851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60" h="22860">
                <a:moveTo>
                  <a:pt x="5335" y="22539"/>
                </a:moveTo>
                <a:lnTo>
                  <a:pt x="3712" y="21407"/>
                </a:lnTo>
                <a:lnTo>
                  <a:pt x="4699" y="18826"/>
                </a:lnTo>
                <a:lnTo>
                  <a:pt x="4260" y="18286"/>
                </a:lnTo>
                <a:lnTo>
                  <a:pt x="3720" y="17840"/>
                </a:lnTo>
                <a:lnTo>
                  <a:pt x="1132" y="18834"/>
                </a:lnTo>
                <a:lnTo>
                  <a:pt x="0" y="17219"/>
                </a:lnTo>
                <a:lnTo>
                  <a:pt x="752" y="12644"/>
                </a:lnTo>
                <a:lnTo>
                  <a:pt x="752" y="4253"/>
                </a:lnTo>
                <a:lnTo>
                  <a:pt x="1454" y="3785"/>
                </a:lnTo>
                <a:lnTo>
                  <a:pt x="3676" y="4838"/>
                </a:lnTo>
                <a:lnTo>
                  <a:pt x="4633" y="3880"/>
                </a:lnTo>
                <a:lnTo>
                  <a:pt x="3815" y="935"/>
                </a:lnTo>
                <a:lnTo>
                  <a:pt x="5868" y="51"/>
                </a:lnTo>
                <a:lnTo>
                  <a:pt x="9501" y="745"/>
                </a:lnTo>
                <a:lnTo>
                  <a:pt x="12651" y="745"/>
                </a:lnTo>
                <a:lnTo>
                  <a:pt x="17211" y="0"/>
                </a:lnTo>
                <a:lnTo>
                  <a:pt x="18805" y="1110"/>
                </a:lnTo>
                <a:lnTo>
                  <a:pt x="17854" y="3741"/>
                </a:lnTo>
                <a:lnTo>
                  <a:pt x="18286" y="4261"/>
                </a:lnTo>
                <a:lnTo>
                  <a:pt x="18768" y="4677"/>
                </a:lnTo>
                <a:lnTo>
                  <a:pt x="21480" y="3742"/>
                </a:lnTo>
                <a:lnTo>
                  <a:pt x="22145" y="4838"/>
                </a:lnTo>
                <a:lnTo>
                  <a:pt x="21787" y="7074"/>
                </a:lnTo>
                <a:lnTo>
                  <a:pt x="21787" y="12643"/>
                </a:lnTo>
                <a:lnTo>
                  <a:pt x="22539" y="17211"/>
                </a:lnTo>
                <a:lnTo>
                  <a:pt x="21407" y="18834"/>
                </a:lnTo>
                <a:lnTo>
                  <a:pt x="18827" y="17840"/>
                </a:lnTo>
                <a:lnTo>
                  <a:pt x="18286" y="18286"/>
                </a:lnTo>
                <a:lnTo>
                  <a:pt x="17869" y="18768"/>
                </a:lnTo>
                <a:lnTo>
                  <a:pt x="18797" y="21487"/>
                </a:lnTo>
                <a:lnTo>
                  <a:pt x="17708" y="22144"/>
                </a:lnTo>
                <a:lnTo>
                  <a:pt x="15472" y="21794"/>
                </a:lnTo>
                <a:lnTo>
                  <a:pt x="9903" y="21794"/>
                </a:lnTo>
                <a:lnTo>
                  <a:pt x="5335" y="225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390530" y="2652832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5">
                <a:moveTo>
                  <a:pt x="26296" y="57189"/>
                </a:moveTo>
                <a:lnTo>
                  <a:pt x="24403" y="56378"/>
                </a:lnTo>
                <a:lnTo>
                  <a:pt x="25215" y="53425"/>
                </a:lnTo>
                <a:lnTo>
                  <a:pt x="24447" y="52650"/>
                </a:lnTo>
                <a:lnTo>
                  <a:pt x="21940" y="53184"/>
                </a:lnTo>
                <a:lnTo>
                  <a:pt x="20289" y="52855"/>
                </a:lnTo>
                <a:lnTo>
                  <a:pt x="18907" y="53060"/>
                </a:lnTo>
                <a:lnTo>
                  <a:pt x="17095" y="53060"/>
                </a:lnTo>
                <a:lnTo>
                  <a:pt x="14953" y="53410"/>
                </a:lnTo>
                <a:lnTo>
                  <a:pt x="13813" y="52775"/>
                </a:lnTo>
                <a:lnTo>
                  <a:pt x="14770" y="49990"/>
                </a:lnTo>
                <a:lnTo>
                  <a:pt x="13784" y="49011"/>
                </a:lnTo>
                <a:lnTo>
                  <a:pt x="11314" y="50144"/>
                </a:lnTo>
                <a:lnTo>
                  <a:pt x="10283" y="48901"/>
                </a:lnTo>
                <a:lnTo>
                  <a:pt x="11423" y="46650"/>
                </a:lnTo>
                <a:lnTo>
                  <a:pt x="10239" y="45466"/>
                </a:lnTo>
                <a:lnTo>
                  <a:pt x="7900" y="46636"/>
                </a:lnTo>
                <a:lnTo>
                  <a:pt x="6738" y="45466"/>
                </a:lnTo>
                <a:lnTo>
                  <a:pt x="7907" y="43127"/>
                </a:lnTo>
                <a:lnTo>
                  <a:pt x="6870" y="42097"/>
                </a:lnTo>
                <a:lnTo>
                  <a:pt x="4122" y="43076"/>
                </a:lnTo>
                <a:lnTo>
                  <a:pt x="3398" y="41834"/>
                </a:lnTo>
                <a:lnTo>
                  <a:pt x="3932" y="39868"/>
                </a:lnTo>
                <a:lnTo>
                  <a:pt x="3669" y="37975"/>
                </a:lnTo>
                <a:lnTo>
                  <a:pt x="4553" y="32625"/>
                </a:lnTo>
                <a:lnTo>
                  <a:pt x="3479" y="31755"/>
                </a:lnTo>
                <a:lnTo>
                  <a:pt x="431" y="32384"/>
                </a:lnTo>
                <a:lnTo>
                  <a:pt x="0" y="31149"/>
                </a:lnTo>
                <a:lnTo>
                  <a:pt x="306" y="29453"/>
                </a:lnTo>
                <a:lnTo>
                  <a:pt x="306" y="27377"/>
                </a:lnTo>
                <a:lnTo>
                  <a:pt x="197" y="26150"/>
                </a:lnTo>
                <a:lnTo>
                  <a:pt x="328" y="24812"/>
                </a:lnTo>
                <a:lnTo>
                  <a:pt x="3610" y="25221"/>
                </a:lnTo>
                <a:lnTo>
                  <a:pt x="4246" y="24585"/>
                </a:lnTo>
                <a:lnTo>
                  <a:pt x="3661" y="22130"/>
                </a:lnTo>
                <a:lnTo>
                  <a:pt x="4297" y="19587"/>
                </a:lnTo>
                <a:lnTo>
                  <a:pt x="2894" y="16210"/>
                </a:lnTo>
                <a:lnTo>
                  <a:pt x="4092" y="13995"/>
                </a:lnTo>
                <a:lnTo>
                  <a:pt x="6892" y="14924"/>
                </a:lnTo>
                <a:lnTo>
                  <a:pt x="7907" y="13907"/>
                </a:lnTo>
                <a:lnTo>
                  <a:pt x="6738" y="11576"/>
                </a:lnTo>
                <a:lnTo>
                  <a:pt x="7907" y="10407"/>
                </a:lnTo>
                <a:lnTo>
                  <a:pt x="10246" y="11576"/>
                </a:lnTo>
                <a:lnTo>
                  <a:pt x="11416" y="10407"/>
                </a:lnTo>
                <a:lnTo>
                  <a:pt x="10246" y="8075"/>
                </a:lnTo>
                <a:lnTo>
                  <a:pt x="11401" y="6899"/>
                </a:lnTo>
                <a:lnTo>
                  <a:pt x="13747" y="8068"/>
                </a:lnTo>
                <a:lnTo>
                  <a:pt x="14712" y="7103"/>
                </a:lnTo>
                <a:lnTo>
                  <a:pt x="13879" y="4180"/>
                </a:lnTo>
                <a:lnTo>
                  <a:pt x="15903" y="3274"/>
                </a:lnTo>
                <a:lnTo>
                  <a:pt x="19594" y="3983"/>
                </a:lnTo>
                <a:lnTo>
                  <a:pt x="22444" y="3983"/>
                </a:lnTo>
                <a:lnTo>
                  <a:pt x="23760" y="4202"/>
                </a:lnTo>
                <a:lnTo>
                  <a:pt x="24849" y="3983"/>
                </a:lnTo>
                <a:lnTo>
                  <a:pt x="25069" y="3939"/>
                </a:lnTo>
                <a:lnTo>
                  <a:pt x="24630" y="511"/>
                </a:lnTo>
                <a:lnTo>
                  <a:pt x="25595" y="328"/>
                </a:lnTo>
                <a:lnTo>
                  <a:pt x="31471" y="0"/>
                </a:lnTo>
                <a:lnTo>
                  <a:pt x="32107" y="774"/>
                </a:lnTo>
                <a:lnTo>
                  <a:pt x="31559" y="3902"/>
                </a:lnTo>
                <a:lnTo>
                  <a:pt x="33846" y="4523"/>
                </a:lnTo>
                <a:lnTo>
                  <a:pt x="36813" y="3983"/>
                </a:lnTo>
                <a:lnTo>
                  <a:pt x="39620" y="3983"/>
                </a:lnTo>
                <a:lnTo>
                  <a:pt x="41761" y="3632"/>
                </a:lnTo>
                <a:lnTo>
                  <a:pt x="42902" y="4268"/>
                </a:lnTo>
                <a:lnTo>
                  <a:pt x="41951" y="7052"/>
                </a:lnTo>
                <a:lnTo>
                  <a:pt x="42938" y="8032"/>
                </a:lnTo>
                <a:lnTo>
                  <a:pt x="45408" y="6891"/>
                </a:lnTo>
                <a:lnTo>
                  <a:pt x="46439" y="8149"/>
                </a:lnTo>
                <a:lnTo>
                  <a:pt x="45299" y="10392"/>
                </a:lnTo>
                <a:lnTo>
                  <a:pt x="46483" y="11576"/>
                </a:lnTo>
                <a:lnTo>
                  <a:pt x="48822" y="10407"/>
                </a:lnTo>
                <a:lnTo>
                  <a:pt x="49991" y="11576"/>
                </a:lnTo>
                <a:lnTo>
                  <a:pt x="48822" y="13907"/>
                </a:lnTo>
                <a:lnTo>
                  <a:pt x="49845" y="14938"/>
                </a:lnTo>
                <a:lnTo>
                  <a:pt x="52630" y="13981"/>
                </a:lnTo>
                <a:lnTo>
                  <a:pt x="53229" y="15062"/>
                </a:lnTo>
                <a:lnTo>
                  <a:pt x="52352" y="24556"/>
                </a:lnTo>
                <a:lnTo>
                  <a:pt x="53134" y="25192"/>
                </a:lnTo>
                <a:lnTo>
                  <a:pt x="56408" y="24834"/>
                </a:lnTo>
                <a:lnTo>
                  <a:pt x="57044" y="30586"/>
                </a:lnTo>
                <a:lnTo>
                  <a:pt x="56233" y="32479"/>
                </a:lnTo>
                <a:lnTo>
                  <a:pt x="53280" y="31660"/>
                </a:lnTo>
                <a:lnTo>
                  <a:pt x="52513" y="32443"/>
                </a:lnTo>
                <a:lnTo>
                  <a:pt x="53031" y="34942"/>
                </a:lnTo>
                <a:lnTo>
                  <a:pt x="52703" y="36593"/>
                </a:lnTo>
                <a:lnTo>
                  <a:pt x="52915" y="37967"/>
                </a:lnTo>
                <a:lnTo>
                  <a:pt x="52915" y="39758"/>
                </a:lnTo>
                <a:lnTo>
                  <a:pt x="53265" y="41943"/>
                </a:lnTo>
                <a:lnTo>
                  <a:pt x="52608" y="43076"/>
                </a:lnTo>
                <a:lnTo>
                  <a:pt x="49860" y="42097"/>
                </a:lnTo>
                <a:lnTo>
                  <a:pt x="48822" y="43127"/>
                </a:lnTo>
                <a:lnTo>
                  <a:pt x="49991" y="45466"/>
                </a:lnTo>
                <a:lnTo>
                  <a:pt x="48822" y="46636"/>
                </a:lnTo>
                <a:lnTo>
                  <a:pt x="46483" y="45466"/>
                </a:lnTo>
                <a:lnTo>
                  <a:pt x="45299" y="46650"/>
                </a:lnTo>
                <a:lnTo>
                  <a:pt x="46439" y="48908"/>
                </a:lnTo>
                <a:lnTo>
                  <a:pt x="45409" y="50144"/>
                </a:lnTo>
                <a:lnTo>
                  <a:pt x="42938" y="49011"/>
                </a:lnTo>
                <a:lnTo>
                  <a:pt x="41951" y="49997"/>
                </a:lnTo>
                <a:lnTo>
                  <a:pt x="42902" y="52782"/>
                </a:lnTo>
                <a:lnTo>
                  <a:pt x="41820" y="53374"/>
                </a:lnTo>
                <a:lnTo>
                  <a:pt x="32326" y="52504"/>
                </a:lnTo>
                <a:lnTo>
                  <a:pt x="31683" y="53279"/>
                </a:lnTo>
                <a:lnTo>
                  <a:pt x="32048" y="56554"/>
                </a:lnTo>
                <a:lnTo>
                  <a:pt x="26296" y="571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600843" y="2652532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5">
                <a:moveTo>
                  <a:pt x="23139" y="57562"/>
                </a:moveTo>
                <a:lnTo>
                  <a:pt x="21071" y="56678"/>
                </a:lnTo>
                <a:lnTo>
                  <a:pt x="21889" y="53725"/>
                </a:lnTo>
                <a:lnTo>
                  <a:pt x="20968" y="52819"/>
                </a:lnTo>
                <a:lnTo>
                  <a:pt x="18717" y="53725"/>
                </a:lnTo>
                <a:lnTo>
                  <a:pt x="17299" y="52994"/>
                </a:lnTo>
                <a:lnTo>
                  <a:pt x="15048" y="53908"/>
                </a:lnTo>
                <a:lnTo>
                  <a:pt x="14011" y="52870"/>
                </a:lnTo>
                <a:lnTo>
                  <a:pt x="15063" y="50224"/>
                </a:lnTo>
                <a:lnTo>
                  <a:pt x="13740" y="49355"/>
                </a:lnTo>
                <a:lnTo>
                  <a:pt x="11679" y="50443"/>
                </a:lnTo>
                <a:lnTo>
                  <a:pt x="10400" y="49355"/>
                </a:lnTo>
                <a:lnTo>
                  <a:pt x="11547" y="46906"/>
                </a:lnTo>
                <a:lnTo>
                  <a:pt x="10407" y="45766"/>
                </a:lnTo>
                <a:lnTo>
                  <a:pt x="8069" y="46935"/>
                </a:lnTo>
                <a:lnTo>
                  <a:pt x="6899" y="45766"/>
                </a:lnTo>
                <a:lnTo>
                  <a:pt x="8068" y="43427"/>
                </a:lnTo>
                <a:lnTo>
                  <a:pt x="6994" y="42360"/>
                </a:lnTo>
                <a:lnTo>
                  <a:pt x="4348" y="43405"/>
                </a:lnTo>
                <a:lnTo>
                  <a:pt x="2908" y="41242"/>
                </a:lnTo>
                <a:lnTo>
                  <a:pt x="4743" y="37624"/>
                </a:lnTo>
                <a:lnTo>
                  <a:pt x="3785" y="35388"/>
                </a:lnTo>
                <a:lnTo>
                  <a:pt x="833" y="36199"/>
                </a:lnTo>
                <a:lnTo>
                  <a:pt x="109" y="35475"/>
                </a:lnTo>
                <a:lnTo>
                  <a:pt x="518" y="32866"/>
                </a:lnTo>
                <a:lnTo>
                  <a:pt x="0" y="27173"/>
                </a:lnTo>
                <a:lnTo>
                  <a:pt x="621" y="24688"/>
                </a:lnTo>
                <a:lnTo>
                  <a:pt x="36" y="22232"/>
                </a:lnTo>
                <a:lnTo>
                  <a:pt x="855" y="21413"/>
                </a:lnTo>
                <a:lnTo>
                  <a:pt x="3763" y="22261"/>
                </a:lnTo>
                <a:lnTo>
                  <a:pt x="4560" y="20536"/>
                </a:lnTo>
                <a:lnTo>
                  <a:pt x="2959" y="15618"/>
                </a:lnTo>
                <a:lnTo>
                  <a:pt x="4538" y="14331"/>
                </a:lnTo>
                <a:lnTo>
                  <a:pt x="7067" y="15347"/>
                </a:lnTo>
                <a:lnTo>
                  <a:pt x="7988" y="14098"/>
                </a:lnTo>
                <a:lnTo>
                  <a:pt x="6892" y="11876"/>
                </a:lnTo>
                <a:lnTo>
                  <a:pt x="8068" y="10699"/>
                </a:lnTo>
                <a:lnTo>
                  <a:pt x="10407" y="11868"/>
                </a:lnTo>
                <a:lnTo>
                  <a:pt x="11577" y="10699"/>
                </a:lnTo>
                <a:lnTo>
                  <a:pt x="10407" y="8360"/>
                </a:lnTo>
                <a:lnTo>
                  <a:pt x="11577" y="7198"/>
                </a:lnTo>
                <a:lnTo>
                  <a:pt x="13798" y="8244"/>
                </a:lnTo>
                <a:lnTo>
                  <a:pt x="15063" y="7403"/>
                </a:lnTo>
                <a:lnTo>
                  <a:pt x="14011" y="4757"/>
                </a:lnTo>
                <a:lnTo>
                  <a:pt x="14829" y="3938"/>
                </a:lnTo>
                <a:lnTo>
                  <a:pt x="17497" y="4304"/>
                </a:lnTo>
                <a:lnTo>
                  <a:pt x="19032" y="4202"/>
                </a:lnTo>
                <a:lnTo>
                  <a:pt x="20566" y="4567"/>
                </a:lnTo>
                <a:lnTo>
                  <a:pt x="21517" y="4282"/>
                </a:lnTo>
                <a:lnTo>
                  <a:pt x="21692" y="4224"/>
                </a:lnTo>
                <a:lnTo>
                  <a:pt x="21363" y="782"/>
                </a:lnTo>
                <a:lnTo>
                  <a:pt x="23658" y="687"/>
                </a:lnTo>
                <a:lnTo>
                  <a:pt x="26436" y="380"/>
                </a:lnTo>
                <a:lnTo>
                  <a:pt x="29644" y="986"/>
                </a:lnTo>
                <a:lnTo>
                  <a:pt x="34913" y="0"/>
                </a:lnTo>
                <a:lnTo>
                  <a:pt x="35827" y="1118"/>
                </a:lnTo>
                <a:lnTo>
                  <a:pt x="35198" y="4165"/>
                </a:lnTo>
                <a:lnTo>
                  <a:pt x="37376" y="4911"/>
                </a:lnTo>
                <a:lnTo>
                  <a:pt x="40972" y="3252"/>
                </a:lnTo>
                <a:lnTo>
                  <a:pt x="43121" y="4641"/>
                </a:lnTo>
                <a:lnTo>
                  <a:pt x="42090" y="7308"/>
                </a:lnTo>
                <a:lnTo>
                  <a:pt x="43143" y="8360"/>
                </a:lnTo>
                <a:lnTo>
                  <a:pt x="45511" y="7198"/>
                </a:lnTo>
                <a:lnTo>
                  <a:pt x="46651" y="8390"/>
                </a:lnTo>
                <a:lnTo>
                  <a:pt x="45482" y="10699"/>
                </a:lnTo>
                <a:lnTo>
                  <a:pt x="46658" y="11876"/>
                </a:lnTo>
                <a:lnTo>
                  <a:pt x="48997" y="10706"/>
                </a:lnTo>
                <a:lnTo>
                  <a:pt x="50167" y="11876"/>
                </a:lnTo>
                <a:lnTo>
                  <a:pt x="48997" y="14207"/>
                </a:lnTo>
                <a:lnTo>
                  <a:pt x="50071" y="15282"/>
                </a:lnTo>
                <a:lnTo>
                  <a:pt x="52717" y="14237"/>
                </a:lnTo>
                <a:lnTo>
                  <a:pt x="54157" y="16400"/>
                </a:lnTo>
                <a:lnTo>
                  <a:pt x="52323" y="20018"/>
                </a:lnTo>
                <a:lnTo>
                  <a:pt x="53280" y="22254"/>
                </a:lnTo>
                <a:lnTo>
                  <a:pt x="56233" y="21443"/>
                </a:lnTo>
                <a:lnTo>
                  <a:pt x="56957" y="22166"/>
                </a:lnTo>
                <a:lnTo>
                  <a:pt x="56547" y="24776"/>
                </a:lnTo>
                <a:lnTo>
                  <a:pt x="56832" y="27597"/>
                </a:lnTo>
                <a:lnTo>
                  <a:pt x="56598" y="30038"/>
                </a:lnTo>
                <a:lnTo>
                  <a:pt x="56598" y="33188"/>
                </a:lnTo>
                <a:lnTo>
                  <a:pt x="56927" y="35067"/>
                </a:lnTo>
                <a:lnTo>
                  <a:pt x="56416" y="36279"/>
                </a:lnTo>
                <a:lnTo>
                  <a:pt x="53463" y="35468"/>
                </a:lnTo>
                <a:lnTo>
                  <a:pt x="52549" y="36382"/>
                </a:lnTo>
                <a:lnTo>
                  <a:pt x="53448" y="38640"/>
                </a:lnTo>
                <a:lnTo>
                  <a:pt x="52732" y="40051"/>
                </a:lnTo>
                <a:lnTo>
                  <a:pt x="53631" y="42309"/>
                </a:lnTo>
                <a:lnTo>
                  <a:pt x="52601" y="43340"/>
                </a:lnTo>
                <a:lnTo>
                  <a:pt x="49955" y="42287"/>
                </a:lnTo>
                <a:lnTo>
                  <a:pt x="49078" y="43610"/>
                </a:lnTo>
                <a:lnTo>
                  <a:pt x="50166" y="45664"/>
                </a:lnTo>
                <a:lnTo>
                  <a:pt x="49085" y="46943"/>
                </a:lnTo>
                <a:lnTo>
                  <a:pt x="46629" y="45795"/>
                </a:lnTo>
                <a:lnTo>
                  <a:pt x="45511" y="46906"/>
                </a:lnTo>
                <a:lnTo>
                  <a:pt x="46673" y="49347"/>
                </a:lnTo>
                <a:lnTo>
                  <a:pt x="45430" y="50414"/>
                </a:lnTo>
                <a:lnTo>
                  <a:pt x="43165" y="49260"/>
                </a:lnTo>
                <a:lnTo>
                  <a:pt x="42200" y="50224"/>
                </a:lnTo>
                <a:lnTo>
                  <a:pt x="43011" y="53177"/>
                </a:lnTo>
                <a:lnTo>
                  <a:pt x="40592" y="54208"/>
                </a:lnTo>
                <a:lnTo>
                  <a:pt x="37522" y="52504"/>
                </a:lnTo>
                <a:lnTo>
                  <a:pt x="35103" y="53550"/>
                </a:lnTo>
                <a:lnTo>
                  <a:pt x="35922" y="56495"/>
                </a:lnTo>
                <a:lnTo>
                  <a:pt x="35220" y="57196"/>
                </a:lnTo>
                <a:lnTo>
                  <a:pt x="32553" y="56838"/>
                </a:lnTo>
                <a:lnTo>
                  <a:pt x="30879" y="56926"/>
                </a:lnTo>
                <a:lnTo>
                  <a:pt x="26742" y="56860"/>
                </a:lnTo>
                <a:lnTo>
                  <a:pt x="23139" y="57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811346" y="2652532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5">
                <a:moveTo>
                  <a:pt x="23132" y="57562"/>
                </a:moveTo>
                <a:lnTo>
                  <a:pt x="21071" y="56678"/>
                </a:lnTo>
                <a:lnTo>
                  <a:pt x="21882" y="53725"/>
                </a:lnTo>
                <a:lnTo>
                  <a:pt x="20968" y="52819"/>
                </a:lnTo>
                <a:lnTo>
                  <a:pt x="18710" y="53725"/>
                </a:lnTo>
                <a:lnTo>
                  <a:pt x="17292" y="52994"/>
                </a:lnTo>
                <a:lnTo>
                  <a:pt x="15041" y="53908"/>
                </a:lnTo>
                <a:lnTo>
                  <a:pt x="14003" y="52870"/>
                </a:lnTo>
                <a:lnTo>
                  <a:pt x="15055" y="50224"/>
                </a:lnTo>
                <a:lnTo>
                  <a:pt x="13733" y="49355"/>
                </a:lnTo>
                <a:lnTo>
                  <a:pt x="11672" y="50443"/>
                </a:lnTo>
                <a:lnTo>
                  <a:pt x="10393" y="49355"/>
                </a:lnTo>
                <a:lnTo>
                  <a:pt x="11540" y="46906"/>
                </a:lnTo>
                <a:lnTo>
                  <a:pt x="10400" y="45766"/>
                </a:lnTo>
                <a:lnTo>
                  <a:pt x="8061" y="46935"/>
                </a:lnTo>
                <a:lnTo>
                  <a:pt x="6891" y="45766"/>
                </a:lnTo>
                <a:lnTo>
                  <a:pt x="8061" y="43427"/>
                </a:lnTo>
                <a:lnTo>
                  <a:pt x="6987" y="42360"/>
                </a:lnTo>
                <a:lnTo>
                  <a:pt x="4341" y="43405"/>
                </a:lnTo>
                <a:lnTo>
                  <a:pt x="2901" y="41242"/>
                </a:lnTo>
                <a:lnTo>
                  <a:pt x="4736" y="37624"/>
                </a:lnTo>
                <a:lnTo>
                  <a:pt x="3778" y="35388"/>
                </a:lnTo>
                <a:lnTo>
                  <a:pt x="833" y="36199"/>
                </a:lnTo>
                <a:lnTo>
                  <a:pt x="102" y="35475"/>
                </a:lnTo>
                <a:lnTo>
                  <a:pt x="518" y="32866"/>
                </a:lnTo>
                <a:lnTo>
                  <a:pt x="0" y="27173"/>
                </a:lnTo>
                <a:lnTo>
                  <a:pt x="613" y="24688"/>
                </a:lnTo>
                <a:lnTo>
                  <a:pt x="29" y="22232"/>
                </a:lnTo>
                <a:lnTo>
                  <a:pt x="847" y="21413"/>
                </a:lnTo>
                <a:lnTo>
                  <a:pt x="3756" y="22261"/>
                </a:lnTo>
                <a:lnTo>
                  <a:pt x="4553" y="20536"/>
                </a:lnTo>
                <a:lnTo>
                  <a:pt x="2952" y="15618"/>
                </a:lnTo>
                <a:lnTo>
                  <a:pt x="4531" y="14331"/>
                </a:lnTo>
                <a:lnTo>
                  <a:pt x="7060" y="15347"/>
                </a:lnTo>
                <a:lnTo>
                  <a:pt x="7981" y="14098"/>
                </a:lnTo>
                <a:lnTo>
                  <a:pt x="6884" y="11876"/>
                </a:lnTo>
                <a:lnTo>
                  <a:pt x="8061" y="10699"/>
                </a:lnTo>
                <a:lnTo>
                  <a:pt x="10400" y="11868"/>
                </a:lnTo>
                <a:lnTo>
                  <a:pt x="11569" y="10699"/>
                </a:lnTo>
                <a:lnTo>
                  <a:pt x="10400" y="8360"/>
                </a:lnTo>
                <a:lnTo>
                  <a:pt x="11569" y="7198"/>
                </a:lnTo>
                <a:lnTo>
                  <a:pt x="13791" y="8244"/>
                </a:lnTo>
                <a:lnTo>
                  <a:pt x="15055" y="7403"/>
                </a:lnTo>
                <a:lnTo>
                  <a:pt x="14003" y="4757"/>
                </a:lnTo>
                <a:lnTo>
                  <a:pt x="14829" y="3938"/>
                </a:lnTo>
                <a:lnTo>
                  <a:pt x="17489" y="4304"/>
                </a:lnTo>
                <a:lnTo>
                  <a:pt x="19024" y="4202"/>
                </a:lnTo>
                <a:lnTo>
                  <a:pt x="20559" y="4567"/>
                </a:lnTo>
                <a:lnTo>
                  <a:pt x="21502" y="4282"/>
                </a:lnTo>
                <a:lnTo>
                  <a:pt x="21677" y="4224"/>
                </a:lnTo>
                <a:lnTo>
                  <a:pt x="21349" y="782"/>
                </a:lnTo>
                <a:lnTo>
                  <a:pt x="23643" y="687"/>
                </a:lnTo>
                <a:lnTo>
                  <a:pt x="26421" y="380"/>
                </a:lnTo>
                <a:lnTo>
                  <a:pt x="29629" y="986"/>
                </a:lnTo>
                <a:lnTo>
                  <a:pt x="34899" y="0"/>
                </a:lnTo>
                <a:lnTo>
                  <a:pt x="35812" y="1118"/>
                </a:lnTo>
                <a:lnTo>
                  <a:pt x="35184" y="4165"/>
                </a:lnTo>
                <a:lnTo>
                  <a:pt x="37362" y="4911"/>
                </a:lnTo>
                <a:lnTo>
                  <a:pt x="40957" y="3252"/>
                </a:lnTo>
                <a:lnTo>
                  <a:pt x="43106" y="4641"/>
                </a:lnTo>
                <a:lnTo>
                  <a:pt x="42068" y="7308"/>
                </a:lnTo>
                <a:lnTo>
                  <a:pt x="43128" y="8360"/>
                </a:lnTo>
                <a:lnTo>
                  <a:pt x="45489" y="7198"/>
                </a:lnTo>
                <a:lnTo>
                  <a:pt x="46636" y="8390"/>
                </a:lnTo>
                <a:lnTo>
                  <a:pt x="45467" y="10699"/>
                </a:lnTo>
                <a:lnTo>
                  <a:pt x="46644" y="11876"/>
                </a:lnTo>
                <a:lnTo>
                  <a:pt x="48982" y="10706"/>
                </a:lnTo>
                <a:lnTo>
                  <a:pt x="50152" y="11876"/>
                </a:lnTo>
                <a:lnTo>
                  <a:pt x="48982" y="14207"/>
                </a:lnTo>
                <a:lnTo>
                  <a:pt x="50057" y="15282"/>
                </a:lnTo>
                <a:lnTo>
                  <a:pt x="52702" y="14237"/>
                </a:lnTo>
                <a:lnTo>
                  <a:pt x="54142" y="16400"/>
                </a:lnTo>
                <a:lnTo>
                  <a:pt x="52308" y="20018"/>
                </a:lnTo>
                <a:lnTo>
                  <a:pt x="53265" y="22254"/>
                </a:lnTo>
                <a:lnTo>
                  <a:pt x="56218" y="21443"/>
                </a:lnTo>
                <a:lnTo>
                  <a:pt x="56934" y="22166"/>
                </a:lnTo>
                <a:lnTo>
                  <a:pt x="56532" y="24776"/>
                </a:lnTo>
                <a:lnTo>
                  <a:pt x="56810" y="27597"/>
                </a:lnTo>
                <a:lnTo>
                  <a:pt x="56584" y="30038"/>
                </a:lnTo>
                <a:lnTo>
                  <a:pt x="56584" y="33188"/>
                </a:lnTo>
                <a:lnTo>
                  <a:pt x="56913" y="35067"/>
                </a:lnTo>
                <a:lnTo>
                  <a:pt x="56394" y="36279"/>
                </a:lnTo>
                <a:lnTo>
                  <a:pt x="53441" y="35468"/>
                </a:lnTo>
                <a:lnTo>
                  <a:pt x="52534" y="36382"/>
                </a:lnTo>
                <a:lnTo>
                  <a:pt x="53434" y="38640"/>
                </a:lnTo>
                <a:lnTo>
                  <a:pt x="52717" y="40044"/>
                </a:lnTo>
                <a:lnTo>
                  <a:pt x="53616" y="42309"/>
                </a:lnTo>
                <a:lnTo>
                  <a:pt x="52586" y="43340"/>
                </a:lnTo>
                <a:lnTo>
                  <a:pt x="49940" y="42287"/>
                </a:lnTo>
                <a:lnTo>
                  <a:pt x="49063" y="43610"/>
                </a:lnTo>
                <a:lnTo>
                  <a:pt x="50152" y="45664"/>
                </a:lnTo>
                <a:lnTo>
                  <a:pt x="49070" y="46943"/>
                </a:lnTo>
                <a:lnTo>
                  <a:pt x="46615" y="45795"/>
                </a:lnTo>
                <a:lnTo>
                  <a:pt x="45496" y="46906"/>
                </a:lnTo>
                <a:lnTo>
                  <a:pt x="46651" y="49347"/>
                </a:lnTo>
                <a:lnTo>
                  <a:pt x="45416" y="50414"/>
                </a:lnTo>
                <a:lnTo>
                  <a:pt x="43150" y="49260"/>
                </a:lnTo>
                <a:lnTo>
                  <a:pt x="42178" y="50224"/>
                </a:lnTo>
                <a:lnTo>
                  <a:pt x="42989" y="53177"/>
                </a:lnTo>
                <a:lnTo>
                  <a:pt x="40577" y="54208"/>
                </a:lnTo>
                <a:lnTo>
                  <a:pt x="37500" y="52504"/>
                </a:lnTo>
                <a:lnTo>
                  <a:pt x="35089" y="53550"/>
                </a:lnTo>
                <a:lnTo>
                  <a:pt x="35907" y="56495"/>
                </a:lnTo>
                <a:lnTo>
                  <a:pt x="35205" y="57196"/>
                </a:lnTo>
                <a:lnTo>
                  <a:pt x="32538" y="56838"/>
                </a:lnTo>
                <a:lnTo>
                  <a:pt x="30872" y="56926"/>
                </a:lnTo>
                <a:lnTo>
                  <a:pt x="26735" y="56860"/>
                </a:lnTo>
                <a:lnTo>
                  <a:pt x="23132" y="57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83447" y="2656077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4" h="50800">
                <a:moveTo>
                  <a:pt x="19558" y="50524"/>
                </a:moveTo>
                <a:lnTo>
                  <a:pt x="17497" y="49639"/>
                </a:lnTo>
                <a:lnTo>
                  <a:pt x="18301" y="46679"/>
                </a:lnTo>
                <a:lnTo>
                  <a:pt x="17387" y="45773"/>
                </a:lnTo>
                <a:lnTo>
                  <a:pt x="15136" y="46679"/>
                </a:lnTo>
                <a:lnTo>
                  <a:pt x="13718" y="45956"/>
                </a:lnTo>
                <a:lnTo>
                  <a:pt x="11467" y="46862"/>
                </a:lnTo>
                <a:lnTo>
                  <a:pt x="10429" y="45831"/>
                </a:lnTo>
                <a:lnTo>
                  <a:pt x="11481" y="43179"/>
                </a:lnTo>
                <a:lnTo>
                  <a:pt x="10210" y="42345"/>
                </a:lnTo>
                <a:lnTo>
                  <a:pt x="8010" y="43398"/>
                </a:lnTo>
                <a:lnTo>
                  <a:pt x="6826" y="42243"/>
                </a:lnTo>
                <a:lnTo>
                  <a:pt x="7995" y="39890"/>
                </a:lnTo>
                <a:lnTo>
                  <a:pt x="6921" y="38823"/>
                </a:lnTo>
                <a:lnTo>
                  <a:pt x="4275" y="39868"/>
                </a:lnTo>
                <a:lnTo>
                  <a:pt x="3354" y="38494"/>
                </a:lnTo>
                <a:lnTo>
                  <a:pt x="4377" y="36667"/>
                </a:lnTo>
                <a:lnTo>
                  <a:pt x="3508" y="35096"/>
                </a:lnTo>
                <a:lnTo>
                  <a:pt x="4465" y="32859"/>
                </a:lnTo>
                <a:lnTo>
                  <a:pt x="3413" y="31814"/>
                </a:lnTo>
                <a:lnTo>
                  <a:pt x="767" y="32859"/>
                </a:lnTo>
                <a:lnTo>
                  <a:pt x="0" y="31704"/>
                </a:lnTo>
                <a:lnTo>
                  <a:pt x="460" y="29519"/>
                </a:lnTo>
                <a:lnTo>
                  <a:pt x="182" y="26508"/>
                </a:lnTo>
                <a:lnTo>
                  <a:pt x="394" y="24074"/>
                </a:lnTo>
                <a:lnTo>
                  <a:pt x="394" y="20770"/>
                </a:lnTo>
                <a:lnTo>
                  <a:pt x="131" y="19236"/>
                </a:lnTo>
                <a:lnTo>
                  <a:pt x="482" y="17942"/>
                </a:lnTo>
                <a:lnTo>
                  <a:pt x="3617" y="18556"/>
                </a:lnTo>
                <a:lnTo>
                  <a:pt x="4231" y="17942"/>
                </a:lnTo>
                <a:lnTo>
                  <a:pt x="3880" y="15282"/>
                </a:lnTo>
                <a:lnTo>
                  <a:pt x="3939" y="14083"/>
                </a:lnTo>
                <a:lnTo>
                  <a:pt x="3530" y="11810"/>
                </a:lnTo>
                <a:lnTo>
                  <a:pt x="4290" y="10699"/>
                </a:lnTo>
                <a:lnTo>
                  <a:pt x="6913" y="11759"/>
                </a:lnTo>
                <a:lnTo>
                  <a:pt x="7900" y="10780"/>
                </a:lnTo>
                <a:lnTo>
                  <a:pt x="6848" y="8127"/>
                </a:lnTo>
                <a:lnTo>
                  <a:pt x="8222" y="7221"/>
                </a:lnTo>
                <a:lnTo>
                  <a:pt x="10100" y="8288"/>
                </a:lnTo>
                <a:lnTo>
                  <a:pt x="11474" y="7403"/>
                </a:lnTo>
                <a:lnTo>
                  <a:pt x="10436" y="4736"/>
                </a:lnTo>
                <a:lnTo>
                  <a:pt x="11248" y="3925"/>
                </a:lnTo>
                <a:lnTo>
                  <a:pt x="13915" y="4283"/>
                </a:lnTo>
                <a:lnTo>
                  <a:pt x="15377" y="4180"/>
                </a:lnTo>
                <a:lnTo>
                  <a:pt x="16985" y="4546"/>
                </a:lnTo>
                <a:lnTo>
                  <a:pt x="17935" y="4246"/>
                </a:lnTo>
                <a:lnTo>
                  <a:pt x="18162" y="4165"/>
                </a:lnTo>
                <a:lnTo>
                  <a:pt x="17731" y="752"/>
                </a:lnTo>
                <a:lnTo>
                  <a:pt x="20062" y="555"/>
                </a:lnTo>
                <a:lnTo>
                  <a:pt x="22839" y="438"/>
                </a:lnTo>
                <a:lnTo>
                  <a:pt x="26026" y="898"/>
                </a:lnTo>
                <a:lnTo>
                  <a:pt x="31361" y="0"/>
                </a:lnTo>
                <a:lnTo>
                  <a:pt x="32297" y="1147"/>
                </a:lnTo>
                <a:lnTo>
                  <a:pt x="31544" y="4056"/>
                </a:lnTo>
                <a:lnTo>
                  <a:pt x="33240" y="4831"/>
                </a:lnTo>
                <a:lnTo>
                  <a:pt x="38158" y="3237"/>
                </a:lnTo>
                <a:lnTo>
                  <a:pt x="39510" y="4896"/>
                </a:lnTo>
                <a:lnTo>
                  <a:pt x="38385" y="7184"/>
                </a:lnTo>
                <a:lnTo>
                  <a:pt x="39591" y="8331"/>
                </a:lnTo>
                <a:lnTo>
                  <a:pt x="41900" y="7162"/>
                </a:lnTo>
                <a:lnTo>
                  <a:pt x="43084" y="8346"/>
                </a:lnTo>
                <a:lnTo>
                  <a:pt x="41922" y="10633"/>
                </a:lnTo>
                <a:lnTo>
                  <a:pt x="43018" y="11854"/>
                </a:lnTo>
                <a:lnTo>
                  <a:pt x="45430" y="10692"/>
                </a:lnTo>
                <a:lnTo>
                  <a:pt x="46322" y="11591"/>
                </a:lnTo>
                <a:lnTo>
                  <a:pt x="45964" y="14251"/>
                </a:lnTo>
                <a:lnTo>
                  <a:pt x="46030" y="15552"/>
                </a:lnTo>
                <a:lnTo>
                  <a:pt x="45620" y="17591"/>
                </a:lnTo>
                <a:lnTo>
                  <a:pt x="46271" y="18775"/>
                </a:lnTo>
                <a:lnTo>
                  <a:pt x="49063" y="17832"/>
                </a:lnTo>
                <a:lnTo>
                  <a:pt x="49859" y="18629"/>
                </a:lnTo>
                <a:lnTo>
                  <a:pt x="49436" y="21223"/>
                </a:lnTo>
                <a:lnTo>
                  <a:pt x="49713" y="23664"/>
                </a:lnTo>
                <a:lnTo>
                  <a:pt x="49954" y="26946"/>
                </a:lnTo>
                <a:lnTo>
                  <a:pt x="49341" y="29409"/>
                </a:lnTo>
                <a:lnTo>
                  <a:pt x="49925" y="31872"/>
                </a:lnTo>
                <a:lnTo>
                  <a:pt x="49143" y="32647"/>
                </a:lnTo>
                <a:lnTo>
                  <a:pt x="46154" y="31872"/>
                </a:lnTo>
                <a:lnTo>
                  <a:pt x="45196" y="34298"/>
                </a:lnTo>
                <a:lnTo>
                  <a:pt x="46841" y="37324"/>
                </a:lnTo>
                <a:lnTo>
                  <a:pt x="45803" y="39751"/>
                </a:lnTo>
                <a:lnTo>
                  <a:pt x="42850" y="38939"/>
                </a:lnTo>
                <a:lnTo>
                  <a:pt x="41900" y="39897"/>
                </a:lnTo>
                <a:lnTo>
                  <a:pt x="43069" y="42221"/>
                </a:lnTo>
                <a:lnTo>
                  <a:pt x="41907" y="43398"/>
                </a:lnTo>
                <a:lnTo>
                  <a:pt x="39561" y="42228"/>
                </a:lnTo>
                <a:lnTo>
                  <a:pt x="38611" y="43186"/>
                </a:lnTo>
                <a:lnTo>
                  <a:pt x="39423" y="46131"/>
                </a:lnTo>
                <a:lnTo>
                  <a:pt x="37003" y="47162"/>
                </a:lnTo>
                <a:lnTo>
                  <a:pt x="33934" y="45466"/>
                </a:lnTo>
                <a:lnTo>
                  <a:pt x="31522" y="46511"/>
                </a:lnTo>
                <a:lnTo>
                  <a:pt x="32341" y="49457"/>
                </a:lnTo>
                <a:lnTo>
                  <a:pt x="31639" y="50158"/>
                </a:lnTo>
                <a:lnTo>
                  <a:pt x="28971" y="49793"/>
                </a:lnTo>
                <a:lnTo>
                  <a:pt x="27298" y="49888"/>
                </a:lnTo>
                <a:lnTo>
                  <a:pt x="23161" y="49815"/>
                </a:lnTo>
                <a:lnTo>
                  <a:pt x="19558" y="50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025292" y="2656157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25368" y="665"/>
                </a:moveTo>
                <a:lnTo>
                  <a:pt x="18021" y="665"/>
                </a:lnTo>
                <a:lnTo>
                  <a:pt x="21165" y="0"/>
                </a:lnTo>
                <a:lnTo>
                  <a:pt x="25368" y="665"/>
                </a:lnTo>
                <a:close/>
              </a:path>
              <a:path w="50165" h="50800">
                <a:moveTo>
                  <a:pt x="35942" y="4524"/>
                </a:moveTo>
                <a:lnTo>
                  <a:pt x="14178" y="4524"/>
                </a:lnTo>
                <a:lnTo>
                  <a:pt x="14991" y="3588"/>
                </a:lnTo>
                <a:lnTo>
                  <a:pt x="13974" y="1030"/>
                </a:lnTo>
                <a:lnTo>
                  <a:pt x="15216" y="211"/>
                </a:lnTo>
                <a:lnTo>
                  <a:pt x="16682" y="665"/>
                </a:lnTo>
                <a:lnTo>
                  <a:pt x="35969" y="665"/>
                </a:lnTo>
                <a:lnTo>
                  <a:pt x="35338" y="3588"/>
                </a:lnTo>
                <a:lnTo>
                  <a:pt x="34999" y="3588"/>
                </a:lnTo>
                <a:lnTo>
                  <a:pt x="35942" y="4524"/>
                </a:lnTo>
                <a:close/>
              </a:path>
              <a:path w="50165" h="50800">
                <a:moveTo>
                  <a:pt x="35586" y="665"/>
                </a:moveTo>
                <a:lnTo>
                  <a:pt x="33049" y="665"/>
                </a:lnTo>
                <a:lnTo>
                  <a:pt x="34665" y="380"/>
                </a:lnTo>
                <a:lnTo>
                  <a:pt x="35586" y="665"/>
                </a:lnTo>
                <a:close/>
              </a:path>
              <a:path w="50165" h="50800">
                <a:moveTo>
                  <a:pt x="10319" y="4524"/>
                </a:moveTo>
                <a:lnTo>
                  <a:pt x="7163" y="4524"/>
                </a:lnTo>
                <a:lnTo>
                  <a:pt x="8105" y="3588"/>
                </a:lnTo>
                <a:lnTo>
                  <a:pt x="7950" y="3588"/>
                </a:lnTo>
                <a:lnTo>
                  <a:pt x="10319" y="4524"/>
                </a:lnTo>
                <a:close/>
              </a:path>
              <a:path w="50165" h="50800">
                <a:moveTo>
                  <a:pt x="13532" y="4524"/>
                </a:moveTo>
                <a:lnTo>
                  <a:pt x="10319" y="4524"/>
                </a:lnTo>
                <a:lnTo>
                  <a:pt x="12181" y="3588"/>
                </a:lnTo>
                <a:lnTo>
                  <a:pt x="11154" y="3588"/>
                </a:lnTo>
                <a:lnTo>
                  <a:pt x="13532" y="4524"/>
                </a:lnTo>
                <a:close/>
              </a:path>
              <a:path w="50165" h="50800">
                <a:moveTo>
                  <a:pt x="39630" y="4524"/>
                </a:moveTo>
                <a:lnTo>
                  <a:pt x="36652" y="4524"/>
                </a:lnTo>
                <a:lnTo>
                  <a:pt x="38640" y="3588"/>
                </a:lnTo>
                <a:lnTo>
                  <a:pt x="38215" y="3588"/>
                </a:lnTo>
                <a:lnTo>
                  <a:pt x="39630" y="4524"/>
                </a:lnTo>
                <a:close/>
              </a:path>
              <a:path w="50165" h="50800">
                <a:moveTo>
                  <a:pt x="42958" y="4524"/>
                </a:moveTo>
                <a:lnTo>
                  <a:pt x="40029" y="4524"/>
                </a:lnTo>
                <a:lnTo>
                  <a:pt x="42017" y="3588"/>
                </a:lnTo>
                <a:lnTo>
                  <a:pt x="42958" y="4524"/>
                </a:lnTo>
                <a:close/>
              </a:path>
              <a:path w="50165" h="50800">
                <a:moveTo>
                  <a:pt x="46113" y="8097"/>
                </a:moveTo>
                <a:lnTo>
                  <a:pt x="7023" y="8097"/>
                </a:lnTo>
                <a:lnTo>
                  <a:pt x="7520" y="7673"/>
                </a:lnTo>
                <a:lnTo>
                  <a:pt x="7865" y="7147"/>
                </a:lnTo>
                <a:lnTo>
                  <a:pt x="7980" y="6972"/>
                </a:lnTo>
                <a:lnTo>
                  <a:pt x="6829" y="4524"/>
                </a:lnTo>
                <a:lnTo>
                  <a:pt x="43294" y="4524"/>
                </a:lnTo>
                <a:lnTo>
                  <a:pt x="42138" y="6972"/>
                </a:lnTo>
                <a:lnTo>
                  <a:pt x="42602" y="7673"/>
                </a:lnTo>
                <a:lnTo>
                  <a:pt x="46110" y="7673"/>
                </a:lnTo>
                <a:lnTo>
                  <a:pt x="46113" y="8097"/>
                </a:lnTo>
                <a:close/>
              </a:path>
              <a:path w="50165" h="50800">
                <a:moveTo>
                  <a:pt x="46388" y="14953"/>
                </a:moveTo>
                <a:lnTo>
                  <a:pt x="3924" y="14953"/>
                </a:lnTo>
                <a:lnTo>
                  <a:pt x="4626" y="12856"/>
                </a:lnTo>
                <a:lnTo>
                  <a:pt x="2996" y="9282"/>
                </a:lnTo>
                <a:lnTo>
                  <a:pt x="4341" y="7147"/>
                </a:lnTo>
                <a:lnTo>
                  <a:pt x="7023" y="8097"/>
                </a:lnTo>
                <a:lnTo>
                  <a:pt x="46113" y="8097"/>
                </a:lnTo>
                <a:lnTo>
                  <a:pt x="46139" y="11686"/>
                </a:lnTo>
                <a:lnTo>
                  <a:pt x="45781" y="14353"/>
                </a:lnTo>
                <a:lnTo>
                  <a:pt x="46388" y="14953"/>
                </a:lnTo>
                <a:close/>
              </a:path>
              <a:path w="50165" h="50800">
                <a:moveTo>
                  <a:pt x="3395" y="14953"/>
                </a:moveTo>
                <a:lnTo>
                  <a:pt x="240" y="14953"/>
                </a:lnTo>
                <a:lnTo>
                  <a:pt x="840" y="14353"/>
                </a:lnTo>
                <a:lnTo>
                  <a:pt x="3395" y="14953"/>
                </a:lnTo>
                <a:close/>
              </a:path>
              <a:path w="50165" h="50800">
                <a:moveTo>
                  <a:pt x="911" y="36016"/>
                </a:moveTo>
                <a:lnTo>
                  <a:pt x="607" y="36016"/>
                </a:lnTo>
                <a:lnTo>
                  <a:pt x="505" y="35724"/>
                </a:lnTo>
                <a:lnTo>
                  <a:pt x="407" y="35446"/>
                </a:lnTo>
                <a:lnTo>
                  <a:pt x="215" y="34744"/>
                </a:lnTo>
                <a:lnTo>
                  <a:pt x="504" y="33144"/>
                </a:lnTo>
                <a:lnTo>
                  <a:pt x="504" y="20720"/>
                </a:lnTo>
                <a:lnTo>
                  <a:pt x="304" y="19601"/>
                </a:lnTo>
                <a:lnTo>
                  <a:pt x="219" y="19119"/>
                </a:lnTo>
                <a:lnTo>
                  <a:pt x="694" y="17548"/>
                </a:lnTo>
                <a:lnTo>
                  <a:pt x="0" y="14953"/>
                </a:lnTo>
                <a:lnTo>
                  <a:pt x="46388" y="14953"/>
                </a:lnTo>
                <a:lnTo>
                  <a:pt x="49615" y="14353"/>
                </a:lnTo>
                <a:lnTo>
                  <a:pt x="49686" y="14953"/>
                </a:lnTo>
                <a:lnTo>
                  <a:pt x="50130" y="16707"/>
                </a:lnTo>
                <a:lnTo>
                  <a:pt x="49703" y="19119"/>
                </a:lnTo>
                <a:lnTo>
                  <a:pt x="49618" y="33144"/>
                </a:lnTo>
                <a:lnTo>
                  <a:pt x="49874" y="34744"/>
                </a:lnTo>
                <a:lnTo>
                  <a:pt x="49691" y="35446"/>
                </a:lnTo>
                <a:lnTo>
                  <a:pt x="3676" y="35446"/>
                </a:lnTo>
                <a:lnTo>
                  <a:pt x="911" y="36016"/>
                </a:lnTo>
                <a:close/>
              </a:path>
              <a:path w="50165" h="50800">
                <a:moveTo>
                  <a:pt x="4319" y="43252"/>
                </a:moveTo>
                <a:lnTo>
                  <a:pt x="3244" y="41454"/>
                </a:lnTo>
                <a:lnTo>
                  <a:pt x="5115" y="36630"/>
                </a:lnTo>
                <a:lnTo>
                  <a:pt x="3676" y="35446"/>
                </a:lnTo>
                <a:lnTo>
                  <a:pt x="46456" y="35446"/>
                </a:lnTo>
                <a:lnTo>
                  <a:pt x="45009" y="36630"/>
                </a:lnTo>
                <a:lnTo>
                  <a:pt x="46918" y="41454"/>
                </a:lnTo>
                <a:lnTo>
                  <a:pt x="46381" y="42317"/>
                </a:lnTo>
                <a:lnTo>
                  <a:pt x="7059" y="42317"/>
                </a:lnTo>
                <a:lnTo>
                  <a:pt x="4319" y="43252"/>
                </a:lnTo>
                <a:close/>
              </a:path>
              <a:path w="50165" h="50800">
                <a:moveTo>
                  <a:pt x="49545" y="36016"/>
                </a:moveTo>
                <a:lnTo>
                  <a:pt x="46139" y="35446"/>
                </a:lnTo>
                <a:lnTo>
                  <a:pt x="49691" y="35446"/>
                </a:lnTo>
                <a:lnTo>
                  <a:pt x="49618" y="35724"/>
                </a:lnTo>
                <a:lnTo>
                  <a:pt x="49545" y="36016"/>
                </a:lnTo>
                <a:close/>
              </a:path>
              <a:path w="50165" h="50800">
                <a:moveTo>
                  <a:pt x="8367" y="46709"/>
                </a:moveTo>
                <a:lnTo>
                  <a:pt x="7980" y="46709"/>
                </a:lnTo>
                <a:lnTo>
                  <a:pt x="6935" y="45664"/>
                </a:lnTo>
                <a:lnTo>
                  <a:pt x="7988" y="43435"/>
                </a:lnTo>
                <a:lnTo>
                  <a:pt x="7520" y="42740"/>
                </a:lnTo>
                <a:lnTo>
                  <a:pt x="7029" y="42317"/>
                </a:lnTo>
                <a:lnTo>
                  <a:pt x="43099" y="42317"/>
                </a:lnTo>
                <a:lnTo>
                  <a:pt x="42602" y="42740"/>
                </a:lnTo>
                <a:lnTo>
                  <a:pt x="42261" y="43252"/>
                </a:lnTo>
                <a:lnTo>
                  <a:pt x="42139" y="43435"/>
                </a:lnTo>
                <a:lnTo>
                  <a:pt x="43186" y="45664"/>
                </a:lnTo>
                <a:lnTo>
                  <a:pt x="10573" y="45664"/>
                </a:lnTo>
                <a:lnTo>
                  <a:pt x="8367" y="46709"/>
                </a:lnTo>
                <a:close/>
              </a:path>
              <a:path w="50165" h="50800">
                <a:moveTo>
                  <a:pt x="45790" y="43252"/>
                </a:moveTo>
                <a:lnTo>
                  <a:pt x="43099" y="42317"/>
                </a:lnTo>
                <a:lnTo>
                  <a:pt x="46381" y="42317"/>
                </a:lnTo>
                <a:lnTo>
                  <a:pt x="45790" y="43252"/>
                </a:lnTo>
                <a:close/>
              </a:path>
              <a:path w="50165" h="50800">
                <a:moveTo>
                  <a:pt x="11730" y="46709"/>
                </a:moveTo>
                <a:lnTo>
                  <a:pt x="10150" y="45664"/>
                </a:lnTo>
                <a:lnTo>
                  <a:pt x="13952" y="45664"/>
                </a:lnTo>
                <a:lnTo>
                  <a:pt x="11730" y="46709"/>
                </a:lnTo>
                <a:close/>
              </a:path>
              <a:path w="50165" h="50800">
                <a:moveTo>
                  <a:pt x="16444" y="50334"/>
                </a:moveTo>
                <a:lnTo>
                  <a:pt x="14186" y="49640"/>
                </a:lnTo>
                <a:lnTo>
                  <a:pt x="14802" y="46709"/>
                </a:lnTo>
                <a:lnTo>
                  <a:pt x="14756" y="46468"/>
                </a:lnTo>
                <a:lnTo>
                  <a:pt x="13952" y="45664"/>
                </a:lnTo>
                <a:lnTo>
                  <a:pt x="36816" y="45664"/>
                </a:lnTo>
                <a:lnTo>
                  <a:pt x="35118" y="46468"/>
                </a:lnTo>
                <a:lnTo>
                  <a:pt x="35980" y="49362"/>
                </a:lnTo>
                <a:lnTo>
                  <a:pt x="35702" y="49640"/>
                </a:lnTo>
                <a:lnTo>
                  <a:pt x="20124" y="49640"/>
                </a:lnTo>
                <a:lnTo>
                  <a:pt x="16444" y="50334"/>
                </a:lnTo>
                <a:close/>
              </a:path>
              <a:path w="50165" h="50800">
                <a:moveTo>
                  <a:pt x="42382" y="46468"/>
                </a:moveTo>
                <a:lnTo>
                  <a:pt x="41459" y="46468"/>
                </a:lnTo>
                <a:lnTo>
                  <a:pt x="39605" y="46219"/>
                </a:lnTo>
                <a:lnTo>
                  <a:pt x="37895" y="46219"/>
                </a:lnTo>
                <a:lnTo>
                  <a:pt x="35345" y="45664"/>
                </a:lnTo>
                <a:lnTo>
                  <a:pt x="43187" y="45664"/>
                </a:lnTo>
                <a:lnTo>
                  <a:pt x="42382" y="46468"/>
                </a:lnTo>
                <a:close/>
              </a:path>
              <a:path w="50165" h="50800">
                <a:moveTo>
                  <a:pt x="28591" y="49932"/>
                </a:moveTo>
                <a:lnTo>
                  <a:pt x="22909" y="49640"/>
                </a:lnTo>
                <a:lnTo>
                  <a:pt x="34099" y="49640"/>
                </a:lnTo>
                <a:lnTo>
                  <a:pt x="28591" y="49932"/>
                </a:lnTo>
                <a:close/>
              </a:path>
              <a:path w="50165" h="50800">
                <a:moveTo>
                  <a:pt x="35256" y="50086"/>
                </a:moveTo>
                <a:lnTo>
                  <a:pt x="32004" y="49640"/>
                </a:lnTo>
                <a:lnTo>
                  <a:pt x="35702" y="49640"/>
                </a:lnTo>
                <a:lnTo>
                  <a:pt x="35256" y="500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235751" y="2656303"/>
            <a:ext cx="50800" cy="50165"/>
          </a:xfrm>
          <a:custGeom>
            <a:avLst/>
            <a:gdLst/>
            <a:ahLst/>
            <a:cxnLst/>
            <a:rect l="l" t="t" r="r" b="b"/>
            <a:pathLst>
              <a:path w="50800" h="50164">
                <a:moveTo>
                  <a:pt x="22021" y="50151"/>
                </a:moveTo>
                <a:lnTo>
                  <a:pt x="21341" y="49326"/>
                </a:lnTo>
                <a:lnTo>
                  <a:pt x="21889" y="46190"/>
                </a:lnTo>
                <a:lnTo>
                  <a:pt x="19601" y="45576"/>
                </a:lnTo>
                <a:lnTo>
                  <a:pt x="16634" y="46117"/>
                </a:lnTo>
                <a:lnTo>
                  <a:pt x="13872" y="46117"/>
                </a:lnTo>
                <a:lnTo>
                  <a:pt x="11635" y="46468"/>
                </a:lnTo>
                <a:lnTo>
                  <a:pt x="10517" y="45788"/>
                </a:lnTo>
                <a:lnTo>
                  <a:pt x="11518" y="43069"/>
                </a:lnTo>
                <a:lnTo>
                  <a:pt x="10568" y="42119"/>
                </a:lnTo>
                <a:lnTo>
                  <a:pt x="7922" y="43172"/>
                </a:lnTo>
                <a:lnTo>
                  <a:pt x="7009" y="41805"/>
                </a:lnTo>
                <a:lnTo>
                  <a:pt x="7981" y="39985"/>
                </a:lnTo>
                <a:lnTo>
                  <a:pt x="7549" y="39108"/>
                </a:lnTo>
                <a:lnTo>
                  <a:pt x="7184" y="38779"/>
                </a:lnTo>
                <a:lnTo>
                  <a:pt x="4202" y="39510"/>
                </a:lnTo>
                <a:lnTo>
                  <a:pt x="3245" y="37113"/>
                </a:lnTo>
                <a:lnTo>
                  <a:pt x="4567" y="34182"/>
                </a:lnTo>
                <a:lnTo>
                  <a:pt x="3888" y="31463"/>
                </a:lnTo>
                <a:lnTo>
                  <a:pt x="4472" y="29007"/>
                </a:lnTo>
                <a:lnTo>
                  <a:pt x="3829" y="28372"/>
                </a:lnTo>
                <a:lnTo>
                  <a:pt x="555" y="28796"/>
                </a:lnTo>
                <a:lnTo>
                  <a:pt x="0" y="22006"/>
                </a:lnTo>
                <a:lnTo>
                  <a:pt x="833" y="21326"/>
                </a:lnTo>
                <a:lnTo>
                  <a:pt x="3961" y="21867"/>
                </a:lnTo>
                <a:lnTo>
                  <a:pt x="4582" y="19587"/>
                </a:lnTo>
                <a:lnTo>
                  <a:pt x="4041" y="16612"/>
                </a:lnTo>
                <a:lnTo>
                  <a:pt x="4041" y="13739"/>
                </a:lnTo>
                <a:lnTo>
                  <a:pt x="3705" y="11759"/>
                </a:lnTo>
                <a:lnTo>
                  <a:pt x="4253" y="10590"/>
                </a:lnTo>
                <a:lnTo>
                  <a:pt x="7140" y="11408"/>
                </a:lnTo>
                <a:lnTo>
                  <a:pt x="7549" y="11043"/>
                </a:lnTo>
                <a:lnTo>
                  <a:pt x="7981" y="10166"/>
                </a:lnTo>
                <a:lnTo>
                  <a:pt x="7009" y="8346"/>
                </a:lnTo>
                <a:lnTo>
                  <a:pt x="7922" y="6979"/>
                </a:lnTo>
                <a:lnTo>
                  <a:pt x="10568" y="8032"/>
                </a:lnTo>
                <a:lnTo>
                  <a:pt x="11518" y="7082"/>
                </a:lnTo>
                <a:lnTo>
                  <a:pt x="10524" y="4348"/>
                </a:lnTo>
                <a:lnTo>
                  <a:pt x="12644" y="3084"/>
                </a:lnTo>
                <a:lnTo>
                  <a:pt x="16240" y="4494"/>
                </a:lnTo>
                <a:lnTo>
                  <a:pt x="18695" y="3880"/>
                </a:lnTo>
                <a:lnTo>
                  <a:pt x="21151" y="4472"/>
                </a:lnTo>
                <a:lnTo>
                  <a:pt x="21794" y="3829"/>
                </a:lnTo>
                <a:lnTo>
                  <a:pt x="21370" y="548"/>
                </a:lnTo>
                <a:lnTo>
                  <a:pt x="28160" y="0"/>
                </a:lnTo>
                <a:lnTo>
                  <a:pt x="28876" y="869"/>
                </a:lnTo>
                <a:lnTo>
                  <a:pt x="28247" y="3917"/>
                </a:lnTo>
                <a:lnTo>
                  <a:pt x="29475" y="4341"/>
                </a:lnTo>
                <a:lnTo>
                  <a:pt x="31171" y="4034"/>
                </a:lnTo>
                <a:lnTo>
                  <a:pt x="32896" y="4034"/>
                </a:lnTo>
                <a:lnTo>
                  <a:pt x="34920" y="3690"/>
                </a:lnTo>
                <a:lnTo>
                  <a:pt x="36324" y="4385"/>
                </a:lnTo>
                <a:lnTo>
                  <a:pt x="38582" y="3500"/>
                </a:lnTo>
                <a:lnTo>
                  <a:pt x="39708" y="4619"/>
                </a:lnTo>
                <a:lnTo>
                  <a:pt x="38538" y="6958"/>
                </a:lnTo>
                <a:lnTo>
                  <a:pt x="39708" y="8126"/>
                </a:lnTo>
                <a:lnTo>
                  <a:pt x="42046" y="6957"/>
                </a:lnTo>
                <a:lnTo>
                  <a:pt x="43208" y="8127"/>
                </a:lnTo>
                <a:lnTo>
                  <a:pt x="42163" y="10348"/>
                </a:lnTo>
                <a:lnTo>
                  <a:pt x="42624" y="11043"/>
                </a:lnTo>
                <a:lnTo>
                  <a:pt x="43070" y="11438"/>
                </a:lnTo>
                <a:lnTo>
                  <a:pt x="45869" y="10561"/>
                </a:lnTo>
                <a:lnTo>
                  <a:pt x="47053" y="12768"/>
                </a:lnTo>
                <a:lnTo>
                  <a:pt x="45650" y="16137"/>
                </a:lnTo>
                <a:lnTo>
                  <a:pt x="46286" y="18688"/>
                </a:lnTo>
                <a:lnTo>
                  <a:pt x="45701" y="21143"/>
                </a:lnTo>
                <a:lnTo>
                  <a:pt x="46329" y="21764"/>
                </a:lnTo>
                <a:lnTo>
                  <a:pt x="49626" y="21377"/>
                </a:lnTo>
                <a:lnTo>
                  <a:pt x="50188" y="28130"/>
                </a:lnTo>
                <a:lnTo>
                  <a:pt x="49333" y="28825"/>
                </a:lnTo>
                <a:lnTo>
                  <a:pt x="46205" y="28284"/>
                </a:lnTo>
                <a:lnTo>
                  <a:pt x="45591" y="30564"/>
                </a:lnTo>
                <a:lnTo>
                  <a:pt x="46132" y="33539"/>
                </a:lnTo>
                <a:lnTo>
                  <a:pt x="46132" y="36294"/>
                </a:lnTo>
                <a:lnTo>
                  <a:pt x="46483" y="38531"/>
                </a:lnTo>
                <a:lnTo>
                  <a:pt x="45803" y="39642"/>
                </a:lnTo>
                <a:lnTo>
                  <a:pt x="43084" y="38648"/>
                </a:lnTo>
                <a:lnTo>
                  <a:pt x="42134" y="39590"/>
                </a:lnTo>
                <a:lnTo>
                  <a:pt x="43187" y="42244"/>
                </a:lnTo>
                <a:lnTo>
                  <a:pt x="41820" y="43121"/>
                </a:lnTo>
                <a:lnTo>
                  <a:pt x="39993" y="42170"/>
                </a:lnTo>
                <a:lnTo>
                  <a:pt x="39123" y="42609"/>
                </a:lnTo>
                <a:lnTo>
                  <a:pt x="38801" y="42974"/>
                </a:lnTo>
                <a:lnTo>
                  <a:pt x="39525" y="45956"/>
                </a:lnTo>
                <a:lnTo>
                  <a:pt x="37127" y="46914"/>
                </a:lnTo>
                <a:lnTo>
                  <a:pt x="34204" y="45591"/>
                </a:lnTo>
                <a:lnTo>
                  <a:pt x="31485" y="46270"/>
                </a:lnTo>
                <a:lnTo>
                  <a:pt x="29030" y="45686"/>
                </a:lnTo>
                <a:lnTo>
                  <a:pt x="28386" y="46329"/>
                </a:lnTo>
                <a:lnTo>
                  <a:pt x="28818" y="49603"/>
                </a:lnTo>
                <a:lnTo>
                  <a:pt x="22021" y="50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0" y="2659584"/>
            <a:ext cx="20320" cy="43815"/>
          </a:xfrm>
          <a:custGeom>
            <a:avLst/>
            <a:gdLst/>
            <a:ahLst/>
            <a:cxnLst/>
            <a:rect l="l" t="t" r="r" b="b"/>
            <a:pathLst>
              <a:path w="20320" h="43814">
                <a:moveTo>
                  <a:pt x="3013" y="43390"/>
                </a:moveTo>
                <a:lnTo>
                  <a:pt x="0" y="42813"/>
                </a:lnTo>
                <a:lnTo>
                  <a:pt x="0" y="543"/>
                </a:lnTo>
                <a:lnTo>
                  <a:pt x="2486" y="891"/>
                </a:lnTo>
                <a:lnTo>
                  <a:pt x="7829" y="0"/>
                </a:lnTo>
                <a:lnTo>
                  <a:pt x="9006" y="1447"/>
                </a:lnTo>
                <a:lnTo>
                  <a:pt x="7983" y="3457"/>
                </a:lnTo>
                <a:lnTo>
                  <a:pt x="8436" y="4246"/>
                </a:lnTo>
                <a:lnTo>
                  <a:pt x="9313" y="4684"/>
                </a:lnTo>
                <a:lnTo>
                  <a:pt x="11147" y="3705"/>
                </a:lnTo>
                <a:lnTo>
                  <a:pt x="12514" y="4633"/>
                </a:lnTo>
                <a:lnTo>
                  <a:pt x="11447" y="7257"/>
                </a:lnTo>
                <a:lnTo>
                  <a:pt x="12499" y="8302"/>
                </a:lnTo>
                <a:lnTo>
                  <a:pt x="14955" y="7162"/>
                </a:lnTo>
                <a:lnTo>
                  <a:pt x="16000" y="8405"/>
                </a:lnTo>
                <a:lnTo>
                  <a:pt x="14853" y="10656"/>
                </a:lnTo>
                <a:lnTo>
                  <a:pt x="15942" y="11744"/>
                </a:lnTo>
                <a:lnTo>
                  <a:pt x="18587" y="10692"/>
                </a:lnTo>
                <a:lnTo>
                  <a:pt x="19420" y="11942"/>
                </a:lnTo>
                <a:lnTo>
                  <a:pt x="18770" y="13937"/>
                </a:lnTo>
                <a:lnTo>
                  <a:pt x="19194" y="15778"/>
                </a:lnTo>
                <a:lnTo>
                  <a:pt x="18960" y="17218"/>
                </a:lnTo>
                <a:lnTo>
                  <a:pt x="18960" y="20529"/>
                </a:lnTo>
                <a:lnTo>
                  <a:pt x="19267" y="23036"/>
                </a:lnTo>
                <a:lnTo>
                  <a:pt x="18814" y="26347"/>
                </a:lnTo>
                <a:lnTo>
                  <a:pt x="19698" y="31697"/>
                </a:lnTo>
                <a:lnTo>
                  <a:pt x="18448" y="32720"/>
                </a:lnTo>
                <a:lnTo>
                  <a:pt x="15795" y="31770"/>
                </a:lnTo>
                <a:lnTo>
                  <a:pt x="14999" y="33005"/>
                </a:lnTo>
                <a:lnTo>
                  <a:pt x="16037" y="35220"/>
                </a:lnTo>
                <a:lnTo>
                  <a:pt x="14962" y="36294"/>
                </a:lnTo>
                <a:lnTo>
                  <a:pt x="12316" y="35241"/>
                </a:lnTo>
                <a:lnTo>
                  <a:pt x="11637" y="36258"/>
                </a:lnTo>
                <a:lnTo>
                  <a:pt x="12382" y="39071"/>
                </a:lnTo>
                <a:lnTo>
                  <a:pt x="11038" y="39795"/>
                </a:lnTo>
                <a:lnTo>
                  <a:pt x="9393" y="38910"/>
                </a:lnTo>
                <a:lnTo>
                  <a:pt x="8436" y="39305"/>
                </a:lnTo>
                <a:lnTo>
                  <a:pt x="7968" y="40007"/>
                </a:lnTo>
                <a:lnTo>
                  <a:pt x="9020" y="42229"/>
                </a:lnTo>
                <a:lnTo>
                  <a:pt x="7983" y="43266"/>
                </a:lnTo>
                <a:lnTo>
                  <a:pt x="5578" y="42616"/>
                </a:lnTo>
                <a:lnTo>
                  <a:pt x="3013" y="43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1449996" y="266002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20420" y="306"/>
                </a:moveTo>
                <a:lnTo>
                  <a:pt x="17836" y="306"/>
                </a:lnTo>
                <a:lnTo>
                  <a:pt x="18702" y="0"/>
                </a:lnTo>
                <a:lnTo>
                  <a:pt x="20420" y="306"/>
                </a:lnTo>
                <a:close/>
              </a:path>
              <a:path w="43180" h="43180">
                <a:moveTo>
                  <a:pt x="24842" y="306"/>
                </a:moveTo>
                <a:lnTo>
                  <a:pt x="22466" y="306"/>
                </a:lnTo>
                <a:lnTo>
                  <a:pt x="23723" y="168"/>
                </a:lnTo>
                <a:lnTo>
                  <a:pt x="24842" y="306"/>
                </a:lnTo>
                <a:close/>
              </a:path>
              <a:path w="43180" h="43180">
                <a:moveTo>
                  <a:pt x="24602" y="3661"/>
                </a:moveTo>
                <a:lnTo>
                  <a:pt x="18203" y="3661"/>
                </a:lnTo>
                <a:lnTo>
                  <a:pt x="17413" y="306"/>
                </a:lnTo>
                <a:lnTo>
                  <a:pt x="25081" y="306"/>
                </a:lnTo>
                <a:lnTo>
                  <a:pt x="24715" y="2864"/>
                </a:lnTo>
                <a:lnTo>
                  <a:pt x="24602" y="3661"/>
                </a:lnTo>
                <a:close/>
              </a:path>
              <a:path w="43180" h="43180">
                <a:moveTo>
                  <a:pt x="38956" y="7739"/>
                </a:moveTo>
                <a:lnTo>
                  <a:pt x="6680" y="7739"/>
                </a:lnTo>
                <a:lnTo>
                  <a:pt x="7316" y="7315"/>
                </a:lnTo>
                <a:lnTo>
                  <a:pt x="7923" y="6621"/>
                </a:lnTo>
                <a:lnTo>
                  <a:pt x="7648" y="6621"/>
                </a:lnTo>
                <a:lnTo>
                  <a:pt x="6971" y="4611"/>
                </a:lnTo>
                <a:lnTo>
                  <a:pt x="6848" y="4246"/>
                </a:lnTo>
                <a:lnTo>
                  <a:pt x="6804" y="4114"/>
                </a:lnTo>
                <a:lnTo>
                  <a:pt x="8931" y="2864"/>
                </a:lnTo>
                <a:lnTo>
                  <a:pt x="12402" y="4246"/>
                </a:lnTo>
                <a:lnTo>
                  <a:pt x="25918" y="4246"/>
                </a:lnTo>
                <a:lnTo>
                  <a:pt x="26837" y="4611"/>
                </a:lnTo>
                <a:lnTo>
                  <a:pt x="35850" y="4611"/>
                </a:lnTo>
                <a:lnTo>
                  <a:pt x="34898" y="6621"/>
                </a:lnTo>
                <a:lnTo>
                  <a:pt x="35366" y="7315"/>
                </a:lnTo>
                <a:lnTo>
                  <a:pt x="38874" y="7315"/>
                </a:lnTo>
                <a:lnTo>
                  <a:pt x="38956" y="7739"/>
                </a:lnTo>
                <a:close/>
              </a:path>
              <a:path w="43180" h="43180">
                <a:moveTo>
                  <a:pt x="35850" y="4611"/>
                </a:moveTo>
                <a:lnTo>
                  <a:pt x="26837" y="4611"/>
                </a:lnTo>
                <a:lnTo>
                  <a:pt x="29768" y="3296"/>
                </a:lnTo>
                <a:lnTo>
                  <a:pt x="32486" y="3968"/>
                </a:lnTo>
                <a:lnTo>
                  <a:pt x="35523" y="3968"/>
                </a:lnTo>
                <a:lnTo>
                  <a:pt x="35798" y="4246"/>
                </a:lnTo>
                <a:lnTo>
                  <a:pt x="36023" y="4246"/>
                </a:lnTo>
                <a:lnTo>
                  <a:pt x="35850" y="4611"/>
                </a:lnTo>
                <a:close/>
              </a:path>
              <a:path w="43180" h="43180">
                <a:moveTo>
                  <a:pt x="35523" y="3968"/>
                </a:moveTo>
                <a:lnTo>
                  <a:pt x="32486" y="3968"/>
                </a:lnTo>
                <a:lnTo>
                  <a:pt x="35309" y="3296"/>
                </a:lnTo>
                <a:lnTo>
                  <a:pt x="34855" y="3296"/>
                </a:lnTo>
                <a:lnTo>
                  <a:pt x="35523" y="3968"/>
                </a:lnTo>
                <a:close/>
              </a:path>
              <a:path w="43180" h="43180">
                <a:moveTo>
                  <a:pt x="17409" y="4246"/>
                </a:moveTo>
                <a:lnTo>
                  <a:pt x="12592" y="4246"/>
                </a:lnTo>
                <a:lnTo>
                  <a:pt x="14953" y="3661"/>
                </a:lnTo>
                <a:lnTo>
                  <a:pt x="17409" y="4246"/>
                </a:lnTo>
                <a:close/>
              </a:path>
              <a:path w="43180" h="43180">
                <a:moveTo>
                  <a:pt x="25918" y="4246"/>
                </a:moveTo>
                <a:lnTo>
                  <a:pt x="17409" y="4246"/>
                </a:lnTo>
                <a:lnTo>
                  <a:pt x="17988" y="3661"/>
                </a:lnTo>
                <a:lnTo>
                  <a:pt x="24446" y="3661"/>
                </a:lnTo>
                <a:lnTo>
                  <a:pt x="25918" y="4246"/>
                </a:lnTo>
                <a:close/>
              </a:path>
              <a:path w="43180" h="43180">
                <a:moveTo>
                  <a:pt x="39122" y="18088"/>
                </a:moveTo>
                <a:lnTo>
                  <a:pt x="3712" y="18088"/>
                </a:lnTo>
                <a:lnTo>
                  <a:pt x="4604" y="15852"/>
                </a:lnTo>
                <a:lnTo>
                  <a:pt x="3288" y="12921"/>
                </a:lnTo>
                <a:lnTo>
                  <a:pt x="3961" y="10195"/>
                </a:lnTo>
                <a:lnTo>
                  <a:pt x="3376" y="7739"/>
                </a:lnTo>
                <a:lnTo>
                  <a:pt x="4511" y="6621"/>
                </a:lnTo>
                <a:lnTo>
                  <a:pt x="4142" y="6621"/>
                </a:lnTo>
                <a:lnTo>
                  <a:pt x="6520" y="7739"/>
                </a:lnTo>
                <a:lnTo>
                  <a:pt x="38956" y="7739"/>
                </a:lnTo>
                <a:lnTo>
                  <a:pt x="39305" y="9552"/>
                </a:lnTo>
                <a:lnTo>
                  <a:pt x="38326" y="12132"/>
                </a:lnTo>
                <a:lnTo>
                  <a:pt x="39028" y="14960"/>
                </a:lnTo>
                <a:lnTo>
                  <a:pt x="38443" y="17416"/>
                </a:lnTo>
                <a:lnTo>
                  <a:pt x="39122" y="18088"/>
                </a:lnTo>
                <a:close/>
              </a:path>
              <a:path w="43180" h="43180">
                <a:moveTo>
                  <a:pt x="42475" y="18088"/>
                </a:moveTo>
                <a:lnTo>
                  <a:pt x="39541" y="18088"/>
                </a:lnTo>
                <a:lnTo>
                  <a:pt x="42373" y="17416"/>
                </a:lnTo>
                <a:lnTo>
                  <a:pt x="42475" y="18088"/>
                </a:lnTo>
                <a:close/>
              </a:path>
              <a:path w="43180" h="43180">
                <a:moveTo>
                  <a:pt x="438" y="25243"/>
                </a:moveTo>
                <a:lnTo>
                  <a:pt x="0" y="23986"/>
                </a:lnTo>
                <a:lnTo>
                  <a:pt x="269" y="22474"/>
                </a:lnTo>
                <a:lnTo>
                  <a:pt x="336" y="17606"/>
                </a:lnTo>
                <a:lnTo>
                  <a:pt x="3712" y="18088"/>
                </a:lnTo>
                <a:lnTo>
                  <a:pt x="42475" y="18088"/>
                </a:lnTo>
                <a:lnTo>
                  <a:pt x="42689" y="18702"/>
                </a:lnTo>
                <a:lnTo>
                  <a:pt x="42420" y="20215"/>
                </a:lnTo>
                <a:lnTo>
                  <a:pt x="42423" y="24520"/>
                </a:lnTo>
                <a:lnTo>
                  <a:pt x="3478" y="24520"/>
                </a:lnTo>
                <a:lnTo>
                  <a:pt x="438" y="25243"/>
                </a:lnTo>
                <a:close/>
              </a:path>
              <a:path w="43180" h="43180">
                <a:moveTo>
                  <a:pt x="4215" y="35841"/>
                </a:moveTo>
                <a:lnTo>
                  <a:pt x="4086" y="35841"/>
                </a:lnTo>
                <a:lnTo>
                  <a:pt x="2857" y="33751"/>
                </a:lnTo>
                <a:lnTo>
                  <a:pt x="4268" y="30206"/>
                </a:lnTo>
                <a:lnTo>
                  <a:pt x="3654" y="27728"/>
                </a:lnTo>
                <a:lnTo>
                  <a:pt x="4209" y="25243"/>
                </a:lnTo>
                <a:lnTo>
                  <a:pt x="3478" y="24520"/>
                </a:lnTo>
                <a:lnTo>
                  <a:pt x="39001" y="24520"/>
                </a:lnTo>
                <a:lnTo>
                  <a:pt x="38085" y="26844"/>
                </a:lnTo>
                <a:lnTo>
                  <a:pt x="39400" y="29767"/>
                </a:lnTo>
                <a:lnTo>
                  <a:pt x="38721" y="32486"/>
                </a:lnTo>
                <a:lnTo>
                  <a:pt x="39295" y="34905"/>
                </a:lnTo>
                <a:lnTo>
                  <a:pt x="7015" y="34905"/>
                </a:lnTo>
                <a:lnTo>
                  <a:pt x="4215" y="35841"/>
                </a:lnTo>
                <a:close/>
              </a:path>
              <a:path w="43180" h="43180">
                <a:moveTo>
                  <a:pt x="42353" y="25082"/>
                </a:moveTo>
                <a:lnTo>
                  <a:pt x="38406" y="24520"/>
                </a:lnTo>
                <a:lnTo>
                  <a:pt x="42423" y="24520"/>
                </a:lnTo>
                <a:lnTo>
                  <a:pt x="42353" y="25082"/>
                </a:lnTo>
                <a:close/>
              </a:path>
              <a:path w="43180" h="43180">
                <a:moveTo>
                  <a:pt x="7907" y="39224"/>
                </a:moveTo>
                <a:lnTo>
                  <a:pt x="6804" y="38574"/>
                </a:lnTo>
                <a:lnTo>
                  <a:pt x="7725" y="35841"/>
                </a:lnTo>
                <a:lnTo>
                  <a:pt x="7316" y="35373"/>
                </a:lnTo>
                <a:lnTo>
                  <a:pt x="6773" y="34905"/>
                </a:lnTo>
                <a:lnTo>
                  <a:pt x="36068" y="34905"/>
                </a:lnTo>
                <a:lnTo>
                  <a:pt x="35373" y="35373"/>
                </a:lnTo>
                <a:lnTo>
                  <a:pt x="34964" y="35841"/>
                </a:lnTo>
                <a:lnTo>
                  <a:pt x="35797" y="38333"/>
                </a:lnTo>
                <a:lnTo>
                  <a:pt x="15852" y="38333"/>
                </a:lnTo>
                <a:lnTo>
                  <a:pt x="12885" y="38874"/>
                </a:lnTo>
                <a:lnTo>
                  <a:pt x="10108" y="38874"/>
                </a:lnTo>
                <a:lnTo>
                  <a:pt x="7907" y="39224"/>
                </a:lnTo>
                <a:close/>
              </a:path>
              <a:path w="43180" h="43180">
                <a:moveTo>
                  <a:pt x="38407" y="35841"/>
                </a:moveTo>
                <a:lnTo>
                  <a:pt x="38064" y="35841"/>
                </a:lnTo>
                <a:lnTo>
                  <a:pt x="36068" y="34905"/>
                </a:lnTo>
                <a:lnTo>
                  <a:pt x="39350" y="34905"/>
                </a:lnTo>
                <a:lnTo>
                  <a:pt x="38407" y="35841"/>
                </a:lnTo>
                <a:close/>
              </a:path>
              <a:path w="43180" h="43180">
                <a:moveTo>
                  <a:pt x="18293" y="42930"/>
                </a:moveTo>
                <a:lnTo>
                  <a:pt x="17592" y="42082"/>
                </a:lnTo>
                <a:lnTo>
                  <a:pt x="17987" y="39824"/>
                </a:lnTo>
                <a:lnTo>
                  <a:pt x="18092" y="39224"/>
                </a:lnTo>
                <a:lnTo>
                  <a:pt x="18154" y="38874"/>
                </a:lnTo>
                <a:lnTo>
                  <a:pt x="17844" y="38874"/>
                </a:lnTo>
                <a:lnTo>
                  <a:pt x="15852" y="38333"/>
                </a:lnTo>
                <a:lnTo>
                  <a:pt x="25381" y="38333"/>
                </a:lnTo>
                <a:lnTo>
                  <a:pt x="24500" y="39224"/>
                </a:lnTo>
                <a:lnTo>
                  <a:pt x="24670" y="39224"/>
                </a:lnTo>
                <a:lnTo>
                  <a:pt x="25012" y="42082"/>
                </a:lnTo>
                <a:lnTo>
                  <a:pt x="25046" y="42368"/>
                </a:lnTo>
                <a:lnTo>
                  <a:pt x="18293" y="42930"/>
                </a:lnTo>
                <a:close/>
              </a:path>
              <a:path w="43180" h="43180">
                <a:moveTo>
                  <a:pt x="28348" y="38874"/>
                </a:moveTo>
                <a:lnTo>
                  <a:pt x="27084" y="38874"/>
                </a:lnTo>
                <a:lnTo>
                  <a:pt x="24814" y="38333"/>
                </a:lnTo>
                <a:lnTo>
                  <a:pt x="30530" y="38333"/>
                </a:lnTo>
                <a:lnTo>
                  <a:pt x="28348" y="38874"/>
                </a:lnTo>
                <a:close/>
              </a:path>
              <a:path w="43180" h="43180">
                <a:moveTo>
                  <a:pt x="33751" y="39824"/>
                </a:moveTo>
                <a:lnTo>
                  <a:pt x="30004" y="38333"/>
                </a:lnTo>
                <a:lnTo>
                  <a:pt x="35797" y="38333"/>
                </a:lnTo>
                <a:lnTo>
                  <a:pt x="35878" y="38574"/>
                </a:lnTo>
                <a:lnTo>
                  <a:pt x="33751" y="39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1667340" y="2666623"/>
            <a:ext cx="29209" cy="29845"/>
          </a:xfrm>
          <a:custGeom>
            <a:avLst/>
            <a:gdLst/>
            <a:ahLst/>
            <a:cxnLst/>
            <a:rect l="l" t="t" r="r" b="b"/>
            <a:pathLst>
              <a:path w="29210" h="29844">
                <a:moveTo>
                  <a:pt x="25009" y="4224"/>
                </a:moveTo>
                <a:lnTo>
                  <a:pt x="3968" y="4224"/>
                </a:lnTo>
                <a:lnTo>
                  <a:pt x="4297" y="3851"/>
                </a:lnTo>
                <a:lnTo>
                  <a:pt x="3527" y="826"/>
                </a:lnTo>
                <a:lnTo>
                  <a:pt x="19177" y="826"/>
                </a:lnTo>
                <a:lnTo>
                  <a:pt x="24417" y="0"/>
                </a:lnTo>
                <a:lnTo>
                  <a:pt x="25579" y="1418"/>
                </a:lnTo>
                <a:lnTo>
                  <a:pt x="24549" y="3435"/>
                </a:lnTo>
                <a:lnTo>
                  <a:pt x="25009" y="4224"/>
                </a:lnTo>
                <a:close/>
              </a:path>
              <a:path w="29210" h="29844">
                <a:moveTo>
                  <a:pt x="6511" y="826"/>
                </a:moveTo>
                <a:lnTo>
                  <a:pt x="3699" y="826"/>
                </a:lnTo>
                <a:lnTo>
                  <a:pt x="4845" y="343"/>
                </a:lnTo>
                <a:lnTo>
                  <a:pt x="6511" y="826"/>
                </a:lnTo>
                <a:close/>
              </a:path>
              <a:path w="29210" h="29844">
                <a:moveTo>
                  <a:pt x="18857" y="826"/>
                </a:moveTo>
                <a:lnTo>
                  <a:pt x="6511" y="826"/>
                </a:lnTo>
                <a:lnTo>
                  <a:pt x="10870" y="343"/>
                </a:lnTo>
                <a:lnTo>
                  <a:pt x="14865" y="343"/>
                </a:lnTo>
                <a:lnTo>
                  <a:pt x="18857" y="826"/>
                </a:lnTo>
                <a:close/>
              </a:path>
              <a:path w="29210" h="29844">
                <a:moveTo>
                  <a:pt x="28342" y="25682"/>
                </a:moveTo>
                <a:lnTo>
                  <a:pt x="24843" y="24805"/>
                </a:lnTo>
                <a:lnTo>
                  <a:pt x="140" y="24805"/>
                </a:lnTo>
                <a:lnTo>
                  <a:pt x="440" y="22627"/>
                </a:lnTo>
                <a:lnTo>
                  <a:pt x="489" y="22269"/>
                </a:lnTo>
                <a:lnTo>
                  <a:pt x="153" y="15933"/>
                </a:lnTo>
                <a:lnTo>
                  <a:pt x="686" y="10049"/>
                </a:lnTo>
                <a:lnTo>
                  <a:pt x="460" y="4224"/>
                </a:lnTo>
                <a:lnTo>
                  <a:pt x="28510" y="4224"/>
                </a:lnTo>
                <a:lnTo>
                  <a:pt x="28510" y="22627"/>
                </a:lnTo>
                <a:lnTo>
                  <a:pt x="28839" y="24476"/>
                </a:lnTo>
                <a:lnTo>
                  <a:pt x="28342" y="25682"/>
                </a:lnTo>
                <a:close/>
              </a:path>
              <a:path w="29210" h="29844">
                <a:moveTo>
                  <a:pt x="1401" y="25682"/>
                </a:moveTo>
                <a:lnTo>
                  <a:pt x="876" y="25682"/>
                </a:lnTo>
                <a:lnTo>
                  <a:pt x="0" y="24805"/>
                </a:lnTo>
                <a:lnTo>
                  <a:pt x="3259" y="24805"/>
                </a:lnTo>
                <a:lnTo>
                  <a:pt x="1401" y="25682"/>
                </a:lnTo>
                <a:close/>
              </a:path>
              <a:path w="29210" h="29844">
                <a:moveTo>
                  <a:pt x="24732" y="25682"/>
                </a:moveTo>
                <a:lnTo>
                  <a:pt x="4310" y="25682"/>
                </a:lnTo>
                <a:lnTo>
                  <a:pt x="3968" y="25266"/>
                </a:lnTo>
                <a:lnTo>
                  <a:pt x="3259" y="24805"/>
                </a:lnTo>
                <a:lnTo>
                  <a:pt x="25511" y="24805"/>
                </a:lnTo>
                <a:lnTo>
                  <a:pt x="25010" y="25266"/>
                </a:lnTo>
                <a:lnTo>
                  <a:pt x="24732" y="25682"/>
                </a:lnTo>
                <a:close/>
              </a:path>
              <a:path w="29210" h="29844">
                <a:moveTo>
                  <a:pt x="5042" y="29527"/>
                </a:moveTo>
                <a:lnTo>
                  <a:pt x="3420" y="28386"/>
                </a:lnTo>
                <a:lnTo>
                  <a:pt x="4451" y="25682"/>
                </a:lnTo>
                <a:lnTo>
                  <a:pt x="24408" y="25682"/>
                </a:lnTo>
                <a:lnTo>
                  <a:pt x="25587" y="28189"/>
                </a:lnTo>
                <a:lnTo>
                  <a:pt x="25032" y="28744"/>
                </a:lnTo>
                <a:lnTo>
                  <a:pt x="9781" y="28744"/>
                </a:lnTo>
                <a:lnTo>
                  <a:pt x="5042" y="29527"/>
                </a:lnTo>
                <a:close/>
              </a:path>
              <a:path w="29210" h="29844">
                <a:moveTo>
                  <a:pt x="24673" y="29102"/>
                </a:moveTo>
                <a:lnTo>
                  <a:pt x="22013" y="28744"/>
                </a:lnTo>
                <a:lnTo>
                  <a:pt x="25032" y="28744"/>
                </a:lnTo>
                <a:lnTo>
                  <a:pt x="24673" y="29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1885291" y="2674355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5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292295" y="2765268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0427" y="306"/>
                </a:moveTo>
                <a:lnTo>
                  <a:pt x="17830" y="306"/>
                </a:lnTo>
                <a:lnTo>
                  <a:pt x="18710" y="0"/>
                </a:lnTo>
                <a:lnTo>
                  <a:pt x="20427" y="306"/>
                </a:lnTo>
                <a:close/>
              </a:path>
              <a:path w="43179" h="43180">
                <a:moveTo>
                  <a:pt x="24856" y="306"/>
                </a:moveTo>
                <a:lnTo>
                  <a:pt x="22481" y="306"/>
                </a:lnTo>
                <a:lnTo>
                  <a:pt x="23738" y="168"/>
                </a:lnTo>
                <a:lnTo>
                  <a:pt x="24856" y="306"/>
                </a:lnTo>
                <a:close/>
              </a:path>
              <a:path w="43179" h="43180">
                <a:moveTo>
                  <a:pt x="24616" y="3654"/>
                </a:moveTo>
                <a:lnTo>
                  <a:pt x="18218" y="3654"/>
                </a:lnTo>
                <a:lnTo>
                  <a:pt x="17421" y="306"/>
                </a:lnTo>
                <a:lnTo>
                  <a:pt x="25095" y="306"/>
                </a:lnTo>
                <a:lnTo>
                  <a:pt x="24729" y="2864"/>
                </a:lnTo>
                <a:lnTo>
                  <a:pt x="24616" y="3654"/>
                </a:lnTo>
                <a:close/>
              </a:path>
              <a:path w="43179" h="43180">
                <a:moveTo>
                  <a:pt x="38969" y="7739"/>
                </a:moveTo>
                <a:lnTo>
                  <a:pt x="6687" y="7739"/>
                </a:lnTo>
                <a:lnTo>
                  <a:pt x="7323" y="7315"/>
                </a:lnTo>
                <a:lnTo>
                  <a:pt x="7930" y="6621"/>
                </a:lnTo>
                <a:lnTo>
                  <a:pt x="7656" y="6621"/>
                </a:lnTo>
                <a:lnTo>
                  <a:pt x="6978" y="4604"/>
                </a:lnTo>
                <a:lnTo>
                  <a:pt x="6856" y="4239"/>
                </a:lnTo>
                <a:lnTo>
                  <a:pt x="6811" y="4107"/>
                </a:lnTo>
                <a:lnTo>
                  <a:pt x="8938" y="2864"/>
                </a:lnTo>
                <a:lnTo>
                  <a:pt x="12417" y="4239"/>
                </a:lnTo>
                <a:lnTo>
                  <a:pt x="25932" y="4239"/>
                </a:lnTo>
                <a:lnTo>
                  <a:pt x="26852" y="4604"/>
                </a:lnTo>
                <a:lnTo>
                  <a:pt x="35865" y="4604"/>
                </a:lnTo>
                <a:lnTo>
                  <a:pt x="34913" y="6621"/>
                </a:lnTo>
                <a:lnTo>
                  <a:pt x="35381" y="7315"/>
                </a:lnTo>
                <a:lnTo>
                  <a:pt x="38889" y="7315"/>
                </a:lnTo>
                <a:lnTo>
                  <a:pt x="38969" y="7739"/>
                </a:lnTo>
                <a:close/>
              </a:path>
              <a:path w="43179" h="43180">
                <a:moveTo>
                  <a:pt x="35865" y="4604"/>
                </a:moveTo>
                <a:lnTo>
                  <a:pt x="26852" y="4604"/>
                </a:lnTo>
                <a:lnTo>
                  <a:pt x="29775" y="3288"/>
                </a:lnTo>
                <a:lnTo>
                  <a:pt x="32494" y="3961"/>
                </a:lnTo>
                <a:lnTo>
                  <a:pt x="35534" y="3961"/>
                </a:lnTo>
                <a:lnTo>
                  <a:pt x="35812" y="4239"/>
                </a:lnTo>
                <a:lnTo>
                  <a:pt x="36038" y="4239"/>
                </a:lnTo>
                <a:lnTo>
                  <a:pt x="35865" y="4604"/>
                </a:lnTo>
                <a:close/>
              </a:path>
              <a:path w="43179" h="43180">
                <a:moveTo>
                  <a:pt x="35534" y="3961"/>
                </a:moveTo>
                <a:lnTo>
                  <a:pt x="32494" y="3961"/>
                </a:lnTo>
                <a:lnTo>
                  <a:pt x="35317" y="3288"/>
                </a:lnTo>
                <a:lnTo>
                  <a:pt x="34862" y="3288"/>
                </a:lnTo>
                <a:lnTo>
                  <a:pt x="35534" y="3961"/>
                </a:lnTo>
                <a:close/>
              </a:path>
              <a:path w="43179" h="43180">
                <a:moveTo>
                  <a:pt x="17416" y="4239"/>
                </a:moveTo>
                <a:lnTo>
                  <a:pt x="12607" y="4239"/>
                </a:lnTo>
                <a:lnTo>
                  <a:pt x="14960" y="3654"/>
                </a:lnTo>
                <a:lnTo>
                  <a:pt x="17416" y="4239"/>
                </a:lnTo>
                <a:close/>
              </a:path>
              <a:path w="43179" h="43180">
                <a:moveTo>
                  <a:pt x="25932" y="4239"/>
                </a:moveTo>
                <a:lnTo>
                  <a:pt x="17416" y="4239"/>
                </a:lnTo>
                <a:lnTo>
                  <a:pt x="18001" y="3654"/>
                </a:lnTo>
                <a:lnTo>
                  <a:pt x="24461" y="3654"/>
                </a:lnTo>
                <a:lnTo>
                  <a:pt x="25932" y="4239"/>
                </a:lnTo>
                <a:close/>
              </a:path>
              <a:path w="43179" h="43180">
                <a:moveTo>
                  <a:pt x="39144" y="18088"/>
                </a:moveTo>
                <a:lnTo>
                  <a:pt x="3712" y="18088"/>
                </a:lnTo>
                <a:lnTo>
                  <a:pt x="4611" y="15844"/>
                </a:lnTo>
                <a:lnTo>
                  <a:pt x="3288" y="12921"/>
                </a:lnTo>
                <a:lnTo>
                  <a:pt x="3968" y="10195"/>
                </a:lnTo>
                <a:lnTo>
                  <a:pt x="3383" y="7739"/>
                </a:lnTo>
                <a:lnTo>
                  <a:pt x="4509" y="6621"/>
                </a:lnTo>
                <a:lnTo>
                  <a:pt x="4169" y="6621"/>
                </a:lnTo>
                <a:lnTo>
                  <a:pt x="6528" y="7739"/>
                </a:lnTo>
                <a:lnTo>
                  <a:pt x="38969" y="7739"/>
                </a:lnTo>
                <a:lnTo>
                  <a:pt x="39313" y="9552"/>
                </a:lnTo>
                <a:lnTo>
                  <a:pt x="38341" y="12132"/>
                </a:lnTo>
                <a:lnTo>
                  <a:pt x="39042" y="14953"/>
                </a:lnTo>
                <a:lnTo>
                  <a:pt x="38458" y="17409"/>
                </a:lnTo>
                <a:lnTo>
                  <a:pt x="39144" y="18088"/>
                </a:lnTo>
                <a:close/>
              </a:path>
              <a:path w="43179" h="43180">
                <a:moveTo>
                  <a:pt x="42486" y="18088"/>
                </a:moveTo>
                <a:lnTo>
                  <a:pt x="39528" y="18088"/>
                </a:lnTo>
                <a:lnTo>
                  <a:pt x="42411" y="17409"/>
                </a:lnTo>
                <a:lnTo>
                  <a:pt x="42486" y="18088"/>
                </a:lnTo>
                <a:close/>
              </a:path>
              <a:path w="43179" h="43180">
                <a:moveTo>
                  <a:pt x="445" y="25236"/>
                </a:moveTo>
                <a:lnTo>
                  <a:pt x="0" y="23979"/>
                </a:lnTo>
                <a:lnTo>
                  <a:pt x="270" y="22466"/>
                </a:lnTo>
                <a:lnTo>
                  <a:pt x="336" y="17606"/>
                </a:lnTo>
                <a:lnTo>
                  <a:pt x="3712" y="18088"/>
                </a:lnTo>
                <a:lnTo>
                  <a:pt x="42486" y="18088"/>
                </a:lnTo>
                <a:lnTo>
                  <a:pt x="42704" y="18702"/>
                </a:lnTo>
                <a:lnTo>
                  <a:pt x="42434" y="20215"/>
                </a:lnTo>
                <a:lnTo>
                  <a:pt x="42438" y="24520"/>
                </a:lnTo>
                <a:lnTo>
                  <a:pt x="3486" y="24520"/>
                </a:lnTo>
                <a:lnTo>
                  <a:pt x="445" y="25236"/>
                </a:lnTo>
                <a:close/>
              </a:path>
              <a:path w="43179" h="43180">
                <a:moveTo>
                  <a:pt x="4244" y="35834"/>
                </a:moveTo>
                <a:lnTo>
                  <a:pt x="4089" y="35834"/>
                </a:lnTo>
                <a:lnTo>
                  <a:pt x="2864" y="33751"/>
                </a:lnTo>
                <a:lnTo>
                  <a:pt x="4275" y="30199"/>
                </a:lnTo>
                <a:lnTo>
                  <a:pt x="3661" y="27728"/>
                </a:lnTo>
                <a:lnTo>
                  <a:pt x="3873" y="26836"/>
                </a:lnTo>
                <a:lnTo>
                  <a:pt x="4209" y="25236"/>
                </a:lnTo>
                <a:lnTo>
                  <a:pt x="3486" y="24520"/>
                </a:lnTo>
                <a:lnTo>
                  <a:pt x="39020" y="24520"/>
                </a:lnTo>
                <a:lnTo>
                  <a:pt x="38092" y="26836"/>
                </a:lnTo>
                <a:lnTo>
                  <a:pt x="39415" y="29767"/>
                </a:lnTo>
                <a:lnTo>
                  <a:pt x="38735" y="32486"/>
                </a:lnTo>
                <a:lnTo>
                  <a:pt x="39311" y="34905"/>
                </a:lnTo>
                <a:lnTo>
                  <a:pt x="7006" y="34905"/>
                </a:lnTo>
                <a:lnTo>
                  <a:pt x="4244" y="35834"/>
                </a:lnTo>
                <a:close/>
              </a:path>
              <a:path w="43179" h="43180">
                <a:moveTo>
                  <a:pt x="42368" y="25082"/>
                </a:moveTo>
                <a:lnTo>
                  <a:pt x="38486" y="24520"/>
                </a:lnTo>
                <a:lnTo>
                  <a:pt x="42438" y="24520"/>
                </a:lnTo>
                <a:lnTo>
                  <a:pt x="42368" y="25082"/>
                </a:lnTo>
                <a:close/>
              </a:path>
              <a:path w="43179" h="43180">
                <a:moveTo>
                  <a:pt x="35811" y="38333"/>
                </a:moveTo>
                <a:lnTo>
                  <a:pt x="6890" y="38333"/>
                </a:lnTo>
                <a:lnTo>
                  <a:pt x="7726" y="35834"/>
                </a:lnTo>
                <a:lnTo>
                  <a:pt x="7323" y="35366"/>
                </a:lnTo>
                <a:lnTo>
                  <a:pt x="6797" y="34905"/>
                </a:lnTo>
                <a:lnTo>
                  <a:pt x="36082" y="34905"/>
                </a:lnTo>
                <a:lnTo>
                  <a:pt x="35381" y="35366"/>
                </a:lnTo>
                <a:lnTo>
                  <a:pt x="34971" y="35834"/>
                </a:lnTo>
                <a:lnTo>
                  <a:pt x="35811" y="38333"/>
                </a:lnTo>
                <a:close/>
              </a:path>
              <a:path w="43179" h="43180">
                <a:moveTo>
                  <a:pt x="38422" y="35834"/>
                </a:moveTo>
                <a:lnTo>
                  <a:pt x="38056" y="35834"/>
                </a:lnTo>
                <a:lnTo>
                  <a:pt x="36082" y="34905"/>
                </a:lnTo>
                <a:lnTo>
                  <a:pt x="39357" y="34905"/>
                </a:lnTo>
                <a:lnTo>
                  <a:pt x="38422" y="35834"/>
                </a:lnTo>
                <a:close/>
              </a:path>
              <a:path w="43179" h="43180">
                <a:moveTo>
                  <a:pt x="7922" y="39224"/>
                </a:moveTo>
                <a:lnTo>
                  <a:pt x="6416" y="38333"/>
                </a:lnTo>
                <a:lnTo>
                  <a:pt x="15867" y="38333"/>
                </a:lnTo>
                <a:lnTo>
                  <a:pt x="12892" y="38874"/>
                </a:lnTo>
                <a:lnTo>
                  <a:pt x="10122" y="38874"/>
                </a:lnTo>
                <a:lnTo>
                  <a:pt x="7922" y="39224"/>
                </a:lnTo>
                <a:close/>
              </a:path>
              <a:path w="43179" h="43180">
                <a:moveTo>
                  <a:pt x="18300" y="42930"/>
                </a:moveTo>
                <a:lnTo>
                  <a:pt x="17599" y="42083"/>
                </a:lnTo>
                <a:lnTo>
                  <a:pt x="17994" y="39824"/>
                </a:lnTo>
                <a:lnTo>
                  <a:pt x="18098" y="39224"/>
                </a:lnTo>
                <a:lnTo>
                  <a:pt x="18160" y="38874"/>
                </a:lnTo>
                <a:lnTo>
                  <a:pt x="17875" y="38874"/>
                </a:lnTo>
                <a:lnTo>
                  <a:pt x="15867" y="38333"/>
                </a:lnTo>
                <a:lnTo>
                  <a:pt x="25397" y="38333"/>
                </a:lnTo>
                <a:lnTo>
                  <a:pt x="24505" y="39224"/>
                </a:lnTo>
                <a:lnTo>
                  <a:pt x="24677" y="39224"/>
                </a:lnTo>
                <a:lnTo>
                  <a:pt x="25019" y="42083"/>
                </a:lnTo>
                <a:lnTo>
                  <a:pt x="25053" y="42368"/>
                </a:lnTo>
                <a:lnTo>
                  <a:pt x="18300" y="42930"/>
                </a:lnTo>
                <a:close/>
              </a:path>
              <a:path w="43179" h="43180">
                <a:moveTo>
                  <a:pt x="28361" y="38874"/>
                </a:moveTo>
                <a:lnTo>
                  <a:pt x="27099" y="38874"/>
                </a:lnTo>
                <a:lnTo>
                  <a:pt x="24829" y="38333"/>
                </a:lnTo>
                <a:lnTo>
                  <a:pt x="30536" y="38333"/>
                </a:lnTo>
                <a:lnTo>
                  <a:pt x="28361" y="38874"/>
                </a:lnTo>
                <a:close/>
              </a:path>
              <a:path w="43179" h="43180">
                <a:moveTo>
                  <a:pt x="33765" y="39824"/>
                </a:moveTo>
                <a:lnTo>
                  <a:pt x="30011" y="38333"/>
                </a:lnTo>
                <a:lnTo>
                  <a:pt x="36303" y="38333"/>
                </a:lnTo>
                <a:lnTo>
                  <a:pt x="33765" y="39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502367" y="276480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11847" y="43573"/>
                </a:moveTo>
                <a:lnTo>
                  <a:pt x="10663" y="42133"/>
                </a:lnTo>
                <a:lnTo>
                  <a:pt x="11694" y="40124"/>
                </a:lnTo>
                <a:lnTo>
                  <a:pt x="11240" y="39334"/>
                </a:lnTo>
                <a:lnTo>
                  <a:pt x="10539" y="38866"/>
                </a:lnTo>
                <a:lnTo>
                  <a:pt x="8317" y="39919"/>
                </a:lnTo>
                <a:lnTo>
                  <a:pt x="7242" y="38844"/>
                </a:lnTo>
                <a:lnTo>
                  <a:pt x="8295" y="36199"/>
                </a:lnTo>
                <a:lnTo>
                  <a:pt x="7030" y="35366"/>
                </a:lnTo>
                <a:lnTo>
                  <a:pt x="4809" y="36411"/>
                </a:lnTo>
                <a:lnTo>
                  <a:pt x="3639" y="35241"/>
                </a:lnTo>
                <a:lnTo>
                  <a:pt x="4809" y="32903"/>
                </a:lnTo>
                <a:lnTo>
                  <a:pt x="3734" y="31836"/>
                </a:lnTo>
                <a:lnTo>
                  <a:pt x="1089" y="32881"/>
                </a:lnTo>
                <a:lnTo>
                  <a:pt x="255" y="31631"/>
                </a:lnTo>
                <a:lnTo>
                  <a:pt x="898" y="29643"/>
                </a:lnTo>
                <a:lnTo>
                  <a:pt x="482" y="27794"/>
                </a:lnTo>
                <a:lnTo>
                  <a:pt x="716" y="26362"/>
                </a:lnTo>
                <a:lnTo>
                  <a:pt x="716" y="23036"/>
                </a:lnTo>
                <a:lnTo>
                  <a:pt x="452" y="20566"/>
                </a:lnTo>
                <a:lnTo>
                  <a:pt x="833" y="17248"/>
                </a:lnTo>
                <a:lnTo>
                  <a:pt x="0" y="11868"/>
                </a:lnTo>
                <a:lnTo>
                  <a:pt x="1417" y="10706"/>
                </a:lnTo>
                <a:lnTo>
                  <a:pt x="3427" y="11737"/>
                </a:lnTo>
                <a:lnTo>
                  <a:pt x="4224" y="11284"/>
                </a:lnTo>
                <a:lnTo>
                  <a:pt x="4618" y="10333"/>
                </a:lnTo>
                <a:lnTo>
                  <a:pt x="3727" y="8667"/>
                </a:lnTo>
                <a:lnTo>
                  <a:pt x="4509" y="7264"/>
                </a:lnTo>
                <a:lnTo>
                  <a:pt x="7294" y="8221"/>
                </a:lnTo>
                <a:lnTo>
                  <a:pt x="8222" y="7286"/>
                </a:lnTo>
                <a:lnTo>
                  <a:pt x="7169" y="4640"/>
                </a:lnTo>
                <a:lnTo>
                  <a:pt x="8536" y="3756"/>
                </a:lnTo>
                <a:lnTo>
                  <a:pt x="10363" y="4706"/>
                </a:lnTo>
                <a:lnTo>
                  <a:pt x="11240" y="4268"/>
                </a:lnTo>
                <a:lnTo>
                  <a:pt x="11708" y="3566"/>
                </a:lnTo>
                <a:lnTo>
                  <a:pt x="10656" y="1352"/>
                </a:lnTo>
                <a:lnTo>
                  <a:pt x="11694" y="314"/>
                </a:lnTo>
                <a:lnTo>
                  <a:pt x="14098" y="957"/>
                </a:lnTo>
                <a:lnTo>
                  <a:pt x="15677" y="489"/>
                </a:lnTo>
                <a:lnTo>
                  <a:pt x="17277" y="767"/>
                </a:lnTo>
                <a:lnTo>
                  <a:pt x="20537" y="767"/>
                </a:lnTo>
                <a:lnTo>
                  <a:pt x="23007" y="504"/>
                </a:lnTo>
                <a:lnTo>
                  <a:pt x="27246" y="993"/>
                </a:lnTo>
                <a:lnTo>
                  <a:pt x="30491" y="0"/>
                </a:lnTo>
                <a:lnTo>
                  <a:pt x="32728" y="950"/>
                </a:lnTo>
                <a:lnTo>
                  <a:pt x="31924" y="3909"/>
                </a:lnTo>
                <a:lnTo>
                  <a:pt x="32881" y="4867"/>
                </a:lnTo>
                <a:lnTo>
                  <a:pt x="35183" y="3698"/>
                </a:lnTo>
                <a:lnTo>
                  <a:pt x="36389" y="4823"/>
                </a:lnTo>
                <a:lnTo>
                  <a:pt x="35220" y="7206"/>
                </a:lnTo>
                <a:lnTo>
                  <a:pt x="36287" y="8265"/>
                </a:lnTo>
                <a:lnTo>
                  <a:pt x="38933" y="7220"/>
                </a:lnTo>
                <a:lnTo>
                  <a:pt x="39846" y="8579"/>
                </a:lnTo>
                <a:lnTo>
                  <a:pt x="38875" y="10400"/>
                </a:lnTo>
                <a:lnTo>
                  <a:pt x="39306" y="11284"/>
                </a:lnTo>
                <a:lnTo>
                  <a:pt x="40007" y="11744"/>
                </a:lnTo>
                <a:lnTo>
                  <a:pt x="42229" y="10699"/>
                </a:lnTo>
                <a:lnTo>
                  <a:pt x="43267" y="11737"/>
                </a:lnTo>
                <a:lnTo>
                  <a:pt x="42616" y="14141"/>
                </a:lnTo>
                <a:lnTo>
                  <a:pt x="43099" y="15720"/>
                </a:lnTo>
                <a:lnTo>
                  <a:pt x="42814" y="17313"/>
                </a:lnTo>
                <a:lnTo>
                  <a:pt x="42814" y="20573"/>
                </a:lnTo>
                <a:lnTo>
                  <a:pt x="43084" y="23036"/>
                </a:lnTo>
                <a:lnTo>
                  <a:pt x="42690" y="26354"/>
                </a:lnTo>
                <a:lnTo>
                  <a:pt x="43530" y="31733"/>
                </a:lnTo>
                <a:lnTo>
                  <a:pt x="42302" y="32749"/>
                </a:lnTo>
                <a:lnTo>
                  <a:pt x="39649" y="31792"/>
                </a:lnTo>
                <a:lnTo>
                  <a:pt x="38852" y="33027"/>
                </a:lnTo>
                <a:lnTo>
                  <a:pt x="39890" y="35249"/>
                </a:lnTo>
                <a:lnTo>
                  <a:pt x="38816" y="36316"/>
                </a:lnTo>
                <a:lnTo>
                  <a:pt x="36170" y="35271"/>
                </a:lnTo>
                <a:lnTo>
                  <a:pt x="35490" y="36279"/>
                </a:lnTo>
                <a:lnTo>
                  <a:pt x="36236" y="39093"/>
                </a:lnTo>
                <a:lnTo>
                  <a:pt x="34891" y="39816"/>
                </a:lnTo>
                <a:lnTo>
                  <a:pt x="33247" y="38939"/>
                </a:lnTo>
                <a:lnTo>
                  <a:pt x="32289" y="39334"/>
                </a:lnTo>
                <a:lnTo>
                  <a:pt x="31821" y="40036"/>
                </a:lnTo>
                <a:lnTo>
                  <a:pt x="32874" y="42250"/>
                </a:lnTo>
                <a:lnTo>
                  <a:pt x="31836" y="43288"/>
                </a:lnTo>
                <a:lnTo>
                  <a:pt x="29432" y="42645"/>
                </a:lnTo>
                <a:lnTo>
                  <a:pt x="26866" y="43412"/>
                </a:lnTo>
                <a:lnTo>
                  <a:pt x="23775" y="42835"/>
                </a:lnTo>
                <a:lnTo>
                  <a:pt x="20639" y="42835"/>
                </a:lnTo>
                <a:lnTo>
                  <a:pt x="19368" y="42989"/>
                </a:lnTo>
                <a:lnTo>
                  <a:pt x="17190" y="42682"/>
                </a:lnTo>
                <a:lnTo>
                  <a:pt x="11847" y="435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712855" y="276480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11847" y="43573"/>
                </a:moveTo>
                <a:lnTo>
                  <a:pt x="10670" y="42133"/>
                </a:lnTo>
                <a:lnTo>
                  <a:pt x="11701" y="40124"/>
                </a:lnTo>
                <a:lnTo>
                  <a:pt x="11240" y="39334"/>
                </a:lnTo>
                <a:lnTo>
                  <a:pt x="10539" y="38866"/>
                </a:lnTo>
                <a:lnTo>
                  <a:pt x="8317" y="39919"/>
                </a:lnTo>
                <a:lnTo>
                  <a:pt x="7243" y="38844"/>
                </a:lnTo>
                <a:lnTo>
                  <a:pt x="8295" y="36199"/>
                </a:lnTo>
                <a:lnTo>
                  <a:pt x="7030" y="35366"/>
                </a:lnTo>
                <a:lnTo>
                  <a:pt x="4809" y="36411"/>
                </a:lnTo>
                <a:lnTo>
                  <a:pt x="3639" y="35241"/>
                </a:lnTo>
                <a:lnTo>
                  <a:pt x="4809" y="32903"/>
                </a:lnTo>
                <a:lnTo>
                  <a:pt x="3734" y="31836"/>
                </a:lnTo>
                <a:lnTo>
                  <a:pt x="1089" y="32881"/>
                </a:lnTo>
                <a:lnTo>
                  <a:pt x="255" y="31631"/>
                </a:lnTo>
                <a:lnTo>
                  <a:pt x="906" y="29643"/>
                </a:lnTo>
                <a:lnTo>
                  <a:pt x="482" y="27794"/>
                </a:lnTo>
                <a:lnTo>
                  <a:pt x="716" y="26362"/>
                </a:lnTo>
                <a:lnTo>
                  <a:pt x="716" y="23036"/>
                </a:lnTo>
                <a:lnTo>
                  <a:pt x="453" y="20566"/>
                </a:lnTo>
                <a:lnTo>
                  <a:pt x="840" y="17248"/>
                </a:lnTo>
                <a:lnTo>
                  <a:pt x="0" y="11868"/>
                </a:lnTo>
                <a:lnTo>
                  <a:pt x="1417" y="10706"/>
                </a:lnTo>
                <a:lnTo>
                  <a:pt x="3435" y="11737"/>
                </a:lnTo>
                <a:lnTo>
                  <a:pt x="4224" y="11284"/>
                </a:lnTo>
                <a:lnTo>
                  <a:pt x="4618" y="10333"/>
                </a:lnTo>
                <a:lnTo>
                  <a:pt x="3727" y="8667"/>
                </a:lnTo>
                <a:lnTo>
                  <a:pt x="4509" y="7264"/>
                </a:lnTo>
                <a:lnTo>
                  <a:pt x="7294" y="8214"/>
                </a:lnTo>
                <a:lnTo>
                  <a:pt x="8222" y="7286"/>
                </a:lnTo>
                <a:lnTo>
                  <a:pt x="7169" y="4640"/>
                </a:lnTo>
                <a:lnTo>
                  <a:pt x="8536" y="3756"/>
                </a:lnTo>
                <a:lnTo>
                  <a:pt x="10363" y="4706"/>
                </a:lnTo>
                <a:lnTo>
                  <a:pt x="11240" y="4268"/>
                </a:lnTo>
                <a:lnTo>
                  <a:pt x="11708" y="3566"/>
                </a:lnTo>
                <a:lnTo>
                  <a:pt x="10656" y="1352"/>
                </a:lnTo>
                <a:lnTo>
                  <a:pt x="11694" y="314"/>
                </a:lnTo>
                <a:lnTo>
                  <a:pt x="14105" y="957"/>
                </a:lnTo>
                <a:lnTo>
                  <a:pt x="15677" y="489"/>
                </a:lnTo>
                <a:lnTo>
                  <a:pt x="17277" y="767"/>
                </a:lnTo>
                <a:lnTo>
                  <a:pt x="20537" y="767"/>
                </a:lnTo>
                <a:lnTo>
                  <a:pt x="23007" y="504"/>
                </a:lnTo>
                <a:lnTo>
                  <a:pt x="27246" y="993"/>
                </a:lnTo>
                <a:lnTo>
                  <a:pt x="30491" y="0"/>
                </a:lnTo>
                <a:lnTo>
                  <a:pt x="32735" y="950"/>
                </a:lnTo>
                <a:lnTo>
                  <a:pt x="31924" y="3909"/>
                </a:lnTo>
                <a:lnTo>
                  <a:pt x="32881" y="4867"/>
                </a:lnTo>
                <a:lnTo>
                  <a:pt x="35183" y="3698"/>
                </a:lnTo>
                <a:lnTo>
                  <a:pt x="36389" y="4823"/>
                </a:lnTo>
                <a:lnTo>
                  <a:pt x="35220" y="7206"/>
                </a:lnTo>
                <a:lnTo>
                  <a:pt x="36287" y="8265"/>
                </a:lnTo>
                <a:lnTo>
                  <a:pt x="38933" y="7220"/>
                </a:lnTo>
                <a:lnTo>
                  <a:pt x="39839" y="8579"/>
                </a:lnTo>
                <a:lnTo>
                  <a:pt x="38867" y="10400"/>
                </a:lnTo>
                <a:lnTo>
                  <a:pt x="39298" y="11284"/>
                </a:lnTo>
                <a:lnTo>
                  <a:pt x="40000" y="11744"/>
                </a:lnTo>
                <a:lnTo>
                  <a:pt x="42222" y="10699"/>
                </a:lnTo>
                <a:lnTo>
                  <a:pt x="43260" y="11737"/>
                </a:lnTo>
                <a:lnTo>
                  <a:pt x="42609" y="14141"/>
                </a:lnTo>
                <a:lnTo>
                  <a:pt x="43084" y="15720"/>
                </a:lnTo>
                <a:lnTo>
                  <a:pt x="42807" y="17313"/>
                </a:lnTo>
                <a:lnTo>
                  <a:pt x="42807" y="20573"/>
                </a:lnTo>
                <a:lnTo>
                  <a:pt x="43070" y="23036"/>
                </a:lnTo>
                <a:lnTo>
                  <a:pt x="42682" y="26354"/>
                </a:lnTo>
                <a:lnTo>
                  <a:pt x="43523" y="31733"/>
                </a:lnTo>
                <a:lnTo>
                  <a:pt x="42295" y="32749"/>
                </a:lnTo>
                <a:lnTo>
                  <a:pt x="39635" y="31792"/>
                </a:lnTo>
                <a:lnTo>
                  <a:pt x="38845" y="33027"/>
                </a:lnTo>
                <a:lnTo>
                  <a:pt x="39883" y="35249"/>
                </a:lnTo>
                <a:lnTo>
                  <a:pt x="38809" y="36316"/>
                </a:lnTo>
                <a:lnTo>
                  <a:pt x="36163" y="35271"/>
                </a:lnTo>
                <a:lnTo>
                  <a:pt x="35491" y="36279"/>
                </a:lnTo>
                <a:lnTo>
                  <a:pt x="36236" y="39093"/>
                </a:lnTo>
                <a:lnTo>
                  <a:pt x="34891" y="39816"/>
                </a:lnTo>
                <a:lnTo>
                  <a:pt x="33247" y="38939"/>
                </a:lnTo>
                <a:lnTo>
                  <a:pt x="32289" y="39334"/>
                </a:lnTo>
                <a:lnTo>
                  <a:pt x="31822" y="40036"/>
                </a:lnTo>
                <a:lnTo>
                  <a:pt x="32874" y="42250"/>
                </a:lnTo>
                <a:lnTo>
                  <a:pt x="31836" y="43288"/>
                </a:lnTo>
                <a:lnTo>
                  <a:pt x="29432" y="42645"/>
                </a:lnTo>
                <a:lnTo>
                  <a:pt x="26866" y="43412"/>
                </a:lnTo>
                <a:lnTo>
                  <a:pt x="23782" y="42835"/>
                </a:lnTo>
                <a:lnTo>
                  <a:pt x="20647" y="42835"/>
                </a:lnTo>
                <a:lnTo>
                  <a:pt x="19368" y="42989"/>
                </a:lnTo>
                <a:lnTo>
                  <a:pt x="17190" y="42682"/>
                </a:lnTo>
                <a:lnTo>
                  <a:pt x="11847" y="435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923359" y="276480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11832" y="43573"/>
                </a:moveTo>
                <a:lnTo>
                  <a:pt x="10655" y="42133"/>
                </a:lnTo>
                <a:lnTo>
                  <a:pt x="11686" y="40124"/>
                </a:lnTo>
                <a:lnTo>
                  <a:pt x="11226" y="39334"/>
                </a:lnTo>
                <a:lnTo>
                  <a:pt x="10524" y="38866"/>
                </a:lnTo>
                <a:lnTo>
                  <a:pt x="8310" y="39919"/>
                </a:lnTo>
                <a:lnTo>
                  <a:pt x="7235" y="38844"/>
                </a:lnTo>
                <a:lnTo>
                  <a:pt x="8287" y="36199"/>
                </a:lnTo>
                <a:lnTo>
                  <a:pt x="7023" y="35366"/>
                </a:lnTo>
                <a:lnTo>
                  <a:pt x="4801" y="36411"/>
                </a:lnTo>
                <a:lnTo>
                  <a:pt x="3632" y="35241"/>
                </a:lnTo>
                <a:lnTo>
                  <a:pt x="4801" y="32903"/>
                </a:lnTo>
                <a:lnTo>
                  <a:pt x="3727" y="31836"/>
                </a:lnTo>
                <a:lnTo>
                  <a:pt x="1081" y="32881"/>
                </a:lnTo>
                <a:lnTo>
                  <a:pt x="255" y="31631"/>
                </a:lnTo>
                <a:lnTo>
                  <a:pt x="898" y="29643"/>
                </a:lnTo>
                <a:lnTo>
                  <a:pt x="482" y="27794"/>
                </a:lnTo>
                <a:lnTo>
                  <a:pt x="716" y="26362"/>
                </a:lnTo>
                <a:lnTo>
                  <a:pt x="716" y="23036"/>
                </a:lnTo>
                <a:lnTo>
                  <a:pt x="452" y="20566"/>
                </a:lnTo>
                <a:lnTo>
                  <a:pt x="833" y="17248"/>
                </a:lnTo>
                <a:lnTo>
                  <a:pt x="0" y="11868"/>
                </a:lnTo>
                <a:lnTo>
                  <a:pt x="1417" y="10706"/>
                </a:lnTo>
                <a:lnTo>
                  <a:pt x="3427" y="11737"/>
                </a:lnTo>
                <a:lnTo>
                  <a:pt x="4217" y="11284"/>
                </a:lnTo>
                <a:lnTo>
                  <a:pt x="4618" y="10333"/>
                </a:lnTo>
                <a:lnTo>
                  <a:pt x="3727" y="8667"/>
                </a:lnTo>
                <a:lnTo>
                  <a:pt x="4509" y="7264"/>
                </a:lnTo>
                <a:lnTo>
                  <a:pt x="7286" y="8214"/>
                </a:lnTo>
                <a:lnTo>
                  <a:pt x="8214" y="7286"/>
                </a:lnTo>
                <a:lnTo>
                  <a:pt x="7162" y="4640"/>
                </a:lnTo>
                <a:lnTo>
                  <a:pt x="8529" y="3756"/>
                </a:lnTo>
                <a:lnTo>
                  <a:pt x="10356" y="4706"/>
                </a:lnTo>
                <a:lnTo>
                  <a:pt x="11226" y="4268"/>
                </a:lnTo>
                <a:lnTo>
                  <a:pt x="11693" y="3566"/>
                </a:lnTo>
                <a:lnTo>
                  <a:pt x="10641" y="1352"/>
                </a:lnTo>
                <a:lnTo>
                  <a:pt x="11679" y="314"/>
                </a:lnTo>
                <a:lnTo>
                  <a:pt x="14091" y="957"/>
                </a:lnTo>
                <a:lnTo>
                  <a:pt x="15662" y="489"/>
                </a:lnTo>
                <a:lnTo>
                  <a:pt x="17263" y="767"/>
                </a:lnTo>
                <a:lnTo>
                  <a:pt x="20522" y="767"/>
                </a:lnTo>
                <a:lnTo>
                  <a:pt x="22993" y="504"/>
                </a:lnTo>
                <a:lnTo>
                  <a:pt x="27224" y="993"/>
                </a:lnTo>
                <a:lnTo>
                  <a:pt x="30469" y="0"/>
                </a:lnTo>
                <a:lnTo>
                  <a:pt x="32713" y="957"/>
                </a:lnTo>
                <a:lnTo>
                  <a:pt x="31909" y="3909"/>
                </a:lnTo>
                <a:lnTo>
                  <a:pt x="32866" y="4867"/>
                </a:lnTo>
                <a:lnTo>
                  <a:pt x="35169" y="3698"/>
                </a:lnTo>
                <a:lnTo>
                  <a:pt x="36375" y="4823"/>
                </a:lnTo>
                <a:lnTo>
                  <a:pt x="35205" y="7206"/>
                </a:lnTo>
                <a:lnTo>
                  <a:pt x="36272" y="8265"/>
                </a:lnTo>
                <a:lnTo>
                  <a:pt x="38918" y="7220"/>
                </a:lnTo>
                <a:lnTo>
                  <a:pt x="39832" y="8579"/>
                </a:lnTo>
                <a:lnTo>
                  <a:pt x="38860" y="10400"/>
                </a:lnTo>
                <a:lnTo>
                  <a:pt x="39291" y="11284"/>
                </a:lnTo>
                <a:lnTo>
                  <a:pt x="39993" y="11744"/>
                </a:lnTo>
                <a:lnTo>
                  <a:pt x="42214" y="10699"/>
                </a:lnTo>
                <a:lnTo>
                  <a:pt x="43252" y="11737"/>
                </a:lnTo>
                <a:lnTo>
                  <a:pt x="42602" y="14141"/>
                </a:lnTo>
                <a:lnTo>
                  <a:pt x="43084" y="15720"/>
                </a:lnTo>
                <a:lnTo>
                  <a:pt x="42799" y="17313"/>
                </a:lnTo>
                <a:lnTo>
                  <a:pt x="42799" y="20573"/>
                </a:lnTo>
                <a:lnTo>
                  <a:pt x="43062" y="23036"/>
                </a:lnTo>
                <a:lnTo>
                  <a:pt x="42675" y="26354"/>
                </a:lnTo>
                <a:lnTo>
                  <a:pt x="43515" y="31733"/>
                </a:lnTo>
                <a:lnTo>
                  <a:pt x="42288" y="32749"/>
                </a:lnTo>
                <a:lnTo>
                  <a:pt x="39634" y="31792"/>
                </a:lnTo>
                <a:lnTo>
                  <a:pt x="38838" y="33027"/>
                </a:lnTo>
                <a:lnTo>
                  <a:pt x="39876" y="35249"/>
                </a:lnTo>
                <a:lnTo>
                  <a:pt x="38801" y="36316"/>
                </a:lnTo>
                <a:lnTo>
                  <a:pt x="36156" y="35271"/>
                </a:lnTo>
                <a:lnTo>
                  <a:pt x="35476" y="36279"/>
                </a:lnTo>
                <a:lnTo>
                  <a:pt x="36221" y="39093"/>
                </a:lnTo>
                <a:lnTo>
                  <a:pt x="34876" y="39816"/>
                </a:lnTo>
                <a:lnTo>
                  <a:pt x="33232" y="38939"/>
                </a:lnTo>
                <a:lnTo>
                  <a:pt x="32274" y="39334"/>
                </a:lnTo>
                <a:lnTo>
                  <a:pt x="31807" y="40036"/>
                </a:lnTo>
                <a:lnTo>
                  <a:pt x="32859" y="42250"/>
                </a:lnTo>
                <a:lnTo>
                  <a:pt x="31821" y="43288"/>
                </a:lnTo>
                <a:lnTo>
                  <a:pt x="29417" y="42645"/>
                </a:lnTo>
                <a:lnTo>
                  <a:pt x="26851" y="43412"/>
                </a:lnTo>
                <a:lnTo>
                  <a:pt x="23760" y="42835"/>
                </a:lnTo>
                <a:lnTo>
                  <a:pt x="20632" y="42835"/>
                </a:lnTo>
                <a:lnTo>
                  <a:pt x="19353" y="42989"/>
                </a:lnTo>
                <a:lnTo>
                  <a:pt x="17175" y="42682"/>
                </a:lnTo>
                <a:lnTo>
                  <a:pt x="11832" y="435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85154" y="2768454"/>
            <a:ext cx="36830" cy="36195"/>
          </a:xfrm>
          <a:custGeom>
            <a:avLst/>
            <a:gdLst/>
            <a:ahLst/>
            <a:cxnLst/>
            <a:rect l="l" t="t" r="r" b="b"/>
            <a:pathLst>
              <a:path w="36830" h="36194">
                <a:moveTo>
                  <a:pt x="24242" y="36031"/>
                </a:moveTo>
                <a:lnTo>
                  <a:pt x="22371" y="35702"/>
                </a:lnTo>
                <a:lnTo>
                  <a:pt x="13689" y="35702"/>
                </a:lnTo>
                <a:lnTo>
                  <a:pt x="11693" y="36046"/>
                </a:lnTo>
                <a:lnTo>
                  <a:pt x="10531" y="35483"/>
                </a:lnTo>
                <a:lnTo>
                  <a:pt x="11350" y="32603"/>
                </a:lnTo>
                <a:lnTo>
                  <a:pt x="10985" y="32194"/>
                </a:lnTo>
                <a:lnTo>
                  <a:pt x="3968" y="32194"/>
                </a:lnTo>
                <a:lnTo>
                  <a:pt x="3968" y="25178"/>
                </a:lnTo>
                <a:lnTo>
                  <a:pt x="3267" y="24717"/>
                </a:lnTo>
                <a:lnTo>
                  <a:pt x="1045" y="25763"/>
                </a:lnTo>
                <a:lnTo>
                  <a:pt x="29" y="24746"/>
                </a:lnTo>
                <a:lnTo>
                  <a:pt x="613" y="22291"/>
                </a:lnTo>
                <a:lnTo>
                  <a:pt x="0" y="19820"/>
                </a:lnTo>
                <a:lnTo>
                  <a:pt x="518" y="14112"/>
                </a:lnTo>
                <a:lnTo>
                  <a:pt x="102" y="11503"/>
                </a:lnTo>
                <a:lnTo>
                  <a:pt x="825" y="10787"/>
                </a:lnTo>
                <a:lnTo>
                  <a:pt x="3778" y="11598"/>
                </a:lnTo>
                <a:lnTo>
                  <a:pt x="4816" y="9172"/>
                </a:lnTo>
                <a:lnTo>
                  <a:pt x="3318" y="6197"/>
                </a:lnTo>
                <a:lnTo>
                  <a:pt x="3968" y="4136"/>
                </a:lnTo>
                <a:lnTo>
                  <a:pt x="10984" y="4136"/>
                </a:lnTo>
                <a:lnTo>
                  <a:pt x="11277" y="3800"/>
                </a:lnTo>
                <a:lnTo>
                  <a:pt x="10619" y="760"/>
                </a:lnTo>
                <a:lnTo>
                  <a:pt x="12782" y="0"/>
                </a:lnTo>
                <a:lnTo>
                  <a:pt x="16079" y="628"/>
                </a:lnTo>
                <a:lnTo>
                  <a:pt x="20084" y="628"/>
                </a:lnTo>
                <a:lnTo>
                  <a:pt x="23015" y="109"/>
                </a:lnTo>
                <a:lnTo>
                  <a:pt x="25339" y="716"/>
                </a:lnTo>
                <a:lnTo>
                  <a:pt x="24739" y="3859"/>
                </a:lnTo>
                <a:lnTo>
                  <a:pt x="25353" y="4472"/>
                </a:lnTo>
                <a:lnTo>
                  <a:pt x="28014" y="4107"/>
                </a:lnTo>
                <a:lnTo>
                  <a:pt x="29088" y="4165"/>
                </a:lnTo>
                <a:lnTo>
                  <a:pt x="31639" y="3785"/>
                </a:lnTo>
                <a:lnTo>
                  <a:pt x="32618" y="4648"/>
                </a:lnTo>
                <a:lnTo>
                  <a:pt x="31573" y="7001"/>
                </a:lnTo>
                <a:lnTo>
                  <a:pt x="32501" y="8346"/>
                </a:lnTo>
                <a:lnTo>
                  <a:pt x="31449" y="10560"/>
                </a:lnTo>
                <a:lnTo>
                  <a:pt x="32406" y="11518"/>
                </a:lnTo>
                <a:lnTo>
                  <a:pt x="35351" y="10699"/>
                </a:lnTo>
                <a:lnTo>
                  <a:pt x="36236" y="12753"/>
                </a:lnTo>
                <a:lnTo>
                  <a:pt x="35541" y="16385"/>
                </a:lnTo>
                <a:lnTo>
                  <a:pt x="35541" y="19535"/>
                </a:lnTo>
                <a:lnTo>
                  <a:pt x="36294" y="24103"/>
                </a:lnTo>
                <a:lnTo>
                  <a:pt x="35161" y="25726"/>
                </a:lnTo>
                <a:lnTo>
                  <a:pt x="32574" y="24739"/>
                </a:lnTo>
                <a:lnTo>
                  <a:pt x="32033" y="25178"/>
                </a:lnTo>
                <a:lnTo>
                  <a:pt x="31156" y="26442"/>
                </a:lnTo>
                <a:lnTo>
                  <a:pt x="33181" y="31258"/>
                </a:lnTo>
                <a:lnTo>
                  <a:pt x="31332" y="32764"/>
                </a:lnTo>
                <a:lnTo>
                  <a:pt x="29322" y="31741"/>
                </a:lnTo>
                <a:lnTo>
                  <a:pt x="27824" y="32662"/>
                </a:lnTo>
                <a:lnTo>
                  <a:pt x="25602" y="31609"/>
                </a:lnTo>
                <a:lnTo>
                  <a:pt x="24652" y="32567"/>
                </a:lnTo>
                <a:lnTo>
                  <a:pt x="25456" y="35520"/>
                </a:lnTo>
                <a:lnTo>
                  <a:pt x="24242" y="360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1137318" y="2768359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30">
                <a:moveTo>
                  <a:pt x="9245" y="36506"/>
                </a:moveTo>
                <a:lnTo>
                  <a:pt x="7279" y="35549"/>
                </a:lnTo>
                <a:lnTo>
                  <a:pt x="8156" y="32669"/>
                </a:lnTo>
                <a:lnTo>
                  <a:pt x="7265" y="31785"/>
                </a:lnTo>
                <a:lnTo>
                  <a:pt x="4619" y="32837"/>
                </a:lnTo>
                <a:lnTo>
                  <a:pt x="3705" y="31471"/>
                </a:lnTo>
                <a:lnTo>
                  <a:pt x="4677" y="29651"/>
                </a:lnTo>
                <a:lnTo>
                  <a:pt x="4246" y="28774"/>
                </a:lnTo>
                <a:lnTo>
                  <a:pt x="3544" y="28306"/>
                </a:lnTo>
                <a:lnTo>
                  <a:pt x="1323" y="29351"/>
                </a:lnTo>
                <a:lnTo>
                  <a:pt x="307" y="28335"/>
                </a:lnTo>
                <a:lnTo>
                  <a:pt x="891" y="25879"/>
                </a:lnTo>
                <a:lnTo>
                  <a:pt x="277" y="23424"/>
                </a:lnTo>
                <a:lnTo>
                  <a:pt x="526" y="20149"/>
                </a:lnTo>
                <a:lnTo>
                  <a:pt x="869" y="17102"/>
                </a:lnTo>
                <a:lnTo>
                  <a:pt x="577" y="15889"/>
                </a:lnTo>
                <a:lnTo>
                  <a:pt x="891" y="13681"/>
                </a:lnTo>
                <a:lnTo>
                  <a:pt x="0" y="8331"/>
                </a:lnTo>
                <a:lnTo>
                  <a:pt x="1439" y="7155"/>
                </a:lnTo>
                <a:lnTo>
                  <a:pt x="3449" y="8185"/>
                </a:lnTo>
                <a:lnTo>
                  <a:pt x="4246" y="7732"/>
                </a:lnTo>
                <a:lnTo>
                  <a:pt x="4714" y="7023"/>
                </a:lnTo>
                <a:lnTo>
                  <a:pt x="3661" y="4808"/>
                </a:lnTo>
                <a:lnTo>
                  <a:pt x="4831" y="3639"/>
                </a:lnTo>
                <a:lnTo>
                  <a:pt x="7053" y="4692"/>
                </a:lnTo>
                <a:lnTo>
                  <a:pt x="7754" y="4224"/>
                </a:lnTo>
                <a:lnTo>
                  <a:pt x="8083" y="3851"/>
                </a:lnTo>
                <a:lnTo>
                  <a:pt x="7338" y="891"/>
                </a:lnTo>
                <a:lnTo>
                  <a:pt x="8639" y="351"/>
                </a:lnTo>
                <a:lnTo>
                  <a:pt x="10298" y="833"/>
                </a:lnTo>
                <a:lnTo>
                  <a:pt x="14398" y="372"/>
                </a:lnTo>
                <a:lnTo>
                  <a:pt x="18659" y="343"/>
                </a:lnTo>
                <a:lnTo>
                  <a:pt x="22839" y="847"/>
                </a:lnTo>
                <a:lnTo>
                  <a:pt x="28211" y="0"/>
                </a:lnTo>
                <a:lnTo>
                  <a:pt x="29381" y="1418"/>
                </a:lnTo>
                <a:lnTo>
                  <a:pt x="28350" y="3435"/>
                </a:lnTo>
                <a:lnTo>
                  <a:pt x="28803" y="4224"/>
                </a:lnTo>
                <a:lnTo>
                  <a:pt x="29505" y="4692"/>
                </a:lnTo>
                <a:lnTo>
                  <a:pt x="31726" y="3639"/>
                </a:lnTo>
                <a:lnTo>
                  <a:pt x="32801" y="4714"/>
                </a:lnTo>
                <a:lnTo>
                  <a:pt x="31749" y="7359"/>
                </a:lnTo>
                <a:lnTo>
                  <a:pt x="33115" y="8244"/>
                </a:lnTo>
                <a:lnTo>
                  <a:pt x="34942" y="7293"/>
                </a:lnTo>
                <a:lnTo>
                  <a:pt x="35820" y="7732"/>
                </a:lnTo>
                <a:lnTo>
                  <a:pt x="35820" y="26055"/>
                </a:lnTo>
                <a:lnTo>
                  <a:pt x="36163" y="28080"/>
                </a:lnTo>
                <a:lnTo>
                  <a:pt x="35586" y="29249"/>
                </a:lnTo>
                <a:lnTo>
                  <a:pt x="32713" y="28364"/>
                </a:lnTo>
                <a:lnTo>
                  <a:pt x="31822" y="29256"/>
                </a:lnTo>
                <a:lnTo>
                  <a:pt x="32874" y="31909"/>
                </a:lnTo>
                <a:lnTo>
                  <a:pt x="31500" y="32815"/>
                </a:lnTo>
                <a:lnTo>
                  <a:pt x="29687" y="31843"/>
                </a:lnTo>
                <a:lnTo>
                  <a:pt x="28803" y="32274"/>
                </a:lnTo>
                <a:lnTo>
                  <a:pt x="28474" y="32647"/>
                </a:lnTo>
                <a:lnTo>
                  <a:pt x="29212" y="35614"/>
                </a:lnTo>
                <a:lnTo>
                  <a:pt x="28006" y="36111"/>
                </a:lnTo>
                <a:lnTo>
                  <a:pt x="26165" y="35782"/>
                </a:lnTo>
                <a:lnTo>
                  <a:pt x="13082" y="35782"/>
                </a:lnTo>
                <a:lnTo>
                  <a:pt x="9245" y="365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1348077" y="2768827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20456" y="35775"/>
                </a:moveTo>
                <a:lnTo>
                  <a:pt x="15611" y="35709"/>
                </a:lnTo>
                <a:lnTo>
                  <a:pt x="14142" y="35190"/>
                </a:lnTo>
                <a:lnTo>
                  <a:pt x="14800" y="32150"/>
                </a:lnTo>
                <a:lnTo>
                  <a:pt x="14507" y="31814"/>
                </a:lnTo>
                <a:lnTo>
                  <a:pt x="13243" y="30937"/>
                </a:lnTo>
                <a:lnTo>
                  <a:pt x="8426" y="32961"/>
                </a:lnTo>
                <a:lnTo>
                  <a:pt x="6921" y="31112"/>
                </a:lnTo>
                <a:lnTo>
                  <a:pt x="7951" y="29102"/>
                </a:lnTo>
                <a:lnTo>
                  <a:pt x="7491" y="28313"/>
                </a:lnTo>
                <a:lnTo>
                  <a:pt x="6972" y="27874"/>
                </a:lnTo>
                <a:lnTo>
                  <a:pt x="4341" y="28846"/>
                </a:lnTo>
                <a:lnTo>
                  <a:pt x="3610" y="27750"/>
                </a:lnTo>
                <a:lnTo>
                  <a:pt x="4019" y="25499"/>
                </a:lnTo>
                <a:lnTo>
                  <a:pt x="3961" y="24293"/>
                </a:lnTo>
                <a:lnTo>
                  <a:pt x="4319" y="21626"/>
                </a:lnTo>
                <a:lnTo>
                  <a:pt x="3734" y="21048"/>
                </a:lnTo>
                <a:lnTo>
                  <a:pt x="533" y="21582"/>
                </a:lnTo>
                <a:lnTo>
                  <a:pt x="321" y="20559"/>
                </a:lnTo>
                <a:lnTo>
                  <a:pt x="0" y="14675"/>
                </a:lnTo>
                <a:lnTo>
                  <a:pt x="811" y="14010"/>
                </a:lnTo>
                <a:lnTo>
                  <a:pt x="3859" y="14638"/>
                </a:lnTo>
                <a:lnTo>
                  <a:pt x="4524" y="12731"/>
                </a:lnTo>
                <a:lnTo>
                  <a:pt x="2945" y="8463"/>
                </a:lnTo>
                <a:lnTo>
                  <a:pt x="4487" y="6686"/>
                </a:lnTo>
                <a:lnTo>
                  <a:pt x="6862" y="7724"/>
                </a:lnTo>
                <a:lnTo>
                  <a:pt x="7491" y="7271"/>
                </a:lnTo>
                <a:lnTo>
                  <a:pt x="7951" y="6474"/>
                </a:lnTo>
                <a:lnTo>
                  <a:pt x="6921" y="4457"/>
                </a:lnTo>
                <a:lnTo>
                  <a:pt x="8426" y="2623"/>
                </a:lnTo>
                <a:lnTo>
                  <a:pt x="13243" y="4640"/>
                </a:lnTo>
                <a:lnTo>
                  <a:pt x="14507" y="3763"/>
                </a:lnTo>
                <a:lnTo>
                  <a:pt x="14968" y="3083"/>
                </a:lnTo>
                <a:lnTo>
                  <a:pt x="13923" y="810"/>
                </a:lnTo>
                <a:lnTo>
                  <a:pt x="14778" y="0"/>
                </a:lnTo>
                <a:lnTo>
                  <a:pt x="21319" y="7"/>
                </a:lnTo>
                <a:lnTo>
                  <a:pt x="22094" y="964"/>
                </a:lnTo>
                <a:lnTo>
                  <a:pt x="21063" y="2974"/>
                </a:lnTo>
                <a:lnTo>
                  <a:pt x="21523" y="3763"/>
                </a:lnTo>
                <a:lnTo>
                  <a:pt x="22788" y="4640"/>
                </a:lnTo>
                <a:lnTo>
                  <a:pt x="27597" y="2623"/>
                </a:lnTo>
                <a:lnTo>
                  <a:pt x="29110" y="4465"/>
                </a:lnTo>
                <a:lnTo>
                  <a:pt x="28086" y="6474"/>
                </a:lnTo>
                <a:lnTo>
                  <a:pt x="28540" y="7271"/>
                </a:lnTo>
                <a:lnTo>
                  <a:pt x="29241" y="7731"/>
                </a:lnTo>
                <a:lnTo>
                  <a:pt x="31456" y="6686"/>
                </a:lnTo>
                <a:lnTo>
                  <a:pt x="32377" y="7600"/>
                </a:lnTo>
                <a:lnTo>
                  <a:pt x="32019" y="10260"/>
                </a:lnTo>
                <a:lnTo>
                  <a:pt x="32092" y="11634"/>
                </a:lnTo>
                <a:lnTo>
                  <a:pt x="31675" y="13513"/>
                </a:lnTo>
                <a:lnTo>
                  <a:pt x="32260" y="14740"/>
                </a:lnTo>
                <a:lnTo>
                  <a:pt x="35161" y="13878"/>
                </a:lnTo>
                <a:lnTo>
                  <a:pt x="35878" y="14609"/>
                </a:lnTo>
                <a:lnTo>
                  <a:pt x="35519" y="17269"/>
                </a:lnTo>
                <a:lnTo>
                  <a:pt x="35593" y="18651"/>
                </a:lnTo>
                <a:lnTo>
                  <a:pt x="35834" y="20470"/>
                </a:lnTo>
                <a:lnTo>
                  <a:pt x="35403" y="21654"/>
                </a:lnTo>
                <a:lnTo>
                  <a:pt x="32406" y="20997"/>
                </a:lnTo>
                <a:lnTo>
                  <a:pt x="32041" y="21296"/>
                </a:lnTo>
                <a:lnTo>
                  <a:pt x="31164" y="22561"/>
                </a:lnTo>
                <a:lnTo>
                  <a:pt x="33188" y="27370"/>
                </a:lnTo>
                <a:lnTo>
                  <a:pt x="31339" y="28883"/>
                </a:lnTo>
                <a:lnTo>
                  <a:pt x="29329" y="27853"/>
                </a:lnTo>
                <a:lnTo>
                  <a:pt x="28540" y="28313"/>
                </a:lnTo>
                <a:lnTo>
                  <a:pt x="28072" y="29015"/>
                </a:lnTo>
                <a:lnTo>
                  <a:pt x="29124" y="31229"/>
                </a:lnTo>
                <a:lnTo>
                  <a:pt x="27955" y="32399"/>
                </a:lnTo>
                <a:lnTo>
                  <a:pt x="25733" y="31361"/>
                </a:lnTo>
                <a:lnTo>
                  <a:pt x="24323" y="32267"/>
                </a:lnTo>
                <a:lnTo>
                  <a:pt x="22101" y="31236"/>
                </a:lnTo>
                <a:lnTo>
                  <a:pt x="21151" y="32187"/>
                </a:lnTo>
                <a:lnTo>
                  <a:pt x="21962" y="35132"/>
                </a:lnTo>
                <a:lnTo>
                  <a:pt x="20456" y="35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1565304" y="2775338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59" h="22860">
                <a:moveTo>
                  <a:pt x="5335" y="22547"/>
                </a:moveTo>
                <a:lnTo>
                  <a:pt x="3712" y="21407"/>
                </a:lnTo>
                <a:lnTo>
                  <a:pt x="4699" y="18827"/>
                </a:lnTo>
                <a:lnTo>
                  <a:pt x="4253" y="18286"/>
                </a:lnTo>
                <a:lnTo>
                  <a:pt x="3720" y="17848"/>
                </a:lnTo>
                <a:lnTo>
                  <a:pt x="1125" y="18834"/>
                </a:lnTo>
                <a:lnTo>
                  <a:pt x="0" y="17212"/>
                </a:lnTo>
                <a:lnTo>
                  <a:pt x="752" y="12644"/>
                </a:lnTo>
                <a:lnTo>
                  <a:pt x="752" y="4253"/>
                </a:lnTo>
                <a:lnTo>
                  <a:pt x="1454" y="3793"/>
                </a:lnTo>
                <a:lnTo>
                  <a:pt x="3676" y="4838"/>
                </a:lnTo>
                <a:lnTo>
                  <a:pt x="4633" y="3880"/>
                </a:lnTo>
                <a:lnTo>
                  <a:pt x="3807" y="935"/>
                </a:lnTo>
                <a:lnTo>
                  <a:pt x="5868" y="51"/>
                </a:lnTo>
                <a:lnTo>
                  <a:pt x="9493" y="753"/>
                </a:lnTo>
                <a:lnTo>
                  <a:pt x="12643" y="753"/>
                </a:lnTo>
                <a:lnTo>
                  <a:pt x="17211" y="0"/>
                </a:lnTo>
                <a:lnTo>
                  <a:pt x="18805" y="1118"/>
                </a:lnTo>
                <a:lnTo>
                  <a:pt x="17854" y="3749"/>
                </a:lnTo>
                <a:lnTo>
                  <a:pt x="18286" y="4261"/>
                </a:lnTo>
                <a:lnTo>
                  <a:pt x="18761" y="4678"/>
                </a:lnTo>
                <a:lnTo>
                  <a:pt x="21480" y="3742"/>
                </a:lnTo>
                <a:lnTo>
                  <a:pt x="22137" y="4838"/>
                </a:lnTo>
                <a:lnTo>
                  <a:pt x="21787" y="7075"/>
                </a:lnTo>
                <a:lnTo>
                  <a:pt x="21787" y="12644"/>
                </a:lnTo>
                <a:lnTo>
                  <a:pt x="22539" y="17205"/>
                </a:lnTo>
                <a:lnTo>
                  <a:pt x="21399" y="18834"/>
                </a:lnTo>
                <a:lnTo>
                  <a:pt x="18819" y="17848"/>
                </a:lnTo>
                <a:lnTo>
                  <a:pt x="18286" y="18286"/>
                </a:lnTo>
                <a:lnTo>
                  <a:pt x="17862" y="18768"/>
                </a:lnTo>
                <a:lnTo>
                  <a:pt x="18797" y="21487"/>
                </a:lnTo>
                <a:lnTo>
                  <a:pt x="17701" y="22145"/>
                </a:lnTo>
                <a:lnTo>
                  <a:pt x="15465" y="21794"/>
                </a:lnTo>
                <a:lnTo>
                  <a:pt x="9895" y="21794"/>
                </a:lnTo>
                <a:lnTo>
                  <a:pt x="5335" y="225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1778906" y="2778453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1394" y="15435"/>
                </a:moveTo>
                <a:lnTo>
                  <a:pt x="4853" y="15421"/>
                </a:lnTo>
                <a:lnTo>
                  <a:pt x="4078" y="14470"/>
                </a:lnTo>
                <a:lnTo>
                  <a:pt x="5101" y="12461"/>
                </a:lnTo>
                <a:lnTo>
                  <a:pt x="4648" y="11671"/>
                </a:lnTo>
                <a:lnTo>
                  <a:pt x="3859" y="11218"/>
                </a:lnTo>
                <a:lnTo>
                  <a:pt x="1841" y="12241"/>
                </a:lnTo>
                <a:lnTo>
                  <a:pt x="0" y="10728"/>
                </a:lnTo>
                <a:lnTo>
                  <a:pt x="2024" y="5919"/>
                </a:lnTo>
                <a:lnTo>
                  <a:pt x="1147" y="4655"/>
                </a:lnTo>
                <a:lnTo>
                  <a:pt x="4648" y="4655"/>
                </a:lnTo>
                <a:lnTo>
                  <a:pt x="4648" y="1147"/>
                </a:lnTo>
                <a:lnTo>
                  <a:pt x="5912" y="2024"/>
                </a:lnTo>
                <a:lnTo>
                  <a:pt x="10729" y="0"/>
                </a:lnTo>
                <a:lnTo>
                  <a:pt x="12234" y="1849"/>
                </a:lnTo>
                <a:lnTo>
                  <a:pt x="11211" y="3858"/>
                </a:lnTo>
                <a:lnTo>
                  <a:pt x="11664" y="4655"/>
                </a:lnTo>
                <a:lnTo>
                  <a:pt x="12453" y="5108"/>
                </a:lnTo>
                <a:lnTo>
                  <a:pt x="14478" y="4078"/>
                </a:lnTo>
                <a:lnTo>
                  <a:pt x="15421" y="4852"/>
                </a:lnTo>
                <a:lnTo>
                  <a:pt x="15428" y="11393"/>
                </a:lnTo>
                <a:lnTo>
                  <a:pt x="14617" y="12256"/>
                </a:lnTo>
                <a:lnTo>
                  <a:pt x="12337" y="11203"/>
                </a:lnTo>
                <a:lnTo>
                  <a:pt x="11664" y="11671"/>
                </a:lnTo>
                <a:lnTo>
                  <a:pt x="11204" y="12351"/>
                </a:lnTo>
                <a:lnTo>
                  <a:pt x="12249" y="14617"/>
                </a:lnTo>
                <a:lnTo>
                  <a:pt x="11394" y="15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611360" y="2874079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20456" y="35775"/>
                </a:moveTo>
                <a:lnTo>
                  <a:pt x="15611" y="35709"/>
                </a:lnTo>
                <a:lnTo>
                  <a:pt x="14142" y="35183"/>
                </a:lnTo>
                <a:lnTo>
                  <a:pt x="14800" y="32142"/>
                </a:lnTo>
                <a:lnTo>
                  <a:pt x="14507" y="31814"/>
                </a:lnTo>
                <a:lnTo>
                  <a:pt x="13243" y="30937"/>
                </a:lnTo>
                <a:lnTo>
                  <a:pt x="8426" y="32954"/>
                </a:lnTo>
                <a:lnTo>
                  <a:pt x="6914" y="31112"/>
                </a:lnTo>
                <a:lnTo>
                  <a:pt x="7951" y="29102"/>
                </a:lnTo>
                <a:lnTo>
                  <a:pt x="7491" y="28306"/>
                </a:lnTo>
                <a:lnTo>
                  <a:pt x="6972" y="27874"/>
                </a:lnTo>
                <a:lnTo>
                  <a:pt x="4341" y="28846"/>
                </a:lnTo>
                <a:lnTo>
                  <a:pt x="3610" y="27750"/>
                </a:lnTo>
                <a:lnTo>
                  <a:pt x="4019" y="25492"/>
                </a:lnTo>
                <a:lnTo>
                  <a:pt x="3954" y="24293"/>
                </a:lnTo>
                <a:lnTo>
                  <a:pt x="4312" y="21626"/>
                </a:lnTo>
                <a:lnTo>
                  <a:pt x="3727" y="21048"/>
                </a:lnTo>
                <a:lnTo>
                  <a:pt x="533" y="21575"/>
                </a:lnTo>
                <a:lnTo>
                  <a:pt x="321" y="20559"/>
                </a:lnTo>
                <a:lnTo>
                  <a:pt x="0" y="14675"/>
                </a:lnTo>
                <a:lnTo>
                  <a:pt x="811" y="14010"/>
                </a:lnTo>
                <a:lnTo>
                  <a:pt x="3859" y="14639"/>
                </a:lnTo>
                <a:lnTo>
                  <a:pt x="4516" y="12731"/>
                </a:lnTo>
                <a:lnTo>
                  <a:pt x="2945" y="8456"/>
                </a:lnTo>
                <a:lnTo>
                  <a:pt x="4480" y="6687"/>
                </a:lnTo>
                <a:lnTo>
                  <a:pt x="6855" y="7724"/>
                </a:lnTo>
                <a:lnTo>
                  <a:pt x="7491" y="7264"/>
                </a:lnTo>
                <a:lnTo>
                  <a:pt x="7944" y="6475"/>
                </a:lnTo>
                <a:lnTo>
                  <a:pt x="6914" y="4458"/>
                </a:lnTo>
                <a:lnTo>
                  <a:pt x="8426" y="2616"/>
                </a:lnTo>
                <a:lnTo>
                  <a:pt x="13243" y="4640"/>
                </a:lnTo>
                <a:lnTo>
                  <a:pt x="14507" y="3763"/>
                </a:lnTo>
                <a:lnTo>
                  <a:pt x="14975" y="3076"/>
                </a:lnTo>
                <a:lnTo>
                  <a:pt x="13923" y="810"/>
                </a:lnTo>
                <a:lnTo>
                  <a:pt x="14785" y="0"/>
                </a:lnTo>
                <a:lnTo>
                  <a:pt x="21319" y="7"/>
                </a:lnTo>
                <a:lnTo>
                  <a:pt x="22101" y="957"/>
                </a:lnTo>
                <a:lnTo>
                  <a:pt x="21070" y="2966"/>
                </a:lnTo>
                <a:lnTo>
                  <a:pt x="21523" y="3763"/>
                </a:lnTo>
                <a:lnTo>
                  <a:pt x="22788" y="4640"/>
                </a:lnTo>
                <a:lnTo>
                  <a:pt x="27604" y="2616"/>
                </a:lnTo>
                <a:lnTo>
                  <a:pt x="29117" y="4465"/>
                </a:lnTo>
                <a:lnTo>
                  <a:pt x="28086" y="6474"/>
                </a:lnTo>
                <a:lnTo>
                  <a:pt x="28540" y="7264"/>
                </a:lnTo>
                <a:lnTo>
                  <a:pt x="29241" y="7732"/>
                </a:lnTo>
                <a:lnTo>
                  <a:pt x="31463" y="6679"/>
                </a:lnTo>
                <a:lnTo>
                  <a:pt x="32377" y="7600"/>
                </a:lnTo>
                <a:lnTo>
                  <a:pt x="32026" y="10260"/>
                </a:lnTo>
                <a:lnTo>
                  <a:pt x="32092" y="11627"/>
                </a:lnTo>
                <a:lnTo>
                  <a:pt x="31683" y="13513"/>
                </a:lnTo>
                <a:lnTo>
                  <a:pt x="32275" y="14741"/>
                </a:lnTo>
                <a:lnTo>
                  <a:pt x="35161" y="13878"/>
                </a:lnTo>
                <a:lnTo>
                  <a:pt x="35885" y="14609"/>
                </a:lnTo>
                <a:lnTo>
                  <a:pt x="35534" y="17269"/>
                </a:lnTo>
                <a:lnTo>
                  <a:pt x="35600" y="18651"/>
                </a:lnTo>
                <a:lnTo>
                  <a:pt x="35849" y="20470"/>
                </a:lnTo>
                <a:lnTo>
                  <a:pt x="35410" y="21647"/>
                </a:lnTo>
                <a:lnTo>
                  <a:pt x="32413" y="20990"/>
                </a:lnTo>
                <a:lnTo>
                  <a:pt x="32048" y="21289"/>
                </a:lnTo>
                <a:lnTo>
                  <a:pt x="31171" y="22553"/>
                </a:lnTo>
                <a:lnTo>
                  <a:pt x="33196" y="27370"/>
                </a:lnTo>
                <a:lnTo>
                  <a:pt x="31346" y="28883"/>
                </a:lnTo>
                <a:lnTo>
                  <a:pt x="29337" y="27853"/>
                </a:lnTo>
                <a:lnTo>
                  <a:pt x="28540" y="28306"/>
                </a:lnTo>
                <a:lnTo>
                  <a:pt x="28072" y="29007"/>
                </a:lnTo>
                <a:lnTo>
                  <a:pt x="29125" y="31229"/>
                </a:lnTo>
                <a:lnTo>
                  <a:pt x="27955" y="32391"/>
                </a:lnTo>
                <a:lnTo>
                  <a:pt x="25741" y="31361"/>
                </a:lnTo>
                <a:lnTo>
                  <a:pt x="24330" y="32267"/>
                </a:lnTo>
                <a:lnTo>
                  <a:pt x="22108" y="31229"/>
                </a:lnTo>
                <a:lnTo>
                  <a:pt x="21158" y="32179"/>
                </a:lnTo>
                <a:lnTo>
                  <a:pt x="21962" y="35132"/>
                </a:lnTo>
                <a:lnTo>
                  <a:pt x="20456" y="35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821856" y="2874079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20456" y="35775"/>
                </a:moveTo>
                <a:lnTo>
                  <a:pt x="15611" y="35709"/>
                </a:lnTo>
                <a:lnTo>
                  <a:pt x="14142" y="35183"/>
                </a:lnTo>
                <a:lnTo>
                  <a:pt x="14800" y="32142"/>
                </a:lnTo>
                <a:lnTo>
                  <a:pt x="14507" y="31814"/>
                </a:lnTo>
                <a:lnTo>
                  <a:pt x="13243" y="30937"/>
                </a:lnTo>
                <a:lnTo>
                  <a:pt x="8426" y="32954"/>
                </a:lnTo>
                <a:lnTo>
                  <a:pt x="6921" y="31112"/>
                </a:lnTo>
                <a:lnTo>
                  <a:pt x="7951" y="29102"/>
                </a:lnTo>
                <a:lnTo>
                  <a:pt x="7491" y="28306"/>
                </a:lnTo>
                <a:lnTo>
                  <a:pt x="6972" y="27874"/>
                </a:lnTo>
                <a:lnTo>
                  <a:pt x="4341" y="28846"/>
                </a:lnTo>
                <a:lnTo>
                  <a:pt x="3610" y="27750"/>
                </a:lnTo>
                <a:lnTo>
                  <a:pt x="4019" y="25492"/>
                </a:lnTo>
                <a:lnTo>
                  <a:pt x="3961" y="24293"/>
                </a:lnTo>
                <a:lnTo>
                  <a:pt x="4319" y="21626"/>
                </a:lnTo>
                <a:lnTo>
                  <a:pt x="3734" y="21048"/>
                </a:lnTo>
                <a:lnTo>
                  <a:pt x="533" y="21575"/>
                </a:lnTo>
                <a:lnTo>
                  <a:pt x="321" y="20559"/>
                </a:lnTo>
                <a:lnTo>
                  <a:pt x="0" y="14675"/>
                </a:lnTo>
                <a:lnTo>
                  <a:pt x="811" y="14010"/>
                </a:lnTo>
                <a:lnTo>
                  <a:pt x="3859" y="14639"/>
                </a:lnTo>
                <a:lnTo>
                  <a:pt x="4524" y="12731"/>
                </a:lnTo>
                <a:lnTo>
                  <a:pt x="2945" y="8456"/>
                </a:lnTo>
                <a:lnTo>
                  <a:pt x="4487" y="6687"/>
                </a:lnTo>
                <a:lnTo>
                  <a:pt x="6855" y="7724"/>
                </a:lnTo>
                <a:lnTo>
                  <a:pt x="7491" y="7264"/>
                </a:lnTo>
                <a:lnTo>
                  <a:pt x="7951" y="6475"/>
                </a:lnTo>
                <a:lnTo>
                  <a:pt x="6921" y="4458"/>
                </a:lnTo>
                <a:lnTo>
                  <a:pt x="8426" y="2616"/>
                </a:lnTo>
                <a:lnTo>
                  <a:pt x="13243" y="4640"/>
                </a:lnTo>
                <a:lnTo>
                  <a:pt x="14507" y="3763"/>
                </a:lnTo>
                <a:lnTo>
                  <a:pt x="14968" y="3076"/>
                </a:lnTo>
                <a:lnTo>
                  <a:pt x="13923" y="810"/>
                </a:lnTo>
                <a:lnTo>
                  <a:pt x="14778" y="0"/>
                </a:lnTo>
                <a:lnTo>
                  <a:pt x="21319" y="7"/>
                </a:lnTo>
                <a:lnTo>
                  <a:pt x="22094" y="957"/>
                </a:lnTo>
                <a:lnTo>
                  <a:pt x="21063" y="2966"/>
                </a:lnTo>
                <a:lnTo>
                  <a:pt x="21523" y="3763"/>
                </a:lnTo>
                <a:lnTo>
                  <a:pt x="22788" y="4640"/>
                </a:lnTo>
                <a:lnTo>
                  <a:pt x="27604" y="2616"/>
                </a:lnTo>
                <a:lnTo>
                  <a:pt x="29110" y="4465"/>
                </a:lnTo>
                <a:lnTo>
                  <a:pt x="28079" y="6474"/>
                </a:lnTo>
                <a:lnTo>
                  <a:pt x="28540" y="7264"/>
                </a:lnTo>
                <a:lnTo>
                  <a:pt x="29241" y="7732"/>
                </a:lnTo>
                <a:lnTo>
                  <a:pt x="31463" y="6679"/>
                </a:lnTo>
                <a:lnTo>
                  <a:pt x="32377" y="7600"/>
                </a:lnTo>
                <a:lnTo>
                  <a:pt x="32019" y="10260"/>
                </a:lnTo>
                <a:lnTo>
                  <a:pt x="32092" y="11627"/>
                </a:lnTo>
                <a:lnTo>
                  <a:pt x="31683" y="13513"/>
                </a:lnTo>
                <a:lnTo>
                  <a:pt x="32267" y="14741"/>
                </a:lnTo>
                <a:lnTo>
                  <a:pt x="35161" y="13878"/>
                </a:lnTo>
                <a:lnTo>
                  <a:pt x="35885" y="14609"/>
                </a:lnTo>
                <a:lnTo>
                  <a:pt x="35527" y="17269"/>
                </a:lnTo>
                <a:lnTo>
                  <a:pt x="35600" y="18651"/>
                </a:lnTo>
                <a:lnTo>
                  <a:pt x="35841" y="20470"/>
                </a:lnTo>
                <a:lnTo>
                  <a:pt x="35410" y="21647"/>
                </a:lnTo>
                <a:lnTo>
                  <a:pt x="32413" y="20990"/>
                </a:lnTo>
                <a:lnTo>
                  <a:pt x="32041" y="21289"/>
                </a:lnTo>
                <a:lnTo>
                  <a:pt x="31156" y="22553"/>
                </a:lnTo>
                <a:lnTo>
                  <a:pt x="33188" y="27370"/>
                </a:lnTo>
                <a:lnTo>
                  <a:pt x="31339" y="28883"/>
                </a:lnTo>
                <a:lnTo>
                  <a:pt x="29322" y="27853"/>
                </a:lnTo>
                <a:lnTo>
                  <a:pt x="28533" y="28306"/>
                </a:lnTo>
                <a:lnTo>
                  <a:pt x="28065" y="29007"/>
                </a:lnTo>
                <a:lnTo>
                  <a:pt x="29117" y="31229"/>
                </a:lnTo>
                <a:lnTo>
                  <a:pt x="27948" y="32391"/>
                </a:lnTo>
                <a:lnTo>
                  <a:pt x="25726" y="31361"/>
                </a:lnTo>
                <a:lnTo>
                  <a:pt x="24323" y="32267"/>
                </a:lnTo>
                <a:lnTo>
                  <a:pt x="22101" y="31229"/>
                </a:lnTo>
                <a:lnTo>
                  <a:pt x="21151" y="32179"/>
                </a:lnTo>
                <a:lnTo>
                  <a:pt x="21962" y="35132"/>
                </a:lnTo>
                <a:lnTo>
                  <a:pt x="20456" y="35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193220" y="2877389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5" h="29210">
                <a:moveTo>
                  <a:pt x="12322" y="28941"/>
                </a:moveTo>
                <a:lnTo>
                  <a:pt x="11123" y="28116"/>
                </a:lnTo>
                <a:lnTo>
                  <a:pt x="12110" y="25521"/>
                </a:lnTo>
                <a:lnTo>
                  <a:pt x="11672" y="24988"/>
                </a:lnTo>
                <a:lnTo>
                  <a:pt x="10407" y="24111"/>
                </a:lnTo>
                <a:lnTo>
                  <a:pt x="5591" y="26135"/>
                </a:lnTo>
                <a:lnTo>
                  <a:pt x="4085" y="24286"/>
                </a:lnTo>
                <a:lnTo>
                  <a:pt x="5116" y="22276"/>
                </a:lnTo>
                <a:lnTo>
                  <a:pt x="4188" y="20778"/>
                </a:lnTo>
                <a:lnTo>
                  <a:pt x="5240" y="18563"/>
                </a:lnTo>
                <a:lnTo>
                  <a:pt x="4071" y="17395"/>
                </a:lnTo>
                <a:lnTo>
                  <a:pt x="1805" y="18417"/>
                </a:lnTo>
                <a:lnTo>
                  <a:pt x="1147" y="17979"/>
                </a:lnTo>
                <a:lnTo>
                  <a:pt x="2024" y="16715"/>
                </a:lnTo>
                <a:lnTo>
                  <a:pt x="0" y="11905"/>
                </a:lnTo>
                <a:lnTo>
                  <a:pt x="1849" y="10392"/>
                </a:lnTo>
                <a:lnTo>
                  <a:pt x="3866" y="11416"/>
                </a:lnTo>
                <a:lnTo>
                  <a:pt x="4655" y="10962"/>
                </a:lnTo>
                <a:lnTo>
                  <a:pt x="5532" y="9698"/>
                </a:lnTo>
                <a:lnTo>
                  <a:pt x="3508" y="4889"/>
                </a:lnTo>
                <a:lnTo>
                  <a:pt x="5357" y="3376"/>
                </a:lnTo>
                <a:lnTo>
                  <a:pt x="7374" y="4406"/>
                </a:lnTo>
                <a:lnTo>
                  <a:pt x="8865" y="3486"/>
                </a:lnTo>
                <a:lnTo>
                  <a:pt x="11087" y="4531"/>
                </a:lnTo>
                <a:lnTo>
                  <a:pt x="11979" y="3639"/>
                </a:lnTo>
                <a:lnTo>
                  <a:pt x="11313" y="555"/>
                </a:lnTo>
                <a:lnTo>
                  <a:pt x="12965" y="36"/>
                </a:lnTo>
                <a:lnTo>
                  <a:pt x="17416" y="0"/>
                </a:lnTo>
                <a:lnTo>
                  <a:pt x="19075" y="577"/>
                </a:lnTo>
                <a:lnTo>
                  <a:pt x="18366" y="3632"/>
                </a:lnTo>
                <a:lnTo>
                  <a:pt x="19024" y="4282"/>
                </a:lnTo>
                <a:lnTo>
                  <a:pt x="21684" y="3917"/>
                </a:lnTo>
                <a:lnTo>
                  <a:pt x="22737" y="3975"/>
                </a:lnTo>
                <a:lnTo>
                  <a:pt x="25339" y="3603"/>
                </a:lnTo>
                <a:lnTo>
                  <a:pt x="26289" y="4494"/>
                </a:lnTo>
                <a:lnTo>
                  <a:pt x="25244" y="6789"/>
                </a:lnTo>
                <a:lnTo>
                  <a:pt x="26172" y="8156"/>
                </a:lnTo>
                <a:lnTo>
                  <a:pt x="25120" y="10370"/>
                </a:lnTo>
                <a:lnTo>
                  <a:pt x="26077" y="11328"/>
                </a:lnTo>
                <a:lnTo>
                  <a:pt x="29022" y="10509"/>
                </a:lnTo>
                <a:lnTo>
                  <a:pt x="29534" y="11715"/>
                </a:lnTo>
                <a:lnTo>
                  <a:pt x="29658" y="17321"/>
                </a:lnTo>
                <a:lnTo>
                  <a:pt x="28832" y="18520"/>
                </a:lnTo>
                <a:lnTo>
                  <a:pt x="26238" y="17533"/>
                </a:lnTo>
                <a:lnTo>
                  <a:pt x="25704" y="17971"/>
                </a:lnTo>
                <a:lnTo>
                  <a:pt x="24827" y="19236"/>
                </a:lnTo>
                <a:lnTo>
                  <a:pt x="26852" y="24052"/>
                </a:lnTo>
                <a:lnTo>
                  <a:pt x="25003" y="25565"/>
                </a:lnTo>
                <a:lnTo>
                  <a:pt x="22993" y="24535"/>
                </a:lnTo>
                <a:lnTo>
                  <a:pt x="22196" y="24988"/>
                </a:lnTo>
                <a:lnTo>
                  <a:pt x="21494" y="25456"/>
                </a:lnTo>
                <a:lnTo>
                  <a:pt x="19273" y="24403"/>
                </a:lnTo>
                <a:lnTo>
                  <a:pt x="18323" y="25361"/>
                </a:lnTo>
                <a:lnTo>
                  <a:pt x="19134" y="28306"/>
                </a:lnTo>
                <a:lnTo>
                  <a:pt x="17928" y="28817"/>
                </a:lnTo>
                <a:lnTo>
                  <a:pt x="12322" y="28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404526" y="2877111"/>
            <a:ext cx="29209" cy="29845"/>
          </a:xfrm>
          <a:custGeom>
            <a:avLst/>
            <a:gdLst/>
            <a:ahLst/>
            <a:cxnLst/>
            <a:rect l="l" t="t" r="r" b="b"/>
            <a:pathLst>
              <a:path w="29209" h="29844">
                <a:moveTo>
                  <a:pt x="4911" y="29527"/>
                </a:moveTo>
                <a:lnTo>
                  <a:pt x="3288" y="28386"/>
                </a:lnTo>
                <a:lnTo>
                  <a:pt x="4282" y="25806"/>
                </a:lnTo>
                <a:lnTo>
                  <a:pt x="3837" y="25266"/>
                </a:lnTo>
                <a:lnTo>
                  <a:pt x="3135" y="24805"/>
                </a:lnTo>
                <a:lnTo>
                  <a:pt x="920" y="25850"/>
                </a:lnTo>
                <a:lnTo>
                  <a:pt x="0" y="24937"/>
                </a:lnTo>
                <a:lnTo>
                  <a:pt x="357" y="22269"/>
                </a:lnTo>
                <a:lnTo>
                  <a:pt x="29" y="15933"/>
                </a:lnTo>
                <a:lnTo>
                  <a:pt x="562" y="10056"/>
                </a:lnTo>
                <a:lnTo>
                  <a:pt x="336" y="4224"/>
                </a:lnTo>
                <a:lnTo>
                  <a:pt x="3837" y="4224"/>
                </a:lnTo>
                <a:lnTo>
                  <a:pt x="4173" y="3851"/>
                </a:lnTo>
                <a:lnTo>
                  <a:pt x="3420" y="891"/>
                </a:lnTo>
                <a:lnTo>
                  <a:pt x="4721" y="350"/>
                </a:lnTo>
                <a:lnTo>
                  <a:pt x="6387" y="825"/>
                </a:lnTo>
                <a:lnTo>
                  <a:pt x="10480" y="372"/>
                </a:lnTo>
                <a:lnTo>
                  <a:pt x="14741" y="343"/>
                </a:lnTo>
                <a:lnTo>
                  <a:pt x="18922" y="848"/>
                </a:lnTo>
                <a:lnTo>
                  <a:pt x="24293" y="0"/>
                </a:lnTo>
                <a:lnTo>
                  <a:pt x="25455" y="1425"/>
                </a:lnTo>
                <a:lnTo>
                  <a:pt x="24425" y="3434"/>
                </a:lnTo>
                <a:lnTo>
                  <a:pt x="24885" y="4224"/>
                </a:lnTo>
                <a:lnTo>
                  <a:pt x="28394" y="4224"/>
                </a:lnTo>
                <a:lnTo>
                  <a:pt x="28394" y="22627"/>
                </a:lnTo>
                <a:lnTo>
                  <a:pt x="28723" y="24476"/>
                </a:lnTo>
                <a:lnTo>
                  <a:pt x="28225" y="25682"/>
                </a:lnTo>
                <a:lnTo>
                  <a:pt x="25251" y="24937"/>
                </a:lnTo>
                <a:lnTo>
                  <a:pt x="24885" y="25266"/>
                </a:lnTo>
                <a:lnTo>
                  <a:pt x="24418" y="25967"/>
                </a:lnTo>
                <a:lnTo>
                  <a:pt x="25470" y="28189"/>
                </a:lnTo>
                <a:lnTo>
                  <a:pt x="24556" y="29102"/>
                </a:lnTo>
                <a:lnTo>
                  <a:pt x="21889" y="28744"/>
                </a:lnTo>
                <a:lnTo>
                  <a:pt x="20208" y="28832"/>
                </a:lnTo>
                <a:lnTo>
                  <a:pt x="19038" y="28722"/>
                </a:lnTo>
                <a:lnTo>
                  <a:pt x="17869" y="28774"/>
                </a:lnTo>
                <a:lnTo>
                  <a:pt x="9479" y="28774"/>
                </a:lnTo>
                <a:lnTo>
                  <a:pt x="4911" y="29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1035567" y="2877104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10">
                <a:moveTo>
                  <a:pt x="21473" y="29110"/>
                </a:moveTo>
                <a:lnTo>
                  <a:pt x="18805" y="28751"/>
                </a:lnTo>
                <a:lnTo>
                  <a:pt x="17124" y="28839"/>
                </a:lnTo>
                <a:lnTo>
                  <a:pt x="15955" y="28708"/>
                </a:lnTo>
                <a:lnTo>
                  <a:pt x="13623" y="28846"/>
                </a:lnTo>
                <a:lnTo>
                  <a:pt x="12439" y="28781"/>
                </a:lnTo>
                <a:lnTo>
                  <a:pt x="10575" y="28781"/>
                </a:lnTo>
                <a:lnTo>
                  <a:pt x="8346" y="29131"/>
                </a:lnTo>
                <a:lnTo>
                  <a:pt x="7250" y="28466"/>
                </a:lnTo>
                <a:lnTo>
                  <a:pt x="8185" y="25755"/>
                </a:lnTo>
                <a:lnTo>
                  <a:pt x="7769" y="25273"/>
                </a:lnTo>
                <a:lnTo>
                  <a:pt x="6884" y="24841"/>
                </a:lnTo>
                <a:lnTo>
                  <a:pt x="5072" y="25813"/>
                </a:lnTo>
                <a:lnTo>
                  <a:pt x="3698" y="24900"/>
                </a:lnTo>
                <a:lnTo>
                  <a:pt x="4750" y="22262"/>
                </a:lnTo>
                <a:lnTo>
                  <a:pt x="3851" y="21362"/>
                </a:lnTo>
                <a:lnTo>
                  <a:pt x="994" y="22254"/>
                </a:lnTo>
                <a:lnTo>
                  <a:pt x="21" y="20318"/>
                </a:lnTo>
                <a:lnTo>
                  <a:pt x="752" y="16415"/>
                </a:lnTo>
                <a:lnTo>
                  <a:pt x="752" y="13382"/>
                </a:lnTo>
                <a:lnTo>
                  <a:pt x="0" y="8814"/>
                </a:lnTo>
                <a:lnTo>
                  <a:pt x="1132" y="7191"/>
                </a:lnTo>
                <a:lnTo>
                  <a:pt x="3720" y="8178"/>
                </a:lnTo>
                <a:lnTo>
                  <a:pt x="4261" y="7739"/>
                </a:lnTo>
                <a:lnTo>
                  <a:pt x="4728" y="7030"/>
                </a:lnTo>
                <a:lnTo>
                  <a:pt x="3676" y="4815"/>
                </a:lnTo>
                <a:lnTo>
                  <a:pt x="4845" y="3647"/>
                </a:lnTo>
                <a:lnTo>
                  <a:pt x="7067" y="4699"/>
                </a:lnTo>
                <a:lnTo>
                  <a:pt x="7769" y="4231"/>
                </a:lnTo>
                <a:lnTo>
                  <a:pt x="8112" y="3844"/>
                </a:lnTo>
                <a:lnTo>
                  <a:pt x="7338" y="913"/>
                </a:lnTo>
                <a:lnTo>
                  <a:pt x="9369" y="29"/>
                </a:lnTo>
                <a:lnTo>
                  <a:pt x="13009" y="730"/>
                </a:lnTo>
                <a:lnTo>
                  <a:pt x="16451" y="730"/>
                </a:lnTo>
                <a:lnTo>
                  <a:pt x="20347" y="0"/>
                </a:lnTo>
                <a:lnTo>
                  <a:pt x="22284" y="972"/>
                </a:lnTo>
                <a:lnTo>
                  <a:pt x="21392" y="3829"/>
                </a:lnTo>
                <a:lnTo>
                  <a:pt x="22291" y="4721"/>
                </a:lnTo>
                <a:lnTo>
                  <a:pt x="24936" y="3668"/>
                </a:lnTo>
                <a:lnTo>
                  <a:pt x="25850" y="5035"/>
                </a:lnTo>
                <a:lnTo>
                  <a:pt x="24878" y="6855"/>
                </a:lnTo>
                <a:lnTo>
                  <a:pt x="25309" y="7739"/>
                </a:lnTo>
                <a:lnTo>
                  <a:pt x="26011" y="8199"/>
                </a:lnTo>
                <a:lnTo>
                  <a:pt x="28233" y="7154"/>
                </a:lnTo>
                <a:lnTo>
                  <a:pt x="29402" y="8324"/>
                </a:lnTo>
                <a:lnTo>
                  <a:pt x="28306" y="10516"/>
                </a:lnTo>
                <a:lnTo>
                  <a:pt x="28818" y="11247"/>
                </a:lnTo>
                <a:lnTo>
                  <a:pt x="28818" y="19119"/>
                </a:lnTo>
                <a:lnTo>
                  <a:pt x="29147" y="20998"/>
                </a:lnTo>
                <a:lnTo>
                  <a:pt x="28628" y="22210"/>
                </a:lnTo>
                <a:lnTo>
                  <a:pt x="25675" y="21399"/>
                </a:lnTo>
                <a:lnTo>
                  <a:pt x="24886" y="22196"/>
                </a:lnTo>
                <a:lnTo>
                  <a:pt x="25807" y="25010"/>
                </a:lnTo>
                <a:lnTo>
                  <a:pt x="24396" y="25755"/>
                </a:lnTo>
                <a:lnTo>
                  <a:pt x="22766" y="24886"/>
                </a:lnTo>
                <a:lnTo>
                  <a:pt x="21802" y="25273"/>
                </a:lnTo>
                <a:lnTo>
                  <a:pt x="21334" y="25975"/>
                </a:lnTo>
                <a:lnTo>
                  <a:pt x="22386" y="28196"/>
                </a:lnTo>
                <a:lnTo>
                  <a:pt x="21473" y="291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1249565" y="2880576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59" h="22860">
                <a:moveTo>
                  <a:pt x="5335" y="22547"/>
                </a:moveTo>
                <a:lnTo>
                  <a:pt x="3712" y="21414"/>
                </a:lnTo>
                <a:lnTo>
                  <a:pt x="4699" y="18827"/>
                </a:lnTo>
                <a:lnTo>
                  <a:pt x="4261" y="18293"/>
                </a:lnTo>
                <a:lnTo>
                  <a:pt x="3720" y="17848"/>
                </a:lnTo>
                <a:lnTo>
                  <a:pt x="1132" y="18842"/>
                </a:lnTo>
                <a:lnTo>
                  <a:pt x="0" y="17219"/>
                </a:lnTo>
                <a:lnTo>
                  <a:pt x="752" y="12651"/>
                </a:lnTo>
                <a:lnTo>
                  <a:pt x="752" y="4261"/>
                </a:lnTo>
                <a:lnTo>
                  <a:pt x="1454" y="3793"/>
                </a:lnTo>
                <a:lnTo>
                  <a:pt x="3676" y="4838"/>
                </a:lnTo>
                <a:lnTo>
                  <a:pt x="4633" y="3888"/>
                </a:lnTo>
                <a:lnTo>
                  <a:pt x="3815" y="943"/>
                </a:lnTo>
                <a:lnTo>
                  <a:pt x="5868" y="58"/>
                </a:lnTo>
                <a:lnTo>
                  <a:pt x="9501" y="753"/>
                </a:lnTo>
                <a:lnTo>
                  <a:pt x="12651" y="753"/>
                </a:lnTo>
                <a:lnTo>
                  <a:pt x="17219" y="0"/>
                </a:lnTo>
                <a:lnTo>
                  <a:pt x="18805" y="1118"/>
                </a:lnTo>
                <a:lnTo>
                  <a:pt x="17854" y="3749"/>
                </a:lnTo>
                <a:lnTo>
                  <a:pt x="18293" y="4268"/>
                </a:lnTo>
                <a:lnTo>
                  <a:pt x="18776" y="4685"/>
                </a:lnTo>
                <a:lnTo>
                  <a:pt x="21487" y="3749"/>
                </a:lnTo>
                <a:lnTo>
                  <a:pt x="22152" y="4845"/>
                </a:lnTo>
                <a:lnTo>
                  <a:pt x="21801" y="7074"/>
                </a:lnTo>
                <a:lnTo>
                  <a:pt x="21801" y="12651"/>
                </a:lnTo>
                <a:lnTo>
                  <a:pt x="22554" y="17212"/>
                </a:lnTo>
                <a:lnTo>
                  <a:pt x="21421" y="18842"/>
                </a:lnTo>
                <a:lnTo>
                  <a:pt x="18834" y="17848"/>
                </a:lnTo>
                <a:lnTo>
                  <a:pt x="18293" y="18293"/>
                </a:lnTo>
                <a:lnTo>
                  <a:pt x="17877" y="18776"/>
                </a:lnTo>
                <a:lnTo>
                  <a:pt x="18812" y="21487"/>
                </a:lnTo>
                <a:lnTo>
                  <a:pt x="17716" y="22152"/>
                </a:lnTo>
                <a:lnTo>
                  <a:pt x="15487" y="21794"/>
                </a:lnTo>
                <a:lnTo>
                  <a:pt x="9910" y="21794"/>
                </a:lnTo>
                <a:lnTo>
                  <a:pt x="5335" y="225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0" y="2884843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5">
                <a:moveTo>
                  <a:pt x="4927" y="14032"/>
                </a:moveTo>
                <a:lnTo>
                  <a:pt x="0" y="14032"/>
                </a:lnTo>
                <a:lnTo>
                  <a:pt x="0" y="0"/>
                </a:lnTo>
                <a:lnTo>
                  <a:pt x="4927" y="0"/>
                </a:lnTo>
                <a:lnTo>
                  <a:pt x="4927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1464314" y="2884844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5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305480" y="2988948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1394" y="15428"/>
                </a:moveTo>
                <a:lnTo>
                  <a:pt x="4860" y="15421"/>
                </a:lnTo>
                <a:lnTo>
                  <a:pt x="4078" y="14463"/>
                </a:lnTo>
                <a:lnTo>
                  <a:pt x="5109" y="12454"/>
                </a:lnTo>
                <a:lnTo>
                  <a:pt x="4655" y="11664"/>
                </a:lnTo>
                <a:lnTo>
                  <a:pt x="3859" y="11204"/>
                </a:lnTo>
                <a:lnTo>
                  <a:pt x="1849" y="12234"/>
                </a:lnTo>
                <a:lnTo>
                  <a:pt x="0" y="10729"/>
                </a:lnTo>
                <a:lnTo>
                  <a:pt x="2024" y="5912"/>
                </a:lnTo>
                <a:lnTo>
                  <a:pt x="1147" y="4648"/>
                </a:lnTo>
                <a:lnTo>
                  <a:pt x="4655" y="4648"/>
                </a:lnTo>
                <a:lnTo>
                  <a:pt x="4655" y="1140"/>
                </a:lnTo>
                <a:lnTo>
                  <a:pt x="5920" y="2017"/>
                </a:lnTo>
                <a:lnTo>
                  <a:pt x="10736" y="0"/>
                </a:lnTo>
                <a:lnTo>
                  <a:pt x="12242" y="1841"/>
                </a:lnTo>
                <a:lnTo>
                  <a:pt x="11211" y="3851"/>
                </a:lnTo>
                <a:lnTo>
                  <a:pt x="11672" y="4648"/>
                </a:lnTo>
                <a:lnTo>
                  <a:pt x="12461" y="5101"/>
                </a:lnTo>
                <a:lnTo>
                  <a:pt x="14478" y="4078"/>
                </a:lnTo>
                <a:lnTo>
                  <a:pt x="15428" y="4852"/>
                </a:lnTo>
                <a:lnTo>
                  <a:pt x="15436" y="11386"/>
                </a:lnTo>
                <a:lnTo>
                  <a:pt x="14617" y="12249"/>
                </a:lnTo>
                <a:lnTo>
                  <a:pt x="12344" y="11196"/>
                </a:lnTo>
                <a:lnTo>
                  <a:pt x="11672" y="11664"/>
                </a:lnTo>
                <a:lnTo>
                  <a:pt x="11204" y="12344"/>
                </a:lnTo>
                <a:lnTo>
                  <a:pt x="12256" y="14610"/>
                </a:lnTo>
                <a:lnTo>
                  <a:pt x="11394" y="154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517116" y="2990088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727604" y="2990088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938093" y="2990088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5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1147434" y="2988948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1394" y="15428"/>
                </a:moveTo>
                <a:lnTo>
                  <a:pt x="4860" y="15421"/>
                </a:lnTo>
                <a:lnTo>
                  <a:pt x="4078" y="14463"/>
                </a:lnTo>
                <a:lnTo>
                  <a:pt x="5116" y="12454"/>
                </a:lnTo>
                <a:lnTo>
                  <a:pt x="4655" y="11664"/>
                </a:lnTo>
                <a:lnTo>
                  <a:pt x="3859" y="11211"/>
                </a:lnTo>
                <a:lnTo>
                  <a:pt x="1849" y="12234"/>
                </a:lnTo>
                <a:lnTo>
                  <a:pt x="0" y="10729"/>
                </a:lnTo>
                <a:lnTo>
                  <a:pt x="2024" y="5912"/>
                </a:lnTo>
                <a:lnTo>
                  <a:pt x="1147" y="4648"/>
                </a:lnTo>
                <a:lnTo>
                  <a:pt x="4655" y="4648"/>
                </a:lnTo>
                <a:lnTo>
                  <a:pt x="4655" y="1140"/>
                </a:lnTo>
                <a:lnTo>
                  <a:pt x="5920" y="2017"/>
                </a:lnTo>
                <a:lnTo>
                  <a:pt x="10736" y="0"/>
                </a:lnTo>
                <a:lnTo>
                  <a:pt x="12249" y="1841"/>
                </a:lnTo>
                <a:lnTo>
                  <a:pt x="11218" y="3851"/>
                </a:lnTo>
                <a:lnTo>
                  <a:pt x="11672" y="4648"/>
                </a:lnTo>
                <a:lnTo>
                  <a:pt x="12468" y="5101"/>
                </a:lnTo>
                <a:lnTo>
                  <a:pt x="14478" y="4078"/>
                </a:lnTo>
                <a:lnTo>
                  <a:pt x="15428" y="4852"/>
                </a:lnTo>
                <a:lnTo>
                  <a:pt x="15443" y="11386"/>
                </a:lnTo>
                <a:lnTo>
                  <a:pt x="14624" y="12249"/>
                </a:lnTo>
                <a:lnTo>
                  <a:pt x="12351" y="11196"/>
                </a:lnTo>
                <a:lnTo>
                  <a:pt x="11672" y="11664"/>
                </a:lnTo>
                <a:lnTo>
                  <a:pt x="11204" y="12344"/>
                </a:lnTo>
                <a:lnTo>
                  <a:pt x="12256" y="14610"/>
                </a:lnTo>
                <a:lnTo>
                  <a:pt x="11394" y="154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16863026" y="782687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305" y="3716"/>
                </a:moveTo>
                <a:lnTo>
                  <a:pt x="10866" y="3716"/>
                </a:lnTo>
                <a:lnTo>
                  <a:pt x="19707" y="0"/>
                </a:lnTo>
                <a:lnTo>
                  <a:pt x="22471" y="3394"/>
                </a:lnTo>
                <a:lnTo>
                  <a:pt x="22305" y="3716"/>
                </a:lnTo>
                <a:close/>
              </a:path>
              <a:path w="28575" h="28575">
                <a:moveTo>
                  <a:pt x="3394" y="22470"/>
                </a:moveTo>
                <a:lnTo>
                  <a:pt x="0" y="19707"/>
                </a:lnTo>
                <a:lnTo>
                  <a:pt x="3716" y="10866"/>
                </a:lnTo>
                <a:lnTo>
                  <a:pt x="2106" y="8545"/>
                </a:lnTo>
                <a:lnTo>
                  <a:pt x="8545" y="8545"/>
                </a:lnTo>
                <a:lnTo>
                  <a:pt x="8545" y="2106"/>
                </a:lnTo>
                <a:lnTo>
                  <a:pt x="10866" y="3716"/>
                </a:lnTo>
                <a:lnTo>
                  <a:pt x="22305" y="3716"/>
                </a:lnTo>
                <a:lnTo>
                  <a:pt x="20579" y="7083"/>
                </a:lnTo>
                <a:lnTo>
                  <a:pt x="21424" y="8545"/>
                </a:lnTo>
                <a:lnTo>
                  <a:pt x="22873" y="9377"/>
                </a:lnTo>
                <a:lnTo>
                  <a:pt x="28321" y="9377"/>
                </a:lnTo>
                <a:lnTo>
                  <a:pt x="28346" y="20565"/>
                </a:lnTo>
                <a:lnTo>
                  <a:pt x="7109" y="20565"/>
                </a:lnTo>
                <a:lnTo>
                  <a:pt x="3394" y="22470"/>
                </a:lnTo>
                <a:close/>
              </a:path>
              <a:path w="28575" h="28575">
                <a:moveTo>
                  <a:pt x="28321" y="9377"/>
                </a:moveTo>
                <a:lnTo>
                  <a:pt x="22873" y="9377"/>
                </a:lnTo>
                <a:lnTo>
                  <a:pt x="26576" y="7485"/>
                </a:lnTo>
                <a:lnTo>
                  <a:pt x="28320" y="8921"/>
                </a:lnTo>
                <a:lnTo>
                  <a:pt x="28321" y="9377"/>
                </a:lnTo>
                <a:close/>
              </a:path>
              <a:path w="28575" h="28575">
                <a:moveTo>
                  <a:pt x="20943" y="28319"/>
                </a:moveTo>
                <a:lnTo>
                  <a:pt x="8921" y="28319"/>
                </a:lnTo>
                <a:lnTo>
                  <a:pt x="7486" y="26575"/>
                </a:lnTo>
                <a:lnTo>
                  <a:pt x="9377" y="22873"/>
                </a:lnTo>
                <a:lnTo>
                  <a:pt x="8545" y="21424"/>
                </a:lnTo>
                <a:lnTo>
                  <a:pt x="7060" y="20565"/>
                </a:lnTo>
                <a:lnTo>
                  <a:pt x="22672" y="20565"/>
                </a:lnTo>
                <a:lnTo>
                  <a:pt x="21424" y="21424"/>
                </a:lnTo>
                <a:lnTo>
                  <a:pt x="20566" y="22671"/>
                </a:lnTo>
                <a:lnTo>
                  <a:pt x="22373" y="26575"/>
                </a:lnTo>
                <a:lnTo>
                  <a:pt x="22497" y="26844"/>
                </a:lnTo>
                <a:lnTo>
                  <a:pt x="20943" y="28319"/>
                </a:lnTo>
                <a:close/>
              </a:path>
              <a:path w="28575" h="28575">
                <a:moveTo>
                  <a:pt x="26870" y="22470"/>
                </a:moveTo>
                <a:lnTo>
                  <a:pt x="24526" y="21424"/>
                </a:lnTo>
                <a:lnTo>
                  <a:pt x="22672" y="20565"/>
                </a:lnTo>
                <a:lnTo>
                  <a:pt x="28346" y="20565"/>
                </a:lnTo>
                <a:lnTo>
                  <a:pt x="28347" y="20914"/>
                </a:lnTo>
                <a:lnTo>
                  <a:pt x="26870" y="224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17249388" y="782687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319" y="3716"/>
                </a:moveTo>
                <a:lnTo>
                  <a:pt x="10866" y="3716"/>
                </a:lnTo>
                <a:lnTo>
                  <a:pt x="19707" y="0"/>
                </a:lnTo>
                <a:lnTo>
                  <a:pt x="22484" y="3394"/>
                </a:lnTo>
                <a:lnTo>
                  <a:pt x="22319" y="3716"/>
                </a:lnTo>
                <a:close/>
              </a:path>
              <a:path w="28575" h="28575">
                <a:moveTo>
                  <a:pt x="3394" y="22470"/>
                </a:moveTo>
                <a:lnTo>
                  <a:pt x="0" y="19707"/>
                </a:lnTo>
                <a:lnTo>
                  <a:pt x="3716" y="10866"/>
                </a:lnTo>
                <a:lnTo>
                  <a:pt x="2106" y="8545"/>
                </a:lnTo>
                <a:lnTo>
                  <a:pt x="8545" y="8545"/>
                </a:lnTo>
                <a:lnTo>
                  <a:pt x="8545" y="2106"/>
                </a:lnTo>
                <a:lnTo>
                  <a:pt x="10866" y="3716"/>
                </a:lnTo>
                <a:lnTo>
                  <a:pt x="22319" y="3716"/>
                </a:lnTo>
                <a:lnTo>
                  <a:pt x="20592" y="7083"/>
                </a:lnTo>
                <a:lnTo>
                  <a:pt x="21424" y="8545"/>
                </a:lnTo>
                <a:lnTo>
                  <a:pt x="22887" y="9377"/>
                </a:lnTo>
                <a:lnTo>
                  <a:pt x="28321" y="9377"/>
                </a:lnTo>
                <a:lnTo>
                  <a:pt x="28346" y="20565"/>
                </a:lnTo>
                <a:lnTo>
                  <a:pt x="7109" y="20565"/>
                </a:lnTo>
                <a:lnTo>
                  <a:pt x="3394" y="22470"/>
                </a:lnTo>
                <a:close/>
              </a:path>
              <a:path w="28575" h="28575">
                <a:moveTo>
                  <a:pt x="28321" y="9377"/>
                </a:moveTo>
                <a:lnTo>
                  <a:pt x="22887" y="9377"/>
                </a:lnTo>
                <a:lnTo>
                  <a:pt x="26576" y="7485"/>
                </a:lnTo>
                <a:lnTo>
                  <a:pt x="28320" y="8921"/>
                </a:lnTo>
                <a:lnTo>
                  <a:pt x="28321" y="9377"/>
                </a:lnTo>
                <a:close/>
              </a:path>
              <a:path w="28575" h="28575">
                <a:moveTo>
                  <a:pt x="20943" y="28319"/>
                </a:moveTo>
                <a:lnTo>
                  <a:pt x="8921" y="28319"/>
                </a:lnTo>
                <a:lnTo>
                  <a:pt x="7486" y="26575"/>
                </a:lnTo>
                <a:lnTo>
                  <a:pt x="9390" y="22873"/>
                </a:lnTo>
                <a:lnTo>
                  <a:pt x="8545" y="21424"/>
                </a:lnTo>
                <a:lnTo>
                  <a:pt x="7060" y="20565"/>
                </a:lnTo>
                <a:lnTo>
                  <a:pt x="22672" y="20565"/>
                </a:lnTo>
                <a:lnTo>
                  <a:pt x="21424" y="21424"/>
                </a:lnTo>
                <a:lnTo>
                  <a:pt x="20566" y="22671"/>
                </a:lnTo>
                <a:lnTo>
                  <a:pt x="22373" y="26575"/>
                </a:lnTo>
                <a:lnTo>
                  <a:pt x="22497" y="26844"/>
                </a:lnTo>
                <a:lnTo>
                  <a:pt x="20943" y="28319"/>
                </a:lnTo>
                <a:close/>
              </a:path>
              <a:path w="28575" h="28575">
                <a:moveTo>
                  <a:pt x="26870" y="22470"/>
                </a:moveTo>
                <a:lnTo>
                  <a:pt x="24526" y="21424"/>
                </a:lnTo>
                <a:lnTo>
                  <a:pt x="22672" y="20565"/>
                </a:lnTo>
                <a:lnTo>
                  <a:pt x="28346" y="20565"/>
                </a:lnTo>
                <a:lnTo>
                  <a:pt x="28347" y="20914"/>
                </a:lnTo>
                <a:lnTo>
                  <a:pt x="26870" y="224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17635751" y="782687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305" y="3716"/>
                </a:moveTo>
                <a:lnTo>
                  <a:pt x="10866" y="3716"/>
                </a:lnTo>
                <a:lnTo>
                  <a:pt x="19707" y="0"/>
                </a:lnTo>
                <a:lnTo>
                  <a:pt x="22471" y="3394"/>
                </a:lnTo>
                <a:lnTo>
                  <a:pt x="22305" y="3716"/>
                </a:lnTo>
                <a:close/>
              </a:path>
              <a:path w="28575" h="28575">
                <a:moveTo>
                  <a:pt x="3394" y="22470"/>
                </a:moveTo>
                <a:lnTo>
                  <a:pt x="0" y="19707"/>
                </a:lnTo>
                <a:lnTo>
                  <a:pt x="3716" y="10866"/>
                </a:lnTo>
                <a:lnTo>
                  <a:pt x="2106" y="8545"/>
                </a:lnTo>
                <a:lnTo>
                  <a:pt x="8545" y="8545"/>
                </a:lnTo>
                <a:lnTo>
                  <a:pt x="8545" y="2106"/>
                </a:lnTo>
                <a:lnTo>
                  <a:pt x="10866" y="3716"/>
                </a:lnTo>
                <a:lnTo>
                  <a:pt x="22305" y="3716"/>
                </a:lnTo>
                <a:lnTo>
                  <a:pt x="20579" y="7083"/>
                </a:lnTo>
                <a:lnTo>
                  <a:pt x="21424" y="8545"/>
                </a:lnTo>
                <a:lnTo>
                  <a:pt x="22873" y="9377"/>
                </a:lnTo>
                <a:lnTo>
                  <a:pt x="28320" y="9377"/>
                </a:lnTo>
                <a:lnTo>
                  <a:pt x="28333" y="20565"/>
                </a:lnTo>
                <a:lnTo>
                  <a:pt x="7109" y="20565"/>
                </a:lnTo>
                <a:lnTo>
                  <a:pt x="3394" y="22470"/>
                </a:lnTo>
                <a:close/>
              </a:path>
              <a:path w="28575" h="28575">
                <a:moveTo>
                  <a:pt x="28320" y="9377"/>
                </a:moveTo>
                <a:lnTo>
                  <a:pt x="22873" y="9377"/>
                </a:lnTo>
                <a:lnTo>
                  <a:pt x="26576" y="7485"/>
                </a:lnTo>
                <a:lnTo>
                  <a:pt x="28320" y="8921"/>
                </a:lnTo>
                <a:lnTo>
                  <a:pt x="28320" y="9377"/>
                </a:lnTo>
                <a:close/>
              </a:path>
              <a:path w="28575" h="28575">
                <a:moveTo>
                  <a:pt x="20943" y="28319"/>
                </a:moveTo>
                <a:lnTo>
                  <a:pt x="8921" y="28319"/>
                </a:lnTo>
                <a:lnTo>
                  <a:pt x="7485" y="26575"/>
                </a:lnTo>
                <a:lnTo>
                  <a:pt x="9377" y="22873"/>
                </a:lnTo>
                <a:lnTo>
                  <a:pt x="8545" y="21424"/>
                </a:lnTo>
                <a:lnTo>
                  <a:pt x="7060" y="20565"/>
                </a:lnTo>
                <a:lnTo>
                  <a:pt x="22658" y="20565"/>
                </a:lnTo>
                <a:lnTo>
                  <a:pt x="21424" y="21424"/>
                </a:lnTo>
                <a:lnTo>
                  <a:pt x="20566" y="22671"/>
                </a:lnTo>
                <a:lnTo>
                  <a:pt x="22373" y="26575"/>
                </a:lnTo>
                <a:lnTo>
                  <a:pt x="22497" y="26844"/>
                </a:lnTo>
                <a:lnTo>
                  <a:pt x="20943" y="28319"/>
                </a:lnTo>
                <a:close/>
              </a:path>
              <a:path w="28575" h="28575">
                <a:moveTo>
                  <a:pt x="26856" y="22470"/>
                </a:moveTo>
                <a:lnTo>
                  <a:pt x="24513" y="21424"/>
                </a:lnTo>
                <a:lnTo>
                  <a:pt x="22658" y="20565"/>
                </a:lnTo>
                <a:lnTo>
                  <a:pt x="28333" y="20565"/>
                </a:lnTo>
                <a:lnTo>
                  <a:pt x="28333" y="20914"/>
                </a:lnTo>
                <a:lnTo>
                  <a:pt x="26856" y="224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18022113" y="782687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307" y="3716"/>
                </a:moveTo>
                <a:lnTo>
                  <a:pt x="10866" y="3716"/>
                </a:lnTo>
                <a:lnTo>
                  <a:pt x="19707" y="0"/>
                </a:lnTo>
                <a:lnTo>
                  <a:pt x="22471" y="3394"/>
                </a:lnTo>
                <a:lnTo>
                  <a:pt x="22307" y="3716"/>
                </a:lnTo>
                <a:close/>
              </a:path>
              <a:path w="28575" h="28575">
                <a:moveTo>
                  <a:pt x="3394" y="22470"/>
                </a:moveTo>
                <a:lnTo>
                  <a:pt x="0" y="19707"/>
                </a:lnTo>
                <a:lnTo>
                  <a:pt x="3716" y="10866"/>
                </a:lnTo>
                <a:lnTo>
                  <a:pt x="2106" y="8545"/>
                </a:lnTo>
                <a:lnTo>
                  <a:pt x="8545" y="8545"/>
                </a:lnTo>
                <a:lnTo>
                  <a:pt x="8545" y="2106"/>
                </a:lnTo>
                <a:lnTo>
                  <a:pt x="10866" y="3716"/>
                </a:lnTo>
                <a:lnTo>
                  <a:pt x="22307" y="3716"/>
                </a:lnTo>
                <a:lnTo>
                  <a:pt x="20592" y="7083"/>
                </a:lnTo>
                <a:lnTo>
                  <a:pt x="21424" y="8545"/>
                </a:lnTo>
                <a:lnTo>
                  <a:pt x="22873" y="9377"/>
                </a:lnTo>
                <a:lnTo>
                  <a:pt x="28321" y="9377"/>
                </a:lnTo>
                <a:lnTo>
                  <a:pt x="28346" y="20565"/>
                </a:lnTo>
                <a:lnTo>
                  <a:pt x="7109" y="20565"/>
                </a:lnTo>
                <a:lnTo>
                  <a:pt x="3394" y="22470"/>
                </a:lnTo>
                <a:close/>
              </a:path>
              <a:path w="28575" h="28575">
                <a:moveTo>
                  <a:pt x="28321" y="9377"/>
                </a:moveTo>
                <a:lnTo>
                  <a:pt x="22873" y="9377"/>
                </a:lnTo>
                <a:lnTo>
                  <a:pt x="26576" y="7485"/>
                </a:lnTo>
                <a:lnTo>
                  <a:pt x="28320" y="8921"/>
                </a:lnTo>
                <a:lnTo>
                  <a:pt x="28321" y="9377"/>
                </a:lnTo>
                <a:close/>
              </a:path>
              <a:path w="28575" h="28575">
                <a:moveTo>
                  <a:pt x="20943" y="28319"/>
                </a:moveTo>
                <a:lnTo>
                  <a:pt x="8921" y="28319"/>
                </a:lnTo>
                <a:lnTo>
                  <a:pt x="7485" y="26575"/>
                </a:lnTo>
                <a:lnTo>
                  <a:pt x="9377" y="22873"/>
                </a:lnTo>
                <a:lnTo>
                  <a:pt x="8545" y="21424"/>
                </a:lnTo>
                <a:lnTo>
                  <a:pt x="7060" y="20565"/>
                </a:lnTo>
                <a:lnTo>
                  <a:pt x="22672" y="20565"/>
                </a:lnTo>
                <a:lnTo>
                  <a:pt x="21424" y="21424"/>
                </a:lnTo>
                <a:lnTo>
                  <a:pt x="20566" y="22671"/>
                </a:lnTo>
                <a:lnTo>
                  <a:pt x="22373" y="26575"/>
                </a:lnTo>
                <a:lnTo>
                  <a:pt x="22497" y="26844"/>
                </a:lnTo>
                <a:lnTo>
                  <a:pt x="20943" y="28319"/>
                </a:lnTo>
                <a:close/>
              </a:path>
              <a:path w="28575" h="28575">
                <a:moveTo>
                  <a:pt x="26870" y="22470"/>
                </a:moveTo>
                <a:lnTo>
                  <a:pt x="24526" y="21424"/>
                </a:lnTo>
                <a:lnTo>
                  <a:pt x="22672" y="20565"/>
                </a:lnTo>
                <a:lnTo>
                  <a:pt x="28346" y="20565"/>
                </a:lnTo>
                <a:lnTo>
                  <a:pt x="28347" y="20914"/>
                </a:lnTo>
                <a:lnTo>
                  <a:pt x="26870" y="224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16656966" y="964278"/>
            <a:ext cx="54610" cy="53340"/>
          </a:xfrm>
          <a:custGeom>
            <a:avLst/>
            <a:gdLst/>
            <a:ahLst/>
            <a:cxnLst/>
            <a:rect l="l" t="t" r="r" b="b"/>
            <a:pathLst>
              <a:path w="54609" h="53340">
                <a:moveTo>
                  <a:pt x="22605" y="53151"/>
                </a:moveTo>
                <a:lnTo>
                  <a:pt x="20418" y="51635"/>
                </a:lnTo>
                <a:lnTo>
                  <a:pt x="22229" y="46873"/>
                </a:lnTo>
                <a:lnTo>
                  <a:pt x="21425" y="45893"/>
                </a:lnTo>
                <a:lnTo>
                  <a:pt x="19104" y="44284"/>
                </a:lnTo>
                <a:lnTo>
                  <a:pt x="10263" y="48000"/>
                </a:lnTo>
                <a:lnTo>
                  <a:pt x="7499" y="44606"/>
                </a:lnTo>
                <a:lnTo>
                  <a:pt x="9391" y="40903"/>
                </a:lnTo>
                <a:lnTo>
                  <a:pt x="7687" y="38166"/>
                </a:lnTo>
                <a:lnTo>
                  <a:pt x="9619" y="34088"/>
                </a:lnTo>
                <a:lnTo>
                  <a:pt x="7473" y="31941"/>
                </a:lnTo>
                <a:lnTo>
                  <a:pt x="3314" y="33873"/>
                </a:lnTo>
                <a:lnTo>
                  <a:pt x="2106" y="33015"/>
                </a:lnTo>
                <a:lnTo>
                  <a:pt x="3716" y="30694"/>
                </a:lnTo>
                <a:lnTo>
                  <a:pt x="0" y="21853"/>
                </a:lnTo>
                <a:lnTo>
                  <a:pt x="3394" y="19076"/>
                </a:lnTo>
                <a:lnTo>
                  <a:pt x="7096" y="20968"/>
                </a:lnTo>
                <a:lnTo>
                  <a:pt x="8545" y="20136"/>
                </a:lnTo>
                <a:lnTo>
                  <a:pt x="10169" y="17815"/>
                </a:lnTo>
                <a:lnTo>
                  <a:pt x="6439" y="8974"/>
                </a:lnTo>
                <a:lnTo>
                  <a:pt x="9833" y="6197"/>
                </a:lnTo>
                <a:lnTo>
                  <a:pt x="13536" y="8089"/>
                </a:lnTo>
                <a:lnTo>
                  <a:pt x="16273" y="6399"/>
                </a:lnTo>
                <a:lnTo>
                  <a:pt x="20351" y="8330"/>
                </a:lnTo>
                <a:lnTo>
                  <a:pt x="21988" y="6694"/>
                </a:lnTo>
                <a:lnTo>
                  <a:pt x="20767" y="1019"/>
                </a:lnTo>
                <a:lnTo>
                  <a:pt x="23785" y="67"/>
                </a:lnTo>
                <a:lnTo>
                  <a:pt x="31956" y="0"/>
                </a:lnTo>
                <a:lnTo>
                  <a:pt x="35001" y="1059"/>
                </a:lnTo>
                <a:lnTo>
                  <a:pt x="33713" y="6667"/>
                </a:lnTo>
                <a:lnTo>
                  <a:pt x="34907" y="7861"/>
                </a:lnTo>
                <a:lnTo>
                  <a:pt x="39803" y="7204"/>
                </a:lnTo>
                <a:lnTo>
                  <a:pt x="41722" y="7311"/>
                </a:lnTo>
                <a:lnTo>
                  <a:pt x="46498" y="6627"/>
                </a:lnTo>
                <a:lnTo>
                  <a:pt x="48242" y="8263"/>
                </a:lnTo>
                <a:lnTo>
                  <a:pt x="46310" y="12462"/>
                </a:lnTo>
                <a:lnTo>
                  <a:pt x="48027" y="14984"/>
                </a:lnTo>
                <a:lnTo>
                  <a:pt x="46096" y="19063"/>
                </a:lnTo>
                <a:lnTo>
                  <a:pt x="47839" y="20807"/>
                </a:lnTo>
                <a:lnTo>
                  <a:pt x="53259" y="19318"/>
                </a:lnTo>
                <a:lnTo>
                  <a:pt x="54199" y="21531"/>
                </a:lnTo>
                <a:lnTo>
                  <a:pt x="54427" y="31821"/>
                </a:lnTo>
                <a:lnTo>
                  <a:pt x="52910" y="34021"/>
                </a:lnTo>
                <a:lnTo>
                  <a:pt x="48148" y="32210"/>
                </a:lnTo>
                <a:lnTo>
                  <a:pt x="47169" y="33015"/>
                </a:lnTo>
                <a:lnTo>
                  <a:pt x="45559" y="35336"/>
                </a:lnTo>
                <a:lnTo>
                  <a:pt x="49275" y="44176"/>
                </a:lnTo>
                <a:lnTo>
                  <a:pt x="45881" y="46953"/>
                </a:lnTo>
                <a:lnTo>
                  <a:pt x="42178" y="45048"/>
                </a:lnTo>
                <a:lnTo>
                  <a:pt x="39441" y="46752"/>
                </a:lnTo>
                <a:lnTo>
                  <a:pt x="35363" y="44820"/>
                </a:lnTo>
                <a:lnTo>
                  <a:pt x="33619" y="46564"/>
                </a:lnTo>
                <a:lnTo>
                  <a:pt x="35108" y="51984"/>
                </a:lnTo>
                <a:lnTo>
                  <a:pt x="32908" y="52923"/>
                </a:lnTo>
                <a:lnTo>
                  <a:pt x="22605" y="5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17044052" y="963714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38771" y="53728"/>
                </a:moveTo>
                <a:lnTo>
                  <a:pt x="35081" y="52574"/>
                </a:lnTo>
                <a:lnTo>
                  <a:pt x="29728" y="53728"/>
                </a:lnTo>
                <a:lnTo>
                  <a:pt x="24657" y="52896"/>
                </a:lnTo>
                <a:lnTo>
                  <a:pt x="19144" y="52896"/>
                </a:lnTo>
                <a:lnTo>
                  <a:pt x="15669" y="53513"/>
                </a:lnTo>
                <a:lnTo>
                  <a:pt x="13469" y="52561"/>
                </a:lnTo>
                <a:lnTo>
                  <a:pt x="14891" y="47154"/>
                </a:lnTo>
                <a:lnTo>
                  <a:pt x="14260" y="46457"/>
                </a:lnTo>
                <a:lnTo>
                  <a:pt x="12637" y="45665"/>
                </a:lnTo>
                <a:lnTo>
                  <a:pt x="9310" y="47450"/>
                </a:lnTo>
                <a:lnTo>
                  <a:pt x="6788" y="45773"/>
                </a:lnTo>
                <a:lnTo>
                  <a:pt x="8719" y="40916"/>
                </a:lnTo>
                <a:lnTo>
                  <a:pt x="7070" y="39266"/>
                </a:lnTo>
                <a:lnTo>
                  <a:pt x="1824" y="40903"/>
                </a:lnTo>
                <a:lnTo>
                  <a:pt x="40" y="37348"/>
                </a:lnTo>
                <a:lnTo>
                  <a:pt x="1381" y="30197"/>
                </a:lnTo>
                <a:lnTo>
                  <a:pt x="1381" y="24617"/>
                </a:lnTo>
                <a:lnTo>
                  <a:pt x="0" y="16232"/>
                </a:lnTo>
                <a:lnTo>
                  <a:pt x="2079" y="13254"/>
                </a:lnTo>
                <a:lnTo>
                  <a:pt x="6828" y="15065"/>
                </a:lnTo>
                <a:lnTo>
                  <a:pt x="7821" y="14260"/>
                </a:lnTo>
                <a:lnTo>
                  <a:pt x="8679" y="12972"/>
                </a:lnTo>
                <a:lnTo>
                  <a:pt x="6748" y="8894"/>
                </a:lnTo>
                <a:lnTo>
                  <a:pt x="8894" y="6747"/>
                </a:lnTo>
                <a:lnTo>
                  <a:pt x="12972" y="8679"/>
                </a:lnTo>
                <a:lnTo>
                  <a:pt x="14260" y="7821"/>
                </a:lnTo>
                <a:lnTo>
                  <a:pt x="15025" y="6935"/>
                </a:lnTo>
                <a:lnTo>
                  <a:pt x="13308" y="1958"/>
                </a:lnTo>
                <a:lnTo>
                  <a:pt x="16528" y="0"/>
                </a:lnTo>
                <a:lnTo>
                  <a:pt x="24389" y="1381"/>
                </a:lnTo>
                <a:lnTo>
                  <a:pt x="28937" y="1381"/>
                </a:lnTo>
                <a:lnTo>
                  <a:pt x="31861" y="858"/>
                </a:lnTo>
                <a:lnTo>
                  <a:pt x="34759" y="1743"/>
                </a:lnTo>
                <a:lnTo>
                  <a:pt x="39186" y="550"/>
                </a:lnTo>
                <a:lnTo>
                  <a:pt x="41091" y="2455"/>
                </a:lnTo>
                <a:lnTo>
                  <a:pt x="39159" y="6533"/>
                </a:lnTo>
                <a:lnTo>
                  <a:pt x="40018" y="7821"/>
                </a:lnTo>
                <a:lnTo>
                  <a:pt x="41306" y="8679"/>
                </a:lnTo>
                <a:lnTo>
                  <a:pt x="45384" y="6747"/>
                </a:lnTo>
                <a:lnTo>
                  <a:pt x="47531" y="8894"/>
                </a:lnTo>
                <a:lnTo>
                  <a:pt x="45384" y="13187"/>
                </a:lnTo>
                <a:lnTo>
                  <a:pt x="47531" y="15333"/>
                </a:lnTo>
                <a:lnTo>
                  <a:pt x="51824" y="13187"/>
                </a:lnTo>
                <a:lnTo>
                  <a:pt x="53970" y="15333"/>
                </a:lnTo>
                <a:lnTo>
                  <a:pt x="51958" y="19398"/>
                </a:lnTo>
                <a:lnTo>
                  <a:pt x="52897" y="20699"/>
                </a:lnTo>
                <a:lnTo>
                  <a:pt x="52119" y="24804"/>
                </a:lnTo>
                <a:lnTo>
                  <a:pt x="53903" y="29540"/>
                </a:lnTo>
                <a:lnTo>
                  <a:pt x="52615" y="34718"/>
                </a:lnTo>
                <a:lnTo>
                  <a:pt x="53688" y="39226"/>
                </a:lnTo>
                <a:lnTo>
                  <a:pt x="51824" y="41091"/>
                </a:lnTo>
                <a:lnTo>
                  <a:pt x="47745" y="39159"/>
                </a:lnTo>
                <a:lnTo>
                  <a:pt x="46458" y="40018"/>
                </a:lnTo>
                <a:lnTo>
                  <a:pt x="45693" y="41694"/>
                </a:lnTo>
                <a:lnTo>
                  <a:pt x="47410" y="44901"/>
                </a:lnTo>
                <a:lnTo>
                  <a:pt x="45841" y="47450"/>
                </a:lnTo>
                <a:lnTo>
                  <a:pt x="40877" y="45598"/>
                </a:lnTo>
                <a:lnTo>
                  <a:pt x="39119" y="47356"/>
                </a:lnTo>
                <a:lnTo>
                  <a:pt x="41051" y="52212"/>
                </a:lnTo>
                <a:lnTo>
                  <a:pt x="38771" y="53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17430415" y="963754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38771" y="53688"/>
                </a:moveTo>
                <a:lnTo>
                  <a:pt x="35081" y="52534"/>
                </a:lnTo>
                <a:lnTo>
                  <a:pt x="29728" y="53688"/>
                </a:lnTo>
                <a:lnTo>
                  <a:pt x="24657" y="52856"/>
                </a:lnTo>
                <a:lnTo>
                  <a:pt x="19144" y="52856"/>
                </a:lnTo>
                <a:lnTo>
                  <a:pt x="15669" y="53473"/>
                </a:lnTo>
                <a:lnTo>
                  <a:pt x="13469" y="52521"/>
                </a:lnTo>
                <a:lnTo>
                  <a:pt x="14891" y="47114"/>
                </a:lnTo>
                <a:lnTo>
                  <a:pt x="14260" y="46417"/>
                </a:lnTo>
                <a:lnTo>
                  <a:pt x="12637" y="45625"/>
                </a:lnTo>
                <a:lnTo>
                  <a:pt x="9310" y="47409"/>
                </a:lnTo>
                <a:lnTo>
                  <a:pt x="6788" y="45732"/>
                </a:lnTo>
                <a:lnTo>
                  <a:pt x="8719" y="40876"/>
                </a:lnTo>
                <a:lnTo>
                  <a:pt x="7070" y="39226"/>
                </a:lnTo>
                <a:lnTo>
                  <a:pt x="1824" y="40863"/>
                </a:lnTo>
                <a:lnTo>
                  <a:pt x="40" y="37308"/>
                </a:lnTo>
                <a:lnTo>
                  <a:pt x="1381" y="30157"/>
                </a:lnTo>
                <a:lnTo>
                  <a:pt x="1381" y="24576"/>
                </a:lnTo>
                <a:lnTo>
                  <a:pt x="0" y="16192"/>
                </a:lnTo>
                <a:lnTo>
                  <a:pt x="2079" y="13214"/>
                </a:lnTo>
                <a:lnTo>
                  <a:pt x="6828" y="15025"/>
                </a:lnTo>
                <a:lnTo>
                  <a:pt x="7821" y="14220"/>
                </a:lnTo>
                <a:lnTo>
                  <a:pt x="8679" y="12932"/>
                </a:lnTo>
                <a:lnTo>
                  <a:pt x="6748" y="8854"/>
                </a:lnTo>
                <a:lnTo>
                  <a:pt x="8894" y="6707"/>
                </a:lnTo>
                <a:lnTo>
                  <a:pt x="12972" y="8639"/>
                </a:lnTo>
                <a:lnTo>
                  <a:pt x="14260" y="7780"/>
                </a:lnTo>
                <a:lnTo>
                  <a:pt x="14891" y="7069"/>
                </a:lnTo>
                <a:lnTo>
                  <a:pt x="13469" y="1676"/>
                </a:lnTo>
                <a:lnTo>
                  <a:pt x="17198" y="53"/>
                </a:lnTo>
                <a:lnTo>
                  <a:pt x="23879" y="1341"/>
                </a:lnTo>
                <a:lnTo>
                  <a:pt x="30198" y="1341"/>
                </a:lnTo>
                <a:lnTo>
                  <a:pt x="37348" y="0"/>
                </a:lnTo>
                <a:lnTo>
                  <a:pt x="40903" y="1784"/>
                </a:lnTo>
                <a:lnTo>
                  <a:pt x="39266" y="7029"/>
                </a:lnTo>
                <a:lnTo>
                  <a:pt x="40916" y="8679"/>
                </a:lnTo>
                <a:lnTo>
                  <a:pt x="45773" y="6747"/>
                </a:lnTo>
                <a:lnTo>
                  <a:pt x="47450" y="9270"/>
                </a:lnTo>
                <a:lnTo>
                  <a:pt x="45666" y="12597"/>
                </a:lnTo>
                <a:lnTo>
                  <a:pt x="46457" y="14220"/>
                </a:lnTo>
                <a:lnTo>
                  <a:pt x="47745" y="15078"/>
                </a:lnTo>
                <a:lnTo>
                  <a:pt x="51823" y="13147"/>
                </a:lnTo>
                <a:lnTo>
                  <a:pt x="53970" y="15293"/>
                </a:lnTo>
                <a:lnTo>
                  <a:pt x="51957" y="19358"/>
                </a:lnTo>
                <a:lnTo>
                  <a:pt x="52897" y="20659"/>
                </a:lnTo>
                <a:lnTo>
                  <a:pt x="52119" y="24764"/>
                </a:lnTo>
                <a:lnTo>
                  <a:pt x="53903" y="29500"/>
                </a:lnTo>
                <a:lnTo>
                  <a:pt x="52615" y="34678"/>
                </a:lnTo>
                <a:lnTo>
                  <a:pt x="53688" y="39186"/>
                </a:lnTo>
                <a:lnTo>
                  <a:pt x="51824" y="41051"/>
                </a:lnTo>
                <a:lnTo>
                  <a:pt x="47745" y="39119"/>
                </a:lnTo>
                <a:lnTo>
                  <a:pt x="46457" y="39977"/>
                </a:lnTo>
                <a:lnTo>
                  <a:pt x="45693" y="41654"/>
                </a:lnTo>
                <a:lnTo>
                  <a:pt x="47423" y="44860"/>
                </a:lnTo>
                <a:lnTo>
                  <a:pt x="45854" y="47409"/>
                </a:lnTo>
                <a:lnTo>
                  <a:pt x="40877" y="45558"/>
                </a:lnTo>
                <a:lnTo>
                  <a:pt x="39119" y="47315"/>
                </a:lnTo>
                <a:lnTo>
                  <a:pt x="41051" y="52172"/>
                </a:lnTo>
                <a:lnTo>
                  <a:pt x="38771" y="536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17816790" y="963754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39388" y="53460"/>
                </a:moveTo>
                <a:lnTo>
                  <a:pt x="34504" y="52802"/>
                </a:lnTo>
                <a:lnTo>
                  <a:pt x="31419" y="52963"/>
                </a:lnTo>
                <a:lnTo>
                  <a:pt x="29272" y="52735"/>
                </a:lnTo>
                <a:lnTo>
                  <a:pt x="24993" y="52977"/>
                </a:lnTo>
                <a:lnTo>
                  <a:pt x="22819" y="52856"/>
                </a:lnTo>
                <a:lnTo>
                  <a:pt x="19398" y="52856"/>
                </a:lnTo>
                <a:lnTo>
                  <a:pt x="15307" y="53500"/>
                </a:lnTo>
                <a:lnTo>
                  <a:pt x="13294" y="52279"/>
                </a:lnTo>
                <a:lnTo>
                  <a:pt x="15011" y="47302"/>
                </a:lnTo>
                <a:lnTo>
                  <a:pt x="14247" y="46417"/>
                </a:lnTo>
                <a:lnTo>
                  <a:pt x="12623" y="45625"/>
                </a:lnTo>
                <a:lnTo>
                  <a:pt x="9297" y="47409"/>
                </a:lnTo>
                <a:lnTo>
                  <a:pt x="6774" y="45732"/>
                </a:lnTo>
                <a:lnTo>
                  <a:pt x="8706" y="40876"/>
                </a:lnTo>
                <a:lnTo>
                  <a:pt x="7056" y="39226"/>
                </a:lnTo>
                <a:lnTo>
                  <a:pt x="1824" y="40863"/>
                </a:lnTo>
                <a:lnTo>
                  <a:pt x="40" y="37308"/>
                </a:lnTo>
                <a:lnTo>
                  <a:pt x="1381" y="30157"/>
                </a:lnTo>
                <a:lnTo>
                  <a:pt x="1381" y="24576"/>
                </a:lnTo>
                <a:lnTo>
                  <a:pt x="0" y="16192"/>
                </a:lnTo>
                <a:lnTo>
                  <a:pt x="2079" y="13214"/>
                </a:lnTo>
                <a:lnTo>
                  <a:pt x="6828" y="15025"/>
                </a:lnTo>
                <a:lnTo>
                  <a:pt x="7807" y="14220"/>
                </a:lnTo>
                <a:lnTo>
                  <a:pt x="8666" y="12932"/>
                </a:lnTo>
                <a:lnTo>
                  <a:pt x="6734" y="8854"/>
                </a:lnTo>
                <a:lnTo>
                  <a:pt x="8880" y="6707"/>
                </a:lnTo>
                <a:lnTo>
                  <a:pt x="12959" y="8639"/>
                </a:lnTo>
                <a:lnTo>
                  <a:pt x="14247" y="7780"/>
                </a:lnTo>
                <a:lnTo>
                  <a:pt x="14877" y="7069"/>
                </a:lnTo>
                <a:lnTo>
                  <a:pt x="13455" y="1676"/>
                </a:lnTo>
                <a:lnTo>
                  <a:pt x="17185" y="53"/>
                </a:lnTo>
                <a:lnTo>
                  <a:pt x="23866" y="1341"/>
                </a:lnTo>
                <a:lnTo>
                  <a:pt x="30184" y="1341"/>
                </a:lnTo>
                <a:lnTo>
                  <a:pt x="37334" y="0"/>
                </a:lnTo>
                <a:lnTo>
                  <a:pt x="40890" y="1784"/>
                </a:lnTo>
                <a:lnTo>
                  <a:pt x="39253" y="7029"/>
                </a:lnTo>
                <a:lnTo>
                  <a:pt x="40903" y="8679"/>
                </a:lnTo>
                <a:lnTo>
                  <a:pt x="45759" y="6747"/>
                </a:lnTo>
                <a:lnTo>
                  <a:pt x="47436" y="9270"/>
                </a:lnTo>
                <a:lnTo>
                  <a:pt x="45652" y="12597"/>
                </a:lnTo>
                <a:lnTo>
                  <a:pt x="46443" y="14220"/>
                </a:lnTo>
                <a:lnTo>
                  <a:pt x="47731" y="15078"/>
                </a:lnTo>
                <a:lnTo>
                  <a:pt x="51809" y="13147"/>
                </a:lnTo>
                <a:lnTo>
                  <a:pt x="53956" y="15293"/>
                </a:lnTo>
                <a:lnTo>
                  <a:pt x="51944" y="19358"/>
                </a:lnTo>
                <a:lnTo>
                  <a:pt x="52884" y="20659"/>
                </a:lnTo>
                <a:lnTo>
                  <a:pt x="52884" y="35107"/>
                </a:lnTo>
                <a:lnTo>
                  <a:pt x="53488" y="38555"/>
                </a:lnTo>
                <a:lnTo>
                  <a:pt x="52535" y="40796"/>
                </a:lnTo>
                <a:lnTo>
                  <a:pt x="47115" y="39307"/>
                </a:lnTo>
                <a:lnTo>
                  <a:pt x="45666" y="40755"/>
                </a:lnTo>
                <a:lnTo>
                  <a:pt x="47356" y="45934"/>
                </a:lnTo>
                <a:lnTo>
                  <a:pt x="44767" y="47302"/>
                </a:lnTo>
                <a:lnTo>
                  <a:pt x="41776" y="45706"/>
                </a:lnTo>
                <a:lnTo>
                  <a:pt x="40005" y="46417"/>
                </a:lnTo>
                <a:lnTo>
                  <a:pt x="39146" y="47705"/>
                </a:lnTo>
                <a:lnTo>
                  <a:pt x="41078" y="51783"/>
                </a:lnTo>
                <a:lnTo>
                  <a:pt x="39388" y="53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18209579" y="970153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09">
                <a:moveTo>
                  <a:pt x="9793" y="41399"/>
                </a:moveTo>
                <a:lnTo>
                  <a:pt x="6814" y="39320"/>
                </a:lnTo>
                <a:lnTo>
                  <a:pt x="8626" y="34571"/>
                </a:lnTo>
                <a:lnTo>
                  <a:pt x="7821" y="33578"/>
                </a:lnTo>
                <a:lnTo>
                  <a:pt x="6828" y="32773"/>
                </a:lnTo>
                <a:lnTo>
                  <a:pt x="2079" y="34584"/>
                </a:lnTo>
                <a:lnTo>
                  <a:pt x="0" y="31606"/>
                </a:lnTo>
                <a:lnTo>
                  <a:pt x="1381" y="23221"/>
                </a:lnTo>
                <a:lnTo>
                  <a:pt x="1381" y="7821"/>
                </a:lnTo>
                <a:lnTo>
                  <a:pt x="2669" y="6962"/>
                </a:lnTo>
                <a:lnTo>
                  <a:pt x="6747" y="8894"/>
                </a:lnTo>
                <a:lnTo>
                  <a:pt x="8505" y="7136"/>
                </a:lnTo>
                <a:lnTo>
                  <a:pt x="7002" y="1730"/>
                </a:lnTo>
                <a:lnTo>
                  <a:pt x="10772" y="107"/>
                </a:lnTo>
                <a:lnTo>
                  <a:pt x="17440" y="1381"/>
                </a:lnTo>
                <a:lnTo>
                  <a:pt x="23221" y="1381"/>
                </a:lnTo>
                <a:lnTo>
                  <a:pt x="31606" y="0"/>
                </a:lnTo>
                <a:lnTo>
                  <a:pt x="34517" y="2079"/>
                </a:lnTo>
                <a:lnTo>
                  <a:pt x="32773" y="6814"/>
                </a:lnTo>
                <a:lnTo>
                  <a:pt x="33578" y="7821"/>
                </a:lnTo>
                <a:lnTo>
                  <a:pt x="34464" y="8585"/>
                </a:lnTo>
                <a:lnTo>
                  <a:pt x="39441" y="6868"/>
                </a:lnTo>
                <a:lnTo>
                  <a:pt x="40662" y="8880"/>
                </a:lnTo>
                <a:lnTo>
                  <a:pt x="40018" y="12986"/>
                </a:lnTo>
                <a:lnTo>
                  <a:pt x="40018" y="23221"/>
                </a:lnTo>
                <a:lnTo>
                  <a:pt x="41400" y="31606"/>
                </a:lnTo>
                <a:lnTo>
                  <a:pt x="39320" y="34584"/>
                </a:lnTo>
                <a:lnTo>
                  <a:pt x="34571" y="32773"/>
                </a:lnTo>
                <a:lnTo>
                  <a:pt x="33578" y="33578"/>
                </a:lnTo>
                <a:lnTo>
                  <a:pt x="32814" y="34464"/>
                </a:lnTo>
                <a:lnTo>
                  <a:pt x="34531" y="39441"/>
                </a:lnTo>
                <a:lnTo>
                  <a:pt x="32518" y="40661"/>
                </a:lnTo>
                <a:lnTo>
                  <a:pt x="28413" y="40018"/>
                </a:lnTo>
                <a:lnTo>
                  <a:pt x="18177" y="40018"/>
                </a:lnTo>
                <a:lnTo>
                  <a:pt x="9793" y="41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16285588" y="977975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4">
                <a:moveTo>
                  <a:pt x="0" y="0"/>
                </a:moveTo>
                <a:lnTo>
                  <a:pt x="25757" y="0"/>
                </a:lnTo>
                <a:lnTo>
                  <a:pt x="25757" y="25757"/>
                </a:lnTo>
                <a:lnTo>
                  <a:pt x="0" y="25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3" name="object 33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225173" y="1144835"/>
            <a:ext cx="78399" cy="78855"/>
          </a:xfrm>
          <a:prstGeom prst="rect">
            <a:avLst/>
          </a:prstGeom>
        </p:spPr>
      </p:pic>
      <p:pic>
        <p:nvPicPr>
          <p:cNvPr id="334" name="object 33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611549" y="1144835"/>
            <a:ext cx="78386" cy="78855"/>
          </a:xfrm>
          <a:prstGeom prst="rect">
            <a:avLst/>
          </a:prstGeom>
        </p:spPr>
      </p:pic>
      <p:pic>
        <p:nvPicPr>
          <p:cNvPr id="335" name="object 33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458658" y="1150443"/>
            <a:ext cx="66259" cy="66929"/>
          </a:xfrm>
          <a:prstGeom prst="rect">
            <a:avLst/>
          </a:prstGeom>
        </p:spPr>
      </p:pic>
      <p:pic>
        <p:nvPicPr>
          <p:cNvPr id="336" name="object 33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844472" y="1150510"/>
            <a:ext cx="66366" cy="67049"/>
          </a:xfrm>
          <a:prstGeom prst="rect">
            <a:avLst/>
          </a:prstGeom>
        </p:spPr>
      </p:pic>
      <p:pic>
        <p:nvPicPr>
          <p:cNvPr id="337" name="object 33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8003546" y="1150832"/>
            <a:ext cx="66353" cy="66687"/>
          </a:xfrm>
          <a:prstGeom prst="rect">
            <a:avLst/>
          </a:prstGeom>
        </p:spPr>
      </p:pic>
      <p:sp>
        <p:nvSpPr>
          <p:cNvPr id="338" name="object 338"/>
          <p:cNvSpPr/>
          <p:nvPr/>
        </p:nvSpPr>
        <p:spPr>
          <a:xfrm>
            <a:off x="16078147" y="1156895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39413" y="53500"/>
                </a:moveTo>
                <a:lnTo>
                  <a:pt x="34517" y="52856"/>
                </a:lnTo>
                <a:lnTo>
                  <a:pt x="31431" y="53004"/>
                </a:lnTo>
                <a:lnTo>
                  <a:pt x="29285" y="52775"/>
                </a:lnTo>
                <a:lnTo>
                  <a:pt x="25005" y="53017"/>
                </a:lnTo>
                <a:lnTo>
                  <a:pt x="22832" y="52896"/>
                </a:lnTo>
                <a:lnTo>
                  <a:pt x="19264" y="52896"/>
                </a:lnTo>
                <a:lnTo>
                  <a:pt x="15521" y="53527"/>
                </a:lnTo>
                <a:lnTo>
                  <a:pt x="13374" y="52454"/>
                </a:lnTo>
                <a:lnTo>
                  <a:pt x="15011" y="47208"/>
                </a:lnTo>
                <a:lnTo>
                  <a:pt x="13361" y="45558"/>
                </a:lnTo>
                <a:lnTo>
                  <a:pt x="8505" y="47490"/>
                </a:lnTo>
                <a:lnTo>
                  <a:pt x="6828" y="44968"/>
                </a:lnTo>
                <a:lnTo>
                  <a:pt x="8612" y="41641"/>
                </a:lnTo>
                <a:lnTo>
                  <a:pt x="7821" y="40017"/>
                </a:lnTo>
                <a:lnTo>
                  <a:pt x="6935" y="39253"/>
                </a:lnTo>
                <a:lnTo>
                  <a:pt x="1958" y="40970"/>
                </a:lnTo>
                <a:lnTo>
                  <a:pt x="0" y="37750"/>
                </a:lnTo>
                <a:lnTo>
                  <a:pt x="1381" y="29889"/>
                </a:lnTo>
                <a:lnTo>
                  <a:pt x="1381" y="24617"/>
                </a:lnTo>
                <a:lnTo>
                  <a:pt x="0" y="16232"/>
                </a:lnTo>
                <a:lnTo>
                  <a:pt x="2079" y="13254"/>
                </a:lnTo>
                <a:lnTo>
                  <a:pt x="6828" y="15065"/>
                </a:lnTo>
                <a:lnTo>
                  <a:pt x="7821" y="14260"/>
                </a:lnTo>
                <a:lnTo>
                  <a:pt x="8679" y="12972"/>
                </a:lnTo>
                <a:lnTo>
                  <a:pt x="6747" y="8894"/>
                </a:lnTo>
                <a:lnTo>
                  <a:pt x="8894" y="6747"/>
                </a:lnTo>
                <a:lnTo>
                  <a:pt x="12972" y="8679"/>
                </a:lnTo>
                <a:lnTo>
                  <a:pt x="14260" y="7821"/>
                </a:lnTo>
                <a:lnTo>
                  <a:pt x="15025" y="6935"/>
                </a:lnTo>
                <a:lnTo>
                  <a:pt x="13307" y="1958"/>
                </a:lnTo>
                <a:lnTo>
                  <a:pt x="16527" y="0"/>
                </a:lnTo>
                <a:lnTo>
                  <a:pt x="24388" y="1381"/>
                </a:lnTo>
                <a:lnTo>
                  <a:pt x="28936" y="1381"/>
                </a:lnTo>
                <a:lnTo>
                  <a:pt x="31861" y="858"/>
                </a:lnTo>
                <a:lnTo>
                  <a:pt x="34772" y="1744"/>
                </a:lnTo>
                <a:lnTo>
                  <a:pt x="39186" y="550"/>
                </a:lnTo>
                <a:lnTo>
                  <a:pt x="41091" y="2455"/>
                </a:lnTo>
                <a:lnTo>
                  <a:pt x="39159" y="6533"/>
                </a:lnTo>
                <a:lnTo>
                  <a:pt x="40017" y="7821"/>
                </a:lnTo>
                <a:lnTo>
                  <a:pt x="41305" y="8679"/>
                </a:lnTo>
                <a:lnTo>
                  <a:pt x="45383" y="6747"/>
                </a:lnTo>
                <a:lnTo>
                  <a:pt x="47530" y="8894"/>
                </a:lnTo>
                <a:lnTo>
                  <a:pt x="45383" y="13187"/>
                </a:lnTo>
                <a:lnTo>
                  <a:pt x="47530" y="15333"/>
                </a:lnTo>
                <a:lnTo>
                  <a:pt x="51823" y="13187"/>
                </a:lnTo>
                <a:lnTo>
                  <a:pt x="53969" y="15333"/>
                </a:lnTo>
                <a:lnTo>
                  <a:pt x="51957" y="19398"/>
                </a:lnTo>
                <a:lnTo>
                  <a:pt x="52896" y="20699"/>
                </a:lnTo>
                <a:lnTo>
                  <a:pt x="52896" y="35148"/>
                </a:lnTo>
                <a:lnTo>
                  <a:pt x="53499" y="38595"/>
                </a:lnTo>
                <a:lnTo>
                  <a:pt x="52547" y="40836"/>
                </a:lnTo>
                <a:lnTo>
                  <a:pt x="47127" y="39347"/>
                </a:lnTo>
                <a:lnTo>
                  <a:pt x="45678" y="40796"/>
                </a:lnTo>
                <a:lnTo>
                  <a:pt x="47369" y="45974"/>
                </a:lnTo>
                <a:lnTo>
                  <a:pt x="44780" y="47342"/>
                </a:lnTo>
                <a:lnTo>
                  <a:pt x="41788" y="45746"/>
                </a:lnTo>
                <a:lnTo>
                  <a:pt x="40017" y="46457"/>
                </a:lnTo>
                <a:lnTo>
                  <a:pt x="39159" y="47745"/>
                </a:lnTo>
                <a:lnTo>
                  <a:pt x="41090" y="51823"/>
                </a:lnTo>
                <a:lnTo>
                  <a:pt x="39413" y="5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15706044" y="1171156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4">
                <a:moveTo>
                  <a:pt x="25757" y="25757"/>
                </a:moveTo>
                <a:lnTo>
                  <a:pt x="0" y="25757"/>
                </a:lnTo>
                <a:lnTo>
                  <a:pt x="0" y="0"/>
                </a:lnTo>
                <a:lnTo>
                  <a:pt x="25757" y="0"/>
                </a:lnTo>
                <a:lnTo>
                  <a:pt x="25757" y="257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0" name="object 34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639041" y="1330772"/>
            <a:ext cx="91708" cy="92780"/>
          </a:xfrm>
          <a:prstGeom prst="rect">
            <a:avLst/>
          </a:prstGeom>
        </p:spPr>
      </p:pic>
      <p:pic>
        <p:nvPicPr>
          <p:cNvPr id="341" name="object 34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7025284" y="1330933"/>
            <a:ext cx="91923" cy="92404"/>
          </a:xfrm>
          <a:prstGeom prst="rect">
            <a:avLst/>
          </a:prstGeom>
        </p:spPr>
      </p:pic>
      <p:pic>
        <p:nvPicPr>
          <p:cNvPr id="342" name="object 34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7411659" y="1330933"/>
            <a:ext cx="91896" cy="92404"/>
          </a:xfrm>
          <a:prstGeom prst="rect">
            <a:avLst/>
          </a:prstGeom>
        </p:spPr>
      </p:pic>
      <p:pic>
        <p:nvPicPr>
          <p:cNvPr id="343" name="object 34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797553" y="1331523"/>
            <a:ext cx="92272" cy="91667"/>
          </a:xfrm>
          <a:prstGeom prst="rect">
            <a:avLst/>
          </a:prstGeom>
        </p:spPr>
      </p:pic>
      <p:pic>
        <p:nvPicPr>
          <p:cNvPr id="344" name="object 34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8184224" y="1331161"/>
            <a:ext cx="92151" cy="92082"/>
          </a:xfrm>
          <a:prstGeom prst="rect">
            <a:avLst/>
          </a:prstGeom>
        </p:spPr>
      </p:pic>
      <p:pic>
        <p:nvPicPr>
          <p:cNvPr id="345" name="object 34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6258475" y="1337171"/>
            <a:ext cx="79982" cy="80022"/>
          </a:xfrm>
          <a:prstGeom prst="rect">
            <a:avLst/>
          </a:prstGeom>
        </p:spPr>
      </p:pic>
      <p:pic>
        <p:nvPicPr>
          <p:cNvPr id="346" name="object 34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5879063" y="1343852"/>
            <a:ext cx="66620" cy="66164"/>
          </a:xfrm>
          <a:prstGeom prst="rect">
            <a:avLst/>
          </a:prstGeom>
        </p:spPr>
      </p:pic>
      <p:sp>
        <p:nvSpPr>
          <p:cNvPr id="347" name="object 347"/>
          <p:cNvSpPr/>
          <p:nvPr/>
        </p:nvSpPr>
        <p:spPr>
          <a:xfrm>
            <a:off x="15497878" y="1350627"/>
            <a:ext cx="54610" cy="53340"/>
          </a:xfrm>
          <a:custGeom>
            <a:avLst/>
            <a:gdLst/>
            <a:ahLst/>
            <a:cxnLst/>
            <a:rect l="l" t="t" r="r" b="b"/>
            <a:pathLst>
              <a:path w="54609" h="53340">
                <a:moveTo>
                  <a:pt x="22618" y="53165"/>
                </a:moveTo>
                <a:lnTo>
                  <a:pt x="20417" y="51649"/>
                </a:lnTo>
                <a:lnTo>
                  <a:pt x="22228" y="46873"/>
                </a:lnTo>
                <a:lnTo>
                  <a:pt x="21424" y="45893"/>
                </a:lnTo>
                <a:lnTo>
                  <a:pt x="19103" y="44284"/>
                </a:lnTo>
                <a:lnTo>
                  <a:pt x="10262" y="48000"/>
                </a:lnTo>
                <a:lnTo>
                  <a:pt x="7498" y="44606"/>
                </a:lnTo>
                <a:lnTo>
                  <a:pt x="9390" y="40916"/>
                </a:lnTo>
                <a:lnTo>
                  <a:pt x="7686" y="38166"/>
                </a:lnTo>
                <a:lnTo>
                  <a:pt x="9618" y="34088"/>
                </a:lnTo>
                <a:lnTo>
                  <a:pt x="7471" y="31941"/>
                </a:lnTo>
                <a:lnTo>
                  <a:pt x="3313" y="33873"/>
                </a:lnTo>
                <a:lnTo>
                  <a:pt x="2106" y="33015"/>
                </a:lnTo>
                <a:lnTo>
                  <a:pt x="3715" y="30694"/>
                </a:lnTo>
                <a:lnTo>
                  <a:pt x="0" y="21853"/>
                </a:lnTo>
                <a:lnTo>
                  <a:pt x="3393" y="19090"/>
                </a:lnTo>
                <a:lnTo>
                  <a:pt x="7096" y="20981"/>
                </a:lnTo>
                <a:lnTo>
                  <a:pt x="8545" y="20136"/>
                </a:lnTo>
                <a:lnTo>
                  <a:pt x="10155" y="17815"/>
                </a:lnTo>
                <a:lnTo>
                  <a:pt x="6439" y="8974"/>
                </a:lnTo>
                <a:lnTo>
                  <a:pt x="9833" y="6211"/>
                </a:lnTo>
                <a:lnTo>
                  <a:pt x="13535" y="8102"/>
                </a:lnTo>
                <a:lnTo>
                  <a:pt x="16272" y="6399"/>
                </a:lnTo>
                <a:lnTo>
                  <a:pt x="20350" y="8330"/>
                </a:lnTo>
                <a:lnTo>
                  <a:pt x="21987" y="6694"/>
                </a:lnTo>
                <a:lnTo>
                  <a:pt x="20766" y="1032"/>
                </a:lnTo>
                <a:lnTo>
                  <a:pt x="23798" y="67"/>
                </a:lnTo>
                <a:lnTo>
                  <a:pt x="31968" y="0"/>
                </a:lnTo>
                <a:lnTo>
                  <a:pt x="35013" y="1059"/>
                </a:lnTo>
                <a:lnTo>
                  <a:pt x="33712" y="6667"/>
                </a:lnTo>
                <a:lnTo>
                  <a:pt x="34920" y="7861"/>
                </a:lnTo>
                <a:lnTo>
                  <a:pt x="39803" y="7217"/>
                </a:lnTo>
                <a:lnTo>
                  <a:pt x="41735" y="7311"/>
                </a:lnTo>
                <a:lnTo>
                  <a:pt x="46510" y="6627"/>
                </a:lnTo>
                <a:lnTo>
                  <a:pt x="48254" y="8263"/>
                </a:lnTo>
                <a:lnTo>
                  <a:pt x="46336" y="12462"/>
                </a:lnTo>
                <a:lnTo>
                  <a:pt x="48040" y="14984"/>
                </a:lnTo>
                <a:lnTo>
                  <a:pt x="46108" y="19063"/>
                </a:lnTo>
                <a:lnTo>
                  <a:pt x="47865" y="20807"/>
                </a:lnTo>
                <a:lnTo>
                  <a:pt x="53272" y="19331"/>
                </a:lnTo>
                <a:lnTo>
                  <a:pt x="54211" y="21531"/>
                </a:lnTo>
                <a:lnTo>
                  <a:pt x="54439" y="31834"/>
                </a:lnTo>
                <a:lnTo>
                  <a:pt x="52923" y="34021"/>
                </a:lnTo>
                <a:lnTo>
                  <a:pt x="48160" y="32210"/>
                </a:lnTo>
                <a:lnTo>
                  <a:pt x="47181" y="33015"/>
                </a:lnTo>
                <a:lnTo>
                  <a:pt x="45571" y="35336"/>
                </a:lnTo>
                <a:lnTo>
                  <a:pt x="49287" y="44176"/>
                </a:lnTo>
                <a:lnTo>
                  <a:pt x="45893" y="46953"/>
                </a:lnTo>
                <a:lnTo>
                  <a:pt x="42204" y="45062"/>
                </a:lnTo>
                <a:lnTo>
                  <a:pt x="40742" y="45893"/>
                </a:lnTo>
                <a:lnTo>
                  <a:pt x="39454" y="46752"/>
                </a:lnTo>
                <a:lnTo>
                  <a:pt x="35376" y="44820"/>
                </a:lnTo>
                <a:lnTo>
                  <a:pt x="33632" y="46578"/>
                </a:lnTo>
                <a:lnTo>
                  <a:pt x="35121" y="51997"/>
                </a:lnTo>
                <a:lnTo>
                  <a:pt x="32907" y="52923"/>
                </a:lnTo>
                <a:lnTo>
                  <a:pt x="22618" y="531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15124394" y="136223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0914" y="28346"/>
                </a:moveTo>
                <a:lnTo>
                  <a:pt x="8921" y="28333"/>
                </a:lnTo>
                <a:lnTo>
                  <a:pt x="7485" y="26575"/>
                </a:lnTo>
                <a:lnTo>
                  <a:pt x="9377" y="22886"/>
                </a:lnTo>
                <a:lnTo>
                  <a:pt x="8545" y="21424"/>
                </a:lnTo>
                <a:lnTo>
                  <a:pt x="7083" y="20592"/>
                </a:lnTo>
                <a:lnTo>
                  <a:pt x="3393" y="22484"/>
                </a:lnTo>
                <a:lnTo>
                  <a:pt x="0" y="19707"/>
                </a:lnTo>
                <a:lnTo>
                  <a:pt x="3715" y="10866"/>
                </a:lnTo>
                <a:lnTo>
                  <a:pt x="2106" y="8545"/>
                </a:lnTo>
                <a:lnTo>
                  <a:pt x="8545" y="8545"/>
                </a:lnTo>
                <a:lnTo>
                  <a:pt x="8545" y="2106"/>
                </a:lnTo>
                <a:lnTo>
                  <a:pt x="10866" y="3716"/>
                </a:lnTo>
                <a:lnTo>
                  <a:pt x="19707" y="0"/>
                </a:lnTo>
                <a:lnTo>
                  <a:pt x="22470" y="3394"/>
                </a:lnTo>
                <a:lnTo>
                  <a:pt x="20592" y="7096"/>
                </a:lnTo>
                <a:lnTo>
                  <a:pt x="21424" y="8545"/>
                </a:lnTo>
                <a:lnTo>
                  <a:pt x="22873" y="9390"/>
                </a:lnTo>
                <a:lnTo>
                  <a:pt x="26575" y="7499"/>
                </a:lnTo>
                <a:lnTo>
                  <a:pt x="28319" y="8921"/>
                </a:lnTo>
                <a:lnTo>
                  <a:pt x="28346" y="20927"/>
                </a:lnTo>
                <a:lnTo>
                  <a:pt x="26844" y="22497"/>
                </a:lnTo>
                <a:lnTo>
                  <a:pt x="22672" y="20565"/>
                </a:lnTo>
                <a:lnTo>
                  <a:pt x="21424" y="21424"/>
                </a:lnTo>
                <a:lnTo>
                  <a:pt x="20565" y="22671"/>
                </a:lnTo>
                <a:lnTo>
                  <a:pt x="22497" y="26844"/>
                </a:lnTo>
                <a:lnTo>
                  <a:pt x="20914" y="28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9" name="object 34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7205707" y="1511034"/>
            <a:ext cx="117479" cy="118189"/>
          </a:xfrm>
          <a:prstGeom prst="rect">
            <a:avLst/>
          </a:prstGeom>
        </p:spPr>
      </p:pic>
      <p:pic>
        <p:nvPicPr>
          <p:cNvPr id="350" name="object 35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7592070" y="1511034"/>
            <a:ext cx="117479" cy="118189"/>
          </a:xfrm>
          <a:prstGeom prst="rect">
            <a:avLst/>
          </a:prstGeom>
        </p:spPr>
      </p:pic>
      <p:pic>
        <p:nvPicPr>
          <p:cNvPr id="351" name="object 35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6438791" y="1517822"/>
            <a:ext cx="105673" cy="105095"/>
          </a:xfrm>
          <a:prstGeom prst="rect">
            <a:avLst/>
          </a:prstGeom>
        </p:spPr>
      </p:pic>
      <p:pic>
        <p:nvPicPr>
          <p:cNvPr id="352" name="object 35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6825140" y="1518292"/>
            <a:ext cx="105445" cy="104854"/>
          </a:xfrm>
          <a:prstGeom prst="rect">
            <a:avLst/>
          </a:prstGeom>
        </p:spPr>
      </p:pic>
      <p:pic>
        <p:nvPicPr>
          <p:cNvPr id="353" name="object 35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7984227" y="1517836"/>
            <a:ext cx="105700" cy="105109"/>
          </a:xfrm>
          <a:prstGeom prst="rect">
            <a:avLst/>
          </a:prstGeom>
        </p:spPr>
      </p:pic>
      <p:pic>
        <p:nvPicPr>
          <p:cNvPr id="354" name="object 354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6058883" y="1524718"/>
            <a:ext cx="92310" cy="91680"/>
          </a:xfrm>
          <a:prstGeom prst="rect">
            <a:avLst/>
          </a:prstGeom>
        </p:spPr>
      </p:pic>
      <p:pic>
        <p:nvPicPr>
          <p:cNvPr id="355" name="object 35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5679053" y="1530527"/>
            <a:ext cx="79780" cy="79767"/>
          </a:xfrm>
          <a:prstGeom prst="rect">
            <a:avLst/>
          </a:prstGeom>
        </p:spPr>
      </p:pic>
      <p:sp>
        <p:nvSpPr>
          <p:cNvPr id="356" name="object 356"/>
          <p:cNvSpPr/>
          <p:nvPr/>
        </p:nvSpPr>
        <p:spPr>
          <a:xfrm>
            <a:off x="15306200" y="1543311"/>
            <a:ext cx="53340" cy="54610"/>
          </a:xfrm>
          <a:custGeom>
            <a:avLst/>
            <a:gdLst/>
            <a:ahLst/>
            <a:cxnLst/>
            <a:rect l="l" t="t" r="r" b="b"/>
            <a:pathLst>
              <a:path w="53340" h="54609">
                <a:moveTo>
                  <a:pt x="9015" y="54211"/>
                </a:moveTo>
                <a:lnTo>
                  <a:pt x="6036" y="52118"/>
                </a:lnTo>
                <a:lnTo>
                  <a:pt x="7847" y="47383"/>
                </a:lnTo>
                <a:lnTo>
                  <a:pt x="7043" y="46390"/>
                </a:lnTo>
                <a:lnTo>
                  <a:pt x="5755" y="45531"/>
                </a:lnTo>
                <a:lnTo>
                  <a:pt x="1676" y="47463"/>
                </a:lnTo>
                <a:lnTo>
                  <a:pt x="0" y="45773"/>
                </a:lnTo>
                <a:lnTo>
                  <a:pt x="657" y="40890"/>
                </a:lnTo>
                <a:lnTo>
                  <a:pt x="426" y="31909"/>
                </a:lnTo>
                <a:lnTo>
                  <a:pt x="705" y="15795"/>
                </a:lnTo>
                <a:lnTo>
                  <a:pt x="603" y="7754"/>
                </a:lnTo>
                <a:lnTo>
                  <a:pt x="7043" y="7754"/>
                </a:lnTo>
                <a:lnTo>
                  <a:pt x="7646" y="7069"/>
                </a:lnTo>
                <a:lnTo>
                  <a:pt x="6278" y="1636"/>
                </a:lnTo>
                <a:lnTo>
                  <a:pt x="8666" y="630"/>
                </a:lnTo>
                <a:lnTo>
                  <a:pt x="11711" y="1515"/>
                </a:lnTo>
                <a:lnTo>
                  <a:pt x="19237" y="684"/>
                </a:lnTo>
                <a:lnTo>
                  <a:pt x="27058" y="630"/>
                </a:lnTo>
                <a:lnTo>
                  <a:pt x="34732" y="1556"/>
                </a:lnTo>
                <a:lnTo>
                  <a:pt x="44592" y="0"/>
                </a:lnTo>
                <a:lnTo>
                  <a:pt x="46738" y="2602"/>
                </a:lnTo>
                <a:lnTo>
                  <a:pt x="44847" y="6305"/>
                </a:lnTo>
                <a:lnTo>
                  <a:pt x="45679" y="7754"/>
                </a:lnTo>
                <a:lnTo>
                  <a:pt x="52118" y="7754"/>
                </a:lnTo>
                <a:lnTo>
                  <a:pt x="52118" y="41547"/>
                </a:lnTo>
                <a:lnTo>
                  <a:pt x="52722" y="44928"/>
                </a:lnTo>
                <a:lnTo>
                  <a:pt x="51810" y="47141"/>
                </a:lnTo>
                <a:lnTo>
                  <a:pt x="46363" y="45786"/>
                </a:lnTo>
                <a:lnTo>
                  <a:pt x="45679" y="46390"/>
                </a:lnTo>
                <a:lnTo>
                  <a:pt x="44820" y="47678"/>
                </a:lnTo>
                <a:lnTo>
                  <a:pt x="46752" y="51756"/>
                </a:lnTo>
                <a:lnTo>
                  <a:pt x="45075" y="53433"/>
                </a:lnTo>
                <a:lnTo>
                  <a:pt x="40179" y="52776"/>
                </a:lnTo>
                <a:lnTo>
                  <a:pt x="37107" y="52937"/>
                </a:lnTo>
                <a:lnTo>
                  <a:pt x="34947" y="52735"/>
                </a:lnTo>
                <a:lnTo>
                  <a:pt x="32800" y="52829"/>
                </a:lnTo>
                <a:lnTo>
                  <a:pt x="17399" y="52829"/>
                </a:lnTo>
                <a:lnTo>
                  <a:pt x="9015" y="54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14933321" y="1557505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4">
                <a:moveTo>
                  <a:pt x="25757" y="25757"/>
                </a:moveTo>
                <a:lnTo>
                  <a:pt x="0" y="25757"/>
                </a:lnTo>
                <a:lnTo>
                  <a:pt x="0" y="0"/>
                </a:lnTo>
                <a:lnTo>
                  <a:pt x="25757" y="0"/>
                </a:lnTo>
                <a:lnTo>
                  <a:pt x="25757" y="257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8" name="object 358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6239131" y="1704658"/>
            <a:ext cx="118671" cy="118229"/>
          </a:xfrm>
          <a:prstGeom prst="rect">
            <a:avLst/>
          </a:prstGeom>
        </p:spPr>
      </p:pic>
      <p:pic>
        <p:nvPicPr>
          <p:cNvPr id="359" name="object 359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5859745" y="1710655"/>
            <a:ext cx="104733" cy="105270"/>
          </a:xfrm>
          <a:prstGeom prst="rect">
            <a:avLst/>
          </a:prstGeom>
        </p:spPr>
      </p:pic>
      <p:pic>
        <p:nvPicPr>
          <p:cNvPr id="360" name="object 360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479701" y="1717550"/>
            <a:ext cx="92123" cy="92096"/>
          </a:xfrm>
          <a:prstGeom prst="rect">
            <a:avLst/>
          </a:prstGeom>
        </p:spPr>
      </p:pic>
      <p:pic>
        <p:nvPicPr>
          <p:cNvPr id="361" name="object 361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5106378" y="1730000"/>
            <a:ext cx="66271" cy="66902"/>
          </a:xfrm>
          <a:prstGeom prst="rect">
            <a:avLst/>
          </a:prstGeom>
        </p:spPr>
      </p:pic>
      <p:sp>
        <p:nvSpPr>
          <p:cNvPr id="362" name="object 362"/>
          <p:cNvSpPr/>
          <p:nvPr/>
        </p:nvSpPr>
        <p:spPr>
          <a:xfrm>
            <a:off x="14733230" y="1743616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5">
                <a:moveTo>
                  <a:pt x="25609" y="39883"/>
                </a:moveTo>
                <a:lnTo>
                  <a:pt x="20726" y="39226"/>
                </a:lnTo>
                <a:lnTo>
                  <a:pt x="18231" y="39360"/>
                </a:lnTo>
                <a:lnTo>
                  <a:pt x="14797" y="39830"/>
                </a:lnTo>
                <a:lnTo>
                  <a:pt x="12610" y="38998"/>
                </a:lnTo>
                <a:lnTo>
                  <a:pt x="13978" y="33458"/>
                </a:lnTo>
                <a:lnTo>
                  <a:pt x="12462" y="31942"/>
                </a:lnTo>
                <a:lnTo>
                  <a:pt x="7606" y="33873"/>
                </a:lnTo>
                <a:lnTo>
                  <a:pt x="5929" y="31351"/>
                </a:lnTo>
                <a:lnTo>
                  <a:pt x="7713" y="28024"/>
                </a:lnTo>
                <a:lnTo>
                  <a:pt x="6922" y="26401"/>
                </a:lnTo>
                <a:lnTo>
                  <a:pt x="5674" y="25542"/>
                </a:lnTo>
                <a:lnTo>
                  <a:pt x="1502" y="27474"/>
                </a:lnTo>
                <a:lnTo>
                  <a:pt x="0" y="25891"/>
                </a:lnTo>
                <a:lnTo>
                  <a:pt x="26" y="13898"/>
                </a:lnTo>
                <a:lnTo>
                  <a:pt x="1770" y="12462"/>
                </a:lnTo>
                <a:lnTo>
                  <a:pt x="5473" y="14354"/>
                </a:lnTo>
                <a:lnTo>
                  <a:pt x="6922" y="13522"/>
                </a:lnTo>
                <a:lnTo>
                  <a:pt x="7780" y="12234"/>
                </a:lnTo>
                <a:lnTo>
                  <a:pt x="5848" y="8156"/>
                </a:lnTo>
                <a:lnTo>
                  <a:pt x="7995" y="6010"/>
                </a:lnTo>
                <a:lnTo>
                  <a:pt x="12073" y="7941"/>
                </a:lnTo>
                <a:lnTo>
                  <a:pt x="13361" y="7083"/>
                </a:lnTo>
                <a:lnTo>
                  <a:pt x="14072" y="6265"/>
                </a:lnTo>
                <a:lnTo>
                  <a:pt x="12462" y="1126"/>
                </a:lnTo>
                <a:lnTo>
                  <a:pt x="14555" y="0"/>
                </a:lnTo>
                <a:lnTo>
                  <a:pt x="18405" y="643"/>
                </a:lnTo>
                <a:lnTo>
                  <a:pt x="21316" y="643"/>
                </a:lnTo>
                <a:lnTo>
                  <a:pt x="24858" y="26"/>
                </a:lnTo>
                <a:lnTo>
                  <a:pt x="27058" y="1019"/>
                </a:lnTo>
                <a:lnTo>
                  <a:pt x="25529" y="6385"/>
                </a:lnTo>
                <a:lnTo>
                  <a:pt x="27125" y="7982"/>
                </a:lnTo>
                <a:lnTo>
                  <a:pt x="31982" y="6050"/>
                </a:lnTo>
                <a:lnTo>
                  <a:pt x="33658" y="8572"/>
                </a:lnTo>
                <a:lnTo>
                  <a:pt x="31874" y="11899"/>
                </a:lnTo>
                <a:lnTo>
                  <a:pt x="32666" y="13522"/>
                </a:lnTo>
                <a:lnTo>
                  <a:pt x="33953" y="14381"/>
                </a:lnTo>
                <a:lnTo>
                  <a:pt x="38032" y="12449"/>
                </a:lnTo>
                <a:lnTo>
                  <a:pt x="39709" y="14126"/>
                </a:lnTo>
                <a:lnTo>
                  <a:pt x="39051" y="19023"/>
                </a:lnTo>
                <a:lnTo>
                  <a:pt x="39185" y="21518"/>
                </a:lnTo>
                <a:lnTo>
                  <a:pt x="39655" y="24952"/>
                </a:lnTo>
                <a:lnTo>
                  <a:pt x="38823" y="27139"/>
                </a:lnTo>
                <a:lnTo>
                  <a:pt x="33283" y="25784"/>
                </a:lnTo>
                <a:lnTo>
                  <a:pt x="31767" y="27300"/>
                </a:lnTo>
                <a:lnTo>
                  <a:pt x="33699" y="32156"/>
                </a:lnTo>
                <a:lnTo>
                  <a:pt x="31190" y="33820"/>
                </a:lnTo>
                <a:lnTo>
                  <a:pt x="27836" y="32049"/>
                </a:lnTo>
                <a:lnTo>
                  <a:pt x="26226" y="32840"/>
                </a:lnTo>
                <a:lnTo>
                  <a:pt x="25368" y="34128"/>
                </a:lnTo>
                <a:lnTo>
                  <a:pt x="27300" y="38207"/>
                </a:lnTo>
                <a:lnTo>
                  <a:pt x="25609" y="398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3" name="object 36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5666804" y="1903997"/>
            <a:ext cx="104465" cy="105109"/>
          </a:xfrm>
          <a:prstGeom prst="rect">
            <a:avLst/>
          </a:prstGeom>
        </p:spPr>
      </p:pic>
      <p:pic>
        <p:nvPicPr>
          <p:cNvPr id="364" name="object 364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286158" y="1911080"/>
            <a:ext cx="92337" cy="91694"/>
          </a:xfrm>
          <a:prstGeom prst="rect">
            <a:avLst/>
          </a:prstGeom>
        </p:spPr>
      </p:pic>
      <p:pic>
        <p:nvPicPr>
          <p:cNvPr id="365" name="object 365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4912647" y="1923557"/>
            <a:ext cx="66352" cy="66580"/>
          </a:xfrm>
          <a:prstGeom prst="rect">
            <a:avLst/>
          </a:prstGeom>
        </p:spPr>
      </p:pic>
      <p:sp>
        <p:nvSpPr>
          <p:cNvPr id="366" name="object 366"/>
          <p:cNvSpPr/>
          <p:nvPr/>
        </p:nvSpPr>
        <p:spPr>
          <a:xfrm>
            <a:off x="14539807" y="1936958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5">
                <a:moveTo>
                  <a:pt x="15105" y="39937"/>
                </a:moveTo>
                <a:lnTo>
                  <a:pt x="12704" y="38636"/>
                </a:lnTo>
                <a:lnTo>
                  <a:pt x="14300" y="33498"/>
                </a:lnTo>
                <a:lnTo>
                  <a:pt x="13589" y="32679"/>
                </a:lnTo>
                <a:lnTo>
                  <a:pt x="11966" y="31888"/>
                </a:lnTo>
                <a:lnTo>
                  <a:pt x="8639" y="33672"/>
                </a:lnTo>
                <a:lnTo>
                  <a:pt x="6117" y="31995"/>
                </a:lnTo>
                <a:lnTo>
                  <a:pt x="8049" y="27139"/>
                </a:lnTo>
                <a:lnTo>
                  <a:pt x="6533" y="25623"/>
                </a:lnTo>
                <a:lnTo>
                  <a:pt x="992" y="26978"/>
                </a:lnTo>
                <a:lnTo>
                  <a:pt x="308" y="25140"/>
                </a:lnTo>
                <a:lnTo>
                  <a:pt x="0" y="13938"/>
                </a:lnTo>
                <a:lnTo>
                  <a:pt x="1998" y="12301"/>
                </a:lnTo>
                <a:lnTo>
                  <a:pt x="5701" y="14193"/>
                </a:lnTo>
                <a:lnTo>
                  <a:pt x="7150" y="13361"/>
                </a:lnTo>
                <a:lnTo>
                  <a:pt x="8009" y="12073"/>
                </a:lnTo>
                <a:lnTo>
                  <a:pt x="6077" y="7995"/>
                </a:lnTo>
                <a:lnTo>
                  <a:pt x="8223" y="5849"/>
                </a:lnTo>
                <a:lnTo>
                  <a:pt x="12301" y="7781"/>
                </a:lnTo>
                <a:lnTo>
                  <a:pt x="13589" y="6922"/>
                </a:lnTo>
                <a:lnTo>
                  <a:pt x="14448" y="5674"/>
                </a:lnTo>
                <a:lnTo>
                  <a:pt x="12516" y="1502"/>
                </a:lnTo>
                <a:lnTo>
                  <a:pt x="14099" y="0"/>
                </a:lnTo>
                <a:lnTo>
                  <a:pt x="26092" y="13"/>
                </a:lnTo>
                <a:lnTo>
                  <a:pt x="27528" y="1770"/>
                </a:lnTo>
                <a:lnTo>
                  <a:pt x="25636" y="5460"/>
                </a:lnTo>
                <a:lnTo>
                  <a:pt x="26468" y="6922"/>
                </a:lnTo>
                <a:lnTo>
                  <a:pt x="27756" y="7781"/>
                </a:lnTo>
                <a:lnTo>
                  <a:pt x="31834" y="5849"/>
                </a:lnTo>
                <a:lnTo>
                  <a:pt x="33806" y="7821"/>
                </a:lnTo>
                <a:lnTo>
                  <a:pt x="31874" y="12677"/>
                </a:lnTo>
                <a:lnTo>
                  <a:pt x="33645" y="13858"/>
                </a:lnTo>
                <a:lnTo>
                  <a:pt x="39038" y="12650"/>
                </a:lnTo>
                <a:lnTo>
                  <a:pt x="39964" y="14730"/>
                </a:lnTo>
                <a:lnTo>
                  <a:pt x="39347" y="18271"/>
                </a:lnTo>
                <a:lnTo>
                  <a:pt x="39347" y="21182"/>
                </a:lnTo>
                <a:lnTo>
                  <a:pt x="39991" y="25046"/>
                </a:lnTo>
                <a:lnTo>
                  <a:pt x="38810" y="27126"/>
                </a:lnTo>
                <a:lnTo>
                  <a:pt x="33713" y="25516"/>
                </a:lnTo>
                <a:lnTo>
                  <a:pt x="32908" y="26240"/>
                </a:lnTo>
                <a:lnTo>
                  <a:pt x="32223" y="28051"/>
                </a:lnTo>
                <a:lnTo>
                  <a:pt x="33766" y="30962"/>
                </a:lnTo>
                <a:lnTo>
                  <a:pt x="32465" y="33565"/>
                </a:lnTo>
                <a:lnTo>
                  <a:pt x="27219" y="31928"/>
                </a:lnTo>
                <a:lnTo>
                  <a:pt x="25797" y="33350"/>
                </a:lnTo>
                <a:lnTo>
                  <a:pt x="27286" y="38770"/>
                </a:lnTo>
                <a:lnTo>
                  <a:pt x="24872" y="39803"/>
                </a:lnTo>
                <a:lnTo>
                  <a:pt x="15105" y="399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7" name="object 36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5466420" y="1697830"/>
            <a:ext cx="2822942" cy="929362"/>
          </a:xfrm>
          <a:prstGeom prst="rect">
            <a:avLst/>
          </a:prstGeom>
        </p:spPr>
      </p:pic>
      <p:pic>
        <p:nvPicPr>
          <p:cNvPr id="368" name="object 36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5087314" y="2097540"/>
            <a:ext cx="104719" cy="105056"/>
          </a:xfrm>
          <a:prstGeom prst="rect">
            <a:avLst/>
          </a:prstGeom>
        </p:spPr>
      </p:pic>
      <p:pic>
        <p:nvPicPr>
          <p:cNvPr id="369" name="object 36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4719465" y="2116738"/>
            <a:ext cx="66378" cy="66661"/>
          </a:xfrm>
          <a:prstGeom prst="rect">
            <a:avLst/>
          </a:prstGeom>
        </p:spPr>
      </p:pic>
      <p:sp>
        <p:nvSpPr>
          <p:cNvPr id="370" name="object 370"/>
          <p:cNvSpPr/>
          <p:nvPr/>
        </p:nvSpPr>
        <p:spPr>
          <a:xfrm>
            <a:off x="14345955" y="2129241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9793" y="41399"/>
                </a:moveTo>
                <a:lnTo>
                  <a:pt x="6815" y="39320"/>
                </a:lnTo>
                <a:lnTo>
                  <a:pt x="8626" y="34571"/>
                </a:lnTo>
                <a:lnTo>
                  <a:pt x="7821" y="33578"/>
                </a:lnTo>
                <a:lnTo>
                  <a:pt x="6828" y="32773"/>
                </a:lnTo>
                <a:lnTo>
                  <a:pt x="2079" y="34584"/>
                </a:lnTo>
                <a:lnTo>
                  <a:pt x="0" y="31606"/>
                </a:lnTo>
                <a:lnTo>
                  <a:pt x="1381" y="23221"/>
                </a:lnTo>
                <a:lnTo>
                  <a:pt x="1381" y="7821"/>
                </a:lnTo>
                <a:lnTo>
                  <a:pt x="2669" y="6962"/>
                </a:lnTo>
                <a:lnTo>
                  <a:pt x="6747" y="8894"/>
                </a:lnTo>
                <a:lnTo>
                  <a:pt x="8505" y="7136"/>
                </a:lnTo>
                <a:lnTo>
                  <a:pt x="7002" y="1730"/>
                </a:lnTo>
                <a:lnTo>
                  <a:pt x="10772" y="107"/>
                </a:lnTo>
                <a:lnTo>
                  <a:pt x="17440" y="1381"/>
                </a:lnTo>
                <a:lnTo>
                  <a:pt x="23222" y="1381"/>
                </a:lnTo>
                <a:lnTo>
                  <a:pt x="31606" y="0"/>
                </a:lnTo>
                <a:lnTo>
                  <a:pt x="34517" y="2052"/>
                </a:lnTo>
                <a:lnTo>
                  <a:pt x="32773" y="6882"/>
                </a:lnTo>
                <a:lnTo>
                  <a:pt x="33578" y="7821"/>
                </a:lnTo>
                <a:lnTo>
                  <a:pt x="34464" y="8585"/>
                </a:lnTo>
                <a:lnTo>
                  <a:pt x="39441" y="6868"/>
                </a:lnTo>
                <a:lnTo>
                  <a:pt x="40662" y="8880"/>
                </a:lnTo>
                <a:lnTo>
                  <a:pt x="40018" y="12986"/>
                </a:lnTo>
                <a:lnTo>
                  <a:pt x="40018" y="23222"/>
                </a:lnTo>
                <a:lnTo>
                  <a:pt x="41399" y="31606"/>
                </a:lnTo>
                <a:lnTo>
                  <a:pt x="39320" y="34584"/>
                </a:lnTo>
                <a:lnTo>
                  <a:pt x="34571" y="32773"/>
                </a:lnTo>
                <a:lnTo>
                  <a:pt x="33578" y="33578"/>
                </a:lnTo>
                <a:lnTo>
                  <a:pt x="32814" y="34464"/>
                </a:lnTo>
                <a:lnTo>
                  <a:pt x="34531" y="39441"/>
                </a:lnTo>
                <a:lnTo>
                  <a:pt x="32518" y="40661"/>
                </a:lnTo>
                <a:lnTo>
                  <a:pt x="28413" y="40018"/>
                </a:lnTo>
                <a:lnTo>
                  <a:pt x="18177" y="40018"/>
                </a:lnTo>
                <a:lnTo>
                  <a:pt x="9793" y="41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1" name="object 371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273520" y="2283933"/>
            <a:ext cx="117960" cy="118203"/>
          </a:xfrm>
          <a:prstGeom prst="rect">
            <a:avLst/>
          </a:prstGeom>
        </p:spPr>
      </p:pic>
      <p:pic>
        <p:nvPicPr>
          <p:cNvPr id="372" name="object 372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4893852" y="2290172"/>
            <a:ext cx="104518" cy="105726"/>
          </a:xfrm>
          <a:prstGeom prst="rect">
            <a:avLst/>
          </a:prstGeom>
        </p:spPr>
      </p:pic>
      <p:sp>
        <p:nvSpPr>
          <p:cNvPr id="373" name="object 373"/>
          <p:cNvSpPr/>
          <p:nvPr/>
        </p:nvSpPr>
        <p:spPr>
          <a:xfrm>
            <a:off x="18126336" y="2818804"/>
            <a:ext cx="161925" cy="208279"/>
          </a:xfrm>
          <a:custGeom>
            <a:avLst/>
            <a:gdLst/>
            <a:ahLst/>
            <a:cxnLst/>
            <a:rect l="l" t="t" r="r" b="b"/>
            <a:pathLst>
              <a:path w="161925" h="208280">
                <a:moveTo>
                  <a:pt x="117680" y="208192"/>
                </a:moveTo>
                <a:lnTo>
                  <a:pt x="109698" y="206877"/>
                </a:lnTo>
                <a:lnTo>
                  <a:pt x="100079" y="206877"/>
                </a:lnTo>
                <a:lnTo>
                  <a:pt x="94793" y="207816"/>
                </a:lnTo>
                <a:lnTo>
                  <a:pt x="89924" y="206596"/>
                </a:lnTo>
                <a:lnTo>
                  <a:pt x="85416" y="207669"/>
                </a:lnTo>
                <a:lnTo>
                  <a:pt x="84075" y="206327"/>
                </a:lnTo>
                <a:lnTo>
                  <a:pt x="85269" y="200639"/>
                </a:lnTo>
                <a:lnTo>
                  <a:pt x="80694" y="199244"/>
                </a:lnTo>
                <a:lnTo>
                  <a:pt x="75744" y="201444"/>
                </a:lnTo>
                <a:lnTo>
                  <a:pt x="70606" y="200170"/>
                </a:lnTo>
                <a:lnTo>
                  <a:pt x="66098" y="201243"/>
                </a:lnTo>
                <a:lnTo>
                  <a:pt x="64636" y="199780"/>
                </a:lnTo>
                <a:lnTo>
                  <a:pt x="66111" y="194334"/>
                </a:lnTo>
                <a:lnTo>
                  <a:pt x="61657" y="192496"/>
                </a:lnTo>
                <a:lnTo>
                  <a:pt x="56063" y="195568"/>
                </a:lnTo>
                <a:lnTo>
                  <a:pt x="51609" y="193677"/>
                </a:lnTo>
                <a:lnTo>
                  <a:pt x="53098" y="188257"/>
                </a:lnTo>
                <a:lnTo>
                  <a:pt x="51422" y="186567"/>
                </a:lnTo>
                <a:lnTo>
                  <a:pt x="47290" y="188243"/>
                </a:lnTo>
                <a:lnTo>
                  <a:pt x="44687" y="186915"/>
                </a:lnTo>
                <a:lnTo>
                  <a:pt x="40555" y="188579"/>
                </a:lnTo>
                <a:lnTo>
                  <a:pt x="38650" y="186674"/>
                </a:lnTo>
                <a:lnTo>
                  <a:pt x="40582" y="181817"/>
                </a:lnTo>
                <a:lnTo>
                  <a:pt x="38194" y="180234"/>
                </a:lnTo>
                <a:lnTo>
                  <a:pt x="34290" y="182220"/>
                </a:lnTo>
                <a:lnTo>
                  <a:pt x="32009" y="180154"/>
                </a:lnTo>
                <a:lnTo>
                  <a:pt x="34156" y="175740"/>
                </a:lnTo>
                <a:lnTo>
                  <a:pt x="32211" y="173795"/>
                </a:lnTo>
                <a:lnTo>
                  <a:pt x="27354" y="175727"/>
                </a:lnTo>
                <a:lnTo>
                  <a:pt x="25731" y="173299"/>
                </a:lnTo>
                <a:lnTo>
                  <a:pt x="27743" y="169529"/>
                </a:lnTo>
                <a:lnTo>
                  <a:pt x="25758" y="167168"/>
                </a:lnTo>
                <a:lnTo>
                  <a:pt x="21250" y="169274"/>
                </a:lnTo>
                <a:lnTo>
                  <a:pt x="19210" y="167235"/>
                </a:lnTo>
                <a:lnTo>
                  <a:pt x="20941" y="163117"/>
                </a:lnTo>
                <a:lnTo>
                  <a:pt x="19533" y="160514"/>
                </a:lnTo>
                <a:lnTo>
                  <a:pt x="21250" y="156395"/>
                </a:lnTo>
                <a:lnTo>
                  <a:pt x="19560" y="154705"/>
                </a:lnTo>
                <a:lnTo>
                  <a:pt x="14140" y="156194"/>
                </a:lnTo>
                <a:lnTo>
                  <a:pt x="12248" y="151754"/>
                </a:lnTo>
                <a:lnTo>
                  <a:pt x="15360" y="146119"/>
                </a:lnTo>
                <a:lnTo>
                  <a:pt x="13455" y="141679"/>
                </a:lnTo>
                <a:lnTo>
                  <a:pt x="8036" y="143181"/>
                </a:lnTo>
                <a:lnTo>
                  <a:pt x="6573" y="141706"/>
                </a:lnTo>
                <a:lnTo>
                  <a:pt x="7646" y="137198"/>
                </a:lnTo>
                <a:lnTo>
                  <a:pt x="6372" y="132060"/>
                </a:lnTo>
                <a:lnTo>
                  <a:pt x="8572" y="127110"/>
                </a:lnTo>
                <a:lnTo>
                  <a:pt x="7163" y="122535"/>
                </a:lnTo>
                <a:lnTo>
                  <a:pt x="1489" y="123729"/>
                </a:lnTo>
                <a:lnTo>
                  <a:pt x="147" y="122387"/>
                </a:lnTo>
                <a:lnTo>
                  <a:pt x="1220" y="117880"/>
                </a:lnTo>
                <a:lnTo>
                  <a:pt x="0" y="113010"/>
                </a:lnTo>
                <a:lnTo>
                  <a:pt x="939" y="107725"/>
                </a:lnTo>
                <a:lnTo>
                  <a:pt x="939" y="99997"/>
                </a:lnTo>
                <a:lnTo>
                  <a:pt x="0" y="94712"/>
                </a:lnTo>
                <a:lnTo>
                  <a:pt x="1220" y="89842"/>
                </a:lnTo>
                <a:lnTo>
                  <a:pt x="147" y="85334"/>
                </a:lnTo>
                <a:lnTo>
                  <a:pt x="1422" y="84046"/>
                </a:lnTo>
                <a:lnTo>
                  <a:pt x="7244" y="85093"/>
                </a:lnTo>
                <a:lnTo>
                  <a:pt x="8250" y="80760"/>
                </a:lnTo>
                <a:lnTo>
                  <a:pt x="7365" y="75568"/>
                </a:lnTo>
                <a:lnTo>
                  <a:pt x="7365" y="70000"/>
                </a:lnTo>
                <a:lnTo>
                  <a:pt x="6788" y="66767"/>
                </a:lnTo>
                <a:lnTo>
                  <a:pt x="7646" y="64473"/>
                </a:lnTo>
                <a:lnTo>
                  <a:pt x="13187" y="65842"/>
                </a:lnTo>
                <a:lnTo>
                  <a:pt x="14408" y="64607"/>
                </a:lnTo>
                <a:lnTo>
                  <a:pt x="13751" y="59724"/>
                </a:lnTo>
                <a:lnTo>
                  <a:pt x="13885" y="57202"/>
                </a:lnTo>
                <a:lnTo>
                  <a:pt x="13134" y="53754"/>
                </a:lnTo>
                <a:lnTo>
                  <a:pt x="14207" y="51487"/>
                </a:lnTo>
                <a:lnTo>
                  <a:pt x="19519" y="53070"/>
                </a:lnTo>
                <a:lnTo>
                  <a:pt x="20847" y="51729"/>
                </a:lnTo>
                <a:lnTo>
                  <a:pt x="20190" y="46846"/>
                </a:lnTo>
                <a:lnTo>
                  <a:pt x="20297" y="44739"/>
                </a:lnTo>
                <a:lnTo>
                  <a:pt x="19560" y="40366"/>
                </a:lnTo>
                <a:lnTo>
                  <a:pt x="21035" y="38407"/>
                </a:lnTo>
                <a:lnTo>
                  <a:pt x="25704" y="40447"/>
                </a:lnTo>
                <a:lnTo>
                  <a:pt x="27743" y="38407"/>
                </a:lnTo>
                <a:lnTo>
                  <a:pt x="25597" y="34115"/>
                </a:lnTo>
                <a:lnTo>
                  <a:pt x="27743" y="31968"/>
                </a:lnTo>
                <a:lnTo>
                  <a:pt x="32036" y="34115"/>
                </a:lnTo>
                <a:lnTo>
                  <a:pt x="34075" y="32075"/>
                </a:lnTo>
                <a:lnTo>
                  <a:pt x="32036" y="27434"/>
                </a:lnTo>
                <a:lnTo>
                  <a:pt x="34344" y="25649"/>
                </a:lnTo>
                <a:lnTo>
                  <a:pt x="38449" y="27702"/>
                </a:lnTo>
                <a:lnTo>
                  <a:pt x="40219" y="25931"/>
                </a:lnTo>
                <a:lnTo>
                  <a:pt x="38730" y="20511"/>
                </a:lnTo>
                <a:lnTo>
                  <a:pt x="43063" y="18660"/>
                </a:lnTo>
                <a:lnTo>
                  <a:pt x="49074" y="21974"/>
                </a:lnTo>
                <a:lnTo>
                  <a:pt x="53353" y="19666"/>
                </a:lnTo>
                <a:lnTo>
                  <a:pt x="51636" y="14515"/>
                </a:lnTo>
                <a:lnTo>
                  <a:pt x="53501" y="12650"/>
                </a:lnTo>
                <a:lnTo>
                  <a:pt x="57579" y="14582"/>
                </a:lnTo>
                <a:lnTo>
                  <a:pt x="60155" y="12865"/>
                </a:lnTo>
                <a:lnTo>
                  <a:pt x="64233" y="14797"/>
                </a:lnTo>
                <a:lnTo>
                  <a:pt x="65856" y="13173"/>
                </a:lnTo>
                <a:lnTo>
                  <a:pt x="64662" y="7485"/>
                </a:lnTo>
                <a:lnTo>
                  <a:pt x="71075" y="5540"/>
                </a:lnTo>
                <a:lnTo>
                  <a:pt x="78588" y="8357"/>
                </a:lnTo>
                <a:lnTo>
                  <a:pt x="85108" y="7190"/>
                </a:lnTo>
                <a:lnTo>
                  <a:pt x="84182" y="1274"/>
                </a:lnTo>
                <a:lnTo>
                  <a:pt x="85229" y="228"/>
                </a:lnTo>
                <a:lnTo>
                  <a:pt x="90125" y="885"/>
                </a:lnTo>
                <a:lnTo>
                  <a:pt x="97450" y="496"/>
                </a:lnTo>
                <a:lnTo>
                  <a:pt x="103983" y="831"/>
                </a:lnTo>
                <a:lnTo>
                  <a:pt x="112180" y="831"/>
                </a:lnTo>
                <a:lnTo>
                  <a:pt x="115118" y="308"/>
                </a:lnTo>
                <a:lnTo>
                  <a:pt x="118016" y="1193"/>
                </a:lnTo>
                <a:lnTo>
                  <a:pt x="122429" y="0"/>
                </a:lnTo>
                <a:lnTo>
                  <a:pt x="123811" y="1381"/>
                </a:lnTo>
                <a:lnTo>
                  <a:pt x="122631" y="7083"/>
                </a:lnTo>
                <a:lnTo>
                  <a:pt x="127219" y="8438"/>
                </a:lnTo>
                <a:lnTo>
                  <a:pt x="132142" y="6264"/>
                </a:lnTo>
                <a:lnTo>
                  <a:pt x="137280" y="7552"/>
                </a:lnTo>
                <a:lnTo>
                  <a:pt x="141788" y="6479"/>
                </a:lnTo>
                <a:lnTo>
                  <a:pt x="143250" y="7941"/>
                </a:lnTo>
                <a:lnTo>
                  <a:pt x="141775" y="13375"/>
                </a:lnTo>
                <a:lnTo>
                  <a:pt x="144887" y="14689"/>
                </a:lnTo>
                <a:lnTo>
                  <a:pt x="153983" y="11912"/>
                </a:lnTo>
                <a:lnTo>
                  <a:pt x="155968" y="14327"/>
                </a:lnTo>
                <a:lnTo>
                  <a:pt x="154814" y="19921"/>
                </a:lnTo>
                <a:lnTo>
                  <a:pt x="158825" y="21316"/>
                </a:lnTo>
                <a:lnTo>
                  <a:pt x="161662" y="19999"/>
                </a:lnTo>
                <a:lnTo>
                  <a:pt x="161662" y="187340"/>
                </a:lnTo>
                <a:lnTo>
                  <a:pt x="158812" y="185775"/>
                </a:lnTo>
                <a:lnTo>
                  <a:pt x="154532" y="188082"/>
                </a:lnTo>
                <a:lnTo>
                  <a:pt x="156249" y="193221"/>
                </a:lnTo>
                <a:lnTo>
                  <a:pt x="154385" y="195085"/>
                </a:lnTo>
                <a:lnTo>
                  <a:pt x="150307" y="193167"/>
                </a:lnTo>
                <a:lnTo>
                  <a:pt x="147731" y="194870"/>
                </a:lnTo>
                <a:lnTo>
                  <a:pt x="143653" y="192939"/>
                </a:lnTo>
                <a:lnTo>
                  <a:pt x="141949" y="194642"/>
                </a:lnTo>
                <a:lnTo>
                  <a:pt x="143344" y="200156"/>
                </a:lnTo>
                <a:lnTo>
                  <a:pt x="138876" y="201873"/>
                </a:lnTo>
                <a:lnTo>
                  <a:pt x="133577" y="199485"/>
                </a:lnTo>
                <a:lnTo>
                  <a:pt x="128560" y="200733"/>
                </a:lnTo>
                <a:lnTo>
                  <a:pt x="124053" y="199660"/>
                </a:lnTo>
                <a:lnTo>
                  <a:pt x="122778" y="200934"/>
                </a:lnTo>
                <a:lnTo>
                  <a:pt x="123824" y="206756"/>
                </a:lnTo>
                <a:lnTo>
                  <a:pt x="117680" y="208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18113108" y="3191563"/>
            <a:ext cx="175260" cy="234315"/>
          </a:xfrm>
          <a:custGeom>
            <a:avLst/>
            <a:gdLst/>
            <a:ahLst/>
            <a:cxnLst/>
            <a:rect l="l" t="t" r="r" b="b"/>
            <a:pathLst>
              <a:path w="175259" h="234314">
                <a:moveTo>
                  <a:pt x="129432" y="233963"/>
                </a:moveTo>
                <a:lnTo>
                  <a:pt x="124522" y="233319"/>
                </a:lnTo>
                <a:lnTo>
                  <a:pt x="119331" y="233547"/>
                </a:lnTo>
                <a:lnTo>
                  <a:pt x="108867" y="233359"/>
                </a:lnTo>
                <a:lnTo>
                  <a:pt x="106050" y="233842"/>
                </a:lnTo>
                <a:lnTo>
                  <a:pt x="103675" y="233198"/>
                </a:lnTo>
                <a:lnTo>
                  <a:pt x="104802" y="227443"/>
                </a:lnTo>
                <a:lnTo>
                  <a:pt x="103675" y="226316"/>
                </a:lnTo>
                <a:lnTo>
                  <a:pt x="98778" y="226973"/>
                </a:lnTo>
                <a:lnTo>
                  <a:pt x="95934" y="226826"/>
                </a:lnTo>
                <a:lnTo>
                  <a:pt x="93211" y="227456"/>
                </a:lnTo>
                <a:lnTo>
                  <a:pt x="87603" y="225806"/>
                </a:lnTo>
                <a:lnTo>
                  <a:pt x="82129" y="228462"/>
                </a:lnTo>
                <a:lnTo>
                  <a:pt x="77702" y="226571"/>
                </a:lnTo>
                <a:lnTo>
                  <a:pt x="79191" y="221151"/>
                </a:lnTo>
                <a:lnTo>
                  <a:pt x="77582" y="219541"/>
                </a:lnTo>
                <a:lnTo>
                  <a:pt x="73356" y="221030"/>
                </a:lnTo>
                <a:lnTo>
                  <a:pt x="70807" y="219930"/>
                </a:lnTo>
                <a:lnTo>
                  <a:pt x="66581" y="221420"/>
                </a:lnTo>
                <a:lnTo>
                  <a:pt x="64958" y="219810"/>
                </a:lnTo>
                <a:lnTo>
                  <a:pt x="66447" y="214390"/>
                </a:lnTo>
                <a:lnTo>
                  <a:pt x="62355" y="212632"/>
                </a:lnTo>
                <a:lnTo>
                  <a:pt x="55687" y="216000"/>
                </a:lnTo>
                <a:lnTo>
                  <a:pt x="51730" y="213343"/>
                </a:lnTo>
                <a:lnTo>
                  <a:pt x="53662" y="208501"/>
                </a:lnTo>
                <a:lnTo>
                  <a:pt x="51864" y="206703"/>
                </a:lnTo>
                <a:lnTo>
                  <a:pt x="47008" y="208635"/>
                </a:lnTo>
                <a:lnTo>
                  <a:pt x="45384" y="206207"/>
                </a:lnTo>
                <a:lnTo>
                  <a:pt x="47397" y="202437"/>
                </a:lnTo>
                <a:lnTo>
                  <a:pt x="45411" y="200076"/>
                </a:lnTo>
                <a:lnTo>
                  <a:pt x="40904" y="202182"/>
                </a:lnTo>
                <a:lnTo>
                  <a:pt x="38811" y="200089"/>
                </a:lnTo>
                <a:lnTo>
                  <a:pt x="40957" y="195796"/>
                </a:lnTo>
                <a:lnTo>
                  <a:pt x="38811" y="193650"/>
                </a:lnTo>
                <a:lnTo>
                  <a:pt x="34518" y="195796"/>
                </a:lnTo>
                <a:lnTo>
                  <a:pt x="32546" y="193824"/>
                </a:lnTo>
                <a:lnTo>
                  <a:pt x="34478" y="188968"/>
                </a:lnTo>
                <a:lnTo>
                  <a:pt x="32049" y="187345"/>
                </a:lnTo>
                <a:lnTo>
                  <a:pt x="28279" y="189357"/>
                </a:lnTo>
                <a:lnTo>
                  <a:pt x="25919" y="187372"/>
                </a:lnTo>
                <a:lnTo>
                  <a:pt x="28038" y="182864"/>
                </a:lnTo>
                <a:lnTo>
                  <a:pt x="26133" y="180959"/>
                </a:lnTo>
                <a:lnTo>
                  <a:pt x="21237" y="182864"/>
                </a:lnTo>
                <a:lnTo>
                  <a:pt x="18634" y="178826"/>
                </a:lnTo>
                <a:lnTo>
                  <a:pt x="22014" y="172306"/>
                </a:lnTo>
                <a:lnTo>
                  <a:pt x="20244" y="168161"/>
                </a:lnTo>
                <a:lnTo>
                  <a:pt x="14824" y="169650"/>
                </a:lnTo>
                <a:lnTo>
                  <a:pt x="13147" y="167973"/>
                </a:lnTo>
                <a:lnTo>
                  <a:pt x="14810" y="163828"/>
                </a:lnTo>
                <a:lnTo>
                  <a:pt x="13482" y="161238"/>
                </a:lnTo>
                <a:lnTo>
                  <a:pt x="15146" y="157093"/>
                </a:lnTo>
                <a:lnTo>
                  <a:pt x="13254" y="155201"/>
                </a:lnTo>
                <a:lnTo>
                  <a:pt x="8398" y="157133"/>
                </a:lnTo>
                <a:lnTo>
                  <a:pt x="6801" y="154732"/>
                </a:lnTo>
                <a:lnTo>
                  <a:pt x="8237" y="151257"/>
                </a:lnTo>
                <a:lnTo>
                  <a:pt x="5822" y="143825"/>
                </a:lnTo>
                <a:lnTo>
                  <a:pt x="9337" y="136286"/>
                </a:lnTo>
                <a:lnTo>
                  <a:pt x="7553" y="129752"/>
                </a:lnTo>
                <a:lnTo>
                  <a:pt x="1797" y="130879"/>
                </a:lnTo>
                <a:lnTo>
                  <a:pt x="670" y="129752"/>
                </a:lnTo>
                <a:lnTo>
                  <a:pt x="1328" y="124856"/>
                </a:lnTo>
                <a:lnTo>
                  <a:pt x="1274" y="114204"/>
                </a:lnTo>
                <a:lnTo>
                  <a:pt x="0" y="107577"/>
                </a:lnTo>
                <a:lnTo>
                  <a:pt x="1623" y="103794"/>
                </a:lnTo>
                <a:lnTo>
                  <a:pt x="7042" y="105283"/>
                </a:lnTo>
                <a:lnTo>
                  <a:pt x="8438" y="103888"/>
                </a:lnTo>
                <a:lnTo>
                  <a:pt x="7526" y="99233"/>
                </a:lnTo>
                <a:lnTo>
                  <a:pt x="8411" y="94162"/>
                </a:lnTo>
                <a:lnTo>
                  <a:pt x="7713" y="89345"/>
                </a:lnTo>
                <a:lnTo>
                  <a:pt x="7713" y="83617"/>
                </a:lnTo>
                <a:lnTo>
                  <a:pt x="7137" y="80384"/>
                </a:lnTo>
                <a:lnTo>
                  <a:pt x="7995" y="78090"/>
                </a:lnTo>
                <a:lnTo>
                  <a:pt x="13536" y="79472"/>
                </a:lnTo>
                <a:lnTo>
                  <a:pt x="15226" y="77768"/>
                </a:lnTo>
                <a:lnTo>
                  <a:pt x="13295" y="73690"/>
                </a:lnTo>
                <a:lnTo>
                  <a:pt x="14998" y="71114"/>
                </a:lnTo>
                <a:lnTo>
                  <a:pt x="13080" y="67036"/>
                </a:lnTo>
                <a:lnTo>
                  <a:pt x="14944" y="65171"/>
                </a:lnTo>
                <a:lnTo>
                  <a:pt x="20082" y="66888"/>
                </a:lnTo>
                <a:lnTo>
                  <a:pt x="22390" y="62609"/>
                </a:lnTo>
                <a:lnTo>
                  <a:pt x="19077" y="56599"/>
                </a:lnTo>
                <a:lnTo>
                  <a:pt x="20928" y="52265"/>
                </a:lnTo>
                <a:lnTo>
                  <a:pt x="26348" y="53754"/>
                </a:lnTo>
                <a:lnTo>
                  <a:pt x="28105" y="51984"/>
                </a:lnTo>
                <a:lnTo>
                  <a:pt x="26053" y="47879"/>
                </a:lnTo>
                <a:lnTo>
                  <a:pt x="27850" y="45558"/>
                </a:lnTo>
                <a:lnTo>
                  <a:pt x="32465" y="47624"/>
                </a:lnTo>
                <a:lnTo>
                  <a:pt x="34518" y="45571"/>
                </a:lnTo>
                <a:lnTo>
                  <a:pt x="32371" y="41278"/>
                </a:lnTo>
                <a:lnTo>
                  <a:pt x="34518" y="39132"/>
                </a:lnTo>
                <a:lnTo>
                  <a:pt x="38811" y="41278"/>
                </a:lnTo>
                <a:lnTo>
                  <a:pt x="40958" y="39132"/>
                </a:lnTo>
                <a:lnTo>
                  <a:pt x="38811" y="34839"/>
                </a:lnTo>
                <a:lnTo>
                  <a:pt x="40957" y="32692"/>
                </a:lnTo>
                <a:lnTo>
                  <a:pt x="45250" y="34839"/>
                </a:lnTo>
                <a:lnTo>
                  <a:pt x="47397" y="32692"/>
                </a:lnTo>
                <a:lnTo>
                  <a:pt x="45251" y="28400"/>
                </a:lnTo>
                <a:lnTo>
                  <a:pt x="47397" y="26253"/>
                </a:lnTo>
                <a:lnTo>
                  <a:pt x="51690" y="28400"/>
                </a:lnTo>
                <a:lnTo>
                  <a:pt x="53675" y="26414"/>
                </a:lnTo>
                <a:lnTo>
                  <a:pt x="51717" y="21598"/>
                </a:lnTo>
                <a:lnTo>
                  <a:pt x="55084" y="19277"/>
                </a:lnTo>
                <a:lnTo>
                  <a:pt x="63925" y="22980"/>
                </a:lnTo>
                <a:lnTo>
                  <a:pt x="66259" y="20136"/>
                </a:lnTo>
                <a:lnTo>
                  <a:pt x="64837" y="14823"/>
                </a:lnTo>
                <a:lnTo>
                  <a:pt x="67976" y="13334"/>
                </a:lnTo>
                <a:lnTo>
                  <a:pt x="76978" y="16326"/>
                </a:lnTo>
                <a:lnTo>
                  <a:pt x="79004" y="13844"/>
                </a:lnTo>
                <a:lnTo>
                  <a:pt x="77903" y="8210"/>
                </a:lnTo>
                <a:lnTo>
                  <a:pt x="81928" y="6895"/>
                </a:lnTo>
                <a:lnTo>
                  <a:pt x="87777" y="8008"/>
                </a:lnTo>
                <a:lnTo>
                  <a:pt x="95558" y="8008"/>
                </a:lnTo>
                <a:lnTo>
                  <a:pt x="100119" y="8545"/>
                </a:lnTo>
                <a:lnTo>
                  <a:pt x="104707" y="7941"/>
                </a:lnTo>
                <a:lnTo>
                  <a:pt x="103889" y="1958"/>
                </a:lnTo>
                <a:lnTo>
                  <a:pt x="104841" y="1006"/>
                </a:lnTo>
                <a:lnTo>
                  <a:pt x="112569" y="1596"/>
                </a:lnTo>
                <a:lnTo>
                  <a:pt x="115413" y="1019"/>
                </a:lnTo>
                <a:lnTo>
                  <a:pt x="120967" y="2696"/>
                </a:lnTo>
                <a:lnTo>
                  <a:pt x="126427" y="0"/>
                </a:lnTo>
                <a:lnTo>
                  <a:pt x="130868" y="1891"/>
                </a:lnTo>
                <a:lnTo>
                  <a:pt x="129379" y="7311"/>
                </a:lnTo>
                <a:lnTo>
                  <a:pt x="130774" y="8706"/>
                </a:lnTo>
                <a:lnTo>
                  <a:pt x="135415" y="7807"/>
                </a:lnTo>
                <a:lnTo>
                  <a:pt x="140487" y="8693"/>
                </a:lnTo>
                <a:lnTo>
                  <a:pt x="145303" y="7995"/>
                </a:lnTo>
                <a:lnTo>
                  <a:pt x="151044" y="7995"/>
                </a:lnTo>
                <a:lnTo>
                  <a:pt x="154264" y="7418"/>
                </a:lnTo>
                <a:lnTo>
                  <a:pt x="156545" y="8263"/>
                </a:lnTo>
                <a:lnTo>
                  <a:pt x="155190" y="13817"/>
                </a:lnTo>
                <a:lnTo>
                  <a:pt x="156424" y="15038"/>
                </a:lnTo>
                <a:lnTo>
                  <a:pt x="161307" y="14381"/>
                </a:lnTo>
                <a:lnTo>
                  <a:pt x="163830" y="14515"/>
                </a:lnTo>
                <a:lnTo>
                  <a:pt x="167277" y="13764"/>
                </a:lnTo>
                <a:lnTo>
                  <a:pt x="169544" y="14837"/>
                </a:lnTo>
                <a:lnTo>
                  <a:pt x="167962" y="20149"/>
                </a:lnTo>
                <a:lnTo>
                  <a:pt x="169303" y="21477"/>
                </a:lnTo>
                <a:lnTo>
                  <a:pt x="174890" y="20860"/>
                </a:lnTo>
                <a:lnTo>
                  <a:pt x="174890" y="214121"/>
                </a:lnTo>
                <a:lnTo>
                  <a:pt x="171933" y="212646"/>
                </a:lnTo>
                <a:lnTo>
                  <a:pt x="167868" y="214390"/>
                </a:lnTo>
                <a:lnTo>
                  <a:pt x="169357" y="219810"/>
                </a:lnTo>
                <a:lnTo>
                  <a:pt x="167680" y="221486"/>
                </a:lnTo>
                <a:lnTo>
                  <a:pt x="163535" y="219810"/>
                </a:lnTo>
                <a:lnTo>
                  <a:pt x="160932" y="221151"/>
                </a:lnTo>
                <a:lnTo>
                  <a:pt x="156800" y="219474"/>
                </a:lnTo>
                <a:lnTo>
                  <a:pt x="154895" y="221379"/>
                </a:lnTo>
                <a:lnTo>
                  <a:pt x="156827" y="226236"/>
                </a:lnTo>
                <a:lnTo>
                  <a:pt x="154412" y="227832"/>
                </a:lnTo>
                <a:lnTo>
                  <a:pt x="150964" y="226396"/>
                </a:lnTo>
                <a:lnTo>
                  <a:pt x="145947" y="228033"/>
                </a:lnTo>
                <a:lnTo>
                  <a:pt x="140098" y="226920"/>
                </a:lnTo>
                <a:lnTo>
                  <a:pt x="134906" y="226920"/>
                </a:lnTo>
                <a:lnTo>
                  <a:pt x="131458" y="226316"/>
                </a:lnTo>
                <a:lnTo>
                  <a:pt x="129231" y="227268"/>
                </a:lnTo>
                <a:lnTo>
                  <a:pt x="130720" y="232688"/>
                </a:lnTo>
                <a:lnTo>
                  <a:pt x="129432" y="2339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5" name="object 375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8107099" y="3572438"/>
            <a:ext cx="180900" cy="246680"/>
          </a:xfrm>
          <a:prstGeom prst="rect">
            <a:avLst/>
          </a:prstGeom>
        </p:spPr>
      </p:pic>
      <p:sp>
        <p:nvSpPr>
          <p:cNvPr id="376" name="object 376"/>
          <p:cNvSpPr/>
          <p:nvPr/>
        </p:nvSpPr>
        <p:spPr>
          <a:xfrm>
            <a:off x="18100364" y="3951704"/>
            <a:ext cx="187960" cy="260350"/>
          </a:xfrm>
          <a:custGeom>
            <a:avLst/>
            <a:gdLst/>
            <a:ahLst/>
            <a:cxnLst/>
            <a:rect l="l" t="t" r="r" b="b"/>
            <a:pathLst>
              <a:path w="187959" h="260350">
                <a:moveTo>
                  <a:pt x="162903" y="260123"/>
                </a:moveTo>
                <a:lnTo>
                  <a:pt x="154989" y="258835"/>
                </a:lnTo>
                <a:lnTo>
                  <a:pt x="112905" y="258835"/>
                </a:lnTo>
                <a:lnTo>
                  <a:pt x="108169" y="259479"/>
                </a:lnTo>
                <a:lnTo>
                  <a:pt x="102145" y="258513"/>
                </a:lnTo>
                <a:lnTo>
                  <a:pt x="92393" y="260230"/>
                </a:lnTo>
                <a:lnTo>
                  <a:pt x="90743" y="258218"/>
                </a:lnTo>
                <a:lnTo>
                  <a:pt x="91896" y="252624"/>
                </a:lnTo>
                <a:lnTo>
                  <a:pt x="89643" y="251832"/>
                </a:lnTo>
                <a:lnTo>
                  <a:pt x="86530" y="252396"/>
                </a:lnTo>
                <a:lnTo>
                  <a:pt x="83350" y="252396"/>
                </a:lnTo>
                <a:lnTo>
                  <a:pt x="79675" y="253026"/>
                </a:lnTo>
                <a:lnTo>
                  <a:pt x="77501" y="251966"/>
                </a:lnTo>
                <a:lnTo>
                  <a:pt x="79111" y="246694"/>
                </a:lnTo>
                <a:lnTo>
                  <a:pt x="77756" y="245339"/>
                </a:lnTo>
                <a:lnTo>
                  <a:pt x="72873" y="245997"/>
                </a:lnTo>
                <a:lnTo>
                  <a:pt x="70471" y="245876"/>
                </a:lnTo>
                <a:lnTo>
                  <a:pt x="66742" y="246640"/>
                </a:lnTo>
                <a:lnTo>
                  <a:pt x="64555" y="245447"/>
                </a:lnTo>
                <a:lnTo>
                  <a:pt x="66286" y="240308"/>
                </a:lnTo>
                <a:lnTo>
                  <a:pt x="64434" y="238457"/>
                </a:lnTo>
                <a:lnTo>
                  <a:pt x="60356" y="240322"/>
                </a:lnTo>
                <a:lnTo>
                  <a:pt x="57753" y="238712"/>
                </a:lnTo>
                <a:lnTo>
                  <a:pt x="53675" y="240577"/>
                </a:lnTo>
                <a:lnTo>
                  <a:pt x="51717" y="238618"/>
                </a:lnTo>
                <a:lnTo>
                  <a:pt x="53648" y="233762"/>
                </a:lnTo>
                <a:lnTo>
                  <a:pt x="51220" y="232139"/>
                </a:lnTo>
                <a:lnTo>
                  <a:pt x="47450" y="234151"/>
                </a:lnTo>
                <a:lnTo>
                  <a:pt x="45089" y="232165"/>
                </a:lnTo>
                <a:lnTo>
                  <a:pt x="47195" y="227658"/>
                </a:lnTo>
                <a:lnTo>
                  <a:pt x="45103" y="225565"/>
                </a:lnTo>
                <a:lnTo>
                  <a:pt x="40810" y="227712"/>
                </a:lnTo>
                <a:lnTo>
                  <a:pt x="38663" y="225619"/>
                </a:lnTo>
                <a:lnTo>
                  <a:pt x="40770" y="221326"/>
                </a:lnTo>
                <a:lnTo>
                  <a:pt x="38784" y="219099"/>
                </a:lnTo>
                <a:lnTo>
                  <a:pt x="34357" y="221232"/>
                </a:lnTo>
                <a:lnTo>
                  <a:pt x="32251" y="219126"/>
                </a:lnTo>
                <a:lnTo>
                  <a:pt x="34397" y="214833"/>
                </a:lnTo>
                <a:lnTo>
                  <a:pt x="32251" y="212686"/>
                </a:lnTo>
                <a:lnTo>
                  <a:pt x="27958" y="214833"/>
                </a:lnTo>
                <a:lnTo>
                  <a:pt x="25798" y="212659"/>
                </a:lnTo>
                <a:lnTo>
                  <a:pt x="27891" y="208541"/>
                </a:lnTo>
                <a:lnTo>
                  <a:pt x="26012" y="206247"/>
                </a:lnTo>
                <a:lnTo>
                  <a:pt x="21464" y="208340"/>
                </a:lnTo>
                <a:lnTo>
                  <a:pt x="19385" y="206260"/>
                </a:lnTo>
                <a:lnTo>
                  <a:pt x="21317" y="202182"/>
                </a:lnTo>
                <a:lnTo>
                  <a:pt x="19600" y="199606"/>
                </a:lnTo>
                <a:lnTo>
                  <a:pt x="21531" y="195528"/>
                </a:lnTo>
                <a:lnTo>
                  <a:pt x="19626" y="193636"/>
                </a:lnTo>
                <a:lnTo>
                  <a:pt x="14582" y="195434"/>
                </a:lnTo>
                <a:lnTo>
                  <a:pt x="12140" y="191262"/>
                </a:lnTo>
                <a:lnTo>
                  <a:pt x="15494" y="185024"/>
                </a:lnTo>
                <a:lnTo>
                  <a:pt x="13670" y="180785"/>
                </a:lnTo>
                <a:lnTo>
                  <a:pt x="8264" y="182273"/>
                </a:lnTo>
                <a:lnTo>
                  <a:pt x="6586" y="180597"/>
                </a:lnTo>
                <a:lnTo>
                  <a:pt x="8250" y="176451"/>
                </a:lnTo>
                <a:lnTo>
                  <a:pt x="6909" y="173849"/>
                </a:lnTo>
                <a:lnTo>
                  <a:pt x="8585" y="169717"/>
                </a:lnTo>
                <a:lnTo>
                  <a:pt x="6680" y="167812"/>
                </a:lnTo>
                <a:lnTo>
                  <a:pt x="1824" y="169744"/>
                </a:lnTo>
                <a:lnTo>
                  <a:pt x="321" y="167490"/>
                </a:lnTo>
                <a:lnTo>
                  <a:pt x="1435" y="163747"/>
                </a:lnTo>
                <a:lnTo>
                  <a:pt x="0" y="156463"/>
                </a:lnTo>
                <a:lnTo>
                  <a:pt x="1140" y="148896"/>
                </a:lnTo>
                <a:lnTo>
                  <a:pt x="1140" y="100400"/>
                </a:lnTo>
                <a:lnTo>
                  <a:pt x="268" y="95248"/>
                </a:lnTo>
                <a:lnTo>
                  <a:pt x="1260" y="90888"/>
                </a:lnTo>
                <a:lnTo>
                  <a:pt x="7096" y="91921"/>
                </a:lnTo>
                <a:lnTo>
                  <a:pt x="8196" y="90834"/>
                </a:lnTo>
                <a:lnTo>
                  <a:pt x="7539" y="85938"/>
                </a:lnTo>
                <a:lnTo>
                  <a:pt x="7660" y="83537"/>
                </a:lnTo>
                <a:lnTo>
                  <a:pt x="6895" y="79807"/>
                </a:lnTo>
                <a:lnTo>
                  <a:pt x="8102" y="77620"/>
                </a:lnTo>
                <a:lnTo>
                  <a:pt x="13227" y="79351"/>
                </a:lnTo>
                <a:lnTo>
                  <a:pt x="15038" y="77540"/>
                </a:lnTo>
                <a:lnTo>
                  <a:pt x="13335" y="73421"/>
                </a:lnTo>
                <a:lnTo>
                  <a:pt x="14703" y="70819"/>
                </a:lnTo>
                <a:lnTo>
                  <a:pt x="13012" y="66687"/>
                </a:lnTo>
                <a:lnTo>
                  <a:pt x="14917" y="64782"/>
                </a:lnTo>
                <a:lnTo>
                  <a:pt x="19774" y="66714"/>
                </a:lnTo>
                <a:lnTo>
                  <a:pt x="21451" y="64192"/>
                </a:lnTo>
                <a:lnTo>
                  <a:pt x="19492" y="60757"/>
                </a:lnTo>
                <a:lnTo>
                  <a:pt x="21290" y="57940"/>
                </a:lnTo>
                <a:lnTo>
                  <a:pt x="19398" y="53862"/>
                </a:lnTo>
                <a:lnTo>
                  <a:pt x="21411" y="51850"/>
                </a:lnTo>
                <a:lnTo>
                  <a:pt x="26119" y="53875"/>
                </a:lnTo>
                <a:lnTo>
                  <a:pt x="27823" y="51541"/>
                </a:lnTo>
                <a:lnTo>
                  <a:pt x="25798" y="47463"/>
                </a:lnTo>
                <a:lnTo>
                  <a:pt x="27796" y="45477"/>
                </a:lnTo>
                <a:lnTo>
                  <a:pt x="32653" y="47409"/>
                </a:lnTo>
                <a:lnTo>
                  <a:pt x="34263" y="44981"/>
                </a:lnTo>
                <a:lnTo>
                  <a:pt x="32251" y="41211"/>
                </a:lnTo>
                <a:lnTo>
                  <a:pt x="34236" y="38850"/>
                </a:lnTo>
                <a:lnTo>
                  <a:pt x="38743" y="40956"/>
                </a:lnTo>
                <a:lnTo>
                  <a:pt x="40850" y="38850"/>
                </a:lnTo>
                <a:lnTo>
                  <a:pt x="38703" y="34624"/>
                </a:lnTo>
                <a:lnTo>
                  <a:pt x="40783" y="32424"/>
                </a:lnTo>
                <a:lnTo>
                  <a:pt x="45143" y="34571"/>
                </a:lnTo>
                <a:lnTo>
                  <a:pt x="47262" y="32438"/>
                </a:lnTo>
                <a:lnTo>
                  <a:pt x="45116" y="28145"/>
                </a:lnTo>
                <a:lnTo>
                  <a:pt x="47262" y="25998"/>
                </a:lnTo>
                <a:lnTo>
                  <a:pt x="51555" y="28145"/>
                </a:lnTo>
                <a:lnTo>
                  <a:pt x="53554" y="26146"/>
                </a:lnTo>
                <a:lnTo>
                  <a:pt x="51569" y="21370"/>
                </a:lnTo>
                <a:lnTo>
                  <a:pt x="54936" y="18996"/>
                </a:lnTo>
                <a:lnTo>
                  <a:pt x="63777" y="22752"/>
                </a:lnTo>
                <a:lnTo>
                  <a:pt x="66017" y="20015"/>
                </a:lnTo>
                <a:lnTo>
                  <a:pt x="64863" y="14421"/>
                </a:lnTo>
                <a:lnTo>
                  <a:pt x="69129" y="12945"/>
                </a:lnTo>
                <a:lnTo>
                  <a:pt x="75006" y="15923"/>
                </a:lnTo>
                <a:lnTo>
                  <a:pt x="79285" y="13737"/>
                </a:lnTo>
                <a:lnTo>
                  <a:pt x="77621" y="8518"/>
                </a:lnTo>
                <a:lnTo>
                  <a:pt x="79459" y="6680"/>
                </a:lnTo>
                <a:lnTo>
                  <a:pt x="83538" y="8612"/>
                </a:lnTo>
                <a:lnTo>
                  <a:pt x="86114" y="6895"/>
                </a:lnTo>
                <a:lnTo>
                  <a:pt x="90192" y="8827"/>
                </a:lnTo>
                <a:lnTo>
                  <a:pt x="91748" y="7271"/>
                </a:lnTo>
                <a:lnTo>
                  <a:pt x="90715" y="1448"/>
                </a:lnTo>
                <a:lnTo>
                  <a:pt x="96846" y="0"/>
                </a:lnTo>
                <a:lnTo>
                  <a:pt x="104828" y="1314"/>
                </a:lnTo>
                <a:lnTo>
                  <a:pt x="155002" y="1314"/>
                </a:lnTo>
                <a:lnTo>
                  <a:pt x="162917" y="26"/>
                </a:lnTo>
                <a:lnTo>
                  <a:pt x="169088" y="1435"/>
                </a:lnTo>
                <a:lnTo>
                  <a:pt x="168055" y="7271"/>
                </a:lnTo>
                <a:lnTo>
                  <a:pt x="169155" y="8357"/>
                </a:lnTo>
                <a:lnTo>
                  <a:pt x="174038" y="7713"/>
                </a:lnTo>
                <a:lnTo>
                  <a:pt x="176440" y="7834"/>
                </a:lnTo>
                <a:lnTo>
                  <a:pt x="180169" y="7070"/>
                </a:lnTo>
                <a:lnTo>
                  <a:pt x="182356" y="8277"/>
                </a:lnTo>
                <a:lnTo>
                  <a:pt x="180625" y="13402"/>
                </a:lnTo>
                <a:lnTo>
                  <a:pt x="182383" y="15159"/>
                </a:lnTo>
                <a:lnTo>
                  <a:pt x="186582" y="13603"/>
                </a:lnTo>
                <a:lnTo>
                  <a:pt x="187634" y="14090"/>
                </a:lnTo>
                <a:lnTo>
                  <a:pt x="187634" y="245670"/>
                </a:lnTo>
                <a:lnTo>
                  <a:pt x="184784" y="244226"/>
                </a:lnTo>
                <a:lnTo>
                  <a:pt x="180505" y="246412"/>
                </a:lnTo>
                <a:lnTo>
                  <a:pt x="182168" y="251631"/>
                </a:lnTo>
                <a:lnTo>
                  <a:pt x="180331" y="253469"/>
                </a:lnTo>
                <a:lnTo>
                  <a:pt x="176252" y="251537"/>
                </a:lnTo>
                <a:lnTo>
                  <a:pt x="173676" y="253254"/>
                </a:lnTo>
                <a:lnTo>
                  <a:pt x="169598" y="251322"/>
                </a:lnTo>
                <a:lnTo>
                  <a:pt x="168042" y="252879"/>
                </a:lnTo>
                <a:lnTo>
                  <a:pt x="169074" y="258714"/>
                </a:lnTo>
                <a:lnTo>
                  <a:pt x="162903" y="2601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18100685" y="6269785"/>
            <a:ext cx="187325" cy="259715"/>
          </a:xfrm>
          <a:custGeom>
            <a:avLst/>
            <a:gdLst/>
            <a:ahLst/>
            <a:cxnLst/>
            <a:rect l="l" t="t" r="r" b="b"/>
            <a:pathLst>
              <a:path w="187325" h="259715">
                <a:moveTo>
                  <a:pt x="155585" y="1636"/>
                </a:moveTo>
                <a:lnTo>
                  <a:pt x="144431" y="1636"/>
                </a:lnTo>
                <a:lnTo>
                  <a:pt x="154238" y="0"/>
                </a:lnTo>
                <a:lnTo>
                  <a:pt x="155585" y="1636"/>
                </a:lnTo>
                <a:close/>
              </a:path>
              <a:path w="187325" h="259715">
                <a:moveTo>
                  <a:pt x="156526" y="8197"/>
                </a:moveTo>
                <a:lnTo>
                  <a:pt x="101823" y="8197"/>
                </a:lnTo>
                <a:lnTo>
                  <a:pt x="104911" y="7579"/>
                </a:lnTo>
                <a:lnTo>
                  <a:pt x="104300" y="7579"/>
                </a:lnTo>
                <a:lnTo>
                  <a:pt x="103421" y="1972"/>
                </a:lnTo>
                <a:lnTo>
                  <a:pt x="103393" y="1798"/>
                </a:lnTo>
                <a:lnTo>
                  <a:pt x="104534" y="657"/>
                </a:lnTo>
                <a:lnTo>
                  <a:pt x="104247" y="657"/>
                </a:lnTo>
                <a:lnTo>
                  <a:pt x="108528" y="1355"/>
                </a:lnTo>
                <a:lnTo>
                  <a:pt x="142446" y="1355"/>
                </a:lnTo>
                <a:lnTo>
                  <a:pt x="144431" y="1636"/>
                </a:lnTo>
                <a:lnTo>
                  <a:pt x="155585" y="1636"/>
                </a:lnTo>
                <a:lnTo>
                  <a:pt x="155861" y="1972"/>
                </a:lnTo>
                <a:lnTo>
                  <a:pt x="154848" y="6895"/>
                </a:lnTo>
                <a:lnTo>
                  <a:pt x="154776" y="7244"/>
                </a:lnTo>
                <a:lnTo>
                  <a:pt x="154707" y="7579"/>
                </a:lnTo>
                <a:lnTo>
                  <a:pt x="156526" y="8197"/>
                </a:lnTo>
                <a:close/>
              </a:path>
              <a:path w="187325" h="259715">
                <a:moveTo>
                  <a:pt x="123329" y="1355"/>
                </a:moveTo>
                <a:lnTo>
                  <a:pt x="110334" y="1355"/>
                </a:lnTo>
                <a:lnTo>
                  <a:pt x="116487" y="657"/>
                </a:lnTo>
                <a:lnTo>
                  <a:pt x="123329" y="1355"/>
                </a:lnTo>
                <a:close/>
              </a:path>
              <a:path w="187325" h="259715">
                <a:moveTo>
                  <a:pt x="142446" y="1355"/>
                </a:moveTo>
                <a:lnTo>
                  <a:pt x="133739" y="1355"/>
                </a:lnTo>
                <a:lnTo>
                  <a:pt x="139352" y="657"/>
                </a:lnTo>
                <a:lnTo>
                  <a:pt x="137530" y="657"/>
                </a:lnTo>
                <a:lnTo>
                  <a:pt x="142446" y="1355"/>
                </a:lnTo>
                <a:close/>
              </a:path>
              <a:path w="187325" h="259715">
                <a:moveTo>
                  <a:pt x="89169" y="8197"/>
                </a:moveTo>
                <a:lnTo>
                  <a:pt x="83893" y="8197"/>
                </a:lnTo>
                <a:lnTo>
                  <a:pt x="85872" y="6895"/>
                </a:lnTo>
                <a:lnTo>
                  <a:pt x="89169" y="8197"/>
                </a:lnTo>
                <a:close/>
              </a:path>
              <a:path w="187325" h="259715">
                <a:moveTo>
                  <a:pt x="175074" y="8197"/>
                </a:moveTo>
                <a:lnTo>
                  <a:pt x="169497" y="8197"/>
                </a:lnTo>
                <a:lnTo>
                  <a:pt x="173901" y="6895"/>
                </a:lnTo>
                <a:lnTo>
                  <a:pt x="174130" y="7244"/>
                </a:lnTo>
                <a:lnTo>
                  <a:pt x="175074" y="8197"/>
                </a:lnTo>
                <a:close/>
              </a:path>
              <a:path w="187325" h="259715">
                <a:moveTo>
                  <a:pt x="101823" y="8197"/>
                </a:moveTo>
                <a:lnTo>
                  <a:pt x="89636" y="8197"/>
                </a:lnTo>
                <a:lnTo>
                  <a:pt x="92734" y="7244"/>
                </a:lnTo>
                <a:lnTo>
                  <a:pt x="92497" y="7244"/>
                </a:lnTo>
                <a:lnTo>
                  <a:pt x="94394" y="7579"/>
                </a:lnTo>
                <a:lnTo>
                  <a:pt x="98119" y="7579"/>
                </a:lnTo>
                <a:lnTo>
                  <a:pt x="101823" y="8197"/>
                </a:lnTo>
                <a:close/>
              </a:path>
              <a:path w="187325" h="259715">
                <a:moveTo>
                  <a:pt x="169411" y="8197"/>
                </a:moveTo>
                <a:lnTo>
                  <a:pt x="157795" y="8197"/>
                </a:lnTo>
                <a:lnTo>
                  <a:pt x="161289" y="7579"/>
                </a:lnTo>
                <a:lnTo>
                  <a:pt x="164719" y="7579"/>
                </a:lnTo>
                <a:lnTo>
                  <a:pt x="166607" y="7244"/>
                </a:lnTo>
                <a:lnTo>
                  <a:pt x="169411" y="8197"/>
                </a:lnTo>
                <a:close/>
              </a:path>
              <a:path w="187325" h="259715">
                <a:moveTo>
                  <a:pt x="177018" y="15226"/>
                </a:moveTo>
                <a:lnTo>
                  <a:pt x="83511" y="15226"/>
                </a:lnTo>
                <a:lnTo>
                  <a:pt x="85524" y="13227"/>
                </a:lnTo>
                <a:lnTo>
                  <a:pt x="85374" y="13227"/>
                </a:lnTo>
                <a:lnTo>
                  <a:pt x="83378" y="8197"/>
                </a:lnTo>
                <a:lnTo>
                  <a:pt x="175413" y="8197"/>
                </a:lnTo>
                <a:lnTo>
                  <a:pt x="174044" y="13227"/>
                </a:lnTo>
                <a:lnTo>
                  <a:pt x="173952" y="13563"/>
                </a:lnTo>
                <a:lnTo>
                  <a:pt x="173865" y="13885"/>
                </a:lnTo>
                <a:lnTo>
                  <a:pt x="177018" y="15226"/>
                </a:lnTo>
                <a:close/>
              </a:path>
              <a:path w="187325" h="259715">
                <a:moveTo>
                  <a:pt x="187313" y="15763"/>
                </a:moveTo>
                <a:lnTo>
                  <a:pt x="178278" y="15763"/>
                </a:lnTo>
                <a:lnTo>
                  <a:pt x="183980" y="12597"/>
                </a:lnTo>
                <a:lnTo>
                  <a:pt x="187313" y="14113"/>
                </a:lnTo>
                <a:lnTo>
                  <a:pt x="187313" y="15763"/>
                </a:lnTo>
                <a:close/>
              </a:path>
              <a:path w="187325" h="259715">
                <a:moveTo>
                  <a:pt x="187313" y="22149"/>
                </a:moveTo>
                <a:lnTo>
                  <a:pt x="68164" y="22149"/>
                </a:lnTo>
                <a:lnTo>
                  <a:pt x="72443" y="20311"/>
                </a:lnTo>
                <a:lnTo>
                  <a:pt x="71046" y="15226"/>
                </a:lnTo>
                <a:lnTo>
                  <a:pt x="70955" y="14891"/>
                </a:lnTo>
                <a:lnTo>
                  <a:pt x="72645" y="13227"/>
                </a:lnTo>
                <a:lnTo>
                  <a:pt x="76776" y="14891"/>
                </a:lnTo>
                <a:lnTo>
                  <a:pt x="82677" y="14891"/>
                </a:lnTo>
                <a:lnTo>
                  <a:pt x="83511" y="15226"/>
                </a:lnTo>
                <a:lnTo>
                  <a:pt x="177018" y="15226"/>
                </a:lnTo>
                <a:lnTo>
                  <a:pt x="178278" y="15763"/>
                </a:lnTo>
                <a:lnTo>
                  <a:pt x="187313" y="15763"/>
                </a:lnTo>
                <a:lnTo>
                  <a:pt x="187313" y="18311"/>
                </a:lnTo>
                <a:lnTo>
                  <a:pt x="186837" y="19962"/>
                </a:lnTo>
                <a:lnTo>
                  <a:pt x="187193" y="20311"/>
                </a:lnTo>
                <a:lnTo>
                  <a:pt x="187313" y="22149"/>
                </a:lnTo>
                <a:close/>
              </a:path>
              <a:path w="187325" h="259715">
                <a:moveTo>
                  <a:pt x="82677" y="14891"/>
                </a:moveTo>
                <a:lnTo>
                  <a:pt x="76776" y="14891"/>
                </a:lnTo>
                <a:lnTo>
                  <a:pt x="79379" y="13563"/>
                </a:lnTo>
                <a:lnTo>
                  <a:pt x="82677" y="14891"/>
                </a:lnTo>
                <a:close/>
              </a:path>
              <a:path w="187325" h="259715">
                <a:moveTo>
                  <a:pt x="187313" y="29192"/>
                </a:moveTo>
                <a:lnTo>
                  <a:pt x="57043" y="29192"/>
                </a:lnTo>
                <a:lnTo>
                  <a:pt x="59457" y="26241"/>
                </a:lnTo>
                <a:lnTo>
                  <a:pt x="57861" y="21169"/>
                </a:lnTo>
                <a:lnTo>
                  <a:pt x="62033" y="18808"/>
                </a:lnTo>
                <a:lnTo>
                  <a:pt x="68164" y="22149"/>
                </a:lnTo>
                <a:lnTo>
                  <a:pt x="187313" y="22149"/>
                </a:lnTo>
                <a:lnTo>
                  <a:pt x="187313" y="29192"/>
                </a:lnTo>
                <a:close/>
              </a:path>
              <a:path w="187325" h="259715">
                <a:moveTo>
                  <a:pt x="187313" y="34598"/>
                </a:moveTo>
                <a:lnTo>
                  <a:pt x="44821" y="34598"/>
                </a:lnTo>
                <a:lnTo>
                  <a:pt x="46807" y="32600"/>
                </a:lnTo>
                <a:lnTo>
                  <a:pt x="44835" y="27810"/>
                </a:lnTo>
                <a:lnTo>
                  <a:pt x="48202" y="25476"/>
                </a:lnTo>
                <a:lnTo>
                  <a:pt x="57043" y="29192"/>
                </a:lnTo>
                <a:lnTo>
                  <a:pt x="187313" y="29192"/>
                </a:lnTo>
                <a:lnTo>
                  <a:pt x="187313" y="34598"/>
                </a:lnTo>
                <a:close/>
              </a:path>
              <a:path w="187325" h="259715">
                <a:moveTo>
                  <a:pt x="187313" y="41011"/>
                </a:moveTo>
                <a:lnTo>
                  <a:pt x="38395" y="41011"/>
                </a:lnTo>
                <a:lnTo>
                  <a:pt x="40522" y="38878"/>
                </a:lnTo>
                <a:lnTo>
                  <a:pt x="38382" y="34598"/>
                </a:lnTo>
                <a:lnTo>
                  <a:pt x="40528" y="32452"/>
                </a:lnTo>
                <a:lnTo>
                  <a:pt x="44821" y="34598"/>
                </a:lnTo>
                <a:lnTo>
                  <a:pt x="187313" y="34598"/>
                </a:lnTo>
                <a:lnTo>
                  <a:pt x="187313" y="41011"/>
                </a:lnTo>
                <a:close/>
              </a:path>
              <a:path w="187325" h="259715">
                <a:moveTo>
                  <a:pt x="187313" y="47075"/>
                </a:moveTo>
                <a:lnTo>
                  <a:pt x="32344" y="47075"/>
                </a:lnTo>
                <a:lnTo>
                  <a:pt x="34102" y="45304"/>
                </a:lnTo>
                <a:lnTo>
                  <a:pt x="32032" y="41011"/>
                </a:lnTo>
                <a:lnTo>
                  <a:pt x="34035" y="38878"/>
                </a:lnTo>
                <a:lnTo>
                  <a:pt x="38395" y="41011"/>
                </a:lnTo>
                <a:lnTo>
                  <a:pt x="187313" y="41011"/>
                </a:lnTo>
                <a:lnTo>
                  <a:pt x="187313" y="47075"/>
                </a:lnTo>
                <a:close/>
              </a:path>
              <a:path w="187325" h="259715">
                <a:moveTo>
                  <a:pt x="187313" y="60181"/>
                </a:moveTo>
                <a:lnTo>
                  <a:pt x="26106" y="60181"/>
                </a:lnTo>
                <a:lnTo>
                  <a:pt x="28374" y="55888"/>
                </a:lnTo>
                <a:lnTo>
                  <a:pt x="25073" y="49919"/>
                </a:lnTo>
                <a:lnTo>
                  <a:pt x="26925" y="45572"/>
                </a:lnTo>
                <a:lnTo>
                  <a:pt x="32344" y="47075"/>
                </a:lnTo>
                <a:lnTo>
                  <a:pt x="187313" y="47075"/>
                </a:lnTo>
                <a:lnTo>
                  <a:pt x="187313" y="60181"/>
                </a:lnTo>
                <a:close/>
              </a:path>
              <a:path w="187325" h="259715">
                <a:moveTo>
                  <a:pt x="187313" y="73061"/>
                </a:moveTo>
                <a:lnTo>
                  <a:pt x="19537" y="73061"/>
                </a:lnTo>
                <a:lnTo>
                  <a:pt x="21143" y="70646"/>
                </a:lnTo>
                <a:lnTo>
                  <a:pt x="19184" y="67211"/>
                </a:lnTo>
                <a:lnTo>
                  <a:pt x="20982" y="64407"/>
                </a:lnTo>
                <a:lnTo>
                  <a:pt x="19090" y="60329"/>
                </a:lnTo>
                <a:lnTo>
                  <a:pt x="20928" y="58491"/>
                </a:lnTo>
                <a:lnTo>
                  <a:pt x="26106" y="60181"/>
                </a:lnTo>
                <a:lnTo>
                  <a:pt x="187313" y="60181"/>
                </a:lnTo>
                <a:lnTo>
                  <a:pt x="187313" y="73061"/>
                </a:lnTo>
                <a:close/>
              </a:path>
              <a:path w="187325" h="259715">
                <a:moveTo>
                  <a:pt x="187313" y="85684"/>
                </a:moveTo>
                <a:lnTo>
                  <a:pt x="13040" y="85684"/>
                </a:lnTo>
                <a:lnTo>
                  <a:pt x="14650" y="84075"/>
                </a:lnTo>
                <a:lnTo>
                  <a:pt x="13187" y="79822"/>
                </a:lnTo>
                <a:lnTo>
                  <a:pt x="14247" y="77300"/>
                </a:lnTo>
                <a:lnTo>
                  <a:pt x="12785" y="73061"/>
                </a:lnTo>
                <a:lnTo>
                  <a:pt x="14609" y="71236"/>
                </a:lnTo>
                <a:lnTo>
                  <a:pt x="19196" y="73061"/>
                </a:lnTo>
                <a:lnTo>
                  <a:pt x="187313" y="73061"/>
                </a:lnTo>
                <a:lnTo>
                  <a:pt x="187313" y="85684"/>
                </a:lnTo>
                <a:close/>
              </a:path>
              <a:path w="187325" h="259715">
                <a:moveTo>
                  <a:pt x="187313" y="104922"/>
                </a:moveTo>
                <a:lnTo>
                  <a:pt x="7096" y="104922"/>
                </a:lnTo>
                <a:lnTo>
                  <a:pt x="8277" y="100697"/>
                </a:lnTo>
                <a:lnTo>
                  <a:pt x="7271" y="95196"/>
                </a:lnTo>
                <a:lnTo>
                  <a:pt x="7271" y="89870"/>
                </a:lnTo>
                <a:lnTo>
                  <a:pt x="6667" y="86423"/>
                </a:lnTo>
                <a:lnTo>
                  <a:pt x="7665" y="84075"/>
                </a:lnTo>
                <a:lnTo>
                  <a:pt x="7233" y="84075"/>
                </a:lnTo>
                <a:lnTo>
                  <a:pt x="13040" y="85684"/>
                </a:lnTo>
                <a:lnTo>
                  <a:pt x="187313" y="85684"/>
                </a:lnTo>
                <a:lnTo>
                  <a:pt x="187313" y="104922"/>
                </a:lnTo>
                <a:close/>
              </a:path>
              <a:path w="187325" h="259715">
                <a:moveTo>
                  <a:pt x="8193" y="176051"/>
                </a:moveTo>
                <a:lnTo>
                  <a:pt x="7893" y="176051"/>
                </a:lnTo>
                <a:lnTo>
                  <a:pt x="6466" y="173904"/>
                </a:lnTo>
                <a:lnTo>
                  <a:pt x="7553" y="170148"/>
                </a:lnTo>
                <a:lnTo>
                  <a:pt x="6520" y="164620"/>
                </a:lnTo>
                <a:lnTo>
                  <a:pt x="8385" y="159778"/>
                </a:lnTo>
                <a:lnTo>
                  <a:pt x="7096" y="155190"/>
                </a:lnTo>
                <a:lnTo>
                  <a:pt x="228" y="155190"/>
                </a:lnTo>
                <a:lnTo>
                  <a:pt x="885" y="150307"/>
                </a:lnTo>
                <a:lnTo>
                  <a:pt x="831" y="149367"/>
                </a:lnTo>
                <a:lnTo>
                  <a:pt x="594" y="141339"/>
                </a:lnTo>
                <a:lnTo>
                  <a:pt x="620" y="133276"/>
                </a:lnTo>
                <a:lnTo>
                  <a:pt x="752" y="125212"/>
                </a:lnTo>
                <a:lnTo>
                  <a:pt x="831" y="115373"/>
                </a:lnTo>
                <a:lnTo>
                  <a:pt x="308" y="112449"/>
                </a:lnTo>
                <a:lnTo>
                  <a:pt x="1194" y="109551"/>
                </a:lnTo>
                <a:lnTo>
                  <a:pt x="0" y="105137"/>
                </a:lnTo>
                <a:lnTo>
                  <a:pt x="1368" y="103782"/>
                </a:lnTo>
                <a:lnTo>
                  <a:pt x="7096" y="104922"/>
                </a:lnTo>
                <a:lnTo>
                  <a:pt x="187313" y="104922"/>
                </a:lnTo>
                <a:lnTo>
                  <a:pt x="187313" y="155190"/>
                </a:lnTo>
                <a:lnTo>
                  <a:pt x="7096" y="155190"/>
                </a:lnTo>
                <a:lnTo>
                  <a:pt x="1368" y="156330"/>
                </a:lnTo>
                <a:lnTo>
                  <a:pt x="187313" y="156330"/>
                </a:lnTo>
                <a:lnTo>
                  <a:pt x="187313" y="174226"/>
                </a:lnTo>
                <a:lnTo>
                  <a:pt x="12812" y="174226"/>
                </a:lnTo>
                <a:lnTo>
                  <a:pt x="8193" y="176051"/>
                </a:lnTo>
                <a:close/>
              </a:path>
              <a:path w="187325" h="259715">
                <a:moveTo>
                  <a:pt x="20968" y="201675"/>
                </a:moveTo>
                <a:lnTo>
                  <a:pt x="19546" y="200239"/>
                </a:lnTo>
                <a:lnTo>
                  <a:pt x="20204" y="195356"/>
                </a:lnTo>
                <a:lnTo>
                  <a:pt x="20083" y="192968"/>
                </a:lnTo>
                <a:lnTo>
                  <a:pt x="20834" y="189225"/>
                </a:lnTo>
                <a:lnTo>
                  <a:pt x="19640" y="187051"/>
                </a:lnTo>
                <a:lnTo>
                  <a:pt x="12771" y="187051"/>
                </a:lnTo>
                <a:lnTo>
                  <a:pt x="14247" y="182812"/>
                </a:lnTo>
                <a:lnTo>
                  <a:pt x="13174" y="180277"/>
                </a:lnTo>
                <a:lnTo>
                  <a:pt x="14650" y="176051"/>
                </a:lnTo>
                <a:lnTo>
                  <a:pt x="12812" y="174226"/>
                </a:lnTo>
                <a:lnTo>
                  <a:pt x="187313" y="174226"/>
                </a:lnTo>
                <a:lnTo>
                  <a:pt x="187313" y="187051"/>
                </a:lnTo>
                <a:lnTo>
                  <a:pt x="19640" y="187051"/>
                </a:lnTo>
                <a:lnTo>
                  <a:pt x="14515" y="188782"/>
                </a:lnTo>
                <a:lnTo>
                  <a:pt x="187313" y="188782"/>
                </a:lnTo>
                <a:lnTo>
                  <a:pt x="187313" y="199877"/>
                </a:lnTo>
                <a:lnTo>
                  <a:pt x="26026" y="199877"/>
                </a:lnTo>
                <a:lnTo>
                  <a:pt x="20968" y="201675"/>
                </a:lnTo>
                <a:close/>
              </a:path>
              <a:path w="187325" h="259715">
                <a:moveTo>
                  <a:pt x="27462" y="214594"/>
                </a:moveTo>
                <a:lnTo>
                  <a:pt x="25973" y="213105"/>
                </a:lnTo>
                <a:lnTo>
                  <a:pt x="26630" y="208221"/>
                </a:lnTo>
                <a:lnTo>
                  <a:pt x="26509" y="205887"/>
                </a:lnTo>
                <a:lnTo>
                  <a:pt x="27274" y="202023"/>
                </a:lnTo>
                <a:lnTo>
                  <a:pt x="26026" y="199877"/>
                </a:lnTo>
                <a:lnTo>
                  <a:pt x="187313" y="199877"/>
                </a:lnTo>
                <a:lnTo>
                  <a:pt x="187313" y="212702"/>
                </a:lnTo>
                <a:lnTo>
                  <a:pt x="32358" y="212702"/>
                </a:lnTo>
                <a:lnTo>
                  <a:pt x="27462" y="214594"/>
                </a:lnTo>
                <a:close/>
              </a:path>
              <a:path w="187325" h="259715">
                <a:moveTo>
                  <a:pt x="33700" y="221181"/>
                </a:moveTo>
                <a:lnTo>
                  <a:pt x="32023" y="218659"/>
                </a:lnTo>
                <a:lnTo>
                  <a:pt x="33995" y="215211"/>
                </a:lnTo>
                <a:lnTo>
                  <a:pt x="32358" y="212702"/>
                </a:lnTo>
                <a:lnTo>
                  <a:pt x="187313" y="212702"/>
                </a:lnTo>
                <a:lnTo>
                  <a:pt x="187313" y="219249"/>
                </a:lnTo>
                <a:lnTo>
                  <a:pt x="38556" y="219249"/>
                </a:lnTo>
                <a:lnTo>
                  <a:pt x="33700" y="221181"/>
                </a:lnTo>
                <a:close/>
              </a:path>
              <a:path w="187325" h="259715">
                <a:moveTo>
                  <a:pt x="40569" y="227634"/>
                </a:moveTo>
                <a:lnTo>
                  <a:pt x="38401" y="225501"/>
                </a:lnTo>
                <a:lnTo>
                  <a:pt x="40475" y="221181"/>
                </a:lnTo>
                <a:lnTo>
                  <a:pt x="38556" y="219249"/>
                </a:lnTo>
                <a:lnTo>
                  <a:pt x="187313" y="219249"/>
                </a:lnTo>
                <a:lnTo>
                  <a:pt x="187313" y="225501"/>
                </a:lnTo>
                <a:lnTo>
                  <a:pt x="44794" y="225501"/>
                </a:lnTo>
                <a:lnTo>
                  <a:pt x="40569" y="227634"/>
                </a:lnTo>
                <a:close/>
              </a:path>
              <a:path w="187325" h="259715">
                <a:moveTo>
                  <a:pt x="62221" y="241130"/>
                </a:moveTo>
                <a:lnTo>
                  <a:pt x="57888" y="239023"/>
                </a:lnTo>
                <a:lnTo>
                  <a:pt x="59457" y="233697"/>
                </a:lnTo>
                <a:lnTo>
                  <a:pt x="58143" y="232396"/>
                </a:lnTo>
                <a:lnTo>
                  <a:pt x="44978" y="232396"/>
                </a:lnTo>
                <a:lnTo>
                  <a:pt x="46595" y="227634"/>
                </a:lnTo>
                <a:lnTo>
                  <a:pt x="46686" y="227365"/>
                </a:lnTo>
                <a:lnTo>
                  <a:pt x="44794" y="225501"/>
                </a:lnTo>
                <a:lnTo>
                  <a:pt x="187313" y="225501"/>
                </a:lnTo>
                <a:lnTo>
                  <a:pt x="187313" y="238178"/>
                </a:lnTo>
                <a:lnTo>
                  <a:pt x="67976" y="238178"/>
                </a:lnTo>
                <a:lnTo>
                  <a:pt x="62221" y="241130"/>
                </a:lnTo>
                <a:close/>
              </a:path>
              <a:path w="187325" h="259715">
                <a:moveTo>
                  <a:pt x="47129" y="233697"/>
                </a:moveTo>
                <a:lnTo>
                  <a:pt x="44746" y="232396"/>
                </a:lnTo>
                <a:lnTo>
                  <a:pt x="58143" y="232396"/>
                </a:lnTo>
                <a:lnTo>
                  <a:pt x="54238" y="232933"/>
                </a:lnTo>
                <a:lnTo>
                  <a:pt x="50858" y="232933"/>
                </a:lnTo>
                <a:lnTo>
                  <a:pt x="47129" y="233697"/>
                </a:lnTo>
                <a:close/>
              </a:path>
              <a:path w="187325" h="259715">
                <a:moveTo>
                  <a:pt x="187313" y="239549"/>
                </a:moveTo>
                <a:lnTo>
                  <a:pt x="71941" y="239549"/>
                </a:lnTo>
                <a:lnTo>
                  <a:pt x="67976" y="238178"/>
                </a:lnTo>
                <a:lnTo>
                  <a:pt x="187313" y="238178"/>
                </a:lnTo>
                <a:lnTo>
                  <a:pt x="187313" y="239549"/>
                </a:lnTo>
                <a:close/>
              </a:path>
              <a:path w="187325" h="259715">
                <a:moveTo>
                  <a:pt x="73061" y="247623"/>
                </a:moveTo>
                <a:lnTo>
                  <a:pt x="71129" y="245262"/>
                </a:lnTo>
                <a:lnTo>
                  <a:pt x="72307" y="239549"/>
                </a:lnTo>
                <a:lnTo>
                  <a:pt x="186664" y="239549"/>
                </a:lnTo>
                <a:lnTo>
                  <a:pt x="187313" y="241911"/>
                </a:lnTo>
                <a:lnTo>
                  <a:pt x="187313" y="244953"/>
                </a:lnTo>
                <a:lnTo>
                  <a:pt x="82536" y="244953"/>
                </a:lnTo>
                <a:lnTo>
                  <a:pt x="73061" y="247623"/>
                </a:lnTo>
                <a:close/>
              </a:path>
              <a:path w="187325" h="259715">
                <a:moveTo>
                  <a:pt x="86275" y="252949"/>
                </a:moveTo>
                <a:lnTo>
                  <a:pt x="85151" y="252949"/>
                </a:lnTo>
                <a:lnTo>
                  <a:pt x="84246" y="252037"/>
                </a:lnTo>
                <a:lnTo>
                  <a:pt x="83914" y="251634"/>
                </a:lnTo>
                <a:lnTo>
                  <a:pt x="85104" y="246777"/>
                </a:lnTo>
                <a:lnTo>
                  <a:pt x="85193" y="246415"/>
                </a:lnTo>
                <a:lnTo>
                  <a:pt x="85266" y="246114"/>
                </a:lnTo>
                <a:lnTo>
                  <a:pt x="85131" y="246114"/>
                </a:lnTo>
                <a:lnTo>
                  <a:pt x="82035" y="244953"/>
                </a:lnTo>
                <a:lnTo>
                  <a:pt x="175608" y="244953"/>
                </a:lnTo>
                <a:lnTo>
                  <a:pt x="173770" y="246777"/>
                </a:lnTo>
                <a:lnTo>
                  <a:pt x="175510" y="251151"/>
                </a:lnTo>
                <a:lnTo>
                  <a:pt x="159282" y="251151"/>
                </a:lnTo>
                <a:lnTo>
                  <a:pt x="157657" y="251634"/>
                </a:lnTo>
                <a:lnTo>
                  <a:pt x="90220" y="251634"/>
                </a:lnTo>
                <a:lnTo>
                  <a:pt x="86275" y="252949"/>
                </a:lnTo>
                <a:close/>
              </a:path>
              <a:path w="187325" h="259715">
                <a:moveTo>
                  <a:pt x="179847" y="246415"/>
                </a:moveTo>
                <a:lnTo>
                  <a:pt x="175608" y="244953"/>
                </a:lnTo>
                <a:lnTo>
                  <a:pt x="187313" y="244953"/>
                </a:lnTo>
                <a:lnTo>
                  <a:pt x="187313" y="245262"/>
                </a:lnTo>
                <a:lnTo>
                  <a:pt x="182558" y="245262"/>
                </a:lnTo>
                <a:lnTo>
                  <a:pt x="179847" y="246415"/>
                </a:lnTo>
                <a:close/>
              </a:path>
              <a:path w="187325" h="259715">
                <a:moveTo>
                  <a:pt x="186649" y="246777"/>
                </a:moveTo>
                <a:lnTo>
                  <a:pt x="186493" y="246777"/>
                </a:lnTo>
                <a:lnTo>
                  <a:pt x="182140" y="245262"/>
                </a:lnTo>
                <a:lnTo>
                  <a:pt x="187313" y="245262"/>
                </a:lnTo>
                <a:lnTo>
                  <a:pt x="187313" y="246114"/>
                </a:lnTo>
                <a:lnTo>
                  <a:pt x="186649" y="246777"/>
                </a:lnTo>
                <a:close/>
              </a:path>
              <a:path w="187325" h="259715">
                <a:moveTo>
                  <a:pt x="164835" y="252949"/>
                </a:moveTo>
                <a:lnTo>
                  <a:pt x="163883" y="252949"/>
                </a:lnTo>
                <a:lnTo>
                  <a:pt x="159282" y="251151"/>
                </a:lnTo>
                <a:lnTo>
                  <a:pt x="175510" y="251151"/>
                </a:lnTo>
                <a:lnTo>
                  <a:pt x="175702" y="251634"/>
                </a:lnTo>
                <a:lnTo>
                  <a:pt x="175096" y="252037"/>
                </a:lnTo>
                <a:lnTo>
                  <a:pt x="169692" y="252037"/>
                </a:lnTo>
                <a:lnTo>
                  <a:pt x="164835" y="252949"/>
                </a:lnTo>
                <a:close/>
              </a:path>
              <a:path w="187325" h="259715">
                <a:moveTo>
                  <a:pt x="92527" y="252949"/>
                </a:moveTo>
                <a:lnTo>
                  <a:pt x="89262" y="251634"/>
                </a:lnTo>
                <a:lnTo>
                  <a:pt x="103735" y="251634"/>
                </a:lnTo>
                <a:lnTo>
                  <a:pt x="99333" y="252224"/>
                </a:lnTo>
                <a:lnTo>
                  <a:pt x="95692" y="252224"/>
                </a:lnTo>
                <a:lnTo>
                  <a:pt x="92527" y="252949"/>
                </a:lnTo>
                <a:close/>
              </a:path>
              <a:path w="187325" h="259715">
                <a:moveTo>
                  <a:pt x="107996" y="259536"/>
                </a:moveTo>
                <a:lnTo>
                  <a:pt x="107429" y="259536"/>
                </a:lnTo>
                <a:lnTo>
                  <a:pt x="103302" y="258610"/>
                </a:lnTo>
                <a:lnTo>
                  <a:pt x="104291" y="252949"/>
                </a:lnTo>
                <a:lnTo>
                  <a:pt x="104319" y="252788"/>
                </a:lnTo>
                <a:lnTo>
                  <a:pt x="103165" y="251634"/>
                </a:lnTo>
                <a:lnTo>
                  <a:pt x="157657" y="251634"/>
                </a:lnTo>
                <a:lnTo>
                  <a:pt x="154720" y="252506"/>
                </a:lnTo>
                <a:lnTo>
                  <a:pt x="155901" y="258208"/>
                </a:lnTo>
                <a:lnTo>
                  <a:pt x="155643" y="258463"/>
                </a:lnTo>
                <a:lnTo>
                  <a:pt x="150052" y="258463"/>
                </a:lnTo>
                <a:lnTo>
                  <a:pt x="149461" y="258610"/>
                </a:lnTo>
                <a:lnTo>
                  <a:pt x="113581" y="258610"/>
                </a:lnTo>
                <a:lnTo>
                  <a:pt x="107996" y="259536"/>
                </a:lnTo>
                <a:close/>
              </a:path>
              <a:path w="187325" h="259715">
                <a:moveTo>
                  <a:pt x="173724" y="252949"/>
                </a:moveTo>
                <a:lnTo>
                  <a:pt x="172857" y="252949"/>
                </a:lnTo>
                <a:lnTo>
                  <a:pt x="169692" y="252037"/>
                </a:lnTo>
                <a:lnTo>
                  <a:pt x="175096" y="252037"/>
                </a:lnTo>
                <a:lnTo>
                  <a:pt x="173724" y="252949"/>
                </a:lnTo>
                <a:close/>
              </a:path>
              <a:path w="187325" h="259715">
                <a:moveTo>
                  <a:pt x="154560" y="259536"/>
                </a:moveTo>
                <a:lnTo>
                  <a:pt x="150052" y="258463"/>
                </a:lnTo>
                <a:lnTo>
                  <a:pt x="155643" y="258463"/>
                </a:lnTo>
                <a:lnTo>
                  <a:pt x="154560" y="259536"/>
                </a:lnTo>
                <a:close/>
              </a:path>
              <a:path w="187325" h="259715">
                <a:moveTo>
                  <a:pt x="129607" y="258959"/>
                </a:moveTo>
                <a:lnTo>
                  <a:pt x="119093" y="258610"/>
                </a:lnTo>
                <a:lnTo>
                  <a:pt x="139977" y="258610"/>
                </a:lnTo>
                <a:lnTo>
                  <a:pt x="129607" y="258959"/>
                </a:lnTo>
                <a:close/>
              </a:path>
              <a:path w="187325" h="259715">
                <a:moveTo>
                  <a:pt x="145748" y="259536"/>
                </a:moveTo>
                <a:lnTo>
                  <a:pt x="144341" y="259536"/>
                </a:lnTo>
                <a:lnTo>
                  <a:pt x="139977" y="258610"/>
                </a:lnTo>
                <a:lnTo>
                  <a:pt x="149461" y="258610"/>
                </a:lnTo>
                <a:lnTo>
                  <a:pt x="145748" y="259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18106724" y="6663297"/>
            <a:ext cx="181610" cy="247015"/>
          </a:xfrm>
          <a:custGeom>
            <a:avLst/>
            <a:gdLst/>
            <a:ahLst/>
            <a:cxnLst/>
            <a:rect l="l" t="t" r="r" b="b"/>
            <a:pathLst>
              <a:path w="181609" h="247015">
                <a:moveTo>
                  <a:pt x="129915" y="563"/>
                </a:moveTo>
                <a:lnTo>
                  <a:pt x="125673" y="563"/>
                </a:lnTo>
                <a:lnTo>
                  <a:pt x="129351" y="0"/>
                </a:lnTo>
                <a:lnTo>
                  <a:pt x="129915" y="563"/>
                </a:lnTo>
                <a:close/>
              </a:path>
              <a:path w="181609" h="247015">
                <a:moveTo>
                  <a:pt x="130616" y="7499"/>
                </a:moveTo>
                <a:lnTo>
                  <a:pt x="110798" y="7499"/>
                </a:lnTo>
                <a:lnTo>
                  <a:pt x="117734" y="7056"/>
                </a:lnTo>
                <a:lnTo>
                  <a:pt x="117451" y="7056"/>
                </a:lnTo>
                <a:lnTo>
                  <a:pt x="116816" y="1542"/>
                </a:lnTo>
                <a:lnTo>
                  <a:pt x="116754" y="1006"/>
                </a:lnTo>
                <a:lnTo>
                  <a:pt x="117612" y="147"/>
                </a:lnTo>
                <a:lnTo>
                  <a:pt x="122764" y="563"/>
                </a:lnTo>
                <a:lnTo>
                  <a:pt x="129915" y="563"/>
                </a:lnTo>
                <a:lnTo>
                  <a:pt x="130894" y="1542"/>
                </a:lnTo>
                <a:lnTo>
                  <a:pt x="129053" y="6171"/>
                </a:lnTo>
                <a:lnTo>
                  <a:pt x="128994" y="6318"/>
                </a:lnTo>
                <a:lnTo>
                  <a:pt x="128842" y="6318"/>
                </a:lnTo>
                <a:lnTo>
                  <a:pt x="130616" y="7499"/>
                </a:lnTo>
                <a:close/>
              </a:path>
              <a:path w="181609" h="247015">
                <a:moveTo>
                  <a:pt x="162910" y="8425"/>
                </a:moveTo>
                <a:lnTo>
                  <a:pt x="142579" y="8425"/>
                </a:lnTo>
                <a:lnTo>
                  <a:pt x="149595" y="5741"/>
                </a:lnTo>
                <a:lnTo>
                  <a:pt x="155633" y="7056"/>
                </a:lnTo>
                <a:lnTo>
                  <a:pt x="158087" y="7056"/>
                </a:lnTo>
                <a:lnTo>
                  <a:pt x="156075" y="7499"/>
                </a:lnTo>
                <a:lnTo>
                  <a:pt x="162621" y="7499"/>
                </a:lnTo>
                <a:lnTo>
                  <a:pt x="163037" y="7915"/>
                </a:lnTo>
                <a:lnTo>
                  <a:pt x="162910" y="8425"/>
                </a:lnTo>
                <a:close/>
              </a:path>
              <a:path w="181609" h="247015">
                <a:moveTo>
                  <a:pt x="93679" y="7056"/>
                </a:moveTo>
                <a:lnTo>
                  <a:pt x="85069" y="7056"/>
                </a:lnTo>
                <a:lnTo>
                  <a:pt x="88649" y="6171"/>
                </a:lnTo>
                <a:lnTo>
                  <a:pt x="93679" y="7056"/>
                </a:lnTo>
                <a:close/>
              </a:path>
              <a:path w="181609" h="247015">
                <a:moveTo>
                  <a:pt x="162621" y="7499"/>
                </a:moveTo>
                <a:lnTo>
                  <a:pt x="157666" y="7499"/>
                </a:lnTo>
                <a:lnTo>
                  <a:pt x="155633" y="7056"/>
                </a:lnTo>
                <a:lnTo>
                  <a:pt x="158087" y="7056"/>
                </a:lnTo>
                <a:lnTo>
                  <a:pt x="161441" y="6318"/>
                </a:lnTo>
                <a:lnTo>
                  <a:pt x="162621" y="7499"/>
                </a:lnTo>
                <a:close/>
              </a:path>
              <a:path w="181609" h="247015">
                <a:moveTo>
                  <a:pt x="140236" y="7915"/>
                </a:moveTo>
                <a:lnTo>
                  <a:pt x="131243" y="7915"/>
                </a:lnTo>
                <a:lnTo>
                  <a:pt x="134932" y="6761"/>
                </a:lnTo>
                <a:lnTo>
                  <a:pt x="140236" y="7915"/>
                </a:lnTo>
                <a:close/>
              </a:path>
              <a:path w="181609" h="247015">
                <a:moveTo>
                  <a:pt x="163379" y="14314"/>
                </a:moveTo>
                <a:lnTo>
                  <a:pt x="84114" y="14314"/>
                </a:lnTo>
                <a:lnTo>
                  <a:pt x="85402" y="13026"/>
                </a:lnTo>
                <a:lnTo>
                  <a:pt x="84563" y="8425"/>
                </a:lnTo>
                <a:lnTo>
                  <a:pt x="84470" y="7915"/>
                </a:lnTo>
                <a:lnTo>
                  <a:pt x="84394" y="7499"/>
                </a:lnTo>
                <a:lnTo>
                  <a:pt x="84313" y="7056"/>
                </a:lnTo>
                <a:lnTo>
                  <a:pt x="103419" y="7056"/>
                </a:lnTo>
                <a:lnTo>
                  <a:pt x="110798" y="7499"/>
                </a:lnTo>
                <a:lnTo>
                  <a:pt x="130616" y="7499"/>
                </a:lnTo>
                <a:lnTo>
                  <a:pt x="131243" y="7915"/>
                </a:lnTo>
                <a:lnTo>
                  <a:pt x="140236" y="7915"/>
                </a:lnTo>
                <a:lnTo>
                  <a:pt x="142579" y="8425"/>
                </a:lnTo>
                <a:lnTo>
                  <a:pt x="162910" y="8425"/>
                </a:lnTo>
                <a:lnTo>
                  <a:pt x="161159" y="12838"/>
                </a:lnTo>
                <a:lnTo>
                  <a:pt x="163379" y="14314"/>
                </a:lnTo>
                <a:close/>
              </a:path>
              <a:path w="181609" h="247015">
                <a:moveTo>
                  <a:pt x="181275" y="21008"/>
                </a:moveTo>
                <a:lnTo>
                  <a:pt x="64528" y="21008"/>
                </a:lnTo>
                <a:lnTo>
                  <a:pt x="66339" y="19197"/>
                </a:lnTo>
                <a:lnTo>
                  <a:pt x="64656" y="13871"/>
                </a:lnTo>
                <a:lnTo>
                  <a:pt x="64902" y="13871"/>
                </a:lnTo>
                <a:lnTo>
                  <a:pt x="68875" y="11872"/>
                </a:lnTo>
                <a:lnTo>
                  <a:pt x="74606" y="14314"/>
                </a:lnTo>
                <a:lnTo>
                  <a:pt x="181275" y="14314"/>
                </a:lnTo>
                <a:lnTo>
                  <a:pt x="181275" y="17606"/>
                </a:lnTo>
                <a:lnTo>
                  <a:pt x="180898" y="18902"/>
                </a:lnTo>
                <a:lnTo>
                  <a:pt x="180812" y="19197"/>
                </a:lnTo>
                <a:lnTo>
                  <a:pt x="181275" y="19713"/>
                </a:lnTo>
                <a:lnTo>
                  <a:pt x="181275" y="21008"/>
                </a:lnTo>
                <a:close/>
              </a:path>
              <a:path w="181609" h="247015">
                <a:moveTo>
                  <a:pt x="181275" y="13871"/>
                </a:moveTo>
                <a:lnTo>
                  <a:pt x="170590" y="13871"/>
                </a:lnTo>
                <a:lnTo>
                  <a:pt x="173832" y="13401"/>
                </a:lnTo>
                <a:lnTo>
                  <a:pt x="177205" y="13401"/>
                </a:lnTo>
                <a:lnTo>
                  <a:pt x="180484" y="12838"/>
                </a:lnTo>
                <a:lnTo>
                  <a:pt x="180052" y="12838"/>
                </a:lnTo>
                <a:lnTo>
                  <a:pt x="181275" y="13401"/>
                </a:lnTo>
                <a:lnTo>
                  <a:pt x="181275" y="13871"/>
                </a:lnTo>
                <a:close/>
              </a:path>
              <a:path w="181609" h="247015">
                <a:moveTo>
                  <a:pt x="84114" y="14314"/>
                </a:moveTo>
                <a:lnTo>
                  <a:pt x="75290" y="14314"/>
                </a:lnTo>
                <a:lnTo>
                  <a:pt x="79659" y="13227"/>
                </a:lnTo>
                <a:lnTo>
                  <a:pt x="80280" y="13401"/>
                </a:lnTo>
                <a:lnTo>
                  <a:pt x="84114" y="14314"/>
                </a:lnTo>
                <a:close/>
              </a:path>
              <a:path w="181609" h="247015">
                <a:moveTo>
                  <a:pt x="181275" y="14314"/>
                </a:moveTo>
                <a:lnTo>
                  <a:pt x="163448" y="14314"/>
                </a:lnTo>
                <a:lnTo>
                  <a:pt x="167170" y="13227"/>
                </a:lnTo>
                <a:lnTo>
                  <a:pt x="170590" y="13871"/>
                </a:lnTo>
                <a:lnTo>
                  <a:pt x="181275" y="13871"/>
                </a:lnTo>
                <a:lnTo>
                  <a:pt x="181275" y="14314"/>
                </a:lnTo>
                <a:close/>
              </a:path>
              <a:path w="181609" h="247015">
                <a:moveTo>
                  <a:pt x="181275" y="28534"/>
                </a:moveTo>
                <a:lnTo>
                  <a:pt x="57391" y="28534"/>
                </a:lnTo>
                <a:lnTo>
                  <a:pt x="60114" y="25194"/>
                </a:lnTo>
                <a:lnTo>
                  <a:pt x="58048" y="21008"/>
                </a:lnTo>
                <a:lnTo>
                  <a:pt x="60262" y="18902"/>
                </a:lnTo>
                <a:lnTo>
                  <a:pt x="64448" y="21008"/>
                </a:lnTo>
                <a:lnTo>
                  <a:pt x="181275" y="21008"/>
                </a:lnTo>
                <a:lnTo>
                  <a:pt x="181275" y="28534"/>
                </a:lnTo>
                <a:close/>
              </a:path>
              <a:path w="181609" h="247015">
                <a:moveTo>
                  <a:pt x="181275" y="33847"/>
                </a:moveTo>
                <a:lnTo>
                  <a:pt x="45585" y="33847"/>
                </a:lnTo>
                <a:lnTo>
                  <a:pt x="46994" y="31727"/>
                </a:lnTo>
                <a:lnTo>
                  <a:pt x="45264" y="27166"/>
                </a:lnTo>
                <a:lnTo>
                  <a:pt x="48524" y="24617"/>
                </a:lnTo>
                <a:lnTo>
                  <a:pt x="57391" y="28534"/>
                </a:lnTo>
                <a:lnTo>
                  <a:pt x="181275" y="28534"/>
                </a:lnTo>
                <a:lnTo>
                  <a:pt x="181275" y="33847"/>
                </a:lnTo>
                <a:close/>
              </a:path>
              <a:path w="181609" h="247015">
                <a:moveTo>
                  <a:pt x="181275" y="40326"/>
                </a:moveTo>
                <a:lnTo>
                  <a:pt x="38770" y="40326"/>
                </a:lnTo>
                <a:lnTo>
                  <a:pt x="40903" y="38180"/>
                </a:lnTo>
                <a:lnTo>
                  <a:pt x="38811" y="33847"/>
                </a:lnTo>
                <a:lnTo>
                  <a:pt x="40729" y="31929"/>
                </a:lnTo>
                <a:lnTo>
                  <a:pt x="45585" y="33847"/>
                </a:lnTo>
                <a:lnTo>
                  <a:pt x="181275" y="33847"/>
                </a:lnTo>
                <a:lnTo>
                  <a:pt x="181275" y="40326"/>
                </a:lnTo>
                <a:close/>
              </a:path>
              <a:path w="181609" h="247015">
                <a:moveTo>
                  <a:pt x="181275" y="46645"/>
                </a:moveTo>
                <a:lnTo>
                  <a:pt x="32438" y="46645"/>
                </a:lnTo>
                <a:lnTo>
                  <a:pt x="34303" y="44794"/>
                </a:lnTo>
                <a:lnTo>
                  <a:pt x="32371" y="39938"/>
                </a:lnTo>
                <a:lnTo>
                  <a:pt x="34692" y="38408"/>
                </a:lnTo>
                <a:lnTo>
                  <a:pt x="38770" y="40326"/>
                </a:lnTo>
                <a:lnTo>
                  <a:pt x="181275" y="40326"/>
                </a:lnTo>
                <a:lnTo>
                  <a:pt x="181275" y="46645"/>
                </a:lnTo>
                <a:close/>
              </a:path>
              <a:path w="181609" h="247015">
                <a:moveTo>
                  <a:pt x="181275" y="59229"/>
                </a:moveTo>
                <a:lnTo>
                  <a:pt x="26674" y="59229"/>
                </a:lnTo>
                <a:lnTo>
                  <a:pt x="27582" y="57177"/>
                </a:lnTo>
                <a:lnTo>
                  <a:pt x="26965" y="53648"/>
                </a:lnTo>
                <a:lnTo>
                  <a:pt x="26965" y="51032"/>
                </a:lnTo>
                <a:lnTo>
                  <a:pt x="26366" y="46645"/>
                </a:lnTo>
                <a:lnTo>
                  <a:pt x="26348" y="46511"/>
                </a:lnTo>
                <a:lnTo>
                  <a:pt x="27783" y="44620"/>
                </a:lnTo>
                <a:lnTo>
                  <a:pt x="32438" y="46645"/>
                </a:lnTo>
                <a:lnTo>
                  <a:pt x="181275" y="46645"/>
                </a:lnTo>
                <a:lnTo>
                  <a:pt x="181275" y="59229"/>
                </a:lnTo>
                <a:close/>
              </a:path>
              <a:path w="181609" h="247015">
                <a:moveTo>
                  <a:pt x="181275" y="65682"/>
                </a:moveTo>
                <a:lnTo>
                  <a:pt x="19841" y="65682"/>
                </a:lnTo>
                <a:lnTo>
                  <a:pt x="21438" y="64086"/>
                </a:lnTo>
                <a:lnTo>
                  <a:pt x="19506" y="59229"/>
                </a:lnTo>
                <a:lnTo>
                  <a:pt x="21277" y="58062"/>
                </a:lnTo>
                <a:lnTo>
                  <a:pt x="26477" y="59229"/>
                </a:lnTo>
                <a:lnTo>
                  <a:pt x="181275" y="59229"/>
                </a:lnTo>
                <a:lnTo>
                  <a:pt x="181275" y="65682"/>
                </a:lnTo>
                <a:close/>
              </a:path>
              <a:path w="181609" h="247015">
                <a:moveTo>
                  <a:pt x="181275" y="84759"/>
                </a:moveTo>
                <a:lnTo>
                  <a:pt x="13643" y="84759"/>
                </a:lnTo>
                <a:lnTo>
                  <a:pt x="14891" y="83511"/>
                </a:lnTo>
                <a:lnTo>
                  <a:pt x="13818" y="79004"/>
                </a:lnTo>
                <a:lnTo>
                  <a:pt x="15039" y="74120"/>
                </a:lnTo>
                <a:lnTo>
                  <a:pt x="12543" y="68486"/>
                </a:lnTo>
                <a:lnTo>
                  <a:pt x="14505" y="64086"/>
                </a:lnTo>
                <a:lnTo>
                  <a:pt x="14241" y="64086"/>
                </a:lnTo>
                <a:lnTo>
                  <a:pt x="19841" y="65682"/>
                </a:lnTo>
                <a:lnTo>
                  <a:pt x="181275" y="65682"/>
                </a:lnTo>
                <a:lnTo>
                  <a:pt x="181275" y="84759"/>
                </a:lnTo>
                <a:close/>
              </a:path>
              <a:path w="181609" h="247015">
                <a:moveTo>
                  <a:pt x="181275" y="116808"/>
                </a:moveTo>
                <a:lnTo>
                  <a:pt x="7324" y="116808"/>
                </a:lnTo>
                <a:lnTo>
                  <a:pt x="8277" y="115869"/>
                </a:lnTo>
                <a:lnTo>
                  <a:pt x="7620" y="110986"/>
                </a:lnTo>
                <a:lnTo>
                  <a:pt x="7660" y="110047"/>
                </a:lnTo>
                <a:lnTo>
                  <a:pt x="7767" y="107927"/>
                </a:lnTo>
                <a:lnTo>
                  <a:pt x="7405" y="105714"/>
                </a:lnTo>
                <a:lnTo>
                  <a:pt x="8411" y="97383"/>
                </a:lnTo>
                <a:lnTo>
                  <a:pt x="6399" y="90433"/>
                </a:lnTo>
                <a:lnTo>
                  <a:pt x="7566" y="84759"/>
                </a:lnTo>
                <a:lnTo>
                  <a:pt x="7660" y="84302"/>
                </a:lnTo>
                <a:lnTo>
                  <a:pt x="7767" y="83793"/>
                </a:lnTo>
                <a:lnTo>
                  <a:pt x="13643" y="84759"/>
                </a:lnTo>
                <a:lnTo>
                  <a:pt x="181275" y="84759"/>
                </a:lnTo>
                <a:lnTo>
                  <a:pt x="181275" y="116808"/>
                </a:lnTo>
                <a:close/>
              </a:path>
              <a:path w="181609" h="247015">
                <a:moveTo>
                  <a:pt x="1960" y="130062"/>
                </a:moveTo>
                <a:lnTo>
                  <a:pt x="1523" y="130062"/>
                </a:lnTo>
                <a:lnTo>
                  <a:pt x="0" y="126494"/>
                </a:lnTo>
                <a:lnTo>
                  <a:pt x="1113" y="119625"/>
                </a:lnTo>
                <a:lnTo>
                  <a:pt x="1234" y="116191"/>
                </a:lnTo>
                <a:lnTo>
                  <a:pt x="7324" y="116808"/>
                </a:lnTo>
                <a:lnTo>
                  <a:pt x="181275" y="116808"/>
                </a:lnTo>
                <a:lnTo>
                  <a:pt x="181275" y="128681"/>
                </a:lnTo>
                <a:lnTo>
                  <a:pt x="6989" y="128681"/>
                </a:lnTo>
                <a:lnTo>
                  <a:pt x="1960" y="130062"/>
                </a:lnTo>
                <a:close/>
              </a:path>
              <a:path w="181609" h="247015">
                <a:moveTo>
                  <a:pt x="7768" y="162058"/>
                </a:moveTo>
                <a:lnTo>
                  <a:pt x="7660" y="161549"/>
                </a:lnTo>
                <a:lnTo>
                  <a:pt x="7147" y="155215"/>
                </a:lnTo>
                <a:lnTo>
                  <a:pt x="7569" y="148690"/>
                </a:lnTo>
                <a:lnTo>
                  <a:pt x="8037" y="142155"/>
                </a:lnTo>
                <a:lnTo>
                  <a:pt x="7660" y="135791"/>
                </a:lnTo>
                <a:lnTo>
                  <a:pt x="7472" y="134718"/>
                </a:lnTo>
                <a:lnTo>
                  <a:pt x="8384" y="130062"/>
                </a:lnTo>
                <a:lnTo>
                  <a:pt x="6989" y="128681"/>
                </a:lnTo>
                <a:lnTo>
                  <a:pt x="181275" y="128681"/>
                </a:lnTo>
                <a:lnTo>
                  <a:pt x="181275" y="161092"/>
                </a:lnTo>
                <a:lnTo>
                  <a:pt x="13643" y="161092"/>
                </a:lnTo>
                <a:lnTo>
                  <a:pt x="7768" y="162058"/>
                </a:lnTo>
                <a:close/>
              </a:path>
              <a:path w="181609" h="247015">
                <a:moveTo>
                  <a:pt x="14733" y="181538"/>
                </a:moveTo>
                <a:lnTo>
                  <a:pt x="14417" y="181538"/>
                </a:lnTo>
                <a:lnTo>
                  <a:pt x="12490" y="177473"/>
                </a:lnTo>
                <a:lnTo>
                  <a:pt x="15025" y="171664"/>
                </a:lnTo>
                <a:lnTo>
                  <a:pt x="13818" y="166834"/>
                </a:lnTo>
                <a:lnTo>
                  <a:pt x="14891" y="162327"/>
                </a:lnTo>
                <a:lnTo>
                  <a:pt x="13643" y="161092"/>
                </a:lnTo>
                <a:lnTo>
                  <a:pt x="181275" y="161092"/>
                </a:lnTo>
                <a:lnTo>
                  <a:pt x="181275" y="180357"/>
                </a:lnTo>
                <a:lnTo>
                  <a:pt x="19774" y="180357"/>
                </a:lnTo>
                <a:lnTo>
                  <a:pt x="14733" y="181538"/>
                </a:lnTo>
                <a:close/>
              </a:path>
              <a:path w="181609" h="247015">
                <a:moveTo>
                  <a:pt x="21492" y="188258"/>
                </a:moveTo>
                <a:lnTo>
                  <a:pt x="19640" y="186394"/>
                </a:lnTo>
                <a:lnTo>
                  <a:pt x="21572" y="181538"/>
                </a:lnTo>
                <a:lnTo>
                  <a:pt x="19774" y="180357"/>
                </a:lnTo>
                <a:lnTo>
                  <a:pt x="181275" y="180357"/>
                </a:lnTo>
                <a:lnTo>
                  <a:pt x="181275" y="186220"/>
                </a:lnTo>
                <a:lnTo>
                  <a:pt x="26160" y="186220"/>
                </a:lnTo>
                <a:lnTo>
                  <a:pt x="21492" y="188258"/>
                </a:lnTo>
                <a:close/>
              </a:path>
              <a:path w="181609" h="247015">
                <a:moveTo>
                  <a:pt x="27314" y="200990"/>
                </a:moveTo>
                <a:lnTo>
                  <a:pt x="25623" y="197045"/>
                </a:lnTo>
                <a:lnTo>
                  <a:pt x="28977" y="189962"/>
                </a:lnTo>
                <a:lnTo>
                  <a:pt x="26160" y="186220"/>
                </a:lnTo>
                <a:lnTo>
                  <a:pt x="181275" y="186220"/>
                </a:lnTo>
                <a:lnTo>
                  <a:pt x="181275" y="199501"/>
                </a:lnTo>
                <a:lnTo>
                  <a:pt x="32720" y="199501"/>
                </a:lnTo>
                <a:lnTo>
                  <a:pt x="27314" y="200990"/>
                </a:lnTo>
                <a:close/>
              </a:path>
              <a:path w="181609" h="247015">
                <a:moveTo>
                  <a:pt x="34102" y="207644"/>
                </a:moveTo>
                <a:lnTo>
                  <a:pt x="32532" y="205323"/>
                </a:lnTo>
                <a:lnTo>
                  <a:pt x="34477" y="201245"/>
                </a:lnTo>
                <a:lnTo>
                  <a:pt x="32720" y="199501"/>
                </a:lnTo>
                <a:lnTo>
                  <a:pt x="181275" y="199501"/>
                </a:lnTo>
                <a:lnTo>
                  <a:pt x="181275" y="205699"/>
                </a:lnTo>
                <a:lnTo>
                  <a:pt x="38918" y="205699"/>
                </a:lnTo>
                <a:lnTo>
                  <a:pt x="34102" y="207644"/>
                </a:lnTo>
                <a:close/>
              </a:path>
              <a:path w="181609" h="247015">
                <a:moveTo>
                  <a:pt x="40971" y="214123"/>
                </a:moveTo>
                <a:lnTo>
                  <a:pt x="38744" y="212031"/>
                </a:lnTo>
                <a:lnTo>
                  <a:pt x="40877" y="207644"/>
                </a:lnTo>
                <a:lnTo>
                  <a:pt x="38918" y="205699"/>
                </a:lnTo>
                <a:lnTo>
                  <a:pt x="181275" y="205699"/>
                </a:lnTo>
                <a:lnTo>
                  <a:pt x="181275" y="212031"/>
                </a:lnTo>
                <a:lnTo>
                  <a:pt x="45171" y="212031"/>
                </a:lnTo>
                <a:lnTo>
                  <a:pt x="40971" y="214123"/>
                </a:lnTo>
                <a:close/>
              </a:path>
              <a:path w="181609" h="247015">
                <a:moveTo>
                  <a:pt x="47330" y="220523"/>
                </a:moveTo>
                <a:lnTo>
                  <a:pt x="45371" y="218578"/>
                </a:lnTo>
                <a:lnTo>
                  <a:pt x="47303" y="213721"/>
                </a:lnTo>
                <a:lnTo>
                  <a:pt x="44746" y="212031"/>
                </a:lnTo>
                <a:lnTo>
                  <a:pt x="181275" y="212031"/>
                </a:lnTo>
                <a:lnTo>
                  <a:pt x="181275" y="218416"/>
                </a:lnTo>
                <a:lnTo>
                  <a:pt x="58089" y="218416"/>
                </a:lnTo>
                <a:lnTo>
                  <a:pt x="57736" y="218578"/>
                </a:lnTo>
                <a:lnTo>
                  <a:pt x="51614" y="218578"/>
                </a:lnTo>
                <a:lnTo>
                  <a:pt x="47330" y="220523"/>
                </a:lnTo>
                <a:close/>
              </a:path>
              <a:path w="181609" h="247015">
                <a:moveTo>
                  <a:pt x="60222" y="226975"/>
                </a:moveTo>
                <a:lnTo>
                  <a:pt x="58076" y="224829"/>
                </a:lnTo>
                <a:lnTo>
                  <a:pt x="60195" y="220523"/>
                </a:lnTo>
                <a:lnTo>
                  <a:pt x="58089" y="218416"/>
                </a:lnTo>
                <a:lnTo>
                  <a:pt x="181275" y="218416"/>
                </a:lnTo>
                <a:lnTo>
                  <a:pt x="181275" y="224829"/>
                </a:lnTo>
                <a:lnTo>
                  <a:pt x="64515" y="224829"/>
                </a:lnTo>
                <a:lnTo>
                  <a:pt x="60222" y="226975"/>
                </a:lnTo>
                <a:close/>
              </a:path>
              <a:path w="181609" h="247015">
                <a:moveTo>
                  <a:pt x="54011" y="220281"/>
                </a:moveTo>
                <a:lnTo>
                  <a:pt x="51257" y="218578"/>
                </a:lnTo>
                <a:lnTo>
                  <a:pt x="57736" y="218578"/>
                </a:lnTo>
                <a:lnTo>
                  <a:pt x="54011" y="220281"/>
                </a:lnTo>
                <a:close/>
              </a:path>
              <a:path w="181609" h="247015">
                <a:moveTo>
                  <a:pt x="69036" y="233925"/>
                </a:moveTo>
                <a:lnTo>
                  <a:pt x="64744" y="231953"/>
                </a:lnTo>
                <a:lnTo>
                  <a:pt x="66190" y="226975"/>
                </a:lnTo>
                <a:lnTo>
                  <a:pt x="66300" y="226600"/>
                </a:lnTo>
                <a:lnTo>
                  <a:pt x="64515" y="224829"/>
                </a:lnTo>
                <a:lnTo>
                  <a:pt x="181275" y="224829"/>
                </a:lnTo>
                <a:lnTo>
                  <a:pt x="181275" y="226236"/>
                </a:lnTo>
                <a:lnTo>
                  <a:pt x="181033" y="226600"/>
                </a:lnTo>
                <a:lnTo>
                  <a:pt x="181060" y="226975"/>
                </a:lnTo>
                <a:lnTo>
                  <a:pt x="181275" y="227894"/>
                </a:lnTo>
                <a:lnTo>
                  <a:pt x="181275" y="231416"/>
                </a:lnTo>
                <a:lnTo>
                  <a:pt x="74751" y="231416"/>
                </a:lnTo>
                <a:lnTo>
                  <a:pt x="69036" y="233925"/>
                </a:lnTo>
                <a:close/>
              </a:path>
              <a:path w="181609" h="247015">
                <a:moveTo>
                  <a:pt x="79608" y="232624"/>
                </a:moveTo>
                <a:lnTo>
                  <a:pt x="74751" y="231416"/>
                </a:lnTo>
                <a:lnTo>
                  <a:pt x="172295" y="231416"/>
                </a:lnTo>
                <a:lnTo>
                  <a:pt x="171759" y="231551"/>
                </a:lnTo>
                <a:lnTo>
                  <a:pt x="84115" y="231551"/>
                </a:lnTo>
                <a:lnTo>
                  <a:pt x="79608" y="232624"/>
                </a:lnTo>
                <a:close/>
              </a:path>
              <a:path w="181609" h="247015">
                <a:moveTo>
                  <a:pt x="178160" y="233925"/>
                </a:moveTo>
                <a:lnTo>
                  <a:pt x="175460" y="232798"/>
                </a:lnTo>
                <a:lnTo>
                  <a:pt x="172295" y="231416"/>
                </a:lnTo>
                <a:lnTo>
                  <a:pt x="181275" y="231416"/>
                </a:lnTo>
                <a:lnTo>
                  <a:pt x="181275" y="232447"/>
                </a:lnTo>
                <a:lnTo>
                  <a:pt x="178160" y="233925"/>
                </a:lnTo>
                <a:close/>
              </a:path>
              <a:path w="181609" h="247015">
                <a:moveTo>
                  <a:pt x="91037" y="240029"/>
                </a:moveTo>
                <a:lnTo>
                  <a:pt x="84397" y="238661"/>
                </a:lnTo>
                <a:lnTo>
                  <a:pt x="85363" y="232798"/>
                </a:lnTo>
                <a:lnTo>
                  <a:pt x="84115" y="231551"/>
                </a:lnTo>
                <a:lnTo>
                  <a:pt x="162971" y="231551"/>
                </a:lnTo>
                <a:lnTo>
                  <a:pt x="161724" y="232798"/>
                </a:lnTo>
                <a:lnTo>
                  <a:pt x="162581" y="238017"/>
                </a:lnTo>
                <a:lnTo>
                  <a:pt x="98000" y="238017"/>
                </a:lnTo>
                <a:lnTo>
                  <a:pt x="91037" y="240029"/>
                </a:lnTo>
                <a:close/>
              </a:path>
              <a:path w="181609" h="247015">
                <a:moveTo>
                  <a:pt x="167479" y="232624"/>
                </a:moveTo>
                <a:lnTo>
                  <a:pt x="162971" y="231551"/>
                </a:lnTo>
                <a:lnTo>
                  <a:pt x="171759" y="231551"/>
                </a:lnTo>
                <a:lnTo>
                  <a:pt x="167479" y="232624"/>
                </a:lnTo>
                <a:close/>
              </a:path>
              <a:path w="181609" h="247015">
                <a:moveTo>
                  <a:pt x="112802" y="238661"/>
                </a:moveTo>
                <a:lnTo>
                  <a:pt x="103263" y="238661"/>
                </a:lnTo>
                <a:lnTo>
                  <a:pt x="98000" y="238017"/>
                </a:lnTo>
                <a:lnTo>
                  <a:pt x="117598" y="238017"/>
                </a:lnTo>
                <a:lnTo>
                  <a:pt x="112802" y="238661"/>
                </a:lnTo>
                <a:close/>
              </a:path>
              <a:path w="181609" h="247015">
                <a:moveTo>
                  <a:pt x="127125" y="246428"/>
                </a:moveTo>
                <a:lnTo>
                  <a:pt x="119418" y="245194"/>
                </a:lnTo>
                <a:lnTo>
                  <a:pt x="116809" y="245194"/>
                </a:lnTo>
                <a:lnTo>
                  <a:pt x="117343" y="240029"/>
                </a:lnTo>
                <a:lnTo>
                  <a:pt x="117420" y="239283"/>
                </a:lnTo>
                <a:lnTo>
                  <a:pt x="117618" y="239283"/>
                </a:lnTo>
                <a:lnTo>
                  <a:pt x="116353" y="238017"/>
                </a:lnTo>
                <a:lnTo>
                  <a:pt x="130734" y="238017"/>
                </a:lnTo>
                <a:lnTo>
                  <a:pt x="129312" y="239452"/>
                </a:lnTo>
                <a:lnTo>
                  <a:pt x="130787" y="244859"/>
                </a:lnTo>
                <a:lnTo>
                  <a:pt x="127125" y="246428"/>
                </a:lnTo>
                <a:close/>
              </a:path>
              <a:path w="181609" h="247015">
                <a:moveTo>
                  <a:pt x="138260" y="238661"/>
                </a:moveTo>
                <a:lnTo>
                  <a:pt x="133801" y="238661"/>
                </a:lnTo>
                <a:lnTo>
                  <a:pt x="130572" y="238017"/>
                </a:lnTo>
                <a:lnTo>
                  <a:pt x="162581" y="238017"/>
                </a:lnTo>
                <a:lnTo>
                  <a:pt x="162644" y="238396"/>
                </a:lnTo>
                <a:lnTo>
                  <a:pt x="142786" y="238396"/>
                </a:lnTo>
                <a:lnTo>
                  <a:pt x="138260" y="238661"/>
                </a:lnTo>
                <a:close/>
              </a:path>
              <a:path w="181609" h="247015">
                <a:moveTo>
                  <a:pt x="162687" y="238661"/>
                </a:moveTo>
                <a:lnTo>
                  <a:pt x="146482" y="238661"/>
                </a:lnTo>
                <a:lnTo>
                  <a:pt x="142786" y="238396"/>
                </a:lnTo>
                <a:lnTo>
                  <a:pt x="162644" y="238396"/>
                </a:lnTo>
                <a:lnTo>
                  <a:pt x="162687" y="238661"/>
                </a:lnTo>
                <a:close/>
              </a:path>
              <a:path w="181609" h="247015">
                <a:moveTo>
                  <a:pt x="108349" y="239283"/>
                </a:moveTo>
                <a:lnTo>
                  <a:pt x="104876" y="239283"/>
                </a:lnTo>
                <a:lnTo>
                  <a:pt x="108545" y="238661"/>
                </a:lnTo>
                <a:lnTo>
                  <a:pt x="103263" y="238661"/>
                </a:lnTo>
                <a:lnTo>
                  <a:pt x="108349" y="239283"/>
                </a:lnTo>
                <a:close/>
              </a:path>
              <a:path w="181609" h="247015">
                <a:moveTo>
                  <a:pt x="155846" y="239283"/>
                </a:moveTo>
                <a:lnTo>
                  <a:pt x="146164" y="238661"/>
                </a:lnTo>
                <a:lnTo>
                  <a:pt x="163499" y="238661"/>
                </a:lnTo>
                <a:lnTo>
                  <a:pt x="155846" y="2392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18119563" y="7062003"/>
            <a:ext cx="168910" cy="221615"/>
          </a:xfrm>
          <a:custGeom>
            <a:avLst/>
            <a:gdLst/>
            <a:ahLst/>
            <a:cxnLst/>
            <a:rect l="l" t="t" r="r" b="b"/>
            <a:pathLst>
              <a:path w="168909" h="221615">
                <a:moveTo>
                  <a:pt x="136474" y="1180"/>
                </a:moveTo>
                <a:lnTo>
                  <a:pt x="123059" y="1180"/>
                </a:lnTo>
                <a:lnTo>
                  <a:pt x="130706" y="0"/>
                </a:lnTo>
                <a:lnTo>
                  <a:pt x="136474" y="1180"/>
                </a:lnTo>
                <a:close/>
              </a:path>
              <a:path w="168909" h="221615">
                <a:moveTo>
                  <a:pt x="136888" y="8023"/>
                </a:moveTo>
                <a:lnTo>
                  <a:pt x="83069" y="8023"/>
                </a:lnTo>
                <a:lnTo>
                  <a:pt x="85495" y="7499"/>
                </a:lnTo>
                <a:lnTo>
                  <a:pt x="84489" y="1650"/>
                </a:lnTo>
                <a:lnTo>
                  <a:pt x="85616" y="523"/>
                </a:lnTo>
                <a:lnTo>
                  <a:pt x="89651" y="1180"/>
                </a:lnTo>
                <a:lnTo>
                  <a:pt x="137001" y="1180"/>
                </a:lnTo>
                <a:lnTo>
                  <a:pt x="136093" y="6708"/>
                </a:lnTo>
                <a:lnTo>
                  <a:pt x="136047" y="6989"/>
                </a:lnTo>
                <a:lnTo>
                  <a:pt x="135841" y="6989"/>
                </a:lnTo>
                <a:lnTo>
                  <a:pt x="136888" y="8023"/>
                </a:lnTo>
                <a:close/>
              </a:path>
              <a:path w="168909" h="221615">
                <a:moveTo>
                  <a:pt x="117156" y="1180"/>
                </a:moveTo>
                <a:lnTo>
                  <a:pt x="91398" y="1180"/>
                </a:lnTo>
                <a:lnTo>
                  <a:pt x="97756" y="790"/>
                </a:lnTo>
                <a:lnTo>
                  <a:pt x="102950" y="790"/>
                </a:lnTo>
                <a:lnTo>
                  <a:pt x="110760" y="1050"/>
                </a:lnTo>
                <a:lnTo>
                  <a:pt x="117156" y="1180"/>
                </a:lnTo>
                <a:close/>
              </a:path>
              <a:path w="168909" h="221615">
                <a:moveTo>
                  <a:pt x="156773" y="14703"/>
                </a:moveTo>
                <a:lnTo>
                  <a:pt x="64455" y="14703"/>
                </a:lnTo>
                <a:lnTo>
                  <a:pt x="66862" y="13375"/>
                </a:lnTo>
                <a:lnTo>
                  <a:pt x="66513" y="13375"/>
                </a:lnTo>
                <a:lnTo>
                  <a:pt x="64837" y="8399"/>
                </a:lnTo>
                <a:lnTo>
                  <a:pt x="66556" y="6708"/>
                </a:lnTo>
                <a:lnTo>
                  <a:pt x="66315" y="6708"/>
                </a:lnTo>
                <a:lnTo>
                  <a:pt x="70801" y="8023"/>
                </a:lnTo>
                <a:lnTo>
                  <a:pt x="138581" y="8023"/>
                </a:lnTo>
                <a:lnTo>
                  <a:pt x="135790" y="8399"/>
                </a:lnTo>
                <a:lnTo>
                  <a:pt x="156739" y="8399"/>
                </a:lnTo>
                <a:lnTo>
                  <a:pt x="154882" y="13066"/>
                </a:lnTo>
                <a:lnTo>
                  <a:pt x="154760" y="13375"/>
                </a:lnTo>
                <a:lnTo>
                  <a:pt x="156773" y="14703"/>
                </a:lnTo>
                <a:close/>
              </a:path>
              <a:path w="168909" h="221615">
                <a:moveTo>
                  <a:pt x="156572" y="8399"/>
                </a:moveTo>
                <a:lnTo>
                  <a:pt x="137268" y="8399"/>
                </a:lnTo>
                <a:lnTo>
                  <a:pt x="136888" y="8023"/>
                </a:lnTo>
                <a:lnTo>
                  <a:pt x="150896" y="8023"/>
                </a:lnTo>
                <a:lnTo>
                  <a:pt x="154880" y="6708"/>
                </a:lnTo>
                <a:lnTo>
                  <a:pt x="156572" y="8399"/>
                </a:lnTo>
                <a:close/>
              </a:path>
              <a:path w="168909" h="221615">
                <a:moveTo>
                  <a:pt x="83069" y="8023"/>
                </a:moveTo>
                <a:lnTo>
                  <a:pt x="70887" y="8023"/>
                </a:lnTo>
                <a:lnTo>
                  <a:pt x="73931" y="6989"/>
                </a:lnTo>
                <a:lnTo>
                  <a:pt x="73234" y="6989"/>
                </a:lnTo>
                <a:lnTo>
                  <a:pt x="76095" y="7499"/>
                </a:lnTo>
                <a:lnTo>
                  <a:pt x="79576" y="7499"/>
                </a:lnTo>
                <a:lnTo>
                  <a:pt x="83069" y="8023"/>
                </a:lnTo>
                <a:close/>
              </a:path>
              <a:path w="168909" h="221615">
                <a:moveTo>
                  <a:pt x="150380" y="8023"/>
                </a:moveTo>
                <a:lnTo>
                  <a:pt x="138581" y="8023"/>
                </a:lnTo>
                <a:lnTo>
                  <a:pt x="142473" y="7499"/>
                </a:lnTo>
                <a:lnTo>
                  <a:pt x="145555" y="7499"/>
                </a:lnTo>
                <a:lnTo>
                  <a:pt x="147783" y="6989"/>
                </a:lnTo>
                <a:lnTo>
                  <a:pt x="150380" y="8023"/>
                </a:lnTo>
                <a:close/>
              </a:path>
              <a:path w="168909" h="221615">
                <a:moveTo>
                  <a:pt x="168436" y="14703"/>
                </a:moveTo>
                <a:lnTo>
                  <a:pt x="163533" y="14703"/>
                </a:lnTo>
                <a:lnTo>
                  <a:pt x="167679" y="13066"/>
                </a:lnTo>
                <a:lnTo>
                  <a:pt x="168436" y="13813"/>
                </a:lnTo>
                <a:lnTo>
                  <a:pt x="168436" y="14703"/>
                </a:lnTo>
                <a:close/>
              </a:path>
              <a:path w="168909" h="221615">
                <a:moveTo>
                  <a:pt x="168436" y="14919"/>
                </a:moveTo>
                <a:lnTo>
                  <a:pt x="157503" y="14919"/>
                </a:lnTo>
                <a:lnTo>
                  <a:pt x="160622" y="13227"/>
                </a:lnTo>
                <a:lnTo>
                  <a:pt x="163533" y="14703"/>
                </a:lnTo>
                <a:lnTo>
                  <a:pt x="168436" y="14703"/>
                </a:lnTo>
                <a:lnTo>
                  <a:pt x="168436" y="14919"/>
                </a:lnTo>
                <a:close/>
              </a:path>
              <a:path w="168909" h="221615">
                <a:moveTo>
                  <a:pt x="168436" y="21439"/>
                </a:moveTo>
                <a:lnTo>
                  <a:pt x="51220" y="21439"/>
                </a:lnTo>
                <a:lnTo>
                  <a:pt x="52998" y="20329"/>
                </a:lnTo>
                <a:lnTo>
                  <a:pt x="53735" y="19801"/>
                </a:lnTo>
                <a:lnTo>
                  <a:pt x="51878" y="14919"/>
                </a:lnTo>
                <a:lnTo>
                  <a:pt x="53421" y="13375"/>
                </a:lnTo>
                <a:lnTo>
                  <a:pt x="52847" y="13375"/>
                </a:lnTo>
                <a:lnTo>
                  <a:pt x="57351" y="13979"/>
                </a:lnTo>
                <a:lnTo>
                  <a:pt x="60638" y="13979"/>
                </a:lnTo>
                <a:lnTo>
                  <a:pt x="64180" y="14703"/>
                </a:lnTo>
                <a:lnTo>
                  <a:pt x="156773" y="14703"/>
                </a:lnTo>
                <a:lnTo>
                  <a:pt x="157100" y="14919"/>
                </a:lnTo>
                <a:lnTo>
                  <a:pt x="168436" y="14919"/>
                </a:lnTo>
                <a:lnTo>
                  <a:pt x="168436" y="17797"/>
                </a:lnTo>
                <a:lnTo>
                  <a:pt x="167761" y="19493"/>
                </a:lnTo>
                <a:lnTo>
                  <a:pt x="167639" y="19801"/>
                </a:lnTo>
                <a:lnTo>
                  <a:pt x="168436" y="20329"/>
                </a:lnTo>
                <a:lnTo>
                  <a:pt x="168436" y="21439"/>
                </a:lnTo>
                <a:close/>
              </a:path>
              <a:path w="168909" h="221615">
                <a:moveTo>
                  <a:pt x="168436" y="27945"/>
                </a:moveTo>
                <a:lnTo>
                  <a:pt x="45277" y="27945"/>
                </a:lnTo>
                <a:lnTo>
                  <a:pt x="47317" y="25919"/>
                </a:lnTo>
                <a:lnTo>
                  <a:pt x="47166" y="25919"/>
                </a:lnTo>
                <a:lnTo>
                  <a:pt x="45389" y="21439"/>
                </a:lnTo>
                <a:lnTo>
                  <a:pt x="45277" y="21157"/>
                </a:lnTo>
                <a:lnTo>
                  <a:pt x="47799" y="19493"/>
                </a:lnTo>
                <a:lnTo>
                  <a:pt x="51220" y="21439"/>
                </a:lnTo>
                <a:lnTo>
                  <a:pt x="168436" y="21439"/>
                </a:lnTo>
                <a:lnTo>
                  <a:pt x="168436" y="27945"/>
                </a:lnTo>
                <a:close/>
              </a:path>
              <a:path w="168909" h="221615">
                <a:moveTo>
                  <a:pt x="168436" y="34398"/>
                </a:moveTo>
                <a:lnTo>
                  <a:pt x="32385" y="34398"/>
                </a:lnTo>
                <a:lnTo>
                  <a:pt x="34330" y="32453"/>
                </a:lnTo>
                <a:lnTo>
                  <a:pt x="32537" y="27945"/>
                </a:lnTo>
                <a:lnTo>
                  <a:pt x="32478" y="27798"/>
                </a:lnTo>
                <a:lnTo>
                  <a:pt x="32398" y="27597"/>
                </a:lnTo>
                <a:lnTo>
                  <a:pt x="34920" y="25919"/>
                </a:lnTo>
                <a:lnTo>
                  <a:pt x="38287" y="27798"/>
                </a:lnTo>
                <a:lnTo>
                  <a:pt x="44933" y="27798"/>
                </a:lnTo>
                <a:lnTo>
                  <a:pt x="45277" y="27945"/>
                </a:lnTo>
                <a:lnTo>
                  <a:pt x="168436" y="27945"/>
                </a:lnTo>
                <a:lnTo>
                  <a:pt x="168436" y="34398"/>
                </a:lnTo>
                <a:close/>
              </a:path>
              <a:path w="168909" h="221615">
                <a:moveTo>
                  <a:pt x="44933" y="27798"/>
                </a:moveTo>
                <a:lnTo>
                  <a:pt x="38287" y="27798"/>
                </a:lnTo>
                <a:lnTo>
                  <a:pt x="41172" y="26188"/>
                </a:lnTo>
                <a:lnTo>
                  <a:pt x="44933" y="27798"/>
                </a:lnTo>
                <a:close/>
              </a:path>
              <a:path w="168909" h="221615">
                <a:moveTo>
                  <a:pt x="168436" y="47049"/>
                </a:moveTo>
                <a:lnTo>
                  <a:pt x="26656" y="47049"/>
                </a:lnTo>
                <a:lnTo>
                  <a:pt x="28185" y="43440"/>
                </a:lnTo>
                <a:lnTo>
                  <a:pt x="25006" y="35485"/>
                </a:lnTo>
                <a:lnTo>
                  <a:pt x="28011" y="32265"/>
                </a:lnTo>
                <a:lnTo>
                  <a:pt x="32385" y="34398"/>
                </a:lnTo>
                <a:lnTo>
                  <a:pt x="168436" y="34398"/>
                </a:lnTo>
                <a:lnTo>
                  <a:pt x="168436" y="47049"/>
                </a:lnTo>
                <a:close/>
              </a:path>
              <a:path w="168909" h="221615">
                <a:moveTo>
                  <a:pt x="168436" y="53663"/>
                </a:moveTo>
                <a:lnTo>
                  <a:pt x="19948" y="53663"/>
                </a:lnTo>
                <a:lnTo>
                  <a:pt x="21370" y="51355"/>
                </a:lnTo>
                <a:lnTo>
                  <a:pt x="19506" y="47290"/>
                </a:lnTo>
                <a:lnTo>
                  <a:pt x="21236" y="45546"/>
                </a:lnTo>
                <a:lnTo>
                  <a:pt x="26656" y="47049"/>
                </a:lnTo>
                <a:lnTo>
                  <a:pt x="168436" y="47049"/>
                </a:lnTo>
                <a:lnTo>
                  <a:pt x="168436" y="53663"/>
                </a:lnTo>
                <a:close/>
              </a:path>
              <a:path w="168909" h="221615">
                <a:moveTo>
                  <a:pt x="168436" y="66219"/>
                </a:moveTo>
                <a:lnTo>
                  <a:pt x="13455" y="66219"/>
                </a:lnTo>
                <a:lnTo>
                  <a:pt x="15199" y="64462"/>
                </a:lnTo>
                <a:lnTo>
                  <a:pt x="13267" y="60370"/>
                </a:lnTo>
                <a:lnTo>
                  <a:pt x="14984" y="57808"/>
                </a:lnTo>
                <a:lnTo>
                  <a:pt x="13120" y="53663"/>
                </a:lnTo>
                <a:lnTo>
                  <a:pt x="14984" y="51811"/>
                </a:lnTo>
                <a:lnTo>
                  <a:pt x="19948" y="53663"/>
                </a:lnTo>
                <a:lnTo>
                  <a:pt x="168436" y="53663"/>
                </a:lnTo>
                <a:lnTo>
                  <a:pt x="168436" y="66219"/>
                </a:lnTo>
                <a:close/>
              </a:path>
              <a:path w="168909" h="221615">
                <a:moveTo>
                  <a:pt x="168436" y="85390"/>
                </a:moveTo>
                <a:lnTo>
                  <a:pt x="7552" y="85390"/>
                </a:lnTo>
                <a:lnTo>
                  <a:pt x="8693" y="81204"/>
                </a:lnTo>
                <a:lnTo>
                  <a:pt x="7700" y="75744"/>
                </a:lnTo>
                <a:lnTo>
                  <a:pt x="7700" y="70405"/>
                </a:lnTo>
                <a:lnTo>
                  <a:pt x="7083" y="66930"/>
                </a:lnTo>
                <a:lnTo>
                  <a:pt x="8049" y="64703"/>
                </a:lnTo>
                <a:lnTo>
                  <a:pt x="13455" y="66219"/>
                </a:lnTo>
                <a:lnTo>
                  <a:pt x="168436" y="66219"/>
                </a:lnTo>
                <a:lnTo>
                  <a:pt x="168436" y="85390"/>
                </a:lnTo>
                <a:close/>
              </a:path>
              <a:path w="168909" h="221615">
                <a:moveTo>
                  <a:pt x="7982" y="156411"/>
                </a:moveTo>
                <a:lnTo>
                  <a:pt x="5580" y="150092"/>
                </a:lnTo>
                <a:lnTo>
                  <a:pt x="10034" y="141801"/>
                </a:lnTo>
                <a:lnTo>
                  <a:pt x="7351" y="135523"/>
                </a:lnTo>
                <a:lnTo>
                  <a:pt x="598" y="135523"/>
                </a:lnTo>
                <a:lnTo>
                  <a:pt x="1421" y="130948"/>
                </a:lnTo>
                <a:lnTo>
                  <a:pt x="375" y="123838"/>
                </a:lnTo>
                <a:lnTo>
                  <a:pt x="1260" y="116755"/>
                </a:lnTo>
                <a:lnTo>
                  <a:pt x="1260" y="106358"/>
                </a:lnTo>
                <a:lnTo>
                  <a:pt x="925" y="101944"/>
                </a:lnTo>
                <a:lnTo>
                  <a:pt x="1408" y="95854"/>
                </a:lnTo>
                <a:lnTo>
                  <a:pt x="0" y="85873"/>
                </a:lnTo>
                <a:lnTo>
                  <a:pt x="1810" y="84397"/>
                </a:lnTo>
                <a:lnTo>
                  <a:pt x="7552" y="85390"/>
                </a:lnTo>
                <a:lnTo>
                  <a:pt x="168436" y="85390"/>
                </a:lnTo>
                <a:lnTo>
                  <a:pt x="168436" y="155029"/>
                </a:lnTo>
                <a:lnTo>
                  <a:pt x="13509" y="155029"/>
                </a:lnTo>
                <a:lnTo>
                  <a:pt x="7982" y="156411"/>
                </a:lnTo>
                <a:close/>
              </a:path>
              <a:path w="168909" h="221615">
                <a:moveTo>
                  <a:pt x="1931" y="137025"/>
                </a:moveTo>
                <a:lnTo>
                  <a:pt x="458" y="135523"/>
                </a:lnTo>
                <a:lnTo>
                  <a:pt x="7351" y="135523"/>
                </a:lnTo>
                <a:lnTo>
                  <a:pt x="1931" y="137025"/>
                </a:lnTo>
                <a:close/>
              </a:path>
              <a:path w="168909" h="221615">
                <a:moveTo>
                  <a:pt x="14810" y="169544"/>
                </a:moveTo>
                <a:lnTo>
                  <a:pt x="13133" y="167036"/>
                </a:lnTo>
                <a:lnTo>
                  <a:pt x="15092" y="163601"/>
                </a:lnTo>
                <a:lnTo>
                  <a:pt x="13294" y="160784"/>
                </a:lnTo>
                <a:lnTo>
                  <a:pt x="15199" y="156719"/>
                </a:lnTo>
                <a:lnTo>
                  <a:pt x="13509" y="155029"/>
                </a:lnTo>
                <a:lnTo>
                  <a:pt x="168436" y="155029"/>
                </a:lnTo>
                <a:lnTo>
                  <a:pt x="168436" y="167626"/>
                </a:lnTo>
                <a:lnTo>
                  <a:pt x="19667" y="167626"/>
                </a:lnTo>
                <a:lnTo>
                  <a:pt x="14810" y="169544"/>
                </a:lnTo>
                <a:close/>
              </a:path>
              <a:path w="168909" h="221615">
                <a:moveTo>
                  <a:pt x="21209" y="175970"/>
                </a:moveTo>
                <a:lnTo>
                  <a:pt x="19734" y="173650"/>
                </a:lnTo>
                <a:lnTo>
                  <a:pt x="21585" y="169544"/>
                </a:lnTo>
                <a:lnTo>
                  <a:pt x="19667" y="167626"/>
                </a:lnTo>
                <a:lnTo>
                  <a:pt x="168436" y="167626"/>
                </a:lnTo>
                <a:lnTo>
                  <a:pt x="168436" y="174079"/>
                </a:lnTo>
                <a:lnTo>
                  <a:pt x="26119" y="174079"/>
                </a:lnTo>
                <a:lnTo>
                  <a:pt x="21209" y="175970"/>
                </a:lnTo>
                <a:close/>
              </a:path>
              <a:path w="168909" h="221615">
                <a:moveTo>
                  <a:pt x="27676" y="188849"/>
                </a:moveTo>
                <a:lnTo>
                  <a:pt x="25999" y="186328"/>
                </a:lnTo>
                <a:lnTo>
                  <a:pt x="27957" y="182893"/>
                </a:lnTo>
                <a:lnTo>
                  <a:pt x="26160" y="180089"/>
                </a:lnTo>
                <a:lnTo>
                  <a:pt x="28024" y="175970"/>
                </a:lnTo>
                <a:lnTo>
                  <a:pt x="26119" y="174079"/>
                </a:lnTo>
                <a:lnTo>
                  <a:pt x="168436" y="174079"/>
                </a:lnTo>
                <a:lnTo>
                  <a:pt x="168436" y="186931"/>
                </a:lnTo>
                <a:lnTo>
                  <a:pt x="32532" y="186931"/>
                </a:lnTo>
                <a:lnTo>
                  <a:pt x="27676" y="188849"/>
                </a:lnTo>
                <a:close/>
              </a:path>
              <a:path w="168909" h="221615">
                <a:moveTo>
                  <a:pt x="34129" y="194887"/>
                </a:moveTo>
                <a:lnTo>
                  <a:pt x="32344" y="193263"/>
                </a:lnTo>
                <a:lnTo>
                  <a:pt x="34464" y="188849"/>
                </a:lnTo>
                <a:lnTo>
                  <a:pt x="32532" y="186931"/>
                </a:lnTo>
                <a:lnTo>
                  <a:pt x="168436" y="186931"/>
                </a:lnTo>
                <a:lnTo>
                  <a:pt x="168436" y="193639"/>
                </a:lnTo>
                <a:lnTo>
                  <a:pt x="45693" y="193639"/>
                </a:lnTo>
                <a:lnTo>
                  <a:pt x="41591" y="194202"/>
                </a:lnTo>
                <a:lnTo>
                  <a:pt x="38851" y="194202"/>
                </a:lnTo>
                <a:lnTo>
                  <a:pt x="34129" y="194887"/>
                </a:lnTo>
                <a:close/>
              </a:path>
              <a:path w="168909" h="221615">
                <a:moveTo>
                  <a:pt x="47768" y="201353"/>
                </a:moveTo>
                <a:lnTo>
                  <a:pt x="47492" y="201353"/>
                </a:lnTo>
                <a:lnTo>
                  <a:pt x="45357" y="200159"/>
                </a:lnTo>
                <a:lnTo>
                  <a:pt x="47115" y="195047"/>
                </a:lnTo>
                <a:lnTo>
                  <a:pt x="45693" y="193639"/>
                </a:lnTo>
                <a:lnTo>
                  <a:pt x="168436" y="193639"/>
                </a:lnTo>
                <a:lnTo>
                  <a:pt x="168436" y="199663"/>
                </a:lnTo>
                <a:lnTo>
                  <a:pt x="51717" y="199663"/>
                </a:lnTo>
                <a:lnTo>
                  <a:pt x="47768" y="201353"/>
                </a:lnTo>
                <a:close/>
              </a:path>
              <a:path w="168909" h="221615">
                <a:moveTo>
                  <a:pt x="56358" y="208664"/>
                </a:moveTo>
                <a:lnTo>
                  <a:pt x="51931" y="206773"/>
                </a:lnTo>
                <a:lnTo>
                  <a:pt x="53310" y="201755"/>
                </a:lnTo>
                <a:lnTo>
                  <a:pt x="53420" y="201353"/>
                </a:lnTo>
                <a:lnTo>
                  <a:pt x="51717" y="199663"/>
                </a:lnTo>
                <a:lnTo>
                  <a:pt x="168436" y="199663"/>
                </a:lnTo>
                <a:lnTo>
                  <a:pt x="168436" y="200905"/>
                </a:lnTo>
                <a:lnTo>
                  <a:pt x="167585" y="201755"/>
                </a:lnTo>
                <a:lnTo>
                  <a:pt x="168436" y="203456"/>
                </a:lnTo>
                <a:lnTo>
                  <a:pt x="168436" y="205498"/>
                </a:lnTo>
                <a:lnTo>
                  <a:pt x="62060" y="205498"/>
                </a:lnTo>
                <a:lnTo>
                  <a:pt x="56358" y="208664"/>
                </a:lnTo>
                <a:close/>
              </a:path>
              <a:path w="168909" h="221615">
                <a:moveTo>
                  <a:pt x="66921" y="214232"/>
                </a:moveTo>
                <a:lnTo>
                  <a:pt x="66299" y="214232"/>
                </a:lnTo>
                <a:lnTo>
                  <a:pt x="64917" y="212850"/>
                </a:lnTo>
                <a:lnTo>
                  <a:pt x="66282" y="208114"/>
                </a:lnTo>
                <a:lnTo>
                  <a:pt x="66383" y="207766"/>
                </a:lnTo>
                <a:lnTo>
                  <a:pt x="66460" y="207497"/>
                </a:lnTo>
                <a:lnTo>
                  <a:pt x="62060" y="205498"/>
                </a:lnTo>
                <a:lnTo>
                  <a:pt x="168436" y="205498"/>
                </a:lnTo>
                <a:lnTo>
                  <a:pt x="168436" y="206129"/>
                </a:lnTo>
                <a:lnTo>
                  <a:pt x="156772" y="206129"/>
                </a:lnTo>
                <a:lnTo>
                  <a:pt x="155135" y="207766"/>
                </a:lnTo>
                <a:lnTo>
                  <a:pt x="155197" y="208114"/>
                </a:lnTo>
                <a:lnTo>
                  <a:pt x="156318" y="212192"/>
                </a:lnTo>
                <a:lnTo>
                  <a:pt x="146644" y="212192"/>
                </a:lnTo>
                <a:lnTo>
                  <a:pt x="146200" y="212354"/>
                </a:lnTo>
                <a:lnTo>
                  <a:pt x="81016" y="212354"/>
                </a:lnTo>
                <a:lnTo>
                  <a:pt x="79084" y="213212"/>
                </a:lnTo>
                <a:lnTo>
                  <a:pt x="71150" y="213212"/>
                </a:lnTo>
                <a:lnTo>
                  <a:pt x="66921" y="214232"/>
                </a:lnTo>
                <a:close/>
              </a:path>
              <a:path w="168909" h="221615">
                <a:moveTo>
                  <a:pt x="160918" y="207766"/>
                </a:moveTo>
                <a:lnTo>
                  <a:pt x="156772" y="206129"/>
                </a:lnTo>
                <a:lnTo>
                  <a:pt x="168436" y="206129"/>
                </a:lnTo>
                <a:lnTo>
                  <a:pt x="168436" y="206464"/>
                </a:lnTo>
                <a:lnTo>
                  <a:pt x="163507" y="206464"/>
                </a:lnTo>
                <a:lnTo>
                  <a:pt x="160918" y="207766"/>
                </a:lnTo>
                <a:close/>
              </a:path>
              <a:path w="168909" h="221615">
                <a:moveTo>
                  <a:pt x="167666" y="208114"/>
                </a:moveTo>
                <a:lnTo>
                  <a:pt x="163507" y="206464"/>
                </a:lnTo>
                <a:lnTo>
                  <a:pt x="168436" y="206464"/>
                </a:lnTo>
                <a:lnTo>
                  <a:pt x="168436" y="207344"/>
                </a:lnTo>
                <a:lnTo>
                  <a:pt x="167666" y="208114"/>
                </a:lnTo>
                <a:close/>
              </a:path>
              <a:path w="168909" h="221615">
                <a:moveTo>
                  <a:pt x="152144" y="215117"/>
                </a:moveTo>
                <a:lnTo>
                  <a:pt x="146644" y="212192"/>
                </a:lnTo>
                <a:lnTo>
                  <a:pt x="156318" y="212192"/>
                </a:lnTo>
                <a:lnTo>
                  <a:pt x="156362" y="212354"/>
                </a:lnTo>
                <a:lnTo>
                  <a:pt x="156450" y="212676"/>
                </a:lnTo>
                <a:lnTo>
                  <a:pt x="156498" y="212850"/>
                </a:lnTo>
                <a:lnTo>
                  <a:pt x="156598" y="213212"/>
                </a:lnTo>
                <a:lnTo>
                  <a:pt x="155780" y="213548"/>
                </a:lnTo>
                <a:lnTo>
                  <a:pt x="152144" y="215117"/>
                </a:lnTo>
                <a:close/>
              </a:path>
              <a:path w="168909" h="221615">
                <a:moveTo>
                  <a:pt x="85738" y="220779"/>
                </a:moveTo>
                <a:lnTo>
                  <a:pt x="84396" y="219437"/>
                </a:lnTo>
                <a:lnTo>
                  <a:pt x="85303" y="215117"/>
                </a:lnTo>
                <a:lnTo>
                  <a:pt x="85421" y="214554"/>
                </a:lnTo>
                <a:lnTo>
                  <a:pt x="85489" y="214232"/>
                </a:lnTo>
                <a:lnTo>
                  <a:pt x="85590" y="213749"/>
                </a:lnTo>
                <a:lnTo>
                  <a:pt x="81016" y="212354"/>
                </a:lnTo>
                <a:lnTo>
                  <a:pt x="146200" y="212354"/>
                </a:lnTo>
                <a:lnTo>
                  <a:pt x="145316" y="212676"/>
                </a:lnTo>
                <a:lnTo>
                  <a:pt x="137347" y="212676"/>
                </a:lnTo>
                <a:lnTo>
                  <a:pt x="135791" y="214232"/>
                </a:lnTo>
                <a:lnTo>
                  <a:pt x="137221" y="219437"/>
                </a:lnTo>
                <a:lnTo>
                  <a:pt x="137261" y="219585"/>
                </a:lnTo>
                <a:lnTo>
                  <a:pt x="90753" y="219585"/>
                </a:lnTo>
                <a:lnTo>
                  <a:pt x="85738" y="220779"/>
                </a:lnTo>
                <a:close/>
              </a:path>
              <a:path w="168909" h="221615">
                <a:moveTo>
                  <a:pt x="141667" y="214004"/>
                </a:moveTo>
                <a:lnTo>
                  <a:pt x="137347" y="212676"/>
                </a:lnTo>
                <a:lnTo>
                  <a:pt x="145316" y="212676"/>
                </a:lnTo>
                <a:lnTo>
                  <a:pt x="141667" y="214004"/>
                </a:lnTo>
                <a:close/>
              </a:path>
              <a:path w="168909" h="221615">
                <a:moveTo>
                  <a:pt x="76066" y="214554"/>
                </a:moveTo>
                <a:lnTo>
                  <a:pt x="70714" y="213212"/>
                </a:lnTo>
                <a:lnTo>
                  <a:pt x="79084" y="213212"/>
                </a:lnTo>
                <a:lnTo>
                  <a:pt x="76066" y="214554"/>
                </a:lnTo>
                <a:close/>
              </a:path>
              <a:path w="168909" h="221615">
                <a:moveTo>
                  <a:pt x="95330" y="220966"/>
                </a:moveTo>
                <a:lnTo>
                  <a:pt x="89759" y="219585"/>
                </a:lnTo>
                <a:lnTo>
                  <a:pt x="100200" y="219585"/>
                </a:lnTo>
                <a:lnTo>
                  <a:pt x="95330" y="220966"/>
                </a:lnTo>
                <a:close/>
              </a:path>
              <a:path w="168909" h="221615">
                <a:moveTo>
                  <a:pt x="110261" y="220591"/>
                </a:moveTo>
                <a:lnTo>
                  <a:pt x="100200" y="219585"/>
                </a:lnTo>
                <a:lnTo>
                  <a:pt x="128642" y="219585"/>
                </a:lnTo>
                <a:lnTo>
                  <a:pt x="117586" y="220457"/>
                </a:lnTo>
                <a:lnTo>
                  <a:pt x="110261" y="220591"/>
                </a:lnTo>
                <a:close/>
              </a:path>
              <a:path w="168909" h="221615">
                <a:moveTo>
                  <a:pt x="133255" y="221369"/>
                </a:moveTo>
                <a:lnTo>
                  <a:pt x="126665" y="219585"/>
                </a:lnTo>
                <a:lnTo>
                  <a:pt x="137436" y="219585"/>
                </a:lnTo>
                <a:lnTo>
                  <a:pt x="133255" y="221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18132347" y="7461498"/>
            <a:ext cx="156210" cy="194945"/>
          </a:xfrm>
          <a:custGeom>
            <a:avLst/>
            <a:gdLst/>
            <a:ahLst/>
            <a:cxnLst/>
            <a:rect l="l" t="t" r="r" b="b"/>
            <a:pathLst>
              <a:path w="156209" h="194945">
                <a:moveTo>
                  <a:pt x="130692" y="1072"/>
                </a:moveTo>
                <a:lnTo>
                  <a:pt x="71289" y="1072"/>
                </a:lnTo>
                <a:lnTo>
                  <a:pt x="78212" y="0"/>
                </a:lnTo>
                <a:lnTo>
                  <a:pt x="85375" y="925"/>
                </a:lnTo>
                <a:lnTo>
                  <a:pt x="130084" y="925"/>
                </a:lnTo>
                <a:lnTo>
                  <a:pt x="130692" y="1072"/>
                </a:lnTo>
                <a:close/>
              </a:path>
              <a:path w="156209" h="194945">
                <a:moveTo>
                  <a:pt x="130084" y="925"/>
                </a:moveTo>
                <a:lnTo>
                  <a:pt x="121127" y="925"/>
                </a:lnTo>
                <a:lnTo>
                  <a:pt x="126530" y="0"/>
                </a:lnTo>
                <a:lnTo>
                  <a:pt x="126261" y="0"/>
                </a:lnTo>
                <a:lnTo>
                  <a:pt x="130084" y="925"/>
                </a:lnTo>
                <a:close/>
              </a:path>
              <a:path w="156209" h="194945">
                <a:moveTo>
                  <a:pt x="130653" y="7901"/>
                </a:moveTo>
                <a:lnTo>
                  <a:pt x="63858" y="7901"/>
                </a:lnTo>
                <a:lnTo>
                  <a:pt x="66366" y="7177"/>
                </a:lnTo>
                <a:lnTo>
                  <a:pt x="65185" y="1475"/>
                </a:lnTo>
                <a:lnTo>
                  <a:pt x="66433" y="228"/>
                </a:lnTo>
                <a:lnTo>
                  <a:pt x="70969" y="1072"/>
                </a:lnTo>
                <a:lnTo>
                  <a:pt x="130692" y="1072"/>
                </a:lnTo>
                <a:lnTo>
                  <a:pt x="129665" y="6694"/>
                </a:lnTo>
                <a:lnTo>
                  <a:pt x="129461" y="6694"/>
                </a:lnTo>
                <a:lnTo>
                  <a:pt x="130653" y="7901"/>
                </a:lnTo>
                <a:close/>
              </a:path>
              <a:path w="156209" h="194945">
                <a:moveTo>
                  <a:pt x="155652" y="15574"/>
                </a:moveTo>
                <a:lnTo>
                  <a:pt x="49463" y="15574"/>
                </a:lnTo>
                <a:lnTo>
                  <a:pt x="53769" y="13321"/>
                </a:lnTo>
                <a:lnTo>
                  <a:pt x="52079" y="8129"/>
                </a:lnTo>
                <a:lnTo>
                  <a:pt x="53528" y="6694"/>
                </a:lnTo>
                <a:lnTo>
                  <a:pt x="52967" y="6694"/>
                </a:lnTo>
                <a:lnTo>
                  <a:pt x="56561" y="7177"/>
                </a:lnTo>
                <a:lnTo>
                  <a:pt x="60962" y="7177"/>
                </a:lnTo>
                <a:lnTo>
                  <a:pt x="63858" y="7901"/>
                </a:lnTo>
                <a:lnTo>
                  <a:pt x="143827" y="7901"/>
                </a:lnTo>
                <a:lnTo>
                  <a:pt x="142284" y="13079"/>
                </a:lnTo>
                <a:lnTo>
                  <a:pt x="143625" y="14408"/>
                </a:lnTo>
                <a:lnTo>
                  <a:pt x="155652" y="14408"/>
                </a:lnTo>
                <a:lnTo>
                  <a:pt x="155652" y="15574"/>
                </a:lnTo>
                <a:close/>
              </a:path>
              <a:path w="156209" h="194945">
                <a:moveTo>
                  <a:pt x="143827" y="7901"/>
                </a:moveTo>
                <a:lnTo>
                  <a:pt x="131322" y="7901"/>
                </a:lnTo>
                <a:lnTo>
                  <a:pt x="136610" y="7177"/>
                </a:lnTo>
                <a:lnTo>
                  <a:pt x="139384" y="7177"/>
                </a:lnTo>
                <a:lnTo>
                  <a:pt x="141599" y="6694"/>
                </a:lnTo>
                <a:lnTo>
                  <a:pt x="143867" y="7767"/>
                </a:lnTo>
                <a:lnTo>
                  <a:pt x="143827" y="7901"/>
                </a:lnTo>
                <a:close/>
              </a:path>
              <a:path w="156209" h="194945">
                <a:moveTo>
                  <a:pt x="155652" y="21330"/>
                </a:moveTo>
                <a:lnTo>
                  <a:pt x="38878" y="21330"/>
                </a:lnTo>
                <a:lnTo>
                  <a:pt x="40649" y="19546"/>
                </a:lnTo>
                <a:lnTo>
                  <a:pt x="39234" y="14408"/>
                </a:lnTo>
                <a:lnTo>
                  <a:pt x="39160" y="14139"/>
                </a:lnTo>
                <a:lnTo>
                  <a:pt x="43520" y="12288"/>
                </a:lnTo>
                <a:lnTo>
                  <a:pt x="49463" y="15574"/>
                </a:lnTo>
                <a:lnTo>
                  <a:pt x="155652" y="15574"/>
                </a:lnTo>
                <a:lnTo>
                  <a:pt x="155652" y="17633"/>
                </a:lnTo>
                <a:lnTo>
                  <a:pt x="154973" y="19277"/>
                </a:lnTo>
                <a:lnTo>
                  <a:pt x="155203" y="19546"/>
                </a:lnTo>
                <a:lnTo>
                  <a:pt x="155652" y="19994"/>
                </a:lnTo>
                <a:lnTo>
                  <a:pt x="155652" y="21330"/>
                </a:lnTo>
                <a:close/>
              </a:path>
              <a:path w="156209" h="194945">
                <a:moveTo>
                  <a:pt x="155652" y="14408"/>
                </a:moveTo>
                <a:lnTo>
                  <a:pt x="143625" y="14408"/>
                </a:lnTo>
                <a:lnTo>
                  <a:pt x="149333" y="13640"/>
                </a:lnTo>
                <a:lnTo>
                  <a:pt x="151932" y="13640"/>
                </a:lnTo>
                <a:lnTo>
                  <a:pt x="155140" y="13079"/>
                </a:lnTo>
                <a:lnTo>
                  <a:pt x="154850" y="13079"/>
                </a:lnTo>
                <a:lnTo>
                  <a:pt x="155652" y="13640"/>
                </a:lnTo>
                <a:lnTo>
                  <a:pt x="155652" y="14408"/>
                </a:lnTo>
                <a:close/>
              </a:path>
              <a:path w="156209" h="194945">
                <a:moveTo>
                  <a:pt x="155652" y="27676"/>
                </a:moveTo>
                <a:lnTo>
                  <a:pt x="32519" y="27676"/>
                </a:lnTo>
                <a:lnTo>
                  <a:pt x="34626" y="25583"/>
                </a:lnTo>
                <a:lnTo>
                  <a:pt x="34470" y="25583"/>
                </a:lnTo>
                <a:lnTo>
                  <a:pt x="32572" y="21330"/>
                </a:lnTo>
                <a:lnTo>
                  <a:pt x="32452" y="21062"/>
                </a:lnTo>
                <a:lnTo>
                  <a:pt x="34773" y="19277"/>
                </a:lnTo>
                <a:lnTo>
                  <a:pt x="38878" y="21330"/>
                </a:lnTo>
                <a:lnTo>
                  <a:pt x="155652" y="21330"/>
                </a:lnTo>
                <a:lnTo>
                  <a:pt x="155652" y="27676"/>
                </a:lnTo>
                <a:close/>
              </a:path>
              <a:path w="156209" h="194945">
                <a:moveTo>
                  <a:pt x="155652" y="34128"/>
                </a:moveTo>
                <a:lnTo>
                  <a:pt x="26415" y="34128"/>
                </a:lnTo>
                <a:lnTo>
                  <a:pt x="28025" y="31700"/>
                </a:lnTo>
                <a:lnTo>
                  <a:pt x="26026" y="27930"/>
                </a:lnTo>
                <a:lnTo>
                  <a:pt x="28011" y="25583"/>
                </a:lnTo>
                <a:lnTo>
                  <a:pt x="32519" y="27676"/>
                </a:lnTo>
                <a:lnTo>
                  <a:pt x="155652" y="27676"/>
                </a:lnTo>
                <a:lnTo>
                  <a:pt x="155652" y="34128"/>
                </a:lnTo>
                <a:close/>
              </a:path>
              <a:path w="156209" h="194945">
                <a:moveTo>
                  <a:pt x="155652" y="40608"/>
                </a:moveTo>
                <a:lnTo>
                  <a:pt x="19841" y="40608"/>
                </a:lnTo>
                <a:lnTo>
                  <a:pt x="21612" y="38287"/>
                </a:lnTo>
                <a:lnTo>
                  <a:pt x="19627" y="34128"/>
                </a:lnTo>
                <a:lnTo>
                  <a:pt x="21558" y="32197"/>
                </a:lnTo>
                <a:lnTo>
                  <a:pt x="26415" y="34128"/>
                </a:lnTo>
                <a:lnTo>
                  <a:pt x="155652" y="34128"/>
                </a:lnTo>
                <a:lnTo>
                  <a:pt x="155652" y="40608"/>
                </a:lnTo>
                <a:close/>
              </a:path>
              <a:path w="156209" h="194945">
                <a:moveTo>
                  <a:pt x="155652" y="53165"/>
                </a:moveTo>
                <a:lnTo>
                  <a:pt x="13469" y="53165"/>
                </a:lnTo>
                <a:lnTo>
                  <a:pt x="15293" y="51327"/>
                </a:lnTo>
                <a:lnTo>
                  <a:pt x="13375" y="47249"/>
                </a:lnTo>
                <a:lnTo>
                  <a:pt x="15079" y="44673"/>
                </a:lnTo>
                <a:lnTo>
                  <a:pt x="13147" y="40608"/>
                </a:lnTo>
                <a:lnTo>
                  <a:pt x="15200" y="38569"/>
                </a:lnTo>
                <a:lnTo>
                  <a:pt x="19841" y="40608"/>
                </a:lnTo>
                <a:lnTo>
                  <a:pt x="155652" y="40608"/>
                </a:lnTo>
                <a:lnTo>
                  <a:pt x="155652" y="53165"/>
                </a:lnTo>
                <a:close/>
              </a:path>
              <a:path w="156209" h="194945">
                <a:moveTo>
                  <a:pt x="155652" y="65910"/>
                </a:moveTo>
                <a:lnTo>
                  <a:pt x="7566" y="65910"/>
                </a:lnTo>
                <a:lnTo>
                  <a:pt x="8358" y="63656"/>
                </a:lnTo>
                <a:lnTo>
                  <a:pt x="7794" y="60530"/>
                </a:lnTo>
                <a:lnTo>
                  <a:pt x="7794" y="57418"/>
                </a:lnTo>
                <a:lnTo>
                  <a:pt x="7150" y="53635"/>
                </a:lnTo>
                <a:lnTo>
                  <a:pt x="8250" y="51502"/>
                </a:lnTo>
                <a:lnTo>
                  <a:pt x="13469" y="53165"/>
                </a:lnTo>
                <a:lnTo>
                  <a:pt x="155652" y="53165"/>
                </a:lnTo>
                <a:lnTo>
                  <a:pt x="155652" y="65910"/>
                </a:lnTo>
                <a:close/>
              </a:path>
              <a:path w="156209" h="194945">
                <a:moveTo>
                  <a:pt x="1475" y="130183"/>
                </a:moveTo>
                <a:lnTo>
                  <a:pt x="429" y="125930"/>
                </a:lnTo>
                <a:lnTo>
                  <a:pt x="1355" y="120644"/>
                </a:lnTo>
                <a:lnTo>
                  <a:pt x="1355" y="103902"/>
                </a:lnTo>
                <a:lnTo>
                  <a:pt x="1190" y="97536"/>
                </a:lnTo>
                <a:lnTo>
                  <a:pt x="917" y="90988"/>
                </a:lnTo>
                <a:lnTo>
                  <a:pt x="862" y="84458"/>
                </a:lnTo>
                <a:lnTo>
                  <a:pt x="1355" y="78145"/>
                </a:lnTo>
                <a:lnTo>
                  <a:pt x="1636" y="76186"/>
                </a:lnTo>
                <a:lnTo>
                  <a:pt x="0" y="66366"/>
                </a:lnTo>
                <a:lnTo>
                  <a:pt x="1972" y="64756"/>
                </a:lnTo>
                <a:lnTo>
                  <a:pt x="7566" y="65910"/>
                </a:lnTo>
                <a:lnTo>
                  <a:pt x="155652" y="65910"/>
                </a:lnTo>
                <a:lnTo>
                  <a:pt x="155652" y="129230"/>
                </a:lnTo>
                <a:lnTo>
                  <a:pt x="7271" y="129230"/>
                </a:lnTo>
                <a:lnTo>
                  <a:pt x="1475" y="130183"/>
                </a:lnTo>
                <a:close/>
              </a:path>
              <a:path w="156209" h="194945">
                <a:moveTo>
                  <a:pt x="8170" y="143343"/>
                </a:moveTo>
                <a:lnTo>
                  <a:pt x="6681" y="140204"/>
                </a:lnTo>
                <a:lnTo>
                  <a:pt x="9673" y="131189"/>
                </a:lnTo>
                <a:lnTo>
                  <a:pt x="7271" y="129230"/>
                </a:lnTo>
                <a:lnTo>
                  <a:pt x="155652" y="129230"/>
                </a:lnTo>
                <a:lnTo>
                  <a:pt x="155652" y="141921"/>
                </a:lnTo>
                <a:lnTo>
                  <a:pt x="13469" y="141921"/>
                </a:lnTo>
                <a:lnTo>
                  <a:pt x="8170" y="143343"/>
                </a:lnTo>
                <a:close/>
              </a:path>
              <a:path w="156209" h="194945">
                <a:moveTo>
                  <a:pt x="14931" y="156463"/>
                </a:moveTo>
                <a:lnTo>
                  <a:pt x="12624" y="153096"/>
                </a:lnTo>
                <a:lnTo>
                  <a:pt x="16327" y="144255"/>
                </a:lnTo>
                <a:lnTo>
                  <a:pt x="13469" y="141921"/>
                </a:lnTo>
                <a:lnTo>
                  <a:pt x="155652" y="141921"/>
                </a:lnTo>
                <a:lnTo>
                  <a:pt x="155652" y="154505"/>
                </a:lnTo>
                <a:lnTo>
                  <a:pt x="19734" y="154505"/>
                </a:lnTo>
                <a:lnTo>
                  <a:pt x="14931" y="156463"/>
                </a:lnTo>
                <a:close/>
              </a:path>
              <a:path w="156209" h="194945">
                <a:moveTo>
                  <a:pt x="34612" y="175795"/>
                </a:moveTo>
                <a:lnTo>
                  <a:pt x="32465" y="173649"/>
                </a:lnTo>
                <a:lnTo>
                  <a:pt x="34611" y="169355"/>
                </a:lnTo>
                <a:lnTo>
                  <a:pt x="32466" y="167209"/>
                </a:lnTo>
                <a:lnTo>
                  <a:pt x="26026" y="167209"/>
                </a:lnTo>
                <a:lnTo>
                  <a:pt x="28172" y="162916"/>
                </a:lnTo>
                <a:lnTo>
                  <a:pt x="26026" y="160769"/>
                </a:lnTo>
                <a:lnTo>
                  <a:pt x="19586" y="160769"/>
                </a:lnTo>
                <a:lnTo>
                  <a:pt x="21705" y="156463"/>
                </a:lnTo>
                <a:lnTo>
                  <a:pt x="19734" y="154505"/>
                </a:lnTo>
                <a:lnTo>
                  <a:pt x="155652" y="154505"/>
                </a:lnTo>
                <a:lnTo>
                  <a:pt x="155652" y="160769"/>
                </a:lnTo>
                <a:lnTo>
                  <a:pt x="26026" y="160769"/>
                </a:lnTo>
                <a:lnTo>
                  <a:pt x="21733" y="162916"/>
                </a:lnTo>
                <a:lnTo>
                  <a:pt x="155652" y="162916"/>
                </a:lnTo>
                <a:lnTo>
                  <a:pt x="155652" y="167209"/>
                </a:lnTo>
                <a:lnTo>
                  <a:pt x="32466" y="167209"/>
                </a:lnTo>
                <a:lnTo>
                  <a:pt x="28173" y="169355"/>
                </a:lnTo>
                <a:lnTo>
                  <a:pt x="155652" y="169355"/>
                </a:lnTo>
                <a:lnTo>
                  <a:pt x="155652" y="173649"/>
                </a:lnTo>
                <a:lnTo>
                  <a:pt x="38905" y="173649"/>
                </a:lnTo>
                <a:lnTo>
                  <a:pt x="34612" y="175795"/>
                </a:lnTo>
                <a:close/>
              </a:path>
              <a:path w="156209" h="194945">
                <a:moveTo>
                  <a:pt x="40958" y="181832"/>
                </a:moveTo>
                <a:lnTo>
                  <a:pt x="38932" y="180424"/>
                </a:lnTo>
                <a:lnTo>
                  <a:pt x="40838" y="175795"/>
                </a:lnTo>
                <a:lnTo>
                  <a:pt x="40904" y="175634"/>
                </a:lnTo>
                <a:lnTo>
                  <a:pt x="38905" y="173649"/>
                </a:lnTo>
                <a:lnTo>
                  <a:pt x="155652" y="173649"/>
                </a:lnTo>
                <a:lnTo>
                  <a:pt x="155652" y="174954"/>
                </a:lnTo>
                <a:lnTo>
                  <a:pt x="154962" y="175634"/>
                </a:lnTo>
                <a:lnTo>
                  <a:pt x="155652" y="177315"/>
                </a:lnTo>
                <a:lnTo>
                  <a:pt x="155652" y="179042"/>
                </a:lnTo>
                <a:lnTo>
                  <a:pt x="144726" y="179042"/>
                </a:lnTo>
                <a:lnTo>
                  <a:pt x="143597" y="180424"/>
                </a:lnTo>
                <a:lnTo>
                  <a:pt x="53037" y="180424"/>
                </a:lnTo>
                <a:lnTo>
                  <a:pt x="48239" y="181081"/>
                </a:lnTo>
                <a:lnTo>
                  <a:pt x="45170" y="181081"/>
                </a:lnTo>
                <a:lnTo>
                  <a:pt x="40958" y="181832"/>
                </a:lnTo>
                <a:close/>
              </a:path>
              <a:path w="156209" h="194945">
                <a:moveTo>
                  <a:pt x="153566" y="182758"/>
                </a:moveTo>
                <a:lnTo>
                  <a:pt x="144726" y="179042"/>
                </a:lnTo>
                <a:lnTo>
                  <a:pt x="155652" y="179042"/>
                </a:lnTo>
                <a:lnTo>
                  <a:pt x="155652" y="181081"/>
                </a:lnTo>
                <a:lnTo>
                  <a:pt x="155985" y="181081"/>
                </a:lnTo>
                <a:lnTo>
                  <a:pt x="153566" y="182758"/>
                </a:lnTo>
                <a:close/>
              </a:path>
              <a:path w="156209" h="194945">
                <a:moveTo>
                  <a:pt x="54266" y="188258"/>
                </a:moveTo>
                <a:lnTo>
                  <a:pt x="51999" y="187185"/>
                </a:lnTo>
                <a:lnTo>
                  <a:pt x="53314" y="182758"/>
                </a:lnTo>
                <a:lnTo>
                  <a:pt x="53554" y="181832"/>
                </a:lnTo>
                <a:lnTo>
                  <a:pt x="52146" y="180424"/>
                </a:lnTo>
                <a:lnTo>
                  <a:pt x="143597" y="180424"/>
                </a:lnTo>
                <a:lnTo>
                  <a:pt x="142447" y="181832"/>
                </a:lnTo>
                <a:lnTo>
                  <a:pt x="142621" y="182758"/>
                </a:lnTo>
                <a:lnTo>
                  <a:pt x="143408" y="185696"/>
                </a:lnTo>
                <a:lnTo>
                  <a:pt x="131672" y="185696"/>
                </a:lnTo>
                <a:lnTo>
                  <a:pt x="130626" y="186970"/>
                </a:lnTo>
                <a:lnTo>
                  <a:pt x="65132" y="186970"/>
                </a:lnTo>
                <a:lnTo>
                  <a:pt x="61234" y="187494"/>
                </a:lnTo>
                <a:lnTo>
                  <a:pt x="57714" y="187494"/>
                </a:lnTo>
                <a:lnTo>
                  <a:pt x="54266" y="188258"/>
                </a:lnTo>
                <a:close/>
              </a:path>
              <a:path w="156209" h="194945">
                <a:moveTo>
                  <a:pt x="140674" y="188688"/>
                </a:moveTo>
                <a:lnTo>
                  <a:pt x="131672" y="185696"/>
                </a:lnTo>
                <a:lnTo>
                  <a:pt x="143408" y="185696"/>
                </a:lnTo>
                <a:lnTo>
                  <a:pt x="143749" y="186970"/>
                </a:lnTo>
                <a:lnTo>
                  <a:pt x="143806" y="187185"/>
                </a:lnTo>
                <a:lnTo>
                  <a:pt x="143214" y="187494"/>
                </a:lnTo>
                <a:lnTo>
                  <a:pt x="140674" y="188688"/>
                </a:lnTo>
                <a:close/>
              </a:path>
              <a:path w="156209" h="194945">
                <a:moveTo>
                  <a:pt x="69604" y="194926"/>
                </a:moveTo>
                <a:lnTo>
                  <a:pt x="69346" y="194926"/>
                </a:lnTo>
                <a:lnTo>
                  <a:pt x="65160" y="193866"/>
                </a:lnTo>
                <a:lnTo>
                  <a:pt x="66133" y="188688"/>
                </a:lnTo>
                <a:lnTo>
                  <a:pt x="66246" y="188084"/>
                </a:lnTo>
                <a:lnTo>
                  <a:pt x="65132" y="186970"/>
                </a:lnTo>
                <a:lnTo>
                  <a:pt x="130626" y="186970"/>
                </a:lnTo>
                <a:lnTo>
                  <a:pt x="129711" y="188084"/>
                </a:lnTo>
                <a:lnTo>
                  <a:pt x="130649" y="193866"/>
                </a:lnTo>
                <a:lnTo>
                  <a:pt x="75582" y="193866"/>
                </a:lnTo>
                <a:lnTo>
                  <a:pt x="69604" y="194926"/>
                </a:lnTo>
                <a:close/>
              </a:path>
              <a:path w="156209" h="194945">
                <a:moveTo>
                  <a:pt x="126387" y="194926"/>
                </a:moveTo>
                <a:lnTo>
                  <a:pt x="120279" y="193866"/>
                </a:lnTo>
                <a:lnTo>
                  <a:pt x="130764" y="193866"/>
                </a:lnTo>
                <a:lnTo>
                  <a:pt x="126387" y="1949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18145118" y="7860378"/>
            <a:ext cx="142875" cy="170180"/>
          </a:xfrm>
          <a:custGeom>
            <a:avLst/>
            <a:gdLst/>
            <a:ahLst/>
            <a:cxnLst/>
            <a:rect l="l" t="t" r="r" b="b"/>
            <a:pathLst>
              <a:path w="142875" h="170179">
                <a:moveTo>
                  <a:pt x="110919" y="1301"/>
                </a:moveTo>
                <a:lnTo>
                  <a:pt x="97369" y="1301"/>
                </a:lnTo>
                <a:lnTo>
                  <a:pt x="105325" y="0"/>
                </a:lnTo>
                <a:lnTo>
                  <a:pt x="110919" y="1301"/>
                </a:lnTo>
                <a:close/>
              </a:path>
              <a:path w="142875" h="170179">
                <a:moveTo>
                  <a:pt x="111334" y="8142"/>
                </a:moveTo>
                <a:lnTo>
                  <a:pt x="57902" y="8142"/>
                </a:lnTo>
                <a:lnTo>
                  <a:pt x="60034" y="7539"/>
                </a:lnTo>
                <a:lnTo>
                  <a:pt x="58867" y="1837"/>
                </a:lnTo>
                <a:lnTo>
                  <a:pt x="60194" y="496"/>
                </a:lnTo>
                <a:lnTo>
                  <a:pt x="59892" y="496"/>
                </a:lnTo>
                <a:lnTo>
                  <a:pt x="63670" y="1301"/>
                </a:lnTo>
                <a:lnTo>
                  <a:pt x="111490" y="1301"/>
                </a:lnTo>
                <a:lnTo>
                  <a:pt x="110467" y="7069"/>
                </a:lnTo>
                <a:lnTo>
                  <a:pt x="110436" y="7244"/>
                </a:lnTo>
                <a:lnTo>
                  <a:pt x="111334" y="8142"/>
                </a:lnTo>
                <a:close/>
              </a:path>
              <a:path w="142875" h="170179">
                <a:moveTo>
                  <a:pt x="74724" y="1301"/>
                </a:moveTo>
                <a:lnTo>
                  <a:pt x="65850" y="1301"/>
                </a:lnTo>
                <a:lnTo>
                  <a:pt x="69747" y="496"/>
                </a:lnTo>
                <a:lnTo>
                  <a:pt x="74724" y="1301"/>
                </a:lnTo>
                <a:close/>
              </a:path>
              <a:path w="142875" h="170179">
                <a:moveTo>
                  <a:pt x="57099" y="8142"/>
                </a:moveTo>
                <a:lnTo>
                  <a:pt x="46084" y="8142"/>
                </a:lnTo>
                <a:lnTo>
                  <a:pt x="47169" y="7069"/>
                </a:lnTo>
                <a:lnTo>
                  <a:pt x="46830" y="7069"/>
                </a:lnTo>
                <a:lnTo>
                  <a:pt x="50330" y="7539"/>
                </a:lnTo>
                <a:lnTo>
                  <a:pt x="54685" y="7539"/>
                </a:lnTo>
                <a:lnTo>
                  <a:pt x="57099" y="8142"/>
                </a:lnTo>
                <a:close/>
              </a:path>
              <a:path w="142875" h="170179">
                <a:moveTo>
                  <a:pt x="137302" y="15909"/>
                </a:moveTo>
                <a:lnTo>
                  <a:pt x="43104" y="15909"/>
                </a:lnTo>
                <a:lnTo>
                  <a:pt x="47423" y="13683"/>
                </a:lnTo>
                <a:lnTo>
                  <a:pt x="45658" y="8142"/>
                </a:lnTo>
                <a:lnTo>
                  <a:pt x="113001" y="8142"/>
                </a:lnTo>
                <a:lnTo>
                  <a:pt x="117390" y="7539"/>
                </a:lnTo>
                <a:lnTo>
                  <a:pt x="120233" y="7539"/>
                </a:lnTo>
                <a:lnTo>
                  <a:pt x="122389" y="7069"/>
                </a:lnTo>
                <a:lnTo>
                  <a:pt x="124656" y="8142"/>
                </a:lnTo>
                <a:lnTo>
                  <a:pt x="123074" y="13455"/>
                </a:lnTo>
                <a:lnTo>
                  <a:pt x="124415" y="14769"/>
                </a:lnTo>
                <a:lnTo>
                  <a:pt x="137767" y="14769"/>
                </a:lnTo>
                <a:lnTo>
                  <a:pt x="137302" y="15909"/>
                </a:lnTo>
                <a:close/>
              </a:path>
              <a:path w="142875" h="170179">
                <a:moveTo>
                  <a:pt x="142881" y="21677"/>
                </a:moveTo>
                <a:lnTo>
                  <a:pt x="32546" y="21677"/>
                </a:lnTo>
                <a:lnTo>
                  <a:pt x="34317" y="19907"/>
                </a:lnTo>
                <a:lnTo>
                  <a:pt x="32905" y="14769"/>
                </a:lnTo>
                <a:lnTo>
                  <a:pt x="32828" y="14488"/>
                </a:lnTo>
                <a:lnTo>
                  <a:pt x="37201" y="12636"/>
                </a:lnTo>
                <a:lnTo>
                  <a:pt x="43104" y="15909"/>
                </a:lnTo>
                <a:lnTo>
                  <a:pt x="137302" y="15909"/>
                </a:lnTo>
                <a:lnTo>
                  <a:pt x="135808" y="19572"/>
                </a:lnTo>
                <a:lnTo>
                  <a:pt x="135657" y="19572"/>
                </a:lnTo>
                <a:lnTo>
                  <a:pt x="137480" y="21396"/>
                </a:lnTo>
                <a:lnTo>
                  <a:pt x="142881" y="21396"/>
                </a:lnTo>
                <a:lnTo>
                  <a:pt x="142881" y="21677"/>
                </a:lnTo>
                <a:close/>
              </a:path>
              <a:path w="142875" h="170179">
                <a:moveTo>
                  <a:pt x="137566" y="14769"/>
                </a:moveTo>
                <a:lnTo>
                  <a:pt x="124415" y="14769"/>
                </a:lnTo>
                <a:lnTo>
                  <a:pt x="129298" y="14112"/>
                </a:lnTo>
                <a:lnTo>
                  <a:pt x="132173" y="14112"/>
                </a:lnTo>
                <a:lnTo>
                  <a:pt x="135830" y="13455"/>
                </a:lnTo>
                <a:lnTo>
                  <a:pt x="135646" y="13455"/>
                </a:lnTo>
                <a:lnTo>
                  <a:pt x="137566" y="14769"/>
                </a:lnTo>
                <a:close/>
              </a:path>
              <a:path w="142875" h="170179">
                <a:moveTo>
                  <a:pt x="142881" y="28090"/>
                </a:moveTo>
                <a:lnTo>
                  <a:pt x="26133" y="28090"/>
                </a:lnTo>
                <a:lnTo>
                  <a:pt x="28279" y="25943"/>
                </a:lnTo>
                <a:lnTo>
                  <a:pt x="28125" y="25943"/>
                </a:lnTo>
                <a:lnTo>
                  <a:pt x="26257" y="21677"/>
                </a:lnTo>
                <a:lnTo>
                  <a:pt x="26133" y="21396"/>
                </a:lnTo>
                <a:lnTo>
                  <a:pt x="28542" y="19572"/>
                </a:lnTo>
                <a:lnTo>
                  <a:pt x="28321" y="19572"/>
                </a:lnTo>
                <a:lnTo>
                  <a:pt x="32546" y="21677"/>
                </a:lnTo>
                <a:lnTo>
                  <a:pt x="142881" y="21677"/>
                </a:lnTo>
                <a:lnTo>
                  <a:pt x="142881" y="24183"/>
                </a:lnTo>
                <a:lnTo>
                  <a:pt x="142050" y="25943"/>
                </a:lnTo>
                <a:lnTo>
                  <a:pt x="142881" y="26795"/>
                </a:lnTo>
                <a:lnTo>
                  <a:pt x="142881" y="28090"/>
                </a:lnTo>
                <a:close/>
              </a:path>
              <a:path w="142875" h="170179">
                <a:moveTo>
                  <a:pt x="142881" y="21396"/>
                </a:moveTo>
                <a:lnTo>
                  <a:pt x="137816" y="21396"/>
                </a:lnTo>
                <a:lnTo>
                  <a:pt x="142432" y="19572"/>
                </a:lnTo>
                <a:lnTo>
                  <a:pt x="142881" y="20241"/>
                </a:lnTo>
                <a:lnTo>
                  <a:pt x="142881" y="21396"/>
                </a:lnTo>
                <a:close/>
              </a:path>
              <a:path w="142875" h="170179">
                <a:moveTo>
                  <a:pt x="142881" y="34382"/>
                </a:moveTo>
                <a:lnTo>
                  <a:pt x="19828" y="34382"/>
                </a:lnTo>
                <a:lnTo>
                  <a:pt x="21840" y="32369"/>
                </a:lnTo>
                <a:lnTo>
                  <a:pt x="19694" y="28090"/>
                </a:lnTo>
                <a:lnTo>
                  <a:pt x="21840" y="25943"/>
                </a:lnTo>
                <a:lnTo>
                  <a:pt x="26133" y="28090"/>
                </a:lnTo>
                <a:lnTo>
                  <a:pt x="142881" y="28090"/>
                </a:lnTo>
                <a:lnTo>
                  <a:pt x="142881" y="34382"/>
                </a:lnTo>
                <a:close/>
              </a:path>
              <a:path w="142875" h="170179">
                <a:moveTo>
                  <a:pt x="142881" y="47140"/>
                </a:moveTo>
                <a:lnTo>
                  <a:pt x="13979" y="47140"/>
                </a:lnTo>
                <a:lnTo>
                  <a:pt x="15696" y="43143"/>
                </a:lnTo>
                <a:lnTo>
                  <a:pt x="12329" y="36220"/>
                </a:lnTo>
                <a:lnTo>
                  <a:pt x="15112" y="32369"/>
                </a:lnTo>
                <a:lnTo>
                  <a:pt x="19828" y="34382"/>
                </a:lnTo>
                <a:lnTo>
                  <a:pt x="142881" y="34382"/>
                </a:lnTo>
                <a:lnTo>
                  <a:pt x="142881" y="47140"/>
                </a:lnTo>
                <a:close/>
              </a:path>
              <a:path w="142875" h="170179">
                <a:moveTo>
                  <a:pt x="142881" y="59872"/>
                </a:moveTo>
                <a:lnTo>
                  <a:pt x="7217" y="59872"/>
                </a:lnTo>
                <a:lnTo>
                  <a:pt x="8800" y="58275"/>
                </a:lnTo>
                <a:lnTo>
                  <a:pt x="7392" y="54009"/>
                </a:lnTo>
                <a:lnTo>
                  <a:pt x="8384" y="51513"/>
                </a:lnTo>
                <a:lnTo>
                  <a:pt x="7070" y="47140"/>
                </a:lnTo>
                <a:lnTo>
                  <a:pt x="8559" y="45651"/>
                </a:lnTo>
                <a:lnTo>
                  <a:pt x="13979" y="47140"/>
                </a:lnTo>
                <a:lnTo>
                  <a:pt x="142881" y="47140"/>
                </a:lnTo>
                <a:lnTo>
                  <a:pt x="142881" y="59872"/>
                </a:lnTo>
                <a:close/>
              </a:path>
              <a:path w="142875" h="170179">
                <a:moveTo>
                  <a:pt x="1797" y="111507"/>
                </a:moveTo>
                <a:lnTo>
                  <a:pt x="0" y="107308"/>
                </a:lnTo>
                <a:lnTo>
                  <a:pt x="2012" y="101486"/>
                </a:lnTo>
                <a:lnTo>
                  <a:pt x="576" y="91975"/>
                </a:lnTo>
                <a:lnTo>
                  <a:pt x="1140" y="84408"/>
                </a:lnTo>
                <a:lnTo>
                  <a:pt x="1676" y="74252"/>
                </a:lnTo>
                <a:lnTo>
                  <a:pt x="1448" y="69892"/>
                </a:lnTo>
                <a:lnTo>
                  <a:pt x="1448" y="64057"/>
                </a:lnTo>
                <a:lnTo>
                  <a:pt x="845" y="60609"/>
                </a:lnTo>
                <a:lnTo>
                  <a:pt x="1843" y="58275"/>
                </a:lnTo>
                <a:lnTo>
                  <a:pt x="1407" y="58275"/>
                </a:lnTo>
                <a:lnTo>
                  <a:pt x="7217" y="59872"/>
                </a:lnTo>
                <a:lnTo>
                  <a:pt x="142881" y="59872"/>
                </a:lnTo>
                <a:lnTo>
                  <a:pt x="142881" y="110018"/>
                </a:lnTo>
                <a:lnTo>
                  <a:pt x="7204" y="110018"/>
                </a:lnTo>
                <a:lnTo>
                  <a:pt x="1797" y="111507"/>
                </a:lnTo>
                <a:close/>
              </a:path>
              <a:path w="142875" h="170179">
                <a:moveTo>
                  <a:pt x="15012" y="137399"/>
                </a:moveTo>
                <a:lnTo>
                  <a:pt x="12329" y="133670"/>
                </a:lnTo>
                <a:lnTo>
                  <a:pt x="15696" y="126761"/>
                </a:lnTo>
                <a:lnTo>
                  <a:pt x="13927" y="122628"/>
                </a:lnTo>
                <a:lnTo>
                  <a:pt x="6949" y="122628"/>
                </a:lnTo>
                <a:lnTo>
                  <a:pt x="8438" y="118389"/>
                </a:lnTo>
                <a:lnTo>
                  <a:pt x="7338" y="115854"/>
                </a:lnTo>
                <a:lnTo>
                  <a:pt x="8870" y="111507"/>
                </a:lnTo>
                <a:lnTo>
                  <a:pt x="8705" y="111507"/>
                </a:lnTo>
                <a:lnTo>
                  <a:pt x="7204" y="110018"/>
                </a:lnTo>
                <a:lnTo>
                  <a:pt x="142881" y="110018"/>
                </a:lnTo>
                <a:lnTo>
                  <a:pt x="142881" y="122628"/>
                </a:lnTo>
                <a:lnTo>
                  <a:pt x="14420" y="122628"/>
                </a:lnTo>
                <a:lnTo>
                  <a:pt x="8559" y="124238"/>
                </a:lnTo>
                <a:lnTo>
                  <a:pt x="142881" y="124238"/>
                </a:lnTo>
                <a:lnTo>
                  <a:pt x="142881" y="135749"/>
                </a:lnTo>
                <a:lnTo>
                  <a:pt x="19734" y="135749"/>
                </a:lnTo>
                <a:lnTo>
                  <a:pt x="15012" y="137399"/>
                </a:lnTo>
                <a:close/>
              </a:path>
              <a:path w="142875" h="170179">
                <a:moveTo>
                  <a:pt x="22064" y="143865"/>
                </a:moveTo>
                <a:lnTo>
                  <a:pt x="21747" y="143865"/>
                </a:lnTo>
                <a:lnTo>
                  <a:pt x="19868" y="141974"/>
                </a:lnTo>
                <a:lnTo>
                  <a:pt x="21688" y="137399"/>
                </a:lnTo>
                <a:lnTo>
                  <a:pt x="21800" y="137117"/>
                </a:lnTo>
                <a:lnTo>
                  <a:pt x="19734" y="135749"/>
                </a:lnTo>
                <a:lnTo>
                  <a:pt x="142881" y="135749"/>
                </a:lnTo>
                <a:lnTo>
                  <a:pt x="142881" y="141826"/>
                </a:lnTo>
                <a:lnTo>
                  <a:pt x="26066" y="141826"/>
                </a:lnTo>
                <a:lnTo>
                  <a:pt x="22064" y="143865"/>
                </a:lnTo>
                <a:close/>
              </a:path>
              <a:path w="142875" h="170179">
                <a:moveTo>
                  <a:pt x="28360" y="150345"/>
                </a:moveTo>
                <a:lnTo>
                  <a:pt x="28092" y="150197"/>
                </a:lnTo>
                <a:lnTo>
                  <a:pt x="26173" y="148238"/>
                </a:lnTo>
                <a:lnTo>
                  <a:pt x="28293" y="143865"/>
                </a:lnTo>
                <a:lnTo>
                  <a:pt x="26066" y="141826"/>
                </a:lnTo>
                <a:lnTo>
                  <a:pt x="142881" y="141826"/>
                </a:lnTo>
                <a:lnTo>
                  <a:pt x="142881" y="143132"/>
                </a:lnTo>
                <a:lnTo>
                  <a:pt x="142216" y="143865"/>
                </a:lnTo>
                <a:lnTo>
                  <a:pt x="141988" y="143865"/>
                </a:lnTo>
                <a:lnTo>
                  <a:pt x="142881" y="145623"/>
                </a:lnTo>
                <a:lnTo>
                  <a:pt x="142881" y="148238"/>
                </a:lnTo>
                <a:lnTo>
                  <a:pt x="32573" y="148238"/>
                </a:lnTo>
                <a:lnTo>
                  <a:pt x="28360" y="150345"/>
                </a:lnTo>
                <a:close/>
              </a:path>
              <a:path w="142875" h="170179">
                <a:moveTo>
                  <a:pt x="34941" y="156690"/>
                </a:moveTo>
                <a:lnTo>
                  <a:pt x="34599" y="156690"/>
                </a:lnTo>
                <a:lnTo>
                  <a:pt x="32573" y="154664"/>
                </a:lnTo>
                <a:lnTo>
                  <a:pt x="34679" y="150345"/>
                </a:lnTo>
                <a:lnTo>
                  <a:pt x="32573" y="148238"/>
                </a:lnTo>
                <a:lnTo>
                  <a:pt x="137388" y="148238"/>
                </a:lnTo>
                <a:lnTo>
                  <a:pt x="136078" y="150197"/>
                </a:lnTo>
                <a:lnTo>
                  <a:pt x="135979" y="150345"/>
                </a:lnTo>
                <a:lnTo>
                  <a:pt x="137401" y="154370"/>
                </a:lnTo>
                <a:lnTo>
                  <a:pt x="126978" y="154370"/>
                </a:lnTo>
                <a:lnTo>
                  <a:pt x="126294" y="154664"/>
                </a:lnTo>
                <a:lnTo>
                  <a:pt x="45165" y="154664"/>
                </a:lnTo>
                <a:lnTo>
                  <a:pt x="44694" y="154933"/>
                </a:lnTo>
                <a:lnTo>
                  <a:pt x="38785" y="154933"/>
                </a:lnTo>
                <a:lnTo>
                  <a:pt x="34941" y="156690"/>
                </a:lnTo>
                <a:close/>
              </a:path>
              <a:path w="142875" h="170179">
                <a:moveTo>
                  <a:pt x="142218" y="150197"/>
                </a:moveTo>
                <a:lnTo>
                  <a:pt x="137260" y="148238"/>
                </a:lnTo>
                <a:lnTo>
                  <a:pt x="142881" y="148238"/>
                </a:lnTo>
                <a:lnTo>
                  <a:pt x="142881" y="149544"/>
                </a:lnTo>
                <a:lnTo>
                  <a:pt x="142218" y="150197"/>
                </a:lnTo>
                <a:close/>
              </a:path>
              <a:path w="142875" h="170179">
                <a:moveTo>
                  <a:pt x="133940" y="157736"/>
                </a:moveTo>
                <a:lnTo>
                  <a:pt x="126978" y="154370"/>
                </a:lnTo>
                <a:lnTo>
                  <a:pt x="137401" y="154370"/>
                </a:lnTo>
                <a:lnTo>
                  <a:pt x="137505" y="154664"/>
                </a:lnTo>
                <a:lnTo>
                  <a:pt x="137600" y="154933"/>
                </a:lnTo>
                <a:lnTo>
                  <a:pt x="137809" y="154933"/>
                </a:lnTo>
                <a:lnTo>
                  <a:pt x="133940" y="157736"/>
                </a:lnTo>
                <a:close/>
              </a:path>
              <a:path w="142875" h="170179">
                <a:moveTo>
                  <a:pt x="116083" y="162834"/>
                </a:moveTo>
                <a:lnTo>
                  <a:pt x="111925" y="161171"/>
                </a:lnTo>
                <a:lnTo>
                  <a:pt x="45669" y="161171"/>
                </a:lnTo>
                <a:lnTo>
                  <a:pt x="47451" y="156690"/>
                </a:lnTo>
                <a:lnTo>
                  <a:pt x="47558" y="156421"/>
                </a:lnTo>
                <a:lnTo>
                  <a:pt x="44900" y="154664"/>
                </a:lnTo>
                <a:lnTo>
                  <a:pt x="126294" y="154664"/>
                </a:lnTo>
                <a:lnTo>
                  <a:pt x="122993" y="156087"/>
                </a:lnTo>
                <a:lnTo>
                  <a:pt x="124390" y="161171"/>
                </a:lnTo>
                <a:lnTo>
                  <a:pt x="124482" y="161506"/>
                </a:lnTo>
                <a:lnTo>
                  <a:pt x="118660" y="161506"/>
                </a:lnTo>
                <a:lnTo>
                  <a:pt x="116083" y="162834"/>
                </a:lnTo>
                <a:close/>
              </a:path>
              <a:path w="142875" h="170179">
                <a:moveTo>
                  <a:pt x="41615" y="156690"/>
                </a:moveTo>
                <a:lnTo>
                  <a:pt x="38785" y="154933"/>
                </a:lnTo>
                <a:lnTo>
                  <a:pt x="44694" y="154933"/>
                </a:lnTo>
                <a:lnTo>
                  <a:pt x="41615" y="156690"/>
                </a:lnTo>
                <a:close/>
              </a:path>
              <a:path w="142875" h="170179">
                <a:moveTo>
                  <a:pt x="47763" y="163076"/>
                </a:moveTo>
                <a:lnTo>
                  <a:pt x="47437" y="163076"/>
                </a:lnTo>
                <a:lnTo>
                  <a:pt x="45519" y="161171"/>
                </a:lnTo>
                <a:lnTo>
                  <a:pt x="58398" y="161171"/>
                </a:lnTo>
                <a:lnTo>
                  <a:pt x="57571" y="161506"/>
                </a:lnTo>
                <a:lnTo>
                  <a:pt x="51663" y="161506"/>
                </a:lnTo>
                <a:lnTo>
                  <a:pt x="47763" y="163076"/>
                </a:lnTo>
                <a:close/>
              </a:path>
              <a:path w="142875" h="170179">
                <a:moveTo>
                  <a:pt x="62771" y="170038"/>
                </a:moveTo>
                <a:lnTo>
                  <a:pt x="58586" y="168267"/>
                </a:lnTo>
                <a:lnTo>
                  <a:pt x="60009" y="163076"/>
                </a:lnTo>
                <a:lnTo>
                  <a:pt x="60075" y="162834"/>
                </a:lnTo>
                <a:lnTo>
                  <a:pt x="58398" y="161171"/>
                </a:lnTo>
                <a:lnTo>
                  <a:pt x="111925" y="161171"/>
                </a:lnTo>
                <a:lnTo>
                  <a:pt x="110021" y="163076"/>
                </a:lnTo>
                <a:lnTo>
                  <a:pt x="111952" y="167932"/>
                </a:lnTo>
                <a:lnTo>
                  <a:pt x="111709" y="168093"/>
                </a:lnTo>
                <a:lnTo>
                  <a:pt x="68620" y="168093"/>
                </a:lnTo>
                <a:lnTo>
                  <a:pt x="62771" y="170038"/>
                </a:lnTo>
                <a:close/>
              </a:path>
              <a:path w="142875" h="170179">
                <a:moveTo>
                  <a:pt x="54299" y="162834"/>
                </a:moveTo>
                <a:lnTo>
                  <a:pt x="51663" y="161506"/>
                </a:lnTo>
                <a:lnTo>
                  <a:pt x="57571" y="161506"/>
                </a:lnTo>
                <a:lnTo>
                  <a:pt x="54299" y="162834"/>
                </a:lnTo>
                <a:close/>
              </a:path>
              <a:path w="142875" h="170179">
                <a:moveTo>
                  <a:pt x="122899" y="163076"/>
                </a:moveTo>
                <a:lnTo>
                  <a:pt x="122573" y="163076"/>
                </a:lnTo>
                <a:lnTo>
                  <a:pt x="118660" y="161506"/>
                </a:lnTo>
                <a:lnTo>
                  <a:pt x="124482" y="161506"/>
                </a:lnTo>
                <a:lnTo>
                  <a:pt x="122899" y="163076"/>
                </a:lnTo>
                <a:close/>
              </a:path>
              <a:path w="142875" h="170179">
                <a:moveTo>
                  <a:pt x="76388" y="169180"/>
                </a:moveTo>
                <a:lnTo>
                  <a:pt x="68620" y="168093"/>
                </a:lnTo>
                <a:lnTo>
                  <a:pt x="111709" y="168093"/>
                </a:lnTo>
                <a:lnTo>
                  <a:pt x="111445" y="168267"/>
                </a:lnTo>
                <a:lnTo>
                  <a:pt x="106495" y="168267"/>
                </a:lnTo>
                <a:lnTo>
                  <a:pt x="104477" y="168603"/>
                </a:lnTo>
                <a:lnTo>
                  <a:pt x="81016" y="168603"/>
                </a:lnTo>
                <a:lnTo>
                  <a:pt x="76388" y="169180"/>
                </a:lnTo>
                <a:close/>
              </a:path>
              <a:path w="142875" h="170179">
                <a:moveTo>
                  <a:pt x="109738" y="169395"/>
                </a:moveTo>
                <a:lnTo>
                  <a:pt x="105581" y="168267"/>
                </a:lnTo>
                <a:lnTo>
                  <a:pt x="111445" y="168267"/>
                </a:lnTo>
                <a:lnTo>
                  <a:pt x="109738" y="169395"/>
                </a:lnTo>
                <a:close/>
              </a:path>
              <a:path w="142875" h="170179">
                <a:moveTo>
                  <a:pt x="98510" y="169595"/>
                </a:moveTo>
                <a:lnTo>
                  <a:pt x="91239" y="168603"/>
                </a:lnTo>
                <a:lnTo>
                  <a:pt x="104477" y="168603"/>
                </a:lnTo>
                <a:lnTo>
                  <a:pt x="98510" y="1695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2" name="object 382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8158090" y="8259953"/>
            <a:ext cx="129908" cy="143490"/>
          </a:xfrm>
          <a:prstGeom prst="rect">
            <a:avLst/>
          </a:prstGeom>
        </p:spPr>
      </p:pic>
      <p:pic>
        <p:nvPicPr>
          <p:cNvPr id="386" name="object 386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483825" y="1329009"/>
            <a:ext cx="733138" cy="673100"/>
          </a:xfrm>
          <a:prstGeom prst="rect">
            <a:avLst/>
          </a:prstGeom>
        </p:spPr>
      </p:pic>
      <p:pic>
        <p:nvPicPr>
          <p:cNvPr id="387" name="object 387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687005" y="4953348"/>
            <a:ext cx="406003" cy="379729"/>
          </a:xfrm>
          <a:prstGeom prst="rect">
            <a:avLst/>
          </a:prstGeom>
        </p:spPr>
      </p:pic>
      <p:grpSp>
        <p:nvGrpSpPr>
          <p:cNvPr id="388" name="object 388"/>
          <p:cNvGrpSpPr/>
          <p:nvPr/>
        </p:nvGrpSpPr>
        <p:grpSpPr>
          <a:xfrm>
            <a:off x="7672778" y="0"/>
            <a:ext cx="10614660" cy="1819275"/>
            <a:chOff x="7672778" y="0"/>
            <a:chExt cx="10614660" cy="1819275"/>
          </a:xfrm>
        </p:grpSpPr>
        <p:pic>
          <p:nvPicPr>
            <p:cNvPr id="389" name="object 38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672778" y="91792"/>
              <a:ext cx="10614495" cy="1543049"/>
            </a:xfrm>
            <a:prstGeom prst="rect">
              <a:avLst/>
            </a:prstGeom>
          </p:spPr>
        </p:pic>
        <p:pic>
          <p:nvPicPr>
            <p:cNvPr id="390" name="object 39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353882" y="0"/>
              <a:ext cx="9730851" cy="1819274"/>
            </a:xfrm>
            <a:prstGeom prst="rect">
              <a:avLst/>
            </a:prstGeom>
          </p:spPr>
        </p:pic>
      </p:grpSp>
      <p:sp>
        <p:nvSpPr>
          <p:cNvPr id="392" name="object 392"/>
          <p:cNvSpPr txBox="1">
            <a:spLocks noGrp="1"/>
          </p:cNvSpPr>
          <p:nvPr>
            <p:ph type="title"/>
          </p:nvPr>
        </p:nvSpPr>
        <p:spPr>
          <a:xfrm>
            <a:off x="1975385" y="318198"/>
            <a:ext cx="3503295" cy="1263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100" spc="210" dirty="0">
                <a:solidFill>
                  <a:srgbClr val="FF6D4D"/>
                </a:solidFill>
                <a:latin typeface="Trebuchet MS"/>
                <a:cs typeface="Trebuchet MS"/>
              </a:rPr>
              <a:t>ABOUT</a:t>
            </a:r>
            <a:endParaRPr sz="8100">
              <a:latin typeface="Trebuchet MS"/>
              <a:cs typeface="Trebuchet MS"/>
            </a:endParaRPr>
          </a:p>
        </p:txBody>
      </p:sp>
      <p:sp>
        <p:nvSpPr>
          <p:cNvPr id="393" name="object 393"/>
          <p:cNvSpPr txBox="1"/>
          <p:nvPr/>
        </p:nvSpPr>
        <p:spPr>
          <a:xfrm>
            <a:off x="781980" y="1875497"/>
            <a:ext cx="6974205" cy="597662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065" marR="5080" algn="ctr">
              <a:lnSpc>
                <a:spcPts val="4010"/>
              </a:lnSpc>
              <a:spcBef>
                <a:spcPts val="919"/>
              </a:spcBef>
            </a:pPr>
            <a:r>
              <a:rPr sz="4000" spc="100" dirty="0">
                <a:latin typeface="Times New Roman"/>
                <a:cs typeface="Times New Roman"/>
              </a:rPr>
              <a:t>This</a:t>
            </a:r>
            <a:r>
              <a:rPr sz="4000" spc="15" dirty="0">
                <a:latin typeface="Times New Roman"/>
                <a:cs typeface="Times New Roman"/>
              </a:rPr>
              <a:t> </a:t>
            </a:r>
            <a:r>
              <a:rPr sz="4000" spc="90" dirty="0">
                <a:latin typeface="Times New Roman"/>
                <a:cs typeface="Times New Roman"/>
              </a:rPr>
              <a:t>project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45" dirty="0">
                <a:latin typeface="Times New Roman"/>
                <a:cs typeface="Times New Roman"/>
              </a:rPr>
              <a:t>analyzes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110" dirty="0">
                <a:latin typeface="Times New Roman"/>
                <a:cs typeface="Times New Roman"/>
              </a:rPr>
              <a:t>the </a:t>
            </a:r>
            <a:r>
              <a:rPr sz="4000" spc="95" dirty="0">
                <a:latin typeface="Times New Roman"/>
                <a:cs typeface="Times New Roman"/>
              </a:rPr>
              <a:t>relationship</a:t>
            </a:r>
            <a:r>
              <a:rPr sz="4000" spc="25" dirty="0">
                <a:latin typeface="Times New Roman"/>
                <a:cs typeface="Times New Roman"/>
              </a:rPr>
              <a:t> </a:t>
            </a:r>
            <a:r>
              <a:rPr sz="4000" spc="70" dirty="0">
                <a:latin typeface="Times New Roman"/>
                <a:cs typeface="Times New Roman"/>
              </a:rPr>
              <a:t>between</a:t>
            </a:r>
            <a:r>
              <a:rPr sz="4000" spc="2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energy </a:t>
            </a:r>
            <a:r>
              <a:rPr sz="4000" spc="140" dirty="0">
                <a:latin typeface="Times New Roman"/>
                <a:cs typeface="Times New Roman"/>
              </a:rPr>
              <a:t>consumption,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165" dirty="0">
                <a:latin typeface="Times New Roman"/>
                <a:cs typeface="Times New Roman"/>
              </a:rPr>
              <a:t>carbon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emissions, </a:t>
            </a:r>
            <a:r>
              <a:rPr sz="4000" spc="150" dirty="0">
                <a:latin typeface="Times New Roman"/>
                <a:cs typeface="Times New Roman"/>
              </a:rPr>
              <a:t>GDP,</a:t>
            </a:r>
            <a:r>
              <a:rPr sz="4000" spc="15" dirty="0">
                <a:latin typeface="Times New Roman"/>
                <a:cs typeface="Times New Roman"/>
              </a:rPr>
              <a:t> </a:t>
            </a:r>
            <a:r>
              <a:rPr sz="4000" spc="220" dirty="0">
                <a:latin typeface="Times New Roman"/>
                <a:cs typeface="Times New Roman"/>
              </a:rPr>
              <a:t>and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155" dirty="0">
                <a:latin typeface="Times New Roman"/>
                <a:cs typeface="Times New Roman"/>
              </a:rPr>
              <a:t>population</a:t>
            </a:r>
            <a:r>
              <a:rPr sz="4000" spc="15" dirty="0">
                <a:latin typeface="Times New Roman"/>
                <a:cs typeface="Times New Roman"/>
              </a:rPr>
              <a:t> </a:t>
            </a:r>
            <a:r>
              <a:rPr sz="4000" spc="60" dirty="0">
                <a:latin typeface="Times New Roman"/>
                <a:cs typeface="Times New Roman"/>
              </a:rPr>
              <a:t>across </a:t>
            </a:r>
            <a:r>
              <a:rPr sz="4000" spc="105" dirty="0">
                <a:latin typeface="Times New Roman"/>
                <a:cs typeface="Times New Roman"/>
              </a:rPr>
              <a:t>countries</a:t>
            </a:r>
            <a:r>
              <a:rPr sz="4000" spc="65" dirty="0">
                <a:latin typeface="Times New Roman"/>
                <a:cs typeface="Times New Roman"/>
              </a:rPr>
              <a:t> </a:t>
            </a:r>
            <a:r>
              <a:rPr sz="4000" spc="50" dirty="0">
                <a:latin typeface="Times New Roman"/>
                <a:cs typeface="Times New Roman"/>
              </a:rPr>
              <a:t>over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time.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spc="110" dirty="0">
                <a:latin typeface="Times New Roman"/>
                <a:cs typeface="Times New Roman"/>
              </a:rPr>
              <a:t>Using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spc="110" dirty="0">
                <a:latin typeface="Times New Roman"/>
                <a:cs typeface="Times New Roman"/>
              </a:rPr>
              <a:t>SQL </a:t>
            </a:r>
            <a:r>
              <a:rPr sz="4000" spc="220" dirty="0">
                <a:latin typeface="Times New Roman"/>
                <a:cs typeface="Times New Roman"/>
              </a:rPr>
              <a:t>and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190" dirty="0">
                <a:latin typeface="Times New Roman"/>
                <a:cs typeface="Times New Roman"/>
              </a:rPr>
              <a:t>data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65" dirty="0">
                <a:latin typeface="Times New Roman"/>
                <a:cs typeface="Times New Roman"/>
              </a:rPr>
              <a:t>visualization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70" dirty="0">
                <a:latin typeface="Times New Roman"/>
                <a:cs typeface="Times New Roman"/>
              </a:rPr>
              <a:t>tools,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695960">
              <a:lnSpc>
                <a:spcPct val="100000"/>
              </a:lnSpc>
            </a:pPr>
            <a:r>
              <a:rPr sz="4100" spc="135" dirty="0">
                <a:latin typeface="Times New Roman"/>
                <a:cs typeface="Times New Roman"/>
              </a:rPr>
              <a:t>DataBase:MY</a:t>
            </a:r>
            <a:r>
              <a:rPr sz="4100" spc="25" dirty="0">
                <a:latin typeface="Times New Roman"/>
                <a:cs typeface="Times New Roman"/>
              </a:rPr>
              <a:t> </a:t>
            </a:r>
            <a:r>
              <a:rPr sz="4100" spc="95" dirty="0">
                <a:latin typeface="Times New Roman"/>
                <a:cs typeface="Times New Roman"/>
              </a:rPr>
              <a:t>SQL</a:t>
            </a:r>
            <a:endParaRPr sz="4100" dirty="0">
              <a:latin typeface="Times New Roman"/>
              <a:cs typeface="Times New Roman"/>
            </a:endParaRPr>
          </a:p>
          <a:p>
            <a:pPr marL="391160">
              <a:lnSpc>
                <a:spcPct val="100000"/>
              </a:lnSpc>
              <a:spcBef>
                <a:spcPts val="1420"/>
              </a:spcBef>
            </a:pPr>
            <a:r>
              <a:rPr sz="3450" dirty="0">
                <a:latin typeface="Times New Roman"/>
                <a:cs typeface="Times New Roman"/>
              </a:rPr>
              <a:t>Tool:</a:t>
            </a:r>
            <a:r>
              <a:rPr sz="3450" spc="100" dirty="0">
                <a:latin typeface="Times New Roman"/>
                <a:cs typeface="Times New Roman"/>
              </a:rPr>
              <a:t> </a:t>
            </a:r>
            <a:r>
              <a:rPr sz="3450" spc="130" dirty="0">
                <a:latin typeface="Times New Roman"/>
                <a:cs typeface="Times New Roman"/>
              </a:rPr>
              <a:t>SQL</a:t>
            </a:r>
            <a:r>
              <a:rPr sz="3450" spc="100" dirty="0">
                <a:latin typeface="Times New Roman"/>
                <a:cs typeface="Times New Roman"/>
              </a:rPr>
              <a:t> </a:t>
            </a:r>
            <a:r>
              <a:rPr sz="3450" spc="215" dirty="0">
                <a:latin typeface="Times New Roman"/>
                <a:cs typeface="Times New Roman"/>
              </a:rPr>
              <a:t>WORKBENCH</a:t>
            </a:r>
            <a:endParaRPr sz="3450" dirty="0">
              <a:latin typeface="Times New Roman"/>
              <a:cs typeface="Times New Roman"/>
            </a:endParaRPr>
          </a:p>
          <a:p>
            <a:pPr marL="1179195">
              <a:lnSpc>
                <a:spcPct val="100000"/>
              </a:lnSpc>
              <a:spcBef>
                <a:spcPts val="945"/>
              </a:spcBef>
            </a:pPr>
            <a:r>
              <a:rPr sz="3950" spc="110" dirty="0">
                <a:latin typeface="Times New Roman"/>
                <a:cs typeface="Times New Roman"/>
              </a:rPr>
              <a:t>Language: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spc="120" dirty="0">
                <a:latin typeface="Times New Roman"/>
                <a:cs typeface="Times New Roman"/>
              </a:rPr>
              <a:t>SQL</a:t>
            </a:r>
            <a:endParaRPr sz="3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2F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5627" y="741939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2208" y="741939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8866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9005" y="2868"/>
                </a:lnTo>
                <a:lnTo>
                  <a:pt x="18866" y="3141"/>
                </a:lnTo>
                <a:close/>
              </a:path>
              <a:path w="24130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66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30" h="24129">
                <a:moveTo>
                  <a:pt x="23939" y="7926"/>
                </a:moveTo>
                <a:lnTo>
                  <a:pt x="19345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30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30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58790" y="741939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30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8" y="7926"/>
                </a:lnTo>
                <a:lnTo>
                  <a:pt x="23949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30" h="24129">
                <a:moveTo>
                  <a:pt x="23938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8" y="7926"/>
                </a:lnTo>
                <a:close/>
              </a:path>
              <a:path w="24130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53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30" h="24129">
                <a:moveTo>
                  <a:pt x="22701" y="18993"/>
                </a:moveTo>
                <a:lnTo>
                  <a:pt x="20720" y="18109"/>
                </a:lnTo>
                <a:lnTo>
                  <a:pt x="19153" y="17383"/>
                </a:lnTo>
                <a:lnTo>
                  <a:pt x="23949" y="17383"/>
                </a:lnTo>
                <a:lnTo>
                  <a:pt x="23949" y="17678"/>
                </a:lnTo>
                <a:lnTo>
                  <a:pt x="22701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5372" y="741939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8855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5" y="3141"/>
                </a:lnTo>
                <a:close/>
              </a:path>
              <a:path w="24130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5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30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30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30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450" y="7572891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07" y="44927"/>
                </a:moveTo>
                <a:lnTo>
                  <a:pt x="17259" y="43646"/>
                </a:lnTo>
                <a:lnTo>
                  <a:pt x="18790" y="39620"/>
                </a:lnTo>
                <a:lnTo>
                  <a:pt x="18109" y="38792"/>
                </a:lnTo>
                <a:lnTo>
                  <a:pt x="16148" y="37432"/>
                </a:lnTo>
                <a:lnTo>
                  <a:pt x="8675" y="40573"/>
                </a:lnTo>
                <a:lnTo>
                  <a:pt x="6339" y="37704"/>
                </a:lnTo>
                <a:lnTo>
                  <a:pt x="7938" y="34574"/>
                </a:lnTo>
                <a:lnTo>
                  <a:pt x="6498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01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24"/>
                </a:lnTo>
                <a:lnTo>
                  <a:pt x="5998" y="17723"/>
                </a:lnTo>
                <a:lnTo>
                  <a:pt x="7223" y="17020"/>
                </a:lnTo>
                <a:lnTo>
                  <a:pt x="8595" y="15059"/>
                </a:lnTo>
                <a:lnTo>
                  <a:pt x="5443" y="7586"/>
                </a:lnTo>
                <a:lnTo>
                  <a:pt x="8312" y="5238"/>
                </a:lnTo>
                <a:lnTo>
                  <a:pt x="11442" y="6837"/>
                </a:lnTo>
                <a:lnTo>
                  <a:pt x="13755" y="5409"/>
                </a:lnTo>
                <a:lnTo>
                  <a:pt x="17202" y="7041"/>
                </a:lnTo>
                <a:lnTo>
                  <a:pt x="18586" y="5658"/>
                </a:lnTo>
                <a:lnTo>
                  <a:pt x="17554" y="861"/>
                </a:lnTo>
                <a:lnTo>
                  <a:pt x="20105" y="56"/>
                </a:lnTo>
                <a:lnTo>
                  <a:pt x="27011" y="0"/>
                </a:lnTo>
                <a:lnTo>
                  <a:pt x="29585" y="895"/>
                </a:lnTo>
                <a:lnTo>
                  <a:pt x="28496" y="5635"/>
                </a:lnTo>
                <a:lnTo>
                  <a:pt x="29506" y="6645"/>
                </a:lnTo>
                <a:lnTo>
                  <a:pt x="33645" y="6089"/>
                </a:lnTo>
                <a:lnTo>
                  <a:pt x="35266" y="6180"/>
                </a:lnTo>
                <a:lnTo>
                  <a:pt x="39303" y="5601"/>
                </a:lnTo>
                <a:lnTo>
                  <a:pt x="40777" y="6985"/>
                </a:lnTo>
                <a:lnTo>
                  <a:pt x="39145" y="10534"/>
                </a:lnTo>
                <a:lnTo>
                  <a:pt x="40596" y="12666"/>
                </a:lnTo>
                <a:lnTo>
                  <a:pt x="38963" y="16113"/>
                </a:lnTo>
                <a:lnTo>
                  <a:pt x="40437" y="17587"/>
                </a:lnTo>
                <a:lnTo>
                  <a:pt x="45019" y="16329"/>
                </a:lnTo>
                <a:lnTo>
                  <a:pt x="45812" y="18200"/>
                </a:lnTo>
                <a:lnTo>
                  <a:pt x="46005" y="26897"/>
                </a:lnTo>
                <a:lnTo>
                  <a:pt x="44724" y="28757"/>
                </a:lnTo>
                <a:lnTo>
                  <a:pt x="40698" y="27226"/>
                </a:lnTo>
                <a:lnTo>
                  <a:pt x="39870" y="27906"/>
                </a:lnTo>
                <a:lnTo>
                  <a:pt x="38510" y="29868"/>
                </a:lnTo>
                <a:lnTo>
                  <a:pt x="41651" y="37341"/>
                </a:lnTo>
                <a:lnTo>
                  <a:pt x="38782" y="39688"/>
                </a:lnTo>
                <a:lnTo>
                  <a:pt x="35652" y="38078"/>
                </a:lnTo>
                <a:lnTo>
                  <a:pt x="33338" y="39518"/>
                </a:lnTo>
                <a:lnTo>
                  <a:pt x="29891" y="37885"/>
                </a:lnTo>
                <a:lnTo>
                  <a:pt x="28417" y="39359"/>
                </a:lnTo>
                <a:lnTo>
                  <a:pt x="29676" y="43941"/>
                </a:lnTo>
                <a:lnTo>
                  <a:pt x="27816" y="44734"/>
                </a:lnTo>
                <a:lnTo>
                  <a:pt x="19107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8643" y="757241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415"/>
                </a:moveTo>
                <a:lnTo>
                  <a:pt x="29653" y="44440"/>
                </a:lnTo>
                <a:lnTo>
                  <a:pt x="25129" y="45415"/>
                </a:lnTo>
                <a:lnTo>
                  <a:pt x="20842" y="44712"/>
                </a:lnTo>
                <a:lnTo>
                  <a:pt x="16182" y="44712"/>
                </a:lnTo>
                <a:lnTo>
                  <a:pt x="13245" y="45233"/>
                </a:lnTo>
                <a:lnTo>
                  <a:pt x="11385" y="44428"/>
                </a:lnTo>
                <a:lnTo>
                  <a:pt x="12587" y="39858"/>
                </a:lnTo>
                <a:lnTo>
                  <a:pt x="12054" y="39269"/>
                </a:lnTo>
                <a:lnTo>
                  <a:pt x="10682" y="38600"/>
                </a:lnTo>
                <a:lnTo>
                  <a:pt x="7870" y="40108"/>
                </a:lnTo>
                <a:lnTo>
                  <a:pt x="5737" y="38690"/>
                </a:lnTo>
                <a:lnTo>
                  <a:pt x="7370" y="34585"/>
                </a:lnTo>
                <a:lnTo>
                  <a:pt x="5976" y="33191"/>
                </a:lnTo>
                <a:lnTo>
                  <a:pt x="1542" y="34574"/>
                </a:lnTo>
                <a:lnTo>
                  <a:pt x="33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4"/>
                </a:lnTo>
                <a:lnTo>
                  <a:pt x="7336" y="10965"/>
                </a:lnTo>
                <a:lnTo>
                  <a:pt x="5704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9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81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5" y="7336"/>
                </a:lnTo>
                <a:lnTo>
                  <a:pt x="38362" y="5703"/>
                </a:lnTo>
                <a:lnTo>
                  <a:pt x="40177" y="7518"/>
                </a:lnTo>
                <a:lnTo>
                  <a:pt x="38362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20" y="12961"/>
                </a:lnTo>
                <a:lnTo>
                  <a:pt x="43919" y="16397"/>
                </a:lnTo>
                <a:lnTo>
                  <a:pt x="44712" y="17497"/>
                </a:lnTo>
                <a:lnTo>
                  <a:pt x="44054" y="20966"/>
                </a:lnTo>
                <a:lnTo>
                  <a:pt x="45563" y="24969"/>
                </a:lnTo>
                <a:lnTo>
                  <a:pt x="44474" y="29346"/>
                </a:lnTo>
                <a:lnTo>
                  <a:pt x="45381" y="33157"/>
                </a:lnTo>
                <a:lnTo>
                  <a:pt x="43805" y="34733"/>
                </a:lnTo>
                <a:lnTo>
                  <a:pt x="40358" y="33100"/>
                </a:lnTo>
                <a:lnTo>
                  <a:pt x="39269" y="33826"/>
                </a:lnTo>
                <a:lnTo>
                  <a:pt x="38623" y="35243"/>
                </a:lnTo>
                <a:lnTo>
                  <a:pt x="40074" y="37953"/>
                </a:lnTo>
                <a:lnTo>
                  <a:pt x="38748" y="40108"/>
                </a:lnTo>
                <a:lnTo>
                  <a:pt x="34552" y="38543"/>
                </a:lnTo>
                <a:lnTo>
                  <a:pt x="33066" y="40028"/>
                </a:lnTo>
                <a:lnTo>
                  <a:pt x="34699" y="44133"/>
                </a:lnTo>
                <a:lnTo>
                  <a:pt x="32772" y="454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5225" y="757244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72" y="45381"/>
                </a:moveTo>
                <a:lnTo>
                  <a:pt x="29653" y="44406"/>
                </a:lnTo>
                <a:lnTo>
                  <a:pt x="25128" y="45381"/>
                </a:lnTo>
                <a:lnTo>
                  <a:pt x="20842" y="44678"/>
                </a:lnTo>
                <a:lnTo>
                  <a:pt x="16182" y="44678"/>
                </a:lnTo>
                <a:lnTo>
                  <a:pt x="13245" y="45199"/>
                </a:lnTo>
                <a:lnTo>
                  <a:pt x="11385" y="44394"/>
                </a:lnTo>
                <a:lnTo>
                  <a:pt x="12587" y="39824"/>
                </a:lnTo>
                <a:lnTo>
                  <a:pt x="12054" y="39235"/>
                </a:lnTo>
                <a:lnTo>
                  <a:pt x="10682" y="38566"/>
                </a:lnTo>
                <a:lnTo>
                  <a:pt x="7870" y="40074"/>
                </a:lnTo>
                <a:lnTo>
                  <a:pt x="5737" y="38656"/>
                </a:lnTo>
                <a:lnTo>
                  <a:pt x="7370" y="34551"/>
                </a:lnTo>
                <a:lnTo>
                  <a:pt x="5976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611" y="12020"/>
                </a:lnTo>
                <a:lnTo>
                  <a:pt x="7336" y="10931"/>
                </a:lnTo>
                <a:lnTo>
                  <a:pt x="5704" y="7484"/>
                </a:lnTo>
                <a:lnTo>
                  <a:pt x="7518" y="5669"/>
                </a:lnTo>
                <a:lnTo>
                  <a:pt x="10965" y="7302"/>
                </a:lnTo>
                <a:lnTo>
                  <a:pt x="12054" y="6576"/>
                </a:lnTo>
                <a:lnTo>
                  <a:pt x="12587" y="5975"/>
                </a:lnTo>
                <a:lnTo>
                  <a:pt x="11385" y="1417"/>
                </a:lnTo>
                <a:lnTo>
                  <a:pt x="14537" y="45"/>
                </a:lnTo>
                <a:lnTo>
                  <a:pt x="20184" y="1133"/>
                </a:lnTo>
                <a:lnTo>
                  <a:pt x="25525" y="1133"/>
                </a:lnTo>
                <a:lnTo>
                  <a:pt x="31569" y="0"/>
                </a:lnTo>
                <a:lnTo>
                  <a:pt x="34574" y="1508"/>
                </a:lnTo>
                <a:lnTo>
                  <a:pt x="33191" y="5941"/>
                </a:lnTo>
                <a:lnTo>
                  <a:pt x="34585" y="7336"/>
                </a:lnTo>
                <a:lnTo>
                  <a:pt x="38690" y="5703"/>
                </a:lnTo>
                <a:lnTo>
                  <a:pt x="40108" y="7835"/>
                </a:lnTo>
                <a:lnTo>
                  <a:pt x="38600" y="10647"/>
                </a:lnTo>
                <a:lnTo>
                  <a:pt x="39269" y="12020"/>
                </a:lnTo>
                <a:lnTo>
                  <a:pt x="40358" y="12745"/>
                </a:lnTo>
                <a:lnTo>
                  <a:pt x="43805" y="11112"/>
                </a:lnTo>
                <a:lnTo>
                  <a:pt x="45619" y="12927"/>
                </a:lnTo>
                <a:lnTo>
                  <a:pt x="43918" y="16363"/>
                </a:lnTo>
                <a:lnTo>
                  <a:pt x="44712" y="17463"/>
                </a:lnTo>
                <a:lnTo>
                  <a:pt x="44054" y="20932"/>
                </a:lnTo>
                <a:lnTo>
                  <a:pt x="45563" y="24935"/>
                </a:lnTo>
                <a:lnTo>
                  <a:pt x="44474" y="29312"/>
                </a:lnTo>
                <a:lnTo>
                  <a:pt x="45381" y="33123"/>
                </a:lnTo>
                <a:lnTo>
                  <a:pt x="43805" y="34699"/>
                </a:lnTo>
                <a:lnTo>
                  <a:pt x="40358" y="33066"/>
                </a:lnTo>
                <a:lnTo>
                  <a:pt x="39269" y="33792"/>
                </a:lnTo>
                <a:lnTo>
                  <a:pt x="38623" y="35209"/>
                </a:lnTo>
                <a:lnTo>
                  <a:pt x="40085" y="37919"/>
                </a:lnTo>
                <a:lnTo>
                  <a:pt x="38759" y="40074"/>
                </a:lnTo>
                <a:lnTo>
                  <a:pt x="34552" y="38509"/>
                </a:lnTo>
                <a:lnTo>
                  <a:pt x="33066" y="39994"/>
                </a:lnTo>
                <a:lnTo>
                  <a:pt x="34699" y="44099"/>
                </a:lnTo>
                <a:lnTo>
                  <a:pt x="32772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11818" y="757244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3293" y="45188"/>
                </a:moveTo>
                <a:lnTo>
                  <a:pt x="29166" y="44632"/>
                </a:lnTo>
                <a:lnTo>
                  <a:pt x="26557" y="44768"/>
                </a:lnTo>
                <a:lnTo>
                  <a:pt x="24743" y="44576"/>
                </a:lnTo>
                <a:lnTo>
                  <a:pt x="21126" y="44780"/>
                </a:lnTo>
                <a:lnTo>
                  <a:pt x="19288" y="44678"/>
                </a:lnTo>
                <a:lnTo>
                  <a:pt x="16397" y="44678"/>
                </a:lnTo>
                <a:lnTo>
                  <a:pt x="12938" y="45222"/>
                </a:lnTo>
                <a:lnTo>
                  <a:pt x="11237" y="44190"/>
                </a:lnTo>
                <a:lnTo>
                  <a:pt x="12689" y="39983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6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1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302"/>
                </a:lnTo>
                <a:lnTo>
                  <a:pt x="12042" y="6576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45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97" y="7835"/>
                </a:lnTo>
                <a:lnTo>
                  <a:pt x="38588" y="10647"/>
                </a:lnTo>
                <a:lnTo>
                  <a:pt x="39257" y="12020"/>
                </a:lnTo>
                <a:lnTo>
                  <a:pt x="40346" y="12745"/>
                </a:lnTo>
                <a:lnTo>
                  <a:pt x="43793" y="11112"/>
                </a:lnTo>
                <a:lnTo>
                  <a:pt x="45608" y="12927"/>
                </a:lnTo>
                <a:lnTo>
                  <a:pt x="43907" y="16363"/>
                </a:lnTo>
                <a:lnTo>
                  <a:pt x="44701" y="17463"/>
                </a:lnTo>
                <a:lnTo>
                  <a:pt x="44701" y="29675"/>
                </a:lnTo>
                <a:lnTo>
                  <a:pt x="45212" y="32590"/>
                </a:lnTo>
                <a:lnTo>
                  <a:pt x="44406" y="34483"/>
                </a:lnTo>
                <a:lnTo>
                  <a:pt x="39825" y="33225"/>
                </a:lnTo>
                <a:lnTo>
                  <a:pt x="38600" y="34449"/>
                </a:lnTo>
                <a:lnTo>
                  <a:pt x="40029" y="38826"/>
                </a:lnTo>
                <a:lnTo>
                  <a:pt x="37841" y="39983"/>
                </a:lnTo>
                <a:lnTo>
                  <a:pt x="35312" y="38634"/>
                </a:lnTo>
                <a:lnTo>
                  <a:pt x="33815" y="39235"/>
                </a:lnTo>
                <a:lnTo>
                  <a:pt x="33089" y="40323"/>
                </a:lnTo>
                <a:lnTo>
                  <a:pt x="34722" y="43771"/>
                </a:lnTo>
                <a:lnTo>
                  <a:pt x="33293" y="45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43832" y="757785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8278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57"/>
                </a:lnTo>
                <a:lnTo>
                  <a:pt x="27702" y="5760"/>
                </a:lnTo>
                <a:lnTo>
                  <a:pt x="28383" y="6611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8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7535" y="7584468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7025" y="7584468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334" y="7725511"/>
            <a:ext cx="66257" cy="6665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740" y="7725511"/>
            <a:ext cx="66269" cy="6665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63826" y="7730251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39447" y="1462"/>
                </a:moveTo>
                <a:lnTo>
                  <a:pt x="30912" y="1462"/>
                </a:lnTo>
                <a:lnTo>
                  <a:pt x="36037" y="0"/>
                </a:lnTo>
                <a:lnTo>
                  <a:pt x="39447" y="1462"/>
                </a:lnTo>
                <a:close/>
              </a:path>
              <a:path w="56514" h="57150">
                <a:moveTo>
                  <a:pt x="39507" y="7348"/>
                </a:moveTo>
                <a:lnTo>
                  <a:pt x="15921" y="7348"/>
                </a:lnTo>
                <a:lnTo>
                  <a:pt x="17009" y="6622"/>
                </a:lnTo>
                <a:lnTo>
                  <a:pt x="17390" y="6055"/>
                </a:lnTo>
                <a:lnTo>
                  <a:pt x="16547" y="1462"/>
                </a:lnTo>
                <a:lnTo>
                  <a:pt x="16522" y="1326"/>
                </a:lnTo>
                <a:lnTo>
                  <a:pt x="18461" y="748"/>
                </a:lnTo>
                <a:lnTo>
                  <a:pt x="20933" y="1179"/>
                </a:lnTo>
                <a:lnTo>
                  <a:pt x="27921" y="1179"/>
                </a:lnTo>
                <a:lnTo>
                  <a:pt x="30912" y="1462"/>
                </a:lnTo>
                <a:lnTo>
                  <a:pt x="39476" y="1462"/>
                </a:lnTo>
                <a:lnTo>
                  <a:pt x="38308" y="5715"/>
                </a:lnTo>
                <a:lnTo>
                  <a:pt x="38215" y="6055"/>
                </a:lnTo>
                <a:lnTo>
                  <a:pt x="39507" y="7348"/>
                </a:lnTo>
                <a:close/>
              </a:path>
              <a:path w="56514" h="57150">
                <a:moveTo>
                  <a:pt x="27921" y="1179"/>
                </a:moveTo>
                <a:lnTo>
                  <a:pt x="24233" y="1179"/>
                </a:lnTo>
                <a:lnTo>
                  <a:pt x="26126" y="1009"/>
                </a:lnTo>
                <a:lnTo>
                  <a:pt x="27921" y="1179"/>
                </a:lnTo>
                <a:close/>
              </a:path>
              <a:path w="56514" h="57150">
                <a:moveTo>
                  <a:pt x="15921" y="7348"/>
                </a:moveTo>
                <a:lnTo>
                  <a:pt x="10841" y="7348"/>
                </a:lnTo>
                <a:lnTo>
                  <a:pt x="12473" y="5715"/>
                </a:lnTo>
                <a:lnTo>
                  <a:pt x="15921" y="7348"/>
                </a:lnTo>
                <a:close/>
              </a:path>
              <a:path w="56514" h="57150">
                <a:moveTo>
                  <a:pt x="45009" y="7348"/>
                </a:moveTo>
                <a:lnTo>
                  <a:pt x="40079" y="7348"/>
                </a:lnTo>
                <a:lnTo>
                  <a:pt x="43294" y="5715"/>
                </a:lnTo>
                <a:lnTo>
                  <a:pt x="43624" y="6055"/>
                </a:lnTo>
                <a:lnTo>
                  <a:pt x="45009" y="7348"/>
                </a:lnTo>
                <a:close/>
              </a:path>
              <a:path w="56514" h="57150">
                <a:moveTo>
                  <a:pt x="50273" y="12972"/>
                </a:moveTo>
                <a:lnTo>
                  <a:pt x="10659" y="12972"/>
                </a:lnTo>
                <a:lnTo>
                  <a:pt x="12473" y="11158"/>
                </a:lnTo>
                <a:lnTo>
                  <a:pt x="10568" y="7348"/>
                </a:lnTo>
                <a:lnTo>
                  <a:pt x="45204" y="7348"/>
                </a:lnTo>
                <a:lnTo>
                  <a:pt x="43346" y="11158"/>
                </a:lnTo>
                <a:lnTo>
                  <a:pt x="44984" y="12825"/>
                </a:lnTo>
                <a:lnTo>
                  <a:pt x="50175" y="12825"/>
                </a:lnTo>
                <a:lnTo>
                  <a:pt x="50273" y="12972"/>
                </a:lnTo>
                <a:close/>
              </a:path>
              <a:path w="56514" h="57150">
                <a:moveTo>
                  <a:pt x="50672" y="18177"/>
                </a:moveTo>
                <a:lnTo>
                  <a:pt x="5119" y="18177"/>
                </a:lnTo>
                <a:lnTo>
                  <a:pt x="6123" y="17508"/>
                </a:lnTo>
                <a:lnTo>
                  <a:pt x="6728" y="16601"/>
                </a:lnTo>
                <a:lnTo>
                  <a:pt x="6849" y="16419"/>
                </a:lnTo>
                <a:lnTo>
                  <a:pt x="5216" y="12972"/>
                </a:lnTo>
                <a:lnTo>
                  <a:pt x="7030" y="11158"/>
                </a:lnTo>
                <a:lnTo>
                  <a:pt x="10659" y="12972"/>
                </a:lnTo>
                <a:lnTo>
                  <a:pt x="50273" y="12972"/>
                </a:lnTo>
                <a:lnTo>
                  <a:pt x="50507" y="13324"/>
                </a:lnTo>
                <a:lnTo>
                  <a:pt x="48987" y="16136"/>
                </a:lnTo>
                <a:lnTo>
                  <a:pt x="49668" y="17508"/>
                </a:lnTo>
                <a:lnTo>
                  <a:pt x="50672" y="18177"/>
                </a:lnTo>
                <a:close/>
              </a:path>
              <a:path w="56514" h="57150">
                <a:moveTo>
                  <a:pt x="50175" y="12825"/>
                </a:moveTo>
                <a:lnTo>
                  <a:pt x="44984" y="12825"/>
                </a:lnTo>
                <a:lnTo>
                  <a:pt x="49175" y="11158"/>
                </a:lnTo>
                <a:lnTo>
                  <a:pt x="50175" y="12825"/>
                </a:lnTo>
                <a:close/>
              </a:path>
              <a:path w="56514" h="57150">
                <a:moveTo>
                  <a:pt x="1542" y="40142"/>
                </a:moveTo>
                <a:lnTo>
                  <a:pt x="92" y="38611"/>
                </a:lnTo>
                <a:lnTo>
                  <a:pt x="827" y="34733"/>
                </a:lnTo>
                <a:lnTo>
                  <a:pt x="226" y="31070"/>
                </a:lnTo>
                <a:lnTo>
                  <a:pt x="31" y="26421"/>
                </a:lnTo>
                <a:lnTo>
                  <a:pt x="0" y="25661"/>
                </a:lnTo>
                <a:lnTo>
                  <a:pt x="918" y="21987"/>
                </a:lnTo>
                <a:lnTo>
                  <a:pt x="68" y="18415"/>
                </a:lnTo>
                <a:lnTo>
                  <a:pt x="11" y="18177"/>
                </a:lnTo>
                <a:lnTo>
                  <a:pt x="1587" y="16601"/>
                </a:lnTo>
                <a:lnTo>
                  <a:pt x="4915" y="18177"/>
                </a:lnTo>
                <a:lnTo>
                  <a:pt x="55769" y="18177"/>
                </a:lnTo>
                <a:lnTo>
                  <a:pt x="56007" y="18415"/>
                </a:lnTo>
                <a:lnTo>
                  <a:pt x="54306" y="21851"/>
                </a:lnTo>
                <a:lnTo>
                  <a:pt x="55100" y="22951"/>
                </a:lnTo>
                <a:lnTo>
                  <a:pt x="54442" y="26421"/>
                </a:lnTo>
                <a:lnTo>
                  <a:pt x="55961" y="30424"/>
                </a:lnTo>
                <a:lnTo>
                  <a:pt x="54879" y="34733"/>
                </a:lnTo>
                <a:lnTo>
                  <a:pt x="55709" y="38361"/>
                </a:lnTo>
                <a:lnTo>
                  <a:pt x="5352" y="38361"/>
                </a:lnTo>
                <a:lnTo>
                  <a:pt x="1542" y="40142"/>
                </a:lnTo>
                <a:close/>
              </a:path>
              <a:path w="56514" h="57150">
                <a:moveTo>
                  <a:pt x="55769" y="18177"/>
                </a:moveTo>
                <a:lnTo>
                  <a:pt x="50876" y="18177"/>
                </a:lnTo>
                <a:lnTo>
                  <a:pt x="54192" y="16601"/>
                </a:lnTo>
                <a:lnTo>
                  <a:pt x="55769" y="18177"/>
                </a:lnTo>
                <a:close/>
              </a:path>
              <a:path w="56514" h="57150">
                <a:moveTo>
                  <a:pt x="7272" y="45369"/>
                </a:moveTo>
                <a:lnTo>
                  <a:pt x="6551" y="45369"/>
                </a:lnTo>
                <a:lnTo>
                  <a:pt x="5340" y="43544"/>
                </a:lnTo>
                <a:lnTo>
                  <a:pt x="7030" y="40357"/>
                </a:lnTo>
                <a:lnTo>
                  <a:pt x="5352" y="38361"/>
                </a:lnTo>
                <a:lnTo>
                  <a:pt x="50227" y="38361"/>
                </a:lnTo>
                <a:lnTo>
                  <a:pt x="49001" y="40357"/>
                </a:lnTo>
                <a:lnTo>
                  <a:pt x="50552" y="43827"/>
                </a:lnTo>
                <a:lnTo>
                  <a:pt x="11149" y="43827"/>
                </a:lnTo>
                <a:lnTo>
                  <a:pt x="7272" y="45369"/>
                </a:lnTo>
                <a:close/>
              </a:path>
              <a:path w="56514" h="57150">
                <a:moveTo>
                  <a:pt x="54385" y="40006"/>
                </a:moveTo>
                <a:lnTo>
                  <a:pt x="49965" y="38361"/>
                </a:lnTo>
                <a:lnTo>
                  <a:pt x="55709" y="38361"/>
                </a:lnTo>
                <a:lnTo>
                  <a:pt x="55769" y="38611"/>
                </a:lnTo>
                <a:lnTo>
                  <a:pt x="54385" y="40006"/>
                </a:lnTo>
                <a:close/>
              </a:path>
              <a:path w="56514" h="57150">
                <a:moveTo>
                  <a:pt x="42751" y="50869"/>
                </a:moveTo>
                <a:lnTo>
                  <a:pt x="40107" y="49486"/>
                </a:lnTo>
                <a:lnTo>
                  <a:pt x="10730" y="49486"/>
                </a:lnTo>
                <a:lnTo>
                  <a:pt x="12387" y="45369"/>
                </a:lnTo>
                <a:lnTo>
                  <a:pt x="12212" y="45369"/>
                </a:lnTo>
                <a:lnTo>
                  <a:pt x="10670" y="43827"/>
                </a:lnTo>
                <a:lnTo>
                  <a:pt x="44818" y="43827"/>
                </a:lnTo>
                <a:lnTo>
                  <a:pt x="43794" y="45369"/>
                </a:lnTo>
                <a:lnTo>
                  <a:pt x="44758" y="49486"/>
                </a:lnTo>
                <a:lnTo>
                  <a:pt x="44848" y="49871"/>
                </a:lnTo>
                <a:lnTo>
                  <a:pt x="42751" y="50869"/>
                </a:lnTo>
                <a:close/>
              </a:path>
              <a:path w="56514" h="57150">
                <a:moveTo>
                  <a:pt x="49021" y="45369"/>
                </a:moveTo>
                <a:lnTo>
                  <a:pt x="48623" y="45369"/>
                </a:lnTo>
                <a:lnTo>
                  <a:pt x="44746" y="43827"/>
                </a:lnTo>
                <a:lnTo>
                  <a:pt x="50552" y="43827"/>
                </a:lnTo>
                <a:lnTo>
                  <a:pt x="49021" y="45369"/>
                </a:lnTo>
                <a:close/>
              </a:path>
              <a:path w="56514" h="57150">
                <a:moveTo>
                  <a:pt x="12802" y="51017"/>
                </a:moveTo>
                <a:lnTo>
                  <a:pt x="10560" y="49486"/>
                </a:lnTo>
                <a:lnTo>
                  <a:pt x="15649" y="49486"/>
                </a:lnTo>
                <a:lnTo>
                  <a:pt x="12802" y="51017"/>
                </a:lnTo>
                <a:close/>
              </a:path>
              <a:path w="56514" h="57150">
                <a:moveTo>
                  <a:pt x="17792" y="56573"/>
                </a:moveTo>
                <a:lnTo>
                  <a:pt x="16125" y="54520"/>
                </a:lnTo>
                <a:lnTo>
                  <a:pt x="17723" y="51402"/>
                </a:lnTo>
                <a:lnTo>
                  <a:pt x="17009" y="50166"/>
                </a:lnTo>
                <a:lnTo>
                  <a:pt x="15649" y="49486"/>
                </a:lnTo>
                <a:lnTo>
                  <a:pt x="40632" y="49486"/>
                </a:lnTo>
                <a:lnTo>
                  <a:pt x="38782" y="50166"/>
                </a:lnTo>
                <a:lnTo>
                  <a:pt x="38313" y="50869"/>
                </a:lnTo>
                <a:lnTo>
                  <a:pt x="38215" y="51017"/>
                </a:lnTo>
                <a:lnTo>
                  <a:pt x="38126" y="51402"/>
                </a:lnTo>
                <a:lnTo>
                  <a:pt x="39603" y="54520"/>
                </a:lnTo>
                <a:lnTo>
                  <a:pt x="39689" y="54702"/>
                </a:lnTo>
                <a:lnTo>
                  <a:pt x="38822" y="55575"/>
                </a:lnTo>
                <a:lnTo>
                  <a:pt x="26749" y="55575"/>
                </a:lnTo>
                <a:lnTo>
                  <a:pt x="17792" y="56573"/>
                </a:lnTo>
                <a:close/>
              </a:path>
              <a:path w="56514" h="57150">
                <a:moveTo>
                  <a:pt x="38271" y="56131"/>
                </a:moveTo>
                <a:lnTo>
                  <a:pt x="34132" y="55575"/>
                </a:lnTo>
                <a:lnTo>
                  <a:pt x="38822" y="55575"/>
                </a:lnTo>
                <a:lnTo>
                  <a:pt x="38271" y="56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9904" y="773030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45807" y="7291"/>
                </a:moveTo>
                <a:lnTo>
                  <a:pt x="10982" y="7291"/>
                </a:lnTo>
                <a:lnTo>
                  <a:pt x="12060" y="6565"/>
                </a:lnTo>
                <a:lnTo>
                  <a:pt x="12581" y="5987"/>
                </a:lnTo>
                <a:lnTo>
                  <a:pt x="11387" y="1292"/>
                </a:lnTo>
                <a:lnTo>
                  <a:pt x="35609" y="1292"/>
                </a:lnTo>
                <a:lnTo>
                  <a:pt x="43799" y="0"/>
                </a:lnTo>
                <a:lnTo>
                  <a:pt x="45614" y="2211"/>
                </a:lnTo>
                <a:lnTo>
                  <a:pt x="44003" y="5329"/>
                </a:lnTo>
                <a:lnTo>
                  <a:pt x="44718" y="6565"/>
                </a:lnTo>
                <a:lnTo>
                  <a:pt x="45807" y="7291"/>
                </a:lnTo>
                <a:close/>
              </a:path>
              <a:path w="56515" h="57150">
                <a:moveTo>
                  <a:pt x="16017" y="1292"/>
                </a:moveTo>
                <a:lnTo>
                  <a:pt x="11655" y="1292"/>
                </a:lnTo>
                <a:lnTo>
                  <a:pt x="13432" y="544"/>
                </a:lnTo>
                <a:lnTo>
                  <a:pt x="16017" y="1292"/>
                </a:lnTo>
                <a:close/>
              </a:path>
              <a:path w="56515" h="57150">
                <a:moveTo>
                  <a:pt x="35274" y="1292"/>
                </a:moveTo>
                <a:lnTo>
                  <a:pt x="16017" y="1292"/>
                </a:lnTo>
                <a:lnTo>
                  <a:pt x="22670" y="544"/>
                </a:lnTo>
                <a:lnTo>
                  <a:pt x="28978" y="544"/>
                </a:lnTo>
                <a:lnTo>
                  <a:pt x="35274" y="1292"/>
                </a:lnTo>
                <a:close/>
              </a:path>
              <a:path w="56515" h="57150">
                <a:moveTo>
                  <a:pt x="51220" y="12711"/>
                </a:moveTo>
                <a:lnTo>
                  <a:pt x="5403" y="12711"/>
                </a:lnTo>
                <a:lnTo>
                  <a:pt x="6628" y="12008"/>
                </a:lnTo>
                <a:lnTo>
                  <a:pt x="7354" y="10920"/>
                </a:lnTo>
                <a:lnTo>
                  <a:pt x="5721" y="7472"/>
                </a:lnTo>
                <a:lnTo>
                  <a:pt x="7535" y="5658"/>
                </a:lnTo>
                <a:lnTo>
                  <a:pt x="10982" y="7291"/>
                </a:lnTo>
                <a:lnTo>
                  <a:pt x="50934" y="7291"/>
                </a:lnTo>
                <a:lnTo>
                  <a:pt x="49491" y="10920"/>
                </a:lnTo>
                <a:lnTo>
                  <a:pt x="49410" y="11124"/>
                </a:lnTo>
                <a:lnTo>
                  <a:pt x="49324" y="11339"/>
                </a:lnTo>
                <a:lnTo>
                  <a:pt x="49151" y="11339"/>
                </a:lnTo>
                <a:lnTo>
                  <a:pt x="51220" y="12711"/>
                </a:lnTo>
                <a:close/>
              </a:path>
              <a:path w="56515" h="57150">
                <a:moveTo>
                  <a:pt x="50887" y="7291"/>
                </a:moveTo>
                <a:lnTo>
                  <a:pt x="45807" y="7291"/>
                </a:lnTo>
                <a:lnTo>
                  <a:pt x="49254" y="5658"/>
                </a:lnTo>
                <a:lnTo>
                  <a:pt x="50887" y="7291"/>
                </a:lnTo>
                <a:close/>
              </a:path>
              <a:path w="56515" h="57150">
                <a:moveTo>
                  <a:pt x="5403" y="12711"/>
                </a:moveTo>
                <a:lnTo>
                  <a:pt x="331" y="12711"/>
                </a:lnTo>
                <a:lnTo>
                  <a:pt x="2273" y="11124"/>
                </a:lnTo>
                <a:lnTo>
                  <a:pt x="5403" y="12711"/>
                </a:lnTo>
                <a:close/>
              </a:path>
              <a:path w="56515" h="57150">
                <a:moveTo>
                  <a:pt x="2092" y="45573"/>
                </a:moveTo>
                <a:lnTo>
                  <a:pt x="1185" y="44666"/>
                </a:lnTo>
                <a:lnTo>
                  <a:pt x="529" y="43941"/>
                </a:lnTo>
                <a:lnTo>
                  <a:pt x="1358" y="40459"/>
                </a:lnTo>
                <a:lnTo>
                  <a:pt x="1423" y="40187"/>
                </a:lnTo>
                <a:lnTo>
                  <a:pt x="470" y="36366"/>
                </a:lnTo>
                <a:lnTo>
                  <a:pt x="856" y="31286"/>
                </a:lnTo>
                <a:lnTo>
                  <a:pt x="1389" y="26546"/>
                </a:lnTo>
                <a:lnTo>
                  <a:pt x="947" y="24675"/>
                </a:lnTo>
                <a:lnTo>
                  <a:pt x="1423" y="21239"/>
                </a:lnTo>
                <a:lnTo>
                  <a:pt x="0" y="12711"/>
                </a:lnTo>
                <a:lnTo>
                  <a:pt x="51644" y="12711"/>
                </a:lnTo>
                <a:lnTo>
                  <a:pt x="54243" y="11339"/>
                </a:lnTo>
                <a:lnTo>
                  <a:pt x="55604" y="12008"/>
                </a:lnTo>
                <a:lnTo>
                  <a:pt x="55604" y="40459"/>
                </a:lnTo>
                <a:lnTo>
                  <a:pt x="56137" y="43578"/>
                </a:lnTo>
                <a:lnTo>
                  <a:pt x="55960" y="43941"/>
                </a:lnTo>
                <a:lnTo>
                  <a:pt x="5539" y="43941"/>
                </a:lnTo>
                <a:lnTo>
                  <a:pt x="2092" y="45573"/>
                </a:lnTo>
                <a:close/>
              </a:path>
              <a:path w="56515" h="57150">
                <a:moveTo>
                  <a:pt x="7281" y="50948"/>
                </a:moveTo>
                <a:lnTo>
                  <a:pt x="7001" y="50688"/>
                </a:lnTo>
                <a:lnTo>
                  <a:pt x="5789" y="48851"/>
                </a:lnTo>
                <a:lnTo>
                  <a:pt x="7297" y="46038"/>
                </a:lnTo>
                <a:lnTo>
                  <a:pt x="6628" y="44666"/>
                </a:lnTo>
                <a:lnTo>
                  <a:pt x="5539" y="43941"/>
                </a:lnTo>
                <a:lnTo>
                  <a:pt x="50887" y="43941"/>
                </a:lnTo>
                <a:lnTo>
                  <a:pt x="49413" y="45415"/>
                </a:lnTo>
                <a:lnTo>
                  <a:pt x="49460" y="45573"/>
                </a:lnTo>
                <a:lnTo>
                  <a:pt x="50962" y="49350"/>
                </a:lnTo>
                <a:lnTo>
                  <a:pt x="11300" y="49350"/>
                </a:lnTo>
                <a:lnTo>
                  <a:pt x="7281" y="50948"/>
                </a:lnTo>
                <a:close/>
              </a:path>
              <a:path w="56515" h="57150">
                <a:moveTo>
                  <a:pt x="55241" y="45415"/>
                </a:moveTo>
                <a:lnTo>
                  <a:pt x="50454" y="43941"/>
                </a:lnTo>
                <a:lnTo>
                  <a:pt x="55960" y="43941"/>
                </a:lnTo>
                <a:lnTo>
                  <a:pt x="55241" y="45415"/>
                </a:lnTo>
                <a:close/>
              </a:path>
              <a:path w="56515" h="57150">
                <a:moveTo>
                  <a:pt x="14373" y="56675"/>
                </a:moveTo>
                <a:lnTo>
                  <a:pt x="11322" y="55201"/>
                </a:lnTo>
                <a:lnTo>
                  <a:pt x="12618" y="50948"/>
                </a:lnTo>
                <a:lnTo>
                  <a:pt x="12638" y="50688"/>
                </a:lnTo>
                <a:lnTo>
                  <a:pt x="11300" y="49350"/>
                </a:lnTo>
                <a:lnTo>
                  <a:pt x="46276" y="49350"/>
                </a:lnTo>
                <a:lnTo>
                  <a:pt x="44718" y="50109"/>
                </a:lnTo>
                <a:lnTo>
                  <a:pt x="44207" y="50688"/>
                </a:lnTo>
                <a:lnTo>
                  <a:pt x="45330" y="55201"/>
                </a:lnTo>
                <a:lnTo>
                  <a:pt x="45573" y="55201"/>
                </a:lnTo>
                <a:lnTo>
                  <a:pt x="44720" y="55552"/>
                </a:lnTo>
                <a:lnTo>
                  <a:pt x="20326" y="55552"/>
                </a:lnTo>
                <a:lnTo>
                  <a:pt x="14373" y="56675"/>
                </a:lnTo>
                <a:close/>
              </a:path>
              <a:path w="56515" h="57150">
                <a:moveTo>
                  <a:pt x="48902" y="50948"/>
                </a:moveTo>
                <a:lnTo>
                  <a:pt x="45921" y="49350"/>
                </a:lnTo>
                <a:lnTo>
                  <a:pt x="51307" y="49350"/>
                </a:lnTo>
                <a:lnTo>
                  <a:pt x="48902" y="50948"/>
                </a:lnTo>
                <a:close/>
              </a:path>
              <a:path w="56515" h="57150">
                <a:moveTo>
                  <a:pt x="43482" y="56063"/>
                </a:moveTo>
                <a:lnTo>
                  <a:pt x="40624" y="55552"/>
                </a:lnTo>
                <a:lnTo>
                  <a:pt x="44720" y="55552"/>
                </a:lnTo>
                <a:lnTo>
                  <a:pt x="43482" y="5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69678" y="773058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39252" y="850"/>
                </a:moveTo>
                <a:lnTo>
                  <a:pt x="31558" y="850"/>
                </a:lnTo>
                <a:lnTo>
                  <a:pt x="36185" y="0"/>
                </a:lnTo>
                <a:lnTo>
                  <a:pt x="39252" y="850"/>
                </a:lnTo>
                <a:close/>
              </a:path>
              <a:path w="56514" h="56515">
                <a:moveTo>
                  <a:pt x="44905" y="1065"/>
                </a:moveTo>
                <a:lnTo>
                  <a:pt x="40454" y="1065"/>
                </a:lnTo>
                <a:lnTo>
                  <a:pt x="43998" y="158"/>
                </a:lnTo>
                <a:lnTo>
                  <a:pt x="44905" y="1065"/>
                </a:lnTo>
                <a:close/>
              </a:path>
              <a:path w="56514" h="56515">
                <a:moveTo>
                  <a:pt x="45415" y="7019"/>
                </a:move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41" y="1065"/>
                </a:lnTo>
                <a:lnTo>
                  <a:pt x="44905" y="1065"/>
                </a:lnTo>
                <a:lnTo>
                  <a:pt x="45596" y="1757"/>
                </a:lnTo>
                <a:lnTo>
                  <a:pt x="43782" y="5386"/>
                </a:lnTo>
                <a:lnTo>
                  <a:pt x="45415" y="7019"/>
                </a:lnTo>
                <a:close/>
              </a:path>
              <a:path w="56514" h="56515">
                <a:moveTo>
                  <a:pt x="40028" y="1065"/>
                </a:moveTo>
                <a:lnTo>
                  <a:pt x="15956" y="1065"/>
                </a:lnTo>
                <a:lnTo>
                  <a:pt x="21334" y="306"/>
                </a:lnTo>
                <a:lnTo>
                  <a:pt x="20476" y="306"/>
                </a:lnTo>
                <a:lnTo>
                  <a:pt x="24856" y="850"/>
                </a:lnTo>
                <a:lnTo>
                  <a:pt x="39252" y="850"/>
                </a:lnTo>
                <a:lnTo>
                  <a:pt x="40028" y="1065"/>
                </a:lnTo>
                <a:close/>
              </a:path>
              <a:path w="56514" h="56515">
                <a:moveTo>
                  <a:pt x="55576" y="12439"/>
                </a:moveTo>
                <a:lnTo>
                  <a:pt x="5352" y="12439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45415" y="7019"/>
                </a:lnTo>
                <a:lnTo>
                  <a:pt x="45596" y="7200"/>
                </a:lnTo>
                <a:lnTo>
                  <a:pt x="51040" y="7200"/>
                </a:lnTo>
                <a:lnTo>
                  <a:pt x="49407" y="10647"/>
                </a:lnTo>
                <a:lnTo>
                  <a:pt x="50133" y="11736"/>
                </a:lnTo>
                <a:lnTo>
                  <a:pt x="55576" y="11736"/>
                </a:lnTo>
                <a:lnTo>
                  <a:pt x="55576" y="12439"/>
                </a:lnTo>
                <a:close/>
              </a:path>
              <a:path w="56514" h="56515">
                <a:moveTo>
                  <a:pt x="51040" y="7200"/>
                </a:moveTo>
                <a:lnTo>
                  <a:pt x="45596" y="7200"/>
                </a:lnTo>
                <a:lnTo>
                  <a:pt x="49225" y="5386"/>
                </a:lnTo>
                <a:lnTo>
                  <a:pt x="51040" y="7200"/>
                </a:lnTo>
                <a:close/>
              </a:path>
              <a:path w="56514" h="56515">
                <a:moveTo>
                  <a:pt x="2052" y="45301"/>
                </a:moveTo>
                <a:lnTo>
                  <a:pt x="635" y="43884"/>
                </a:lnTo>
                <a:lnTo>
                  <a:pt x="611" y="43158"/>
                </a:lnTo>
                <a:lnTo>
                  <a:pt x="1291" y="40301"/>
                </a:lnTo>
                <a:lnTo>
                  <a:pt x="1383" y="39915"/>
                </a:lnTo>
                <a:lnTo>
                  <a:pt x="431" y="36094"/>
                </a:lnTo>
                <a:lnTo>
                  <a:pt x="816" y="31013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4" y="10852"/>
                </a:lnTo>
                <a:lnTo>
                  <a:pt x="5352" y="12439"/>
                </a:lnTo>
                <a:lnTo>
                  <a:pt x="55576" y="12439"/>
                </a:lnTo>
                <a:lnTo>
                  <a:pt x="55576" y="40301"/>
                </a:lnTo>
                <a:lnTo>
                  <a:pt x="56086" y="43158"/>
                </a:lnTo>
                <a:lnTo>
                  <a:pt x="55877" y="43668"/>
                </a:lnTo>
                <a:lnTo>
                  <a:pt x="5499" y="43668"/>
                </a:lnTo>
                <a:lnTo>
                  <a:pt x="2052" y="45301"/>
                </a:lnTo>
                <a:close/>
              </a:path>
              <a:path w="56514" h="56515">
                <a:moveTo>
                  <a:pt x="7167" y="50710"/>
                </a:move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55877" y="43668"/>
                </a:lnTo>
                <a:lnTo>
                  <a:pt x="55789" y="43884"/>
                </a:lnTo>
                <a:lnTo>
                  <a:pt x="50711" y="43884"/>
                </a:lnTo>
                <a:lnTo>
                  <a:pt x="50133" y="44394"/>
                </a:lnTo>
                <a:lnTo>
                  <a:pt x="49464" y="45766"/>
                </a:lnTo>
                <a:lnTo>
                  <a:pt x="50972" y="48578"/>
                </a:lnTo>
                <a:lnTo>
                  <a:pt x="50640" y="49077"/>
                </a:lnTo>
                <a:lnTo>
                  <a:pt x="11272" y="49077"/>
                </a:lnTo>
                <a:lnTo>
                  <a:pt x="7167" y="50710"/>
                </a:lnTo>
                <a:close/>
              </a:path>
              <a:path w="56514" h="56515">
                <a:moveTo>
                  <a:pt x="55315" y="45041"/>
                </a:moveTo>
                <a:lnTo>
                  <a:pt x="50711" y="43884"/>
                </a:lnTo>
                <a:lnTo>
                  <a:pt x="55789" y="43884"/>
                </a:lnTo>
                <a:lnTo>
                  <a:pt x="55315" y="45041"/>
                </a:lnTo>
                <a:close/>
              </a:path>
              <a:path w="56514" h="56515">
                <a:moveTo>
                  <a:pt x="14481" y="56369"/>
                </a:moveTo>
                <a:lnTo>
                  <a:pt x="11200" y="54917"/>
                </a:lnTo>
                <a:lnTo>
                  <a:pt x="11344" y="54917"/>
                </a:lnTo>
                <a:lnTo>
                  <a:pt x="12540" y="50710"/>
                </a:lnTo>
                <a:lnTo>
                  <a:pt x="12621" y="50427"/>
                </a:lnTo>
                <a:lnTo>
                  <a:pt x="11272" y="49077"/>
                </a:lnTo>
                <a:lnTo>
                  <a:pt x="45449" y="49077"/>
                </a:lnTo>
                <a:lnTo>
                  <a:pt x="44100" y="50427"/>
                </a:lnTo>
                <a:lnTo>
                  <a:pt x="44143" y="50710"/>
                </a:lnTo>
                <a:lnTo>
                  <a:pt x="45438" y="54917"/>
                </a:lnTo>
                <a:lnTo>
                  <a:pt x="44694" y="55280"/>
                </a:lnTo>
                <a:lnTo>
                  <a:pt x="20184" y="55280"/>
                </a:lnTo>
                <a:lnTo>
                  <a:pt x="14481" y="56369"/>
                </a:lnTo>
                <a:close/>
              </a:path>
              <a:path w="56514" h="56515">
                <a:moveTo>
                  <a:pt x="49554" y="50710"/>
                </a:moveTo>
                <a:lnTo>
                  <a:pt x="45449" y="49077"/>
                </a:lnTo>
                <a:lnTo>
                  <a:pt x="50640" y="49077"/>
                </a:lnTo>
                <a:lnTo>
                  <a:pt x="49554" y="50710"/>
                </a:lnTo>
                <a:close/>
              </a:path>
              <a:path w="56514" h="56515">
                <a:moveTo>
                  <a:pt x="43601" y="55813"/>
                </a:moveTo>
                <a:lnTo>
                  <a:pt x="40482" y="55280"/>
                </a:lnTo>
                <a:lnTo>
                  <a:pt x="44694" y="55280"/>
                </a:lnTo>
                <a:lnTo>
                  <a:pt x="43601" y="55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96668" y="7731022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80" h="55879">
                <a:moveTo>
                  <a:pt x="31739" y="55552"/>
                </a:moveTo>
                <a:lnTo>
                  <a:pt x="24221" y="55439"/>
                </a:lnTo>
                <a:lnTo>
                  <a:pt x="21942" y="54634"/>
                </a:lnTo>
                <a:lnTo>
                  <a:pt x="22963" y="49917"/>
                </a:lnTo>
                <a:lnTo>
                  <a:pt x="22509" y="49395"/>
                </a:lnTo>
                <a:lnTo>
                  <a:pt x="20547" y="48034"/>
                </a:lnTo>
                <a:lnTo>
                  <a:pt x="13074" y="51175"/>
                </a:lnTo>
                <a:lnTo>
                  <a:pt x="10738" y="48306"/>
                </a:lnTo>
                <a:lnTo>
                  <a:pt x="12337" y="45188"/>
                </a:lnTo>
                <a:lnTo>
                  <a:pt x="11623" y="43952"/>
                </a:lnTo>
                <a:lnTo>
                  <a:pt x="10818" y="43283"/>
                </a:lnTo>
                <a:lnTo>
                  <a:pt x="6736" y="44791"/>
                </a:lnTo>
                <a:lnTo>
                  <a:pt x="5602" y="43079"/>
                </a:lnTo>
                <a:lnTo>
                  <a:pt x="6237" y="39586"/>
                </a:lnTo>
                <a:lnTo>
                  <a:pt x="6146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28" y="33497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19" y="19776"/>
                </a:lnTo>
                <a:lnTo>
                  <a:pt x="4570" y="13142"/>
                </a:lnTo>
                <a:lnTo>
                  <a:pt x="6962" y="10398"/>
                </a:lnTo>
                <a:lnTo>
                  <a:pt x="10636" y="12008"/>
                </a:lnTo>
                <a:lnTo>
                  <a:pt x="11623" y="11294"/>
                </a:lnTo>
                <a:lnTo>
                  <a:pt x="12337" y="10058"/>
                </a:lnTo>
                <a:lnTo>
                  <a:pt x="10738" y="6939"/>
                </a:lnTo>
                <a:lnTo>
                  <a:pt x="13074" y="4070"/>
                </a:lnTo>
                <a:lnTo>
                  <a:pt x="20547" y="7212"/>
                </a:lnTo>
                <a:lnTo>
                  <a:pt x="22509" y="5851"/>
                </a:lnTo>
                <a:lnTo>
                  <a:pt x="23235" y="4796"/>
                </a:lnTo>
                <a:lnTo>
                  <a:pt x="21602" y="1270"/>
                </a:lnTo>
                <a:lnTo>
                  <a:pt x="22940" y="0"/>
                </a:lnTo>
                <a:lnTo>
                  <a:pt x="33078" y="22"/>
                </a:lnTo>
                <a:lnTo>
                  <a:pt x="34291" y="1496"/>
                </a:lnTo>
                <a:lnTo>
                  <a:pt x="32692" y="4615"/>
                </a:lnTo>
                <a:lnTo>
                  <a:pt x="33395" y="5851"/>
                </a:lnTo>
                <a:lnTo>
                  <a:pt x="35357" y="7212"/>
                </a:lnTo>
                <a:lnTo>
                  <a:pt x="42829" y="4070"/>
                </a:lnTo>
                <a:lnTo>
                  <a:pt x="45177" y="6939"/>
                </a:lnTo>
                <a:lnTo>
                  <a:pt x="43578" y="10058"/>
                </a:lnTo>
                <a:lnTo>
                  <a:pt x="44281" y="11294"/>
                </a:lnTo>
                <a:lnTo>
                  <a:pt x="45370" y="12020"/>
                </a:lnTo>
                <a:lnTo>
                  <a:pt x="48817" y="10387"/>
                </a:lnTo>
                <a:lnTo>
                  <a:pt x="50234" y="11804"/>
                </a:lnTo>
                <a:lnTo>
                  <a:pt x="49679" y="15943"/>
                </a:lnTo>
                <a:lnTo>
                  <a:pt x="49792" y="18075"/>
                </a:lnTo>
                <a:lnTo>
                  <a:pt x="49157" y="20989"/>
                </a:lnTo>
                <a:lnTo>
                  <a:pt x="50064" y="22906"/>
                </a:lnTo>
                <a:lnTo>
                  <a:pt x="54555" y="21567"/>
                </a:lnTo>
                <a:lnTo>
                  <a:pt x="55677" y="22690"/>
                </a:lnTo>
                <a:lnTo>
                  <a:pt x="55122" y="26829"/>
                </a:lnTo>
                <a:lnTo>
                  <a:pt x="55235" y="28984"/>
                </a:lnTo>
                <a:lnTo>
                  <a:pt x="55609" y="31796"/>
                </a:lnTo>
                <a:lnTo>
                  <a:pt x="54929" y="33633"/>
                </a:lnTo>
                <a:lnTo>
                  <a:pt x="50280" y="32612"/>
                </a:lnTo>
                <a:lnTo>
                  <a:pt x="49724" y="33066"/>
                </a:lnTo>
                <a:lnTo>
                  <a:pt x="48352" y="35028"/>
                </a:lnTo>
                <a:lnTo>
                  <a:pt x="51505" y="42500"/>
                </a:lnTo>
                <a:lnTo>
                  <a:pt x="48636" y="44848"/>
                </a:lnTo>
                <a:lnTo>
                  <a:pt x="45506" y="43249"/>
                </a:lnTo>
                <a:lnTo>
                  <a:pt x="44281" y="43952"/>
                </a:lnTo>
                <a:lnTo>
                  <a:pt x="43556" y="45041"/>
                </a:lnTo>
                <a:lnTo>
                  <a:pt x="45188" y="48488"/>
                </a:lnTo>
                <a:lnTo>
                  <a:pt x="43385" y="50302"/>
                </a:lnTo>
                <a:lnTo>
                  <a:pt x="39938" y="48692"/>
                </a:lnTo>
                <a:lnTo>
                  <a:pt x="37749" y="50098"/>
                </a:lnTo>
                <a:lnTo>
                  <a:pt x="34302" y="48488"/>
                </a:lnTo>
                <a:lnTo>
                  <a:pt x="32828" y="49973"/>
                </a:lnTo>
                <a:lnTo>
                  <a:pt x="34087" y="54543"/>
                </a:lnTo>
                <a:lnTo>
                  <a:pt x="31739" y="55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27650" y="7736182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5" h="45084">
                <a:moveTo>
                  <a:pt x="19096" y="44927"/>
                </a:moveTo>
                <a:lnTo>
                  <a:pt x="17247" y="43657"/>
                </a:lnTo>
                <a:lnTo>
                  <a:pt x="18778" y="39620"/>
                </a:lnTo>
                <a:lnTo>
                  <a:pt x="18087" y="38792"/>
                </a:lnTo>
                <a:lnTo>
                  <a:pt x="16125" y="37432"/>
                </a:lnTo>
                <a:lnTo>
                  <a:pt x="8663" y="40573"/>
                </a:lnTo>
                <a:lnTo>
                  <a:pt x="6316" y="37704"/>
                </a:lnTo>
                <a:lnTo>
                  <a:pt x="7915" y="34585"/>
                </a:lnTo>
                <a:lnTo>
                  <a:pt x="6486" y="32261"/>
                </a:lnTo>
                <a:lnTo>
                  <a:pt x="8108" y="28814"/>
                </a:lnTo>
                <a:lnTo>
                  <a:pt x="6294" y="26999"/>
                </a:lnTo>
                <a:lnTo>
                  <a:pt x="2778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36"/>
                </a:lnTo>
                <a:lnTo>
                  <a:pt x="5987" y="17723"/>
                </a:lnTo>
                <a:lnTo>
                  <a:pt x="7212" y="17020"/>
                </a:lnTo>
                <a:lnTo>
                  <a:pt x="8572" y="15059"/>
                </a:lnTo>
                <a:lnTo>
                  <a:pt x="5443" y="7586"/>
                </a:lnTo>
                <a:lnTo>
                  <a:pt x="8300" y="5250"/>
                </a:lnTo>
                <a:lnTo>
                  <a:pt x="11419" y="6837"/>
                </a:lnTo>
                <a:lnTo>
                  <a:pt x="12655" y="6134"/>
                </a:lnTo>
                <a:lnTo>
                  <a:pt x="13744" y="5409"/>
                </a:lnTo>
                <a:lnTo>
                  <a:pt x="17179" y="7041"/>
                </a:lnTo>
                <a:lnTo>
                  <a:pt x="18563" y="5658"/>
                </a:lnTo>
                <a:lnTo>
                  <a:pt x="17531" y="873"/>
                </a:lnTo>
                <a:lnTo>
                  <a:pt x="20094" y="56"/>
                </a:lnTo>
                <a:lnTo>
                  <a:pt x="27000" y="0"/>
                </a:lnTo>
                <a:lnTo>
                  <a:pt x="29574" y="895"/>
                </a:lnTo>
                <a:lnTo>
                  <a:pt x="28474" y="5635"/>
                </a:lnTo>
                <a:lnTo>
                  <a:pt x="29494" y="6645"/>
                </a:lnTo>
                <a:lnTo>
                  <a:pt x="33622" y="6089"/>
                </a:lnTo>
                <a:lnTo>
                  <a:pt x="35244" y="6180"/>
                </a:lnTo>
                <a:lnTo>
                  <a:pt x="39292" y="5601"/>
                </a:lnTo>
                <a:lnTo>
                  <a:pt x="40755" y="6985"/>
                </a:lnTo>
                <a:lnTo>
                  <a:pt x="39133" y="10534"/>
                </a:lnTo>
                <a:lnTo>
                  <a:pt x="40573" y="12666"/>
                </a:lnTo>
                <a:lnTo>
                  <a:pt x="38940" y="16113"/>
                </a:lnTo>
                <a:lnTo>
                  <a:pt x="40426" y="17587"/>
                </a:lnTo>
                <a:lnTo>
                  <a:pt x="44996" y="16340"/>
                </a:lnTo>
                <a:lnTo>
                  <a:pt x="45790" y="18200"/>
                </a:lnTo>
                <a:lnTo>
                  <a:pt x="45994" y="26908"/>
                </a:lnTo>
                <a:lnTo>
                  <a:pt x="44701" y="28757"/>
                </a:lnTo>
                <a:lnTo>
                  <a:pt x="40675" y="27226"/>
                </a:lnTo>
                <a:lnTo>
                  <a:pt x="39847" y="27906"/>
                </a:lnTo>
                <a:lnTo>
                  <a:pt x="38487" y="29868"/>
                </a:lnTo>
                <a:lnTo>
                  <a:pt x="41628" y="37341"/>
                </a:lnTo>
                <a:lnTo>
                  <a:pt x="38759" y="39688"/>
                </a:lnTo>
                <a:lnTo>
                  <a:pt x="35640" y="38089"/>
                </a:lnTo>
                <a:lnTo>
                  <a:pt x="33327" y="39518"/>
                </a:lnTo>
                <a:lnTo>
                  <a:pt x="29880" y="37885"/>
                </a:lnTo>
                <a:lnTo>
                  <a:pt x="28406" y="39371"/>
                </a:lnTo>
                <a:lnTo>
                  <a:pt x="29664" y="43941"/>
                </a:lnTo>
                <a:lnTo>
                  <a:pt x="27793" y="44734"/>
                </a:lnTo>
                <a:lnTo>
                  <a:pt x="19096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65129" y="7745979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2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12" y="7223"/>
                </a:lnTo>
                <a:lnTo>
                  <a:pt x="7212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4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2464" y="6338"/>
                </a:lnTo>
                <a:lnTo>
                  <a:pt x="23926" y="7540"/>
                </a:lnTo>
                <a:lnTo>
                  <a:pt x="23949" y="17689"/>
                </a:lnTo>
                <a:lnTo>
                  <a:pt x="22679" y="19016"/>
                </a:lnTo>
                <a:lnTo>
                  <a:pt x="19153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300" y="7882678"/>
            <a:ext cx="77518" cy="784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2779" y="7882814"/>
            <a:ext cx="77700" cy="7810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9372" y="7882814"/>
            <a:ext cx="77677" cy="7810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5558" y="7883314"/>
            <a:ext cx="77995" cy="7748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2400" y="7883007"/>
            <a:ext cx="77892" cy="7783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617" y="7888087"/>
            <a:ext cx="67606" cy="6764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54788" y="7888802"/>
            <a:ext cx="66246" cy="66643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2386575" y="789430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80" h="55879">
                <a:moveTo>
                  <a:pt x="31728" y="55541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5"/>
                </a:lnTo>
                <a:lnTo>
                  <a:pt x="10727" y="48306"/>
                </a:lnTo>
                <a:lnTo>
                  <a:pt x="12315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4" y="44791"/>
                </a:lnTo>
                <a:lnTo>
                  <a:pt x="5590" y="43079"/>
                </a:lnTo>
                <a:lnTo>
                  <a:pt x="6225" y="39597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8" y="19776"/>
                </a:lnTo>
                <a:lnTo>
                  <a:pt x="4558" y="13153"/>
                </a:lnTo>
                <a:lnTo>
                  <a:pt x="6951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5" y="10069"/>
                </a:lnTo>
                <a:lnTo>
                  <a:pt x="10727" y="6939"/>
                </a:lnTo>
                <a:lnTo>
                  <a:pt x="13063" y="4070"/>
                </a:lnTo>
                <a:lnTo>
                  <a:pt x="20536" y="7211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80" y="4626"/>
                </a:lnTo>
                <a:lnTo>
                  <a:pt x="33383" y="5851"/>
                </a:lnTo>
                <a:lnTo>
                  <a:pt x="35345" y="7211"/>
                </a:lnTo>
                <a:lnTo>
                  <a:pt x="42818" y="4070"/>
                </a:lnTo>
                <a:lnTo>
                  <a:pt x="45154" y="6939"/>
                </a:lnTo>
                <a:lnTo>
                  <a:pt x="43566" y="10058"/>
                </a:lnTo>
                <a:lnTo>
                  <a:pt x="44269" y="11294"/>
                </a:lnTo>
                <a:lnTo>
                  <a:pt x="45358" y="12019"/>
                </a:lnTo>
                <a:lnTo>
                  <a:pt x="48805" y="10387"/>
                </a:lnTo>
                <a:lnTo>
                  <a:pt x="50223" y="11804"/>
                </a:lnTo>
                <a:lnTo>
                  <a:pt x="49667" y="15943"/>
                </a:lnTo>
                <a:lnTo>
                  <a:pt x="49780" y="18075"/>
                </a:lnTo>
                <a:lnTo>
                  <a:pt x="49145" y="20989"/>
                </a:lnTo>
                <a:lnTo>
                  <a:pt x="50053" y="22906"/>
                </a:lnTo>
                <a:lnTo>
                  <a:pt x="54543" y="21567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44"/>
                </a:lnTo>
                <a:lnTo>
                  <a:pt x="50268" y="32612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48"/>
                </a:lnTo>
                <a:lnTo>
                  <a:pt x="45483" y="43249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5" y="48488"/>
                </a:lnTo>
                <a:lnTo>
                  <a:pt x="43362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99"/>
                </a:lnTo>
                <a:lnTo>
                  <a:pt x="32805" y="49973"/>
                </a:lnTo>
                <a:lnTo>
                  <a:pt x="34075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24167" y="7905063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89" h="34290">
                <a:moveTo>
                  <a:pt x="21840" y="33712"/>
                </a:moveTo>
                <a:lnTo>
                  <a:pt x="17713" y="33157"/>
                </a:lnTo>
                <a:lnTo>
                  <a:pt x="16193" y="33225"/>
                </a:lnTo>
                <a:lnTo>
                  <a:pt x="11952" y="33656"/>
                </a:lnTo>
                <a:lnTo>
                  <a:pt x="10569" y="32329"/>
                </a:lnTo>
                <a:lnTo>
                  <a:pt x="12201" y="28802"/>
                </a:lnTo>
                <a:lnTo>
                  <a:pt x="11476" y="27748"/>
                </a:lnTo>
                <a:lnTo>
                  <a:pt x="10115" y="27079"/>
                </a:lnTo>
                <a:lnTo>
                  <a:pt x="7291" y="28587"/>
                </a:lnTo>
                <a:lnTo>
                  <a:pt x="5171" y="27169"/>
                </a:lnTo>
                <a:lnTo>
                  <a:pt x="6792" y="23064"/>
                </a:lnTo>
                <a:lnTo>
                  <a:pt x="5511" y="21783"/>
                </a:lnTo>
                <a:lnTo>
                  <a:pt x="828" y="22928"/>
                </a:lnTo>
                <a:lnTo>
                  <a:pt x="260" y="21375"/>
                </a:lnTo>
                <a:lnTo>
                  <a:pt x="0" y="11906"/>
                </a:lnTo>
                <a:lnTo>
                  <a:pt x="1689" y="10534"/>
                </a:lnTo>
                <a:lnTo>
                  <a:pt x="4808" y="12133"/>
                </a:lnTo>
                <a:lnTo>
                  <a:pt x="6044" y="11419"/>
                </a:lnTo>
                <a:lnTo>
                  <a:pt x="6758" y="10330"/>
                </a:lnTo>
                <a:lnTo>
                  <a:pt x="5137" y="6883"/>
                </a:lnTo>
                <a:lnTo>
                  <a:pt x="6940" y="5068"/>
                </a:lnTo>
                <a:lnTo>
                  <a:pt x="10398" y="6701"/>
                </a:lnTo>
                <a:lnTo>
                  <a:pt x="11476" y="5976"/>
                </a:lnTo>
                <a:lnTo>
                  <a:pt x="12088" y="5284"/>
                </a:lnTo>
                <a:lnTo>
                  <a:pt x="10727" y="941"/>
                </a:lnTo>
                <a:lnTo>
                  <a:pt x="12485" y="0"/>
                </a:lnTo>
                <a:lnTo>
                  <a:pt x="15751" y="532"/>
                </a:lnTo>
                <a:lnTo>
                  <a:pt x="18200" y="532"/>
                </a:lnTo>
                <a:lnTo>
                  <a:pt x="21194" y="11"/>
                </a:lnTo>
                <a:lnTo>
                  <a:pt x="23054" y="850"/>
                </a:lnTo>
                <a:lnTo>
                  <a:pt x="21761" y="5386"/>
                </a:lnTo>
                <a:lnTo>
                  <a:pt x="23110" y="6735"/>
                </a:lnTo>
                <a:lnTo>
                  <a:pt x="27215" y="5102"/>
                </a:lnTo>
                <a:lnTo>
                  <a:pt x="28621" y="7234"/>
                </a:lnTo>
                <a:lnTo>
                  <a:pt x="27113" y="10046"/>
                </a:lnTo>
                <a:lnTo>
                  <a:pt x="27794" y="11419"/>
                </a:lnTo>
                <a:lnTo>
                  <a:pt x="28882" y="12144"/>
                </a:lnTo>
                <a:lnTo>
                  <a:pt x="32318" y="10511"/>
                </a:lnTo>
                <a:lnTo>
                  <a:pt x="33747" y="11929"/>
                </a:lnTo>
                <a:lnTo>
                  <a:pt x="33180" y="16068"/>
                </a:lnTo>
                <a:lnTo>
                  <a:pt x="33293" y="18188"/>
                </a:lnTo>
                <a:lnTo>
                  <a:pt x="33690" y="21080"/>
                </a:lnTo>
                <a:lnTo>
                  <a:pt x="32987" y="22928"/>
                </a:lnTo>
                <a:lnTo>
                  <a:pt x="28304" y="21783"/>
                </a:lnTo>
                <a:lnTo>
                  <a:pt x="27034" y="23064"/>
                </a:lnTo>
                <a:lnTo>
                  <a:pt x="28655" y="27169"/>
                </a:lnTo>
                <a:lnTo>
                  <a:pt x="26546" y="28598"/>
                </a:lnTo>
                <a:lnTo>
                  <a:pt x="23711" y="27079"/>
                </a:lnTo>
                <a:lnTo>
                  <a:pt x="22350" y="27748"/>
                </a:lnTo>
                <a:lnTo>
                  <a:pt x="21636" y="28836"/>
                </a:lnTo>
                <a:lnTo>
                  <a:pt x="23257" y="32283"/>
                </a:lnTo>
                <a:lnTo>
                  <a:pt x="2184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7033" y="8040787"/>
            <a:ext cx="89323" cy="8883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80349" y="8040469"/>
            <a:ext cx="88336" cy="89378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0" y="8067991"/>
            <a:ext cx="4445" cy="34925"/>
          </a:xfrm>
          <a:custGeom>
            <a:avLst/>
            <a:gdLst/>
            <a:ahLst/>
            <a:cxnLst/>
            <a:rect l="l" t="t" r="r" b="b"/>
            <a:pathLst>
              <a:path w="4445" h="34925">
                <a:moveTo>
                  <a:pt x="2324" y="34461"/>
                </a:moveTo>
                <a:lnTo>
                  <a:pt x="0" y="33389"/>
                </a:lnTo>
                <a:lnTo>
                  <a:pt x="0" y="1100"/>
                </a:lnTo>
                <a:lnTo>
                  <a:pt x="2324" y="0"/>
                </a:lnTo>
                <a:lnTo>
                  <a:pt x="3752" y="1428"/>
                </a:lnTo>
                <a:lnTo>
                  <a:pt x="3197" y="5556"/>
                </a:lnTo>
                <a:lnTo>
                  <a:pt x="3514" y="11759"/>
                </a:lnTo>
                <a:lnTo>
                  <a:pt x="3231" y="17270"/>
                </a:lnTo>
                <a:lnTo>
                  <a:pt x="3231" y="24198"/>
                </a:lnTo>
                <a:lnTo>
                  <a:pt x="3673" y="26682"/>
                </a:lnTo>
                <a:lnTo>
                  <a:pt x="2925" y="29120"/>
                </a:lnTo>
                <a:lnTo>
                  <a:pt x="3934" y="32850"/>
                </a:lnTo>
                <a:lnTo>
                  <a:pt x="2324" y="34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12522" y="8045958"/>
            <a:ext cx="77473" cy="78436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2549445" y="8056889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4333" y="56664"/>
                </a:moveTo>
                <a:lnTo>
                  <a:pt x="11294" y="55178"/>
                </a:lnTo>
                <a:lnTo>
                  <a:pt x="12643" y="50722"/>
                </a:lnTo>
                <a:lnTo>
                  <a:pt x="11272" y="49338"/>
                </a:lnTo>
                <a:lnTo>
                  <a:pt x="7155" y="50971"/>
                </a:lnTo>
                <a:lnTo>
                  <a:pt x="5749" y="48839"/>
                </a:lnTo>
                <a:lnTo>
                  <a:pt x="7257" y="46027"/>
                </a:lnTo>
                <a:lnTo>
                  <a:pt x="6588" y="44655"/>
                </a:lnTo>
                <a:lnTo>
                  <a:pt x="5499" y="43929"/>
                </a:lnTo>
                <a:lnTo>
                  <a:pt x="2052" y="45562"/>
                </a:lnTo>
                <a:lnTo>
                  <a:pt x="476" y="43986"/>
                </a:lnTo>
                <a:lnTo>
                  <a:pt x="1383" y="40176"/>
                </a:lnTo>
                <a:lnTo>
                  <a:pt x="442" y="36343"/>
                </a:lnTo>
                <a:lnTo>
                  <a:pt x="827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38"/>
                </a:lnTo>
                <a:lnTo>
                  <a:pt x="2234" y="11112"/>
                </a:lnTo>
                <a:lnTo>
                  <a:pt x="5363" y="12711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3" y="7280"/>
                </a:lnTo>
                <a:lnTo>
                  <a:pt x="12031" y="6554"/>
                </a:lnTo>
                <a:lnTo>
                  <a:pt x="12542" y="5975"/>
                </a:lnTo>
                <a:lnTo>
                  <a:pt x="11373" y="1383"/>
                </a:lnTo>
                <a:lnTo>
                  <a:pt x="13392" y="532"/>
                </a:lnTo>
                <a:lnTo>
                  <a:pt x="15977" y="1281"/>
                </a:lnTo>
                <a:lnTo>
                  <a:pt x="22328" y="578"/>
                </a:lnTo>
                <a:lnTo>
                  <a:pt x="28939" y="532"/>
                </a:lnTo>
                <a:lnTo>
                  <a:pt x="35414" y="1315"/>
                </a:lnTo>
                <a:lnTo>
                  <a:pt x="43760" y="0"/>
                </a:lnTo>
                <a:lnTo>
                  <a:pt x="45563" y="2199"/>
                </a:lnTo>
                <a:lnTo>
                  <a:pt x="43964" y="5329"/>
                </a:lnTo>
                <a:lnTo>
                  <a:pt x="44678" y="6554"/>
                </a:lnTo>
                <a:lnTo>
                  <a:pt x="45767" y="7280"/>
                </a:lnTo>
                <a:lnTo>
                  <a:pt x="49202" y="5647"/>
                </a:lnTo>
                <a:lnTo>
                  <a:pt x="50869" y="7314"/>
                </a:lnTo>
                <a:lnTo>
                  <a:pt x="49237" y="11419"/>
                </a:lnTo>
                <a:lnTo>
                  <a:pt x="51357" y="12847"/>
                </a:lnTo>
                <a:lnTo>
                  <a:pt x="54192" y="11339"/>
                </a:lnTo>
                <a:lnTo>
                  <a:pt x="55553" y="11997"/>
                </a:lnTo>
                <a:lnTo>
                  <a:pt x="55553" y="40437"/>
                </a:lnTo>
                <a:lnTo>
                  <a:pt x="56086" y="43566"/>
                </a:lnTo>
                <a:lnTo>
                  <a:pt x="55190" y="45392"/>
                </a:lnTo>
                <a:lnTo>
                  <a:pt x="50734" y="44031"/>
                </a:lnTo>
                <a:lnTo>
                  <a:pt x="49351" y="45415"/>
                </a:lnTo>
                <a:lnTo>
                  <a:pt x="50983" y="49520"/>
                </a:lnTo>
                <a:lnTo>
                  <a:pt x="48863" y="50937"/>
                </a:lnTo>
                <a:lnTo>
                  <a:pt x="46039" y="49429"/>
                </a:lnTo>
                <a:lnTo>
                  <a:pt x="44678" y="50098"/>
                </a:lnTo>
                <a:lnTo>
                  <a:pt x="44157" y="50665"/>
                </a:lnTo>
                <a:lnTo>
                  <a:pt x="45314" y="55280"/>
                </a:lnTo>
                <a:lnTo>
                  <a:pt x="43442" y="56040"/>
                </a:lnTo>
                <a:lnTo>
                  <a:pt x="40585" y="55541"/>
                </a:lnTo>
                <a:lnTo>
                  <a:pt x="20298" y="55541"/>
                </a:lnTo>
                <a:lnTo>
                  <a:pt x="14333" y="56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880825" y="8062763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5" h="45084">
                <a:moveTo>
                  <a:pt x="19084" y="44916"/>
                </a:moveTo>
                <a:lnTo>
                  <a:pt x="17236" y="43634"/>
                </a:lnTo>
                <a:lnTo>
                  <a:pt x="18767" y="39609"/>
                </a:lnTo>
                <a:lnTo>
                  <a:pt x="18087" y="38781"/>
                </a:lnTo>
                <a:lnTo>
                  <a:pt x="16113" y="37409"/>
                </a:lnTo>
                <a:lnTo>
                  <a:pt x="8652" y="40561"/>
                </a:lnTo>
                <a:lnTo>
                  <a:pt x="6305" y="37692"/>
                </a:lnTo>
                <a:lnTo>
                  <a:pt x="7904" y="34563"/>
                </a:lnTo>
                <a:lnTo>
                  <a:pt x="6475" y="32249"/>
                </a:lnTo>
                <a:lnTo>
                  <a:pt x="8108" y="28802"/>
                </a:lnTo>
                <a:lnTo>
                  <a:pt x="6294" y="26999"/>
                </a:lnTo>
                <a:lnTo>
                  <a:pt x="2891" y="28632"/>
                </a:lnTo>
                <a:lnTo>
                  <a:pt x="1768" y="27895"/>
                </a:lnTo>
                <a:lnTo>
                  <a:pt x="3129" y="25933"/>
                </a:lnTo>
                <a:lnTo>
                  <a:pt x="0" y="18460"/>
                </a:lnTo>
                <a:lnTo>
                  <a:pt x="2857" y="16124"/>
                </a:lnTo>
                <a:lnTo>
                  <a:pt x="5987" y="17723"/>
                </a:lnTo>
                <a:lnTo>
                  <a:pt x="7212" y="17009"/>
                </a:lnTo>
                <a:lnTo>
                  <a:pt x="8572" y="15047"/>
                </a:lnTo>
                <a:lnTo>
                  <a:pt x="5431" y="7574"/>
                </a:lnTo>
                <a:lnTo>
                  <a:pt x="8300" y="5238"/>
                </a:lnTo>
                <a:lnTo>
                  <a:pt x="11419" y="6837"/>
                </a:lnTo>
                <a:lnTo>
                  <a:pt x="13732" y="5397"/>
                </a:lnTo>
                <a:lnTo>
                  <a:pt x="17179" y="7030"/>
                </a:lnTo>
                <a:lnTo>
                  <a:pt x="18563" y="5647"/>
                </a:lnTo>
                <a:lnTo>
                  <a:pt x="17520" y="861"/>
                </a:lnTo>
                <a:lnTo>
                  <a:pt x="20082" y="56"/>
                </a:lnTo>
                <a:lnTo>
                  <a:pt x="26988" y="0"/>
                </a:lnTo>
                <a:lnTo>
                  <a:pt x="29562" y="884"/>
                </a:lnTo>
                <a:lnTo>
                  <a:pt x="28462" y="5624"/>
                </a:lnTo>
                <a:lnTo>
                  <a:pt x="29483" y="6645"/>
                </a:lnTo>
                <a:lnTo>
                  <a:pt x="33610" y="6089"/>
                </a:lnTo>
                <a:lnTo>
                  <a:pt x="35243" y="6168"/>
                </a:lnTo>
                <a:lnTo>
                  <a:pt x="39292" y="5590"/>
                </a:lnTo>
                <a:lnTo>
                  <a:pt x="40754" y="6973"/>
                </a:lnTo>
                <a:lnTo>
                  <a:pt x="39122" y="10523"/>
                </a:lnTo>
                <a:lnTo>
                  <a:pt x="40562" y="12655"/>
                </a:lnTo>
                <a:lnTo>
                  <a:pt x="38940" y="16102"/>
                </a:lnTo>
                <a:lnTo>
                  <a:pt x="40414" y="17587"/>
                </a:lnTo>
                <a:lnTo>
                  <a:pt x="44996" y="16329"/>
                </a:lnTo>
                <a:lnTo>
                  <a:pt x="45790" y="18188"/>
                </a:lnTo>
                <a:lnTo>
                  <a:pt x="45982" y="26897"/>
                </a:lnTo>
                <a:lnTo>
                  <a:pt x="44689" y="28745"/>
                </a:lnTo>
                <a:lnTo>
                  <a:pt x="40675" y="27215"/>
                </a:lnTo>
                <a:lnTo>
                  <a:pt x="39847" y="27895"/>
                </a:lnTo>
                <a:lnTo>
                  <a:pt x="38487" y="29857"/>
                </a:lnTo>
                <a:lnTo>
                  <a:pt x="41616" y="37330"/>
                </a:lnTo>
                <a:lnTo>
                  <a:pt x="38759" y="39666"/>
                </a:lnTo>
                <a:lnTo>
                  <a:pt x="35640" y="38067"/>
                </a:lnTo>
                <a:lnTo>
                  <a:pt x="33316" y="39507"/>
                </a:lnTo>
                <a:lnTo>
                  <a:pt x="29880" y="37874"/>
                </a:lnTo>
                <a:lnTo>
                  <a:pt x="28394" y="39348"/>
                </a:lnTo>
                <a:lnTo>
                  <a:pt x="29653" y="43929"/>
                </a:lnTo>
                <a:lnTo>
                  <a:pt x="27793" y="44723"/>
                </a:lnTo>
                <a:lnTo>
                  <a:pt x="19084" y="44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43868" y="8203919"/>
            <a:ext cx="88279" cy="8883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70517" y="8204213"/>
            <a:ext cx="88461" cy="8878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707317" y="8214714"/>
            <a:ext cx="67539" cy="67595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3044750" y="822561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81"/>
                </a:moveTo>
                <a:lnTo>
                  <a:pt x="29630" y="44406"/>
                </a:lnTo>
                <a:lnTo>
                  <a:pt x="25106" y="45381"/>
                </a:lnTo>
                <a:lnTo>
                  <a:pt x="20819" y="44678"/>
                </a:lnTo>
                <a:lnTo>
                  <a:pt x="16170" y="44678"/>
                </a:lnTo>
                <a:lnTo>
                  <a:pt x="13222" y="45188"/>
                </a:lnTo>
                <a:lnTo>
                  <a:pt x="11373" y="44383"/>
                </a:lnTo>
                <a:lnTo>
                  <a:pt x="12575" y="39824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37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80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291"/>
                </a:lnTo>
                <a:lnTo>
                  <a:pt x="12042" y="6577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85" y="7824"/>
                </a:lnTo>
                <a:lnTo>
                  <a:pt x="38577" y="10647"/>
                </a:lnTo>
                <a:lnTo>
                  <a:pt x="39246" y="12020"/>
                </a:lnTo>
                <a:lnTo>
                  <a:pt x="40346" y="12745"/>
                </a:lnTo>
                <a:lnTo>
                  <a:pt x="43782" y="11112"/>
                </a:lnTo>
                <a:lnTo>
                  <a:pt x="45596" y="12915"/>
                </a:lnTo>
                <a:lnTo>
                  <a:pt x="43895" y="16374"/>
                </a:lnTo>
                <a:lnTo>
                  <a:pt x="44678" y="17463"/>
                </a:lnTo>
                <a:lnTo>
                  <a:pt x="44020" y="20932"/>
                </a:lnTo>
                <a:lnTo>
                  <a:pt x="45529" y="24935"/>
                </a:lnTo>
                <a:lnTo>
                  <a:pt x="44440" y="29312"/>
                </a:lnTo>
                <a:lnTo>
                  <a:pt x="45347" y="33123"/>
                </a:lnTo>
                <a:lnTo>
                  <a:pt x="43771" y="34699"/>
                </a:lnTo>
                <a:lnTo>
                  <a:pt x="40324" y="33066"/>
                </a:lnTo>
                <a:lnTo>
                  <a:pt x="39235" y="33792"/>
                </a:lnTo>
                <a:lnTo>
                  <a:pt x="38588" y="35209"/>
                </a:lnTo>
                <a:lnTo>
                  <a:pt x="40040" y="37919"/>
                </a:lnTo>
                <a:lnTo>
                  <a:pt x="38725" y="40074"/>
                </a:lnTo>
                <a:lnTo>
                  <a:pt x="34518" y="38509"/>
                </a:lnTo>
                <a:lnTo>
                  <a:pt x="33044" y="39995"/>
                </a:lnTo>
                <a:lnTo>
                  <a:pt x="34676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81584" y="823585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3" y="7926"/>
                </a:lnTo>
                <a:lnTo>
                  <a:pt x="22463" y="6327"/>
                </a:lnTo>
                <a:lnTo>
                  <a:pt x="23926" y="7540"/>
                </a:lnTo>
                <a:lnTo>
                  <a:pt x="23949" y="17678"/>
                </a:lnTo>
                <a:lnTo>
                  <a:pt x="22679" y="19016"/>
                </a:lnTo>
                <a:lnTo>
                  <a:pt x="19152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4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65471" y="8372766"/>
            <a:ext cx="77835" cy="77982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3203029" y="8384185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53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6"/>
                </a:lnTo>
                <a:lnTo>
                  <a:pt x="10727" y="48307"/>
                </a:lnTo>
                <a:lnTo>
                  <a:pt x="12314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69"/>
                </a:lnTo>
                <a:lnTo>
                  <a:pt x="816" y="33497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7" y="19776"/>
                </a:lnTo>
                <a:lnTo>
                  <a:pt x="4558" y="13142"/>
                </a:lnTo>
                <a:lnTo>
                  <a:pt x="6950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58"/>
                </a:lnTo>
                <a:lnTo>
                  <a:pt x="10727" y="6939"/>
                </a:lnTo>
                <a:lnTo>
                  <a:pt x="13063" y="4071"/>
                </a:lnTo>
                <a:lnTo>
                  <a:pt x="20535" y="7212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11"/>
                </a:lnTo>
                <a:lnTo>
                  <a:pt x="34268" y="1496"/>
                </a:lnTo>
                <a:lnTo>
                  <a:pt x="32681" y="4615"/>
                </a:lnTo>
                <a:lnTo>
                  <a:pt x="33384" y="5851"/>
                </a:lnTo>
                <a:lnTo>
                  <a:pt x="35345" y="7212"/>
                </a:lnTo>
                <a:lnTo>
                  <a:pt x="42818" y="4071"/>
                </a:lnTo>
                <a:lnTo>
                  <a:pt x="45155" y="6939"/>
                </a:lnTo>
                <a:lnTo>
                  <a:pt x="43567" y="10058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4"/>
                </a:lnTo>
                <a:lnTo>
                  <a:pt x="49668" y="15943"/>
                </a:lnTo>
                <a:lnTo>
                  <a:pt x="49781" y="18075"/>
                </a:lnTo>
                <a:lnTo>
                  <a:pt x="49146" y="20989"/>
                </a:lnTo>
                <a:lnTo>
                  <a:pt x="50053" y="22906"/>
                </a:lnTo>
                <a:lnTo>
                  <a:pt x="54544" y="21568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33"/>
                </a:lnTo>
                <a:lnTo>
                  <a:pt x="50269" y="32613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1"/>
                </a:lnTo>
                <a:lnTo>
                  <a:pt x="48601" y="44848"/>
                </a:lnTo>
                <a:lnTo>
                  <a:pt x="45483" y="43238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6" y="48488"/>
                </a:lnTo>
                <a:lnTo>
                  <a:pt x="43363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75" y="54543"/>
                </a:lnTo>
                <a:lnTo>
                  <a:pt x="31728" y="55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44874" y="839914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40"/>
                </a:lnTo>
                <a:lnTo>
                  <a:pt x="23937" y="17678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97054" y="8530501"/>
            <a:ext cx="88268" cy="88846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028977" y="8535842"/>
            <a:ext cx="77473" cy="78436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3366378" y="854679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17780" y="56483"/>
                </a:moveTo>
                <a:lnTo>
                  <a:pt x="16113" y="54430"/>
                </a:lnTo>
                <a:lnTo>
                  <a:pt x="17700" y="51312"/>
                </a:lnTo>
                <a:lnTo>
                  <a:pt x="16997" y="50076"/>
                </a:lnTo>
                <a:lnTo>
                  <a:pt x="15648" y="49395"/>
                </a:lnTo>
                <a:lnTo>
                  <a:pt x="12802" y="50926"/>
                </a:lnTo>
                <a:lnTo>
                  <a:pt x="10681" y="49486"/>
                </a:lnTo>
                <a:lnTo>
                  <a:pt x="12325" y="45404"/>
                </a:lnTo>
                <a:lnTo>
                  <a:pt x="10806" y="43873"/>
                </a:lnTo>
                <a:lnTo>
                  <a:pt x="6689" y="45506"/>
                </a:lnTo>
                <a:lnTo>
                  <a:pt x="5341" y="43453"/>
                </a:lnTo>
                <a:lnTo>
                  <a:pt x="7030" y="40267"/>
                </a:lnTo>
                <a:lnTo>
                  <a:pt x="5352" y="38271"/>
                </a:lnTo>
                <a:lnTo>
                  <a:pt x="1541" y="40051"/>
                </a:lnTo>
                <a:lnTo>
                  <a:pt x="79" y="38588"/>
                </a:lnTo>
                <a:lnTo>
                  <a:pt x="838" y="34642"/>
                </a:lnTo>
                <a:lnTo>
                  <a:pt x="238" y="30980"/>
                </a:lnTo>
                <a:lnTo>
                  <a:pt x="0" y="25571"/>
                </a:lnTo>
                <a:lnTo>
                  <a:pt x="918" y="21897"/>
                </a:lnTo>
                <a:lnTo>
                  <a:pt x="10" y="18086"/>
                </a:lnTo>
                <a:lnTo>
                  <a:pt x="1587" y="16510"/>
                </a:lnTo>
                <a:lnTo>
                  <a:pt x="5046" y="18143"/>
                </a:lnTo>
                <a:lnTo>
                  <a:pt x="6123" y="17417"/>
                </a:lnTo>
                <a:lnTo>
                  <a:pt x="6849" y="16329"/>
                </a:lnTo>
                <a:lnTo>
                  <a:pt x="5215" y="12881"/>
                </a:lnTo>
                <a:lnTo>
                  <a:pt x="7030" y="11067"/>
                </a:lnTo>
                <a:lnTo>
                  <a:pt x="10659" y="12881"/>
                </a:lnTo>
                <a:lnTo>
                  <a:pt x="12461" y="11067"/>
                </a:lnTo>
                <a:lnTo>
                  <a:pt x="10658" y="7438"/>
                </a:lnTo>
                <a:lnTo>
                  <a:pt x="12461" y="5624"/>
                </a:lnTo>
                <a:lnTo>
                  <a:pt x="15920" y="7257"/>
                </a:lnTo>
                <a:lnTo>
                  <a:pt x="16997" y="6531"/>
                </a:lnTo>
                <a:lnTo>
                  <a:pt x="17644" y="5783"/>
                </a:lnTo>
                <a:lnTo>
                  <a:pt x="16192" y="1576"/>
                </a:lnTo>
                <a:lnTo>
                  <a:pt x="18789" y="0"/>
                </a:lnTo>
                <a:lnTo>
                  <a:pt x="25717" y="963"/>
                </a:lnTo>
                <a:lnTo>
                  <a:pt x="29426" y="1179"/>
                </a:lnTo>
                <a:lnTo>
                  <a:pt x="37930" y="56"/>
                </a:lnTo>
                <a:lnTo>
                  <a:pt x="39654" y="2177"/>
                </a:lnTo>
                <a:lnTo>
                  <a:pt x="38067" y="5295"/>
                </a:lnTo>
                <a:lnTo>
                  <a:pt x="38770" y="6531"/>
                </a:lnTo>
                <a:lnTo>
                  <a:pt x="40119" y="7212"/>
                </a:lnTo>
                <a:lnTo>
                  <a:pt x="42977" y="5692"/>
                </a:lnTo>
                <a:lnTo>
                  <a:pt x="45086" y="7132"/>
                </a:lnTo>
                <a:lnTo>
                  <a:pt x="43442" y="11203"/>
                </a:lnTo>
                <a:lnTo>
                  <a:pt x="44961" y="12734"/>
                </a:lnTo>
                <a:lnTo>
                  <a:pt x="49077" y="11101"/>
                </a:lnTo>
                <a:lnTo>
                  <a:pt x="50426" y="13154"/>
                </a:lnTo>
                <a:lnTo>
                  <a:pt x="48737" y="16340"/>
                </a:lnTo>
                <a:lnTo>
                  <a:pt x="50415" y="18336"/>
                </a:lnTo>
                <a:lnTo>
                  <a:pt x="54225" y="16556"/>
                </a:lnTo>
                <a:lnTo>
                  <a:pt x="55995" y="18325"/>
                </a:lnTo>
                <a:lnTo>
                  <a:pt x="54293" y="21726"/>
                </a:lnTo>
                <a:lnTo>
                  <a:pt x="55075" y="22860"/>
                </a:lnTo>
                <a:lnTo>
                  <a:pt x="54418" y="26330"/>
                </a:lnTo>
                <a:lnTo>
                  <a:pt x="55926" y="30333"/>
                </a:lnTo>
                <a:lnTo>
                  <a:pt x="54837" y="34710"/>
                </a:lnTo>
                <a:lnTo>
                  <a:pt x="55745" y="38520"/>
                </a:lnTo>
                <a:lnTo>
                  <a:pt x="54349" y="39915"/>
                </a:lnTo>
                <a:lnTo>
                  <a:pt x="50143" y="38350"/>
                </a:lnTo>
                <a:lnTo>
                  <a:pt x="48952" y="40289"/>
                </a:lnTo>
                <a:lnTo>
                  <a:pt x="50528" y="43737"/>
                </a:lnTo>
                <a:lnTo>
                  <a:pt x="48873" y="45392"/>
                </a:lnTo>
                <a:lnTo>
                  <a:pt x="44768" y="43759"/>
                </a:lnTo>
                <a:lnTo>
                  <a:pt x="43770" y="45279"/>
                </a:lnTo>
                <a:lnTo>
                  <a:pt x="44824" y="49781"/>
                </a:lnTo>
                <a:lnTo>
                  <a:pt x="42727" y="50779"/>
                </a:lnTo>
                <a:lnTo>
                  <a:pt x="40289" y="49509"/>
                </a:lnTo>
                <a:lnTo>
                  <a:pt x="38758" y="50076"/>
                </a:lnTo>
                <a:lnTo>
                  <a:pt x="38044" y="51164"/>
                </a:lnTo>
                <a:lnTo>
                  <a:pt x="39665" y="54612"/>
                </a:lnTo>
                <a:lnTo>
                  <a:pt x="38236" y="56040"/>
                </a:lnTo>
                <a:lnTo>
                  <a:pt x="34109" y="55485"/>
                </a:lnTo>
                <a:lnTo>
                  <a:pt x="31523" y="55609"/>
                </a:lnTo>
                <a:lnTo>
                  <a:pt x="26432" y="55519"/>
                </a:lnTo>
                <a:lnTo>
                  <a:pt x="17780" y="56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708165" y="856243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66" y="23960"/>
                </a:moveTo>
                <a:lnTo>
                  <a:pt x="7518" y="23949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75" y="17406"/>
                </a:lnTo>
                <a:lnTo>
                  <a:pt x="2846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35" y="0"/>
                </a:lnTo>
                <a:lnTo>
                  <a:pt x="18982" y="2868"/>
                </a:lnTo>
                <a:lnTo>
                  <a:pt x="17383" y="5998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38"/>
                </a:lnTo>
                <a:lnTo>
                  <a:pt x="23926" y="7540"/>
                </a:lnTo>
                <a:lnTo>
                  <a:pt x="23938" y="17689"/>
                </a:lnTo>
                <a:lnTo>
                  <a:pt x="22668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72" y="19164"/>
                </a:lnTo>
                <a:lnTo>
                  <a:pt x="18993" y="22690"/>
                </a:lnTo>
                <a:lnTo>
                  <a:pt x="17666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1769" y="8699779"/>
            <a:ext cx="77971" cy="77484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3529680" y="8709996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7780" y="56562"/>
                </a:moveTo>
                <a:lnTo>
                  <a:pt x="16102" y="54521"/>
                </a:lnTo>
                <a:lnTo>
                  <a:pt x="17700" y="51391"/>
                </a:lnTo>
                <a:lnTo>
                  <a:pt x="16997" y="50166"/>
                </a:lnTo>
                <a:lnTo>
                  <a:pt x="15637" y="49486"/>
                </a:lnTo>
                <a:lnTo>
                  <a:pt x="12791" y="51017"/>
                </a:lnTo>
                <a:lnTo>
                  <a:pt x="10681" y="49577"/>
                </a:lnTo>
                <a:lnTo>
                  <a:pt x="12325" y="45494"/>
                </a:lnTo>
                <a:lnTo>
                  <a:pt x="10794" y="43963"/>
                </a:lnTo>
                <a:lnTo>
                  <a:pt x="6689" y="45596"/>
                </a:lnTo>
                <a:lnTo>
                  <a:pt x="5329" y="43544"/>
                </a:lnTo>
                <a:lnTo>
                  <a:pt x="7018" y="40357"/>
                </a:lnTo>
                <a:lnTo>
                  <a:pt x="5352" y="38362"/>
                </a:lnTo>
                <a:lnTo>
                  <a:pt x="1541" y="40142"/>
                </a:lnTo>
                <a:lnTo>
                  <a:pt x="79" y="38679"/>
                </a:lnTo>
                <a:lnTo>
                  <a:pt x="827" y="34733"/>
                </a:lnTo>
                <a:lnTo>
                  <a:pt x="227" y="31070"/>
                </a:lnTo>
                <a:lnTo>
                  <a:pt x="0" y="25673"/>
                </a:lnTo>
                <a:lnTo>
                  <a:pt x="918" y="21987"/>
                </a:lnTo>
                <a:lnTo>
                  <a:pt x="10" y="18177"/>
                </a:lnTo>
                <a:lnTo>
                  <a:pt x="1587" y="16601"/>
                </a:lnTo>
                <a:lnTo>
                  <a:pt x="5034" y="18234"/>
                </a:lnTo>
                <a:lnTo>
                  <a:pt x="6123" y="17508"/>
                </a:lnTo>
                <a:lnTo>
                  <a:pt x="6837" y="16419"/>
                </a:lnTo>
                <a:lnTo>
                  <a:pt x="5215" y="12972"/>
                </a:lnTo>
                <a:lnTo>
                  <a:pt x="7018" y="11158"/>
                </a:lnTo>
                <a:lnTo>
                  <a:pt x="10647" y="12972"/>
                </a:lnTo>
                <a:lnTo>
                  <a:pt x="12462" y="11158"/>
                </a:lnTo>
                <a:lnTo>
                  <a:pt x="10647" y="7529"/>
                </a:lnTo>
                <a:lnTo>
                  <a:pt x="12462" y="5715"/>
                </a:lnTo>
                <a:lnTo>
                  <a:pt x="15908" y="7348"/>
                </a:lnTo>
                <a:lnTo>
                  <a:pt x="16997" y="6622"/>
                </a:lnTo>
                <a:lnTo>
                  <a:pt x="17383" y="6146"/>
                </a:lnTo>
                <a:lnTo>
                  <a:pt x="16498" y="1326"/>
                </a:lnTo>
                <a:lnTo>
                  <a:pt x="18449" y="748"/>
                </a:lnTo>
                <a:lnTo>
                  <a:pt x="20909" y="1179"/>
                </a:lnTo>
                <a:lnTo>
                  <a:pt x="24198" y="1179"/>
                </a:lnTo>
                <a:lnTo>
                  <a:pt x="26103" y="1009"/>
                </a:lnTo>
                <a:lnTo>
                  <a:pt x="30888" y="1462"/>
                </a:lnTo>
                <a:lnTo>
                  <a:pt x="36014" y="0"/>
                </a:lnTo>
                <a:lnTo>
                  <a:pt x="39438" y="1474"/>
                </a:lnTo>
                <a:lnTo>
                  <a:pt x="38179" y="6055"/>
                </a:lnTo>
                <a:lnTo>
                  <a:pt x="39676" y="7540"/>
                </a:lnTo>
                <a:lnTo>
                  <a:pt x="43248" y="5737"/>
                </a:lnTo>
                <a:lnTo>
                  <a:pt x="45108" y="7472"/>
                </a:lnTo>
                <a:lnTo>
                  <a:pt x="43305" y="11169"/>
                </a:lnTo>
                <a:lnTo>
                  <a:pt x="44950" y="12825"/>
                </a:lnTo>
                <a:lnTo>
                  <a:pt x="49055" y="11192"/>
                </a:lnTo>
                <a:lnTo>
                  <a:pt x="50460" y="13324"/>
                </a:lnTo>
                <a:lnTo>
                  <a:pt x="48952" y="16136"/>
                </a:lnTo>
                <a:lnTo>
                  <a:pt x="49633" y="17508"/>
                </a:lnTo>
                <a:lnTo>
                  <a:pt x="50721" y="18234"/>
                </a:lnTo>
                <a:lnTo>
                  <a:pt x="54157" y="16601"/>
                </a:lnTo>
                <a:lnTo>
                  <a:pt x="55972" y="18415"/>
                </a:lnTo>
                <a:lnTo>
                  <a:pt x="54270" y="21817"/>
                </a:lnTo>
                <a:lnTo>
                  <a:pt x="55064" y="22951"/>
                </a:lnTo>
                <a:lnTo>
                  <a:pt x="54407" y="26421"/>
                </a:lnTo>
                <a:lnTo>
                  <a:pt x="55915" y="30424"/>
                </a:lnTo>
                <a:lnTo>
                  <a:pt x="54826" y="34801"/>
                </a:lnTo>
                <a:lnTo>
                  <a:pt x="55734" y="38611"/>
                </a:lnTo>
                <a:lnTo>
                  <a:pt x="54350" y="40006"/>
                </a:lnTo>
                <a:lnTo>
                  <a:pt x="50132" y="38441"/>
                </a:lnTo>
                <a:lnTo>
                  <a:pt x="48952" y="40380"/>
                </a:lnTo>
                <a:lnTo>
                  <a:pt x="50517" y="43827"/>
                </a:lnTo>
                <a:lnTo>
                  <a:pt x="48873" y="45483"/>
                </a:lnTo>
                <a:lnTo>
                  <a:pt x="44768" y="43850"/>
                </a:lnTo>
                <a:lnTo>
                  <a:pt x="43759" y="45370"/>
                </a:lnTo>
                <a:lnTo>
                  <a:pt x="44825" y="49871"/>
                </a:lnTo>
                <a:lnTo>
                  <a:pt x="42716" y="50869"/>
                </a:lnTo>
                <a:lnTo>
                  <a:pt x="40289" y="49599"/>
                </a:lnTo>
                <a:lnTo>
                  <a:pt x="38758" y="50166"/>
                </a:lnTo>
                <a:lnTo>
                  <a:pt x="38032" y="51255"/>
                </a:lnTo>
                <a:lnTo>
                  <a:pt x="39665" y="54702"/>
                </a:lnTo>
                <a:lnTo>
                  <a:pt x="38236" y="56120"/>
                </a:lnTo>
                <a:lnTo>
                  <a:pt x="34109" y="55564"/>
                </a:lnTo>
                <a:lnTo>
                  <a:pt x="31512" y="55700"/>
                </a:lnTo>
                <a:lnTo>
                  <a:pt x="26432" y="55609"/>
                </a:lnTo>
                <a:lnTo>
                  <a:pt x="17780" y="56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71457" y="8725724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98"/>
                </a:lnTo>
                <a:lnTo>
                  <a:pt x="18098" y="7223"/>
                </a:lnTo>
                <a:lnTo>
                  <a:pt x="19334" y="7937"/>
                </a:lnTo>
                <a:lnTo>
                  <a:pt x="22464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55071" y="8863070"/>
            <a:ext cx="77970" cy="77494"/>
          </a:xfrm>
          <a:prstGeom prst="rect">
            <a:avLst/>
          </a:prstGeom>
        </p:spPr>
      </p:pic>
      <p:sp>
        <p:nvSpPr>
          <p:cNvPr id="53" name="object 53"/>
          <p:cNvSpPr/>
          <p:nvPr/>
        </p:nvSpPr>
        <p:spPr>
          <a:xfrm>
            <a:off x="3692902" y="8874058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19" y="54634"/>
                </a:lnTo>
                <a:lnTo>
                  <a:pt x="22951" y="49916"/>
                </a:lnTo>
                <a:lnTo>
                  <a:pt x="22497" y="49395"/>
                </a:lnTo>
                <a:lnTo>
                  <a:pt x="20524" y="48034"/>
                </a:lnTo>
                <a:lnTo>
                  <a:pt x="13063" y="51175"/>
                </a:lnTo>
                <a:lnTo>
                  <a:pt x="10716" y="48306"/>
                </a:lnTo>
                <a:lnTo>
                  <a:pt x="12314" y="45177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23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3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39"/>
                </a:lnTo>
                <a:lnTo>
                  <a:pt x="13063" y="4070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69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0"/>
                </a:lnTo>
                <a:lnTo>
                  <a:pt x="45155" y="6939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19"/>
                </a:lnTo>
                <a:lnTo>
                  <a:pt x="48806" y="10386"/>
                </a:lnTo>
                <a:lnTo>
                  <a:pt x="50224" y="1181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89"/>
                </a:lnTo>
                <a:lnTo>
                  <a:pt x="50042" y="22905"/>
                </a:lnTo>
                <a:lnTo>
                  <a:pt x="54544" y="21567"/>
                </a:lnTo>
                <a:lnTo>
                  <a:pt x="55666" y="22701"/>
                </a:lnTo>
                <a:lnTo>
                  <a:pt x="55099" y="26829"/>
                </a:lnTo>
                <a:lnTo>
                  <a:pt x="55212" y="28972"/>
                </a:lnTo>
                <a:lnTo>
                  <a:pt x="55587" y="31796"/>
                </a:lnTo>
                <a:lnTo>
                  <a:pt x="54918" y="33621"/>
                </a:lnTo>
                <a:lnTo>
                  <a:pt x="50269" y="32601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36"/>
                </a:lnTo>
                <a:lnTo>
                  <a:pt x="45483" y="43237"/>
                </a:lnTo>
                <a:lnTo>
                  <a:pt x="44258" y="43952"/>
                </a:lnTo>
                <a:lnTo>
                  <a:pt x="43532" y="45040"/>
                </a:lnTo>
                <a:lnTo>
                  <a:pt x="45166" y="48488"/>
                </a:lnTo>
                <a:lnTo>
                  <a:pt x="43351" y="50291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64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034747" y="888901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49"/>
                </a:moveTo>
                <a:lnTo>
                  <a:pt x="7529" y="23937"/>
                </a:lnTo>
                <a:lnTo>
                  <a:pt x="6316" y="22463"/>
                </a:lnTo>
                <a:lnTo>
                  <a:pt x="7914" y="19334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52"/>
                </a:lnTo>
                <a:lnTo>
                  <a:pt x="16635" y="0"/>
                </a:lnTo>
                <a:lnTo>
                  <a:pt x="18982" y="2868"/>
                </a:lnTo>
                <a:lnTo>
                  <a:pt x="17394" y="5998"/>
                </a:lnTo>
                <a:lnTo>
                  <a:pt x="18098" y="7223"/>
                </a:lnTo>
                <a:lnTo>
                  <a:pt x="19322" y="7937"/>
                </a:lnTo>
                <a:lnTo>
                  <a:pt x="22452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94"/>
                </a:lnTo>
                <a:lnTo>
                  <a:pt x="18098" y="18109"/>
                </a:lnTo>
                <a:lnTo>
                  <a:pt x="17372" y="19164"/>
                </a:lnTo>
                <a:lnTo>
                  <a:pt x="19005" y="22690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518851" y="9025726"/>
            <a:ext cx="77472" cy="78413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3861840" y="9042089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5" h="46354">
                <a:moveTo>
                  <a:pt x="7631" y="45823"/>
                </a:moveTo>
                <a:lnTo>
                  <a:pt x="5114" y="44065"/>
                </a:lnTo>
                <a:lnTo>
                  <a:pt x="6645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29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70" y="26971"/>
                </a:lnTo>
                <a:lnTo>
                  <a:pt x="603" y="13351"/>
                </a:lnTo>
                <a:lnTo>
                  <a:pt x="521" y="6554"/>
                </a:lnTo>
                <a:lnTo>
                  <a:pt x="5953" y="6554"/>
                </a:lnTo>
                <a:lnTo>
                  <a:pt x="6475" y="5976"/>
                </a:lnTo>
                <a:lnTo>
                  <a:pt x="5307" y="1383"/>
                </a:lnTo>
                <a:lnTo>
                  <a:pt x="7325" y="544"/>
                </a:lnTo>
                <a:lnTo>
                  <a:pt x="9911" y="1281"/>
                </a:lnTo>
                <a:lnTo>
                  <a:pt x="16261" y="578"/>
                </a:lnTo>
                <a:lnTo>
                  <a:pt x="22872" y="533"/>
                </a:lnTo>
                <a:lnTo>
                  <a:pt x="29347" y="1315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00" y="6554"/>
                </a:lnTo>
                <a:lnTo>
                  <a:pt x="44043" y="6554"/>
                </a:lnTo>
                <a:lnTo>
                  <a:pt x="44043" y="35118"/>
                </a:lnTo>
                <a:lnTo>
                  <a:pt x="44553" y="37976"/>
                </a:lnTo>
                <a:lnTo>
                  <a:pt x="43782" y="39847"/>
                </a:lnTo>
                <a:lnTo>
                  <a:pt x="39167" y="38702"/>
                </a:lnTo>
                <a:lnTo>
                  <a:pt x="38600" y="39212"/>
                </a:lnTo>
                <a:lnTo>
                  <a:pt x="37886" y="40300"/>
                </a:lnTo>
                <a:lnTo>
                  <a:pt x="39508" y="43748"/>
                </a:lnTo>
                <a:lnTo>
                  <a:pt x="38090" y="45165"/>
                </a:lnTo>
                <a:lnTo>
                  <a:pt x="33962" y="44610"/>
                </a:lnTo>
                <a:lnTo>
                  <a:pt x="31355" y="44746"/>
                </a:lnTo>
                <a:lnTo>
                  <a:pt x="29540" y="44575"/>
                </a:lnTo>
                <a:lnTo>
                  <a:pt x="27726" y="44655"/>
                </a:lnTo>
                <a:lnTo>
                  <a:pt x="14708" y="44655"/>
                </a:lnTo>
                <a:lnTo>
                  <a:pt x="7631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object 5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681925" y="9189221"/>
            <a:ext cx="77835" cy="77982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4024508" y="920535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37" y="45381"/>
                </a:moveTo>
                <a:lnTo>
                  <a:pt x="29630" y="44406"/>
                </a:lnTo>
                <a:lnTo>
                  <a:pt x="25105" y="45381"/>
                </a:lnTo>
                <a:lnTo>
                  <a:pt x="20819" y="44678"/>
                </a:lnTo>
                <a:lnTo>
                  <a:pt x="16158" y="44678"/>
                </a:lnTo>
                <a:lnTo>
                  <a:pt x="13210" y="45199"/>
                </a:lnTo>
                <a:lnTo>
                  <a:pt x="11361" y="44394"/>
                </a:lnTo>
                <a:lnTo>
                  <a:pt x="12575" y="39824"/>
                </a:lnTo>
                <a:lnTo>
                  <a:pt x="12031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5" y="38656"/>
                </a:lnTo>
                <a:lnTo>
                  <a:pt x="7359" y="34552"/>
                </a:lnTo>
                <a:lnTo>
                  <a:pt x="5952" y="33157"/>
                </a:lnTo>
                <a:lnTo>
                  <a:pt x="1530" y="34540"/>
                </a:lnTo>
                <a:lnTo>
                  <a:pt x="22" y="31535"/>
                </a:lnTo>
                <a:lnTo>
                  <a:pt x="1156" y="25491"/>
                </a:lnTo>
                <a:lnTo>
                  <a:pt x="1156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60" y="12700"/>
                </a:lnTo>
                <a:lnTo>
                  <a:pt x="6599" y="12020"/>
                </a:lnTo>
                <a:lnTo>
                  <a:pt x="7313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3" y="7302"/>
                </a:lnTo>
                <a:lnTo>
                  <a:pt x="12031" y="6577"/>
                </a:lnTo>
                <a:lnTo>
                  <a:pt x="12563" y="5976"/>
                </a:lnTo>
                <a:lnTo>
                  <a:pt x="11361" y="1417"/>
                </a:lnTo>
                <a:lnTo>
                  <a:pt x="14525" y="45"/>
                </a:lnTo>
                <a:lnTo>
                  <a:pt x="20173" y="1134"/>
                </a:lnTo>
                <a:lnTo>
                  <a:pt x="25514" y="1134"/>
                </a:lnTo>
                <a:lnTo>
                  <a:pt x="31546" y="0"/>
                </a:lnTo>
                <a:lnTo>
                  <a:pt x="34563" y="1508"/>
                </a:lnTo>
                <a:lnTo>
                  <a:pt x="33168" y="5941"/>
                </a:lnTo>
                <a:lnTo>
                  <a:pt x="34563" y="7336"/>
                </a:lnTo>
                <a:lnTo>
                  <a:pt x="38679" y="5703"/>
                </a:lnTo>
                <a:lnTo>
                  <a:pt x="40085" y="7835"/>
                </a:lnTo>
                <a:lnTo>
                  <a:pt x="38566" y="10647"/>
                </a:lnTo>
                <a:lnTo>
                  <a:pt x="39246" y="12020"/>
                </a:lnTo>
                <a:lnTo>
                  <a:pt x="40335" y="12745"/>
                </a:lnTo>
                <a:lnTo>
                  <a:pt x="43782" y="11112"/>
                </a:lnTo>
                <a:lnTo>
                  <a:pt x="45585" y="12927"/>
                </a:lnTo>
                <a:lnTo>
                  <a:pt x="43884" y="16329"/>
                </a:lnTo>
                <a:lnTo>
                  <a:pt x="44666" y="17463"/>
                </a:lnTo>
                <a:lnTo>
                  <a:pt x="44020" y="20933"/>
                </a:lnTo>
                <a:lnTo>
                  <a:pt x="45528" y="24935"/>
                </a:lnTo>
                <a:lnTo>
                  <a:pt x="44428" y="29313"/>
                </a:lnTo>
                <a:lnTo>
                  <a:pt x="45335" y="33123"/>
                </a:lnTo>
                <a:lnTo>
                  <a:pt x="43770" y="34699"/>
                </a:lnTo>
                <a:lnTo>
                  <a:pt x="40312" y="33066"/>
                </a:lnTo>
                <a:lnTo>
                  <a:pt x="39234" y="33792"/>
                </a:lnTo>
                <a:lnTo>
                  <a:pt x="38577" y="35209"/>
                </a:lnTo>
                <a:lnTo>
                  <a:pt x="40039" y="37919"/>
                </a:lnTo>
                <a:lnTo>
                  <a:pt x="38712" y="40074"/>
                </a:lnTo>
                <a:lnTo>
                  <a:pt x="34517" y="38509"/>
                </a:lnTo>
                <a:lnTo>
                  <a:pt x="33043" y="39995"/>
                </a:lnTo>
                <a:lnTo>
                  <a:pt x="34664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850364" y="9357705"/>
            <a:ext cx="67527" cy="67618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4193208" y="937405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8289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2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79" y="19628"/>
                </a:lnTo>
                <a:lnTo>
                  <a:pt x="1179" y="6610"/>
                </a:lnTo>
                <a:lnTo>
                  <a:pt x="2268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11"/>
                </a:lnTo>
                <a:lnTo>
                  <a:pt x="29120" y="7257"/>
                </a:lnTo>
                <a:lnTo>
                  <a:pt x="33338" y="5806"/>
                </a:lnTo>
                <a:lnTo>
                  <a:pt x="34358" y="7506"/>
                </a:lnTo>
                <a:lnTo>
                  <a:pt x="33814" y="10976"/>
                </a:lnTo>
                <a:lnTo>
                  <a:pt x="33814" y="19628"/>
                </a:lnTo>
                <a:lnTo>
                  <a:pt x="34983" y="26716"/>
                </a:lnTo>
                <a:lnTo>
                  <a:pt x="33213" y="29233"/>
                </a:lnTo>
                <a:lnTo>
                  <a:pt x="29199" y="27702"/>
                </a:lnTo>
                <a:lnTo>
                  <a:pt x="28371" y="28383"/>
                </a:lnTo>
                <a:lnTo>
                  <a:pt x="27725" y="29131"/>
                </a:lnTo>
                <a:lnTo>
                  <a:pt x="29176" y="33338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89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3" name="object 6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319901" y="8574750"/>
            <a:ext cx="89310" cy="8885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4291" y="9521711"/>
            <a:ext cx="66234" cy="66643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4363098" y="9543959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839887" y="9673378"/>
            <a:ext cx="88301" cy="89367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4182810" y="968983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9492" y="56561"/>
                </a:moveTo>
                <a:lnTo>
                  <a:pt x="16329" y="55212"/>
                </a:lnTo>
                <a:lnTo>
                  <a:pt x="17599" y="50631"/>
                </a:lnTo>
                <a:lnTo>
                  <a:pt x="16102" y="49145"/>
                </a:lnTo>
                <a:lnTo>
                  <a:pt x="12530" y="50948"/>
                </a:lnTo>
                <a:lnTo>
                  <a:pt x="10659" y="49202"/>
                </a:lnTo>
                <a:lnTo>
                  <a:pt x="12473" y="45517"/>
                </a:lnTo>
                <a:lnTo>
                  <a:pt x="10828" y="43861"/>
                </a:lnTo>
                <a:lnTo>
                  <a:pt x="6712" y="45494"/>
                </a:lnTo>
                <a:lnTo>
                  <a:pt x="5307" y="43373"/>
                </a:lnTo>
                <a:lnTo>
                  <a:pt x="6815" y="40550"/>
                </a:lnTo>
                <a:lnTo>
                  <a:pt x="6146" y="39189"/>
                </a:lnTo>
                <a:lnTo>
                  <a:pt x="5057" y="38463"/>
                </a:lnTo>
                <a:lnTo>
                  <a:pt x="1609" y="40096"/>
                </a:lnTo>
                <a:lnTo>
                  <a:pt x="0" y="38486"/>
                </a:lnTo>
                <a:lnTo>
                  <a:pt x="1009" y="34744"/>
                </a:lnTo>
                <a:lnTo>
                  <a:pt x="11" y="31467"/>
                </a:lnTo>
                <a:lnTo>
                  <a:pt x="124" y="25185"/>
                </a:lnTo>
                <a:lnTo>
                  <a:pt x="941" y="21896"/>
                </a:lnTo>
                <a:lnTo>
                  <a:pt x="33" y="18086"/>
                </a:lnTo>
                <a:lnTo>
                  <a:pt x="1610" y="16510"/>
                </a:lnTo>
                <a:lnTo>
                  <a:pt x="5069" y="18143"/>
                </a:lnTo>
                <a:lnTo>
                  <a:pt x="6146" y="17417"/>
                </a:lnTo>
                <a:lnTo>
                  <a:pt x="6872" y="16328"/>
                </a:lnTo>
                <a:lnTo>
                  <a:pt x="5238" y="12881"/>
                </a:lnTo>
                <a:lnTo>
                  <a:pt x="7053" y="11067"/>
                </a:lnTo>
                <a:lnTo>
                  <a:pt x="10682" y="12881"/>
                </a:lnTo>
                <a:lnTo>
                  <a:pt x="12484" y="11067"/>
                </a:lnTo>
                <a:lnTo>
                  <a:pt x="10681" y="7438"/>
                </a:lnTo>
                <a:lnTo>
                  <a:pt x="12484" y="5624"/>
                </a:lnTo>
                <a:lnTo>
                  <a:pt x="15942" y="7257"/>
                </a:lnTo>
                <a:lnTo>
                  <a:pt x="17020" y="6531"/>
                </a:lnTo>
                <a:lnTo>
                  <a:pt x="17667" y="5783"/>
                </a:lnTo>
                <a:lnTo>
                  <a:pt x="16215" y="1576"/>
                </a:lnTo>
                <a:lnTo>
                  <a:pt x="18812" y="0"/>
                </a:lnTo>
                <a:lnTo>
                  <a:pt x="25740" y="963"/>
                </a:lnTo>
                <a:lnTo>
                  <a:pt x="29448" y="1179"/>
                </a:lnTo>
                <a:lnTo>
                  <a:pt x="37953" y="56"/>
                </a:lnTo>
                <a:lnTo>
                  <a:pt x="39677" y="2177"/>
                </a:lnTo>
                <a:lnTo>
                  <a:pt x="38089" y="5306"/>
                </a:lnTo>
                <a:lnTo>
                  <a:pt x="38793" y="6531"/>
                </a:lnTo>
                <a:lnTo>
                  <a:pt x="40142" y="7211"/>
                </a:lnTo>
                <a:lnTo>
                  <a:pt x="42999" y="5692"/>
                </a:lnTo>
                <a:lnTo>
                  <a:pt x="45109" y="7132"/>
                </a:lnTo>
                <a:lnTo>
                  <a:pt x="43464" y="11203"/>
                </a:lnTo>
                <a:lnTo>
                  <a:pt x="44984" y="12734"/>
                </a:lnTo>
                <a:lnTo>
                  <a:pt x="49100" y="11101"/>
                </a:lnTo>
                <a:lnTo>
                  <a:pt x="50449" y="13153"/>
                </a:lnTo>
                <a:lnTo>
                  <a:pt x="48760" y="16340"/>
                </a:lnTo>
                <a:lnTo>
                  <a:pt x="50438" y="18335"/>
                </a:lnTo>
                <a:lnTo>
                  <a:pt x="54248" y="16555"/>
                </a:lnTo>
                <a:lnTo>
                  <a:pt x="56017" y="18324"/>
                </a:lnTo>
                <a:lnTo>
                  <a:pt x="54316" y="21726"/>
                </a:lnTo>
                <a:lnTo>
                  <a:pt x="55098" y="22860"/>
                </a:lnTo>
                <a:lnTo>
                  <a:pt x="54429" y="26330"/>
                </a:lnTo>
                <a:lnTo>
                  <a:pt x="55949" y="30333"/>
                </a:lnTo>
                <a:lnTo>
                  <a:pt x="54860" y="34710"/>
                </a:lnTo>
                <a:lnTo>
                  <a:pt x="55768" y="38531"/>
                </a:lnTo>
                <a:lnTo>
                  <a:pt x="54372" y="39903"/>
                </a:lnTo>
                <a:lnTo>
                  <a:pt x="50166" y="38350"/>
                </a:lnTo>
                <a:lnTo>
                  <a:pt x="48975" y="40289"/>
                </a:lnTo>
                <a:lnTo>
                  <a:pt x="50540" y="43736"/>
                </a:lnTo>
                <a:lnTo>
                  <a:pt x="48895" y="45381"/>
                </a:lnTo>
                <a:lnTo>
                  <a:pt x="44791" y="43748"/>
                </a:lnTo>
                <a:lnTo>
                  <a:pt x="43793" y="45278"/>
                </a:lnTo>
                <a:lnTo>
                  <a:pt x="44847" y="49769"/>
                </a:lnTo>
                <a:lnTo>
                  <a:pt x="42750" y="50767"/>
                </a:lnTo>
                <a:lnTo>
                  <a:pt x="40312" y="49497"/>
                </a:lnTo>
                <a:lnTo>
                  <a:pt x="38781" y="50064"/>
                </a:lnTo>
                <a:lnTo>
                  <a:pt x="38067" y="51152"/>
                </a:lnTo>
                <a:lnTo>
                  <a:pt x="39688" y="54600"/>
                </a:lnTo>
                <a:lnTo>
                  <a:pt x="38259" y="56017"/>
                </a:lnTo>
                <a:lnTo>
                  <a:pt x="34132" y="55461"/>
                </a:lnTo>
                <a:lnTo>
                  <a:pt x="31535" y="55597"/>
                </a:lnTo>
                <a:lnTo>
                  <a:pt x="29709" y="55484"/>
                </a:lnTo>
                <a:lnTo>
                  <a:pt x="25173" y="55541"/>
                </a:lnTo>
                <a:lnTo>
                  <a:pt x="19492" y="56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008723" y="9842180"/>
            <a:ext cx="77482" cy="78402"/>
          </a:xfrm>
          <a:prstGeom prst="rect">
            <a:avLst/>
          </a:prstGeom>
        </p:spPr>
      </p:pic>
      <p:sp>
        <p:nvSpPr>
          <p:cNvPr id="69" name="object 69"/>
          <p:cNvSpPr/>
          <p:nvPr/>
        </p:nvSpPr>
        <p:spPr>
          <a:xfrm>
            <a:off x="4351078" y="9858532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37" y="45370"/>
                </a:moveTo>
                <a:lnTo>
                  <a:pt x="29630" y="44394"/>
                </a:lnTo>
                <a:lnTo>
                  <a:pt x="25106" y="45370"/>
                </a:lnTo>
                <a:lnTo>
                  <a:pt x="20820" y="44666"/>
                </a:lnTo>
                <a:lnTo>
                  <a:pt x="16170" y="44666"/>
                </a:lnTo>
                <a:lnTo>
                  <a:pt x="13222" y="45177"/>
                </a:lnTo>
                <a:lnTo>
                  <a:pt x="11362" y="44372"/>
                </a:lnTo>
                <a:lnTo>
                  <a:pt x="12575" y="39813"/>
                </a:lnTo>
                <a:lnTo>
                  <a:pt x="12042" y="39224"/>
                </a:lnTo>
                <a:lnTo>
                  <a:pt x="10671" y="38554"/>
                </a:lnTo>
                <a:lnTo>
                  <a:pt x="7847" y="40063"/>
                </a:lnTo>
                <a:lnTo>
                  <a:pt x="5726" y="38645"/>
                </a:lnTo>
                <a:lnTo>
                  <a:pt x="7359" y="34540"/>
                </a:lnTo>
                <a:lnTo>
                  <a:pt x="5964" y="33146"/>
                </a:lnTo>
                <a:lnTo>
                  <a:pt x="1542" y="34529"/>
                </a:lnTo>
                <a:lnTo>
                  <a:pt x="34" y="31524"/>
                </a:lnTo>
                <a:lnTo>
                  <a:pt x="1168" y="25469"/>
                </a:lnTo>
                <a:lnTo>
                  <a:pt x="1168" y="20763"/>
                </a:lnTo>
                <a:lnTo>
                  <a:pt x="0" y="13675"/>
                </a:lnTo>
                <a:lnTo>
                  <a:pt x="1757" y="11158"/>
                </a:lnTo>
                <a:lnTo>
                  <a:pt x="5772" y="12700"/>
                </a:lnTo>
                <a:lnTo>
                  <a:pt x="6600" y="12008"/>
                </a:lnTo>
                <a:lnTo>
                  <a:pt x="7326" y="10920"/>
                </a:lnTo>
                <a:lnTo>
                  <a:pt x="5692" y="7484"/>
                </a:lnTo>
                <a:lnTo>
                  <a:pt x="7507" y="5669"/>
                </a:lnTo>
                <a:lnTo>
                  <a:pt x="10954" y="7291"/>
                </a:lnTo>
                <a:lnTo>
                  <a:pt x="12042" y="6576"/>
                </a:lnTo>
                <a:lnTo>
                  <a:pt x="12575" y="5976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4"/>
                </a:lnTo>
                <a:lnTo>
                  <a:pt x="25514" y="1134"/>
                </a:lnTo>
                <a:lnTo>
                  <a:pt x="31547" y="0"/>
                </a:lnTo>
                <a:lnTo>
                  <a:pt x="34563" y="1508"/>
                </a:lnTo>
                <a:lnTo>
                  <a:pt x="33180" y="5941"/>
                </a:lnTo>
                <a:lnTo>
                  <a:pt x="34563" y="7336"/>
                </a:lnTo>
                <a:lnTo>
                  <a:pt x="38680" y="5703"/>
                </a:lnTo>
                <a:lnTo>
                  <a:pt x="40086" y="7824"/>
                </a:lnTo>
                <a:lnTo>
                  <a:pt x="38577" y="10647"/>
                </a:lnTo>
                <a:lnTo>
                  <a:pt x="39247" y="12008"/>
                </a:lnTo>
                <a:lnTo>
                  <a:pt x="40335" y="12734"/>
                </a:lnTo>
                <a:lnTo>
                  <a:pt x="43783" y="11101"/>
                </a:lnTo>
                <a:lnTo>
                  <a:pt x="45596" y="12915"/>
                </a:lnTo>
                <a:lnTo>
                  <a:pt x="43896" y="16317"/>
                </a:lnTo>
                <a:lnTo>
                  <a:pt x="44678" y="17451"/>
                </a:lnTo>
                <a:lnTo>
                  <a:pt x="44020" y="20921"/>
                </a:lnTo>
                <a:lnTo>
                  <a:pt x="45528" y="24924"/>
                </a:lnTo>
                <a:lnTo>
                  <a:pt x="44440" y="29301"/>
                </a:lnTo>
                <a:lnTo>
                  <a:pt x="45347" y="33112"/>
                </a:lnTo>
                <a:lnTo>
                  <a:pt x="43770" y="34688"/>
                </a:lnTo>
                <a:lnTo>
                  <a:pt x="40312" y="33055"/>
                </a:lnTo>
                <a:lnTo>
                  <a:pt x="39235" y="33781"/>
                </a:lnTo>
                <a:lnTo>
                  <a:pt x="38589" y="35198"/>
                </a:lnTo>
                <a:lnTo>
                  <a:pt x="40040" y="37908"/>
                </a:lnTo>
                <a:lnTo>
                  <a:pt x="38725" y="40063"/>
                </a:lnTo>
                <a:lnTo>
                  <a:pt x="34517" y="38498"/>
                </a:lnTo>
                <a:lnTo>
                  <a:pt x="33043" y="39983"/>
                </a:lnTo>
                <a:lnTo>
                  <a:pt x="34665" y="44088"/>
                </a:lnTo>
                <a:lnTo>
                  <a:pt x="32737" y="45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0" name="object 7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176902" y="10010914"/>
            <a:ext cx="67538" cy="67606"/>
          </a:xfrm>
          <a:prstGeom prst="rect">
            <a:avLst/>
          </a:prstGeom>
        </p:spPr>
      </p:pic>
      <p:sp>
        <p:nvSpPr>
          <p:cNvPr id="71" name="object 71"/>
          <p:cNvSpPr/>
          <p:nvPr/>
        </p:nvSpPr>
        <p:spPr>
          <a:xfrm>
            <a:off x="4526389" y="1003383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2" name="object 7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002746" y="10163580"/>
            <a:ext cx="89299" cy="88834"/>
          </a:xfrm>
          <a:prstGeom prst="rect">
            <a:avLst/>
          </a:prstGeom>
        </p:spPr>
      </p:pic>
      <p:sp>
        <p:nvSpPr>
          <p:cNvPr id="73" name="object 73"/>
          <p:cNvSpPr/>
          <p:nvPr/>
        </p:nvSpPr>
        <p:spPr>
          <a:xfrm>
            <a:off x="4346054" y="1017980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37613" y="55927"/>
                </a:moveTo>
                <a:lnTo>
                  <a:pt x="34699" y="55416"/>
                </a:lnTo>
                <a:lnTo>
                  <a:pt x="21250" y="55416"/>
                </a:lnTo>
                <a:lnTo>
                  <a:pt x="18143" y="55949"/>
                </a:lnTo>
                <a:lnTo>
                  <a:pt x="16340" y="55076"/>
                </a:lnTo>
                <a:lnTo>
                  <a:pt x="17622" y="50609"/>
                </a:lnTo>
                <a:lnTo>
                  <a:pt x="17055" y="49974"/>
                </a:lnTo>
                <a:lnTo>
                  <a:pt x="6157" y="49974"/>
                </a:lnTo>
                <a:lnTo>
                  <a:pt x="6157" y="39087"/>
                </a:lnTo>
                <a:lnTo>
                  <a:pt x="5057" y="38362"/>
                </a:lnTo>
                <a:lnTo>
                  <a:pt x="1620" y="39995"/>
                </a:lnTo>
                <a:lnTo>
                  <a:pt x="45" y="38418"/>
                </a:lnTo>
                <a:lnTo>
                  <a:pt x="952" y="34608"/>
                </a:lnTo>
                <a:lnTo>
                  <a:pt x="0" y="30775"/>
                </a:lnTo>
                <a:lnTo>
                  <a:pt x="804" y="21908"/>
                </a:lnTo>
                <a:lnTo>
                  <a:pt x="158" y="17871"/>
                </a:lnTo>
                <a:lnTo>
                  <a:pt x="1292" y="16748"/>
                </a:lnTo>
                <a:lnTo>
                  <a:pt x="5862" y="17996"/>
                </a:lnTo>
                <a:lnTo>
                  <a:pt x="7461" y="14242"/>
                </a:lnTo>
                <a:lnTo>
                  <a:pt x="5147" y="9627"/>
                </a:lnTo>
                <a:lnTo>
                  <a:pt x="6157" y="6429"/>
                </a:lnTo>
                <a:lnTo>
                  <a:pt x="17043" y="6429"/>
                </a:lnTo>
                <a:lnTo>
                  <a:pt x="17496" y="5907"/>
                </a:lnTo>
                <a:lnTo>
                  <a:pt x="16464" y="1190"/>
                </a:lnTo>
                <a:lnTo>
                  <a:pt x="19821" y="0"/>
                </a:lnTo>
                <a:lnTo>
                  <a:pt x="24935" y="986"/>
                </a:lnTo>
                <a:lnTo>
                  <a:pt x="31150" y="986"/>
                </a:lnTo>
                <a:lnTo>
                  <a:pt x="35708" y="170"/>
                </a:lnTo>
                <a:lnTo>
                  <a:pt x="39315" y="1122"/>
                </a:lnTo>
                <a:lnTo>
                  <a:pt x="38384" y="5987"/>
                </a:lnTo>
                <a:lnTo>
                  <a:pt x="39326" y="6939"/>
                </a:lnTo>
                <a:lnTo>
                  <a:pt x="43453" y="6384"/>
                </a:lnTo>
                <a:lnTo>
                  <a:pt x="45121" y="6474"/>
                </a:lnTo>
                <a:lnTo>
                  <a:pt x="49089" y="5885"/>
                </a:lnTo>
                <a:lnTo>
                  <a:pt x="50586" y="7234"/>
                </a:lnTo>
                <a:lnTo>
                  <a:pt x="48976" y="10863"/>
                </a:lnTo>
                <a:lnTo>
                  <a:pt x="50404" y="12961"/>
                </a:lnTo>
                <a:lnTo>
                  <a:pt x="48783" y="16408"/>
                </a:lnTo>
                <a:lnTo>
                  <a:pt x="50269" y="17893"/>
                </a:lnTo>
                <a:lnTo>
                  <a:pt x="54827" y="16623"/>
                </a:lnTo>
                <a:lnTo>
                  <a:pt x="56210" y="19810"/>
                </a:lnTo>
                <a:lnTo>
                  <a:pt x="55122" y="25446"/>
                </a:lnTo>
                <a:lnTo>
                  <a:pt x="55122" y="30333"/>
                </a:lnTo>
                <a:lnTo>
                  <a:pt x="56290" y="37420"/>
                </a:lnTo>
                <a:lnTo>
                  <a:pt x="54532" y="39938"/>
                </a:lnTo>
                <a:lnTo>
                  <a:pt x="50518" y="38407"/>
                </a:lnTo>
                <a:lnTo>
                  <a:pt x="49690" y="39087"/>
                </a:lnTo>
                <a:lnTo>
                  <a:pt x="48329" y="41049"/>
                </a:lnTo>
                <a:lnTo>
                  <a:pt x="51459" y="48522"/>
                </a:lnTo>
                <a:lnTo>
                  <a:pt x="48601" y="50869"/>
                </a:lnTo>
                <a:lnTo>
                  <a:pt x="45483" y="49270"/>
                </a:lnTo>
                <a:lnTo>
                  <a:pt x="43159" y="50699"/>
                </a:lnTo>
                <a:lnTo>
                  <a:pt x="39711" y="49066"/>
                </a:lnTo>
                <a:lnTo>
                  <a:pt x="38249" y="50541"/>
                </a:lnTo>
                <a:lnTo>
                  <a:pt x="39496" y="55133"/>
                </a:lnTo>
                <a:lnTo>
                  <a:pt x="37613" y="55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4" name="object 7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909388" y="6933582"/>
            <a:ext cx="2378610" cy="232409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808561" y="8834702"/>
            <a:ext cx="733138" cy="673100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6521808" y="4962424"/>
            <a:ext cx="503395" cy="462280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5009960" y="252960"/>
            <a:ext cx="12468225" cy="9258300"/>
            <a:chOff x="5009960" y="252960"/>
            <a:chExt cx="12468225" cy="9258300"/>
          </a:xfrm>
        </p:grpSpPr>
        <p:pic>
          <p:nvPicPr>
            <p:cNvPr id="78" name="object 7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490603" y="1177841"/>
              <a:ext cx="533095" cy="49275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009960" y="252960"/>
              <a:ext cx="12468224" cy="9258299"/>
            </a:xfrm>
            <a:prstGeom prst="rect">
              <a:avLst/>
            </a:prstGeom>
          </p:spPr>
        </p:pic>
      </p:grpSp>
      <p:sp>
        <p:nvSpPr>
          <p:cNvPr id="80" name="object 80"/>
          <p:cNvSpPr txBox="1">
            <a:spLocks noGrp="1"/>
          </p:cNvSpPr>
          <p:nvPr>
            <p:ph type="title"/>
          </p:nvPr>
        </p:nvSpPr>
        <p:spPr>
          <a:xfrm>
            <a:off x="122852" y="539898"/>
            <a:ext cx="4887108" cy="1295226"/>
          </a:xfrm>
          <a:prstGeom prst="rect">
            <a:avLst/>
          </a:prstGeom>
          <a:solidFill>
            <a:srgbClr val="25818A"/>
          </a:solidFill>
        </p:spPr>
        <p:txBody>
          <a:bodyPr vert="horz" wrap="square" lIns="0" tIns="44450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3500"/>
              </a:spcBef>
            </a:pPr>
            <a:r>
              <a:rPr sz="5500" b="0" spc="-645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lang="en-US" sz="5500" b="0" spc="-645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5500" b="0" spc="-645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z="5500" b="0" spc="-5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500" b="0" spc="-385" dirty="0">
                <a:solidFill>
                  <a:srgbClr val="FFFFFF"/>
                </a:solidFill>
                <a:latin typeface="Arial Black"/>
                <a:cs typeface="Arial Black"/>
              </a:rPr>
              <a:t>Diagram</a:t>
            </a:r>
            <a:endParaRPr sz="5500" dirty="0">
              <a:latin typeface="Arial Black"/>
              <a:cs typeface="Arial Black"/>
            </a:endParaRPr>
          </a:p>
        </p:txBody>
      </p:sp>
      <p:pic>
        <p:nvPicPr>
          <p:cNvPr id="81" name="object 8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634607" y="2309635"/>
            <a:ext cx="3084990" cy="2909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2844" y="811303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89" h="33655">
                <a:moveTo>
                  <a:pt x="21839" y="33588"/>
                </a:moveTo>
                <a:lnTo>
                  <a:pt x="17700" y="33032"/>
                </a:lnTo>
                <a:lnTo>
                  <a:pt x="16192" y="33100"/>
                </a:lnTo>
                <a:lnTo>
                  <a:pt x="11951" y="33531"/>
                </a:lnTo>
                <a:lnTo>
                  <a:pt x="10579" y="32205"/>
                </a:lnTo>
                <a:lnTo>
                  <a:pt x="12201" y="28678"/>
                </a:lnTo>
                <a:lnTo>
                  <a:pt x="11475" y="27623"/>
                </a:lnTo>
                <a:lnTo>
                  <a:pt x="10114" y="26954"/>
                </a:lnTo>
                <a:lnTo>
                  <a:pt x="7290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10" y="21659"/>
                </a:lnTo>
                <a:lnTo>
                  <a:pt x="838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410"/>
                </a:lnTo>
                <a:lnTo>
                  <a:pt x="4807" y="12008"/>
                </a:lnTo>
                <a:lnTo>
                  <a:pt x="6043" y="11294"/>
                </a:lnTo>
                <a:lnTo>
                  <a:pt x="6757" y="10205"/>
                </a:lnTo>
                <a:lnTo>
                  <a:pt x="5136" y="6758"/>
                </a:lnTo>
                <a:lnTo>
                  <a:pt x="6950" y="4944"/>
                </a:lnTo>
                <a:lnTo>
                  <a:pt x="10397" y="6577"/>
                </a:lnTo>
                <a:lnTo>
                  <a:pt x="11475" y="5851"/>
                </a:lnTo>
                <a:lnTo>
                  <a:pt x="12201" y="4797"/>
                </a:lnTo>
                <a:lnTo>
                  <a:pt x="10579" y="1270"/>
                </a:lnTo>
                <a:lnTo>
                  <a:pt x="11906" y="0"/>
                </a:lnTo>
                <a:lnTo>
                  <a:pt x="22055" y="22"/>
                </a:lnTo>
                <a:lnTo>
                  <a:pt x="23246" y="1497"/>
                </a:lnTo>
                <a:lnTo>
                  <a:pt x="21658" y="4626"/>
                </a:lnTo>
                <a:lnTo>
                  <a:pt x="22361" y="5851"/>
                </a:lnTo>
                <a:lnTo>
                  <a:pt x="23450" y="6577"/>
                </a:lnTo>
                <a:lnTo>
                  <a:pt x="26897" y="4944"/>
                </a:lnTo>
                <a:lnTo>
                  <a:pt x="28564" y="6611"/>
                </a:lnTo>
                <a:lnTo>
                  <a:pt x="26930" y="10716"/>
                </a:lnTo>
                <a:lnTo>
                  <a:pt x="28428" y="11714"/>
                </a:lnTo>
                <a:lnTo>
                  <a:pt x="32975" y="10704"/>
                </a:lnTo>
                <a:lnTo>
                  <a:pt x="33758" y="12451"/>
                </a:lnTo>
                <a:lnTo>
                  <a:pt x="33236" y="15444"/>
                </a:lnTo>
                <a:lnTo>
                  <a:pt x="33236" y="18075"/>
                </a:lnTo>
                <a:lnTo>
                  <a:pt x="33758" y="20967"/>
                </a:lnTo>
                <a:lnTo>
                  <a:pt x="32964" y="22861"/>
                </a:lnTo>
                <a:lnTo>
                  <a:pt x="28360" y="21614"/>
                </a:lnTo>
                <a:lnTo>
                  <a:pt x="27044" y="22940"/>
                </a:lnTo>
                <a:lnTo>
                  <a:pt x="28677" y="27045"/>
                </a:lnTo>
                <a:lnTo>
                  <a:pt x="26557" y="28417"/>
                </a:lnTo>
                <a:lnTo>
                  <a:pt x="23722" y="26943"/>
                </a:lnTo>
                <a:lnTo>
                  <a:pt x="22349" y="27623"/>
                </a:lnTo>
                <a:lnTo>
                  <a:pt x="21635" y="28712"/>
                </a:lnTo>
                <a:lnTo>
                  <a:pt x="23257" y="32159"/>
                </a:lnTo>
                <a:lnTo>
                  <a:pt x="21839" y="335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5665" y="946574"/>
            <a:ext cx="88289" cy="893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16709" cy="381737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28542" y="963719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28" y="55530"/>
                </a:moveTo>
                <a:lnTo>
                  <a:pt x="24210" y="55428"/>
                </a:lnTo>
                <a:lnTo>
                  <a:pt x="21919" y="54623"/>
                </a:lnTo>
                <a:lnTo>
                  <a:pt x="22951" y="49906"/>
                </a:lnTo>
                <a:lnTo>
                  <a:pt x="22497" y="49384"/>
                </a:lnTo>
                <a:lnTo>
                  <a:pt x="20524" y="48023"/>
                </a:lnTo>
                <a:lnTo>
                  <a:pt x="13063" y="51165"/>
                </a:lnTo>
                <a:lnTo>
                  <a:pt x="10716" y="48295"/>
                </a:lnTo>
                <a:lnTo>
                  <a:pt x="12314" y="45166"/>
                </a:lnTo>
                <a:lnTo>
                  <a:pt x="11611" y="43941"/>
                </a:lnTo>
                <a:lnTo>
                  <a:pt x="10806" y="43272"/>
                </a:lnTo>
                <a:lnTo>
                  <a:pt x="6723" y="44780"/>
                </a:lnTo>
                <a:lnTo>
                  <a:pt x="5590" y="43068"/>
                </a:lnTo>
                <a:lnTo>
                  <a:pt x="6225" y="39587"/>
                </a:lnTo>
                <a:lnTo>
                  <a:pt x="6123" y="37715"/>
                </a:lnTo>
                <a:lnTo>
                  <a:pt x="6690" y="33577"/>
                </a:lnTo>
                <a:lnTo>
                  <a:pt x="5783" y="32681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4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40"/>
                </a:lnTo>
                <a:lnTo>
                  <a:pt x="13063" y="4071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7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7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1"/>
                </a:lnTo>
                <a:lnTo>
                  <a:pt x="45155" y="6940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90"/>
                </a:lnTo>
                <a:lnTo>
                  <a:pt x="50042" y="22906"/>
                </a:lnTo>
                <a:lnTo>
                  <a:pt x="54544" y="21568"/>
                </a:lnTo>
                <a:lnTo>
                  <a:pt x="55666" y="22702"/>
                </a:lnTo>
                <a:lnTo>
                  <a:pt x="55099" y="26830"/>
                </a:lnTo>
                <a:lnTo>
                  <a:pt x="55212" y="28973"/>
                </a:lnTo>
                <a:lnTo>
                  <a:pt x="55587" y="31797"/>
                </a:lnTo>
                <a:lnTo>
                  <a:pt x="54918" y="33622"/>
                </a:lnTo>
                <a:lnTo>
                  <a:pt x="50269" y="32602"/>
                </a:lnTo>
                <a:lnTo>
                  <a:pt x="49690" y="33055"/>
                </a:lnTo>
                <a:lnTo>
                  <a:pt x="48329" y="35017"/>
                </a:lnTo>
                <a:lnTo>
                  <a:pt x="51470" y="42490"/>
                </a:lnTo>
                <a:lnTo>
                  <a:pt x="48601" y="44837"/>
                </a:lnTo>
                <a:lnTo>
                  <a:pt x="45483" y="43238"/>
                </a:lnTo>
                <a:lnTo>
                  <a:pt x="44258" y="43941"/>
                </a:lnTo>
                <a:lnTo>
                  <a:pt x="43532" y="45030"/>
                </a:lnTo>
                <a:lnTo>
                  <a:pt x="45166" y="48477"/>
                </a:lnTo>
                <a:lnTo>
                  <a:pt x="43351" y="50280"/>
                </a:lnTo>
                <a:lnTo>
                  <a:pt x="39904" y="48681"/>
                </a:lnTo>
                <a:lnTo>
                  <a:pt x="37727" y="50087"/>
                </a:lnTo>
                <a:lnTo>
                  <a:pt x="34279" y="48477"/>
                </a:lnTo>
                <a:lnTo>
                  <a:pt x="32805" y="49951"/>
                </a:lnTo>
                <a:lnTo>
                  <a:pt x="34064" y="54532"/>
                </a:lnTo>
                <a:lnTo>
                  <a:pt x="31728" y="55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9411" y="1120818"/>
            <a:ext cx="67538" cy="675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008864" y="1143736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91120" y="1278803"/>
            <a:ext cx="77640" cy="7808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33566" y="129498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33281" y="45211"/>
                </a:moveTo>
                <a:lnTo>
                  <a:pt x="29143" y="44644"/>
                </a:lnTo>
                <a:lnTo>
                  <a:pt x="26546" y="44791"/>
                </a:lnTo>
                <a:lnTo>
                  <a:pt x="24720" y="44587"/>
                </a:lnTo>
                <a:lnTo>
                  <a:pt x="21125" y="44791"/>
                </a:lnTo>
                <a:lnTo>
                  <a:pt x="19277" y="44689"/>
                </a:lnTo>
                <a:lnTo>
                  <a:pt x="16397" y="44689"/>
                </a:lnTo>
                <a:lnTo>
                  <a:pt x="12938" y="45233"/>
                </a:lnTo>
                <a:lnTo>
                  <a:pt x="11249" y="44202"/>
                </a:lnTo>
                <a:lnTo>
                  <a:pt x="12689" y="40006"/>
                </a:lnTo>
                <a:lnTo>
                  <a:pt x="12042" y="39257"/>
                </a:lnTo>
                <a:lnTo>
                  <a:pt x="10682" y="38577"/>
                </a:lnTo>
                <a:lnTo>
                  <a:pt x="7858" y="40085"/>
                </a:lnTo>
                <a:lnTo>
                  <a:pt x="5737" y="38668"/>
                </a:lnTo>
                <a:lnTo>
                  <a:pt x="7371" y="34574"/>
                </a:lnTo>
                <a:lnTo>
                  <a:pt x="5964" y="33179"/>
                </a:lnTo>
                <a:lnTo>
                  <a:pt x="1542" y="34563"/>
                </a:lnTo>
                <a:lnTo>
                  <a:pt x="34" y="31558"/>
                </a:lnTo>
                <a:lnTo>
                  <a:pt x="1168" y="25514"/>
                </a:lnTo>
                <a:lnTo>
                  <a:pt x="1168" y="20797"/>
                </a:lnTo>
                <a:lnTo>
                  <a:pt x="0" y="13709"/>
                </a:lnTo>
                <a:lnTo>
                  <a:pt x="1769" y="11192"/>
                </a:lnTo>
                <a:lnTo>
                  <a:pt x="5772" y="12723"/>
                </a:lnTo>
                <a:lnTo>
                  <a:pt x="6611" y="12042"/>
                </a:lnTo>
                <a:lnTo>
                  <a:pt x="7325" y="10954"/>
                </a:lnTo>
                <a:lnTo>
                  <a:pt x="5703" y="7507"/>
                </a:lnTo>
                <a:lnTo>
                  <a:pt x="7506" y="5692"/>
                </a:lnTo>
                <a:lnTo>
                  <a:pt x="10965" y="7325"/>
                </a:lnTo>
                <a:lnTo>
                  <a:pt x="12042" y="6599"/>
                </a:lnTo>
                <a:lnTo>
                  <a:pt x="12689" y="5851"/>
                </a:lnTo>
                <a:lnTo>
                  <a:pt x="11249" y="1644"/>
                </a:lnTo>
                <a:lnTo>
                  <a:pt x="13970" y="0"/>
                </a:lnTo>
                <a:lnTo>
                  <a:pt x="20615" y="1167"/>
                </a:lnTo>
                <a:lnTo>
                  <a:pt x="24448" y="1167"/>
                </a:lnTo>
                <a:lnTo>
                  <a:pt x="26932" y="725"/>
                </a:lnTo>
                <a:lnTo>
                  <a:pt x="29381" y="1462"/>
                </a:lnTo>
                <a:lnTo>
                  <a:pt x="33112" y="464"/>
                </a:lnTo>
                <a:lnTo>
                  <a:pt x="34711" y="2074"/>
                </a:lnTo>
                <a:lnTo>
                  <a:pt x="33089" y="5522"/>
                </a:lnTo>
                <a:lnTo>
                  <a:pt x="33803" y="6599"/>
                </a:lnTo>
                <a:lnTo>
                  <a:pt x="34892" y="7325"/>
                </a:lnTo>
                <a:lnTo>
                  <a:pt x="38339" y="5703"/>
                </a:lnTo>
                <a:lnTo>
                  <a:pt x="40153" y="7506"/>
                </a:lnTo>
                <a:lnTo>
                  <a:pt x="38339" y="11135"/>
                </a:lnTo>
                <a:lnTo>
                  <a:pt x="40153" y="12950"/>
                </a:lnTo>
                <a:lnTo>
                  <a:pt x="43782" y="11135"/>
                </a:lnTo>
                <a:lnTo>
                  <a:pt x="45585" y="12949"/>
                </a:lnTo>
                <a:lnTo>
                  <a:pt x="43884" y="16351"/>
                </a:lnTo>
                <a:lnTo>
                  <a:pt x="44666" y="17485"/>
                </a:lnTo>
                <a:lnTo>
                  <a:pt x="44666" y="29698"/>
                </a:lnTo>
                <a:lnTo>
                  <a:pt x="45188" y="32623"/>
                </a:lnTo>
                <a:lnTo>
                  <a:pt x="44382" y="34506"/>
                </a:lnTo>
                <a:lnTo>
                  <a:pt x="39790" y="33236"/>
                </a:lnTo>
                <a:lnTo>
                  <a:pt x="38565" y="34472"/>
                </a:lnTo>
                <a:lnTo>
                  <a:pt x="40005" y="38838"/>
                </a:lnTo>
                <a:lnTo>
                  <a:pt x="37817" y="39995"/>
                </a:lnTo>
                <a:lnTo>
                  <a:pt x="35288" y="38645"/>
                </a:lnTo>
                <a:lnTo>
                  <a:pt x="33791" y="39257"/>
                </a:lnTo>
                <a:lnTo>
                  <a:pt x="33077" y="40346"/>
                </a:lnTo>
                <a:lnTo>
                  <a:pt x="34699" y="43782"/>
                </a:lnTo>
                <a:lnTo>
                  <a:pt x="33281" y="4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64842" y="145287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4481" y="56618"/>
                </a:moveTo>
                <a:lnTo>
                  <a:pt x="11316" y="55212"/>
                </a:lnTo>
                <a:lnTo>
                  <a:pt x="12609" y="50665"/>
                </a:lnTo>
                <a:lnTo>
                  <a:pt x="11260" y="49327"/>
                </a:lnTo>
                <a:lnTo>
                  <a:pt x="7155" y="50949"/>
                </a:lnTo>
                <a:lnTo>
                  <a:pt x="5749" y="48828"/>
                </a:lnTo>
                <a:lnTo>
                  <a:pt x="7257" y="46016"/>
                </a:lnTo>
                <a:lnTo>
                  <a:pt x="6588" y="44644"/>
                </a:lnTo>
                <a:lnTo>
                  <a:pt x="5488" y="43930"/>
                </a:lnTo>
                <a:lnTo>
                  <a:pt x="2052" y="45551"/>
                </a:lnTo>
                <a:lnTo>
                  <a:pt x="476" y="43975"/>
                </a:lnTo>
                <a:lnTo>
                  <a:pt x="1383" y="40165"/>
                </a:lnTo>
                <a:lnTo>
                  <a:pt x="442" y="36343"/>
                </a:lnTo>
                <a:lnTo>
                  <a:pt x="816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27"/>
                </a:lnTo>
                <a:lnTo>
                  <a:pt x="2234" y="11112"/>
                </a:lnTo>
                <a:lnTo>
                  <a:pt x="5352" y="12700"/>
                </a:lnTo>
                <a:lnTo>
                  <a:pt x="6588" y="11997"/>
                </a:lnTo>
                <a:lnTo>
                  <a:pt x="7302" y="10908"/>
                </a:lnTo>
                <a:lnTo>
                  <a:pt x="5680" y="7461"/>
                </a:lnTo>
                <a:lnTo>
                  <a:pt x="7483" y="5658"/>
                </a:lnTo>
                <a:lnTo>
                  <a:pt x="10942" y="7280"/>
                </a:lnTo>
                <a:lnTo>
                  <a:pt x="12019" y="6554"/>
                </a:lnTo>
                <a:lnTo>
                  <a:pt x="12541" y="5976"/>
                </a:lnTo>
                <a:lnTo>
                  <a:pt x="11362" y="1395"/>
                </a:lnTo>
                <a:lnTo>
                  <a:pt x="13391" y="544"/>
                </a:lnTo>
                <a:lnTo>
                  <a:pt x="15977" y="1292"/>
                </a:lnTo>
                <a:lnTo>
                  <a:pt x="22327" y="578"/>
                </a:lnTo>
                <a:lnTo>
                  <a:pt x="28938" y="532"/>
                </a:lnTo>
                <a:lnTo>
                  <a:pt x="35413" y="1326"/>
                </a:lnTo>
                <a:lnTo>
                  <a:pt x="43759" y="0"/>
                </a:lnTo>
                <a:lnTo>
                  <a:pt x="45551" y="2211"/>
                </a:lnTo>
                <a:lnTo>
                  <a:pt x="43963" y="5329"/>
                </a:lnTo>
                <a:lnTo>
                  <a:pt x="44667" y="6554"/>
                </a:lnTo>
                <a:lnTo>
                  <a:pt x="45755" y="7280"/>
                </a:lnTo>
                <a:lnTo>
                  <a:pt x="49203" y="5658"/>
                </a:lnTo>
                <a:lnTo>
                  <a:pt x="50858" y="7313"/>
                </a:lnTo>
                <a:lnTo>
                  <a:pt x="49236" y="11430"/>
                </a:lnTo>
                <a:lnTo>
                  <a:pt x="51357" y="12791"/>
                </a:lnTo>
                <a:lnTo>
                  <a:pt x="54192" y="11317"/>
                </a:lnTo>
                <a:lnTo>
                  <a:pt x="55541" y="11997"/>
                </a:lnTo>
                <a:lnTo>
                  <a:pt x="55541" y="40550"/>
                </a:lnTo>
                <a:lnTo>
                  <a:pt x="56051" y="43419"/>
                </a:lnTo>
                <a:lnTo>
                  <a:pt x="55292" y="45290"/>
                </a:lnTo>
                <a:lnTo>
                  <a:pt x="50665" y="44133"/>
                </a:lnTo>
                <a:lnTo>
                  <a:pt x="50109" y="44644"/>
                </a:lnTo>
                <a:lnTo>
                  <a:pt x="49429" y="46005"/>
                </a:lnTo>
                <a:lnTo>
                  <a:pt x="50937" y="48828"/>
                </a:lnTo>
                <a:lnTo>
                  <a:pt x="49520" y="50949"/>
                </a:lnTo>
                <a:lnTo>
                  <a:pt x="45426" y="49327"/>
                </a:lnTo>
                <a:lnTo>
                  <a:pt x="44043" y="50711"/>
                </a:lnTo>
                <a:lnTo>
                  <a:pt x="45415" y="55156"/>
                </a:lnTo>
                <a:lnTo>
                  <a:pt x="43578" y="56052"/>
                </a:lnTo>
                <a:lnTo>
                  <a:pt x="40460" y="55519"/>
                </a:lnTo>
                <a:lnTo>
                  <a:pt x="20184" y="55519"/>
                </a:lnTo>
                <a:lnTo>
                  <a:pt x="14481" y="566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7096" y="146853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8844" y="3141"/>
                </a:move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8844" y="3141"/>
                </a:lnTo>
                <a:close/>
              </a:path>
              <a:path w="24129" h="24130">
                <a:moveTo>
                  <a:pt x="2857" y="18982"/>
                </a:moveTo>
                <a:lnTo>
                  <a:pt x="0" y="16646"/>
                </a:lnTo>
                <a:lnTo>
                  <a:pt x="3140" y="9173"/>
                </a:lnTo>
                <a:lnTo>
                  <a:pt x="1780" y="7212"/>
                </a:lnTo>
                <a:lnTo>
                  <a:pt x="7211" y="7212"/>
                </a:lnTo>
                <a:lnTo>
                  <a:pt x="7211" y="1769"/>
                </a:lnTo>
                <a:lnTo>
                  <a:pt x="9185" y="3141"/>
                </a:lnTo>
                <a:lnTo>
                  <a:pt x="18844" y="3141"/>
                </a:lnTo>
                <a:lnTo>
                  <a:pt x="17395" y="5987"/>
                </a:lnTo>
                <a:lnTo>
                  <a:pt x="18098" y="7212"/>
                </a:lnTo>
                <a:lnTo>
                  <a:pt x="19334" y="7915"/>
                </a:lnTo>
                <a:lnTo>
                  <a:pt x="23926" y="7915"/>
                </a:lnTo>
                <a:lnTo>
                  <a:pt x="23937" y="17383"/>
                </a:lnTo>
                <a:lnTo>
                  <a:pt x="6009" y="17383"/>
                </a:lnTo>
                <a:lnTo>
                  <a:pt x="2857" y="18982"/>
                </a:lnTo>
                <a:close/>
              </a:path>
              <a:path w="24129" h="24130">
                <a:moveTo>
                  <a:pt x="23926" y="7915"/>
                </a:moveTo>
                <a:lnTo>
                  <a:pt x="19334" y="7915"/>
                </a:lnTo>
                <a:lnTo>
                  <a:pt x="22464" y="6327"/>
                </a:lnTo>
                <a:lnTo>
                  <a:pt x="23926" y="7529"/>
                </a:lnTo>
                <a:lnTo>
                  <a:pt x="23926" y="7915"/>
                </a:lnTo>
                <a:close/>
              </a:path>
              <a:path w="24129" h="24130">
                <a:moveTo>
                  <a:pt x="17690" y="23926"/>
                </a:moveTo>
                <a:lnTo>
                  <a:pt x="7529" y="23926"/>
                </a:lnTo>
                <a:lnTo>
                  <a:pt x="6327" y="22441"/>
                </a:lnTo>
                <a:lnTo>
                  <a:pt x="7926" y="19322"/>
                </a:lnTo>
                <a:lnTo>
                  <a:pt x="7211" y="18098"/>
                </a:lnTo>
                <a:lnTo>
                  <a:pt x="5968" y="17383"/>
                </a:lnTo>
                <a:lnTo>
                  <a:pt x="19141" y="17383"/>
                </a:lnTo>
                <a:lnTo>
                  <a:pt x="18098" y="18098"/>
                </a:lnTo>
                <a:lnTo>
                  <a:pt x="17499" y="18982"/>
                </a:lnTo>
                <a:lnTo>
                  <a:pt x="17462" y="19322"/>
                </a:lnTo>
                <a:lnTo>
                  <a:pt x="18896" y="22441"/>
                </a:lnTo>
                <a:lnTo>
                  <a:pt x="19005" y="22679"/>
                </a:lnTo>
                <a:lnTo>
                  <a:pt x="17690" y="23926"/>
                </a:lnTo>
                <a:close/>
              </a:path>
              <a:path w="24129" h="24130">
                <a:moveTo>
                  <a:pt x="22700" y="18982"/>
                </a:moveTo>
                <a:lnTo>
                  <a:pt x="20699" y="18098"/>
                </a:lnTo>
                <a:lnTo>
                  <a:pt x="19141" y="17383"/>
                </a:lnTo>
                <a:lnTo>
                  <a:pt x="23937" y="17383"/>
                </a:lnTo>
                <a:lnTo>
                  <a:pt x="23937" y="17678"/>
                </a:lnTo>
                <a:lnTo>
                  <a:pt x="22700" y="18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90984" y="1605475"/>
            <a:ext cx="77835" cy="7793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838985" y="162699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49" y="33213"/>
                </a:lnTo>
                <a:lnTo>
                  <a:pt x="7291" y="29210"/>
                </a:lnTo>
                <a:lnTo>
                  <a:pt x="6600" y="28371"/>
                </a:lnTo>
                <a:lnTo>
                  <a:pt x="5761" y="27691"/>
                </a:lnTo>
                <a:lnTo>
                  <a:pt x="1746" y="29222"/>
                </a:lnTo>
                <a:lnTo>
                  <a:pt x="0" y="26716"/>
                </a:lnTo>
                <a:lnTo>
                  <a:pt x="1168" y="19617"/>
                </a:lnTo>
                <a:lnTo>
                  <a:pt x="1168" y="6599"/>
                </a:lnTo>
                <a:lnTo>
                  <a:pt x="2257" y="5885"/>
                </a:lnTo>
                <a:lnTo>
                  <a:pt x="5692" y="7506"/>
                </a:lnTo>
                <a:lnTo>
                  <a:pt x="7178" y="6021"/>
                </a:lnTo>
                <a:lnTo>
                  <a:pt x="5908" y="1451"/>
                </a:lnTo>
                <a:lnTo>
                  <a:pt x="9106" y="79"/>
                </a:lnTo>
                <a:lnTo>
                  <a:pt x="14730" y="1167"/>
                </a:lnTo>
                <a:lnTo>
                  <a:pt x="19618" y="1167"/>
                </a:lnTo>
                <a:lnTo>
                  <a:pt x="26705" y="0"/>
                </a:lnTo>
                <a:lnTo>
                  <a:pt x="29166" y="1734"/>
                </a:lnTo>
                <a:lnTo>
                  <a:pt x="27692" y="5817"/>
                </a:lnTo>
                <a:lnTo>
                  <a:pt x="28360" y="6610"/>
                </a:lnTo>
                <a:lnTo>
                  <a:pt x="29109" y="7257"/>
                </a:lnTo>
                <a:lnTo>
                  <a:pt x="33327" y="5816"/>
                </a:lnTo>
                <a:lnTo>
                  <a:pt x="34347" y="7506"/>
                </a:lnTo>
                <a:lnTo>
                  <a:pt x="33803" y="10976"/>
                </a:lnTo>
                <a:lnTo>
                  <a:pt x="33803" y="19617"/>
                </a:lnTo>
                <a:lnTo>
                  <a:pt x="34972" y="26704"/>
                </a:lnTo>
                <a:lnTo>
                  <a:pt x="33202" y="29222"/>
                </a:lnTo>
                <a:lnTo>
                  <a:pt x="29199" y="27691"/>
                </a:lnTo>
                <a:lnTo>
                  <a:pt x="28360" y="28371"/>
                </a:lnTo>
                <a:lnTo>
                  <a:pt x="27714" y="29120"/>
                </a:lnTo>
                <a:lnTo>
                  <a:pt x="29165" y="33338"/>
                </a:lnTo>
                <a:lnTo>
                  <a:pt x="27465" y="34359"/>
                </a:lnTo>
                <a:lnTo>
                  <a:pt x="23995" y="33814"/>
                </a:lnTo>
                <a:lnTo>
                  <a:pt x="15354" y="33814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65251" y="1780196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17" y="55507"/>
                </a:moveTo>
                <a:lnTo>
                  <a:pt x="24199" y="55405"/>
                </a:lnTo>
                <a:lnTo>
                  <a:pt x="21919" y="54589"/>
                </a:lnTo>
                <a:lnTo>
                  <a:pt x="22940" y="49872"/>
                </a:lnTo>
                <a:lnTo>
                  <a:pt x="22486" y="49361"/>
                </a:lnTo>
                <a:lnTo>
                  <a:pt x="20525" y="48001"/>
                </a:lnTo>
                <a:lnTo>
                  <a:pt x="13052" y="51130"/>
                </a:lnTo>
                <a:lnTo>
                  <a:pt x="10715" y="48273"/>
                </a:lnTo>
                <a:lnTo>
                  <a:pt x="12303" y="45154"/>
                </a:lnTo>
                <a:lnTo>
                  <a:pt x="11600" y="43918"/>
                </a:lnTo>
                <a:lnTo>
                  <a:pt x="10795" y="43249"/>
                </a:lnTo>
                <a:lnTo>
                  <a:pt x="6712" y="44757"/>
                </a:lnTo>
                <a:lnTo>
                  <a:pt x="5579" y="43056"/>
                </a:lnTo>
                <a:lnTo>
                  <a:pt x="6225" y="39552"/>
                </a:lnTo>
                <a:lnTo>
                  <a:pt x="6123" y="37693"/>
                </a:lnTo>
                <a:lnTo>
                  <a:pt x="6678" y="33554"/>
                </a:lnTo>
                <a:lnTo>
                  <a:pt x="5772" y="32658"/>
                </a:lnTo>
                <a:lnTo>
                  <a:pt x="804" y="33474"/>
                </a:lnTo>
                <a:lnTo>
                  <a:pt x="487" y="31898"/>
                </a:lnTo>
                <a:lnTo>
                  <a:pt x="0" y="22770"/>
                </a:lnTo>
                <a:lnTo>
                  <a:pt x="1247" y="21738"/>
                </a:lnTo>
                <a:lnTo>
                  <a:pt x="5976" y="22713"/>
                </a:lnTo>
                <a:lnTo>
                  <a:pt x="6996" y="19753"/>
                </a:lnTo>
                <a:lnTo>
                  <a:pt x="4547" y="13120"/>
                </a:lnTo>
                <a:lnTo>
                  <a:pt x="6939" y="10375"/>
                </a:lnTo>
                <a:lnTo>
                  <a:pt x="10625" y="11986"/>
                </a:lnTo>
                <a:lnTo>
                  <a:pt x="11600" y="11271"/>
                </a:lnTo>
                <a:lnTo>
                  <a:pt x="12303" y="10047"/>
                </a:lnTo>
                <a:lnTo>
                  <a:pt x="10715" y="6917"/>
                </a:lnTo>
                <a:lnTo>
                  <a:pt x="13063" y="4059"/>
                </a:lnTo>
                <a:lnTo>
                  <a:pt x="20524" y="7200"/>
                </a:lnTo>
                <a:lnTo>
                  <a:pt x="22486" y="5840"/>
                </a:lnTo>
                <a:lnTo>
                  <a:pt x="23212" y="4774"/>
                </a:lnTo>
                <a:lnTo>
                  <a:pt x="21579" y="1258"/>
                </a:lnTo>
                <a:lnTo>
                  <a:pt x="22906" y="0"/>
                </a:lnTo>
                <a:lnTo>
                  <a:pt x="33055" y="11"/>
                </a:lnTo>
                <a:lnTo>
                  <a:pt x="34268" y="1485"/>
                </a:lnTo>
                <a:lnTo>
                  <a:pt x="32669" y="4604"/>
                </a:lnTo>
                <a:lnTo>
                  <a:pt x="33373" y="5840"/>
                </a:lnTo>
                <a:lnTo>
                  <a:pt x="35334" y="7200"/>
                </a:lnTo>
                <a:lnTo>
                  <a:pt x="42807" y="4059"/>
                </a:lnTo>
                <a:lnTo>
                  <a:pt x="45143" y="6928"/>
                </a:lnTo>
                <a:lnTo>
                  <a:pt x="43556" y="10047"/>
                </a:lnTo>
                <a:lnTo>
                  <a:pt x="44259" y="11271"/>
                </a:lnTo>
                <a:lnTo>
                  <a:pt x="45348" y="11997"/>
                </a:lnTo>
                <a:lnTo>
                  <a:pt x="48795" y="10364"/>
                </a:lnTo>
                <a:lnTo>
                  <a:pt x="50212" y="11793"/>
                </a:lnTo>
                <a:lnTo>
                  <a:pt x="49656" y="15921"/>
                </a:lnTo>
                <a:lnTo>
                  <a:pt x="49770" y="18041"/>
                </a:lnTo>
                <a:lnTo>
                  <a:pt x="49135" y="20967"/>
                </a:lnTo>
                <a:lnTo>
                  <a:pt x="50042" y="22872"/>
                </a:lnTo>
                <a:lnTo>
                  <a:pt x="54533" y="21534"/>
                </a:lnTo>
                <a:lnTo>
                  <a:pt x="55655" y="22668"/>
                </a:lnTo>
                <a:lnTo>
                  <a:pt x="55100" y="26796"/>
                </a:lnTo>
                <a:lnTo>
                  <a:pt x="55213" y="28939"/>
                </a:lnTo>
                <a:lnTo>
                  <a:pt x="55587" y="31751"/>
                </a:lnTo>
                <a:lnTo>
                  <a:pt x="54907" y="33588"/>
                </a:lnTo>
                <a:lnTo>
                  <a:pt x="50257" y="32567"/>
                </a:lnTo>
                <a:lnTo>
                  <a:pt x="49690" y="33032"/>
                </a:lnTo>
                <a:lnTo>
                  <a:pt x="48329" y="34994"/>
                </a:lnTo>
                <a:lnTo>
                  <a:pt x="51459" y="42467"/>
                </a:lnTo>
                <a:lnTo>
                  <a:pt x="48601" y="44814"/>
                </a:lnTo>
                <a:lnTo>
                  <a:pt x="45483" y="43215"/>
                </a:lnTo>
                <a:lnTo>
                  <a:pt x="44247" y="43918"/>
                </a:lnTo>
                <a:lnTo>
                  <a:pt x="43533" y="45007"/>
                </a:lnTo>
                <a:lnTo>
                  <a:pt x="45155" y="48454"/>
                </a:lnTo>
                <a:lnTo>
                  <a:pt x="43352" y="50257"/>
                </a:lnTo>
                <a:lnTo>
                  <a:pt x="39893" y="48658"/>
                </a:lnTo>
                <a:lnTo>
                  <a:pt x="37716" y="50064"/>
                </a:lnTo>
                <a:lnTo>
                  <a:pt x="34268" y="48454"/>
                </a:lnTo>
                <a:lnTo>
                  <a:pt x="32806" y="49928"/>
                </a:lnTo>
                <a:lnTo>
                  <a:pt x="34064" y="54510"/>
                </a:lnTo>
                <a:lnTo>
                  <a:pt x="31717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6767" y="1937953"/>
            <a:ext cx="66234" cy="6660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845574" y="196019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5683" y="21168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60" y="33225"/>
                </a:lnTo>
                <a:lnTo>
                  <a:pt x="7291" y="29210"/>
                </a:lnTo>
                <a:lnTo>
                  <a:pt x="6611" y="28383"/>
                </a:lnTo>
                <a:lnTo>
                  <a:pt x="5772" y="27691"/>
                </a:lnTo>
                <a:lnTo>
                  <a:pt x="1757" y="29233"/>
                </a:lnTo>
                <a:lnTo>
                  <a:pt x="0" y="26716"/>
                </a:lnTo>
                <a:lnTo>
                  <a:pt x="1168" y="19628"/>
                </a:lnTo>
                <a:lnTo>
                  <a:pt x="1168" y="6611"/>
                </a:lnTo>
                <a:lnTo>
                  <a:pt x="2256" y="5885"/>
                </a:lnTo>
                <a:lnTo>
                  <a:pt x="5704" y="7518"/>
                </a:lnTo>
                <a:lnTo>
                  <a:pt x="7189" y="6032"/>
                </a:lnTo>
                <a:lnTo>
                  <a:pt x="5907" y="1462"/>
                </a:lnTo>
                <a:lnTo>
                  <a:pt x="9105" y="90"/>
                </a:lnTo>
                <a:lnTo>
                  <a:pt x="14730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22"/>
                </a:lnTo>
                <a:lnTo>
                  <a:pt x="29120" y="7268"/>
                </a:lnTo>
                <a:lnTo>
                  <a:pt x="33327" y="5816"/>
                </a:lnTo>
                <a:lnTo>
                  <a:pt x="34347" y="7518"/>
                </a:lnTo>
                <a:lnTo>
                  <a:pt x="33803" y="10988"/>
                </a:lnTo>
                <a:lnTo>
                  <a:pt x="33803" y="19628"/>
                </a:lnTo>
                <a:lnTo>
                  <a:pt x="34971" y="26704"/>
                </a:lnTo>
                <a:lnTo>
                  <a:pt x="33213" y="29233"/>
                </a:lnTo>
                <a:lnTo>
                  <a:pt x="29199" y="27691"/>
                </a:lnTo>
                <a:lnTo>
                  <a:pt x="28371" y="28383"/>
                </a:lnTo>
                <a:lnTo>
                  <a:pt x="27725" y="29131"/>
                </a:lnTo>
                <a:lnTo>
                  <a:pt x="29165" y="33349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7607" y="227477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5" h="46355">
                <a:moveTo>
                  <a:pt x="38611" y="6554"/>
                </a:moveTo>
                <a:lnTo>
                  <a:pt x="5964" y="6554"/>
                </a:lnTo>
                <a:lnTo>
                  <a:pt x="6474" y="5976"/>
                </a:lnTo>
                <a:lnTo>
                  <a:pt x="5281" y="1281"/>
                </a:lnTo>
                <a:lnTo>
                  <a:pt x="29562" y="1281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11" y="6554"/>
                </a:lnTo>
                <a:close/>
              </a:path>
              <a:path w="45085" h="46355">
                <a:moveTo>
                  <a:pt x="9911" y="1281"/>
                </a:moveTo>
                <a:lnTo>
                  <a:pt x="5552" y="1281"/>
                </a:lnTo>
                <a:lnTo>
                  <a:pt x="7352" y="532"/>
                </a:lnTo>
                <a:lnTo>
                  <a:pt x="9911" y="1281"/>
                </a:lnTo>
                <a:close/>
              </a:path>
              <a:path w="45085" h="46355">
                <a:moveTo>
                  <a:pt x="29066" y="1281"/>
                </a:moveTo>
                <a:lnTo>
                  <a:pt x="9911" y="1281"/>
                </a:lnTo>
                <a:lnTo>
                  <a:pt x="16670" y="532"/>
                </a:lnTo>
                <a:lnTo>
                  <a:pt x="22872" y="532"/>
                </a:lnTo>
                <a:lnTo>
                  <a:pt x="29066" y="1281"/>
                </a:lnTo>
                <a:close/>
              </a:path>
              <a:path w="45085" h="46355">
                <a:moveTo>
                  <a:pt x="1572" y="40040"/>
                </a:moveTo>
                <a:lnTo>
                  <a:pt x="1360" y="40040"/>
                </a:lnTo>
                <a:lnTo>
                  <a:pt x="0" y="38679"/>
                </a:lnTo>
                <a:lnTo>
                  <a:pt x="491" y="35107"/>
                </a:lnTo>
                <a:lnTo>
                  <a:pt x="521" y="6554"/>
                </a:lnTo>
                <a:lnTo>
                  <a:pt x="44042" y="6554"/>
                </a:lnTo>
                <a:lnTo>
                  <a:pt x="44042" y="35107"/>
                </a:lnTo>
                <a:lnTo>
                  <a:pt x="44552" y="37976"/>
                </a:lnTo>
                <a:lnTo>
                  <a:pt x="44342" y="38486"/>
                </a:lnTo>
                <a:lnTo>
                  <a:pt x="4864" y="38486"/>
                </a:lnTo>
                <a:lnTo>
                  <a:pt x="1572" y="40040"/>
                </a:lnTo>
                <a:close/>
              </a:path>
              <a:path w="45085" h="46355">
                <a:moveTo>
                  <a:pt x="7631" y="45812"/>
                </a:moveTo>
                <a:lnTo>
                  <a:pt x="5114" y="44043"/>
                </a:lnTo>
                <a:lnTo>
                  <a:pt x="6549" y="40289"/>
                </a:lnTo>
                <a:lnTo>
                  <a:pt x="6645" y="40040"/>
                </a:lnTo>
                <a:lnTo>
                  <a:pt x="5964" y="39201"/>
                </a:lnTo>
                <a:lnTo>
                  <a:pt x="4864" y="38486"/>
                </a:lnTo>
                <a:lnTo>
                  <a:pt x="44342" y="38486"/>
                </a:lnTo>
                <a:lnTo>
                  <a:pt x="44263" y="38679"/>
                </a:lnTo>
                <a:lnTo>
                  <a:pt x="39179" y="38679"/>
                </a:lnTo>
                <a:lnTo>
                  <a:pt x="38611" y="39201"/>
                </a:lnTo>
                <a:lnTo>
                  <a:pt x="37885" y="40289"/>
                </a:lnTo>
                <a:lnTo>
                  <a:pt x="39506" y="43737"/>
                </a:lnTo>
                <a:lnTo>
                  <a:pt x="38644" y="44599"/>
                </a:lnTo>
                <a:lnTo>
                  <a:pt x="14981" y="44599"/>
                </a:lnTo>
                <a:lnTo>
                  <a:pt x="7631" y="45812"/>
                </a:lnTo>
                <a:close/>
              </a:path>
              <a:path w="45085" h="46355">
                <a:moveTo>
                  <a:pt x="43781" y="39847"/>
                </a:moveTo>
                <a:lnTo>
                  <a:pt x="39122" y="38679"/>
                </a:lnTo>
                <a:lnTo>
                  <a:pt x="44263" y="38679"/>
                </a:lnTo>
                <a:lnTo>
                  <a:pt x="43781" y="39847"/>
                </a:lnTo>
                <a:close/>
              </a:path>
              <a:path w="45085" h="46355">
                <a:moveTo>
                  <a:pt x="38089" y="45154"/>
                </a:moveTo>
                <a:lnTo>
                  <a:pt x="33962" y="44599"/>
                </a:lnTo>
                <a:lnTo>
                  <a:pt x="38644" y="44599"/>
                </a:lnTo>
                <a:lnTo>
                  <a:pt x="38089" y="45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80514" y="244828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7678" y="23949"/>
                </a:moveTo>
                <a:lnTo>
                  <a:pt x="7529" y="23926"/>
                </a:lnTo>
                <a:lnTo>
                  <a:pt x="6327" y="22452"/>
                </a:lnTo>
                <a:lnTo>
                  <a:pt x="7915" y="19334"/>
                </a:lnTo>
                <a:lnTo>
                  <a:pt x="7211" y="18109"/>
                </a:lnTo>
                <a:lnTo>
                  <a:pt x="5987" y="17395"/>
                </a:lnTo>
                <a:lnTo>
                  <a:pt x="2857" y="18994"/>
                </a:lnTo>
                <a:lnTo>
                  <a:pt x="0" y="16646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29"/>
                </a:lnTo>
                <a:lnTo>
                  <a:pt x="23937" y="17678"/>
                </a:lnTo>
                <a:lnTo>
                  <a:pt x="22679" y="19005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79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18992" y="26133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249564"/>
            <a:ext cx="9525" cy="55880"/>
          </a:xfrm>
          <a:custGeom>
            <a:avLst/>
            <a:gdLst/>
            <a:ahLst/>
            <a:cxnLst/>
            <a:rect l="l" t="t" r="r" b="b"/>
            <a:pathLst>
              <a:path w="9525" h="55879">
                <a:moveTo>
                  <a:pt x="2524" y="55678"/>
                </a:moveTo>
                <a:lnTo>
                  <a:pt x="0" y="55000"/>
                </a:lnTo>
                <a:lnTo>
                  <a:pt x="0" y="581"/>
                </a:lnTo>
                <a:lnTo>
                  <a:pt x="2558" y="0"/>
                </a:lnTo>
                <a:lnTo>
                  <a:pt x="4656" y="5307"/>
                </a:lnTo>
                <a:lnTo>
                  <a:pt x="1333" y="12065"/>
                </a:lnTo>
                <a:lnTo>
                  <a:pt x="3102" y="17927"/>
                </a:lnTo>
                <a:lnTo>
                  <a:pt x="2093" y="21659"/>
                </a:lnTo>
                <a:lnTo>
                  <a:pt x="3091" y="22645"/>
                </a:lnTo>
                <a:lnTo>
                  <a:pt x="8228" y="22089"/>
                </a:lnTo>
                <a:lnTo>
                  <a:pt x="8387" y="24958"/>
                </a:lnTo>
                <a:lnTo>
                  <a:pt x="9248" y="30877"/>
                </a:lnTo>
                <a:lnTo>
                  <a:pt x="7944" y="33939"/>
                </a:lnTo>
                <a:lnTo>
                  <a:pt x="3375" y="32669"/>
                </a:lnTo>
                <a:lnTo>
                  <a:pt x="2195" y="33848"/>
                </a:lnTo>
                <a:lnTo>
                  <a:pt x="2955" y="37772"/>
                </a:lnTo>
                <a:lnTo>
                  <a:pt x="2206" y="42058"/>
                </a:lnTo>
                <a:lnTo>
                  <a:pt x="2796" y="46129"/>
                </a:lnTo>
                <a:lnTo>
                  <a:pt x="2796" y="50903"/>
                </a:lnTo>
                <a:lnTo>
                  <a:pt x="3306" y="53784"/>
                </a:lnTo>
                <a:lnTo>
                  <a:pt x="2524" y="55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789" y="3885821"/>
            <a:ext cx="88371" cy="893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00" y="4060021"/>
            <a:ext cx="67539" cy="6760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3581" y="4060021"/>
            <a:ext cx="67528" cy="67606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236108" y="4229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07"/>
                </a:moveTo>
                <a:lnTo>
                  <a:pt x="24221" y="55405"/>
                </a:lnTo>
                <a:lnTo>
                  <a:pt x="21942" y="54588"/>
                </a:lnTo>
                <a:lnTo>
                  <a:pt x="22963" y="49871"/>
                </a:lnTo>
                <a:lnTo>
                  <a:pt x="22509" y="49361"/>
                </a:lnTo>
                <a:lnTo>
                  <a:pt x="20547" y="48000"/>
                </a:lnTo>
                <a:lnTo>
                  <a:pt x="13074" y="51130"/>
                </a:lnTo>
                <a:lnTo>
                  <a:pt x="10727" y="48272"/>
                </a:lnTo>
                <a:lnTo>
                  <a:pt x="12337" y="45154"/>
                </a:lnTo>
                <a:lnTo>
                  <a:pt x="11623" y="43918"/>
                </a:lnTo>
                <a:lnTo>
                  <a:pt x="10818" y="43249"/>
                </a:lnTo>
                <a:lnTo>
                  <a:pt x="6736" y="44757"/>
                </a:lnTo>
                <a:lnTo>
                  <a:pt x="5602" y="43056"/>
                </a:lnTo>
                <a:lnTo>
                  <a:pt x="6237" y="39552"/>
                </a:lnTo>
                <a:lnTo>
                  <a:pt x="6134" y="37692"/>
                </a:lnTo>
                <a:lnTo>
                  <a:pt x="6690" y="33553"/>
                </a:lnTo>
                <a:lnTo>
                  <a:pt x="5783" y="32658"/>
                </a:lnTo>
                <a:lnTo>
                  <a:pt x="828" y="33474"/>
                </a:lnTo>
                <a:lnTo>
                  <a:pt x="499" y="31898"/>
                </a:lnTo>
                <a:lnTo>
                  <a:pt x="0" y="22770"/>
                </a:lnTo>
                <a:lnTo>
                  <a:pt x="1258" y="21738"/>
                </a:lnTo>
                <a:lnTo>
                  <a:pt x="5987" y="22713"/>
                </a:lnTo>
                <a:lnTo>
                  <a:pt x="7008" y="19753"/>
                </a:lnTo>
                <a:lnTo>
                  <a:pt x="4570" y="13119"/>
                </a:lnTo>
                <a:lnTo>
                  <a:pt x="6951" y="10375"/>
                </a:lnTo>
                <a:lnTo>
                  <a:pt x="10636" y="11985"/>
                </a:lnTo>
                <a:lnTo>
                  <a:pt x="11623" y="11271"/>
                </a:lnTo>
                <a:lnTo>
                  <a:pt x="12326" y="10046"/>
                </a:lnTo>
                <a:lnTo>
                  <a:pt x="10727" y="6917"/>
                </a:lnTo>
                <a:lnTo>
                  <a:pt x="13074" y="4059"/>
                </a:lnTo>
                <a:lnTo>
                  <a:pt x="20547" y="7200"/>
                </a:lnTo>
                <a:lnTo>
                  <a:pt x="22509" y="5839"/>
                </a:lnTo>
                <a:lnTo>
                  <a:pt x="23235" y="4773"/>
                </a:lnTo>
                <a:lnTo>
                  <a:pt x="21602" y="1258"/>
                </a:lnTo>
                <a:lnTo>
                  <a:pt x="22940" y="0"/>
                </a:lnTo>
                <a:lnTo>
                  <a:pt x="33077" y="11"/>
                </a:lnTo>
                <a:lnTo>
                  <a:pt x="34291" y="1485"/>
                </a:lnTo>
                <a:lnTo>
                  <a:pt x="32692" y="4603"/>
                </a:lnTo>
                <a:lnTo>
                  <a:pt x="33395" y="5839"/>
                </a:lnTo>
                <a:lnTo>
                  <a:pt x="35357" y="7200"/>
                </a:lnTo>
                <a:lnTo>
                  <a:pt x="42829" y="4059"/>
                </a:lnTo>
                <a:lnTo>
                  <a:pt x="45177" y="6928"/>
                </a:lnTo>
                <a:lnTo>
                  <a:pt x="43578" y="10046"/>
                </a:lnTo>
                <a:lnTo>
                  <a:pt x="44281" y="11271"/>
                </a:lnTo>
                <a:lnTo>
                  <a:pt x="45370" y="11997"/>
                </a:lnTo>
                <a:lnTo>
                  <a:pt x="48817" y="10363"/>
                </a:lnTo>
                <a:lnTo>
                  <a:pt x="50234" y="11793"/>
                </a:lnTo>
                <a:lnTo>
                  <a:pt x="49690" y="15920"/>
                </a:lnTo>
                <a:lnTo>
                  <a:pt x="49792" y="18040"/>
                </a:lnTo>
                <a:lnTo>
                  <a:pt x="49157" y="20966"/>
                </a:lnTo>
                <a:lnTo>
                  <a:pt x="50076" y="22871"/>
                </a:lnTo>
                <a:lnTo>
                  <a:pt x="54555" y="21533"/>
                </a:lnTo>
                <a:lnTo>
                  <a:pt x="55677" y="22667"/>
                </a:lnTo>
                <a:lnTo>
                  <a:pt x="55133" y="26794"/>
                </a:lnTo>
                <a:lnTo>
                  <a:pt x="55235" y="28938"/>
                </a:lnTo>
                <a:lnTo>
                  <a:pt x="55621" y="31761"/>
                </a:lnTo>
                <a:lnTo>
                  <a:pt x="54940" y="33587"/>
                </a:lnTo>
                <a:lnTo>
                  <a:pt x="50291" y="32566"/>
                </a:lnTo>
                <a:lnTo>
                  <a:pt x="49724" y="33032"/>
                </a:lnTo>
                <a:lnTo>
                  <a:pt x="48364" y="34993"/>
                </a:lnTo>
                <a:lnTo>
                  <a:pt x="51505" y="42466"/>
                </a:lnTo>
                <a:lnTo>
                  <a:pt x="48636" y="44813"/>
                </a:lnTo>
                <a:lnTo>
                  <a:pt x="45517" y="43215"/>
                </a:lnTo>
                <a:lnTo>
                  <a:pt x="44281" y="43918"/>
                </a:lnTo>
                <a:lnTo>
                  <a:pt x="43555" y="45007"/>
                </a:lnTo>
                <a:lnTo>
                  <a:pt x="45188" y="48454"/>
                </a:lnTo>
                <a:lnTo>
                  <a:pt x="43374" y="50256"/>
                </a:lnTo>
                <a:lnTo>
                  <a:pt x="39938" y="48657"/>
                </a:lnTo>
                <a:lnTo>
                  <a:pt x="37749" y="50064"/>
                </a:lnTo>
                <a:lnTo>
                  <a:pt x="34302" y="48453"/>
                </a:lnTo>
                <a:lnTo>
                  <a:pt x="32828" y="49928"/>
                </a:lnTo>
                <a:lnTo>
                  <a:pt x="34075" y="54509"/>
                </a:lnTo>
                <a:lnTo>
                  <a:pt x="31739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883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6465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675286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001867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66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9005" y="2868"/>
                </a:lnTo>
                <a:lnTo>
                  <a:pt x="18866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66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45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328449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8" y="7926"/>
                </a:lnTo>
                <a:lnTo>
                  <a:pt x="23949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8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8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53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01" y="18993"/>
                </a:moveTo>
                <a:lnTo>
                  <a:pt x="20720" y="18109"/>
                </a:lnTo>
                <a:lnTo>
                  <a:pt x="19153" y="17383"/>
                </a:lnTo>
                <a:lnTo>
                  <a:pt x="23949" y="17383"/>
                </a:lnTo>
                <a:lnTo>
                  <a:pt x="23949" y="17678"/>
                </a:lnTo>
                <a:lnTo>
                  <a:pt x="22701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655031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5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5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5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01109" y="7437393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07" y="44927"/>
                </a:moveTo>
                <a:lnTo>
                  <a:pt x="17259" y="43646"/>
                </a:lnTo>
                <a:lnTo>
                  <a:pt x="18790" y="39620"/>
                </a:lnTo>
                <a:lnTo>
                  <a:pt x="18109" y="38792"/>
                </a:lnTo>
                <a:lnTo>
                  <a:pt x="16148" y="37432"/>
                </a:lnTo>
                <a:lnTo>
                  <a:pt x="8675" y="40573"/>
                </a:lnTo>
                <a:lnTo>
                  <a:pt x="6339" y="37704"/>
                </a:lnTo>
                <a:lnTo>
                  <a:pt x="7938" y="34574"/>
                </a:lnTo>
                <a:lnTo>
                  <a:pt x="6498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01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24"/>
                </a:lnTo>
                <a:lnTo>
                  <a:pt x="5998" y="17723"/>
                </a:lnTo>
                <a:lnTo>
                  <a:pt x="7223" y="17020"/>
                </a:lnTo>
                <a:lnTo>
                  <a:pt x="8595" y="15059"/>
                </a:lnTo>
                <a:lnTo>
                  <a:pt x="5443" y="7586"/>
                </a:lnTo>
                <a:lnTo>
                  <a:pt x="8312" y="5238"/>
                </a:lnTo>
                <a:lnTo>
                  <a:pt x="11442" y="6837"/>
                </a:lnTo>
                <a:lnTo>
                  <a:pt x="13755" y="5409"/>
                </a:lnTo>
                <a:lnTo>
                  <a:pt x="17202" y="7041"/>
                </a:lnTo>
                <a:lnTo>
                  <a:pt x="18586" y="5658"/>
                </a:lnTo>
                <a:lnTo>
                  <a:pt x="17554" y="861"/>
                </a:lnTo>
                <a:lnTo>
                  <a:pt x="20105" y="56"/>
                </a:lnTo>
                <a:lnTo>
                  <a:pt x="27011" y="0"/>
                </a:lnTo>
                <a:lnTo>
                  <a:pt x="29585" y="895"/>
                </a:lnTo>
                <a:lnTo>
                  <a:pt x="28496" y="5635"/>
                </a:lnTo>
                <a:lnTo>
                  <a:pt x="29506" y="6645"/>
                </a:lnTo>
                <a:lnTo>
                  <a:pt x="33645" y="6089"/>
                </a:lnTo>
                <a:lnTo>
                  <a:pt x="35266" y="6180"/>
                </a:lnTo>
                <a:lnTo>
                  <a:pt x="39303" y="5601"/>
                </a:lnTo>
                <a:lnTo>
                  <a:pt x="40777" y="6985"/>
                </a:lnTo>
                <a:lnTo>
                  <a:pt x="39145" y="10534"/>
                </a:lnTo>
                <a:lnTo>
                  <a:pt x="40596" y="12666"/>
                </a:lnTo>
                <a:lnTo>
                  <a:pt x="38963" y="16113"/>
                </a:lnTo>
                <a:lnTo>
                  <a:pt x="40437" y="17587"/>
                </a:lnTo>
                <a:lnTo>
                  <a:pt x="45019" y="16329"/>
                </a:lnTo>
                <a:lnTo>
                  <a:pt x="45812" y="18200"/>
                </a:lnTo>
                <a:lnTo>
                  <a:pt x="46005" y="26897"/>
                </a:lnTo>
                <a:lnTo>
                  <a:pt x="44724" y="28757"/>
                </a:lnTo>
                <a:lnTo>
                  <a:pt x="40698" y="27226"/>
                </a:lnTo>
                <a:lnTo>
                  <a:pt x="39870" y="27906"/>
                </a:lnTo>
                <a:lnTo>
                  <a:pt x="38510" y="29868"/>
                </a:lnTo>
                <a:lnTo>
                  <a:pt x="41651" y="37341"/>
                </a:lnTo>
                <a:lnTo>
                  <a:pt x="38782" y="39688"/>
                </a:lnTo>
                <a:lnTo>
                  <a:pt x="35652" y="38078"/>
                </a:lnTo>
                <a:lnTo>
                  <a:pt x="33338" y="39518"/>
                </a:lnTo>
                <a:lnTo>
                  <a:pt x="29891" y="37885"/>
                </a:lnTo>
                <a:lnTo>
                  <a:pt x="28417" y="39359"/>
                </a:lnTo>
                <a:lnTo>
                  <a:pt x="29676" y="43941"/>
                </a:lnTo>
                <a:lnTo>
                  <a:pt x="27816" y="44734"/>
                </a:lnTo>
                <a:lnTo>
                  <a:pt x="19107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828302" y="743691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415"/>
                </a:moveTo>
                <a:lnTo>
                  <a:pt x="29653" y="44440"/>
                </a:lnTo>
                <a:lnTo>
                  <a:pt x="25129" y="45415"/>
                </a:lnTo>
                <a:lnTo>
                  <a:pt x="20842" y="44712"/>
                </a:lnTo>
                <a:lnTo>
                  <a:pt x="16182" y="44712"/>
                </a:lnTo>
                <a:lnTo>
                  <a:pt x="13245" y="45233"/>
                </a:lnTo>
                <a:lnTo>
                  <a:pt x="11385" y="44428"/>
                </a:lnTo>
                <a:lnTo>
                  <a:pt x="12587" y="39858"/>
                </a:lnTo>
                <a:lnTo>
                  <a:pt x="12054" y="39269"/>
                </a:lnTo>
                <a:lnTo>
                  <a:pt x="10682" y="38600"/>
                </a:lnTo>
                <a:lnTo>
                  <a:pt x="7870" y="40108"/>
                </a:lnTo>
                <a:lnTo>
                  <a:pt x="5737" y="38690"/>
                </a:lnTo>
                <a:lnTo>
                  <a:pt x="7370" y="34585"/>
                </a:lnTo>
                <a:lnTo>
                  <a:pt x="5976" y="33191"/>
                </a:lnTo>
                <a:lnTo>
                  <a:pt x="1542" y="34574"/>
                </a:lnTo>
                <a:lnTo>
                  <a:pt x="33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4"/>
                </a:lnTo>
                <a:lnTo>
                  <a:pt x="7336" y="10965"/>
                </a:lnTo>
                <a:lnTo>
                  <a:pt x="5704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9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81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5" y="7336"/>
                </a:lnTo>
                <a:lnTo>
                  <a:pt x="38362" y="5703"/>
                </a:lnTo>
                <a:lnTo>
                  <a:pt x="40177" y="7518"/>
                </a:lnTo>
                <a:lnTo>
                  <a:pt x="38362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20" y="12961"/>
                </a:lnTo>
                <a:lnTo>
                  <a:pt x="43919" y="16397"/>
                </a:lnTo>
                <a:lnTo>
                  <a:pt x="44712" y="17497"/>
                </a:lnTo>
                <a:lnTo>
                  <a:pt x="44054" y="20966"/>
                </a:lnTo>
                <a:lnTo>
                  <a:pt x="45563" y="24969"/>
                </a:lnTo>
                <a:lnTo>
                  <a:pt x="44474" y="29346"/>
                </a:lnTo>
                <a:lnTo>
                  <a:pt x="45381" y="33157"/>
                </a:lnTo>
                <a:lnTo>
                  <a:pt x="43805" y="34733"/>
                </a:lnTo>
                <a:lnTo>
                  <a:pt x="40358" y="33100"/>
                </a:lnTo>
                <a:lnTo>
                  <a:pt x="39269" y="33826"/>
                </a:lnTo>
                <a:lnTo>
                  <a:pt x="38623" y="35243"/>
                </a:lnTo>
                <a:lnTo>
                  <a:pt x="40074" y="37953"/>
                </a:lnTo>
                <a:lnTo>
                  <a:pt x="38748" y="40108"/>
                </a:lnTo>
                <a:lnTo>
                  <a:pt x="34552" y="38543"/>
                </a:lnTo>
                <a:lnTo>
                  <a:pt x="33066" y="40028"/>
                </a:lnTo>
                <a:lnTo>
                  <a:pt x="34699" y="44133"/>
                </a:lnTo>
                <a:lnTo>
                  <a:pt x="32772" y="454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154884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381"/>
                </a:moveTo>
                <a:lnTo>
                  <a:pt x="29653" y="44406"/>
                </a:lnTo>
                <a:lnTo>
                  <a:pt x="25128" y="45381"/>
                </a:lnTo>
                <a:lnTo>
                  <a:pt x="20842" y="44678"/>
                </a:lnTo>
                <a:lnTo>
                  <a:pt x="16182" y="44678"/>
                </a:lnTo>
                <a:lnTo>
                  <a:pt x="13245" y="45199"/>
                </a:lnTo>
                <a:lnTo>
                  <a:pt x="11385" y="44394"/>
                </a:lnTo>
                <a:lnTo>
                  <a:pt x="12587" y="39824"/>
                </a:lnTo>
                <a:lnTo>
                  <a:pt x="12054" y="39235"/>
                </a:lnTo>
                <a:lnTo>
                  <a:pt x="10682" y="38566"/>
                </a:lnTo>
                <a:lnTo>
                  <a:pt x="7870" y="40074"/>
                </a:lnTo>
                <a:lnTo>
                  <a:pt x="5737" y="38656"/>
                </a:lnTo>
                <a:lnTo>
                  <a:pt x="7370" y="34551"/>
                </a:lnTo>
                <a:lnTo>
                  <a:pt x="5976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611" y="12020"/>
                </a:lnTo>
                <a:lnTo>
                  <a:pt x="7336" y="10931"/>
                </a:lnTo>
                <a:lnTo>
                  <a:pt x="5704" y="7484"/>
                </a:lnTo>
                <a:lnTo>
                  <a:pt x="7518" y="5669"/>
                </a:lnTo>
                <a:lnTo>
                  <a:pt x="10965" y="7302"/>
                </a:lnTo>
                <a:lnTo>
                  <a:pt x="12054" y="6576"/>
                </a:lnTo>
                <a:lnTo>
                  <a:pt x="12587" y="5975"/>
                </a:lnTo>
                <a:lnTo>
                  <a:pt x="11385" y="1417"/>
                </a:lnTo>
                <a:lnTo>
                  <a:pt x="14537" y="45"/>
                </a:lnTo>
                <a:lnTo>
                  <a:pt x="20184" y="1133"/>
                </a:lnTo>
                <a:lnTo>
                  <a:pt x="25525" y="1133"/>
                </a:lnTo>
                <a:lnTo>
                  <a:pt x="31569" y="0"/>
                </a:lnTo>
                <a:lnTo>
                  <a:pt x="34574" y="1508"/>
                </a:lnTo>
                <a:lnTo>
                  <a:pt x="33191" y="5941"/>
                </a:lnTo>
                <a:lnTo>
                  <a:pt x="34585" y="7336"/>
                </a:lnTo>
                <a:lnTo>
                  <a:pt x="38690" y="5703"/>
                </a:lnTo>
                <a:lnTo>
                  <a:pt x="40108" y="7835"/>
                </a:lnTo>
                <a:lnTo>
                  <a:pt x="38600" y="10647"/>
                </a:lnTo>
                <a:lnTo>
                  <a:pt x="39269" y="12020"/>
                </a:lnTo>
                <a:lnTo>
                  <a:pt x="40358" y="12745"/>
                </a:lnTo>
                <a:lnTo>
                  <a:pt x="43805" y="11112"/>
                </a:lnTo>
                <a:lnTo>
                  <a:pt x="45619" y="12927"/>
                </a:lnTo>
                <a:lnTo>
                  <a:pt x="43918" y="16363"/>
                </a:lnTo>
                <a:lnTo>
                  <a:pt x="44712" y="17463"/>
                </a:lnTo>
                <a:lnTo>
                  <a:pt x="44054" y="20932"/>
                </a:lnTo>
                <a:lnTo>
                  <a:pt x="45563" y="24935"/>
                </a:lnTo>
                <a:lnTo>
                  <a:pt x="44474" y="29312"/>
                </a:lnTo>
                <a:lnTo>
                  <a:pt x="45381" y="33123"/>
                </a:lnTo>
                <a:lnTo>
                  <a:pt x="43805" y="34699"/>
                </a:lnTo>
                <a:lnTo>
                  <a:pt x="40358" y="33066"/>
                </a:lnTo>
                <a:lnTo>
                  <a:pt x="39269" y="33792"/>
                </a:lnTo>
                <a:lnTo>
                  <a:pt x="38623" y="35209"/>
                </a:lnTo>
                <a:lnTo>
                  <a:pt x="40085" y="37919"/>
                </a:lnTo>
                <a:lnTo>
                  <a:pt x="38759" y="40074"/>
                </a:lnTo>
                <a:lnTo>
                  <a:pt x="34552" y="38509"/>
                </a:lnTo>
                <a:lnTo>
                  <a:pt x="33066" y="39994"/>
                </a:lnTo>
                <a:lnTo>
                  <a:pt x="34699" y="44099"/>
                </a:lnTo>
                <a:lnTo>
                  <a:pt x="32772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481477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293" y="45188"/>
                </a:moveTo>
                <a:lnTo>
                  <a:pt x="29166" y="44632"/>
                </a:lnTo>
                <a:lnTo>
                  <a:pt x="26557" y="44768"/>
                </a:lnTo>
                <a:lnTo>
                  <a:pt x="24743" y="44576"/>
                </a:lnTo>
                <a:lnTo>
                  <a:pt x="21126" y="44780"/>
                </a:lnTo>
                <a:lnTo>
                  <a:pt x="19288" y="44678"/>
                </a:lnTo>
                <a:lnTo>
                  <a:pt x="16397" y="44678"/>
                </a:lnTo>
                <a:lnTo>
                  <a:pt x="12938" y="45222"/>
                </a:lnTo>
                <a:lnTo>
                  <a:pt x="11237" y="44190"/>
                </a:lnTo>
                <a:lnTo>
                  <a:pt x="12689" y="39983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6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1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302"/>
                </a:lnTo>
                <a:lnTo>
                  <a:pt x="12042" y="6576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45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97" y="7835"/>
                </a:lnTo>
                <a:lnTo>
                  <a:pt x="38588" y="10647"/>
                </a:lnTo>
                <a:lnTo>
                  <a:pt x="39257" y="12020"/>
                </a:lnTo>
                <a:lnTo>
                  <a:pt x="40346" y="12745"/>
                </a:lnTo>
                <a:lnTo>
                  <a:pt x="43793" y="11112"/>
                </a:lnTo>
                <a:lnTo>
                  <a:pt x="45608" y="12927"/>
                </a:lnTo>
                <a:lnTo>
                  <a:pt x="43907" y="16363"/>
                </a:lnTo>
                <a:lnTo>
                  <a:pt x="44701" y="17463"/>
                </a:lnTo>
                <a:lnTo>
                  <a:pt x="44701" y="29675"/>
                </a:lnTo>
                <a:lnTo>
                  <a:pt x="45212" y="32590"/>
                </a:lnTo>
                <a:lnTo>
                  <a:pt x="44406" y="34483"/>
                </a:lnTo>
                <a:lnTo>
                  <a:pt x="39825" y="33225"/>
                </a:lnTo>
                <a:lnTo>
                  <a:pt x="38600" y="34449"/>
                </a:lnTo>
                <a:lnTo>
                  <a:pt x="40029" y="38826"/>
                </a:lnTo>
                <a:lnTo>
                  <a:pt x="37841" y="39983"/>
                </a:lnTo>
                <a:lnTo>
                  <a:pt x="35312" y="38634"/>
                </a:lnTo>
                <a:lnTo>
                  <a:pt x="33815" y="39235"/>
                </a:lnTo>
                <a:lnTo>
                  <a:pt x="33089" y="40323"/>
                </a:lnTo>
                <a:lnTo>
                  <a:pt x="34722" y="43771"/>
                </a:lnTo>
                <a:lnTo>
                  <a:pt x="33293" y="45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813491" y="74423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8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57"/>
                </a:lnTo>
                <a:lnTo>
                  <a:pt x="27702" y="5760"/>
                </a:lnTo>
                <a:lnTo>
                  <a:pt x="28383" y="6611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8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18719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14668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81400" y="7590014"/>
            <a:ext cx="66269" cy="6665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07993" y="7590014"/>
            <a:ext cx="66257" cy="66654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9333486" y="759475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39447" y="1462"/>
                </a:moveTo>
                <a:lnTo>
                  <a:pt x="30912" y="1462"/>
                </a:lnTo>
                <a:lnTo>
                  <a:pt x="36037" y="0"/>
                </a:lnTo>
                <a:lnTo>
                  <a:pt x="39447" y="1462"/>
                </a:lnTo>
                <a:close/>
              </a:path>
              <a:path w="56515" h="57150">
                <a:moveTo>
                  <a:pt x="39507" y="7348"/>
                </a:moveTo>
                <a:lnTo>
                  <a:pt x="15921" y="7348"/>
                </a:lnTo>
                <a:lnTo>
                  <a:pt x="17009" y="6622"/>
                </a:lnTo>
                <a:lnTo>
                  <a:pt x="17390" y="6055"/>
                </a:lnTo>
                <a:lnTo>
                  <a:pt x="16547" y="1462"/>
                </a:lnTo>
                <a:lnTo>
                  <a:pt x="16522" y="1326"/>
                </a:lnTo>
                <a:lnTo>
                  <a:pt x="18461" y="748"/>
                </a:lnTo>
                <a:lnTo>
                  <a:pt x="20933" y="1179"/>
                </a:lnTo>
                <a:lnTo>
                  <a:pt x="27921" y="1179"/>
                </a:lnTo>
                <a:lnTo>
                  <a:pt x="30912" y="1462"/>
                </a:lnTo>
                <a:lnTo>
                  <a:pt x="39476" y="1462"/>
                </a:lnTo>
                <a:lnTo>
                  <a:pt x="38308" y="5715"/>
                </a:lnTo>
                <a:lnTo>
                  <a:pt x="38215" y="6055"/>
                </a:lnTo>
                <a:lnTo>
                  <a:pt x="39507" y="7348"/>
                </a:lnTo>
                <a:close/>
              </a:path>
              <a:path w="56515" h="57150">
                <a:moveTo>
                  <a:pt x="27921" y="1179"/>
                </a:moveTo>
                <a:lnTo>
                  <a:pt x="24233" y="1179"/>
                </a:lnTo>
                <a:lnTo>
                  <a:pt x="26126" y="1009"/>
                </a:lnTo>
                <a:lnTo>
                  <a:pt x="27921" y="1179"/>
                </a:lnTo>
                <a:close/>
              </a:path>
              <a:path w="56515" h="57150">
                <a:moveTo>
                  <a:pt x="15921" y="7348"/>
                </a:moveTo>
                <a:lnTo>
                  <a:pt x="10841" y="7348"/>
                </a:lnTo>
                <a:lnTo>
                  <a:pt x="12473" y="5715"/>
                </a:lnTo>
                <a:lnTo>
                  <a:pt x="15921" y="7348"/>
                </a:lnTo>
                <a:close/>
              </a:path>
              <a:path w="56515" h="57150">
                <a:moveTo>
                  <a:pt x="45009" y="7348"/>
                </a:moveTo>
                <a:lnTo>
                  <a:pt x="40079" y="7348"/>
                </a:lnTo>
                <a:lnTo>
                  <a:pt x="43294" y="5715"/>
                </a:lnTo>
                <a:lnTo>
                  <a:pt x="43624" y="6055"/>
                </a:lnTo>
                <a:lnTo>
                  <a:pt x="45009" y="7348"/>
                </a:lnTo>
                <a:close/>
              </a:path>
              <a:path w="56515" h="57150">
                <a:moveTo>
                  <a:pt x="50273" y="12972"/>
                </a:moveTo>
                <a:lnTo>
                  <a:pt x="10659" y="12972"/>
                </a:lnTo>
                <a:lnTo>
                  <a:pt x="12473" y="11158"/>
                </a:lnTo>
                <a:lnTo>
                  <a:pt x="10568" y="7348"/>
                </a:lnTo>
                <a:lnTo>
                  <a:pt x="45204" y="7348"/>
                </a:lnTo>
                <a:lnTo>
                  <a:pt x="43346" y="11158"/>
                </a:lnTo>
                <a:lnTo>
                  <a:pt x="44984" y="12825"/>
                </a:lnTo>
                <a:lnTo>
                  <a:pt x="50175" y="12825"/>
                </a:lnTo>
                <a:lnTo>
                  <a:pt x="50273" y="12972"/>
                </a:lnTo>
                <a:close/>
              </a:path>
              <a:path w="56515" h="57150">
                <a:moveTo>
                  <a:pt x="50672" y="18177"/>
                </a:moveTo>
                <a:lnTo>
                  <a:pt x="5119" y="18177"/>
                </a:lnTo>
                <a:lnTo>
                  <a:pt x="6123" y="17508"/>
                </a:lnTo>
                <a:lnTo>
                  <a:pt x="6728" y="16601"/>
                </a:lnTo>
                <a:lnTo>
                  <a:pt x="6849" y="16419"/>
                </a:lnTo>
                <a:lnTo>
                  <a:pt x="5216" y="12972"/>
                </a:lnTo>
                <a:lnTo>
                  <a:pt x="7030" y="11158"/>
                </a:lnTo>
                <a:lnTo>
                  <a:pt x="10659" y="12972"/>
                </a:lnTo>
                <a:lnTo>
                  <a:pt x="50273" y="12972"/>
                </a:lnTo>
                <a:lnTo>
                  <a:pt x="50507" y="13324"/>
                </a:lnTo>
                <a:lnTo>
                  <a:pt x="48987" y="16136"/>
                </a:lnTo>
                <a:lnTo>
                  <a:pt x="49668" y="17508"/>
                </a:lnTo>
                <a:lnTo>
                  <a:pt x="50672" y="18177"/>
                </a:lnTo>
                <a:close/>
              </a:path>
              <a:path w="56515" h="57150">
                <a:moveTo>
                  <a:pt x="50175" y="12825"/>
                </a:moveTo>
                <a:lnTo>
                  <a:pt x="44984" y="12825"/>
                </a:lnTo>
                <a:lnTo>
                  <a:pt x="49175" y="11158"/>
                </a:lnTo>
                <a:lnTo>
                  <a:pt x="50175" y="12825"/>
                </a:lnTo>
                <a:close/>
              </a:path>
              <a:path w="56515" h="57150">
                <a:moveTo>
                  <a:pt x="1542" y="40142"/>
                </a:moveTo>
                <a:lnTo>
                  <a:pt x="92" y="38611"/>
                </a:lnTo>
                <a:lnTo>
                  <a:pt x="827" y="34733"/>
                </a:lnTo>
                <a:lnTo>
                  <a:pt x="226" y="31070"/>
                </a:lnTo>
                <a:lnTo>
                  <a:pt x="31" y="26421"/>
                </a:lnTo>
                <a:lnTo>
                  <a:pt x="0" y="25661"/>
                </a:lnTo>
                <a:lnTo>
                  <a:pt x="918" y="21987"/>
                </a:lnTo>
                <a:lnTo>
                  <a:pt x="68" y="18415"/>
                </a:lnTo>
                <a:lnTo>
                  <a:pt x="11" y="18177"/>
                </a:lnTo>
                <a:lnTo>
                  <a:pt x="1587" y="16601"/>
                </a:lnTo>
                <a:lnTo>
                  <a:pt x="4915" y="18177"/>
                </a:lnTo>
                <a:lnTo>
                  <a:pt x="55769" y="18177"/>
                </a:lnTo>
                <a:lnTo>
                  <a:pt x="56007" y="18415"/>
                </a:lnTo>
                <a:lnTo>
                  <a:pt x="54306" y="21851"/>
                </a:lnTo>
                <a:lnTo>
                  <a:pt x="55100" y="22951"/>
                </a:lnTo>
                <a:lnTo>
                  <a:pt x="54442" y="26421"/>
                </a:lnTo>
                <a:lnTo>
                  <a:pt x="55961" y="30424"/>
                </a:lnTo>
                <a:lnTo>
                  <a:pt x="54879" y="34733"/>
                </a:lnTo>
                <a:lnTo>
                  <a:pt x="55709" y="38361"/>
                </a:lnTo>
                <a:lnTo>
                  <a:pt x="5352" y="38361"/>
                </a:lnTo>
                <a:lnTo>
                  <a:pt x="1542" y="40142"/>
                </a:lnTo>
                <a:close/>
              </a:path>
              <a:path w="56515" h="57150">
                <a:moveTo>
                  <a:pt x="55769" y="18177"/>
                </a:moveTo>
                <a:lnTo>
                  <a:pt x="50876" y="18177"/>
                </a:lnTo>
                <a:lnTo>
                  <a:pt x="54192" y="16601"/>
                </a:lnTo>
                <a:lnTo>
                  <a:pt x="55769" y="18177"/>
                </a:lnTo>
                <a:close/>
              </a:path>
              <a:path w="56515" h="57150">
                <a:moveTo>
                  <a:pt x="7272" y="45369"/>
                </a:moveTo>
                <a:lnTo>
                  <a:pt x="6551" y="45369"/>
                </a:lnTo>
                <a:lnTo>
                  <a:pt x="5340" y="43544"/>
                </a:lnTo>
                <a:lnTo>
                  <a:pt x="7030" y="40357"/>
                </a:lnTo>
                <a:lnTo>
                  <a:pt x="5352" y="38361"/>
                </a:lnTo>
                <a:lnTo>
                  <a:pt x="50227" y="38361"/>
                </a:lnTo>
                <a:lnTo>
                  <a:pt x="49001" y="40357"/>
                </a:lnTo>
                <a:lnTo>
                  <a:pt x="50552" y="43827"/>
                </a:lnTo>
                <a:lnTo>
                  <a:pt x="11149" y="43827"/>
                </a:lnTo>
                <a:lnTo>
                  <a:pt x="7272" y="45369"/>
                </a:lnTo>
                <a:close/>
              </a:path>
              <a:path w="56515" h="57150">
                <a:moveTo>
                  <a:pt x="54385" y="40006"/>
                </a:moveTo>
                <a:lnTo>
                  <a:pt x="49965" y="38361"/>
                </a:lnTo>
                <a:lnTo>
                  <a:pt x="55709" y="38361"/>
                </a:lnTo>
                <a:lnTo>
                  <a:pt x="55769" y="38611"/>
                </a:lnTo>
                <a:lnTo>
                  <a:pt x="54385" y="40006"/>
                </a:lnTo>
                <a:close/>
              </a:path>
              <a:path w="56515" h="57150">
                <a:moveTo>
                  <a:pt x="42751" y="50869"/>
                </a:moveTo>
                <a:lnTo>
                  <a:pt x="40107" y="49486"/>
                </a:lnTo>
                <a:lnTo>
                  <a:pt x="10730" y="49486"/>
                </a:lnTo>
                <a:lnTo>
                  <a:pt x="12387" y="45369"/>
                </a:lnTo>
                <a:lnTo>
                  <a:pt x="12212" y="45369"/>
                </a:lnTo>
                <a:lnTo>
                  <a:pt x="10670" y="43827"/>
                </a:lnTo>
                <a:lnTo>
                  <a:pt x="44818" y="43827"/>
                </a:lnTo>
                <a:lnTo>
                  <a:pt x="43794" y="45369"/>
                </a:lnTo>
                <a:lnTo>
                  <a:pt x="44758" y="49486"/>
                </a:lnTo>
                <a:lnTo>
                  <a:pt x="44848" y="49871"/>
                </a:lnTo>
                <a:lnTo>
                  <a:pt x="42751" y="50869"/>
                </a:lnTo>
                <a:close/>
              </a:path>
              <a:path w="56515" h="57150">
                <a:moveTo>
                  <a:pt x="49021" y="45369"/>
                </a:moveTo>
                <a:lnTo>
                  <a:pt x="48623" y="45369"/>
                </a:lnTo>
                <a:lnTo>
                  <a:pt x="44746" y="43827"/>
                </a:lnTo>
                <a:lnTo>
                  <a:pt x="50552" y="43827"/>
                </a:lnTo>
                <a:lnTo>
                  <a:pt x="49021" y="45369"/>
                </a:lnTo>
                <a:close/>
              </a:path>
              <a:path w="56515" h="57150">
                <a:moveTo>
                  <a:pt x="12802" y="51017"/>
                </a:moveTo>
                <a:lnTo>
                  <a:pt x="10560" y="49486"/>
                </a:lnTo>
                <a:lnTo>
                  <a:pt x="15649" y="49486"/>
                </a:lnTo>
                <a:lnTo>
                  <a:pt x="12802" y="51017"/>
                </a:lnTo>
                <a:close/>
              </a:path>
              <a:path w="56515" h="57150">
                <a:moveTo>
                  <a:pt x="17792" y="56573"/>
                </a:moveTo>
                <a:lnTo>
                  <a:pt x="16125" y="54520"/>
                </a:lnTo>
                <a:lnTo>
                  <a:pt x="17723" y="51402"/>
                </a:lnTo>
                <a:lnTo>
                  <a:pt x="17009" y="50166"/>
                </a:lnTo>
                <a:lnTo>
                  <a:pt x="15649" y="49486"/>
                </a:lnTo>
                <a:lnTo>
                  <a:pt x="40632" y="49486"/>
                </a:lnTo>
                <a:lnTo>
                  <a:pt x="38782" y="50166"/>
                </a:lnTo>
                <a:lnTo>
                  <a:pt x="38313" y="50869"/>
                </a:lnTo>
                <a:lnTo>
                  <a:pt x="38215" y="51017"/>
                </a:lnTo>
                <a:lnTo>
                  <a:pt x="38126" y="51402"/>
                </a:lnTo>
                <a:lnTo>
                  <a:pt x="39603" y="54520"/>
                </a:lnTo>
                <a:lnTo>
                  <a:pt x="39689" y="54702"/>
                </a:lnTo>
                <a:lnTo>
                  <a:pt x="38822" y="55575"/>
                </a:lnTo>
                <a:lnTo>
                  <a:pt x="26749" y="55575"/>
                </a:lnTo>
                <a:lnTo>
                  <a:pt x="17792" y="56573"/>
                </a:lnTo>
                <a:close/>
              </a:path>
              <a:path w="56515" h="57150">
                <a:moveTo>
                  <a:pt x="38271" y="56131"/>
                </a:moveTo>
                <a:lnTo>
                  <a:pt x="34132" y="55575"/>
                </a:lnTo>
                <a:lnTo>
                  <a:pt x="38822" y="55575"/>
                </a:lnTo>
                <a:lnTo>
                  <a:pt x="38271" y="56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659563" y="7594810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45807" y="7291"/>
                </a:moveTo>
                <a:lnTo>
                  <a:pt x="10982" y="7291"/>
                </a:lnTo>
                <a:lnTo>
                  <a:pt x="12060" y="6565"/>
                </a:lnTo>
                <a:lnTo>
                  <a:pt x="12581" y="5987"/>
                </a:lnTo>
                <a:lnTo>
                  <a:pt x="11387" y="1292"/>
                </a:lnTo>
                <a:lnTo>
                  <a:pt x="35609" y="1292"/>
                </a:lnTo>
                <a:lnTo>
                  <a:pt x="43799" y="0"/>
                </a:lnTo>
                <a:lnTo>
                  <a:pt x="45614" y="2211"/>
                </a:lnTo>
                <a:lnTo>
                  <a:pt x="44003" y="5329"/>
                </a:lnTo>
                <a:lnTo>
                  <a:pt x="44718" y="6565"/>
                </a:lnTo>
                <a:lnTo>
                  <a:pt x="45807" y="7291"/>
                </a:lnTo>
                <a:close/>
              </a:path>
              <a:path w="56515" h="57150">
                <a:moveTo>
                  <a:pt x="16017" y="1292"/>
                </a:moveTo>
                <a:lnTo>
                  <a:pt x="11655" y="1292"/>
                </a:lnTo>
                <a:lnTo>
                  <a:pt x="13432" y="544"/>
                </a:lnTo>
                <a:lnTo>
                  <a:pt x="16017" y="1292"/>
                </a:lnTo>
                <a:close/>
              </a:path>
              <a:path w="56515" h="57150">
                <a:moveTo>
                  <a:pt x="35274" y="1292"/>
                </a:moveTo>
                <a:lnTo>
                  <a:pt x="16017" y="1292"/>
                </a:lnTo>
                <a:lnTo>
                  <a:pt x="22670" y="544"/>
                </a:lnTo>
                <a:lnTo>
                  <a:pt x="28978" y="544"/>
                </a:lnTo>
                <a:lnTo>
                  <a:pt x="35274" y="1292"/>
                </a:lnTo>
                <a:close/>
              </a:path>
              <a:path w="56515" h="57150">
                <a:moveTo>
                  <a:pt x="51220" y="12711"/>
                </a:moveTo>
                <a:lnTo>
                  <a:pt x="5403" y="12711"/>
                </a:lnTo>
                <a:lnTo>
                  <a:pt x="6628" y="12008"/>
                </a:lnTo>
                <a:lnTo>
                  <a:pt x="7354" y="10920"/>
                </a:lnTo>
                <a:lnTo>
                  <a:pt x="5721" y="7472"/>
                </a:lnTo>
                <a:lnTo>
                  <a:pt x="7535" y="5658"/>
                </a:lnTo>
                <a:lnTo>
                  <a:pt x="10982" y="7291"/>
                </a:lnTo>
                <a:lnTo>
                  <a:pt x="50934" y="7291"/>
                </a:lnTo>
                <a:lnTo>
                  <a:pt x="49491" y="10920"/>
                </a:lnTo>
                <a:lnTo>
                  <a:pt x="49410" y="11124"/>
                </a:lnTo>
                <a:lnTo>
                  <a:pt x="49324" y="11339"/>
                </a:lnTo>
                <a:lnTo>
                  <a:pt x="49151" y="11339"/>
                </a:lnTo>
                <a:lnTo>
                  <a:pt x="51220" y="12711"/>
                </a:lnTo>
                <a:close/>
              </a:path>
              <a:path w="56515" h="57150">
                <a:moveTo>
                  <a:pt x="50887" y="7291"/>
                </a:moveTo>
                <a:lnTo>
                  <a:pt x="45807" y="7291"/>
                </a:lnTo>
                <a:lnTo>
                  <a:pt x="49254" y="5658"/>
                </a:lnTo>
                <a:lnTo>
                  <a:pt x="50887" y="7291"/>
                </a:lnTo>
                <a:close/>
              </a:path>
              <a:path w="56515" h="57150">
                <a:moveTo>
                  <a:pt x="5403" y="12711"/>
                </a:moveTo>
                <a:lnTo>
                  <a:pt x="331" y="12711"/>
                </a:lnTo>
                <a:lnTo>
                  <a:pt x="2273" y="11124"/>
                </a:lnTo>
                <a:lnTo>
                  <a:pt x="5403" y="12711"/>
                </a:lnTo>
                <a:close/>
              </a:path>
              <a:path w="56515" h="57150">
                <a:moveTo>
                  <a:pt x="2092" y="45573"/>
                </a:moveTo>
                <a:lnTo>
                  <a:pt x="1185" y="44666"/>
                </a:lnTo>
                <a:lnTo>
                  <a:pt x="529" y="43941"/>
                </a:lnTo>
                <a:lnTo>
                  <a:pt x="1358" y="40459"/>
                </a:lnTo>
                <a:lnTo>
                  <a:pt x="1423" y="40187"/>
                </a:lnTo>
                <a:lnTo>
                  <a:pt x="470" y="36366"/>
                </a:lnTo>
                <a:lnTo>
                  <a:pt x="856" y="31286"/>
                </a:lnTo>
                <a:lnTo>
                  <a:pt x="1389" y="26546"/>
                </a:lnTo>
                <a:lnTo>
                  <a:pt x="947" y="24675"/>
                </a:lnTo>
                <a:lnTo>
                  <a:pt x="1423" y="21239"/>
                </a:lnTo>
                <a:lnTo>
                  <a:pt x="0" y="12711"/>
                </a:lnTo>
                <a:lnTo>
                  <a:pt x="51644" y="12711"/>
                </a:lnTo>
                <a:lnTo>
                  <a:pt x="54243" y="11339"/>
                </a:lnTo>
                <a:lnTo>
                  <a:pt x="55604" y="12008"/>
                </a:lnTo>
                <a:lnTo>
                  <a:pt x="55604" y="40459"/>
                </a:lnTo>
                <a:lnTo>
                  <a:pt x="56137" y="43578"/>
                </a:lnTo>
                <a:lnTo>
                  <a:pt x="55960" y="43941"/>
                </a:lnTo>
                <a:lnTo>
                  <a:pt x="5539" y="43941"/>
                </a:lnTo>
                <a:lnTo>
                  <a:pt x="2092" y="45573"/>
                </a:lnTo>
                <a:close/>
              </a:path>
              <a:path w="56515" h="57150">
                <a:moveTo>
                  <a:pt x="7281" y="50948"/>
                </a:moveTo>
                <a:lnTo>
                  <a:pt x="7001" y="50688"/>
                </a:lnTo>
                <a:lnTo>
                  <a:pt x="5789" y="48851"/>
                </a:lnTo>
                <a:lnTo>
                  <a:pt x="7297" y="46038"/>
                </a:lnTo>
                <a:lnTo>
                  <a:pt x="6628" y="44666"/>
                </a:lnTo>
                <a:lnTo>
                  <a:pt x="5539" y="43941"/>
                </a:lnTo>
                <a:lnTo>
                  <a:pt x="50887" y="43941"/>
                </a:lnTo>
                <a:lnTo>
                  <a:pt x="49413" y="45415"/>
                </a:lnTo>
                <a:lnTo>
                  <a:pt x="49460" y="45573"/>
                </a:lnTo>
                <a:lnTo>
                  <a:pt x="50962" y="49350"/>
                </a:lnTo>
                <a:lnTo>
                  <a:pt x="11300" y="49350"/>
                </a:lnTo>
                <a:lnTo>
                  <a:pt x="7281" y="50948"/>
                </a:lnTo>
                <a:close/>
              </a:path>
              <a:path w="56515" h="57150">
                <a:moveTo>
                  <a:pt x="55241" y="45415"/>
                </a:moveTo>
                <a:lnTo>
                  <a:pt x="50454" y="43941"/>
                </a:lnTo>
                <a:lnTo>
                  <a:pt x="55960" y="43941"/>
                </a:lnTo>
                <a:lnTo>
                  <a:pt x="55241" y="45415"/>
                </a:lnTo>
                <a:close/>
              </a:path>
              <a:path w="56515" h="57150">
                <a:moveTo>
                  <a:pt x="14373" y="56675"/>
                </a:moveTo>
                <a:lnTo>
                  <a:pt x="11322" y="55201"/>
                </a:lnTo>
                <a:lnTo>
                  <a:pt x="12618" y="50948"/>
                </a:lnTo>
                <a:lnTo>
                  <a:pt x="12638" y="50688"/>
                </a:lnTo>
                <a:lnTo>
                  <a:pt x="11300" y="49350"/>
                </a:lnTo>
                <a:lnTo>
                  <a:pt x="46276" y="49350"/>
                </a:lnTo>
                <a:lnTo>
                  <a:pt x="44718" y="50109"/>
                </a:lnTo>
                <a:lnTo>
                  <a:pt x="44207" y="50688"/>
                </a:lnTo>
                <a:lnTo>
                  <a:pt x="45330" y="55201"/>
                </a:lnTo>
                <a:lnTo>
                  <a:pt x="45573" y="55201"/>
                </a:lnTo>
                <a:lnTo>
                  <a:pt x="44720" y="55552"/>
                </a:lnTo>
                <a:lnTo>
                  <a:pt x="20326" y="55552"/>
                </a:lnTo>
                <a:lnTo>
                  <a:pt x="14373" y="56675"/>
                </a:lnTo>
                <a:close/>
              </a:path>
              <a:path w="56515" h="57150">
                <a:moveTo>
                  <a:pt x="48902" y="50948"/>
                </a:moveTo>
                <a:lnTo>
                  <a:pt x="45921" y="49350"/>
                </a:lnTo>
                <a:lnTo>
                  <a:pt x="51307" y="49350"/>
                </a:lnTo>
                <a:lnTo>
                  <a:pt x="48902" y="50948"/>
                </a:lnTo>
                <a:close/>
              </a:path>
              <a:path w="56515" h="57150">
                <a:moveTo>
                  <a:pt x="43482" y="56063"/>
                </a:moveTo>
                <a:lnTo>
                  <a:pt x="40624" y="55552"/>
                </a:lnTo>
                <a:lnTo>
                  <a:pt x="44720" y="55552"/>
                </a:lnTo>
                <a:lnTo>
                  <a:pt x="43482" y="5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639336" y="759508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9252" y="850"/>
                </a:moveTo>
                <a:lnTo>
                  <a:pt x="31558" y="850"/>
                </a:lnTo>
                <a:lnTo>
                  <a:pt x="36185" y="0"/>
                </a:lnTo>
                <a:lnTo>
                  <a:pt x="39252" y="850"/>
                </a:lnTo>
                <a:close/>
              </a:path>
              <a:path w="56515" h="56515">
                <a:moveTo>
                  <a:pt x="44905" y="1065"/>
                </a:moveTo>
                <a:lnTo>
                  <a:pt x="40454" y="1065"/>
                </a:lnTo>
                <a:lnTo>
                  <a:pt x="43998" y="158"/>
                </a:lnTo>
                <a:lnTo>
                  <a:pt x="44905" y="1065"/>
                </a:lnTo>
                <a:close/>
              </a:path>
              <a:path w="56515" h="56515">
                <a:moveTo>
                  <a:pt x="45415" y="7019"/>
                </a:move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41" y="1065"/>
                </a:lnTo>
                <a:lnTo>
                  <a:pt x="44905" y="1065"/>
                </a:lnTo>
                <a:lnTo>
                  <a:pt x="45596" y="1757"/>
                </a:lnTo>
                <a:lnTo>
                  <a:pt x="43782" y="5386"/>
                </a:lnTo>
                <a:lnTo>
                  <a:pt x="45415" y="7019"/>
                </a:lnTo>
                <a:close/>
              </a:path>
              <a:path w="56515" h="56515">
                <a:moveTo>
                  <a:pt x="40028" y="1065"/>
                </a:moveTo>
                <a:lnTo>
                  <a:pt x="15956" y="1065"/>
                </a:lnTo>
                <a:lnTo>
                  <a:pt x="21334" y="306"/>
                </a:lnTo>
                <a:lnTo>
                  <a:pt x="20476" y="306"/>
                </a:lnTo>
                <a:lnTo>
                  <a:pt x="24856" y="850"/>
                </a:lnTo>
                <a:lnTo>
                  <a:pt x="39252" y="850"/>
                </a:lnTo>
                <a:lnTo>
                  <a:pt x="40028" y="1065"/>
                </a:lnTo>
                <a:close/>
              </a:path>
              <a:path w="56515" h="56515">
                <a:moveTo>
                  <a:pt x="55576" y="12439"/>
                </a:moveTo>
                <a:lnTo>
                  <a:pt x="5352" y="12439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45415" y="7019"/>
                </a:lnTo>
                <a:lnTo>
                  <a:pt x="45596" y="7200"/>
                </a:lnTo>
                <a:lnTo>
                  <a:pt x="51040" y="7200"/>
                </a:lnTo>
                <a:lnTo>
                  <a:pt x="49407" y="10647"/>
                </a:lnTo>
                <a:lnTo>
                  <a:pt x="50133" y="11736"/>
                </a:lnTo>
                <a:lnTo>
                  <a:pt x="55576" y="11736"/>
                </a:lnTo>
                <a:lnTo>
                  <a:pt x="55576" y="12439"/>
                </a:lnTo>
                <a:close/>
              </a:path>
              <a:path w="56515" h="56515">
                <a:moveTo>
                  <a:pt x="51040" y="7200"/>
                </a:moveTo>
                <a:lnTo>
                  <a:pt x="45596" y="7200"/>
                </a:lnTo>
                <a:lnTo>
                  <a:pt x="49225" y="5386"/>
                </a:lnTo>
                <a:lnTo>
                  <a:pt x="51040" y="7200"/>
                </a:lnTo>
                <a:close/>
              </a:path>
              <a:path w="56515" h="56515">
                <a:moveTo>
                  <a:pt x="2052" y="45301"/>
                </a:moveTo>
                <a:lnTo>
                  <a:pt x="635" y="43884"/>
                </a:lnTo>
                <a:lnTo>
                  <a:pt x="611" y="43158"/>
                </a:lnTo>
                <a:lnTo>
                  <a:pt x="1291" y="40301"/>
                </a:lnTo>
                <a:lnTo>
                  <a:pt x="1383" y="39915"/>
                </a:lnTo>
                <a:lnTo>
                  <a:pt x="431" y="36094"/>
                </a:lnTo>
                <a:lnTo>
                  <a:pt x="816" y="31013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4" y="10852"/>
                </a:lnTo>
                <a:lnTo>
                  <a:pt x="5352" y="12439"/>
                </a:lnTo>
                <a:lnTo>
                  <a:pt x="55576" y="12439"/>
                </a:lnTo>
                <a:lnTo>
                  <a:pt x="55576" y="40301"/>
                </a:lnTo>
                <a:lnTo>
                  <a:pt x="56086" y="43158"/>
                </a:lnTo>
                <a:lnTo>
                  <a:pt x="55877" y="43668"/>
                </a:lnTo>
                <a:lnTo>
                  <a:pt x="5499" y="43668"/>
                </a:lnTo>
                <a:lnTo>
                  <a:pt x="2052" y="45301"/>
                </a:lnTo>
                <a:close/>
              </a:path>
              <a:path w="56515" h="56515">
                <a:moveTo>
                  <a:pt x="7167" y="50710"/>
                </a:move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55877" y="43668"/>
                </a:lnTo>
                <a:lnTo>
                  <a:pt x="55789" y="43884"/>
                </a:lnTo>
                <a:lnTo>
                  <a:pt x="50711" y="43884"/>
                </a:lnTo>
                <a:lnTo>
                  <a:pt x="50133" y="44394"/>
                </a:lnTo>
                <a:lnTo>
                  <a:pt x="49464" y="45766"/>
                </a:lnTo>
                <a:lnTo>
                  <a:pt x="50972" y="48578"/>
                </a:lnTo>
                <a:lnTo>
                  <a:pt x="50640" y="49077"/>
                </a:lnTo>
                <a:lnTo>
                  <a:pt x="11272" y="49077"/>
                </a:lnTo>
                <a:lnTo>
                  <a:pt x="7167" y="50710"/>
                </a:lnTo>
                <a:close/>
              </a:path>
              <a:path w="56515" h="56515">
                <a:moveTo>
                  <a:pt x="55315" y="45041"/>
                </a:moveTo>
                <a:lnTo>
                  <a:pt x="50711" y="43884"/>
                </a:lnTo>
                <a:lnTo>
                  <a:pt x="55789" y="43884"/>
                </a:lnTo>
                <a:lnTo>
                  <a:pt x="55315" y="45041"/>
                </a:lnTo>
                <a:close/>
              </a:path>
              <a:path w="56515" h="56515">
                <a:moveTo>
                  <a:pt x="14481" y="56369"/>
                </a:moveTo>
                <a:lnTo>
                  <a:pt x="11200" y="54917"/>
                </a:lnTo>
                <a:lnTo>
                  <a:pt x="11344" y="54917"/>
                </a:lnTo>
                <a:lnTo>
                  <a:pt x="12540" y="50710"/>
                </a:lnTo>
                <a:lnTo>
                  <a:pt x="12621" y="50427"/>
                </a:lnTo>
                <a:lnTo>
                  <a:pt x="11272" y="49077"/>
                </a:lnTo>
                <a:lnTo>
                  <a:pt x="45449" y="49077"/>
                </a:lnTo>
                <a:lnTo>
                  <a:pt x="44100" y="50427"/>
                </a:lnTo>
                <a:lnTo>
                  <a:pt x="44143" y="50710"/>
                </a:lnTo>
                <a:lnTo>
                  <a:pt x="45438" y="54917"/>
                </a:lnTo>
                <a:lnTo>
                  <a:pt x="44694" y="55280"/>
                </a:lnTo>
                <a:lnTo>
                  <a:pt x="20184" y="55280"/>
                </a:lnTo>
                <a:lnTo>
                  <a:pt x="14481" y="56369"/>
                </a:lnTo>
                <a:close/>
              </a:path>
              <a:path w="56515" h="56515">
                <a:moveTo>
                  <a:pt x="49554" y="50710"/>
                </a:moveTo>
                <a:lnTo>
                  <a:pt x="45449" y="49077"/>
                </a:lnTo>
                <a:lnTo>
                  <a:pt x="50640" y="49077"/>
                </a:lnTo>
                <a:lnTo>
                  <a:pt x="49554" y="50710"/>
                </a:lnTo>
                <a:close/>
              </a:path>
              <a:path w="56515" h="56515">
                <a:moveTo>
                  <a:pt x="43601" y="55813"/>
                </a:moveTo>
                <a:lnTo>
                  <a:pt x="40482" y="55280"/>
                </a:lnTo>
                <a:lnTo>
                  <a:pt x="44694" y="55280"/>
                </a:lnTo>
                <a:lnTo>
                  <a:pt x="43601" y="55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966327" y="759552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52"/>
                </a:moveTo>
                <a:lnTo>
                  <a:pt x="24221" y="55439"/>
                </a:lnTo>
                <a:lnTo>
                  <a:pt x="21942" y="54634"/>
                </a:lnTo>
                <a:lnTo>
                  <a:pt x="22963" y="49917"/>
                </a:lnTo>
                <a:lnTo>
                  <a:pt x="22509" y="49395"/>
                </a:lnTo>
                <a:lnTo>
                  <a:pt x="20547" y="48034"/>
                </a:lnTo>
                <a:lnTo>
                  <a:pt x="13074" y="51175"/>
                </a:lnTo>
                <a:lnTo>
                  <a:pt x="10738" y="48306"/>
                </a:lnTo>
                <a:lnTo>
                  <a:pt x="12337" y="45188"/>
                </a:lnTo>
                <a:lnTo>
                  <a:pt x="11623" y="43952"/>
                </a:lnTo>
                <a:lnTo>
                  <a:pt x="10818" y="43283"/>
                </a:lnTo>
                <a:lnTo>
                  <a:pt x="6736" y="44791"/>
                </a:lnTo>
                <a:lnTo>
                  <a:pt x="5602" y="43079"/>
                </a:lnTo>
                <a:lnTo>
                  <a:pt x="6237" y="39586"/>
                </a:lnTo>
                <a:lnTo>
                  <a:pt x="6146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28" y="33497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19" y="19776"/>
                </a:lnTo>
                <a:lnTo>
                  <a:pt x="4570" y="13142"/>
                </a:lnTo>
                <a:lnTo>
                  <a:pt x="6962" y="10398"/>
                </a:lnTo>
                <a:lnTo>
                  <a:pt x="10636" y="12008"/>
                </a:lnTo>
                <a:lnTo>
                  <a:pt x="11623" y="11294"/>
                </a:lnTo>
                <a:lnTo>
                  <a:pt x="12337" y="10058"/>
                </a:lnTo>
                <a:lnTo>
                  <a:pt x="10738" y="6939"/>
                </a:lnTo>
                <a:lnTo>
                  <a:pt x="13074" y="4070"/>
                </a:lnTo>
                <a:lnTo>
                  <a:pt x="20547" y="7212"/>
                </a:lnTo>
                <a:lnTo>
                  <a:pt x="22509" y="5851"/>
                </a:lnTo>
                <a:lnTo>
                  <a:pt x="23235" y="4796"/>
                </a:lnTo>
                <a:lnTo>
                  <a:pt x="21602" y="1270"/>
                </a:lnTo>
                <a:lnTo>
                  <a:pt x="22940" y="0"/>
                </a:lnTo>
                <a:lnTo>
                  <a:pt x="33078" y="22"/>
                </a:lnTo>
                <a:lnTo>
                  <a:pt x="34291" y="1496"/>
                </a:lnTo>
                <a:lnTo>
                  <a:pt x="32692" y="4615"/>
                </a:lnTo>
                <a:lnTo>
                  <a:pt x="33395" y="5851"/>
                </a:lnTo>
                <a:lnTo>
                  <a:pt x="35357" y="7212"/>
                </a:lnTo>
                <a:lnTo>
                  <a:pt x="42829" y="4070"/>
                </a:lnTo>
                <a:lnTo>
                  <a:pt x="45177" y="6939"/>
                </a:lnTo>
                <a:lnTo>
                  <a:pt x="43578" y="10058"/>
                </a:lnTo>
                <a:lnTo>
                  <a:pt x="44281" y="11294"/>
                </a:lnTo>
                <a:lnTo>
                  <a:pt x="45370" y="12020"/>
                </a:lnTo>
                <a:lnTo>
                  <a:pt x="48817" y="10387"/>
                </a:lnTo>
                <a:lnTo>
                  <a:pt x="50234" y="11804"/>
                </a:lnTo>
                <a:lnTo>
                  <a:pt x="49679" y="15943"/>
                </a:lnTo>
                <a:lnTo>
                  <a:pt x="49792" y="18075"/>
                </a:lnTo>
                <a:lnTo>
                  <a:pt x="49157" y="20989"/>
                </a:lnTo>
                <a:lnTo>
                  <a:pt x="50064" y="22906"/>
                </a:lnTo>
                <a:lnTo>
                  <a:pt x="54555" y="21567"/>
                </a:lnTo>
                <a:lnTo>
                  <a:pt x="55677" y="22690"/>
                </a:lnTo>
                <a:lnTo>
                  <a:pt x="55122" y="26829"/>
                </a:lnTo>
                <a:lnTo>
                  <a:pt x="55235" y="28984"/>
                </a:lnTo>
                <a:lnTo>
                  <a:pt x="55609" y="31796"/>
                </a:lnTo>
                <a:lnTo>
                  <a:pt x="54929" y="33633"/>
                </a:lnTo>
                <a:lnTo>
                  <a:pt x="50280" y="32612"/>
                </a:lnTo>
                <a:lnTo>
                  <a:pt x="49724" y="33066"/>
                </a:lnTo>
                <a:lnTo>
                  <a:pt x="48352" y="35028"/>
                </a:lnTo>
                <a:lnTo>
                  <a:pt x="51505" y="42500"/>
                </a:lnTo>
                <a:lnTo>
                  <a:pt x="48636" y="44848"/>
                </a:lnTo>
                <a:lnTo>
                  <a:pt x="45506" y="43249"/>
                </a:lnTo>
                <a:lnTo>
                  <a:pt x="44281" y="43952"/>
                </a:lnTo>
                <a:lnTo>
                  <a:pt x="43556" y="45041"/>
                </a:lnTo>
                <a:lnTo>
                  <a:pt x="45188" y="48488"/>
                </a:lnTo>
                <a:lnTo>
                  <a:pt x="43385" y="50302"/>
                </a:lnTo>
                <a:lnTo>
                  <a:pt x="39938" y="48692"/>
                </a:lnTo>
                <a:lnTo>
                  <a:pt x="37749" y="50098"/>
                </a:lnTo>
                <a:lnTo>
                  <a:pt x="34302" y="48488"/>
                </a:lnTo>
                <a:lnTo>
                  <a:pt x="32828" y="49973"/>
                </a:lnTo>
                <a:lnTo>
                  <a:pt x="34087" y="54543"/>
                </a:lnTo>
                <a:lnTo>
                  <a:pt x="31739" y="55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011849" y="760020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78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6" y="44814"/>
                </a:lnTo>
                <a:lnTo>
                  <a:pt x="19299" y="44712"/>
                </a:lnTo>
                <a:lnTo>
                  <a:pt x="16283" y="44712"/>
                </a:lnTo>
                <a:lnTo>
                  <a:pt x="13119" y="45245"/>
                </a:lnTo>
                <a:lnTo>
                  <a:pt x="11305" y="44337"/>
                </a:lnTo>
                <a:lnTo>
                  <a:pt x="12688" y="39904"/>
                </a:lnTo>
                <a:lnTo>
                  <a:pt x="11294" y="38509"/>
                </a:lnTo>
                <a:lnTo>
                  <a:pt x="7189" y="40142"/>
                </a:lnTo>
                <a:lnTo>
                  <a:pt x="5771" y="38010"/>
                </a:lnTo>
                <a:lnTo>
                  <a:pt x="7280" y="35198"/>
                </a:lnTo>
                <a:lnTo>
                  <a:pt x="6610" y="33826"/>
                </a:lnTo>
                <a:lnTo>
                  <a:pt x="5862" y="33179"/>
                </a:lnTo>
                <a:lnTo>
                  <a:pt x="1655" y="34631"/>
                </a:lnTo>
                <a:lnTo>
                  <a:pt x="0" y="31909"/>
                </a:lnTo>
                <a:lnTo>
                  <a:pt x="1167" y="25264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0" y="12054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3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92" y="1474"/>
                </a:lnTo>
                <a:lnTo>
                  <a:pt x="33122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4" y="11146"/>
                </a:lnTo>
                <a:lnTo>
                  <a:pt x="45619" y="12961"/>
                </a:lnTo>
                <a:lnTo>
                  <a:pt x="43918" y="16397"/>
                </a:lnTo>
                <a:lnTo>
                  <a:pt x="44711" y="17497"/>
                </a:lnTo>
                <a:lnTo>
                  <a:pt x="44711" y="29709"/>
                </a:lnTo>
                <a:lnTo>
                  <a:pt x="45222" y="32624"/>
                </a:lnTo>
                <a:lnTo>
                  <a:pt x="44416" y="34517"/>
                </a:lnTo>
                <a:lnTo>
                  <a:pt x="39835" y="33259"/>
                </a:lnTo>
                <a:lnTo>
                  <a:pt x="38611" y="34483"/>
                </a:lnTo>
                <a:lnTo>
                  <a:pt x="40039" y="38860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5" y="39269"/>
                </a:lnTo>
                <a:lnTo>
                  <a:pt x="33100" y="40357"/>
                </a:lnTo>
                <a:lnTo>
                  <a:pt x="34732" y="43805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297308" y="76006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96" y="44927"/>
                </a:moveTo>
                <a:lnTo>
                  <a:pt x="17247" y="43657"/>
                </a:lnTo>
                <a:lnTo>
                  <a:pt x="18778" y="39620"/>
                </a:lnTo>
                <a:lnTo>
                  <a:pt x="18087" y="38792"/>
                </a:lnTo>
                <a:lnTo>
                  <a:pt x="16125" y="37432"/>
                </a:lnTo>
                <a:lnTo>
                  <a:pt x="8663" y="40573"/>
                </a:lnTo>
                <a:lnTo>
                  <a:pt x="6316" y="37704"/>
                </a:lnTo>
                <a:lnTo>
                  <a:pt x="7915" y="34585"/>
                </a:lnTo>
                <a:lnTo>
                  <a:pt x="6486" y="32261"/>
                </a:lnTo>
                <a:lnTo>
                  <a:pt x="8108" y="28814"/>
                </a:lnTo>
                <a:lnTo>
                  <a:pt x="6294" y="26999"/>
                </a:lnTo>
                <a:lnTo>
                  <a:pt x="2778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36"/>
                </a:lnTo>
                <a:lnTo>
                  <a:pt x="5987" y="17723"/>
                </a:lnTo>
                <a:lnTo>
                  <a:pt x="7212" y="17020"/>
                </a:lnTo>
                <a:lnTo>
                  <a:pt x="8572" y="15059"/>
                </a:lnTo>
                <a:lnTo>
                  <a:pt x="5443" y="7586"/>
                </a:lnTo>
                <a:lnTo>
                  <a:pt x="8300" y="5250"/>
                </a:lnTo>
                <a:lnTo>
                  <a:pt x="11419" y="6837"/>
                </a:lnTo>
                <a:lnTo>
                  <a:pt x="12655" y="6134"/>
                </a:lnTo>
                <a:lnTo>
                  <a:pt x="13744" y="5409"/>
                </a:lnTo>
                <a:lnTo>
                  <a:pt x="17179" y="7041"/>
                </a:lnTo>
                <a:lnTo>
                  <a:pt x="18563" y="5658"/>
                </a:lnTo>
                <a:lnTo>
                  <a:pt x="17531" y="873"/>
                </a:lnTo>
                <a:lnTo>
                  <a:pt x="20094" y="56"/>
                </a:lnTo>
                <a:lnTo>
                  <a:pt x="27000" y="0"/>
                </a:lnTo>
                <a:lnTo>
                  <a:pt x="29574" y="895"/>
                </a:lnTo>
                <a:lnTo>
                  <a:pt x="28474" y="5635"/>
                </a:lnTo>
                <a:lnTo>
                  <a:pt x="29494" y="6645"/>
                </a:lnTo>
                <a:lnTo>
                  <a:pt x="33622" y="6089"/>
                </a:lnTo>
                <a:lnTo>
                  <a:pt x="35244" y="6180"/>
                </a:lnTo>
                <a:lnTo>
                  <a:pt x="39292" y="5601"/>
                </a:lnTo>
                <a:lnTo>
                  <a:pt x="40755" y="6985"/>
                </a:lnTo>
                <a:lnTo>
                  <a:pt x="39133" y="10534"/>
                </a:lnTo>
                <a:lnTo>
                  <a:pt x="40573" y="12666"/>
                </a:lnTo>
                <a:lnTo>
                  <a:pt x="38940" y="16113"/>
                </a:lnTo>
                <a:lnTo>
                  <a:pt x="40426" y="17587"/>
                </a:lnTo>
                <a:lnTo>
                  <a:pt x="44996" y="16340"/>
                </a:lnTo>
                <a:lnTo>
                  <a:pt x="45790" y="18200"/>
                </a:lnTo>
                <a:lnTo>
                  <a:pt x="45994" y="26908"/>
                </a:lnTo>
                <a:lnTo>
                  <a:pt x="44701" y="28757"/>
                </a:lnTo>
                <a:lnTo>
                  <a:pt x="40675" y="27226"/>
                </a:lnTo>
                <a:lnTo>
                  <a:pt x="39847" y="27906"/>
                </a:lnTo>
                <a:lnTo>
                  <a:pt x="38487" y="29868"/>
                </a:lnTo>
                <a:lnTo>
                  <a:pt x="41628" y="37341"/>
                </a:lnTo>
                <a:lnTo>
                  <a:pt x="38759" y="39688"/>
                </a:lnTo>
                <a:lnTo>
                  <a:pt x="35640" y="38089"/>
                </a:lnTo>
                <a:lnTo>
                  <a:pt x="33327" y="39518"/>
                </a:lnTo>
                <a:lnTo>
                  <a:pt x="29880" y="37885"/>
                </a:lnTo>
                <a:lnTo>
                  <a:pt x="28406" y="39371"/>
                </a:lnTo>
                <a:lnTo>
                  <a:pt x="29664" y="43941"/>
                </a:lnTo>
                <a:lnTo>
                  <a:pt x="27793" y="44734"/>
                </a:lnTo>
                <a:lnTo>
                  <a:pt x="19096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697321" y="76122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1634788" y="7610481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2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12" y="7223"/>
                </a:lnTo>
                <a:lnTo>
                  <a:pt x="7212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4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2464" y="6338"/>
                </a:lnTo>
                <a:lnTo>
                  <a:pt x="23926" y="7540"/>
                </a:lnTo>
                <a:lnTo>
                  <a:pt x="23949" y="17689"/>
                </a:lnTo>
                <a:lnTo>
                  <a:pt x="22679" y="19016"/>
                </a:lnTo>
                <a:lnTo>
                  <a:pt x="19153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85958" y="7747181"/>
            <a:ext cx="77518" cy="7842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812438" y="7747317"/>
            <a:ext cx="77700" cy="7810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139031" y="7747317"/>
            <a:ext cx="77677" cy="7810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465217" y="7747816"/>
            <a:ext cx="77995" cy="7748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792059" y="7747510"/>
            <a:ext cx="77892" cy="7783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64277" y="7752590"/>
            <a:ext cx="67606" cy="6764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124447" y="7753305"/>
            <a:ext cx="66246" cy="66643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8843568" y="775823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02" y="55915"/>
                </a:moveTo>
                <a:lnTo>
                  <a:pt x="34699" y="55405"/>
                </a:lnTo>
                <a:lnTo>
                  <a:pt x="21239" y="55405"/>
                </a:lnTo>
                <a:lnTo>
                  <a:pt x="18143" y="55927"/>
                </a:lnTo>
                <a:lnTo>
                  <a:pt x="16340" y="55065"/>
                </a:lnTo>
                <a:lnTo>
                  <a:pt x="17610" y="50597"/>
                </a:lnTo>
                <a:lnTo>
                  <a:pt x="17043" y="49962"/>
                </a:lnTo>
                <a:lnTo>
                  <a:pt x="6157" y="49962"/>
                </a:lnTo>
                <a:lnTo>
                  <a:pt x="6157" y="39076"/>
                </a:lnTo>
                <a:lnTo>
                  <a:pt x="5068" y="38350"/>
                </a:lnTo>
                <a:lnTo>
                  <a:pt x="1621" y="39983"/>
                </a:lnTo>
                <a:lnTo>
                  <a:pt x="45" y="38407"/>
                </a:lnTo>
                <a:lnTo>
                  <a:pt x="952" y="34597"/>
                </a:lnTo>
                <a:lnTo>
                  <a:pt x="0" y="30764"/>
                </a:lnTo>
                <a:lnTo>
                  <a:pt x="805" y="21908"/>
                </a:lnTo>
                <a:lnTo>
                  <a:pt x="158" y="17859"/>
                </a:lnTo>
                <a:lnTo>
                  <a:pt x="1292" y="16737"/>
                </a:lnTo>
                <a:lnTo>
                  <a:pt x="5873" y="17995"/>
                </a:lnTo>
                <a:lnTo>
                  <a:pt x="7472" y="14231"/>
                </a:lnTo>
                <a:lnTo>
                  <a:pt x="5148" y="9615"/>
                </a:lnTo>
                <a:lnTo>
                  <a:pt x="6157" y="6418"/>
                </a:lnTo>
                <a:lnTo>
                  <a:pt x="17043" y="6418"/>
                </a:lnTo>
                <a:lnTo>
                  <a:pt x="17497" y="5896"/>
                </a:lnTo>
                <a:lnTo>
                  <a:pt x="16476" y="1179"/>
                </a:lnTo>
                <a:lnTo>
                  <a:pt x="19833" y="0"/>
                </a:lnTo>
                <a:lnTo>
                  <a:pt x="24935" y="975"/>
                </a:lnTo>
                <a:lnTo>
                  <a:pt x="31161" y="975"/>
                </a:lnTo>
                <a:lnTo>
                  <a:pt x="35708" y="158"/>
                </a:lnTo>
                <a:lnTo>
                  <a:pt x="39314" y="1111"/>
                </a:lnTo>
                <a:lnTo>
                  <a:pt x="38384" y="5987"/>
                </a:lnTo>
                <a:lnTo>
                  <a:pt x="39326" y="6928"/>
                </a:lnTo>
                <a:lnTo>
                  <a:pt x="43465" y="6372"/>
                </a:lnTo>
                <a:lnTo>
                  <a:pt x="45131" y="6463"/>
                </a:lnTo>
                <a:lnTo>
                  <a:pt x="49089" y="5873"/>
                </a:lnTo>
                <a:lnTo>
                  <a:pt x="50597" y="7223"/>
                </a:lnTo>
                <a:lnTo>
                  <a:pt x="48987" y="10863"/>
                </a:lnTo>
                <a:lnTo>
                  <a:pt x="50427" y="12949"/>
                </a:lnTo>
                <a:lnTo>
                  <a:pt x="48794" y="16397"/>
                </a:lnTo>
                <a:lnTo>
                  <a:pt x="50279" y="17882"/>
                </a:lnTo>
                <a:lnTo>
                  <a:pt x="54849" y="16612"/>
                </a:lnTo>
                <a:lnTo>
                  <a:pt x="56221" y="19799"/>
                </a:lnTo>
                <a:lnTo>
                  <a:pt x="55144" y="25434"/>
                </a:lnTo>
                <a:lnTo>
                  <a:pt x="55144" y="30322"/>
                </a:lnTo>
                <a:lnTo>
                  <a:pt x="56312" y="37409"/>
                </a:lnTo>
                <a:lnTo>
                  <a:pt x="54555" y="39926"/>
                </a:lnTo>
                <a:lnTo>
                  <a:pt x="50540" y="38395"/>
                </a:lnTo>
                <a:lnTo>
                  <a:pt x="49701" y="39076"/>
                </a:lnTo>
                <a:lnTo>
                  <a:pt x="48341" y="41038"/>
                </a:lnTo>
                <a:lnTo>
                  <a:pt x="51482" y="48510"/>
                </a:lnTo>
                <a:lnTo>
                  <a:pt x="48613" y="50858"/>
                </a:lnTo>
                <a:lnTo>
                  <a:pt x="45483" y="49259"/>
                </a:lnTo>
                <a:lnTo>
                  <a:pt x="43170" y="50688"/>
                </a:lnTo>
                <a:lnTo>
                  <a:pt x="39723" y="49055"/>
                </a:lnTo>
                <a:lnTo>
                  <a:pt x="38248" y="50529"/>
                </a:lnTo>
                <a:lnTo>
                  <a:pt x="39496" y="55121"/>
                </a:lnTo>
                <a:lnTo>
                  <a:pt x="37602" y="559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456234" y="775880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5"/>
                </a:lnTo>
                <a:lnTo>
                  <a:pt x="10727" y="48306"/>
                </a:lnTo>
                <a:lnTo>
                  <a:pt x="12315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4" y="44791"/>
                </a:lnTo>
                <a:lnTo>
                  <a:pt x="5590" y="43079"/>
                </a:lnTo>
                <a:lnTo>
                  <a:pt x="6225" y="39597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8" y="19776"/>
                </a:lnTo>
                <a:lnTo>
                  <a:pt x="4558" y="13153"/>
                </a:lnTo>
                <a:lnTo>
                  <a:pt x="6951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5" y="10069"/>
                </a:lnTo>
                <a:lnTo>
                  <a:pt x="10727" y="6939"/>
                </a:lnTo>
                <a:lnTo>
                  <a:pt x="13063" y="4070"/>
                </a:lnTo>
                <a:lnTo>
                  <a:pt x="20536" y="7211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80" y="4626"/>
                </a:lnTo>
                <a:lnTo>
                  <a:pt x="33383" y="5851"/>
                </a:lnTo>
                <a:lnTo>
                  <a:pt x="35345" y="7211"/>
                </a:lnTo>
                <a:lnTo>
                  <a:pt x="42818" y="4070"/>
                </a:lnTo>
                <a:lnTo>
                  <a:pt x="45154" y="6939"/>
                </a:lnTo>
                <a:lnTo>
                  <a:pt x="43566" y="10058"/>
                </a:lnTo>
                <a:lnTo>
                  <a:pt x="44269" y="11294"/>
                </a:lnTo>
                <a:lnTo>
                  <a:pt x="45358" y="12019"/>
                </a:lnTo>
                <a:lnTo>
                  <a:pt x="48805" y="10387"/>
                </a:lnTo>
                <a:lnTo>
                  <a:pt x="50223" y="11804"/>
                </a:lnTo>
                <a:lnTo>
                  <a:pt x="49667" y="15943"/>
                </a:lnTo>
                <a:lnTo>
                  <a:pt x="49780" y="18075"/>
                </a:lnTo>
                <a:lnTo>
                  <a:pt x="49145" y="20989"/>
                </a:lnTo>
                <a:lnTo>
                  <a:pt x="50053" y="22906"/>
                </a:lnTo>
                <a:lnTo>
                  <a:pt x="54543" y="21567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44"/>
                </a:lnTo>
                <a:lnTo>
                  <a:pt x="50268" y="32612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48"/>
                </a:lnTo>
                <a:lnTo>
                  <a:pt x="45483" y="43249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5" y="48488"/>
                </a:lnTo>
                <a:lnTo>
                  <a:pt x="43362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99"/>
                </a:lnTo>
                <a:lnTo>
                  <a:pt x="32805" y="49973"/>
                </a:lnTo>
                <a:lnTo>
                  <a:pt x="34075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521364" y="776396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8"/>
                </a:moveTo>
                <a:lnTo>
                  <a:pt x="17258" y="43657"/>
                </a:lnTo>
                <a:lnTo>
                  <a:pt x="18789" y="39620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3"/>
                </a:lnTo>
                <a:lnTo>
                  <a:pt x="6315" y="26999"/>
                </a:lnTo>
                <a:lnTo>
                  <a:pt x="2800" y="28632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4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6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6" y="10534"/>
                </a:lnTo>
                <a:lnTo>
                  <a:pt x="40606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5" y="44734"/>
                </a:lnTo>
                <a:lnTo>
                  <a:pt x="19118" y="44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793826" y="7769566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21840" y="33712"/>
                </a:moveTo>
                <a:lnTo>
                  <a:pt x="17713" y="33157"/>
                </a:lnTo>
                <a:lnTo>
                  <a:pt x="16193" y="33225"/>
                </a:lnTo>
                <a:lnTo>
                  <a:pt x="11952" y="33656"/>
                </a:lnTo>
                <a:lnTo>
                  <a:pt x="10569" y="32329"/>
                </a:lnTo>
                <a:lnTo>
                  <a:pt x="12201" y="28802"/>
                </a:lnTo>
                <a:lnTo>
                  <a:pt x="11476" y="27748"/>
                </a:lnTo>
                <a:lnTo>
                  <a:pt x="10115" y="27079"/>
                </a:lnTo>
                <a:lnTo>
                  <a:pt x="7291" y="28587"/>
                </a:lnTo>
                <a:lnTo>
                  <a:pt x="5171" y="27169"/>
                </a:lnTo>
                <a:lnTo>
                  <a:pt x="6792" y="23064"/>
                </a:lnTo>
                <a:lnTo>
                  <a:pt x="5511" y="21783"/>
                </a:lnTo>
                <a:lnTo>
                  <a:pt x="828" y="22928"/>
                </a:lnTo>
                <a:lnTo>
                  <a:pt x="260" y="21375"/>
                </a:lnTo>
                <a:lnTo>
                  <a:pt x="0" y="11906"/>
                </a:lnTo>
                <a:lnTo>
                  <a:pt x="1689" y="10534"/>
                </a:lnTo>
                <a:lnTo>
                  <a:pt x="4808" y="12133"/>
                </a:lnTo>
                <a:lnTo>
                  <a:pt x="6044" y="11419"/>
                </a:lnTo>
                <a:lnTo>
                  <a:pt x="6758" y="10330"/>
                </a:lnTo>
                <a:lnTo>
                  <a:pt x="5137" y="6883"/>
                </a:lnTo>
                <a:lnTo>
                  <a:pt x="6940" y="5068"/>
                </a:lnTo>
                <a:lnTo>
                  <a:pt x="10398" y="6701"/>
                </a:lnTo>
                <a:lnTo>
                  <a:pt x="11476" y="5976"/>
                </a:lnTo>
                <a:lnTo>
                  <a:pt x="12088" y="5284"/>
                </a:lnTo>
                <a:lnTo>
                  <a:pt x="10727" y="941"/>
                </a:lnTo>
                <a:lnTo>
                  <a:pt x="12485" y="0"/>
                </a:lnTo>
                <a:lnTo>
                  <a:pt x="15751" y="532"/>
                </a:lnTo>
                <a:lnTo>
                  <a:pt x="18200" y="532"/>
                </a:lnTo>
                <a:lnTo>
                  <a:pt x="21194" y="11"/>
                </a:lnTo>
                <a:lnTo>
                  <a:pt x="23054" y="850"/>
                </a:lnTo>
                <a:lnTo>
                  <a:pt x="21761" y="5386"/>
                </a:lnTo>
                <a:lnTo>
                  <a:pt x="23110" y="6735"/>
                </a:lnTo>
                <a:lnTo>
                  <a:pt x="27215" y="5102"/>
                </a:lnTo>
                <a:lnTo>
                  <a:pt x="28621" y="7234"/>
                </a:lnTo>
                <a:lnTo>
                  <a:pt x="27113" y="10046"/>
                </a:lnTo>
                <a:lnTo>
                  <a:pt x="27794" y="11419"/>
                </a:lnTo>
                <a:lnTo>
                  <a:pt x="28882" y="12144"/>
                </a:lnTo>
                <a:lnTo>
                  <a:pt x="32318" y="10511"/>
                </a:lnTo>
                <a:lnTo>
                  <a:pt x="33747" y="11929"/>
                </a:lnTo>
                <a:lnTo>
                  <a:pt x="33180" y="16068"/>
                </a:lnTo>
                <a:lnTo>
                  <a:pt x="33293" y="18188"/>
                </a:lnTo>
                <a:lnTo>
                  <a:pt x="33690" y="21080"/>
                </a:lnTo>
                <a:lnTo>
                  <a:pt x="32987" y="22928"/>
                </a:lnTo>
                <a:lnTo>
                  <a:pt x="28304" y="21783"/>
                </a:lnTo>
                <a:lnTo>
                  <a:pt x="27034" y="23064"/>
                </a:lnTo>
                <a:lnTo>
                  <a:pt x="28655" y="27169"/>
                </a:lnTo>
                <a:lnTo>
                  <a:pt x="26546" y="28598"/>
                </a:lnTo>
                <a:lnTo>
                  <a:pt x="23711" y="27079"/>
                </a:lnTo>
                <a:lnTo>
                  <a:pt x="22350" y="27748"/>
                </a:lnTo>
                <a:lnTo>
                  <a:pt x="21636" y="28836"/>
                </a:lnTo>
                <a:lnTo>
                  <a:pt x="23257" y="32283"/>
                </a:lnTo>
                <a:lnTo>
                  <a:pt x="2184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205668" y="777377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40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23" y="18109"/>
                </a:lnTo>
                <a:lnTo>
                  <a:pt x="5987" y="17406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8993" y="2868"/>
                </a:lnTo>
                <a:lnTo>
                  <a:pt x="17406" y="5998"/>
                </a:lnTo>
                <a:lnTo>
                  <a:pt x="18109" y="7223"/>
                </a:lnTo>
                <a:lnTo>
                  <a:pt x="19334" y="7937"/>
                </a:lnTo>
                <a:lnTo>
                  <a:pt x="22463" y="6338"/>
                </a:lnTo>
                <a:lnTo>
                  <a:pt x="23937" y="7540"/>
                </a:lnTo>
                <a:lnTo>
                  <a:pt x="23960" y="17689"/>
                </a:lnTo>
                <a:lnTo>
                  <a:pt x="22690" y="19016"/>
                </a:lnTo>
                <a:lnTo>
                  <a:pt x="19164" y="17383"/>
                </a:lnTo>
                <a:lnTo>
                  <a:pt x="18109" y="18109"/>
                </a:lnTo>
                <a:lnTo>
                  <a:pt x="17383" y="19163"/>
                </a:lnTo>
                <a:lnTo>
                  <a:pt x="19016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object 6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316691" y="7905290"/>
            <a:ext cx="89323" cy="8883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50009" y="7904972"/>
            <a:ext cx="88336" cy="89378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995565" y="7911118"/>
            <a:ext cx="78027" cy="7749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282181" y="7910460"/>
            <a:ext cx="77473" cy="78436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674506" y="7916028"/>
            <a:ext cx="67436" cy="67425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11619104" y="792139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333" y="56664"/>
                </a:moveTo>
                <a:lnTo>
                  <a:pt x="11294" y="55178"/>
                </a:lnTo>
                <a:lnTo>
                  <a:pt x="12643" y="50722"/>
                </a:lnTo>
                <a:lnTo>
                  <a:pt x="11272" y="49338"/>
                </a:lnTo>
                <a:lnTo>
                  <a:pt x="7155" y="50971"/>
                </a:lnTo>
                <a:lnTo>
                  <a:pt x="5749" y="48839"/>
                </a:lnTo>
                <a:lnTo>
                  <a:pt x="7257" y="46027"/>
                </a:lnTo>
                <a:lnTo>
                  <a:pt x="6588" y="44655"/>
                </a:lnTo>
                <a:lnTo>
                  <a:pt x="5499" y="43929"/>
                </a:lnTo>
                <a:lnTo>
                  <a:pt x="2052" y="45562"/>
                </a:lnTo>
                <a:lnTo>
                  <a:pt x="476" y="43986"/>
                </a:lnTo>
                <a:lnTo>
                  <a:pt x="1383" y="40176"/>
                </a:lnTo>
                <a:lnTo>
                  <a:pt x="442" y="36343"/>
                </a:lnTo>
                <a:lnTo>
                  <a:pt x="827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38"/>
                </a:lnTo>
                <a:lnTo>
                  <a:pt x="2234" y="11112"/>
                </a:lnTo>
                <a:lnTo>
                  <a:pt x="5363" y="12711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3" y="7280"/>
                </a:lnTo>
                <a:lnTo>
                  <a:pt x="12031" y="6554"/>
                </a:lnTo>
                <a:lnTo>
                  <a:pt x="12542" y="5975"/>
                </a:lnTo>
                <a:lnTo>
                  <a:pt x="11373" y="1383"/>
                </a:lnTo>
                <a:lnTo>
                  <a:pt x="13392" y="532"/>
                </a:lnTo>
                <a:lnTo>
                  <a:pt x="15977" y="1281"/>
                </a:lnTo>
                <a:lnTo>
                  <a:pt x="22328" y="578"/>
                </a:lnTo>
                <a:lnTo>
                  <a:pt x="28939" y="532"/>
                </a:lnTo>
                <a:lnTo>
                  <a:pt x="35414" y="1315"/>
                </a:lnTo>
                <a:lnTo>
                  <a:pt x="43760" y="0"/>
                </a:lnTo>
                <a:lnTo>
                  <a:pt x="45563" y="2199"/>
                </a:lnTo>
                <a:lnTo>
                  <a:pt x="43964" y="5329"/>
                </a:lnTo>
                <a:lnTo>
                  <a:pt x="44678" y="6554"/>
                </a:lnTo>
                <a:lnTo>
                  <a:pt x="45767" y="7280"/>
                </a:lnTo>
                <a:lnTo>
                  <a:pt x="49202" y="5647"/>
                </a:lnTo>
                <a:lnTo>
                  <a:pt x="50869" y="7314"/>
                </a:lnTo>
                <a:lnTo>
                  <a:pt x="49237" y="11419"/>
                </a:lnTo>
                <a:lnTo>
                  <a:pt x="51357" y="12847"/>
                </a:lnTo>
                <a:lnTo>
                  <a:pt x="54192" y="11339"/>
                </a:lnTo>
                <a:lnTo>
                  <a:pt x="55553" y="11997"/>
                </a:lnTo>
                <a:lnTo>
                  <a:pt x="55553" y="40437"/>
                </a:lnTo>
                <a:lnTo>
                  <a:pt x="56086" y="43566"/>
                </a:lnTo>
                <a:lnTo>
                  <a:pt x="55190" y="45392"/>
                </a:lnTo>
                <a:lnTo>
                  <a:pt x="50734" y="44031"/>
                </a:lnTo>
                <a:lnTo>
                  <a:pt x="49351" y="45415"/>
                </a:lnTo>
                <a:lnTo>
                  <a:pt x="50983" y="49520"/>
                </a:lnTo>
                <a:lnTo>
                  <a:pt x="48863" y="50937"/>
                </a:lnTo>
                <a:lnTo>
                  <a:pt x="46039" y="49429"/>
                </a:lnTo>
                <a:lnTo>
                  <a:pt x="44678" y="50098"/>
                </a:lnTo>
                <a:lnTo>
                  <a:pt x="44157" y="50665"/>
                </a:lnTo>
                <a:lnTo>
                  <a:pt x="45314" y="55280"/>
                </a:lnTo>
                <a:lnTo>
                  <a:pt x="43442" y="56040"/>
                </a:lnTo>
                <a:lnTo>
                  <a:pt x="40585" y="55541"/>
                </a:lnTo>
                <a:lnTo>
                  <a:pt x="20298" y="55541"/>
                </a:lnTo>
                <a:lnTo>
                  <a:pt x="14333" y="56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359343" y="792683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23"/>
                </a:moveTo>
                <a:lnTo>
                  <a:pt x="5102" y="44054"/>
                </a:lnTo>
                <a:lnTo>
                  <a:pt x="6633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17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60" y="26972"/>
                </a:lnTo>
                <a:lnTo>
                  <a:pt x="596" y="13351"/>
                </a:lnTo>
                <a:lnTo>
                  <a:pt x="510" y="6554"/>
                </a:lnTo>
                <a:lnTo>
                  <a:pt x="5953" y="6554"/>
                </a:lnTo>
                <a:lnTo>
                  <a:pt x="6463" y="5975"/>
                </a:lnTo>
                <a:lnTo>
                  <a:pt x="5306" y="1383"/>
                </a:lnTo>
                <a:lnTo>
                  <a:pt x="7325" y="532"/>
                </a:lnTo>
                <a:lnTo>
                  <a:pt x="9899" y="1281"/>
                </a:lnTo>
                <a:lnTo>
                  <a:pt x="16260" y="578"/>
                </a:lnTo>
                <a:lnTo>
                  <a:pt x="22871" y="532"/>
                </a:lnTo>
                <a:lnTo>
                  <a:pt x="29358" y="1315"/>
                </a:lnTo>
                <a:lnTo>
                  <a:pt x="37692" y="0"/>
                </a:lnTo>
                <a:lnTo>
                  <a:pt x="39507" y="2199"/>
                </a:lnTo>
                <a:lnTo>
                  <a:pt x="37908" y="5329"/>
                </a:lnTo>
                <a:lnTo>
                  <a:pt x="38611" y="6554"/>
                </a:lnTo>
                <a:lnTo>
                  <a:pt x="44054" y="6554"/>
                </a:lnTo>
                <a:lnTo>
                  <a:pt x="44054" y="35118"/>
                </a:lnTo>
                <a:lnTo>
                  <a:pt x="44564" y="37976"/>
                </a:lnTo>
                <a:lnTo>
                  <a:pt x="43793" y="39847"/>
                </a:lnTo>
                <a:lnTo>
                  <a:pt x="39189" y="38702"/>
                </a:lnTo>
                <a:lnTo>
                  <a:pt x="38611" y="39212"/>
                </a:lnTo>
                <a:lnTo>
                  <a:pt x="37885" y="40301"/>
                </a:lnTo>
                <a:lnTo>
                  <a:pt x="39518" y="43748"/>
                </a:lnTo>
                <a:lnTo>
                  <a:pt x="38101" y="45165"/>
                </a:lnTo>
                <a:lnTo>
                  <a:pt x="33962" y="44610"/>
                </a:lnTo>
                <a:lnTo>
                  <a:pt x="31365" y="44746"/>
                </a:lnTo>
                <a:lnTo>
                  <a:pt x="29539" y="44576"/>
                </a:lnTo>
                <a:lnTo>
                  <a:pt x="27725" y="44655"/>
                </a:lnTo>
                <a:lnTo>
                  <a:pt x="14707" y="44655"/>
                </a:lnTo>
                <a:lnTo>
                  <a:pt x="7620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1950484" y="7927266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84" y="44916"/>
                </a:moveTo>
                <a:lnTo>
                  <a:pt x="17236" y="43634"/>
                </a:lnTo>
                <a:lnTo>
                  <a:pt x="18767" y="39609"/>
                </a:lnTo>
                <a:lnTo>
                  <a:pt x="18087" y="38781"/>
                </a:lnTo>
                <a:lnTo>
                  <a:pt x="16113" y="37409"/>
                </a:lnTo>
                <a:lnTo>
                  <a:pt x="8652" y="40561"/>
                </a:lnTo>
                <a:lnTo>
                  <a:pt x="6305" y="37692"/>
                </a:lnTo>
                <a:lnTo>
                  <a:pt x="7904" y="34563"/>
                </a:lnTo>
                <a:lnTo>
                  <a:pt x="6475" y="32249"/>
                </a:lnTo>
                <a:lnTo>
                  <a:pt x="8108" y="28802"/>
                </a:lnTo>
                <a:lnTo>
                  <a:pt x="6294" y="26999"/>
                </a:lnTo>
                <a:lnTo>
                  <a:pt x="2891" y="28632"/>
                </a:lnTo>
                <a:lnTo>
                  <a:pt x="1768" y="27895"/>
                </a:lnTo>
                <a:lnTo>
                  <a:pt x="3129" y="25933"/>
                </a:lnTo>
                <a:lnTo>
                  <a:pt x="0" y="18460"/>
                </a:lnTo>
                <a:lnTo>
                  <a:pt x="2857" y="16124"/>
                </a:lnTo>
                <a:lnTo>
                  <a:pt x="5987" y="17723"/>
                </a:lnTo>
                <a:lnTo>
                  <a:pt x="7212" y="17009"/>
                </a:lnTo>
                <a:lnTo>
                  <a:pt x="8572" y="15047"/>
                </a:lnTo>
                <a:lnTo>
                  <a:pt x="5431" y="7574"/>
                </a:lnTo>
                <a:lnTo>
                  <a:pt x="8300" y="5238"/>
                </a:lnTo>
                <a:lnTo>
                  <a:pt x="11419" y="6837"/>
                </a:lnTo>
                <a:lnTo>
                  <a:pt x="13732" y="5397"/>
                </a:lnTo>
                <a:lnTo>
                  <a:pt x="17179" y="7030"/>
                </a:lnTo>
                <a:lnTo>
                  <a:pt x="18563" y="5647"/>
                </a:lnTo>
                <a:lnTo>
                  <a:pt x="17520" y="861"/>
                </a:lnTo>
                <a:lnTo>
                  <a:pt x="20082" y="56"/>
                </a:lnTo>
                <a:lnTo>
                  <a:pt x="26988" y="0"/>
                </a:lnTo>
                <a:lnTo>
                  <a:pt x="29562" y="884"/>
                </a:lnTo>
                <a:lnTo>
                  <a:pt x="28462" y="5624"/>
                </a:lnTo>
                <a:lnTo>
                  <a:pt x="29483" y="6645"/>
                </a:lnTo>
                <a:lnTo>
                  <a:pt x="33610" y="6089"/>
                </a:lnTo>
                <a:lnTo>
                  <a:pt x="35243" y="6168"/>
                </a:lnTo>
                <a:lnTo>
                  <a:pt x="39292" y="5590"/>
                </a:lnTo>
                <a:lnTo>
                  <a:pt x="40754" y="6973"/>
                </a:lnTo>
                <a:lnTo>
                  <a:pt x="39122" y="10523"/>
                </a:lnTo>
                <a:lnTo>
                  <a:pt x="40562" y="12655"/>
                </a:lnTo>
                <a:lnTo>
                  <a:pt x="38940" y="16102"/>
                </a:lnTo>
                <a:lnTo>
                  <a:pt x="40414" y="17587"/>
                </a:lnTo>
                <a:lnTo>
                  <a:pt x="44996" y="16329"/>
                </a:lnTo>
                <a:lnTo>
                  <a:pt x="45790" y="18188"/>
                </a:lnTo>
                <a:lnTo>
                  <a:pt x="45982" y="26897"/>
                </a:lnTo>
                <a:lnTo>
                  <a:pt x="44689" y="28745"/>
                </a:lnTo>
                <a:lnTo>
                  <a:pt x="40675" y="27215"/>
                </a:lnTo>
                <a:lnTo>
                  <a:pt x="39847" y="27895"/>
                </a:lnTo>
                <a:lnTo>
                  <a:pt x="38487" y="29857"/>
                </a:lnTo>
                <a:lnTo>
                  <a:pt x="41616" y="37330"/>
                </a:lnTo>
                <a:lnTo>
                  <a:pt x="38759" y="39666"/>
                </a:lnTo>
                <a:lnTo>
                  <a:pt x="35640" y="38067"/>
                </a:lnTo>
                <a:lnTo>
                  <a:pt x="33316" y="39507"/>
                </a:lnTo>
                <a:lnTo>
                  <a:pt x="29880" y="37874"/>
                </a:lnTo>
                <a:lnTo>
                  <a:pt x="28394" y="39348"/>
                </a:lnTo>
                <a:lnTo>
                  <a:pt x="29653" y="43929"/>
                </a:lnTo>
                <a:lnTo>
                  <a:pt x="27793" y="44723"/>
                </a:lnTo>
                <a:lnTo>
                  <a:pt x="19084" y="44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044157" y="793883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827240" y="8068285"/>
            <a:ext cx="88528" cy="88982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113527" y="8068422"/>
            <a:ext cx="88279" cy="888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440176" y="8068716"/>
            <a:ext cx="88461" cy="8878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505998" y="8074114"/>
            <a:ext cx="77869" cy="778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776975" y="8079217"/>
            <a:ext cx="67539" cy="67595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8190439" y="808463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91" y="56550"/>
                </a:moveTo>
                <a:lnTo>
                  <a:pt x="16113" y="54509"/>
                </a:lnTo>
                <a:lnTo>
                  <a:pt x="17712" y="51380"/>
                </a:lnTo>
                <a:lnTo>
                  <a:pt x="17009" y="50155"/>
                </a:lnTo>
                <a:lnTo>
                  <a:pt x="15648" y="49475"/>
                </a:lnTo>
                <a:lnTo>
                  <a:pt x="12802" y="50994"/>
                </a:lnTo>
                <a:lnTo>
                  <a:pt x="10681" y="49554"/>
                </a:lnTo>
                <a:lnTo>
                  <a:pt x="12337" y="45483"/>
                </a:lnTo>
                <a:lnTo>
                  <a:pt x="10806" y="43952"/>
                </a:lnTo>
                <a:lnTo>
                  <a:pt x="6701" y="45585"/>
                </a:lnTo>
                <a:lnTo>
                  <a:pt x="5329" y="43533"/>
                </a:lnTo>
                <a:lnTo>
                  <a:pt x="7030" y="40346"/>
                </a:lnTo>
                <a:lnTo>
                  <a:pt x="5352" y="38350"/>
                </a:lnTo>
                <a:lnTo>
                  <a:pt x="1542" y="40131"/>
                </a:lnTo>
                <a:lnTo>
                  <a:pt x="79" y="38668"/>
                </a:lnTo>
                <a:lnTo>
                  <a:pt x="827" y="34722"/>
                </a:lnTo>
                <a:lnTo>
                  <a:pt x="226" y="31047"/>
                </a:lnTo>
                <a:lnTo>
                  <a:pt x="0" y="25650"/>
                </a:lnTo>
                <a:lnTo>
                  <a:pt x="918" y="21976"/>
                </a:lnTo>
                <a:lnTo>
                  <a:pt x="11" y="18166"/>
                </a:lnTo>
                <a:lnTo>
                  <a:pt x="1587" y="16589"/>
                </a:lnTo>
                <a:lnTo>
                  <a:pt x="5034" y="18222"/>
                </a:lnTo>
                <a:lnTo>
                  <a:pt x="6123" y="17497"/>
                </a:lnTo>
                <a:lnTo>
                  <a:pt x="6849" y="16408"/>
                </a:lnTo>
                <a:lnTo>
                  <a:pt x="5216" y="12961"/>
                </a:lnTo>
                <a:lnTo>
                  <a:pt x="7030" y="11146"/>
                </a:lnTo>
                <a:lnTo>
                  <a:pt x="10659" y="12961"/>
                </a:lnTo>
                <a:lnTo>
                  <a:pt x="12473" y="11146"/>
                </a:lnTo>
                <a:lnTo>
                  <a:pt x="10659" y="7518"/>
                </a:lnTo>
                <a:lnTo>
                  <a:pt x="12473" y="5703"/>
                </a:lnTo>
                <a:lnTo>
                  <a:pt x="15920" y="7336"/>
                </a:lnTo>
                <a:lnTo>
                  <a:pt x="17009" y="6610"/>
                </a:lnTo>
                <a:lnTo>
                  <a:pt x="17406" y="6134"/>
                </a:lnTo>
                <a:lnTo>
                  <a:pt x="16510" y="1315"/>
                </a:lnTo>
                <a:lnTo>
                  <a:pt x="18460" y="737"/>
                </a:lnTo>
                <a:lnTo>
                  <a:pt x="20921" y="1179"/>
                </a:lnTo>
                <a:lnTo>
                  <a:pt x="24232" y="1179"/>
                </a:lnTo>
                <a:lnTo>
                  <a:pt x="26126" y="1009"/>
                </a:lnTo>
                <a:lnTo>
                  <a:pt x="30900" y="1462"/>
                </a:lnTo>
                <a:lnTo>
                  <a:pt x="36037" y="0"/>
                </a:lnTo>
                <a:lnTo>
                  <a:pt x="39461" y="1462"/>
                </a:lnTo>
                <a:lnTo>
                  <a:pt x="38214" y="6043"/>
                </a:lnTo>
                <a:lnTo>
                  <a:pt x="39699" y="7529"/>
                </a:lnTo>
                <a:lnTo>
                  <a:pt x="43271" y="5726"/>
                </a:lnTo>
                <a:lnTo>
                  <a:pt x="45142" y="7472"/>
                </a:lnTo>
                <a:lnTo>
                  <a:pt x="43328" y="11169"/>
                </a:lnTo>
                <a:lnTo>
                  <a:pt x="44984" y="12813"/>
                </a:lnTo>
                <a:lnTo>
                  <a:pt x="49089" y="11180"/>
                </a:lnTo>
                <a:lnTo>
                  <a:pt x="50506" y="13301"/>
                </a:lnTo>
                <a:lnTo>
                  <a:pt x="48998" y="16124"/>
                </a:lnTo>
                <a:lnTo>
                  <a:pt x="49667" y="17497"/>
                </a:lnTo>
                <a:lnTo>
                  <a:pt x="50755" y="18222"/>
                </a:lnTo>
                <a:lnTo>
                  <a:pt x="54203" y="16589"/>
                </a:lnTo>
                <a:lnTo>
                  <a:pt x="56017" y="18392"/>
                </a:lnTo>
                <a:lnTo>
                  <a:pt x="54316" y="21851"/>
                </a:lnTo>
                <a:lnTo>
                  <a:pt x="55110" y="22940"/>
                </a:lnTo>
                <a:lnTo>
                  <a:pt x="54452" y="26410"/>
                </a:lnTo>
                <a:lnTo>
                  <a:pt x="55960" y="30412"/>
                </a:lnTo>
                <a:lnTo>
                  <a:pt x="54872" y="34790"/>
                </a:lnTo>
                <a:lnTo>
                  <a:pt x="55779" y="38600"/>
                </a:lnTo>
                <a:lnTo>
                  <a:pt x="54384" y="39995"/>
                </a:lnTo>
                <a:lnTo>
                  <a:pt x="50188" y="38430"/>
                </a:lnTo>
                <a:lnTo>
                  <a:pt x="48987" y="40369"/>
                </a:lnTo>
                <a:lnTo>
                  <a:pt x="50563" y="43816"/>
                </a:lnTo>
                <a:lnTo>
                  <a:pt x="48907" y="45472"/>
                </a:lnTo>
                <a:lnTo>
                  <a:pt x="44802" y="43839"/>
                </a:lnTo>
                <a:lnTo>
                  <a:pt x="43793" y="45358"/>
                </a:lnTo>
                <a:lnTo>
                  <a:pt x="44847" y="49860"/>
                </a:lnTo>
                <a:lnTo>
                  <a:pt x="42750" y="50858"/>
                </a:lnTo>
                <a:lnTo>
                  <a:pt x="40323" y="49588"/>
                </a:lnTo>
                <a:lnTo>
                  <a:pt x="38781" y="50155"/>
                </a:lnTo>
                <a:lnTo>
                  <a:pt x="38055" y="51244"/>
                </a:lnTo>
                <a:lnTo>
                  <a:pt x="39688" y="54691"/>
                </a:lnTo>
                <a:lnTo>
                  <a:pt x="38271" y="56108"/>
                </a:lnTo>
                <a:lnTo>
                  <a:pt x="34132" y="55553"/>
                </a:lnTo>
                <a:lnTo>
                  <a:pt x="31535" y="55689"/>
                </a:lnTo>
                <a:lnTo>
                  <a:pt x="26443" y="55598"/>
                </a:lnTo>
                <a:lnTo>
                  <a:pt x="17791" y="56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114409" y="809011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37" y="45381"/>
                </a:moveTo>
                <a:lnTo>
                  <a:pt x="29630" y="44406"/>
                </a:lnTo>
                <a:lnTo>
                  <a:pt x="25106" y="45381"/>
                </a:lnTo>
                <a:lnTo>
                  <a:pt x="20819" y="44678"/>
                </a:lnTo>
                <a:lnTo>
                  <a:pt x="16170" y="44678"/>
                </a:lnTo>
                <a:lnTo>
                  <a:pt x="13222" y="45188"/>
                </a:lnTo>
                <a:lnTo>
                  <a:pt x="11373" y="44383"/>
                </a:lnTo>
                <a:lnTo>
                  <a:pt x="12575" y="39824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37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80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291"/>
                </a:lnTo>
                <a:lnTo>
                  <a:pt x="12042" y="6577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85" y="7824"/>
                </a:lnTo>
                <a:lnTo>
                  <a:pt x="38577" y="10647"/>
                </a:lnTo>
                <a:lnTo>
                  <a:pt x="39246" y="12020"/>
                </a:lnTo>
                <a:lnTo>
                  <a:pt x="40346" y="12745"/>
                </a:lnTo>
                <a:lnTo>
                  <a:pt x="43782" y="11112"/>
                </a:lnTo>
                <a:lnTo>
                  <a:pt x="45596" y="12915"/>
                </a:lnTo>
                <a:lnTo>
                  <a:pt x="43895" y="16374"/>
                </a:lnTo>
                <a:lnTo>
                  <a:pt x="44678" y="17463"/>
                </a:lnTo>
                <a:lnTo>
                  <a:pt x="44020" y="20932"/>
                </a:lnTo>
                <a:lnTo>
                  <a:pt x="45529" y="24935"/>
                </a:lnTo>
                <a:lnTo>
                  <a:pt x="44440" y="29312"/>
                </a:lnTo>
                <a:lnTo>
                  <a:pt x="45347" y="33123"/>
                </a:lnTo>
                <a:lnTo>
                  <a:pt x="43771" y="34699"/>
                </a:lnTo>
                <a:lnTo>
                  <a:pt x="40324" y="33066"/>
                </a:lnTo>
                <a:lnTo>
                  <a:pt x="39235" y="33792"/>
                </a:lnTo>
                <a:lnTo>
                  <a:pt x="38588" y="35209"/>
                </a:lnTo>
                <a:lnTo>
                  <a:pt x="40040" y="37919"/>
                </a:lnTo>
                <a:lnTo>
                  <a:pt x="38725" y="40074"/>
                </a:lnTo>
                <a:lnTo>
                  <a:pt x="34518" y="38509"/>
                </a:lnTo>
                <a:lnTo>
                  <a:pt x="33044" y="39995"/>
                </a:lnTo>
                <a:lnTo>
                  <a:pt x="34676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875027" y="8096147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47" y="33712"/>
                </a:moveTo>
                <a:lnTo>
                  <a:pt x="17519" y="33157"/>
                </a:lnTo>
                <a:lnTo>
                  <a:pt x="15410" y="33270"/>
                </a:lnTo>
                <a:lnTo>
                  <a:pt x="12507" y="33667"/>
                </a:lnTo>
                <a:lnTo>
                  <a:pt x="10659" y="32964"/>
                </a:lnTo>
                <a:lnTo>
                  <a:pt x="11815" y="28281"/>
                </a:lnTo>
                <a:lnTo>
                  <a:pt x="10534" y="26999"/>
                </a:lnTo>
                <a:lnTo>
                  <a:pt x="6429" y="28632"/>
                </a:lnTo>
                <a:lnTo>
                  <a:pt x="5011" y="26500"/>
                </a:lnTo>
                <a:lnTo>
                  <a:pt x="6520" y="23688"/>
                </a:lnTo>
                <a:lnTo>
                  <a:pt x="5851" y="22316"/>
                </a:lnTo>
                <a:lnTo>
                  <a:pt x="4796" y="21590"/>
                </a:lnTo>
                <a:lnTo>
                  <a:pt x="1269" y="23223"/>
                </a:lnTo>
                <a:lnTo>
                  <a:pt x="0" y="21885"/>
                </a:lnTo>
                <a:lnTo>
                  <a:pt x="22" y="11747"/>
                </a:lnTo>
                <a:lnTo>
                  <a:pt x="1496" y="10534"/>
                </a:lnTo>
                <a:lnTo>
                  <a:pt x="4626" y="12133"/>
                </a:lnTo>
                <a:lnTo>
                  <a:pt x="5851" y="11430"/>
                </a:lnTo>
                <a:lnTo>
                  <a:pt x="6576" y="10341"/>
                </a:lnTo>
                <a:lnTo>
                  <a:pt x="4943" y="6894"/>
                </a:lnTo>
                <a:lnTo>
                  <a:pt x="6758" y="5080"/>
                </a:lnTo>
                <a:lnTo>
                  <a:pt x="10205" y="6713"/>
                </a:lnTo>
                <a:lnTo>
                  <a:pt x="11294" y="5987"/>
                </a:lnTo>
                <a:lnTo>
                  <a:pt x="11895" y="5295"/>
                </a:lnTo>
                <a:lnTo>
                  <a:pt x="10534" y="952"/>
                </a:lnTo>
                <a:lnTo>
                  <a:pt x="12303" y="0"/>
                </a:lnTo>
                <a:lnTo>
                  <a:pt x="15557" y="544"/>
                </a:lnTo>
                <a:lnTo>
                  <a:pt x="18018" y="544"/>
                </a:lnTo>
                <a:lnTo>
                  <a:pt x="21012" y="22"/>
                </a:lnTo>
                <a:lnTo>
                  <a:pt x="22871" y="861"/>
                </a:lnTo>
                <a:lnTo>
                  <a:pt x="21579" y="5397"/>
                </a:lnTo>
                <a:lnTo>
                  <a:pt x="22928" y="6747"/>
                </a:lnTo>
                <a:lnTo>
                  <a:pt x="27033" y="5114"/>
                </a:lnTo>
                <a:lnTo>
                  <a:pt x="28451" y="7246"/>
                </a:lnTo>
                <a:lnTo>
                  <a:pt x="26942" y="10058"/>
                </a:lnTo>
                <a:lnTo>
                  <a:pt x="27611" y="11430"/>
                </a:lnTo>
                <a:lnTo>
                  <a:pt x="28700" y="12156"/>
                </a:lnTo>
                <a:lnTo>
                  <a:pt x="32147" y="10523"/>
                </a:lnTo>
                <a:lnTo>
                  <a:pt x="33565" y="11940"/>
                </a:lnTo>
                <a:lnTo>
                  <a:pt x="33009" y="16079"/>
                </a:lnTo>
                <a:lnTo>
                  <a:pt x="33122" y="18188"/>
                </a:lnTo>
                <a:lnTo>
                  <a:pt x="33519" y="21091"/>
                </a:lnTo>
                <a:lnTo>
                  <a:pt x="32816" y="22940"/>
                </a:lnTo>
                <a:lnTo>
                  <a:pt x="28133" y="21794"/>
                </a:lnTo>
                <a:lnTo>
                  <a:pt x="26852" y="23076"/>
                </a:lnTo>
                <a:lnTo>
                  <a:pt x="28484" y="27181"/>
                </a:lnTo>
                <a:lnTo>
                  <a:pt x="26364" y="28587"/>
                </a:lnTo>
                <a:lnTo>
                  <a:pt x="23529" y="27090"/>
                </a:lnTo>
                <a:lnTo>
                  <a:pt x="22168" y="27759"/>
                </a:lnTo>
                <a:lnTo>
                  <a:pt x="21443" y="28848"/>
                </a:lnTo>
                <a:lnTo>
                  <a:pt x="23076" y="32295"/>
                </a:lnTo>
                <a:lnTo>
                  <a:pt x="21647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2451243" y="8100354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3" y="7926"/>
                </a:lnTo>
                <a:lnTo>
                  <a:pt x="22463" y="6327"/>
                </a:lnTo>
                <a:lnTo>
                  <a:pt x="23926" y="7540"/>
                </a:lnTo>
                <a:lnTo>
                  <a:pt x="23949" y="17678"/>
                </a:lnTo>
                <a:lnTo>
                  <a:pt x="22679" y="19016"/>
                </a:lnTo>
                <a:lnTo>
                  <a:pt x="19152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4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664153" y="8231713"/>
            <a:ext cx="88301" cy="888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342402" y="8237700"/>
            <a:ext cx="78050" cy="77382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935130" y="8237269"/>
            <a:ext cx="77835" cy="77982"/>
          </a:xfrm>
          <a:prstGeom prst="rect">
            <a:avLst/>
          </a:prstGeom>
        </p:spPr>
      </p:pic>
      <p:sp>
        <p:nvSpPr>
          <p:cNvPr id="83" name="object 83"/>
          <p:cNvSpPr/>
          <p:nvPr/>
        </p:nvSpPr>
        <p:spPr>
          <a:xfrm>
            <a:off x="8026683" y="824824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786" y="56278"/>
                </a:moveTo>
                <a:lnTo>
                  <a:pt x="11452" y="55065"/>
                </a:lnTo>
                <a:lnTo>
                  <a:pt x="12496" y="50370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36"/>
                </a:lnTo>
                <a:lnTo>
                  <a:pt x="1145" y="36162"/>
                </a:lnTo>
                <a:lnTo>
                  <a:pt x="1145" y="31728"/>
                </a:lnTo>
                <a:lnTo>
                  <a:pt x="997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40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64" y="1077"/>
                </a:lnTo>
                <a:lnTo>
                  <a:pt x="20932" y="362"/>
                </a:lnTo>
                <a:lnTo>
                  <a:pt x="24856" y="850"/>
                </a:lnTo>
                <a:lnTo>
                  <a:pt x="31546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5" y="43158"/>
                </a:lnTo>
                <a:lnTo>
                  <a:pt x="55314" y="45029"/>
                </a:lnTo>
                <a:lnTo>
                  <a:pt x="50699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9"/>
                </a:lnTo>
                <a:lnTo>
                  <a:pt x="49554" y="50711"/>
                </a:lnTo>
                <a:lnTo>
                  <a:pt x="45449" y="49078"/>
                </a:lnTo>
                <a:lnTo>
                  <a:pt x="44065" y="50461"/>
                </a:lnTo>
                <a:lnTo>
                  <a:pt x="45426" y="54918"/>
                </a:lnTo>
                <a:lnTo>
                  <a:pt x="43600" y="55813"/>
                </a:lnTo>
                <a:lnTo>
                  <a:pt x="40471" y="55280"/>
                </a:lnTo>
                <a:lnTo>
                  <a:pt x="19957" y="55280"/>
                </a:lnTo>
                <a:lnTo>
                  <a:pt x="14786" y="562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272688" y="8248687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53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6"/>
                </a:lnTo>
                <a:lnTo>
                  <a:pt x="10727" y="48307"/>
                </a:lnTo>
                <a:lnTo>
                  <a:pt x="12314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69"/>
                </a:lnTo>
                <a:lnTo>
                  <a:pt x="816" y="33497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7" y="19776"/>
                </a:lnTo>
                <a:lnTo>
                  <a:pt x="4558" y="13142"/>
                </a:lnTo>
                <a:lnTo>
                  <a:pt x="6950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58"/>
                </a:lnTo>
                <a:lnTo>
                  <a:pt x="10727" y="6939"/>
                </a:lnTo>
                <a:lnTo>
                  <a:pt x="13063" y="4071"/>
                </a:lnTo>
                <a:lnTo>
                  <a:pt x="20535" y="7212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11"/>
                </a:lnTo>
                <a:lnTo>
                  <a:pt x="34268" y="1496"/>
                </a:lnTo>
                <a:lnTo>
                  <a:pt x="32681" y="4615"/>
                </a:lnTo>
                <a:lnTo>
                  <a:pt x="33384" y="5851"/>
                </a:lnTo>
                <a:lnTo>
                  <a:pt x="35345" y="7212"/>
                </a:lnTo>
                <a:lnTo>
                  <a:pt x="42818" y="4071"/>
                </a:lnTo>
                <a:lnTo>
                  <a:pt x="45155" y="6939"/>
                </a:lnTo>
                <a:lnTo>
                  <a:pt x="43567" y="10058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4"/>
                </a:lnTo>
                <a:lnTo>
                  <a:pt x="49668" y="15943"/>
                </a:lnTo>
                <a:lnTo>
                  <a:pt x="49781" y="18075"/>
                </a:lnTo>
                <a:lnTo>
                  <a:pt x="49146" y="20989"/>
                </a:lnTo>
                <a:lnTo>
                  <a:pt x="50053" y="22906"/>
                </a:lnTo>
                <a:lnTo>
                  <a:pt x="54544" y="21568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33"/>
                </a:lnTo>
                <a:lnTo>
                  <a:pt x="50269" y="32613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1"/>
                </a:lnTo>
                <a:lnTo>
                  <a:pt x="48601" y="44848"/>
                </a:lnTo>
                <a:lnTo>
                  <a:pt x="45483" y="43238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6" y="48488"/>
                </a:lnTo>
                <a:lnTo>
                  <a:pt x="43363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75" y="54543"/>
                </a:lnTo>
                <a:lnTo>
                  <a:pt x="31728" y="55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711531" y="8259574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12768" y="33758"/>
                </a:moveTo>
                <a:lnTo>
                  <a:pt x="10738" y="32658"/>
                </a:lnTo>
                <a:lnTo>
                  <a:pt x="12088" y="28315"/>
                </a:lnTo>
                <a:lnTo>
                  <a:pt x="11487" y="27623"/>
                </a:lnTo>
                <a:lnTo>
                  <a:pt x="10115" y="26954"/>
                </a:lnTo>
                <a:lnTo>
                  <a:pt x="7302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22" y="21658"/>
                </a:lnTo>
                <a:lnTo>
                  <a:pt x="839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398"/>
                </a:lnTo>
                <a:lnTo>
                  <a:pt x="4819" y="11997"/>
                </a:lnTo>
                <a:lnTo>
                  <a:pt x="6044" y="11294"/>
                </a:lnTo>
                <a:lnTo>
                  <a:pt x="6769" y="10205"/>
                </a:lnTo>
                <a:lnTo>
                  <a:pt x="5136" y="6758"/>
                </a:lnTo>
                <a:lnTo>
                  <a:pt x="6951" y="4944"/>
                </a:lnTo>
                <a:lnTo>
                  <a:pt x="10398" y="6577"/>
                </a:lnTo>
                <a:lnTo>
                  <a:pt x="11487" y="5851"/>
                </a:lnTo>
                <a:lnTo>
                  <a:pt x="12212" y="4796"/>
                </a:lnTo>
                <a:lnTo>
                  <a:pt x="10579" y="1270"/>
                </a:lnTo>
                <a:lnTo>
                  <a:pt x="11918" y="0"/>
                </a:lnTo>
                <a:lnTo>
                  <a:pt x="22055" y="11"/>
                </a:lnTo>
                <a:lnTo>
                  <a:pt x="23269" y="1496"/>
                </a:lnTo>
                <a:lnTo>
                  <a:pt x="21670" y="4615"/>
                </a:lnTo>
                <a:lnTo>
                  <a:pt x="22373" y="5851"/>
                </a:lnTo>
                <a:lnTo>
                  <a:pt x="23461" y="6577"/>
                </a:lnTo>
                <a:lnTo>
                  <a:pt x="26909" y="4944"/>
                </a:lnTo>
                <a:lnTo>
                  <a:pt x="28576" y="6611"/>
                </a:lnTo>
                <a:lnTo>
                  <a:pt x="26943" y="10716"/>
                </a:lnTo>
                <a:lnTo>
                  <a:pt x="28439" y="11714"/>
                </a:lnTo>
                <a:lnTo>
                  <a:pt x="32998" y="10693"/>
                </a:lnTo>
                <a:lnTo>
                  <a:pt x="33780" y="12451"/>
                </a:lnTo>
                <a:lnTo>
                  <a:pt x="33259" y="15444"/>
                </a:lnTo>
                <a:lnTo>
                  <a:pt x="33259" y="17905"/>
                </a:lnTo>
                <a:lnTo>
                  <a:pt x="33803" y="21171"/>
                </a:lnTo>
                <a:lnTo>
                  <a:pt x="32805" y="22928"/>
                </a:lnTo>
                <a:lnTo>
                  <a:pt x="28496" y="21568"/>
                </a:lnTo>
                <a:lnTo>
                  <a:pt x="27816" y="22180"/>
                </a:lnTo>
                <a:lnTo>
                  <a:pt x="27237" y="23711"/>
                </a:lnTo>
                <a:lnTo>
                  <a:pt x="28542" y="26171"/>
                </a:lnTo>
                <a:lnTo>
                  <a:pt x="27442" y="28371"/>
                </a:lnTo>
                <a:lnTo>
                  <a:pt x="23008" y="26988"/>
                </a:lnTo>
                <a:lnTo>
                  <a:pt x="21806" y="28190"/>
                </a:lnTo>
                <a:lnTo>
                  <a:pt x="23064" y="32771"/>
                </a:lnTo>
                <a:lnTo>
                  <a:pt x="21023" y="33644"/>
                </a:lnTo>
                <a:lnTo>
                  <a:pt x="12768" y="33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2614533" y="826364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40"/>
                </a:lnTo>
                <a:lnTo>
                  <a:pt x="23937" y="17678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7" name="object 8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174325" y="8395310"/>
            <a:ext cx="88516" cy="88801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2098635" y="8400344"/>
            <a:ext cx="77473" cy="78436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766713" y="8395003"/>
            <a:ext cx="88268" cy="88846"/>
          </a:xfrm>
          <a:prstGeom prst="rect">
            <a:avLst/>
          </a:prstGeom>
        </p:spPr>
      </p:pic>
      <p:sp>
        <p:nvSpPr>
          <p:cNvPr id="90" name="object 90"/>
          <p:cNvSpPr/>
          <p:nvPr/>
        </p:nvSpPr>
        <p:spPr>
          <a:xfrm>
            <a:off x="7863392" y="84115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571" y="56346"/>
                </a:moveTo>
                <a:lnTo>
                  <a:pt x="11384" y="55008"/>
                </a:lnTo>
                <a:lnTo>
                  <a:pt x="12552" y="50416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47"/>
                </a:lnTo>
                <a:lnTo>
                  <a:pt x="1145" y="36162"/>
                </a:lnTo>
                <a:lnTo>
                  <a:pt x="1145" y="31728"/>
                </a:lnTo>
                <a:lnTo>
                  <a:pt x="986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2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62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187"/>
                </a:lnTo>
                <a:lnTo>
                  <a:pt x="56108" y="43306"/>
                </a:lnTo>
                <a:lnTo>
                  <a:pt x="55212" y="45143"/>
                </a:lnTo>
                <a:lnTo>
                  <a:pt x="50756" y="43771"/>
                </a:lnTo>
                <a:lnTo>
                  <a:pt x="49372" y="45154"/>
                </a:lnTo>
                <a:lnTo>
                  <a:pt x="51005" y="49259"/>
                </a:lnTo>
                <a:lnTo>
                  <a:pt x="48873" y="50676"/>
                </a:lnTo>
                <a:lnTo>
                  <a:pt x="46050" y="49168"/>
                </a:lnTo>
                <a:lnTo>
                  <a:pt x="44689" y="49837"/>
                </a:lnTo>
                <a:lnTo>
                  <a:pt x="44179" y="50416"/>
                </a:lnTo>
                <a:lnTo>
                  <a:pt x="45324" y="55020"/>
                </a:lnTo>
                <a:lnTo>
                  <a:pt x="43453" y="55791"/>
                </a:lnTo>
                <a:lnTo>
                  <a:pt x="40595" y="55280"/>
                </a:lnTo>
                <a:lnTo>
                  <a:pt x="20116" y="55280"/>
                </a:lnTo>
                <a:lnTo>
                  <a:pt x="14571" y="56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436037" y="841129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7780" y="56483"/>
                </a:moveTo>
                <a:lnTo>
                  <a:pt x="16113" y="54430"/>
                </a:lnTo>
                <a:lnTo>
                  <a:pt x="17700" y="51312"/>
                </a:lnTo>
                <a:lnTo>
                  <a:pt x="16997" y="50076"/>
                </a:lnTo>
                <a:lnTo>
                  <a:pt x="15648" y="49395"/>
                </a:lnTo>
                <a:lnTo>
                  <a:pt x="12802" y="50926"/>
                </a:lnTo>
                <a:lnTo>
                  <a:pt x="10681" y="49486"/>
                </a:lnTo>
                <a:lnTo>
                  <a:pt x="12325" y="45404"/>
                </a:lnTo>
                <a:lnTo>
                  <a:pt x="10806" y="43873"/>
                </a:lnTo>
                <a:lnTo>
                  <a:pt x="6689" y="45506"/>
                </a:lnTo>
                <a:lnTo>
                  <a:pt x="5341" y="43453"/>
                </a:lnTo>
                <a:lnTo>
                  <a:pt x="7030" y="40267"/>
                </a:lnTo>
                <a:lnTo>
                  <a:pt x="5352" y="38271"/>
                </a:lnTo>
                <a:lnTo>
                  <a:pt x="1541" y="40051"/>
                </a:lnTo>
                <a:lnTo>
                  <a:pt x="79" y="38588"/>
                </a:lnTo>
                <a:lnTo>
                  <a:pt x="838" y="34642"/>
                </a:lnTo>
                <a:lnTo>
                  <a:pt x="238" y="30980"/>
                </a:lnTo>
                <a:lnTo>
                  <a:pt x="0" y="25571"/>
                </a:lnTo>
                <a:lnTo>
                  <a:pt x="918" y="21897"/>
                </a:lnTo>
                <a:lnTo>
                  <a:pt x="10" y="18086"/>
                </a:lnTo>
                <a:lnTo>
                  <a:pt x="1587" y="16510"/>
                </a:lnTo>
                <a:lnTo>
                  <a:pt x="5046" y="18143"/>
                </a:lnTo>
                <a:lnTo>
                  <a:pt x="6123" y="17417"/>
                </a:lnTo>
                <a:lnTo>
                  <a:pt x="6849" y="16329"/>
                </a:lnTo>
                <a:lnTo>
                  <a:pt x="5215" y="12881"/>
                </a:lnTo>
                <a:lnTo>
                  <a:pt x="7030" y="11067"/>
                </a:lnTo>
                <a:lnTo>
                  <a:pt x="10659" y="12881"/>
                </a:lnTo>
                <a:lnTo>
                  <a:pt x="12461" y="11067"/>
                </a:lnTo>
                <a:lnTo>
                  <a:pt x="10658" y="7438"/>
                </a:lnTo>
                <a:lnTo>
                  <a:pt x="12461" y="5624"/>
                </a:lnTo>
                <a:lnTo>
                  <a:pt x="15920" y="7257"/>
                </a:lnTo>
                <a:lnTo>
                  <a:pt x="16997" y="6531"/>
                </a:lnTo>
                <a:lnTo>
                  <a:pt x="17644" y="5783"/>
                </a:lnTo>
                <a:lnTo>
                  <a:pt x="16192" y="1576"/>
                </a:lnTo>
                <a:lnTo>
                  <a:pt x="18789" y="0"/>
                </a:lnTo>
                <a:lnTo>
                  <a:pt x="25717" y="963"/>
                </a:lnTo>
                <a:lnTo>
                  <a:pt x="29426" y="1179"/>
                </a:lnTo>
                <a:lnTo>
                  <a:pt x="37930" y="56"/>
                </a:lnTo>
                <a:lnTo>
                  <a:pt x="39654" y="2177"/>
                </a:lnTo>
                <a:lnTo>
                  <a:pt x="38067" y="5295"/>
                </a:lnTo>
                <a:lnTo>
                  <a:pt x="38770" y="6531"/>
                </a:lnTo>
                <a:lnTo>
                  <a:pt x="40119" y="7212"/>
                </a:lnTo>
                <a:lnTo>
                  <a:pt x="42977" y="5692"/>
                </a:lnTo>
                <a:lnTo>
                  <a:pt x="45086" y="7132"/>
                </a:lnTo>
                <a:lnTo>
                  <a:pt x="43442" y="11203"/>
                </a:lnTo>
                <a:lnTo>
                  <a:pt x="44961" y="12734"/>
                </a:lnTo>
                <a:lnTo>
                  <a:pt x="49077" y="11101"/>
                </a:lnTo>
                <a:lnTo>
                  <a:pt x="50426" y="13154"/>
                </a:lnTo>
                <a:lnTo>
                  <a:pt x="48737" y="16340"/>
                </a:lnTo>
                <a:lnTo>
                  <a:pt x="50415" y="18336"/>
                </a:lnTo>
                <a:lnTo>
                  <a:pt x="54225" y="16556"/>
                </a:lnTo>
                <a:lnTo>
                  <a:pt x="55995" y="18325"/>
                </a:lnTo>
                <a:lnTo>
                  <a:pt x="54293" y="21726"/>
                </a:lnTo>
                <a:lnTo>
                  <a:pt x="55075" y="22860"/>
                </a:lnTo>
                <a:lnTo>
                  <a:pt x="54418" y="26330"/>
                </a:lnTo>
                <a:lnTo>
                  <a:pt x="55926" y="30333"/>
                </a:lnTo>
                <a:lnTo>
                  <a:pt x="54837" y="34710"/>
                </a:lnTo>
                <a:lnTo>
                  <a:pt x="55745" y="38520"/>
                </a:lnTo>
                <a:lnTo>
                  <a:pt x="54349" y="39915"/>
                </a:lnTo>
                <a:lnTo>
                  <a:pt x="50143" y="38350"/>
                </a:lnTo>
                <a:lnTo>
                  <a:pt x="48952" y="40289"/>
                </a:lnTo>
                <a:lnTo>
                  <a:pt x="50528" y="43737"/>
                </a:lnTo>
                <a:lnTo>
                  <a:pt x="48873" y="45392"/>
                </a:lnTo>
                <a:lnTo>
                  <a:pt x="44768" y="43759"/>
                </a:lnTo>
                <a:lnTo>
                  <a:pt x="43770" y="45279"/>
                </a:lnTo>
                <a:lnTo>
                  <a:pt x="44824" y="49781"/>
                </a:lnTo>
                <a:lnTo>
                  <a:pt x="42727" y="50779"/>
                </a:lnTo>
                <a:lnTo>
                  <a:pt x="40289" y="49509"/>
                </a:lnTo>
                <a:lnTo>
                  <a:pt x="38758" y="50076"/>
                </a:lnTo>
                <a:lnTo>
                  <a:pt x="38044" y="51164"/>
                </a:lnTo>
                <a:lnTo>
                  <a:pt x="39665" y="54612"/>
                </a:lnTo>
                <a:lnTo>
                  <a:pt x="38236" y="56040"/>
                </a:lnTo>
                <a:lnTo>
                  <a:pt x="34109" y="55485"/>
                </a:lnTo>
                <a:lnTo>
                  <a:pt x="31523" y="55609"/>
                </a:lnTo>
                <a:lnTo>
                  <a:pt x="26432" y="55519"/>
                </a:lnTo>
                <a:lnTo>
                  <a:pt x="17780" y="56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547674" y="8422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7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34"/>
                </a:lnTo>
                <a:lnTo>
                  <a:pt x="27702" y="5817"/>
                </a:lnTo>
                <a:lnTo>
                  <a:pt x="28383" y="6610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7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2777824" y="8426936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66" y="23960"/>
                </a:moveTo>
                <a:lnTo>
                  <a:pt x="7518" y="23949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75" y="17406"/>
                </a:lnTo>
                <a:lnTo>
                  <a:pt x="2846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35" y="0"/>
                </a:lnTo>
                <a:lnTo>
                  <a:pt x="18982" y="2868"/>
                </a:lnTo>
                <a:lnTo>
                  <a:pt x="17383" y="5998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38"/>
                </a:lnTo>
                <a:lnTo>
                  <a:pt x="23926" y="7540"/>
                </a:lnTo>
                <a:lnTo>
                  <a:pt x="23938" y="17689"/>
                </a:lnTo>
                <a:lnTo>
                  <a:pt x="22668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72" y="19164"/>
                </a:lnTo>
                <a:lnTo>
                  <a:pt x="18993" y="22690"/>
                </a:lnTo>
                <a:lnTo>
                  <a:pt x="17666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4" name="object 9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010797" y="8558135"/>
            <a:ext cx="88346" cy="8936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2261429" y="8564281"/>
            <a:ext cx="77971" cy="77484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695338" y="8569759"/>
            <a:ext cx="66257" cy="66643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12599338" y="8574499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80" y="56562"/>
                </a:moveTo>
                <a:lnTo>
                  <a:pt x="16102" y="54521"/>
                </a:lnTo>
                <a:lnTo>
                  <a:pt x="17700" y="51391"/>
                </a:lnTo>
                <a:lnTo>
                  <a:pt x="16997" y="50166"/>
                </a:lnTo>
                <a:lnTo>
                  <a:pt x="15637" y="49486"/>
                </a:lnTo>
                <a:lnTo>
                  <a:pt x="12791" y="51017"/>
                </a:lnTo>
                <a:lnTo>
                  <a:pt x="10681" y="49577"/>
                </a:lnTo>
                <a:lnTo>
                  <a:pt x="12325" y="45494"/>
                </a:lnTo>
                <a:lnTo>
                  <a:pt x="10794" y="43963"/>
                </a:lnTo>
                <a:lnTo>
                  <a:pt x="6689" y="45596"/>
                </a:lnTo>
                <a:lnTo>
                  <a:pt x="5329" y="43544"/>
                </a:lnTo>
                <a:lnTo>
                  <a:pt x="7018" y="40357"/>
                </a:lnTo>
                <a:lnTo>
                  <a:pt x="5352" y="38362"/>
                </a:lnTo>
                <a:lnTo>
                  <a:pt x="1541" y="40142"/>
                </a:lnTo>
                <a:lnTo>
                  <a:pt x="79" y="38679"/>
                </a:lnTo>
                <a:lnTo>
                  <a:pt x="827" y="34733"/>
                </a:lnTo>
                <a:lnTo>
                  <a:pt x="227" y="31070"/>
                </a:lnTo>
                <a:lnTo>
                  <a:pt x="0" y="25673"/>
                </a:lnTo>
                <a:lnTo>
                  <a:pt x="918" y="21987"/>
                </a:lnTo>
                <a:lnTo>
                  <a:pt x="10" y="18177"/>
                </a:lnTo>
                <a:lnTo>
                  <a:pt x="1587" y="16601"/>
                </a:lnTo>
                <a:lnTo>
                  <a:pt x="5034" y="18234"/>
                </a:lnTo>
                <a:lnTo>
                  <a:pt x="6123" y="17508"/>
                </a:lnTo>
                <a:lnTo>
                  <a:pt x="6837" y="16419"/>
                </a:lnTo>
                <a:lnTo>
                  <a:pt x="5215" y="12972"/>
                </a:lnTo>
                <a:lnTo>
                  <a:pt x="7018" y="11158"/>
                </a:lnTo>
                <a:lnTo>
                  <a:pt x="10647" y="12972"/>
                </a:lnTo>
                <a:lnTo>
                  <a:pt x="12462" y="11158"/>
                </a:lnTo>
                <a:lnTo>
                  <a:pt x="10647" y="7529"/>
                </a:lnTo>
                <a:lnTo>
                  <a:pt x="12462" y="5715"/>
                </a:lnTo>
                <a:lnTo>
                  <a:pt x="15908" y="7348"/>
                </a:lnTo>
                <a:lnTo>
                  <a:pt x="16997" y="6622"/>
                </a:lnTo>
                <a:lnTo>
                  <a:pt x="17383" y="6146"/>
                </a:lnTo>
                <a:lnTo>
                  <a:pt x="16498" y="1326"/>
                </a:lnTo>
                <a:lnTo>
                  <a:pt x="18449" y="748"/>
                </a:lnTo>
                <a:lnTo>
                  <a:pt x="20909" y="1179"/>
                </a:lnTo>
                <a:lnTo>
                  <a:pt x="24198" y="1179"/>
                </a:lnTo>
                <a:lnTo>
                  <a:pt x="26103" y="1009"/>
                </a:lnTo>
                <a:lnTo>
                  <a:pt x="30888" y="1462"/>
                </a:lnTo>
                <a:lnTo>
                  <a:pt x="36014" y="0"/>
                </a:lnTo>
                <a:lnTo>
                  <a:pt x="39438" y="1474"/>
                </a:lnTo>
                <a:lnTo>
                  <a:pt x="38179" y="6055"/>
                </a:lnTo>
                <a:lnTo>
                  <a:pt x="39676" y="7540"/>
                </a:lnTo>
                <a:lnTo>
                  <a:pt x="43248" y="5737"/>
                </a:lnTo>
                <a:lnTo>
                  <a:pt x="45108" y="7472"/>
                </a:lnTo>
                <a:lnTo>
                  <a:pt x="43305" y="11169"/>
                </a:lnTo>
                <a:lnTo>
                  <a:pt x="44950" y="12825"/>
                </a:lnTo>
                <a:lnTo>
                  <a:pt x="49055" y="11192"/>
                </a:lnTo>
                <a:lnTo>
                  <a:pt x="50460" y="13324"/>
                </a:lnTo>
                <a:lnTo>
                  <a:pt x="48952" y="16136"/>
                </a:lnTo>
                <a:lnTo>
                  <a:pt x="49633" y="17508"/>
                </a:lnTo>
                <a:lnTo>
                  <a:pt x="50721" y="18234"/>
                </a:lnTo>
                <a:lnTo>
                  <a:pt x="54157" y="16601"/>
                </a:lnTo>
                <a:lnTo>
                  <a:pt x="55972" y="18415"/>
                </a:lnTo>
                <a:lnTo>
                  <a:pt x="54270" y="21817"/>
                </a:lnTo>
                <a:lnTo>
                  <a:pt x="55064" y="22951"/>
                </a:lnTo>
                <a:lnTo>
                  <a:pt x="54407" y="26421"/>
                </a:lnTo>
                <a:lnTo>
                  <a:pt x="55915" y="30424"/>
                </a:lnTo>
                <a:lnTo>
                  <a:pt x="54826" y="34801"/>
                </a:lnTo>
                <a:lnTo>
                  <a:pt x="55734" y="38611"/>
                </a:lnTo>
                <a:lnTo>
                  <a:pt x="54350" y="40006"/>
                </a:lnTo>
                <a:lnTo>
                  <a:pt x="50132" y="38441"/>
                </a:lnTo>
                <a:lnTo>
                  <a:pt x="48952" y="40380"/>
                </a:lnTo>
                <a:lnTo>
                  <a:pt x="50517" y="43827"/>
                </a:lnTo>
                <a:lnTo>
                  <a:pt x="48873" y="45483"/>
                </a:lnTo>
                <a:lnTo>
                  <a:pt x="44768" y="43850"/>
                </a:lnTo>
                <a:lnTo>
                  <a:pt x="43759" y="45370"/>
                </a:lnTo>
                <a:lnTo>
                  <a:pt x="44825" y="49871"/>
                </a:lnTo>
                <a:lnTo>
                  <a:pt x="42716" y="50869"/>
                </a:lnTo>
                <a:lnTo>
                  <a:pt x="40289" y="49599"/>
                </a:lnTo>
                <a:lnTo>
                  <a:pt x="38758" y="50166"/>
                </a:lnTo>
                <a:lnTo>
                  <a:pt x="38032" y="51255"/>
                </a:lnTo>
                <a:lnTo>
                  <a:pt x="39665" y="54702"/>
                </a:lnTo>
                <a:lnTo>
                  <a:pt x="38236" y="56120"/>
                </a:lnTo>
                <a:lnTo>
                  <a:pt x="34109" y="55564"/>
                </a:lnTo>
                <a:lnTo>
                  <a:pt x="31512" y="55700"/>
                </a:lnTo>
                <a:lnTo>
                  <a:pt x="26432" y="55609"/>
                </a:lnTo>
                <a:lnTo>
                  <a:pt x="17780" y="56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385131" y="8586031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70" y="33712"/>
                </a:moveTo>
                <a:lnTo>
                  <a:pt x="17531" y="33157"/>
                </a:lnTo>
                <a:lnTo>
                  <a:pt x="15410" y="33259"/>
                </a:lnTo>
                <a:lnTo>
                  <a:pt x="12519" y="33656"/>
                </a:lnTo>
                <a:lnTo>
                  <a:pt x="10670" y="32953"/>
                </a:lnTo>
                <a:lnTo>
                  <a:pt x="11816" y="28269"/>
                </a:lnTo>
                <a:lnTo>
                  <a:pt x="10534" y="26988"/>
                </a:lnTo>
                <a:lnTo>
                  <a:pt x="6429" y="28621"/>
                </a:lnTo>
                <a:lnTo>
                  <a:pt x="5012" y="26500"/>
                </a:lnTo>
                <a:lnTo>
                  <a:pt x="6520" y="23677"/>
                </a:lnTo>
                <a:lnTo>
                  <a:pt x="5851" y="22305"/>
                </a:lnTo>
                <a:lnTo>
                  <a:pt x="4796" y="21579"/>
                </a:lnTo>
                <a:lnTo>
                  <a:pt x="1270" y="23212"/>
                </a:lnTo>
                <a:lnTo>
                  <a:pt x="0" y="21885"/>
                </a:lnTo>
                <a:lnTo>
                  <a:pt x="11" y="11736"/>
                </a:lnTo>
                <a:lnTo>
                  <a:pt x="1496" y="10534"/>
                </a:lnTo>
                <a:lnTo>
                  <a:pt x="4615" y="12133"/>
                </a:lnTo>
                <a:lnTo>
                  <a:pt x="5851" y="11419"/>
                </a:lnTo>
                <a:lnTo>
                  <a:pt x="6577" y="10330"/>
                </a:lnTo>
                <a:lnTo>
                  <a:pt x="4944" y="6883"/>
                </a:lnTo>
                <a:lnTo>
                  <a:pt x="6758" y="5068"/>
                </a:lnTo>
                <a:lnTo>
                  <a:pt x="10205" y="6701"/>
                </a:lnTo>
                <a:lnTo>
                  <a:pt x="11294" y="5975"/>
                </a:lnTo>
                <a:lnTo>
                  <a:pt x="11895" y="5284"/>
                </a:lnTo>
                <a:lnTo>
                  <a:pt x="10545" y="941"/>
                </a:lnTo>
                <a:lnTo>
                  <a:pt x="12303" y="0"/>
                </a:lnTo>
                <a:lnTo>
                  <a:pt x="15569" y="532"/>
                </a:lnTo>
                <a:lnTo>
                  <a:pt x="18030" y="532"/>
                </a:lnTo>
                <a:lnTo>
                  <a:pt x="21012" y="11"/>
                </a:lnTo>
                <a:lnTo>
                  <a:pt x="22883" y="850"/>
                </a:lnTo>
                <a:lnTo>
                  <a:pt x="21590" y="5386"/>
                </a:lnTo>
                <a:lnTo>
                  <a:pt x="22940" y="6735"/>
                </a:lnTo>
                <a:lnTo>
                  <a:pt x="27045" y="5102"/>
                </a:lnTo>
                <a:lnTo>
                  <a:pt x="28462" y="7234"/>
                </a:lnTo>
                <a:lnTo>
                  <a:pt x="26954" y="10046"/>
                </a:lnTo>
                <a:lnTo>
                  <a:pt x="27623" y="11419"/>
                </a:lnTo>
                <a:lnTo>
                  <a:pt x="28712" y="12144"/>
                </a:lnTo>
                <a:lnTo>
                  <a:pt x="32159" y="10511"/>
                </a:lnTo>
                <a:lnTo>
                  <a:pt x="33576" y="11929"/>
                </a:lnTo>
                <a:lnTo>
                  <a:pt x="33021" y="16068"/>
                </a:lnTo>
                <a:lnTo>
                  <a:pt x="33134" y="18188"/>
                </a:lnTo>
                <a:lnTo>
                  <a:pt x="33531" y="21080"/>
                </a:lnTo>
                <a:lnTo>
                  <a:pt x="32828" y="22928"/>
                </a:lnTo>
                <a:lnTo>
                  <a:pt x="28145" y="21783"/>
                </a:lnTo>
                <a:lnTo>
                  <a:pt x="26863" y="23064"/>
                </a:lnTo>
                <a:lnTo>
                  <a:pt x="28496" y="27169"/>
                </a:lnTo>
                <a:lnTo>
                  <a:pt x="26364" y="28542"/>
                </a:lnTo>
                <a:lnTo>
                  <a:pt x="23552" y="27067"/>
                </a:lnTo>
                <a:lnTo>
                  <a:pt x="22180" y="27748"/>
                </a:lnTo>
                <a:lnTo>
                  <a:pt x="21454" y="28836"/>
                </a:lnTo>
                <a:lnTo>
                  <a:pt x="23087" y="32284"/>
                </a:lnTo>
                <a:lnTo>
                  <a:pt x="2167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2941116" y="859022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98"/>
                </a:lnTo>
                <a:lnTo>
                  <a:pt x="18098" y="7223"/>
                </a:lnTo>
                <a:lnTo>
                  <a:pt x="19334" y="7937"/>
                </a:lnTo>
                <a:lnTo>
                  <a:pt x="22464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0" name="object 10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847494" y="8721460"/>
            <a:ext cx="88528" cy="88993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2424730" y="8727573"/>
            <a:ext cx="77970" cy="77494"/>
          </a:xfrm>
          <a:prstGeom prst="rect">
            <a:avLst/>
          </a:prstGeom>
        </p:spPr>
      </p:pic>
      <p:sp>
        <p:nvSpPr>
          <p:cNvPr id="102" name="object 102"/>
          <p:cNvSpPr/>
          <p:nvPr/>
        </p:nvSpPr>
        <p:spPr>
          <a:xfrm>
            <a:off x="7536810" y="873811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480" y="56369"/>
                </a:moveTo>
                <a:lnTo>
                  <a:pt x="11328" y="54963"/>
                </a:lnTo>
                <a:lnTo>
                  <a:pt x="12621" y="50415"/>
                </a:lnTo>
                <a:lnTo>
                  <a:pt x="11271" y="49077"/>
                </a:lnTo>
                <a:lnTo>
                  <a:pt x="7166" y="50710"/>
                </a:ln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2052" y="45301"/>
                </a:lnTo>
                <a:lnTo>
                  <a:pt x="476" y="43725"/>
                </a:lnTo>
                <a:lnTo>
                  <a:pt x="1383" y="39915"/>
                </a:lnTo>
                <a:lnTo>
                  <a:pt x="430" y="36082"/>
                </a:lnTo>
                <a:lnTo>
                  <a:pt x="816" y="31002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1"/>
                </a:lnTo>
                <a:lnTo>
                  <a:pt x="5352" y="12450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74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6" y="43158"/>
                </a:lnTo>
                <a:lnTo>
                  <a:pt x="55314" y="45029"/>
                </a:lnTo>
                <a:lnTo>
                  <a:pt x="50711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8"/>
                </a:lnTo>
                <a:lnTo>
                  <a:pt x="49554" y="50710"/>
                </a:lnTo>
                <a:lnTo>
                  <a:pt x="45449" y="49077"/>
                </a:lnTo>
                <a:lnTo>
                  <a:pt x="44065" y="50461"/>
                </a:lnTo>
                <a:lnTo>
                  <a:pt x="45438" y="54906"/>
                </a:lnTo>
                <a:lnTo>
                  <a:pt x="43601" y="55813"/>
                </a:lnTo>
                <a:lnTo>
                  <a:pt x="40482" y="55280"/>
                </a:lnTo>
                <a:lnTo>
                  <a:pt x="20184" y="55280"/>
                </a:lnTo>
                <a:lnTo>
                  <a:pt x="14480" y="56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2762561" y="8738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19" y="54634"/>
                </a:lnTo>
                <a:lnTo>
                  <a:pt x="22951" y="49916"/>
                </a:lnTo>
                <a:lnTo>
                  <a:pt x="22497" y="49395"/>
                </a:lnTo>
                <a:lnTo>
                  <a:pt x="20524" y="48034"/>
                </a:lnTo>
                <a:lnTo>
                  <a:pt x="13063" y="51175"/>
                </a:lnTo>
                <a:lnTo>
                  <a:pt x="10716" y="48306"/>
                </a:lnTo>
                <a:lnTo>
                  <a:pt x="12314" y="45177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23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3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39"/>
                </a:lnTo>
                <a:lnTo>
                  <a:pt x="13063" y="4070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69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0"/>
                </a:lnTo>
                <a:lnTo>
                  <a:pt x="45155" y="6939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19"/>
                </a:lnTo>
                <a:lnTo>
                  <a:pt x="48806" y="10386"/>
                </a:lnTo>
                <a:lnTo>
                  <a:pt x="50224" y="1181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89"/>
                </a:lnTo>
                <a:lnTo>
                  <a:pt x="50042" y="22905"/>
                </a:lnTo>
                <a:lnTo>
                  <a:pt x="54544" y="21567"/>
                </a:lnTo>
                <a:lnTo>
                  <a:pt x="55666" y="22701"/>
                </a:lnTo>
                <a:lnTo>
                  <a:pt x="55099" y="26829"/>
                </a:lnTo>
                <a:lnTo>
                  <a:pt x="55212" y="28972"/>
                </a:lnTo>
                <a:lnTo>
                  <a:pt x="55587" y="31796"/>
                </a:lnTo>
                <a:lnTo>
                  <a:pt x="54918" y="33621"/>
                </a:lnTo>
                <a:lnTo>
                  <a:pt x="50269" y="32601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36"/>
                </a:lnTo>
                <a:lnTo>
                  <a:pt x="45483" y="43237"/>
                </a:lnTo>
                <a:lnTo>
                  <a:pt x="44258" y="43952"/>
                </a:lnTo>
                <a:lnTo>
                  <a:pt x="43532" y="45040"/>
                </a:lnTo>
                <a:lnTo>
                  <a:pt x="45166" y="48488"/>
                </a:lnTo>
                <a:lnTo>
                  <a:pt x="43351" y="50291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64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221647" y="8749458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90" h="33654">
                <a:moveTo>
                  <a:pt x="21863" y="33565"/>
                </a:moveTo>
                <a:lnTo>
                  <a:pt x="17723" y="33009"/>
                </a:lnTo>
                <a:lnTo>
                  <a:pt x="16204" y="33089"/>
                </a:lnTo>
                <a:lnTo>
                  <a:pt x="11963" y="33508"/>
                </a:lnTo>
                <a:lnTo>
                  <a:pt x="10579" y="32193"/>
                </a:lnTo>
                <a:lnTo>
                  <a:pt x="12212" y="28666"/>
                </a:lnTo>
                <a:lnTo>
                  <a:pt x="11487" y="27612"/>
                </a:lnTo>
                <a:lnTo>
                  <a:pt x="10115" y="26931"/>
                </a:lnTo>
                <a:lnTo>
                  <a:pt x="7291" y="28451"/>
                </a:lnTo>
                <a:lnTo>
                  <a:pt x="5170" y="27033"/>
                </a:lnTo>
                <a:lnTo>
                  <a:pt x="6803" y="22928"/>
                </a:lnTo>
                <a:lnTo>
                  <a:pt x="5522" y="21647"/>
                </a:lnTo>
                <a:lnTo>
                  <a:pt x="839" y="22804"/>
                </a:lnTo>
                <a:lnTo>
                  <a:pt x="249" y="21250"/>
                </a:lnTo>
                <a:lnTo>
                  <a:pt x="0" y="11781"/>
                </a:lnTo>
                <a:lnTo>
                  <a:pt x="1689" y="10398"/>
                </a:lnTo>
                <a:lnTo>
                  <a:pt x="4808" y="11997"/>
                </a:lnTo>
                <a:lnTo>
                  <a:pt x="6044" y="11282"/>
                </a:lnTo>
                <a:lnTo>
                  <a:pt x="6769" y="10194"/>
                </a:lnTo>
                <a:lnTo>
                  <a:pt x="5136" y="6747"/>
                </a:lnTo>
                <a:lnTo>
                  <a:pt x="6951" y="4932"/>
                </a:lnTo>
                <a:lnTo>
                  <a:pt x="10398" y="6565"/>
                </a:lnTo>
                <a:lnTo>
                  <a:pt x="11487" y="5839"/>
                </a:lnTo>
                <a:lnTo>
                  <a:pt x="12212" y="4785"/>
                </a:lnTo>
                <a:lnTo>
                  <a:pt x="10579" y="1258"/>
                </a:lnTo>
                <a:lnTo>
                  <a:pt x="11906" y="0"/>
                </a:lnTo>
                <a:lnTo>
                  <a:pt x="22055" y="11"/>
                </a:lnTo>
                <a:lnTo>
                  <a:pt x="23257" y="1485"/>
                </a:lnTo>
                <a:lnTo>
                  <a:pt x="21658" y="4615"/>
                </a:lnTo>
                <a:lnTo>
                  <a:pt x="22373" y="5839"/>
                </a:lnTo>
                <a:lnTo>
                  <a:pt x="23461" y="6565"/>
                </a:lnTo>
                <a:lnTo>
                  <a:pt x="26909" y="4932"/>
                </a:lnTo>
                <a:lnTo>
                  <a:pt x="28576" y="6599"/>
                </a:lnTo>
                <a:lnTo>
                  <a:pt x="26943" y="10704"/>
                </a:lnTo>
                <a:lnTo>
                  <a:pt x="28439" y="11702"/>
                </a:lnTo>
                <a:lnTo>
                  <a:pt x="32987" y="10693"/>
                </a:lnTo>
                <a:lnTo>
                  <a:pt x="33780" y="12450"/>
                </a:lnTo>
                <a:lnTo>
                  <a:pt x="33259" y="15433"/>
                </a:lnTo>
                <a:lnTo>
                  <a:pt x="33259" y="18063"/>
                </a:lnTo>
                <a:lnTo>
                  <a:pt x="33769" y="20955"/>
                </a:lnTo>
                <a:lnTo>
                  <a:pt x="32975" y="22837"/>
                </a:lnTo>
                <a:lnTo>
                  <a:pt x="28383" y="21590"/>
                </a:lnTo>
                <a:lnTo>
                  <a:pt x="27056" y="22917"/>
                </a:lnTo>
                <a:lnTo>
                  <a:pt x="28689" y="27022"/>
                </a:lnTo>
                <a:lnTo>
                  <a:pt x="26557" y="28394"/>
                </a:lnTo>
                <a:lnTo>
                  <a:pt x="23745" y="26920"/>
                </a:lnTo>
                <a:lnTo>
                  <a:pt x="22373" y="27612"/>
                </a:lnTo>
                <a:lnTo>
                  <a:pt x="21647" y="28700"/>
                </a:lnTo>
                <a:lnTo>
                  <a:pt x="23280" y="32147"/>
                </a:lnTo>
                <a:lnTo>
                  <a:pt x="21863" y="3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3104406" y="875351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7678" y="23949"/>
                </a:moveTo>
                <a:lnTo>
                  <a:pt x="7529" y="23937"/>
                </a:lnTo>
                <a:lnTo>
                  <a:pt x="6316" y="22463"/>
                </a:lnTo>
                <a:lnTo>
                  <a:pt x="7914" y="19334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52"/>
                </a:lnTo>
                <a:lnTo>
                  <a:pt x="16635" y="0"/>
                </a:lnTo>
                <a:lnTo>
                  <a:pt x="18982" y="2868"/>
                </a:lnTo>
                <a:lnTo>
                  <a:pt x="17394" y="5998"/>
                </a:lnTo>
                <a:lnTo>
                  <a:pt x="18098" y="7223"/>
                </a:lnTo>
                <a:lnTo>
                  <a:pt x="19322" y="7937"/>
                </a:lnTo>
                <a:lnTo>
                  <a:pt x="22452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94"/>
                </a:lnTo>
                <a:lnTo>
                  <a:pt x="18098" y="18109"/>
                </a:lnTo>
                <a:lnTo>
                  <a:pt x="17372" y="19164"/>
                </a:lnTo>
                <a:lnTo>
                  <a:pt x="19005" y="22690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6" name="object 10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684191" y="8884729"/>
            <a:ext cx="88347" cy="89356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588509" y="8890229"/>
            <a:ext cx="77472" cy="78413"/>
          </a:xfrm>
          <a:prstGeom prst="rect">
            <a:avLst/>
          </a:prstGeom>
        </p:spPr>
      </p:pic>
      <p:sp>
        <p:nvSpPr>
          <p:cNvPr id="108" name="object 108"/>
          <p:cNvSpPr/>
          <p:nvPr/>
        </p:nvSpPr>
        <p:spPr>
          <a:xfrm>
            <a:off x="7373508" y="890114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571" y="56607"/>
                </a:moveTo>
                <a:lnTo>
                  <a:pt x="11385" y="55269"/>
                </a:lnTo>
                <a:lnTo>
                  <a:pt x="12541" y="50676"/>
                </a:lnTo>
                <a:lnTo>
                  <a:pt x="12031" y="50098"/>
                </a:lnTo>
                <a:lnTo>
                  <a:pt x="10942" y="49372"/>
                </a:lnTo>
                <a:lnTo>
                  <a:pt x="7495" y="51005"/>
                </a:lnTo>
                <a:lnTo>
                  <a:pt x="5828" y="49338"/>
                </a:lnTo>
                <a:lnTo>
                  <a:pt x="7461" y="45233"/>
                </a:lnTo>
                <a:lnTo>
                  <a:pt x="5941" y="44224"/>
                </a:lnTo>
                <a:lnTo>
                  <a:pt x="1440" y="45279"/>
                </a:lnTo>
                <a:lnTo>
                  <a:pt x="33" y="42297"/>
                </a:lnTo>
                <a:lnTo>
                  <a:pt x="1145" y="36411"/>
                </a:lnTo>
                <a:lnTo>
                  <a:pt x="1145" y="31977"/>
                </a:lnTo>
                <a:lnTo>
                  <a:pt x="986" y="30106"/>
                </a:lnTo>
                <a:lnTo>
                  <a:pt x="1304" y="26534"/>
                </a:lnTo>
                <a:lnTo>
                  <a:pt x="895" y="24652"/>
                </a:lnTo>
                <a:lnTo>
                  <a:pt x="1372" y="21227"/>
                </a:lnTo>
                <a:lnTo>
                  <a:pt x="0" y="12927"/>
                </a:lnTo>
                <a:lnTo>
                  <a:pt x="2233" y="11101"/>
                </a:lnTo>
                <a:lnTo>
                  <a:pt x="5352" y="12700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2" y="7280"/>
                </a:lnTo>
                <a:lnTo>
                  <a:pt x="12031" y="6554"/>
                </a:lnTo>
                <a:lnTo>
                  <a:pt x="12541" y="5976"/>
                </a:lnTo>
                <a:lnTo>
                  <a:pt x="11385" y="1383"/>
                </a:lnTo>
                <a:lnTo>
                  <a:pt x="13403" y="544"/>
                </a:lnTo>
                <a:lnTo>
                  <a:pt x="15977" y="1281"/>
                </a:lnTo>
                <a:lnTo>
                  <a:pt x="22339" y="578"/>
                </a:lnTo>
                <a:lnTo>
                  <a:pt x="28950" y="532"/>
                </a:lnTo>
                <a:lnTo>
                  <a:pt x="35436" y="1315"/>
                </a:lnTo>
                <a:lnTo>
                  <a:pt x="43771" y="0"/>
                </a:lnTo>
                <a:lnTo>
                  <a:pt x="45574" y="2211"/>
                </a:lnTo>
                <a:lnTo>
                  <a:pt x="43986" y="5329"/>
                </a:lnTo>
                <a:lnTo>
                  <a:pt x="44689" y="6554"/>
                </a:lnTo>
                <a:lnTo>
                  <a:pt x="45778" y="7280"/>
                </a:lnTo>
                <a:lnTo>
                  <a:pt x="49225" y="5647"/>
                </a:lnTo>
                <a:lnTo>
                  <a:pt x="50892" y="7314"/>
                </a:lnTo>
                <a:lnTo>
                  <a:pt x="49259" y="11419"/>
                </a:lnTo>
                <a:lnTo>
                  <a:pt x="51391" y="12791"/>
                </a:lnTo>
                <a:lnTo>
                  <a:pt x="54203" y="11316"/>
                </a:lnTo>
                <a:lnTo>
                  <a:pt x="55575" y="11997"/>
                </a:lnTo>
                <a:lnTo>
                  <a:pt x="55575" y="40437"/>
                </a:lnTo>
                <a:lnTo>
                  <a:pt x="56108" y="43567"/>
                </a:lnTo>
                <a:lnTo>
                  <a:pt x="55212" y="45392"/>
                </a:lnTo>
                <a:lnTo>
                  <a:pt x="50756" y="44031"/>
                </a:lnTo>
                <a:lnTo>
                  <a:pt x="49372" y="45415"/>
                </a:lnTo>
                <a:lnTo>
                  <a:pt x="51005" y="49520"/>
                </a:lnTo>
                <a:lnTo>
                  <a:pt x="48874" y="50937"/>
                </a:lnTo>
                <a:lnTo>
                  <a:pt x="46061" y="49429"/>
                </a:lnTo>
                <a:lnTo>
                  <a:pt x="44689" y="50098"/>
                </a:lnTo>
                <a:lnTo>
                  <a:pt x="44179" y="50665"/>
                </a:lnTo>
                <a:lnTo>
                  <a:pt x="45324" y="55280"/>
                </a:lnTo>
                <a:lnTo>
                  <a:pt x="43453" y="56051"/>
                </a:lnTo>
                <a:lnTo>
                  <a:pt x="40596" y="55541"/>
                </a:lnTo>
                <a:lnTo>
                  <a:pt x="20116" y="55541"/>
                </a:lnTo>
                <a:lnTo>
                  <a:pt x="14571" y="56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2931499" y="890659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31" y="45823"/>
                </a:moveTo>
                <a:lnTo>
                  <a:pt x="5114" y="44065"/>
                </a:lnTo>
                <a:lnTo>
                  <a:pt x="6645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29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70" y="26971"/>
                </a:lnTo>
                <a:lnTo>
                  <a:pt x="603" y="13351"/>
                </a:lnTo>
                <a:lnTo>
                  <a:pt x="521" y="6554"/>
                </a:lnTo>
                <a:lnTo>
                  <a:pt x="5953" y="6554"/>
                </a:lnTo>
                <a:lnTo>
                  <a:pt x="6475" y="5976"/>
                </a:lnTo>
                <a:lnTo>
                  <a:pt x="5307" y="1383"/>
                </a:lnTo>
                <a:lnTo>
                  <a:pt x="7325" y="544"/>
                </a:lnTo>
                <a:lnTo>
                  <a:pt x="9911" y="1281"/>
                </a:lnTo>
                <a:lnTo>
                  <a:pt x="16261" y="578"/>
                </a:lnTo>
                <a:lnTo>
                  <a:pt x="22872" y="533"/>
                </a:lnTo>
                <a:lnTo>
                  <a:pt x="29347" y="1315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00" y="6554"/>
                </a:lnTo>
                <a:lnTo>
                  <a:pt x="44043" y="6554"/>
                </a:lnTo>
                <a:lnTo>
                  <a:pt x="44043" y="35118"/>
                </a:lnTo>
                <a:lnTo>
                  <a:pt x="44553" y="37976"/>
                </a:lnTo>
                <a:lnTo>
                  <a:pt x="43782" y="39847"/>
                </a:lnTo>
                <a:lnTo>
                  <a:pt x="39167" y="38702"/>
                </a:lnTo>
                <a:lnTo>
                  <a:pt x="38600" y="39212"/>
                </a:lnTo>
                <a:lnTo>
                  <a:pt x="37886" y="40300"/>
                </a:lnTo>
                <a:lnTo>
                  <a:pt x="39508" y="43748"/>
                </a:lnTo>
                <a:lnTo>
                  <a:pt x="38090" y="45165"/>
                </a:lnTo>
                <a:lnTo>
                  <a:pt x="33962" y="44610"/>
                </a:lnTo>
                <a:lnTo>
                  <a:pt x="31355" y="44746"/>
                </a:lnTo>
                <a:lnTo>
                  <a:pt x="29540" y="44575"/>
                </a:lnTo>
                <a:lnTo>
                  <a:pt x="27726" y="44655"/>
                </a:lnTo>
                <a:lnTo>
                  <a:pt x="14708" y="44655"/>
                </a:lnTo>
                <a:lnTo>
                  <a:pt x="7631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064401" y="8918589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1" name="object 11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2751584" y="9053724"/>
            <a:ext cx="77835" cy="77982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521150" y="9048474"/>
            <a:ext cx="88529" cy="88800"/>
          </a:xfrm>
          <a:prstGeom prst="rect">
            <a:avLst/>
          </a:prstGeom>
        </p:spPr>
      </p:pic>
      <p:sp>
        <p:nvSpPr>
          <p:cNvPr id="113" name="object 113"/>
          <p:cNvSpPr/>
          <p:nvPr/>
        </p:nvSpPr>
        <p:spPr>
          <a:xfrm>
            <a:off x="7210659" y="906437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675"/>
                </a:moveTo>
                <a:lnTo>
                  <a:pt x="16340" y="55314"/>
                </a:lnTo>
                <a:lnTo>
                  <a:pt x="17599" y="50733"/>
                </a:lnTo>
                <a:lnTo>
                  <a:pt x="16113" y="49247"/>
                </a:lnTo>
                <a:lnTo>
                  <a:pt x="12541" y="51062"/>
                </a:lnTo>
                <a:lnTo>
                  <a:pt x="10670" y="49315"/>
                </a:lnTo>
                <a:lnTo>
                  <a:pt x="12473" y="45619"/>
                </a:lnTo>
                <a:lnTo>
                  <a:pt x="10829" y="43963"/>
                </a:lnTo>
                <a:lnTo>
                  <a:pt x="6724" y="45596"/>
                </a:lnTo>
                <a:lnTo>
                  <a:pt x="5306" y="43464"/>
                </a:lnTo>
                <a:lnTo>
                  <a:pt x="6815" y="40652"/>
                </a:lnTo>
                <a:lnTo>
                  <a:pt x="6146" y="39280"/>
                </a:lnTo>
                <a:lnTo>
                  <a:pt x="5057" y="38554"/>
                </a:lnTo>
                <a:lnTo>
                  <a:pt x="1610" y="40187"/>
                </a:lnTo>
                <a:lnTo>
                  <a:pt x="0" y="38577"/>
                </a:lnTo>
                <a:lnTo>
                  <a:pt x="1009" y="34846"/>
                </a:lnTo>
                <a:lnTo>
                  <a:pt x="11" y="31558"/>
                </a:lnTo>
                <a:lnTo>
                  <a:pt x="124" y="25275"/>
                </a:lnTo>
                <a:lnTo>
                  <a:pt x="941" y="21987"/>
                </a:lnTo>
                <a:lnTo>
                  <a:pt x="34" y="18177"/>
                </a:lnTo>
                <a:lnTo>
                  <a:pt x="1610" y="16601"/>
                </a:lnTo>
                <a:lnTo>
                  <a:pt x="5057" y="18233"/>
                </a:lnTo>
                <a:lnTo>
                  <a:pt x="6146" y="17508"/>
                </a:lnTo>
                <a:lnTo>
                  <a:pt x="6871" y="16419"/>
                </a:lnTo>
                <a:lnTo>
                  <a:pt x="5238" y="12972"/>
                </a:lnTo>
                <a:lnTo>
                  <a:pt x="7053" y="11158"/>
                </a:lnTo>
                <a:lnTo>
                  <a:pt x="10681" y="12972"/>
                </a:lnTo>
                <a:lnTo>
                  <a:pt x="12496" y="11158"/>
                </a:lnTo>
                <a:lnTo>
                  <a:pt x="10681" y="7529"/>
                </a:lnTo>
                <a:lnTo>
                  <a:pt x="12496" y="5715"/>
                </a:lnTo>
                <a:lnTo>
                  <a:pt x="15943" y="7348"/>
                </a:lnTo>
                <a:lnTo>
                  <a:pt x="17032" y="6622"/>
                </a:lnTo>
                <a:lnTo>
                  <a:pt x="17429" y="6145"/>
                </a:lnTo>
                <a:lnTo>
                  <a:pt x="16533" y="1326"/>
                </a:lnTo>
                <a:lnTo>
                  <a:pt x="18483" y="737"/>
                </a:lnTo>
                <a:lnTo>
                  <a:pt x="20944" y="1179"/>
                </a:lnTo>
                <a:lnTo>
                  <a:pt x="24255" y="1179"/>
                </a:lnTo>
                <a:lnTo>
                  <a:pt x="26149" y="1009"/>
                </a:lnTo>
                <a:lnTo>
                  <a:pt x="30923" y="1462"/>
                </a:lnTo>
                <a:lnTo>
                  <a:pt x="36060" y="0"/>
                </a:lnTo>
                <a:lnTo>
                  <a:pt x="39484" y="1474"/>
                </a:lnTo>
                <a:lnTo>
                  <a:pt x="38226" y="6044"/>
                </a:lnTo>
                <a:lnTo>
                  <a:pt x="39722" y="7540"/>
                </a:lnTo>
                <a:lnTo>
                  <a:pt x="43294" y="5726"/>
                </a:lnTo>
                <a:lnTo>
                  <a:pt x="45165" y="7472"/>
                </a:lnTo>
                <a:lnTo>
                  <a:pt x="43351" y="11169"/>
                </a:lnTo>
                <a:lnTo>
                  <a:pt x="45007" y="12825"/>
                </a:lnTo>
                <a:lnTo>
                  <a:pt x="49112" y="11192"/>
                </a:lnTo>
                <a:lnTo>
                  <a:pt x="50529" y="13323"/>
                </a:lnTo>
                <a:lnTo>
                  <a:pt x="49021" y="16136"/>
                </a:lnTo>
                <a:lnTo>
                  <a:pt x="49690" y="17508"/>
                </a:lnTo>
                <a:lnTo>
                  <a:pt x="50779" y="18233"/>
                </a:lnTo>
                <a:lnTo>
                  <a:pt x="54226" y="16601"/>
                </a:lnTo>
                <a:lnTo>
                  <a:pt x="56040" y="18415"/>
                </a:lnTo>
                <a:lnTo>
                  <a:pt x="54407" y="21817"/>
                </a:lnTo>
                <a:lnTo>
                  <a:pt x="55133" y="22951"/>
                </a:lnTo>
                <a:lnTo>
                  <a:pt x="54475" y="26421"/>
                </a:lnTo>
                <a:lnTo>
                  <a:pt x="55984" y="30424"/>
                </a:lnTo>
                <a:lnTo>
                  <a:pt x="54895" y="34801"/>
                </a:lnTo>
                <a:lnTo>
                  <a:pt x="55802" y="38611"/>
                </a:lnTo>
                <a:lnTo>
                  <a:pt x="54407" y="40006"/>
                </a:lnTo>
                <a:lnTo>
                  <a:pt x="50212" y="38441"/>
                </a:lnTo>
                <a:lnTo>
                  <a:pt x="49010" y="40380"/>
                </a:lnTo>
                <a:lnTo>
                  <a:pt x="50586" y="43827"/>
                </a:lnTo>
                <a:lnTo>
                  <a:pt x="48930" y="45483"/>
                </a:lnTo>
                <a:lnTo>
                  <a:pt x="44825" y="43850"/>
                </a:lnTo>
                <a:lnTo>
                  <a:pt x="43816" y="45369"/>
                </a:lnTo>
                <a:lnTo>
                  <a:pt x="44871" y="49871"/>
                </a:lnTo>
                <a:lnTo>
                  <a:pt x="42773" y="50869"/>
                </a:lnTo>
                <a:lnTo>
                  <a:pt x="40346" y="49599"/>
                </a:lnTo>
                <a:lnTo>
                  <a:pt x="38804" y="50166"/>
                </a:lnTo>
                <a:lnTo>
                  <a:pt x="38078" y="51254"/>
                </a:lnTo>
                <a:lnTo>
                  <a:pt x="39711" y="54702"/>
                </a:lnTo>
                <a:lnTo>
                  <a:pt x="38282" y="56119"/>
                </a:lnTo>
                <a:lnTo>
                  <a:pt x="34155" y="55575"/>
                </a:lnTo>
                <a:lnTo>
                  <a:pt x="31558" y="55700"/>
                </a:lnTo>
                <a:lnTo>
                  <a:pt x="29721" y="55586"/>
                </a:lnTo>
                <a:lnTo>
                  <a:pt x="25185" y="55643"/>
                </a:lnTo>
                <a:lnTo>
                  <a:pt x="19504" y="566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3094166" y="906986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81"/>
                </a:moveTo>
                <a:lnTo>
                  <a:pt x="29630" y="44406"/>
                </a:lnTo>
                <a:lnTo>
                  <a:pt x="25105" y="45381"/>
                </a:lnTo>
                <a:lnTo>
                  <a:pt x="20819" y="44678"/>
                </a:lnTo>
                <a:lnTo>
                  <a:pt x="16158" y="44678"/>
                </a:lnTo>
                <a:lnTo>
                  <a:pt x="13210" y="45199"/>
                </a:lnTo>
                <a:lnTo>
                  <a:pt x="11361" y="44394"/>
                </a:lnTo>
                <a:lnTo>
                  <a:pt x="12575" y="39824"/>
                </a:lnTo>
                <a:lnTo>
                  <a:pt x="12031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5" y="38656"/>
                </a:lnTo>
                <a:lnTo>
                  <a:pt x="7359" y="34552"/>
                </a:lnTo>
                <a:lnTo>
                  <a:pt x="5952" y="33157"/>
                </a:lnTo>
                <a:lnTo>
                  <a:pt x="1530" y="34540"/>
                </a:lnTo>
                <a:lnTo>
                  <a:pt x="22" y="31535"/>
                </a:lnTo>
                <a:lnTo>
                  <a:pt x="1156" y="25491"/>
                </a:lnTo>
                <a:lnTo>
                  <a:pt x="1156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60" y="12700"/>
                </a:lnTo>
                <a:lnTo>
                  <a:pt x="6599" y="12020"/>
                </a:lnTo>
                <a:lnTo>
                  <a:pt x="7313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3" y="7302"/>
                </a:lnTo>
                <a:lnTo>
                  <a:pt x="12031" y="6577"/>
                </a:lnTo>
                <a:lnTo>
                  <a:pt x="12563" y="5976"/>
                </a:lnTo>
                <a:lnTo>
                  <a:pt x="11361" y="1417"/>
                </a:lnTo>
                <a:lnTo>
                  <a:pt x="14525" y="45"/>
                </a:lnTo>
                <a:lnTo>
                  <a:pt x="20173" y="1134"/>
                </a:lnTo>
                <a:lnTo>
                  <a:pt x="25514" y="1134"/>
                </a:lnTo>
                <a:lnTo>
                  <a:pt x="31546" y="0"/>
                </a:lnTo>
                <a:lnTo>
                  <a:pt x="34563" y="1508"/>
                </a:lnTo>
                <a:lnTo>
                  <a:pt x="33168" y="5941"/>
                </a:lnTo>
                <a:lnTo>
                  <a:pt x="34563" y="7336"/>
                </a:lnTo>
                <a:lnTo>
                  <a:pt x="38679" y="5703"/>
                </a:lnTo>
                <a:lnTo>
                  <a:pt x="40085" y="7835"/>
                </a:lnTo>
                <a:lnTo>
                  <a:pt x="38566" y="10647"/>
                </a:lnTo>
                <a:lnTo>
                  <a:pt x="39246" y="12020"/>
                </a:lnTo>
                <a:lnTo>
                  <a:pt x="40335" y="12745"/>
                </a:lnTo>
                <a:lnTo>
                  <a:pt x="43782" y="11112"/>
                </a:lnTo>
                <a:lnTo>
                  <a:pt x="45585" y="12927"/>
                </a:lnTo>
                <a:lnTo>
                  <a:pt x="43884" y="16329"/>
                </a:lnTo>
                <a:lnTo>
                  <a:pt x="44666" y="17463"/>
                </a:lnTo>
                <a:lnTo>
                  <a:pt x="44020" y="20933"/>
                </a:lnTo>
                <a:lnTo>
                  <a:pt x="45528" y="24935"/>
                </a:lnTo>
                <a:lnTo>
                  <a:pt x="44428" y="29313"/>
                </a:lnTo>
                <a:lnTo>
                  <a:pt x="45335" y="33123"/>
                </a:lnTo>
                <a:lnTo>
                  <a:pt x="43770" y="34699"/>
                </a:lnTo>
                <a:lnTo>
                  <a:pt x="40312" y="33066"/>
                </a:lnTo>
                <a:lnTo>
                  <a:pt x="39234" y="33792"/>
                </a:lnTo>
                <a:lnTo>
                  <a:pt x="38577" y="35209"/>
                </a:lnTo>
                <a:lnTo>
                  <a:pt x="40039" y="37919"/>
                </a:lnTo>
                <a:lnTo>
                  <a:pt x="38712" y="40074"/>
                </a:lnTo>
                <a:lnTo>
                  <a:pt x="34517" y="38509"/>
                </a:lnTo>
                <a:lnTo>
                  <a:pt x="33043" y="39995"/>
                </a:lnTo>
                <a:lnTo>
                  <a:pt x="34664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899330" y="90801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89" y="23960"/>
                </a:moveTo>
                <a:lnTo>
                  <a:pt x="7540" y="23937"/>
                </a:lnTo>
                <a:lnTo>
                  <a:pt x="6338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98" y="17394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9005" y="2868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2463" y="6327"/>
                </a:lnTo>
                <a:lnTo>
                  <a:pt x="23949" y="7540"/>
                </a:lnTo>
                <a:lnTo>
                  <a:pt x="23960" y="17678"/>
                </a:lnTo>
                <a:lnTo>
                  <a:pt x="22690" y="19016"/>
                </a:lnTo>
                <a:lnTo>
                  <a:pt x="19163" y="17383"/>
                </a:lnTo>
                <a:lnTo>
                  <a:pt x="18109" y="18109"/>
                </a:lnTo>
                <a:lnTo>
                  <a:pt x="17395" y="19164"/>
                </a:lnTo>
                <a:lnTo>
                  <a:pt x="19016" y="22690"/>
                </a:lnTo>
                <a:lnTo>
                  <a:pt x="17689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6" name="object 11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362645" y="9217445"/>
            <a:ext cx="78028" cy="77506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2920023" y="9222208"/>
            <a:ext cx="67527" cy="67618"/>
          </a:xfrm>
          <a:prstGeom prst="rect">
            <a:avLst/>
          </a:prstGeom>
        </p:spPr>
      </p:pic>
      <p:sp>
        <p:nvSpPr>
          <p:cNvPr id="118" name="object 118"/>
          <p:cNvSpPr/>
          <p:nvPr/>
        </p:nvSpPr>
        <p:spPr>
          <a:xfrm>
            <a:off x="7053005" y="923316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34"/>
                </a:moveTo>
                <a:lnTo>
                  <a:pt x="5102" y="44076"/>
                </a:lnTo>
                <a:lnTo>
                  <a:pt x="6633" y="40062"/>
                </a:lnTo>
                <a:lnTo>
                  <a:pt x="5953" y="39223"/>
                </a:lnTo>
                <a:lnTo>
                  <a:pt x="4864" y="38497"/>
                </a:lnTo>
                <a:lnTo>
                  <a:pt x="1417" y="40130"/>
                </a:lnTo>
                <a:lnTo>
                  <a:pt x="0" y="38713"/>
                </a:lnTo>
                <a:lnTo>
                  <a:pt x="555" y="34574"/>
                </a:lnTo>
                <a:lnTo>
                  <a:pt x="360" y="26983"/>
                </a:lnTo>
                <a:lnTo>
                  <a:pt x="596" y="13362"/>
                </a:lnTo>
                <a:lnTo>
                  <a:pt x="510" y="6565"/>
                </a:lnTo>
                <a:lnTo>
                  <a:pt x="5953" y="6565"/>
                </a:lnTo>
                <a:lnTo>
                  <a:pt x="6474" y="5987"/>
                </a:lnTo>
                <a:lnTo>
                  <a:pt x="5306" y="1394"/>
                </a:lnTo>
                <a:lnTo>
                  <a:pt x="7325" y="544"/>
                </a:lnTo>
                <a:lnTo>
                  <a:pt x="9910" y="1292"/>
                </a:lnTo>
                <a:lnTo>
                  <a:pt x="16261" y="578"/>
                </a:lnTo>
                <a:lnTo>
                  <a:pt x="22872" y="544"/>
                </a:lnTo>
                <a:lnTo>
                  <a:pt x="29358" y="1315"/>
                </a:lnTo>
                <a:lnTo>
                  <a:pt x="37692" y="0"/>
                </a:lnTo>
                <a:lnTo>
                  <a:pt x="39495" y="2211"/>
                </a:lnTo>
                <a:lnTo>
                  <a:pt x="37897" y="5340"/>
                </a:lnTo>
                <a:lnTo>
                  <a:pt x="38611" y="6565"/>
                </a:lnTo>
                <a:lnTo>
                  <a:pt x="44054" y="6565"/>
                </a:lnTo>
                <a:lnTo>
                  <a:pt x="44054" y="35130"/>
                </a:lnTo>
                <a:lnTo>
                  <a:pt x="44553" y="37998"/>
                </a:lnTo>
                <a:lnTo>
                  <a:pt x="43793" y="39870"/>
                </a:lnTo>
                <a:lnTo>
                  <a:pt x="39178" y="38713"/>
                </a:lnTo>
                <a:lnTo>
                  <a:pt x="38611" y="39223"/>
                </a:lnTo>
                <a:lnTo>
                  <a:pt x="37885" y="40312"/>
                </a:lnTo>
                <a:lnTo>
                  <a:pt x="39518" y="43759"/>
                </a:lnTo>
                <a:lnTo>
                  <a:pt x="38089" y="45176"/>
                </a:lnTo>
                <a:lnTo>
                  <a:pt x="33962" y="44632"/>
                </a:lnTo>
                <a:lnTo>
                  <a:pt x="31354" y="44757"/>
                </a:lnTo>
                <a:lnTo>
                  <a:pt x="29528" y="44598"/>
                </a:lnTo>
                <a:lnTo>
                  <a:pt x="27725" y="44666"/>
                </a:lnTo>
                <a:lnTo>
                  <a:pt x="14707" y="44666"/>
                </a:lnTo>
                <a:lnTo>
                  <a:pt x="7620" y="458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262866" y="92385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89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2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79" y="19628"/>
                </a:lnTo>
                <a:lnTo>
                  <a:pt x="1179" y="6610"/>
                </a:lnTo>
                <a:lnTo>
                  <a:pt x="2268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11"/>
                </a:lnTo>
                <a:lnTo>
                  <a:pt x="29120" y="7257"/>
                </a:lnTo>
                <a:lnTo>
                  <a:pt x="33338" y="5806"/>
                </a:lnTo>
                <a:lnTo>
                  <a:pt x="34358" y="7506"/>
                </a:lnTo>
                <a:lnTo>
                  <a:pt x="33814" y="10976"/>
                </a:lnTo>
                <a:lnTo>
                  <a:pt x="33814" y="19628"/>
                </a:lnTo>
                <a:lnTo>
                  <a:pt x="34983" y="26716"/>
                </a:lnTo>
                <a:lnTo>
                  <a:pt x="33213" y="29233"/>
                </a:lnTo>
                <a:lnTo>
                  <a:pt x="29199" y="27702"/>
                </a:lnTo>
                <a:lnTo>
                  <a:pt x="28371" y="28383"/>
                </a:lnTo>
                <a:lnTo>
                  <a:pt x="27725" y="29131"/>
                </a:lnTo>
                <a:lnTo>
                  <a:pt x="29176" y="33338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89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0" name="object 120"/>
          <p:cNvGrpSpPr/>
          <p:nvPr/>
        </p:nvGrpSpPr>
        <p:grpSpPr>
          <a:xfrm>
            <a:off x="7188434" y="7899551"/>
            <a:ext cx="5973445" cy="2387600"/>
            <a:chOff x="7188434" y="7899551"/>
            <a:chExt cx="5973445" cy="2387600"/>
          </a:xfrm>
        </p:grpSpPr>
        <p:pic>
          <p:nvPicPr>
            <p:cNvPr id="121" name="object 12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745813" y="9374907"/>
              <a:ext cx="89310" cy="88857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188434" y="7899551"/>
              <a:ext cx="5973271" cy="2387447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199660" y="9380294"/>
              <a:ext cx="77880" cy="7797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3083950" y="9386213"/>
              <a:ext cx="66234" cy="66643"/>
            </a:xfrm>
            <a:prstGeom prst="rect">
              <a:avLst/>
            </a:prstGeom>
          </p:spPr>
        </p:pic>
      </p:grpSp>
      <p:sp>
        <p:nvSpPr>
          <p:cNvPr id="125" name="object 125"/>
          <p:cNvSpPr/>
          <p:nvPr/>
        </p:nvSpPr>
        <p:spPr>
          <a:xfrm>
            <a:off x="6888443" y="93968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9"/>
                </a:moveTo>
                <a:lnTo>
                  <a:pt x="17258" y="43657"/>
                </a:lnTo>
                <a:lnTo>
                  <a:pt x="18789" y="39631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68" y="28587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4" y="15059"/>
                </a:lnTo>
                <a:lnTo>
                  <a:pt x="5443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5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7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7" y="10534"/>
                </a:lnTo>
                <a:lnTo>
                  <a:pt x="40607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6" y="44735"/>
                </a:lnTo>
                <a:lnTo>
                  <a:pt x="19118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3432756" y="94084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7" name="object 127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357802" y="9538028"/>
            <a:ext cx="88313" cy="88845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2909546" y="9537881"/>
            <a:ext cx="88301" cy="89367"/>
          </a:xfrm>
          <a:prstGeom prst="rect">
            <a:avLst/>
          </a:prstGeom>
        </p:spPr>
      </p:pic>
      <p:pic>
        <p:nvPicPr>
          <p:cNvPr id="129" name="object 12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7041585" y="9548948"/>
            <a:ext cx="67436" cy="67414"/>
          </a:xfrm>
          <a:prstGeom prst="rect">
            <a:avLst/>
          </a:prstGeom>
        </p:spPr>
      </p:pic>
      <p:sp>
        <p:nvSpPr>
          <p:cNvPr id="130" name="object 130"/>
          <p:cNvSpPr/>
          <p:nvPr/>
        </p:nvSpPr>
        <p:spPr>
          <a:xfrm>
            <a:off x="13252468" y="9554335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492" y="56561"/>
                </a:moveTo>
                <a:lnTo>
                  <a:pt x="16329" y="55212"/>
                </a:lnTo>
                <a:lnTo>
                  <a:pt x="17599" y="50631"/>
                </a:lnTo>
                <a:lnTo>
                  <a:pt x="16102" y="49145"/>
                </a:lnTo>
                <a:lnTo>
                  <a:pt x="12530" y="50948"/>
                </a:lnTo>
                <a:lnTo>
                  <a:pt x="10659" y="49202"/>
                </a:lnTo>
                <a:lnTo>
                  <a:pt x="12473" y="45517"/>
                </a:lnTo>
                <a:lnTo>
                  <a:pt x="10828" y="43861"/>
                </a:lnTo>
                <a:lnTo>
                  <a:pt x="6712" y="45494"/>
                </a:lnTo>
                <a:lnTo>
                  <a:pt x="5307" y="43373"/>
                </a:lnTo>
                <a:lnTo>
                  <a:pt x="6815" y="40550"/>
                </a:lnTo>
                <a:lnTo>
                  <a:pt x="6146" y="39189"/>
                </a:lnTo>
                <a:lnTo>
                  <a:pt x="5057" y="38463"/>
                </a:lnTo>
                <a:lnTo>
                  <a:pt x="1609" y="40096"/>
                </a:lnTo>
                <a:lnTo>
                  <a:pt x="0" y="38486"/>
                </a:lnTo>
                <a:lnTo>
                  <a:pt x="1009" y="34744"/>
                </a:lnTo>
                <a:lnTo>
                  <a:pt x="11" y="31467"/>
                </a:lnTo>
                <a:lnTo>
                  <a:pt x="124" y="25185"/>
                </a:lnTo>
                <a:lnTo>
                  <a:pt x="941" y="21896"/>
                </a:lnTo>
                <a:lnTo>
                  <a:pt x="33" y="18086"/>
                </a:lnTo>
                <a:lnTo>
                  <a:pt x="1610" y="16510"/>
                </a:lnTo>
                <a:lnTo>
                  <a:pt x="5069" y="18143"/>
                </a:lnTo>
                <a:lnTo>
                  <a:pt x="6146" y="17417"/>
                </a:lnTo>
                <a:lnTo>
                  <a:pt x="6872" y="16328"/>
                </a:lnTo>
                <a:lnTo>
                  <a:pt x="5238" y="12881"/>
                </a:lnTo>
                <a:lnTo>
                  <a:pt x="7053" y="11067"/>
                </a:lnTo>
                <a:lnTo>
                  <a:pt x="10682" y="12881"/>
                </a:lnTo>
                <a:lnTo>
                  <a:pt x="12484" y="11067"/>
                </a:lnTo>
                <a:lnTo>
                  <a:pt x="10681" y="7438"/>
                </a:lnTo>
                <a:lnTo>
                  <a:pt x="12484" y="5624"/>
                </a:lnTo>
                <a:lnTo>
                  <a:pt x="15942" y="7257"/>
                </a:lnTo>
                <a:lnTo>
                  <a:pt x="17020" y="6531"/>
                </a:lnTo>
                <a:lnTo>
                  <a:pt x="17667" y="5783"/>
                </a:lnTo>
                <a:lnTo>
                  <a:pt x="16215" y="1576"/>
                </a:lnTo>
                <a:lnTo>
                  <a:pt x="18812" y="0"/>
                </a:lnTo>
                <a:lnTo>
                  <a:pt x="25740" y="963"/>
                </a:lnTo>
                <a:lnTo>
                  <a:pt x="29448" y="1179"/>
                </a:lnTo>
                <a:lnTo>
                  <a:pt x="37953" y="56"/>
                </a:lnTo>
                <a:lnTo>
                  <a:pt x="39677" y="2177"/>
                </a:lnTo>
                <a:lnTo>
                  <a:pt x="38089" y="5306"/>
                </a:lnTo>
                <a:lnTo>
                  <a:pt x="38793" y="6531"/>
                </a:lnTo>
                <a:lnTo>
                  <a:pt x="40142" y="7211"/>
                </a:lnTo>
                <a:lnTo>
                  <a:pt x="42999" y="5692"/>
                </a:lnTo>
                <a:lnTo>
                  <a:pt x="45109" y="7132"/>
                </a:lnTo>
                <a:lnTo>
                  <a:pt x="43464" y="11203"/>
                </a:lnTo>
                <a:lnTo>
                  <a:pt x="44984" y="12734"/>
                </a:lnTo>
                <a:lnTo>
                  <a:pt x="49100" y="11101"/>
                </a:lnTo>
                <a:lnTo>
                  <a:pt x="50449" y="13153"/>
                </a:lnTo>
                <a:lnTo>
                  <a:pt x="48760" y="16340"/>
                </a:lnTo>
                <a:lnTo>
                  <a:pt x="50438" y="18335"/>
                </a:lnTo>
                <a:lnTo>
                  <a:pt x="54248" y="16555"/>
                </a:lnTo>
                <a:lnTo>
                  <a:pt x="56017" y="18324"/>
                </a:lnTo>
                <a:lnTo>
                  <a:pt x="54316" y="21726"/>
                </a:lnTo>
                <a:lnTo>
                  <a:pt x="55098" y="22860"/>
                </a:lnTo>
                <a:lnTo>
                  <a:pt x="54429" y="26330"/>
                </a:lnTo>
                <a:lnTo>
                  <a:pt x="55949" y="30333"/>
                </a:lnTo>
                <a:lnTo>
                  <a:pt x="54860" y="34710"/>
                </a:lnTo>
                <a:lnTo>
                  <a:pt x="55768" y="38531"/>
                </a:lnTo>
                <a:lnTo>
                  <a:pt x="54372" y="39903"/>
                </a:lnTo>
                <a:lnTo>
                  <a:pt x="50166" y="38350"/>
                </a:lnTo>
                <a:lnTo>
                  <a:pt x="48975" y="40289"/>
                </a:lnTo>
                <a:lnTo>
                  <a:pt x="50540" y="43736"/>
                </a:lnTo>
                <a:lnTo>
                  <a:pt x="48895" y="45381"/>
                </a:lnTo>
                <a:lnTo>
                  <a:pt x="44791" y="43748"/>
                </a:lnTo>
                <a:lnTo>
                  <a:pt x="43793" y="45278"/>
                </a:lnTo>
                <a:lnTo>
                  <a:pt x="44847" y="49769"/>
                </a:lnTo>
                <a:lnTo>
                  <a:pt x="42750" y="50767"/>
                </a:lnTo>
                <a:lnTo>
                  <a:pt x="40312" y="49497"/>
                </a:lnTo>
                <a:lnTo>
                  <a:pt x="38781" y="50064"/>
                </a:lnTo>
                <a:lnTo>
                  <a:pt x="38067" y="51152"/>
                </a:lnTo>
                <a:lnTo>
                  <a:pt x="39688" y="54600"/>
                </a:lnTo>
                <a:lnTo>
                  <a:pt x="38259" y="56017"/>
                </a:lnTo>
                <a:lnTo>
                  <a:pt x="34132" y="55461"/>
                </a:lnTo>
                <a:lnTo>
                  <a:pt x="31535" y="55597"/>
                </a:lnTo>
                <a:lnTo>
                  <a:pt x="29709" y="55484"/>
                </a:lnTo>
                <a:lnTo>
                  <a:pt x="25173" y="55541"/>
                </a:lnTo>
                <a:lnTo>
                  <a:pt x="19492" y="56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737819" y="957175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2" name="object 132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3078383" y="9706683"/>
            <a:ext cx="77482" cy="78402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194319" y="9701206"/>
            <a:ext cx="88528" cy="88970"/>
          </a:xfrm>
          <a:prstGeom prst="rect">
            <a:avLst/>
          </a:prstGeom>
        </p:spPr>
      </p:pic>
      <p:sp>
        <p:nvSpPr>
          <p:cNvPr id="134" name="object 134"/>
          <p:cNvSpPr/>
          <p:nvPr/>
        </p:nvSpPr>
        <p:spPr>
          <a:xfrm>
            <a:off x="6884066" y="971773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24947" y="986"/>
                </a:moveTo>
                <a:lnTo>
                  <a:pt x="17025" y="986"/>
                </a:lnTo>
                <a:lnTo>
                  <a:pt x="19833" y="0"/>
                </a:lnTo>
                <a:lnTo>
                  <a:pt x="24947" y="986"/>
                </a:lnTo>
                <a:close/>
              </a:path>
              <a:path w="56515" h="56515">
                <a:moveTo>
                  <a:pt x="38815" y="986"/>
                </a:moveTo>
                <a:lnTo>
                  <a:pt x="31161" y="986"/>
                </a:lnTo>
                <a:lnTo>
                  <a:pt x="35708" y="170"/>
                </a:lnTo>
                <a:lnTo>
                  <a:pt x="38815" y="986"/>
                </a:lnTo>
                <a:close/>
              </a:path>
              <a:path w="56515" h="56515">
                <a:moveTo>
                  <a:pt x="50268" y="17860"/>
                </a:moveTo>
                <a:lnTo>
                  <a:pt x="5920" y="17860"/>
                </a:lnTo>
                <a:lnTo>
                  <a:pt x="7472" y="14242"/>
                </a:lnTo>
                <a:lnTo>
                  <a:pt x="5148" y="9616"/>
                </a:lnTo>
                <a:lnTo>
                  <a:pt x="6168" y="6384"/>
                </a:lnTo>
                <a:lnTo>
                  <a:pt x="17073" y="6384"/>
                </a:lnTo>
                <a:lnTo>
                  <a:pt x="17492" y="5874"/>
                </a:lnTo>
                <a:lnTo>
                  <a:pt x="16434" y="986"/>
                </a:lnTo>
                <a:lnTo>
                  <a:pt x="39338" y="986"/>
                </a:lnTo>
                <a:lnTo>
                  <a:pt x="38406" y="5874"/>
                </a:lnTo>
                <a:lnTo>
                  <a:pt x="38271" y="5874"/>
                </a:lnTo>
                <a:lnTo>
                  <a:pt x="39337" y="6940"/>
                </a:lnTo>
                <a:lnTo>
                  <a:pt x="50283" y="6940"/>
                </a:lnTo>
                <a:lnTo>
                  <a:pt x="50597" y="7223"/>
                </a:lnTo>
                <a:lnTo>
                  <a:pt x="48975" y="10863"/>
                </a:lnTo>
                <a:lnTo>
                  <a:pt x="49701" y="11861"/>
                </a:lnTo>
                <a:lnTo>
                  <a:pt x="50416" y="12949"/>
                </a:lnTo>
                <a:lnTo>
                  <a:pt x="48794" y="16397"/>
                </a:lnTo>
                <a:lnTo>
                  <a:pt x="50268" y="17860"/>
                </a:lnTo>
                <a:close/>
              </a:path>
              <a:path w="56515" h="56515">
                <a:moveTo>
                  <a:pt x="50283" y="6940"/>
                </a:moveTo>
                <a:lnTo>
                  <a:pt x="39337" y="6940"/>
                </a:lnTo>
                <a:lnTo>
                  <a:pt x="43464" y="6384"/>
                </a:lnTo>
                <a:lnTo>
                  <a:pt x="45666" y="6384"/>
                </a:lnTo>
                <a:lnTo>
                  <a:pt x="49100" y="5874"/>
                </a:lnTo>
                <a:lnTo>
                  <a:pt x="50283" y="6940"/>
                </a:lnTo>
                <a:close/>
              </a:path>
              <a:path w="56515" h="56515">
                <a:moveTo>
                  <a:pt x="55380" y="17860"/>
                </a:moveTo>
                <a:lnTo>
                  <a:pt x="50320" y="17860"/>
                </a:lnTo>
                <a:lnTo>
                  <a:pt x="54849" y="16601"/>
                </a:lnTo>
                <a:lnTo>
                  <a:pt x="55380" y="17860"/>
                </a:lnTo>
                <a:close/>
              </a:path>
              <a:path w="56515" h="56515">
                <a:moveTo>
                  <a:pt x="1765" y="39915"/>
                </a:moveTo>
                <a:lnTo>
                  <a:pt x="1553" y="39915"/>
                </a:lnTo>
                <a:lnTo>
                  <a:pt x="703" y="39065"/>
                </a:lnTo>
                <a:lnTo>
                  <a:pt x="58" y="38350"/>
                </a:lnTo>
                <a:lnTo>
                  <a:pt x="952" y="34597"/>
                </a:lnTo>
                <a:lnTo>
                  <a:pt x="0" y="30753"/>
                </a:lnTo>
                <a:lnTo>
                  <a:pt x="396" y="25707"/>
                </a:lnTo>
                <a:lnTo>
                  <a:pt x="714" y="22747"/>
                </a:lnTo>
                <a:lnTo>
                  <a:pt x="805" y="21897"/>
                </a:lnTo>
                <a:lnTo>
                  <a:pt x="158" y="17860"/>
                </a:lnTo>
                <a:lnTo>
                  <a:pt x="1281" y="16737"/>
                </a:lnTo>
                <a:lnTo>
                  <a:pt x="5366" y="17860"/>
                </a:lnTo>
                <a:lnTo>
                  <a:pt x="55380" y="17860"/>
                </a:lnTo>
                <a:lnTo>
                  <a:pt x="56221" y="19787"/>
                </a:lnTo>
                <a:lnTo>
                  <a:pt x="55133" y="25423"/>
                </a:lnTo>
                <a:lnTo>
                  <a:pt x="55206" y="30753"/>
                </a:lnTo>
                <a:lnTo>
                  <a:pt x="56301" y="37398"/>
                </a:lnTo>
                <a:lnTo>
                  <a:pt x="55636" y="38350"/>
                </a:lnTo>
                <a:lnTo>
                  <a:pt x="5068" y="38350"/>
                </a:lnTo>
                <a:lnTo>
                  <a:pt x="1765" y="39915"/>
                </a:lnTo>
                <a:close/>
              </a:path>
              <a:path w="56515" h="56515">
                <a:moveTo>
                  <a:pt x="18275" y="55904"/>
                </a:moveTo>
                <a:lnTo>
                  <a:pt x="18096" y="55904"/>
                </a:lnTo>
                <a:lnTo>
                  <a:pt x="16340" y="55054"/>
                </a:lnTo>
                <a:lnTo>
                  <a:pt x="17536" y="50847"/>
                </a:lnTo>
                <a:lnTo>
                  <a:pt x="17549" y="50518"/>
                </a:lnTo>
                <a:lnTo>
                  <a:pt x="17043" y="49951"/>
                </a:lnTo>
                <a:lnTo>
                  <a:pt x="6157" y="49951"/>
                </a:lnTo>
                <a:lnTo>
                  <a:pt x="6140" y="39065"/>
                </a:lnTo>
                <a:lnTo>
                  <a:pt x="5068" y="38350"/>
                </a:lnTo>
                <a:lnTo>
                  <a:pt x="50570" y="38350"/>
                </a:lnTo>
                <a:lnTo>
                  <a:pt x="49701" y="39065"/>
                </a:lnTo>
                <a:lnTo>
                  <a:pt x="48329" y="41027"/>
                </a:lnTo>
                <a:lnTo>
                  <a:pt x="51481" y="48499"/>
                </a:lnTo>
                <a:lnTo>
                  <a:pt x="50816" y="49044"/>
                </a:lnTo>
                <a:lnTo>
                  <a:pt x="39722" y="49044"/>
                </a:lnTo>
                <a:lnTo>
                  <a:pt x="38248" y="50518"/>
                </a:lnTo>
                <a:lnTo>
                  <a:pt x="39480" y="55054"/>
                </a:lnTo>
                <a:lnTo>
                  <a:pt x="39630" y="55054"/>
                </a:lnTo>
                <a:lnTo>
                  <a:pt x="38823" y="55394"/>
                </a:lnTo>
                <a:lnTo>
                  <a:pt x="21239" y="55394"/>
                </a:lnTo>
                <a:lnTo>
                  <a:pt x="18275" y="55904"/>
                </a:lnTo>
                <a:close/>
              </a:path>
              <a:path w="56515" h="56515">
                <a:moveTo>
                  <a:pt x="54543" y="39915"/>
                </a:moveTo>
                <a:lnTo>
                  <a:pt x="50439" y="38350"/>
                </a:lnTo>
                <a:lnTo>
                  <a:pt x="55636" y="38350"/>
                </a:lnTo>
                <a:lnTo>
                  <a:pt x="54543" y="39915"/>
                </a:lnTo>
                <a:close/>
              </a:path>
              <a:path w="56515" h="56515">
                <a:moveTo>
                  <a:pt x="43408" y="50518"/>
                </a:moveTo>
                <a:lnTo>
                  <a:pt x="42834" y="50518"/>
                </a:lnTo>
                <a:lnTo>
                  <a:pt x="39722" y="49044"/>
                </a:lnTo>
                <a:lnTo>
                  <a:pt x="50816" y="49044"/>
                </a:lnTo>
                <a:lnTo>
                  <a:pt x="50580" y="49237"/>
                </a:lnTo>
                <a:lnTo>
                  <a:pt x="45483" y="49237"/>
                </a:lnTo>
                <a:lnTo>
                  <a:pt x="44258" y="49951"/>
                </a:lnTo>
                <a:lnTo>
                  <a:pt x="43408" y="50518"/>
                </a:lnTo>
                <a:close/>
              </a:path>
              <a:path w="56515" h="56515">
                <a:moveTo>
                  <a:pt x="48613" y="50847"/>
                </a:moveTo>
                <a:lnTo>
                  <a:pt x="45483" y="49237"/>
                </a:lnTo>
                <a:lnTo>
                  <a:pt x="50580" y="49237"/>
                </a:lnTo>
                <a:lnTo>
                  <a:pt x="48613" y="50847"/>
                </a:lnTo>
                <a:close/>
              </a:path>
              <a:path w="56515" h="56515">
                <a:moveTo>
                  <a:pt x="37613" y="55904"/>
                </a:moveTo>
                <a:lnTo>
                  <a:pt x="34710" y="55394"/>
                </a:lnTo>
                <a:lnTo>
                  <a:pt x="38823" y="55394"/>
                </a:lnTo>
                <a:lnTo>
                  <a:pt x="37613" y="55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3420737" y="972303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70"/>
                </a:moveTo>
                <a:lnTo>
                  <a:pt x="29630" y="44394"/>
                </a:lnTo>
                <a:lnTo>
                  <a:pt x="25106" y="45370"/>
                </a:lnTo>
                <a:lnTo>
                  <a:pt x="20820" y="44666"/>
                </a:lnTo>
                <a:lnTo>
                  <a:pt x="16170" y="44666"/>
                </a:lnTo>
                <a:lnTo>
                  <a:pt x="13222" y="45177"/>
                </a:lnTo>
                <a:lnTo>
                  <a:pt x="11362" y="44372"/>
                </a:lnTo>
                <a:lnTo>
                  <a:pt x="12575" y="39813"/>
                </a:lnTo>
                <a:lnTo>
                  <a:pt x="12042" y="39224"/>
                </a:lnTo>
                <a:lnTo>
                  <a:pt x="10671" y="38554"/>
                </a:lnTo>
                <a:lnTo>
                  <a:pt x="7847" y="40063"/>
                </a:lnTo>
                <a:lnTo>
                  <a:pt x="5726" y="38645"/>
                </a:lnTo>
                <a:lnTo>
                  <a:pt x="7359" y="34540"/>
                </a:lnTo>
                <a:lnTo>
                  <a:pt x="5964" y="33146"/>
                </a:lnTo>
                <a:lnTo>
                  <a:pt x="1542" y="34529"/>
                </a:lnTo>
                <a:lnTo>
                  <a:pt x="34" y="31524"/>
                </a:lnTo>
                <a:lnTo>
                  <a:pt x="1168" y="25469"/>
                </a:lnTo>
                <a:lnTo>
                  <a:pt x="1168" y="20763"/>
                </a:lnTo>
                <a:lnTo>
                  <a:pt x="0" y="13675"/>
                </a:lnTo>
                <a:lnTo>
                  <a:pt x="1757" y="11158"/>
                </a:lnTo>
                <a:lnTo>
                  <a:pt x="5772" y="12700"/>
                </a:lnTo>
                <a:lnTo>
                  <a:pt x="6600" y="12008"/>
                </a:lnTo>
                <a:lnTo>
                  <a:pt x="7326" y="10920"/>
                </a:lnTo>
                <a:lnTo>
                  <a:pt x="5692" y="7484"/>
                </a:lnTo>
                <a:lnTo>
                  <a:pt x="7507" y="5669"/>
                </a:lnTo>
                <a:lnTo>
                  <a:pt x="10954" y="7291"/>
                </a:lnTo>
                <a:lnTo>
                  <a:pt x="12042" y="6576"/>
                </a:lnTo>
                <a:lnTo>
                  <a:pt x="12575" y="5976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4"/>
                </a:lnTo>
                <a:lnTo>
                  <a:pt x="25514" y="1134"/>
                </a:lnTo>
                <a:lnTo>
                  <a:pt x="31547" y="0"/>
                </a:lnTo>
                <a:lnTo>
                  <a:pt x="34563" y="1508"/>
                </a:lnTo>
                <a:lnTo>
                  <a:pt x="33180" y="5941"/>
                </a:lnTo>
                <a:lnTo>
                  <a:pt x="34563" y="7336"/>
                </a:lnTo>
                <a:lnTo>
                  <a:pt x="38680" y="5703"/>
                </a:lnTo>
                <a:lnTo>
                  <a:pt x="40086" y="7824"/>
                </a:lnTo>
                <a:lnTo>
                  <a:pt x="38577" y="10647"/>
                </a:lnTo>
                <a:lnTo>
                  <a:pt x="39247" y="12008"/>
                </a:lnTo>
                <a:lnTo>
                  <a:pt x="40335" y="12734"/>
                </a:lnTo>
                <a:lnTo>
                  <a:pt x="43783" y="11101"/>
                </a:lnTo>
                <a:lnTo>
                  <a:pt x="45596" y="12915"/>
                </a:lnTo>
                <a:lnTo>
                  <a:pt x="43896" y="16317"/>
                </a:lnTo>
                <a:lnTo>
                  <a:pt x="44678" y="17451"/>
                </a:lnTo>
                <a:lnTo>
                  <a:pt x="44020" y="20921"/>
                </a:lnTo>
                <a:lnTo>
                  <a:pt x="45528" y="24924"/>
                </a:lnTo>
                <a:lnTo>
                  <a:pt x="44440" y="29301"/>
                </a:lnTo>
                <a:lnTo>
                  <a:pt x="45347" y="33112"/>
                </a:lnTo>
                <a:lnTo>
                  <a:pt x="43770" y="34688"/>
                </a:lnTo>
                <a:lnTo>
                  <a:pt x="40312" y="33055"/>
                </a:lnTo>
                <a:lnTo>
                  <a:pt x="39235" y="33781"/>
                </a:lnTo>
                <a:lnTo>
                  <a:pt x="38589" y="35198"/>
                </a:lnTo>
                <a:lnTo>
                  <a:pt x="40040" y="37908"/>
                </a:lnTo>
                <a:lnTo>
                  <a:pt x="38725" y="40063"/>
                </a:lnTo>
                <a:lnTo>
                  <a:pt x="34517" y="38498"/>
                </a:lnTo>
                <a:lnTo>
                  <a:pt x="33043" y="39983"/>
                </a:lnTo>
                <a:lnTo>
                  <a:pt x="34665" y="44088"/>
                </a:lnTo>
                <a:lnTo>
                  <a:pt x="32737" y="45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6" name="object 13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7036074" y="9870609"/>
            <a:ext cx="78016" cy="77506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3246560" y="9875417"/>
            <a:ext cx="67538" cy="67606"/>
          </a:xfrm>
          <a:prstGeom prst="rect">
            <a:avLst/>
          </a:prstGeom>
        </p:spPr>
      </p:pic>
      <p:sp>
        <p:nvSpPr>
          <p:cNvPr id="138" name="object 138"/>
          <p:cNvSpPr/>
          <p:nvPr/>
        </p:nvSpPr>
        <p:spPr>
          <a:xfrm>
            <a:off x="6725765" y="988628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66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7" y="44814"/>
                </a:lnTo>
                <a:lnTo>
                  <a:pt x="19300" y="44712"/>
                </a:lnTo>
                <a:lnTo>
                  <a:pt x="16419" y="44712"/>
                </a:lnTo>
                <a:lnTo>
                  <a:pt x="12949" y="45256"/>
                </a:lnTo>
                <a:lnTo>
                  <a:pt x="11248" y="44224"/>
                </a:lnTo>
                <a:lnTo>
                  <a:pt x="12700" y="40017"/>
                </a:lnTo>
                <a:lnTo>
                  <a:pt x="12054" y="39269"/>
                </a:lnTo>
                <a:lnTo>
                  <a:pt x="10681" y="38600"/>
                </a:lnTo>
                <a:lnTo>
                  <a:pt x="7869" y="40108"/>
                </a:lnTo>
                <a:lnTo>
                  <a:pt x="5737" y="38690"/>
                </a:lnTo>
                <a:lnTo>
                  <a:pt x="7370" y="34586"/>
                </a:lnTo>
                <a:lnTo>
                  <a:pt x="5976" y="33191"/>
                </a:lnTo>
                <a:lnTo>
                  <a:pt x="1542" y="34574"/>
                </a:lnTo>
                <a:lnTo>
                  <a:pt x="34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3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42" y="725"/>
                </a:lnTo>
                <a:lnTo>
                  <a:pt x="29392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19" y="12961"/>
                </a:lnTo>
                <a:lnTo>
                  <a:pt x="43986" y="16363"/>
                </a:lnTo>
                <a:lnTo>
                  <a:pt x="44712" y="17497"/>
                </a:lnTo>
                <a:lnTo>
                  <a:pt x="44712" y="29709"/>
                </a:lnTo>
                <a:lnTo>
                  <a:pt x="45222" y="32624"/>
                </a:lnTo>
                <a:lnTo>
                  <a:pt x="44417" y="34517"/>
                </a:lnTo>
                <a:lnTo>
                  <a:pt x="39836" y="33259"/>
                </a:lnTo>
                <a:lnTo>
                  <a:pt x="38611" y="34483"/>
                </a:lnTo>
                <a:lnTo>
                  <a:pt x="40051" y="38861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6" y="39269"/>
                </a:lnTo>
                <a:lnTo>
                  <a:pt x="33100" y="40357"/>
                </a:lnTo>
                <a:lnTo>
                  <a:pt x="34733" y="43804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3596047" y="989833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0" name="object 14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878192" y="10038708"/>
            <a:ext cx="67584" cy="67572"/>
          </a:xfrm>
          <a:prstGeom prst="rect">
            <a:avLst/>
          </a:prstGeom>
        </p:spPr>
      </p:pic>
      <p:sp>
        <p:nvSpPr>
          <p:cNvPr id="141" name="object 141"/>
          <p:cNvSpPr/>
          <p:nvPr/>
        </p:nvSpPr>
        <p:spPr>
          <a:xfrm>
            <a:off x="13415714" y="100443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13" y="55927"/>
                </a:moveTo>
                <a:lnTo>
                  <a:pt x="34699" y="55416"/>
                </a:lnTo>
                <a:lnTo>
                  <a:pt x="21250" y="55416"/>
                </a:lnTo>
                <a:lnTo>
                  <a:pt x="18143" y="55949"/>
                </a:lnTo>
                <a:lnTo>
                  <a:pt x="16340" y="55076"/>
                </a:lnTo>
                <a:lnTo>
                  <a:pt x="17622" y="50609"/>
                </a:lnTo>
                <a:lnTo>
                  <a:pt x="17055" y="49974"/>
                </a:lnTo>
                <a:lnTo>
                  <a:pt x="6157" y="49974"/>
                </a:lnTo>
                <a:lnTo>
                  <a:pt x="6157" y="39087"/>
                </a:lnTo>
                <a:lnTo>
                  <a:pt x="5057" y="38362"/>
                </a:lnTo>
                <a:lnTo>
                  <a:pt x="1620" y="39995"/>
                </a:lnTo>
                <a:lnTo>
                  <a:pt x="45" y="38418"/>
                </a:lnTo>
                <a:lnTo>
                  <a:pt x="952" y="34608"/>
                </a:lnTo>
                <a:lnTo>
                  <a:pt x="0" y="30775"/>
                </a:lnTo>
                <a:lnTo>
                  <a:pt x="804" y="21908"/>
                </a:lnTo>
                <a:lnTo>
                  <a:pt x="158" y="17871"/>
                </a:lnTo>
                <a:lnTo>
                  <a:pt x="1292" y="16748"/>
                </a:lnTo>
                <a:lnTo>
                  <a:pt x="5862" y="17996"/>
                </a:lnTo>
                <a:lnTo>
                  <a:pt x="7461" y="14242"/>
                </a:lnTo>
                <a:lnTo>
                  <a:pt x="5147" y="9627"/>
                </a:lnTo>
                <a:lnTo>
                  <a:pt x="6157" y="6429"/>
                </a:lnTo>
                <a:lnTo>
                  <a:pt x="17043" y="6429"/>
                </a:lnTo>
                <a:lnTo>
                  <a:pt x="17496" y="5907"/>
                </a:lnTo>
                <a:lnTo>
                  <a:pt x="16464" y="1190"/>
                </a:lnTo>
                <a:lnTo>
                  <a:pt x="19821" y="0"/>
                </a:lnTo>
                <a:lnTo>
                  <a:pt x="24935" y="986"/>
                </a:lnTo>
                <a:lnTo>
                  <a:pt x="31150" y="986"/>
                </a:lnTo>
                <a:lnTo>
                  <a:pt x="35708" y="170"/>
                </a:lnTo>
                <a:lnTo>
                  <a:pt x="39315" y="1122"/>
                </a:lnTo>
                <a:lnTo>
                  <a:pt x="38384" y="5987"/>
                </a:lnTo>
                <a:lnTo>
                  <a:pt x="39326" y="6939"/>
                </a:lnTo>
                <a:lnTo>
                  <a:pt x="43453" y="6384"/>
                </a:lnTo>
                <a:lnTo>
                  <a:pt x="45121" y="6474"/>
                </a:lnTo>
                <a:lnTo>
                  <a:pt x="49089" y="5885"/>
                </a:lnTo>
                <a:lnTo>
                  <a:pt x="50586" y="7234"/>
                </a:lnTo>
                <a:lnTo>
                  <a:pt x="48976" y="10863"/>
                </a:lnTo>
                <a:lnTo>
                  <a:pt x="50404" y="12961"/>
                </a:lnTo>
                <a:lnTo>
                  <a:pt x="48783" y="16408"/>
                </a:lnTo>
                <a:lnTo>
                  <a:pt x="50269" y="17893"/>
                </a:lnTo>
                <a:lnTo>
                  <a:pt x="54827" y="16623"/>
                </a:lnTo>
                <a:lnTo>
                  <a:pt x="56210" y="19810"/>
                </a:lnTo>
                <a:lnTo>
                  <a:pt x="55122" y="25446"/>
                </a:lnTo>
                <a:lnTo>
                  <a:pt x="55122" y="30333"/>
                </a:lnTo>
                <a:lnTo>
                  <a:pt x="56290" y="37420"/>
                </a:lnTo>
                <a:lnTo>
                  <a:pt x="54532" y="39938"/>
                </a:lnTo>
                <a:lnTo>
                  <a:pt x="50518" y="38407"/>
                </a:lnTo>
                <a:lnTo>
                  <a:pt x="49690" y="39087"/>
                </a:lnTo>
                <a:lnTo>
                  <a:pt x="48329" y="41049"/>
                </a:lnTo>
                <a:lnTo>
                  <a:pt x="51459" y="48522"/>
                </a:lnTo>
                <a:lnTo>
                  <a:pt x="48601" y="50869"/>
                </a:lnTo>
                <a:lnTo>
                  <a:pt x="45483" y="49270"/>
                </a:lnTo>
                <a:lnTo>
                  <a:pt x="43159" y="50699"/>
                </a:lnTo>
                <a:lnTo>
                  <a:pt x="39711" y="49066"/>
                </a:lnTo>
                <a:lnTo>
                  <a:pt x="38249" y="50541"/>
                </a:lnTo>
                <a:lnTo>
                  <a:pt x="39496" y="55133"/>
                </a:lnTo>
                <a:lnTo>
                  <a:pt x="37613" y="55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574528" y="1006162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3" name="object 143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030597" y="10191384"/>
            <a:ext cx="89344" cy="88823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3241673" y="10196544"/>
            <a:ext cx="77472" cy="78425"/>
          </a:xfrm>
          <a:prstGeom prst="rect">
            <a:avLst/>
          </a:prstGeom>
        </p:spPr>
      </p:pic>
      <p:sp>
        <p:nvSpPr>
          <p:cNvPr id="145" name="object 145"/>
          <p:cNvSpPr/>
          <p:nvPr/>
        </p:nvSpPr>
        <p:spPr>
          <a:xfrm>
            <a:off x="6720787" y="1020749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574"/>
                </a:moveTo>
                <a:lnTo>
                  <a:pt x="16351" y="55225"/>
                </a:lnTo>
                <a:lnTo>
                  <a:pt x="17599" y="50643"/>
                </a:lnTo>
                <a:lnTo>
                  <a:pt x="16113" y="49158"/>
                </a:lnTo>
                <a:lnTo>
                  <a:pt x="12541" y="50972"/>
                </a:lnTo>
                <a:lnTo>
                  <a:pt x="10670" y="49226"/>
                </a:lnTo>
                <a:lnTo>
                  <a:pt x="12484" y="45529"/>
                </a:lnTo>
                <a:lnTo>
                  <a:pt x="10829" y="43873"/>
                </a:lnTo>
                <a:lnTo>
                  <a:pt x="6724" y="45506"/>
                </a:lnTo>
                <a:lnTo>
                  <a:pt x="5306" y="43374"/>
                </a:lnTo>
                <a:lnTo>
                  <a:pt x="6815" y="40562"/>
                </a:lnTo>
                <a:lnTo>
                  <a:pt x="6146" y="39190"/>
                </a:lnTo>
                <a:lnTo>
                  <a:pt x="5057" y="38464"/>
                </a:lnTo>
                <a:lnTo>
                  <a:pt x="1610" y="40097"/>
                </a:lnTo>
                <a:lnTo>
                  <a:pt x="0" y="38487"/>
                </a:lnTo>
                <a:lnTo>
                  <a:pt x="1009" y="34756"/>
                </a:lnTo>
                <a:lnTo>
                  <a:pt x="11" y="31468"/>
                </a:lnTo>
                <a:lnTo>
                  <a:pt x="124" y="25185"/>
                </a:lnTo>
                <a:lnTo>
                  <a:pt x="941" y="21897"/>
                </a:lnTo>
                <a:lnTo>
                  <a:pt x="34" y="18087"/>
                </a:lnTo>
                <a:lnTo>
                  <a:pt x="1610" y="16511"/>
                </a:lnTo>
                <a:lnTo>
                  <a:pt x="5057" y="18143"/>
                </a:lnTo>
                <a:lnTo>
                  <a:pt x="6146" y="17418"/>
                </a:lnTo>
                <a:lnTo>
                  <a:pt x="6871" y="16329"/>
                </a:lnTo>
                <a:lnTo>
                  <a:pt x="5238" y="12882"/>
                </a:lnTo>
                <a:lnTo>
                  <a:pt x="7053" y="11067"/>
                </a:lnTo>
                <a:lnTo>
                  <a:pt x="10681" y="12882"/>
                </a:lnTo>
                <a:lnTo>
                  <a:pt x="12496" y="11067"/>
                </a:lnTo>
                <a:lnTo>
                  <a:pt x="10681" y="7439"/>
                </a:lnTo>
                <a:lnTo>
                  <a:pt x="12496" y="5624"/>
                </a:lnTo>
                <a:lnTo>
                  <a:pt x="15943" y="7257"/>
                </a:lnTo>
                <a:lnTo>
                  <a:pt x="17032" y="6531"/>
                </a:lnTo>
                <a:lnTo>
                  <a:pt x="17678" y="5783"/>
                </a:lnTo>
                <a:lnTo>
                  <a:pt x="16227" y="1576"/>
                </a:lnTo>
                <a:lnTo>
                  <a:pt x="18823" y="0"/>
                </a:lnTo>
                <a:lnTo>
                  <a:pt x="25752" y="964"/>
                </a:lnTo>
                <a:lnTo>
                  <a:pt x="29449" y="1179"/>
                </a:lnTo>
                <a:lnTo>
                  <a:pt x="37965" y="56"/>
                </a:lnTo>
                <a:lnTo>
                  <a:pt x="39700" y="2177"/>
                </a:lnTo>
                <a:lnTo>
                  <a:pt x="38101" y="5307"/>
                </a:lnTo>
                <a:lnTo>
                  <a:pt x="38804" y="6531"/>
                </a:lnTo>
                <a:lnTo>
                  <a:pt x="40165" y="7212"/>
                </a:lnTo>
                <a:lnTo>
                  <a:pt x="43011" y="5692"/>
                </a:lnTo>
                <a:lnTo>
                  <a:pt x="45131" y="7132"/>
                </a:lnTo>
                <a:lnTo>
                  <a:pt x="43476" y="11203"/>
                </a:lnTo>
                <a:lnTo>
                  <a:pt x="45007" y="12734"/>
                </a:lnTo>
                <a:lnTo>
                  <a:pt x="49111" y="11101"/>
                </a:lnTo>
                <a:lnTo>
                  <a:pt x="50472" y="13154"/>
                </a:lnTo>
                <a:lnTo>
                  <a:pt x="48783" y="16340"/>
                </a:lnTo>
                <a:lnTo>
                  <a:pt x="50461" y="18336"/>
                </a:lnTo>
                <a:lnTo>
                  <a:pt x="54271" y="16556"/>
                </a:lnTo>
                <a:lnTo>
                  <a:pt x="56040" y="18325"/>
                </a:lnTo>
                <a:lnTo>
                  <a:pt x="54407" y="21727"/>
                </a:lnTo>
                <a:lnTo>
                  <a:pt x="55133" y="22861"/>
                </a:lnTo>
                <a:lnTo>
                  <a:pt x="54475" y="26331"/>
                </a:lnTo>
                <a:lnTo>
                  <a:pt x="55995" y="30334"/>
                </a:lnTo>
                <a:lnTo>
                  <a:pt x="54895" y="34710"/>
                </a:lnTo>
                <a:lnTo>
                  <a:pt x="55802" y="38521"/>
                </a:lnTo>
                <a:lnTo>
                  <a:pt x="54407" y="39916"/>
                </a:lnTo>
                <a:lnTo>
                  <a:pt x="50211" y="38351"/>
                </a:lnTo>
                <a:lnTo>
                  <a:pt x="49009" y="40290"/>
                </a:lnTo>
                <a:lnTo>
                  <a:pt x="50586" y="43737"/>
                </a:lnTo>
                <a:lnTo>
                  <a:pt x="48930" y="45393"/>
                </a:lnTo>
                <a:lnTo>
                  <a:pt x="44825" y="43760"/>
                </a:lnTo>
                <a:lnTo>
                  <a:pt x="43816" y="45279"/>
                </a:lnTo>
                <a:lnTo>
                  <a:pt x="44870" y="49781"/>
                </a:lnTo>
                <a:lnTo>
                  <a:pt x="42773" y="50779"/>
                </a:lnTo>
                <a:lnTo>
                  <a:pt x="40346" y="49509"/>
                </a:lnTo>
                <a:lnTo>
                  <a:pt x="38804" y="50076"/>
                </a:lnTo>
                <a:lnTo>
                  <a:pt x="38078" y="51165"/>
                </a:lnTo>
                <a:lnTo>
                  <a:pt x="39711" y="54612"/>
                </a:lnTo>
                <a:lnTo>
                  <a:pt x="38293" y="56030"/>
                </a:lnTo>
                <a:lnTo>
                  <a:pt x="34154" y="55474"/>
                </a:lnTo>
                <a:lnTo>
                  <a:pt x="31558" y="55610"/>
                </a:lnTo>
                <a:lnTo>
                  <a:pt x="29732" y="55497"/>
                </a:lnTo>
                <a:lnTo>
                  <a:pt x="25185" y="55553"/>
                </a:lnTo>
                <a:lnTo>
                  <a:pt x="19504" y="56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3583381" y="10213338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5" h="45084">
                <a:moveTo>
                  <a:pt x="19095" y="44939"/>
                </a:moveTo>
                <a:lnTo>
                  <a:pt x="17246" y="43658"/>
                </a:lnTo>
                <a:lnTo>
                  <a:pt x="18777" y="39632"/>
                </a:lnTo>
                <a:lnTo>
                  <a:pt x="18097" y="38793"/>
                </a:lnTo>
                <a:lnTo>
                  <a:pt x="16124" y="37432"/>
                </a:lnTo>
                <a:lnTo>
                  <a:pt x="8663" y="40573"/>
                </a:lnTo>
                <a:lnTo>
                  <a:pt x="6315" y="37704"/>
                </a:lnTo>
                <a:lnTo>
                  <a:pt x="7914" y="34586"/>
                </a:lnTo>
                <a:lnTo>
                  <a:pt x="7211" y="33350"/>
                </a:lnTo>
                <a:lnTo>
                  <a:pt x="6485" y="32261"/>
                </a:lnTo>
                <a:lnTo>
                  <a:pt x="8106" y="28814"/>
                </a:lnTo>
                <a:lnTo>
                  <a:pt x="6303" y="26999"/>
                </a:lnTo>
                <a:lnTo>
                  <a:pt x="2788" y="28587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2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29" y="6849"/>
                </a:lnTo>
                <a:lnTo>
                  <a:pt x="13743" y="5409"/>
                </a:lnTo>
                <a:lnTo>
                  <a:pt x="17190" y="7042"/>
                </a:lnTo>
                <a:lnTo>
                  <a:pt x="18573" y="5658"/>
                </a:lnTo>
                <a:lnTo>
                  <a:pt x="17530" y="873"/>
                </a:lnTo>
                <a:lnTo>
                  <a:pt x="20093" y="56"/>
                </a:lnTo>
                <a:lnTo>
                  <a:pt x="26998" y="0"/>
                </a:lnTo>
                <a:lnTo>
                  <a:pt x="29573" y="895"/>
                </a:lnTo>
                <a:lnTo>
                  <a:pt x="28484" y="5635"/>
                </a:lnTo>
                <a:lnTo>
                  <a:pt x="29493" y="6645"/>
                </a:lnTo>
                <a:lnTo>
                  <a:pt x="33621" y="6101"/>
                </a:lnTo>
                <a:lnTo>
                  <a:pt x="35254" y="6180"/>
                </a:lnTo>
                <a:lnTo>
                  <a:pt x="39303" y="5602"/>
                </a:lnTo>
                <a:lnTo>
                  <a:pt x="40765" y="6985"/>
                </a:lnTo>
                <a:lnTo>
                  <a:pt x="39132" y="10534"/>
                </a:lnTo>
                <a:lnTo>
                  <a:pt x="40572" y="12666"/>
                </a:lnTo>
                <a:lnTo>
                  <a:pt x="38951" y="16113"/>
                </a:lnTo>
                <a:lnTo>
                  <a:pt x="40425" y="17588"/>
                </a:lnTo>
                <a:lnTo>
                  <a:pt x="45006" y="16340"/>
                </a:lnTo>
                <a:lnTo>
                  <a:pt x="45800" y="18200"/>
                </a:lnTo>
                <a:lnTo>
                  <a:pt x="45993" y="26909"/>
                </a:lnTo>
                <a:lnTo>
                  <a:pt x="44700" y="28757"/>
                </a:lnTo>
                <a:lnTo>
                  <a:pt x="40686" y="27226"/>
                </a:lnTo>
                <a:lnTo>
                  <a:pt x="39858" y="27907"/>
                </a:lnTo>
                <a:lnTo>
                  <a:pt x="38497" y="29869"/>
                </a:lnTo>
                <a:lnTo>
                  <a:pt x="41627" y="37341"/>
                </a:lnTo>
                <a:lnTo>
                  <a:pt x="38769" y="39689"/>
                </a:lnTo>
                <a:lnTo>
                  <a:pt x="35651" y="38089"/>
                </a:lnTo>
                <a:lnTo>
                  <a:pt x="34415" y="38793"/>
                </a:lnTo>
                <a:lnTo>
                  <a:pt x="33326" y="39518"/>
                </a:lnTo>
                <a:lnTo>
                  <a:pt x="29891" y="37886"/>
                </a:lnTo>
                <a:lnTo>
                  <a:pt x="28405" y="39371"/>
                </a:lnTo>
                <a:lnTo>
                  <a:pt x="29664" y="43952"/>
                </a:lnTo>
                <a:lnTo>
                  <a:pt x="27804" y="44735"/>
                </a:lnTo>
                <a:lnTo>
                  <a:pt x="19095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7" name="object 147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6439740" y="8753305"/>
            <a:ext cx="818418" cy="750570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18869" y="9316617"/>
            <a:ext cx="409728" cy="375919"/>
          </a:xfrm>
          <a:prstGeom prst="rect">
            <a:avLst/>
          </a:prstGeom>
        </p:spPr>
      </p:pic>
      <p:grpSp>
        <p:nvGrpSpPr>
          <p:cNvPr id="149" name="object 149"/>
          <p:cNvGrpSpPr/>
          <p:nvPr/>
        </p:nvGrpSpPr>
        <p:grpSpPr>
          <a:xfrm>
            <a:off x="642920" y="470653"/>
            <a:ext cx="9060180" cy="4408170"/>
            <a:chOff x="479793" y="379104"/>
            <a:chExt cx="9060180" cy="4408170"/>
          </a:xfrm>
        </p:grpSpPr>
        <p:pic>
          <p:nvPicPr>
            <p:cNvPr id="150" name="object 15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27214" y="426729"/>
              <a:ext cx="8964543" cy="4312622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527418" y="426729"/>
              <a:ext cx="8964930" cy="4312920"/>
            </a:xfrm>
            <a:custGeom>
              <a:avLst/>
              <a:gdLst/>
              <a:ahLst/>
              <a:cxnLst/>
              <a:rect l="l" t="t" r="r" b="b"/>
              <a:pathLst>
                <a:path w="8964930" h="4312920">
                  <a:moveTo>
                    <a:pt x="0" y="0"/>
                  </a:moveTo>
                  <a:lnTo>
                    <a:pt x="8964304" y="0"/>
                  </a:lnTo>
                  <a:lnTo>
                    <a:pt x="8964304" y="4312510"/>
                  </a:lnTo>
                  <a:lnTo>
                    <a:pt x="0" y="4312510"/>
                  </a:lnTo>
                  <a:lnTo>
                    <a:pt x="0" y="0"/>
                  </a:lnTo>
                  <a:close/>
                </a:path>
              </a:pathLst>
            </a:custGeom>
            <a:ln w="95250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527418" y="639868"/>
            <a:ext cx="8964930" cy="3573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96035" marR="1553210" indent="1625600">
              <a:lnSpc>
                <a:spcPct val="116399"/>
              </a:lnSpc>
              <a:spcBef>
                <a:spcPts val="95"/>
              </a:spcBef>
            </a:pPr>
            <a:r>
              <a:rPr sz="4000" spc="135" dirty="0">
                <a:latin typeface="Times New Roman"/>
                <a:cs typeface="Times New Roman"/>
              </a:rPr>
              <a:t>country</a:t>
            </a:r>
            <a:r>
              <a:rPr sz="4000" spc="30" dirty="0">
                <a:latin typeface="Times New Roman"/>
                <a:cs typeface="Times New Roman"/>
              </a:rPr>
              <a:t> </a:t>
            </a:r>
            <a:r>
              <a:rPr sz="4000" spc="50" dirty="0">
                <a:latin typeface="Times New Roman"/>
                <a:cs typeface="Times New Roman"/>
              </a:rPr>
              <a:t>table </a:t>
            </a:r>
            <a:r>
              <a:rPr sz="4000" spc="200" dirty="0">
                <a:latin typeface="Times New Roman"/>
                <a:cs typeface="Times New Roman"/>
              </a:rPr>
              <a:t>CREATE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120" dirty="0">
                <a:latin typeface="Times New Roman"/>
                <a:cs typeface="Times New Roman"/>
              </a:rPr>
              <a:t>TABLE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135" dirty="0">
                <a:latin typeface="Times New Roman"/>
                <a:cs typeface="Times New Roman"/>
              </a:rPr>
              <a:t>country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-50" dirty="0">
                <a:latin typeface="Times New Roman"/>
                <a:cs typeface="Times New Roman"/>
              </a:rPr>
              <a:t>(</a:t>
            </a:r>
            <a:endParaRPr sz="4000" dirty="0">
              <a:latin typeface="Times New Roman"/>
              <a:cs typeface="Times New Roman"/>
            </a:endParaRPr>
          </a:p>
          <a:p>
            <a:pPr marL="614045" marR="76200" indent="-283845">
              <a:lnSpc>
                <a:spcPts val="5590"/>
              </a:lnSpc>
              <a:spcBef>
                <a:spcPts val="315"/>
              </a:spcBef>
            </a:pPr>
            <a:r>
              <a:rPr sz="4000" spc="265" dirty="0">
                <a:latin typeface="Times New Roman"/>
                <a:cs typeface="Times New Roman"/>
              </a:rPr>
              <a:t>CID</a:t>
            </a:r>
            <a:r>
              <a:rPr sz="4000" spc="-5" dirty="0">
                <a:latin typeface="Times New Roman"/>
                <a:cs typeface="Times New Roman"/>
              </a:rPr>
              <a:t> </a:t>
            </a:r>
            <a:r>
              <a:rPr sz="4000" spc="-420" dirty="0">
                <a:latin typeface="Times New Roman"/>
                <a:cs typeface="Times New Roman"/>
              </a:rPr>
              <a:t>V</a:t>
            </a:r>
            <a:r>
              <a:rPr sz="4000" spc="160" dirty="0">
                <a:latin typeface="Times New Roman"/>
                <a:cs typeface="Times New Roman"/>
              </a:rPr>
              <a:t>A</a:t>
            </a:r>
            <a:r>
              <a:rPr sz="4000" spc="-120" dirty="0">
                <a:latin typeface="Times New Roman"/>
                <a:cs typeface="Times New Roman"/>
              </a:rPr>
              <a:t>R</a:t>
            </a:r>
            <a:r>
              <a:rPr sz="4000" spc="160" dirty="0">
                <a:latin typeface="Times New Roman"/>
                <a:cs typeface="Times New Roman"/>
              </a:rPr>
              <a:t>CHAR</a:t>
            </a:r>
            <a:r>
              <a:rPr sz="4000" spc="155" dirty="0">
                <a:latin typeface="Times New Roman"/>
                <a:cs typeface="Times New Roman"/>
              </a:rPr>
              <a:t>(</a:t>
            </a:r>
            <a:r>
              <a:rPr sz="4000" spc="160" dirty="0">
                <a:latin typeface="Times New Roman"/>
                <a:cs typeface="Times New Roman"/>
              </a:rPr>
              <a:t>10</a:t>
            </a:r>
            <a:r>
              <a:rPr sz="4000" spc="165" dirty="0">
                <a:latin typeface="Times New Roman"/>
                <a:cs typeface="Times New Roman"/>
              </a:rPr>
              <a:t>)</a:t>
            </a:r>
            <a:r>
              <a:rPr sz="4000" dirty="0">
                <a:latin typeface="Times New Roman"/>
                <a:cs typeface="Times New Roman"/>
              </a:rPr>
              <a:t> </a:t>
            </a:r>
            <a:r>
              <a:rPr sz="4000" spc="210" dirty="0">
                <a:latin typeface="Times New Roman"/>
                <a:cs typeface="Times New Roman"/>
              </a:rPr>
              <a:t>PRIMARY</a:t>
            </a:r>
            <a:r>
              <a:rPr sz="4000" spc="-5" dirty="0">
                <a:latin typeface="Times New Roman"/>
                <a:cs typeface="Times New Roman"/>
              </a:rPr>
              <a:t> </a:t>
            </a:r>
            <a:r>
              <a:rPr sz="4000" spc="190" dirty="0">
                <a:latin typeface="Times New Roman"/>
                <a:cs typeface="Times New Roman"/>
              </a:rPr>
              <a:t>KE</a:t>
            </a:r>
            <a:r>
              <a:rPr sz="4000" spc="-420" dirty="0">
                <a:latin typeface="Times New Roman"/>
                <a:cs typeface="Times New Roman"/>
              </a:rPr>
              <a:t>Y</a:t>
            </a:r>
            <a:r>
              <a:rPr sz="4000" spc="195" dirty="0">
                <a:latin typeface="Times New Roman"/>
                <a:cs typeface="Times New Roman"/>
              </a:rPr>
              <a:t>,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spc="170" dirty="0">
                <a:latin typeface="Times New Roman"/>
                <a:cs typeface="Times New Roman"/>
              </a:rPr>
              <a:t>Country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434" dirty="0">
                <a:latin typeface="Times New Roman"/>
                <a:cs typeface="Times New Roman"/>
              </a:rPr>
              <a:t>V</a:t>
            </a:r>
            <a:r>
              <a:rPr sz="4000" spc="145" dirty="0">
                <a:latin typeface="Times New Roman"/>
                <a:cs typeface="Times New Roman"/>
              </a:rPr>
              <a:t>A</a:t>
            </a:r>
            <a:r>
              <a:rPr sz="4000" spc="-135" dirty="0">
                <a:latin typeface="Times New Roman"/>
                <a:cs typeface="Times New Roman"/>
              </a:rPr>
              <a:t>R</a:t>
            </a:r>
            <a:r>
              <a:rPr sz="4000" spc="145" dirty="0">
                <a:latin typeface="Times New Roman"/>
                <a:cs typeface="Times New Roman"/>
              </a:rPr>
              <a:t>CHAR</a:t>
            </a:r>
            <a:r>
              <a:rPr sz="4000" spc="140" dirty="0">
                <a:latin typeface="Times New Roman"/>
                <a:cs typeface="Times New Roman"/>
              </a:rPr>
              <a:t>(</a:t>
            </a:r>
            <a:r>
              <a:rPr sz="4000" spc="145" dirty="0">
                <a:latin typeface="Times New Roman"/>
                <a:cs typeface="Times New Roman"/>
              </a:rPr>
              <a:t>100</a:t>
            </a:r>
            <a:r>
              <a:rPr sz="4000" spc="150" dirty="0">
                <a:latin typeface="Times New Roman"/>
                <a:cs typeface="Times New Roman"/>
              </a:rPr>
              <a:t>)</a:t>
            </a:r>
            <a:r>
              <a:rPr sz="4000" spc="10" dirty="0">
                <a:latin typeface="Times New Roman"/>
                <a:cs typeface="Times New Roman"/>
              </a:rPr>
              <a:t> </a:t>
            </a:r>
            <a:r>
              <a:rPr sz="4000" spc="275" dirty="0">
                <a:latin typeface="Times New Roman"/>
                <a:cs typeface="Times New Roman"/>
              </a:rPr>
              <a:t>UNIQUE</a:t>
            </a:r>
            <a:endParaRPr sz="4000" dirty="0">
              <a:latin typeface="Times New Roman"/>
              <a:cs typeface="Times New Roman"/>
            </a:endParaRPr>
          </a:p>
          <a:p>
            <a:pPr marR="256540" algn="ctr">
              <a:lnSpc>
                <a:spcPct val="100000"/>
              </a:lnSpc>
              <a:spcBef>
                <a:spcPts val="464"/>
              </a:spcBef>
            </a:pPr>
            <a:r>
              <a:rPr sz="4000" spc="-25" dirty="0">
                <a:latin typeface="Times New Roman"/>
                <a:cs typeface="Times New Roman"/>
              </a:rPr>
              <a:t>);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153" name="object 153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2256976" y="5257417"/>
            <a:ext cx="4963768" cy="1827098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9652740" y="4130155"/>
            <a:ext cx="4781549" cy="5191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2844" y="811303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89" h="33655">
                <a:moveTo>
                  <a:pt x="21839" y="33588"/>
                </a:moveTo>
                <a:lnTo>
                  <a:pt x="17700" y="33032"/>
                </a:lnTo>
                <a:lnTo>
                  <a:pt x="16192" y="33100"/>
                </a:lnTo>
                <a:lnTo>
                  <a:pt x="11951" y="33531"/>
                </a:lnTo>
                <a:lnTo>
                  <a:pt x="10579" y="32205"/>
                </a:lnTo>
                <a:lnTo>
                  <a:pt x="12201" y="28678"/>
                </a:lnTo>
                <a:lnTo>
                  <a:pt x="11475" y="27623"/>
                </a:lnTo>
                <a:lnTo>
                  <a:pt x="10114" y="26954"/>
                </a:lnTo>
                <a:lnTo>
                  <a:pt x="7290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10" y="21659"/>
                </a:lnTo>
                <a:lnTo>
                  <a:pt x="838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410"/>
                </a:lnTo>
                <a:lnTo>
                  <a:pt x="4807" y="12008"/>
                </a:lnTo>
                <a:lnTo>
                  <a:pt x="6043" y="11294"/>
                </a:lnTo>
                <a:lnTo>
                  <a:pt x="6757" y="10205"/>
                </a:lnTo>
                <a:lnTo>
                  <a:pt x="5136" y="6758"/>
                </a:lnTo>
                <a:lnTo>
                  <a:pt x="6950" y="4944"/>
                </a:lnTo>
                <a:lnTo>
                  <a:pt x="10397" y="6577"/>
                </a:lnTo>
                <a:lnTo>
                  <a:pt x="11475" y="5851"/>
                </a:lnTo>
                <a:lnTo>
                  <a:pt x="12201" y="4797"/>
                </a:lnTo>
                <a:lnTo>
                  <a:pt x="10579" y="1270"/>
                </a:lnTo>
                <a:lnTo>
                  <a:pt x="11906" y="0"/>
                </a:lnTo>
                <a:lnTo>
                  <a:pt x="22055" y="22"/>
                </a:lnTo>
                <a:lnTo>
                  <a:pt x="23246" y="1497"/>
                </a:lnTo>
                <a:lnTo>
                  <a:pt x="21658" y="4626"/>
                </a:lnTo>
                <a:lnTo>
                  <a:pt x="22361" y="5851"/>
                </a:lnTo>
                <a:lnTo>
                  <a:pt x="23450" y="6577"/>
                </a:lnTo>
                <a:lnTo>
                  <a:pt x="26897" y="4944"/>
                </a:lnTo>
                <a:lnTo>
                  <a:pt x="28564" y="6611"/>
                </a:lnTo>
                <a:lnTo>
                  <a:pt x="26930" y="10716"/>
                </a:lnTo>
                <a:lnTo>
                  <a:pt x="28428" y="11714"/>
                </a:lnTo>
                <a:lnTo>
                  <a:pt x="32975" y="10704"/>
                </a:lnTo>
                <a:lnTo>
                  <a:pt x="33758" y="12451"/>
                </a:lnTo>
                <a:lnTo>
                  <a:pt x="33236" y="15444"/>
                </a:lnTo>
                <a:lnTo>
                  <a:pt x="33236" y="18075"/>
                </a:lnTo>
                <a:lnTo>
                  <a:pt x="33758" y="20967"/>
                </a:lnTo>
                <a:lnTo>
                  <a:pt x="32964" y="22861"/>
                </a:lnTo>
                <a:lnTo>
                  <a:pt x="28360" y="21614"/>
                </a:lnTo>
                <a:lnTo>
                  <a:pt x="27044" y="22940"/>
                </a:lnTo>
                <a:lnTo>
                  <a:pt x="28677" y="27045"/>
                </a:lnTo>
                <a:lnTo>
                  <a:pt x="26557" y="28417"/>
                </a:lnTo>
                <a:lnTo>
                  <a:pt x="23722" y="26943"/>
                </a:lnTo>
                <a:lnTo>
                  <a:pt x="22349" y="27623"/>
                </a:lnTo>
                <a:lnTo>
                  <a:pt x="21635" y="28712"/>
                </a:lnTo>
                <a:lnTo>
                  <a:pt x="23257" y="32159"/>
                </a:lnTo>
                <a:lnTo>
                  <a:pt x="21839" y="335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5665" y="946574"/>
            <a:ext cx="88289" cy="893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28542" y="963719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28" y="55530"/>
                </a:moveTo>
                <a:lnTo>
                  <a:pt x="24210" y="55428"/>
                </a:lnTo>
                <a:lnTo>
                  <a:pt x="21919" y="54623"/>
                </a:lnTo>
                <a:lnTo>
                  <a:pt x="22951" y="49906"/>
                </a:lnTo>
                <a:lnTo>
                  <a:pt x="22497" y="49384"/>
                </a:lnTo>
                <a:lnTo>
                  <a:pt x="20524" y="48023"/>
                </a:lnTo>
                <a:lnTo>
                  <a:pt x="13063" y="51165"/>
                </a:lnTo>
                <a:lnTo>
                  <a:pt x="10716" y="48295"/>
                </a:lnTo>
                <a:lnTo>
                  <a:pt x="12314" y="45166"/>
                </a:lnTo>
                <a:lnTo>
                  <a:pt x="11611" y="43941"/>
                </a:lnTo>
                <a:lnTo>
                  <a:pt x="10806" y="43272"/>
                </a:lnTo>
                <a:lnTo>
                  <a:pt x="6723" y="44780"/>
                </a:lnTo>
                <a:lnTo>
                  <a:pt x="5590" y="43068"/>
                </a:lnTo>
                <a:lnTo>
                  <a:pt x="6225" y="39587"/>
                </a:lnTo>
                <a:lnTo>
                  <a:pt x="6123" y="37715"/>
                </a:lnTo>
                <a:lnTo>
                  <a:pt x="6690" y="33577"/>
                </a:lnTo>
                <a:lnTo>
                  <a:pt x="5783" y="32681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4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40"/>
                </a:lnTo>
                <a:lnTo>
                  <a:pt x="13063" y="4071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7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7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1"/>
                </a:lnTo>
                <a:lnTo>
                  <a:pt x="45155" y="6940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90"/>
                </a:lnTo>
                <a:lnTo>
                  <a:pt x="50042" y="22906"/>
                </a:lnTo>
                <a:lnTo>
                  <a:pt x="54544" y="21568"/>
                </a:lnTo>
                <a:lnTo>
                  <a:pt x="55666" y="22702"/>
                </a:lnTo>
                <a:lnTo>
                  <a:pt x="55099" y="26830"/>
                </a:lnTo>
                <a:lnTo>
                  <a:pt x="55212" y="28973"/>
                </a:lnTo>
                <a:lnTo>
                  <a:pt x="55587" y="31797"/>
                </a:lnTo>
                <a:lnTo>
                  <a:pt x="54918" y="33622"/>
                </a:lnTo>
                <a:lnTo>
                  <a:pt x="50269" y="32602"/>
                </a:lnTo>
                <a:lnTo>
                  <a:pt x="49690" y="33055"/>
                </a:lnTo>
                <a:lnTo>
                  <a:pt x="48329" y="35017"/>
                </a:lnTo>
                <a:lnTo>
                  <a:pt x="51470" y="42490"/>
                </a:lnTo>
                <a:lnTo>
                  <a:pt x="48601" y="44837"/>
                </a:lnTo>
                <a:lnTo>
                  <a:pt x="45483" y="43238"/>
                </a:lnTo>
                <a:lnTo>
                  <a:pt x="44258" y="43941"/>
                </a:lnTo>
                <a:lnTo>
                  <a:pt x="43532" y="45030"/>
                </a:lnTo>
                <a:lnTo>
                  <a:pt x="45166" y="48477"/>
                </a:lnTo>
                <a:lnTo>
                  <a:pt x="43351" y="50280"/>
                </a:lnTo>
                <a:lnTo>
                  <a:pt x="39904" y="48681"/>
                </a:lnTo>
                <a:lnTo>
                  <a:pt x="37727" y="50087"/>
                </a:lnTo>
                <a:lnTo>
                  <a:pt x="34279" y="48477"/>
                </a:lnTo>
                <a:lnTo>
                  <a:pt x="32805" y="49951"/>
                </a:lnTo>
                <a:lnTo>
                  <a:pt x="34064" y="54532"/>
                </a:lnTo>
                <a:lnTo>
                  <a:pt x="31728" y="55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16709" cy="38173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9411" y="1120818"/>
            <a:ext cx="67538" cy="675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008864" y="1143736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91120" y="1278803"/>
            <a:ext cx="77640" cy="7808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33566" y="129498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33281" y="45211"/>
                </a:moveTo>
                <a:lnTo>
                  <a:pt x="29143" y="44644"/>
                </a:lnTo>
                <a:lnTo>
                  <a:pt x="26546" y="44791"/>
                </a:lnTo>
                <a:lnTo>
                  <a:pt x="24720" y="44587"/>
                </a:lnTo>
                <a:lnTo>
                  <a:pt x="21125" y="44791"/>
                </a:lnTo>
                <a:lnTo>
                  <a:pt x="19277" y="44689"/>
                </a:lnTo>
                <a:lnTo>
                  <a:pt x="16397" y="44689"/>
                </a:lnTo>
                <a:lnTo>
                  <a:pt x="12938" y="45233"/>
                </a:lnTo>
                <a:lnTo>
                  <a:pt x="11249" y="44202"/>
                </a:lnTo>
                <a:lnTo>
                  <a:pt x="12689" y="40006"/>
                </a:lnTo>
                <a:lnTo>
                  <a:pt x="12042" y="39257"/>
                </a:lnTo>
                <a:lnTo>
                  <a:pt x="10682" y="38577"/>
                </a:lnTo>
                <a:lnTo>
                  <a:pt x="7858" y="40085"/>
                </a:lnTo>
                <a:lnTo>
                  <a:pt x="5737" y="38668"/>
                </a:lnTo>
                <a:lnTo>
                  <a:pt x="7371" y="34574"/>
                </a:lnTo>
                <a:lnTo>
                  <a:pt x="5964" y="33179"/>
                </a:lnTo>
                <a:lnTo>
                  <a:pt x="1542" y="34563"/>
                </a:lnTo>
                <a:lnTo>
                  <a:pt x="34" y="31558"/>
                </a:lnTo>
                <a:lnTo>
                  <a:pt x="1168" y="25514"/>
                </a:lnTo>
                <a:lnTo>
                  <a:pt x="1168" y="20797"/>
                </a:lnTo>
                <a:lnTo>
                  <a:pt x="0" y="13709"/>
                </a:lnTo>
                <a:lnTo>
                  <a:pt x="1769" y="11192"/>
                </a:lnTo>
                <a:lnTo>
                  <a:pt x="5772" y="12723"/>
                </a:lnTo>
                <a:lnTo>
                  <a:pt x="6611" y="12042"/>
                </a:lnTo>
                <a:lnTo>
                  <a:pt x="7325" y="10954"/>
                </a:lnTo>
                <a:lnTo>
                  <a:pt x="5703" y="7507"/>
                </a:lnTo>
                <a:lnTo>
                  <a:pt x="7506" y="5692"/>
                </a:lnTo>
                <a:lnTo>
                  <a:pt x="10965" y="7325"/>
                </a:lnTo>
                <a:lnTo>
                  <a:pt x="12042" y="6599"/>
                </a:lnTo>
                <a:lnTo>
                  <a:pt x="12689" y="5851"/>
                </a:lnTo>
                <a:lnTo>
                  <a:pt x="11249" y="1644"/>
                </a:lnTo>
                <a:lnTo>
                  <a:pt x="13970" y="0"/>
                </a:lnTo>
                <a:lnTo>
                  <a:pt x="20615" y="1167"/>
                </a:lnTo>
                <a:lnTo>
                  <a:pt x="24448" y="1167"/>
                </a:lnTo>
                <a:lnTo>
                  <a:pt x="26932" y="725"/>
                </a:lnTo>
                <a:lnTo>
                  <a:pt x="29381" y="1462"/>
                </a:lnTo>
                <a:lnTo>
                  <a:pt x="33112" y="464"/>
                </a:lnTo>
                <a:lnTo>
                  <a:pt x="34711" y="2074"/>
                </a:lnTo>
                <a:lnTo>
                  <a:pt x="33089" y="5522"/>
                </a:lnTo>
                <a:lnTo>
                  <a:pt x="33803" y="6599"/>
                </a:lnTo>
                <a:lnTo>
                  <a:pt x="34892" y="7325"/>
                </a:lnTo>
                <a:lnTo>
                  <a:pt x="38339" y="5703"/>
                </a:lnTo>
                <a:lnTo>
                  <a:pt x="40153" y="7506"/>
                </a:lnTo>
                <a:lnTo>
                  <a:pt x="38339" y="11135"/>
                </a:lnTo>
                <a:lnTo>
                  <a:pt x="40153" y="12950"/>
                </a:lnTo>
                <a:lnTo>
                  <a:pt x="43782" y="11135"/>
                </a:lnTo>
                <a:lnTo>
                  <a:pt x="45585" y="12949"/>
                </a:lnTo>
                <a:lnTo>
                  <a:pt x="43884" y="16351"/>
                </a:lnTo>
                <a:lnTo>
                  <a:pt x="44666" y="17485"/>
                </a:lnTo>
                <a:lnTo>
                  <a:pt x="44666" y="29698"/>
                </a:lnTo>
                <a:lnTo>
                  <a:pt x="45188" y="32623"/>
                </a:lnTo>
                <a:lnTo>
                  <a:pt x="44382" y="34506"/>
                </a:lnTo>
                <a:lnTo>
                  <a:pt x="39790" y="33236"/>
                </a:lnTo>
                <a:lnTo>
                  <a:pt x="38565" y="34472"/>
                </a:lnTo>
                <a:lnTo>
                  <a:pt x="40005" y="38838"/>
                </a:lnTo>
                <a:lnTo>
                  <a:pt x="37817" y="39995"/>
                </a:lnTo>
                <a:lnTo>
                  <a:pt x="35288" y="38645"/>
                </a:lnTo>
                <a:lnTo>
                  <a:pt x="33791" y="39257"/>
                </a:lnTo>
                <a:lnTo>
                  <a:pt x="33077" y="40346"/>
                </a:lnTo>
                <a:lnTo>
                  <a:pt x="34699" y="43782"/>
                </a:lnTo>
                <a:lnTo>
                  <a:pt x="33281" y="4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64842" y="145287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4481" y="56618"/>
                </a:moveTo>
                <a:lnTo>
                  <a:pt x="11316" y="55212"/>
                </a:lnTo>
                <a:lnTo>
                  <a:pt x="12609" y="50665"/>
                </a:lnTo>
                <a:lnTo>
                  <a:pt x="11260" y="49327"/>
                </a:lnTo>
                <a:lnTo>
                  <a:pt x="7155" y="50949"/>
                </a:lnTo>
                <a:lnTo>
                  <a:pt x="5749" y="48828"/>
                </a:lnTo>
                <a:lnTo>
                  <a:pt x="7257" y="46016"/>
                </a:lnTo>
                <a:lnTo>
                  <a:pt x="6588" y="44644"/>
                </a:lnTo>
                <a:lnTo>
                  <a:pt x="5488" y="43930"/>
                </a:lnTo>
                <a:lnTo>
                  <a:pt x="2052" y="45551"/>
                </a:lnTo>
                <a:lnTo>
                  <a:pt x="476" y="43975"/>
                </a:lnTo>
                <a:lnTo>
                  <a:pt x="1383" y="40165"/>
                </a:lnTo>
                <a:lnTo>
                  <a:pt x="442" y="36343"/>
                </a:lnTo>
                <a:lnTo>
                  <a:pt x="816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27"/>
                </a:lnTo>
                <a:lnTo>
                  <a:pt x="2234" y="11112"/>
                </a:lnTo>
                <a:lnTo>
                  <a:pt x="5352" y="12700"/>
                </a:lnTo>
                <a:lnTo>
                  <a:pt x="6588" y="11997"/>
                </a:lnTo>
                <a:lnTo>
                  <a:pt x="7302" y="10908"/>
                </a:lnTo>
                <a:lnTo>
                  <a:pt x="5680" y="7461"/>
                </a:lnTo>
                <a:lnTo>
                  <a:pt x="7483" y="5658"/>
                </a:lnTo>
                <a:lnTo>
                  <a:pt x="10942" y="7280"/>
                </a:lnTo>
                <a:lnTo>
                  <a:pt x="12019" y="6554"/>
                </a:lnTo>
                <a:lnTo>
                  <a:pt x="12541" y="5976"/>
                </a:lnTo>
                <a:lnTo>
                  <a:pt x="11362" y="1395"/>
                </a:lnTo>
                <a:lnTo>
                  <a:pt x="13391" y="544"/>
                </a:lnTo>
                <a:lnTo>
                  <a:pt x="15977" y="1292"/>
                </a:lnTo>
                <a:lnTo>
                  <a:pt x="22327" y="578"/>
                </a:lnTo>
                <a:lnTo>
                  <a:pt x="28938" y="532"/>
                </a:lnTo>
                <a:lnTo>
                  <a:pt x="35413" y="1326"/>
                </a:lnTo>
                <a:lnTo>
                  <a:pt x="43759" y="0"/>
                </a:lnTo>
                <a:lnTo>
                  <a:pt x="45551" y="2211"/>
                </a:lnTo>
                <a:lnTo>
                  <a:pt x="43963" y="5329"/>
                </a:lnTo>
                <a:lnTo>
                  <a:pt x="44667" y="6554"/>
                </a:lnTo>
                <a:lnTo>
                  <a:pt x="45755" y="7280"/>
                </a:lnTo>
                <a:lnTo>
                  <a:pt x="49203" y="5658"/>
                </a:lnTo>
                <a:lnTo>
                  <a:pt x="50858" y="7313"/>
                </a:lnTo>
                <a:lnTo>
                  <a:pt x="49236" y="11430"/>
                </a:lnTo>
                <a:lnTo>
                  <a:pt x="51357" y="12791"/>
                </a:lnTo>
                <a:lnTo>
                  <a:pt x="54192" y="11317"/>
                </a:lnTo>
                <a:lnTo>
                  <a:pt x="55541" y="11997"/>
                </a:lnTo>
                <a:lnTo>
                  <a:pt x="55541" y="40550"/>
                </a:lnTo>
                <a:lnTo>
                  <a:pt x="56051" y="43419"/>
                </a:lnTo>
                <a:lnTo>
                  <a:pt x="55292" y="45290"/>
                </a:lnTo>
                <a:lnTo>
                  <a:pt x="50665" y="44133"/>
                </a:lnTo>
                <a:lnTo>
                  <a:pt x="50109" y="44644"/>
                </a:lnTo>
                <a:lnTo>
                  <a:pt x="49429" y="46005"/>
                </a:lnTo>
                <a:lnTo>
                  <a:pt x="50937" y="48828"/>
                </a:lnTo>
                <a:lnTo>
                  <a:pt x="49520" y="50949"/>
                </a:lnTo>
                <a:lnTo>
                  <a:pt x="45426" y="49327"/>
                </a:lnTo>
                <a:lnTo>
                  <a:pt x="44043" y="50711"/>
                </a:lnTo>
                <a:lnTo>
                  <a:pt x="45415" y="55156"/>
                </a:lnTo>
                <a:lnTo>
                  <a:pt x="43578" y="56052"/>
                </a:lnTo>
                <a:lnTo>
                  <a:pt x="40460" y="55519"/>
                </a:lnTo>
                <a:lnTo>
                  <a:pt x="20184" y="55519"/>
                </a:lnTo>
                <a:lnTo>
                  <a:pt x="14481" y="566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7096" y="146853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8844" y="3141"/>
                </a:move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8844" y="3141"/>
                </a:lnTo>
                <a:close/>
              </a:path>
              <a:path w="24129" h="24130">
                <a:moveTo>
                  <a:pt x="2857" y="18982"/>
                </a:moveTo>
                <a:lnTo>
                  <a:pt x="0" y="16646"/>
                </a:lnTo>
                <a:lnTo>
                  <a:pt x="3140" y="9173"/>
                </a:lnTo>
                <a:lnTo>
                  <a:pt x="1780" y="7212"/>
                </a:lnTo>
                <a:lnTo>
                  <a:pt x="7211" y="7212"/>
                </a:lnTo>
                <a:lnTo>
                  <a:pt x="7211" y="1769"/>
                </a:lnTo>
                <a:lnTo>
                  <a:pt x="9185" y="3141"/>
                </a:lnTo>
                <a:lnTo>
                  <a:pt x="18844" y="3141"/>
                </a:lnTo>
                <a:lnTo>
                  <a:pt x="17395" y="5987"/>
                </a:lnTo>
                <a:lnTo>
                  <a:pt x="18098" y="7212"/>
                </a:lnTo>
                <a:lnTo>
                  <a:pt x="19334" y="7915"/>
                </a:lnTo>
                <a:lnTo>
                  <a:pt x="23926" y="7915"/>
                </a:lnTo>
                <a:lnTo>
                  <a:pt x="23937" y="17383"/>
                </a:lnTo>
                <a:lnTo>
                  <a:pt x="6009" y="17383"/>
                </a:lnTo>
                <a:lnTo>
                  <a:pt x="2857" y="18982"/>
                </a:lnTo>
                <a:close/>
              </a:path>
              <a:path w="24129" h="24130">
                <a:moveTo>
                  <a:pt x="23926" y="7915"/>
                </a:moveTo>
                <a:lnTo>
                  <a:pt x="19334" y="7915"/>
                </a:lnTo>
                <a:lnTo>
                  <a:pt x="22464" y="6327"/>
                </a:lnTo>
                <a:lnTo>
                  <a:pt x="23926" y="7529"/>
                </a:lnTo>
                <a:lnTo>
                  <a:pt x="23926" y="7915"/>
                </a:lnTo>
                <a:close/>
              </a:path>
              <a:path w="24129" h="24130">
                <a:moveTo>
                  <a:pt x="17690" y="23926"/>
                </a:moveTo>
                <a:lnTo>
                  <a:pt x="7529" y="23926"/>
                </a:lnTo>
                <a:lnTo>
                  <a:pt x="6327" y="22441"/>
                </a:lnTo>
                <a:lnTo>
                  <a:pt x="7926" y="19322"/>
                </a:lnTo>
                <a:lnTo>
                  <a:pt x="7211" y="18098"/>
                </a:lnTo>
                <a:lnTo>
                  <a:pt x="5968" y="17383"/>
                </a:lnTo>
                <a:lnTo>
                  <a:pt x="19141" y="17383"/>
                </a:lnTo>
                <a:lnTo>
                  <a:pt x="18098" y="18098"/>
                </a:lnTo>
                <a:lnTo>
                  <a:pt x="17499" y="18982"/>
                </a:lnTo>
                <a:lnTo>
                  <a:pt x="17462" y="19322"/>
                </a:lnTo>
                <a:lnTo>
                  <a:pt x="18896" y="22441"/>
                </a:lnTo>
                <a:lnTo>
                  <a:pt x="19005" y="22679"/>
                </a:lnTo>
                <a:lnTo>
                  <a:pt x="17690" y="23926"/>
                </a:lnTo>
                <a:close/>
              </a:path>
              <a:path w="24129" h="24130">
                <a:moveTo>
                  <a:pt x="22700" y="18982"/>
                </a:moveTo>
                <a:lnTo>
                  <a:pt x="20699" y="18098"/>
                </a:lnTo>
                <a:lnTo>
                  <a:pt x="19141" y="17383"/>
                </a:lnTo>
                <a:lnTo>
                  <a:pt x="23937" y="17383"/>
                </a:lnTo>
                <a:lnTo>
                  <a:pt x="23937" y="17678"/>
                </a:lnTo>
                <a:lnTo>
                  <a:pt x="22700" y="18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90984" y="1605475"/>
            <a:ext cx="77835" cy="7793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838985" y="162699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49" y="33213"/>
                </a:lnTo>
                <a:lnTo>
                  <a:pt x="7291" y="29210"/>
                </a:lnTo>
                <a:lnTo>
                  <a:pt x="6600" y="28371"/>
                </a:lnTo>
                <a:lnTo>
                  <a:pt x="5761" y="27691"/>
                </a:lnTo>
                <a:lnTo>
                  <a:pt x="1746" y="29222"/>
                </a:lnTo>
                <a:lnTo>
                  <a:pt x="0" y="26716"/>
                </a:lnTo>
                <a:lnTo>
                  <a:pt x="1168" y="19617"/>
                </a:lnTo>
                <a:lnTo>
                  <a:pt x="1168" y="6599"/>
                </a:lnTo>
                <a:lnTo>
                  <a:pt x="2257" y="5885"/>
                </a:lnTo>
                <a:lnTo>
                  <a:pt x="5692" y="7506"/>
                </a:lnTo>
                <a:lnTo>
                  <a:pt x="7178" y="6021"/>
                </a:lnTo>
                <a:lnTo>
                  <a:pt x="5908" y="1451"/>
                </a:lnTo>
                <a:lnTo>
                  <a:pt x="9106" y="79"/>
                </a:lnTo>
                <a:lnTo>
                  <a:pt x="14730" y="1167"/>
                </a:lnTo>
                <a:lnTo>
                  <a:pt x="19618" y="1167"/>
                </a:lnTo>
                <a:lnTo>
                  <a:pt x="26705" y="0"/>
                </a:lnTo>
                <a:lnTo>
                  <a:pt x="29166" y="1734"/>
                </a:lnTo>
                <a:lnTo>
                  <a:pt x="27692" y="5817"/>
                </a:lnTo>
                <a:lnTo>
                  <a:pt x="28360" y="6610"/>
                </a:lnTo>
                <a:lnTo>
                  <a:pt x="29109" y="7257"/>
                </a:lnTo>
                <a:lnTo>
                  <a:pt x="33327" y="5816"/>
                </a:lnTo>
                <a:lnTo>
                  <a:pt x="34347" y="7506"/>
                </a:lnTo>
                <a:lnTo>
                  <a:pt x="33803" y="10976"/>
                </a:lnTo>
                <a:lnTo>
                  <a:pt x="33803" y="19617"/>
                </a:lnTo>
                <a:lnTo>
                  <a:pt x="34972" y="26704"/>
                </a:lnTo>
                <a:lnTo>
                  <a:pt x="33202" y="29222"/>
                </a:lnTo>
                <a:lnTo>
                  <a:pt x="29199" y="27691"/>
                </a:lnTo>
                <a:lnTo>
                  <a:pt x="28360" y="28371"/>
                </a:lnTo>
                <a:lnTo>
                  <a:pt x="27714" y="29120"/>
                </a:lnTo>
                <a:lnTo>
                  <a:pt x="29165" y="33338"/>
                </a:lnTo>
                <a:lnTo>
                  <a:pt x="27465" y="34359"/>
                </a:lnTo>
                <a:lnTo>
                  <a:pt x="23995" y="33814"/>
                </a:lnTo>
                <a:lnTo>
                  <a:pt x="15354" y="33814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65251" y="1780196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17" y="55507"/>
                </a:moveTo>
                <a:lnTo>
                  <a:pt x="24199" y="55405"/>
                </a:lnTo>
                <a:lnTo>
                  <a:pt x="21919" y="54589"/>
                </a:lnTo>
                <a:lnTo>
                  <a:pt x="22940" y="49872"/>
                </a:lnTo>
                <a:lnTo>
                  <a:pt x="22486" y="49361"/>
                </a:lnTo>
                <a:lnTo>
                  <a:pt x="20525" y="48001"/>
                </a:lnTo>
                <a:lnTo>
                  <a:pt x="13052" y="51130"/>
                </a:lnTo>
                <a:lnTo>
                  <a:pt x="10715" y="48273"/>
                </a:lnTo>
                <a:lnTo>
                  <a:pt x="12303" y="45154"/>
                </a:lnTo>
                <a:lnTo>
                  <a:pt x="11600" y="43918"/>
                </a:lnTo>
                <a:lnTo>
                  <a:pt x="10795" y="43249"/>
                </a:lnTo>
                <a:lnTo>
                  <a:pt x="6712" y="44757"/>
                </a:lnTo>
                <a:lnTo>
                  <a:pt x="5579" y="43056"/>
                </a:lnTo>
                <a:lnTo>
                  <a:pt x="6225" y="39552"/>
                </a:lnTo>
                <a:lnTo>
                  <a:pt x="6123" y="37693"/>
                </a:lnTo>
                <a:lnTo>
                  <a:pt x="6678" y="33554"/>
                </a:lnTo>
                <a:lnTo>
                  <a:pt x="5772" y="32658"/>
                </a:lnTo>
                <a:lnTo>
                  <a:pt x="804" y="33474"/>
                </a:lnTo>
                <a:lnTo>
                  <a:pt x="487" y="31898"/>
                </a:lnTo>
                <a:lnTo>
                  <a:pt x="0" y="22770"/>
                </a:lnTo>
                <a:lnTo>
                  <a:pt x="1247" y="21738"/>
                </a:lnTo>
                <a:lnTo>
                  <a:pt x="5976" y="22713"/>
                </a:lnTo>
                <a:lnTo>
                  <a:pt x="6996" y="19753"/>
                </a:lnTo>
                <a:lnTo>
                  <a:pt x="4547" y="13120"/>
                </a:lnTo>
                <a:lnTo>
                  <a:pt x="6939" y="10375"/>
                </a:lnTo>
                <a:lnTo>
                  <a:pt x="10625" y="11986"/>
                </a:lnTo>
                <a:lnTo>
                  <a:pt x="11600" y="11271"/>
                </a:lnTo>
                <a:lnTo>
                  <a:pt x="12303" y="10047"/>
                </a:lnTo>
                <a:lnTo>
                  <a:pt x="10715" y="6917"/>
                </a:lnTo>
                <a:lnTo>
                  <a:pt x="13063" y="4059"/>
                </a:lnTo>
                <a:lnTo>
                  <a:pt x="20524" y="7200"/>
                </a:lnTo>
                <a:lnTo>
                  <a:pt x="22486" y="5840"/>
                </a:lnTo>
                <a:lnTo>
                  <a:pt x="23212" y="4774"/>
                </a:lnTo>
                <a:lnTo>
                  <a:pt x="21579" y="1258"/>
                </a:lnTo>
                <a:lnTo>
                  <a:pt x="22906" y="0"/>
                </a:lnTo>
                <a:lnTo>
                  <a:pt x="33055" y="11"/>
                </a:lnTo>
                <a:lnTo>
                  <a:pt x="34268" y="1485"/>
                </a:lnTo>
                <a:lnTo>
                  <a:pt x="32669" y="4604"/>
                </a:lnTo>
                <a:lnTo>
                  <a:pt x="33373" y="5840"/>
                </a:lnTo>
                <a:lnTo>
                  <a:pt x="35334" y="7200"/>
                </a:lnTo>
                <a:lnTo>
                  <a:pt x="42807" y="4059"/>
                </a:lnTo>
                <a:lnTo>
                  <a:pt x="45143" y="6928"/>
                </a:lnTo>
                <a:lnTo>
                  <a:pt x="43556" y="10047"/>
                </a:lnTo>
                <a:lnTo>
                  <a:pt x="44259" y="11271"/>
                </a:lnTo>
                <a:lnTo>
                  <a:pt x="45348" y="11997"/>
                </a:lnTo>
                <a:lnTo>
                  <a:pt x="48795" y="10364"/>
                </a:lnTo>
                <a:lnTo>
                  <a:pt x="50212" y="11793"/>
                </a:lnTo>
                <a:lnTo>
                  <a:pt x="49656" y="15921"/>
                </a:lnTo>
                <a:lnTo>
                  <a:pt x="49770" y="18041"/>
                </a:lnTo>
                <a:lnTo>
                  <a:pt x="49135" y="20967"/>
                </a:lnTo>
                <a:lnTo>
                  <a:pt x="50042" y="22872"/>
                </a:lnTo>
                <a:lnTo>
                  <a:pt x="54533" y="21534"/>
                </a:lnTo>
                <a:lnTo>
                  <a:pt x="55655" y="22668"/>
                </a:lnTo>
                <a:lnTo>
                  <a:pt x="55100" y="26796"/>
                </a:lnTo>
                <a:lnTo>
                  <a:pt x="55213" y="28939"/>
                </a:lnTo>
                <a:lnTo>
                  <a:pt x="55587" y="31751"/>
                </a:lnTo>
                <a:lnTo>
                  <a:pt x="54907" y="33588"/>
                </a:lnTo>
                <a:lnTo>
                  <a:pt x="50257" y="32567"/>
                </a:lnTo>
                <a:lnTo>
                  <a:pt x="49690" y="33032"/>
                </a:lnTo>
                <a:lnTo>
                  <a:pt x="48329" y="34994"/>
                </a:lnTo>
                <a:lnTo>
                  <a:pt x="51459" y="42467"/>
                </a:lnTo>
                <a:lnTo>
                  <a:pt x="48601" y="44814"/>
                </a:lnTo>
                <a:lnTo>
                  <a:pt x="45483" y="43215"/>
                </a:lnTo>
                <a:lnTo>
                  <a:pt x="44247" y="43918"/>
                </a:lnTo>
                <a:lnTo>
                  <a:pt x="43533" y="45007"/>
                </a:lnTo>
                <a:lnTo>
                  <a:pt x="45155" y="48454"/>
                </a:lnTo>
                <a:lnTo>
                  <a:pt x="43352" y="50257"/>
                </a:lnTo>
                <a:lnTo>
                  <a:pt x="39893" y="48658"/>
                </a:lnTo>
                <a:lnTo>
                  <a:pt x="37716" y="50064"/>
                </a:lnTo>
                <a:lnTo>
                  <a:pt x="34268" y="48454"/>
                </a:lnTo>
                <a:lnTo>
                  <a:pt x="32806" y="49928"/>
                </a:lnTo>
                <a:lnTo>
                  <a:pt x="34064" y="54510"/>
                </a:lnTo>
                <a:lnTo>
                  <a:pt x="31717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6767" y="1937953"/>
            <a:ext cx="66234" cy="6660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845574" y="196019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5683" y="21168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60" y="33225"/>
                </a:lnTo>
                <a:lnTo>
                  <a:pt x="7291" y="29210"/>
                </a:lnTo>
                <a:lnTo>
                  <a:pt x="6611" y="28383"/>
                </a:lnTo>
                <a:lnTo>
                  <a:pt x="5772" y="27691"/>
                </a:lnTo>
                <a:lnTo>
                  <a:pt x="1757" y="29233"/>
                </a:lnTo>
                <a:lnTo>
                  <a:pt x="0" y="26716"/>
                </a:lnTo>
                <a:lnTo>
                  <a:pt x="1168" y="19628"/>
                </a:lnTo>
                <a:lnTo>
                  <a:pt x="1168" y="6611"/>
                </a:lnTo>
                <a:lnTo>
                  <a:pt x="2256" y="5885"/>
                </a:lnTo>
                <a:lnTo>
                  <a:pt x="5704" y="7518"/>
                </a:lnTo>
                <a:lnTo>
                  <a:pt x="7189" y="6032"/>
                </a:lnTo>
                <a:lnTo>
                  <a:pt x="5907" y="1462"/>
                </a:lnTo>
                <a:lnTo>
                  <a:pt x="9105" y="90"/>
                </a:lnTo>
                <a:lnTo>
                  <a:pt x="14730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22"/>
                </a:lnTo>
                <a:lnTo>
                  <a:pt x="29120" y="7268"/>
                </a:lnTo>
                <a:lnTo>
                  <a:pt x="33327" y="5816"/>
                </a:lnTo>
                <a:lnTo>
                  <a:pt x="34347" y="7518"/>
                </a:lnTo>
                <a:lnTo>
                  <a:pt x="33803" y="10988"/>
                </a:lnTo>
                <a:lnTo>
                  <a:pt x="33803" y="19628"/>
                </a:lnTo>
                <a:lnTo>
                  <a:pt x="34971" y="26704"/>
                </a:lnTo>
                <a:lnTo>
                  <a:pt x="33213" y="29233"/>
                </a:lnTo>
                <a:lnTo>
                  <a:pt x="29199" y="27691"/>
                </a:lnTo>
                <a:lnTo>
                  <a:pt x="28371" y="28383"/>
                </a:lnTo>
                <a:lnTo>
                  <a:pt x="27725" y="29131"/>
                </a:lnTo>
                <a:lnTo>
                  <a:pt x="29165" y="33349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7607" y="227477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5" h="46355">
                <a:moveTo>
                  <a:pt x="38611" y="6554"/>
                </a:moveTo>
                <a:lnTo>
                  <a:pt x="5964" y="6554"/>
                </a:lnTo>
                <a:lnTo>
                  <a:pt x="6474" y="5976"/>
                </a:lnTo>
                <a:lnTo>
                  <a:pt x="5281" y="1281"/>
                </a:lnTo>
                <a:lnTo>
                  <a:pt x="29562" y="1281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11" y="6554"/>
                </a:lnTo>
                <a:close/>
              </a:path>
              <a:path w="45085" h="46355">
                <a:moveTo>
                  <a:pt x="9911" y="1281"/>
                </a:moveTo>
                <a:lnTo>
                  <a:pt x="5552" y="1281"/>
                </a:lnTo>
                <a:lnTo>
                  <a:pt x="7352" y="532"/>
                </a:lnTo>
                <a:lnTo>
                  <a:pt x="9911" y="1281"/>
                </a:lnTo>
                <a:close/>
              </a:path>
              <a:path w="45085" h="46355">
                <a:moveTo>
                  <a:pt x="29066" y="1281"/>
                </a:moveTo>
                <a:lnTo>
                  <a:pt x="9911" y="1281"/>
                </a:lnTo>
                <a:lnTo>
                  <a:pt x="16670" y="532"/>
                </a:lnTo>
                <a:lnTo>
                  <a:pt x="22872" y="532"/>
                </a:lnTo>
                <a:lnTo>
                  <a:pt x="29066" y="1281"/>
                </a:lnTo>
                <a:close/>
              </a:path>
              <a:path w="45085" h="46355">
                <a:moveTo>
                  <a:pt x="1572" y="40040"/>
                </a:moveTo>
                <a:lnTo>
                  <a:pt x="1360" y="40040"/>
                </a:lnTo>
                <a:lnTo>
                  <a:pt x="0" y="38679"/>
                </a:lnTo>
                <a:lnTo>
                  <a:pt x="491" y="35107"/>
                </a:lnTo>
                <a:lnTo>
                  <a:pt x="521" y="6554"/>
                </a:lnTo>
                <a:lnTo>
                  <a:pt x="44042" y="6554"/>
                </a:lnTo>
                <a:lnTo>
                  <a:pt x="44042" y="35107"/>
                </a:lnTo>
                <a:lnTo>
                  <a:pt x="44552" y="37976"/>
                </a:lnTo>
                <a:lnTo>
                  <a:pt x="44342" y="38486"/>
                </a:lnTo>
                <a:lnTo>
                  <a:pt x="4864" y="38486"/>
                </a:lnTo>
                <a:lnTo>
                  <a:pt x="1572" y="40040"/>
                </a:lnTo>
                <a:close/>
              </a:path>
              <a:path w="45085" h="46355">
                <a:moveTo>
                  <a:pt x="7631" y="45812"/>
                </a:moveTo>
                <a:lnTo>
                  <a:pt x="5114" y="44043"/>
                </a:lnTo>
                <a:lnTo>
                  <a:pt x="6549" y="40289"/>
                </a:lnTo>
                <a:lnTo>
                  <a:pt x="6645" y="40040"/>
                </a:lnTo>
                <a:lnTo>
                  <a:pt x="5964" y="39201"/>
                </a:lnTo>
                <a:lnTo>
                  <a:pt x="4864" y="38486"/>
                </a:lnTo>
                <a:lnTo>
                  <a:pt x="44342" y="38486"/>
                </a:lnTo>
                <a:lnTo>
                  <a:pt x="44263" y="38679"/>
                </a:lnTo>
                <a:lnTo>
                  <a:pt x="39179" y="38679"/>
                </a:lnTo>
                <a:lnTo>
                  <a:pt x="38611" y="39201"/>
                </a:lnTo>
                <a:lnTo>
                  <a:pt x="37885" y="40289"/>
                </a:lnTo>
                <a:lnTo>
                  <a:pt x="39506" y="43737"/>
                </a:lnTo>
                <a:lnTo>
                  <a:pt x="38644" y="44599"/>
                </a:lnTo>
                <a:lnTo>
                  <a:pt x="14981" y="44599"/>
                </a:lnTo>
                <a:lnTo>
                  <a:pt x="7631" y="45812"/>
                </a:lnTo>
                <a:close/>
              </a:path>
              <a:path w="45085" h="46355">
                <a:moveTo>
                  <a:pt x="43781" y="39847"/>
                </a:moveTo>
                <a:lnTo>
                  <a:pt x="39122" y="38679"/>
                </a:lnTo>
                <a:lnTo>
                  <a:pt x="44263" y="38679"/>
                </a:lnTo>
                <a:lnTo>
                  <a:pt x="43781" y="39847"/>
                </a:lnTo>
                <a:close/>
              </a:path>
              <a:path w="45085" h="46355">
                <a:moveTo>
                  <a:pt x="38089" y="45154"/>
                </a:moveTo>
                <a:lnTo>
                  <a:pt x="33962" y="44599"/>
                </a:lnTo>
                <a:lnTo>
                  <a:pt x="38644" y="44599"/>
                </a:lnTo>
                <a:lnTo>
                  <a:pt x="38089" y="45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80514" y="244828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7678" y="23949"/>
                </a:moveTo>
                <a:lnTo>
                  <a:pt x="7529" y="23926"/>
                </a:lnTo>
                <a:lnTo>
                  <a:pt x="6327" y="22452"/>
                </a:lnTo>
                <a:lnTo>
                  <a:pt x="7915" y="19334"/>
                </a:lnTo>
                <a:lnTo>
                  <a:pt x="7211" y="18109"/>
                </a:lnTo>
                <a:lnTo>
                  <a:pt x="5987" y="17395"/>
                </a:lnTo>
                <a:lnTo>
                  <a:pt x="2857" y="18994"/>
                </a:lnTo>
                <a:lnTo>
                  <a:pt x="0" y="16646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29"/>
                </a:lnTo>
                <a:lnTo>
                  <a:pt x="23937" y="17678"/>
                </a:lnTo>
                <a:lnTo>
                  <a:pt x="22679" y="19005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79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18992" y="26133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249564"/>
            <a:ext cx="9525" cy="55880"/>
          </a:xfrm>
          <a:custGeom>
            <a:avLst/>
            <a:gdLst/>
            <a:ahLst/>
            <a:cxnLst/>
            <a:rect l="l" t="t" r="r" b="b"/>
            <a:pathLst>
              <a:path w="9525" h="55879">
                <a:moveTo>
                  <a:pt x="2524" y="55678"/>
                </a:moveTo>
                <a:lnTo>
                  <a:pt x="0" y="55000"/>
                </a:lnTo>
                <a:lnTo>
                  <a:pt x="0" y="581"/>
                </a:lnTo>
                <a:lnTo>
                  <a:pt x="2558" y="0"/>
                </a:lnTo>
                <a:lnTo>
                  <a:pt x="4656" y="5307"/>
                </a:lnTo>
                <a:lnTo>
                  <a:pt x="1333" y="12065"/>
                </a:lnTo>
                <a:lnTo>
                  <a:pt x="3102" y="17927"/>
                </a:lnTo>
                <a:lnTo>
                  <a:pt x="2093" y="21659"/>
                </a:lnTo>
                <a:lnTo>
                  <a:pt x="3091" y="22645"/>
                </a:lnTo>
                <a:lnTo>
                  <a:pt x="8228" y="22089"/>
                </a:lnTo>
                <a:lnTo>
                  <a:pt x="8387" y="24958"/>
                </a:lnTo>
                <a:lnTo>
                  <a:pt x="9248" y="30877"/>
                </a:lnTo>
                <a:lnTo>
                  <a:pt x="7944" y="33939"/>
                </a:lnTo>
                <a:lnTo>
                  <a:pt x="3375" y="32669"/>
                </a:lnTo>
                <a:lnTo>
                  <a:pt x="2195" y="33848"/>
                </a:lnTo>
                <a:lnTo>
                  <a:pt x="2955" y="37772"/>
                </a:lnTo>
                <a:lnTo>
                  <a:pt x="2206" y="42058"/>
                </a:lnTo>
                <a:lnTo>
                  <a:pt x="2796" y="46129"/>
                </a:lnTo>
                <a:lnTo>
                  <a:pt x="2796" y="50903"/>
                </a:lnTo>
                <a:lnTo>
                  <a:pt x="3306" y="53784"/>
                </a:lnTo>
                <a:lnTo>
                  <a:pt x="2524" y="55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789" y="3885821"/>
            <a:ext cx="88371" cy="893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00" y="4060021"/>
            <a:ext cx="67539" cy="6760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3581" y="4060021"/>
            <a:ext cx="67528" cy="67606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236108" y="4229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07"/>
                </a:moveTo>
                <a:lnTo>
                  <a:pt x="24221" y="55405"/>
                </a:lnTo>
                <a:lnTo>
                  <a:pt x="21942" y="54588"/>
                </a:lnTo>
                <a:lnTo>
                  <a:pt x="22963" y="49871"/>
                </a:lnTo>
                <a:lnTo>
                  <a:pt x="22509" y="49361"/>
                </a:lnTo>
                <a:lnTo>
                  <a:pt x="20547" y="48000"/>
                </a:lnTo>
                <a:lnTo>
                  <a:pt x="13074" y="51130"/>
                </a:lnTo>
                <a:lnTo>
                  <a:pt x="10727" y="48272"/>
                </a:lnTo>
                <a:lnTo>
                  <a:pt x="12337" y="45154"/>
                </a:lnTo>
                <a:lnTo>
                  <a:pt x="11623" y="43918"/>
                </a:lnTo>
                <a:lnTo>
                  <a:pt x="10818" y="43249"/>
                </a:lnTo>
                <a:lnTo>
                  <a:pt x="6736" y="44757"/>
                </a:lnTo>
                <a:lnTo>
                  <a:pt x="5602" y="43056"/>
                </a:lnTo>
                <a:lnTo>
                  <a:pt x="6237" y="39552"/>
                </a:lnTo>
                <a:lnTo>
                  <a:pt x="6134" y="37692"/>
                </a:lnTo>
                <a:lnTo>
                  <a:pt x="6690" y="33553"/>
                </a:lnTo>
                <a:lnTo>
                  <a:pt x="5783" y="32658"/>
                </a:lnTo>
                <a:lnTo>
                  <a:pt x="828" y="33474"/>
                </a:lnTo>
                <a:lnTo>
                  <a:pt x="499" y="31898"/>
                </a:lnTo>
                <a:lnTo>
                  <a:pt x="0" y="22770"/>
                </a:lnTo>
                <a:lnTo>
                  <a:pt x="1258" y="21738"/>
                </a:lnTo>
                <a:lnTo>
                  <a:pt x="5987" y="22713"/>
                </a:lnTo>
                <a:lnTo>
                  <a:pt x="7008" y="19753"/>
                </a:lnTo>
                <a:lnTo>
                  <a:pt x="4570" y="13119"/>
                </a:lnTo>
                <a:lnTo>
                  <a:pt x="6951" y="10375"/>
                </a:lnTo>
                <a:lnTo>
                  <a:pt x="10636" y="11985"/>
                </a:lnTo>
                <a:lnTo>
                  <a:pt x="11623" y="11271"/>
                </a:lnTo>
                <a:lnTo>
                  <a:pt x="12326" y="10046"/>
                </a:lnTo>
                <a:lnTo>
                  <a:pt x="10727" y="6917"/>
                </a:lnTo>
                <a:lnTo>
                  <a:pt x="13074" y="4059"/>
                </a:lnTo>
                <a:lnTo>
                  <a:pt x="20547" y="7200"/>
                </a:lnTo>
                <a:lnTo>
                  <a:pt x="22509" y="5839"/>
                </a:lnTo>
                <a:lnTo>
                  <a:pt x="23235" y="4773"/>
                </a:lnTo>
                <a:lnTo>
                  <a:pt x="21602" y="1258"/>
                </a:lnTo>
                <a:lnTo>
                  <a:pt x="22940" y="0"/>
                </a:lnTo>
                <a:lnTo>
                  <a:pt x="33077" y="11"/>
                </a:lnTo>
                <a:lnTo>
                  <a:pt x="34291" y="1485"/>
                </a:lnTo>
                <a:lnTo>
                  <a:pt x="32692" y="4603"/>
                </a:lnTo>
                <a:lnTo>
                  <a:pt x="33395" y="5839"/>
                </a:lnTo>
                <a:lnTo>
                  <a:pt x="35357" y="7200"/>
                </a:lnTo>
                <a:lnTo>
                  <a:pt x="42829" y="4059"/>
                </a:lnTo>
                <a:lnTo>
                  <a:pt x="45177" y="6928"/>
                </a:lnTo>
                <a:lnTo>
                  <a:pt x="43578" y="10046"/>
                </a:lnTo>
                <a:lnTo>
                  <a:pt x="44281" y="11271"/>
                </a:lnTo>
                <a:lnTo>
                  <a:pt x="45370" y="11997"/>
                </a:lnTo>
                <a:lnTo>
                  <a:pt x="48817" y="10363"/>
                </a:lnTo>
                <a:lnTo>
                  <a:pt x="50234" y="11793"/>
                </a:lnTo>
                <a:lnTo>
                  <a:pt x="49690" y="15920"/>
                </a:lnTo>
                <a:lnTo>
                  <a:pt x="49792" y="18040"/>
                </a:lnTo>
                <a:lnTo>
                  <a:pt x="49157" y="20966"/>
                </a:lnTo>
                <a:lnTo>
                  <a:pt x="50076" y="22871"/>
                </a:lnTo>
                <a:lnTo>
                  <a:pt x="54555" y="21533"/>
                </a:lnTo>
                <a:lnTo>
                  <a:pt x="55677" y="22667"/>
                </a:lnTo>
                <a:lnTo>
                  <a:pt x="55133" y="26794"/>
                </a:lnTo>
                <a:lnTo>
                  <a:pt x="55235" y="28938"/>
                </a:lnTo>
                <a:lnTo>
                  <a:pt x="55621" y="31761"/>
                </a:lnTo>
                <a:lnTo>
                  <a:pt x="54940" y="33587"/>
                </a:lnTo>
                <a:lnTo>
                  <a:pt x="50291" y="32566"/>
                </a:lnTo>
                <a:lnTo>
                  <a:pt x="49724" y="33032"/>
                </a:lnTo>
                <a:lnTo>
                  <a:pt x="48364" y="34993"/>
                </a:lnTo>
                <a:lnTo>
                  <a:pt x="51505" y="42466"/>
                </a:lnTo>
                <a:lnTo>
                  <a:pt x="48636" y="44813"/>
                </a:lnTo>
                <a:lnTo>
                  <a:pt x="45517" y="43215"/>
                </a:lnTo>
                <a:lnTo>
                  <a:pt x="44281" y="43918"/>
                </a:lnTo>
                <a:lnTo>
                  <a:pt x="43555" y="45007"/>
                </a:lnTo>
                <a:lnTo>
                  <a:pt x="45188" y="48454"/>
                </a:lnTo>
                <a:lnTo>
                  <a:pt x="43374" y="50256"/>
                </a:lnTo>
                <a:lnTo>
                  <a:pt x="39938" y="48657"/>
                </a:lnTo>
                <a:lnTo>
                  <a:pt x="37749" y="50064"/>
                </a:lnTo>
                <a:lnTo>
                  <a:pt x="34302" y="48453"/>
                </a:lnTo>
                <a:lnTo>
                  <a:pt x="32828" y="49928"/>
                </a:lnTo>
                <a:lnTo>
                  <a:pt x="34075" y="54509"/>
                </a:lnTo>
                <a:lnTo>
                  <a:pt x="31739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883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6465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675286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001867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66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9005" y="2868"/>
                </a:lnTo>
                <a:lnTo>
                  <a:pt x="18866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66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45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328449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8" y="7926"/>
                </a:lnTo>
                <a:lnTo>
                  <a:pt x="23949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8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8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53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01" y="18993"/>
                </a:moveTo>
                <a:lnTo>
                  <a:pt x="20720" y="18109"/>
                </a:lnTo>
                <a:lnTo>
                  <a:pt x="19153" y="17383"/>
                </a:lnTo>
                <a:lnTo>
                  <a:pt x="23949" y="17383"/>
                </a:lnTo>
                <a:lnTo>
                  <a:pt x="23949" y="17678"/>
                </a:lnTo>
                <a:lnTo>
                  <a:pt x="22701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655031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5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5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5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01109" y="7437393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07" y="44927"/>
                </a:moveTo>
                <a:lnTo>
                  <a:pt x="17259" y="43646"/>
                </a:lnTo>
                <a:lnTo>
                  <a:pt x="18790" y="39620"/>
                </a:lnTo>
                <a:lnTo>
                  <a:pt x="18109" y="38792"/>
                </a:lnTo>
                <a:lnTo>
                  <a:pt x="16148" y="37432"/>
                </a:lnTo>
                <a:lnTo>
                  <a:pt x="8675" y="40573"/>
                </a:lnTo>
                <a:lnTo>
                  <a:pt x="6339" y="37704"/>
                </a:lnTo>
                <a:lnTo>
                  <a:pt x="7938" y="34574"/>
                </a:lnTo>
                <a:lnTo>
                  <a:pt x="6498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01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24"/>
                </a:lnTo>
                <a:lnTo>
                  <a:pt x="5998" y="17723"/>
                </a:lnTo>
                <a:lnTo>
                  <a:pt x="7223" y="17020"/>
                </a:lnTo>
                <a:lnTo>
                  <a:pt x="8595" y="15059"/>
                </a:lnTo>
                <a:lnTo>
                  <a:pt x="5443" y="7586"/>
                </a:lnTo>
                <a:lnTo>
                  <a:pt x="8312" y="5238"/>
                </a:lnTo>
                <a:lnTo>
                  <a:pt x="11442" y="6837"/>
                </a:lnTo>
                <a:lnTo>
                  <a:pt x="13755" y="5409"/>
                </a:lnTo>
                <a:lnTo>
                  <a:pt x="17202" y="7041"/>
                </a:lnTo>
                <a:lnTo>
                  <a:pt x="18586" y="5658"/>
                </a:lnTo>
                <a:lnTo>
                  <a:pt x="17554" y="861"/>
                </a:lnTo>
                <a:lnTo>
                  <a:pt x="20105" y="56"/>
                </a:lnTo>
                <a:lnTo>
                  <a:pt x="27011" y="0"/>
                </a:lnTo>
                <a:lnTo>
                  <a:pt x="29585" y="895"/>
                </a:lnTo>
                <a:lnTo>
                  <a:pt x="28496" y="5635"/>
                </a:lnTo>
                <a:lnTo>
                  <a:pt x="29506" y="6645"/>
                </a:lnTo>
                <a:lnTo>
                  <a:pt x="33645" y="6089"/>
                </a:lnTo>
                <a:lnTo>
                  <a:pt x="35266" y="6180"/>
                </a:lnTo>
                <a:lnTo>
                  <a:pt x="39303" y="5601"/>
                </a:lnTo>
                <a:lnTo>
                  <a:pt x="40777" y="6985"/>
                </a:lnTo>
                <a:lnTo>
                  <a:pt x="39145" y="10534"/>
                </a:lnTo>
                <a:lnTo>
                  <a:pt x="40596" y="12666"/>
                </a:lnTo>
                <a:lnTo>
                  <a:pt x="38963" y="16113"/>
                </a:lnTo>
                <a:lnTo>
                  <a:pt x="40437" y="17587"/>
                </a:lnTo>
                <a:lnTo>
                  <a:pt x="45019" y="16329"/>
                </a:lnTo>
                <a:lnTo>
                  <a:pt x="45812" y="18200"/>
                </a:lnTo>
                <a:lnTo>
                  <a:pt x="46005" y="26897"/>
                </a:lnTo>
                <a:lnTo>
                  <a:pt x="44724" y="28757"/>
                </a:lnTo>
                <a:lnTo>
                  <a:pt x="40698" y="27226"/>
                </a:lnTo>
                <a:lnTo>
                  <a:pt x="39870" y="27906"/>
                </a:lnTo>
                <a:lnTo>
                  <a:pt x="38510" y="29868"/>
                </a:lnTo>
                <a:lnTo>
                  <a:pt x="41651" y="37341"/>
                </a:lnTo>
                <a:lnTo>
                  <a:pt x="38782" y="39688"/>
                </a:lnTo>
                <a:lnTo>
                  <a:pt x="35652" y="38078"/>
                </a:lnTo>
                <a:lnTo>
                  <a:pt x="33338" y="39518"/>
                </a:lnTo>
                <a:lnTo>
                  <a:pt x="29891" y="37885"/>
                </a:lnTo>
                <a:lnTo>
                  <a:pt x="28417" y="39359"/>
                </a:lnTo>
                <a:lnTo>
                  <a:pt x="29676" y="43941"/>
                </a:lnTo>
                <a:lnTo>
                  <a:pt x="27816" y="44734"/>
                </a:lnTo>
                <a:lnTo>
                  <a:pt x="19107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828302" y="743691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415"/>
                </a:moveTo>
                <a:lnTo>
                  <a:pt x="29653" y="44440"/>
                </a:lnTo>
                <a:lnTo>
                  <a:pt x="25129" y="45415"/>
                </a:lnTo>
                <a:lnTo>
                  <a:pt x="20842" y="44712"/>
                </a:lnTo>
                <a:lnTo>
                  <a:pt x="16182" y="44712"/>
                </a:lnTo>
                <a:lnTo>
                  <a:pt x="13245" y="45233"/>
                </a:lnTo>
                <a:lnTo>
                  <a:pt x="11385" y="44428"/>
                </a:lnTo>
                <a:lnTo>
                  <a:pt x="12587" y="39858"/>
                </a:lnTo>
                <a:lnTo>
                  <a:pt x="12054" y="39269"/>
                </a:lnTo>
                <a:lnTo>
                  <a:pt x="10682" y="38600"/>
                </a:lnTo>
                <a:lnTo>
                  <a:pt x="7870" y="40108"/>
                </a:lnTo>
                <a:lnTo>
                  <a:pt x="5737" y="38690"/>
                </a:lnTo>
                <a:lnTo>
                  <a:pt x="7370" y="34585"/>
                </a:lnTo>
                <a:lnTo>
                  <a:pt x="5976" y="33191"/>
                </a:lnTo>
                <a:lnTo>
                  <a:pt x="1542" y="34574"/>
                </a:lnTo>
                <a:lnTo>
                  <a:pt x="33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4"/>
                </a:lnTo>
                <a:lnTo>
                  <a:pt x="7336" y="10965"/>
                </a:lnTo>
                <a:lnTo>
                  <a:pt x="5704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9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81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5" y="7336"/>
                </a:lnTo>
                <a:lnTo>
                  <a:pt x="38362" y="5703"/>
                </a:lnTo>
                <a:lnTo>
                  <a:pt x="40177" y="7518"/>
                </a:lnTo>
                <a:lnTo>
                  <a:pt x="38362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20" y="12961"/>
                </a:lnTo>
                <a:lnTo>
                  <a:pt x="43919" y="16397"/>
                </a:lnTo>
                <a:lnTo>
                  <a:pt x="44712" y="17497"/>
                </a:lnTo>
                <a:lnTo>
                  <a:pt x="44054" y="20966"/>
                </a:lnTo>
                <a:lnTo>
                  <a:pt x="45563" y="24969"/>
                </a:lnTo>
                <a:lnTo>
                  <a:pt x="44474" y="29346"/>
                </a:lnTo>
                <a:lnTo>
                  <a:pt x="45381" y="33157"/>
                </a:lnTo>
                <a:lnTo>
                  <a:pt x="43805" y="34733"/>
                </a:lnTo>
                <a:lnTo>
                  <a:pt x="40358" y="33100"/>
                </a:lnTo>
                <a:lnTo>
                  <a:pt x="39269" y="33826"/>
                </a:lnTo>
                <a:lnTo>
                  <a:pt x="38623" y="35243"/>
                </a:lnTo>
                <a:lnTo>
                  <a:pt x="40074" y="37953"/>
                </a:lnTo>
                <a:lnTo>
                  <a:pt x="38748" y="40108"/>
                </a:lnTo>
                <a:lnTo>
                  <a:pt x="34552" y="38543"/>
                </a:lnTo>
                <a:lnTo>
                  <a:pt x="33066" y="40028"/>
                </a:lnTo>
                <a:lnTo>
                  <a:pt x="34699" y="44133"/>
                </a:lnTo>
                <a:lnTo>
                  <a:pt x="32772" y="454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154884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381"/>
                </a:moveTo>
                <a:lnTo>
                  <a:pt x="29653" y="44406"/>
                </a:lnTo>
                <a:lnTo>
                  <a:pt x="25128" y="45381"/>
                </a:lnTo>
                <a:lnTo>
                  <a:pt x="20842" y="44678"/>
                </a:lnTo>
                <a:lnTo>
                  <a:pt x="16182" y="44678"/>
                </a:lnTo>
                <a:lnTo>
                  <a:pt x="13245" y="45199"/>
                </a:lnTo>
                <a:lnTo>
                  <a:pt x="11385" y="44394"/>
                </a:lnTo>
                <a:lnTo>
                  <a:pt x="12587" y="39824"/>
                </a:lnTo>
                <a:lnTo>
                  <a:pt x="12054" y="39235"/>
                </a:lnTo>
                <a:lnTo>
                  <a:pt x="10682" y="38566"/>
                </a:lnTo>
                <a:lnTo>
                  <a:pt x="7870" y="40074"/>
                </a:lnTo>
                <a:lnTo>
                  <a:pt x="5737" y="38656"/>
                </a:lnTo>
                <a:lnTo>
                  <a:pt x="7370" y="34551"/>
                </a:lnTo>
                <a:lnTo>
                  <a:pt x="5976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611" y="12020"/>
                </a:lnTo>
                <a:lnTo>
                  <a:pt x="7336" y="10931"/>
                </a:lnTo>
                <a:lnTo>
                  <a:pt x="5704" y="7484"/>
                </a:lnTo>
                <a:lnTo>
                  <a:pt x="7518" y="5669"/>
                </a:lnTo>
                <a:lnTo>
                  <a:pt x="10965" y="7302"/>
                </a:lnTo>
                <a:lnTo>
                  <a:pt x="12054" y="6576"/>
                </a:lnTo>
                <a:lnTo>
                  <a:pt x="12587" y="5975"/>
                </a:lnTo>
                <a:lnTo>
                  <a:pt x="11385" y="1417"/>
                </a:lnTo>
                <a:lnTo>
                  <a:pt x="14537" y="45"/>
                </a:lnTo>
                <a:lnTo>
                  <a:pt x="20184" y="1133"/>
                </a:lnTo>
                <a:lnTo>
                  <a:pt x="25525" y="1133"/>
                </a:lnTo>
                <a:lnTo>
                  <a:pt x="31569" y="0"/>
                </a:lnTo>
                <a:lnTo>
                  <a:pt x="34574" y="1508"/>
                </a:lnTo>
                <a:lnTo>
                  <a:pt x="33191" y="5941"/>
                </a:lnTo>
                <a:lnTo>
                  <a:pt x="34585" y="7336"/>
                </a:lnTo>
                <a:lnTo>
                  <a:pt x="38690" y="5703"/>
                </a:lnTo>
                <a:lnTo>
                  <a:pt x="40108" y="7835"/>
                </a:lnTo>
                <a:lnTo>
                  <a:pt x="38600" y="10647"/>
                </a:lnTo>
                <a:lnTo>
                  <a:pt x="39269" y="12020"/>
                </a:lnTo>
                <a:lnTo>
                  <a:pt x="40358" y="12745"/>
                </a:lnTo>
                <a:lnTo>
                  <a:pt x="43805" y="11112"/>
                </a:lnTo>
                <a:lnTo>
                  <a:pt x="45619" y="12927"/>
                </a:lnTo>
                <a:lnTo>
                  <a:pt x="43918" y="16363"/>
                </a:lnTo>
                <a:lnTo>
                  <a:pt x="44712" y="17463"/>
                </a:lnTo>
                <a:lnTo>
                  <a:pt x="44054" y="20932"/>
                </a:lnTo>
                <a:lnTo>
                  <a:pt x="45563" y="24935"/>
                </a:lnTo>
                <a:lnTo>
                  <a:pt x="44474" y="29312"/>
                </a:lnTo>
                <a:lnTo>
                  <a:pt x="45381" y="33123"/>
                </a:lnTo>
                <a:lnTo>
                  <a:pt x="43805" y="34699"/>
                </a:lnTo>
                <a:lnTo>
                  <a:pt x="40358" y="33066"/>
                </a:lnTo>
                <a:lnTo>
                  <a:pt x="39269" y="33792"/>
                </a:lnTo>
                <a:lnTo>
                  <a:pt x="38623" y="35209"/>
                </a:lnTo>
                <a:lnTo>
                  <a:pt x="40085" y="37919"/>
                </a:lnTo>
                <a:lnTo>
                  <a:pt x="38759" y="40074"/>
                </a:lnTo>
                <a:lnTo>
                  <a:pt x="34552" y="38509"/>
                </a:lnTo>
                <a:lnTo>
                  <a:pt x="33066" y="39994"/>
                </a:lnTo>
                <a:lnTo>
                  <a:pt x="34699" y="44099"/>
                </a:lnTo>
                <a:lnTo>
                  <a:pt x="32772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481477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293" y="45188"/>
                </a:moveTo>
                <a:lnTo>
                  <a:pt x="29166" y="44632"/>
                </a:lnTo>
                <a:lnTo>
                  <a:pt x="26557" y="44768"/>
                </a:lnTo>
                <a:lnTo>
                  <a:pt x="24743" y="44576"/>
                </a:lnTo>
                <a:lnTo>
                  <a:pt x="21126" y="44780"/>
                </a:lnTo>
                <a:lnTo>
                  <a:pt x="19288" y="44678"/>
                </a:lnTo>
                <a:lnTo>
                  <a:pt x="16397" y="44678"/>
                </a:lnTo>
                <a:lnTo>
                  <a:pt x="12938" y="45222"/>
                </a:lnTo>
                <a:lnTo>
                  <a:pt x="11237" y="44190"/>
                </a:lnTo>
                <a:lnTo>
                  <a:pt x="12689" y="39983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6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1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302"/>
                </a:lnTo>
                <a:lnTo>
                  <a:pt x="12042" y="6576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45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97" y="7835"/>
                </a:lnTo>
                <a:lnTo>
                  <a:pt x="38588" y="10647"/>
                </a:lnTo>
                <a:lnTo>
                  <a:pt x="39257" y="12020"/>
                </a:lnTo>
                <a:lnTo>
                  <a:pt x="40346" y="12745"/>
                </a:lnTo>
                <a:lnTo>
                  <a:pt x="43793" y="11112"/>
                </a:lnTo>
                <a:lnTo>
                  <a:pt x="45608" y="12927"/>
                </a:lnTo>
                <a:lnTo>
                  <a:pt x="43907" y="16363"/>
                </a:lnTo>
                <a:lnTo>
                  <a:pt x="44701" y="17463"/>
                </a:lnTo>
                <a:lnTo>
                  <a:pt x="44701" y="29675"/>
                </a:lnTo>
                <a:lnTo>
                  <a:pt x="45212" y="32590"/>
                </a:lnTo>
                <a:lnTo>
                  <a:pt x="44406" y="34483"/>
                </a:lnTo>
                <a:lnTo>
                  <a:pt x="39825" y="33225"/>
                </a:lnTo>
                <a:lnTo>
                  <a:pt x="38600" y="34449"/>
                </a:lnTo>
                <a:lnTo>
                  <a:pt x="40029" y="38826"/>
                </a:lnTo>
                <a:lnTo>
                  <a:pt x="37841" y="39983"/>
                </a:lnTo>
                <a:lnTo>
                  <a:pt x="35312" y="38634"/>
                </a:lnTo>
                <a:lnTo>
                  <a:pt x="33815" y="39235"/>
                </a:lnTo>
                <a:lnTo>
                  <a:pt x="33089" y="40323"/>
                </a:lnTo>
                <a:lnTo>
                  <a:pt x="34722" y="43771"/>
                </a:lnTo>
                <a:lnTo>
                  <a:pt x="33293" y="45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813491" y="74423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8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57"/>
                </a:lnTo>
                <a:lnTo>
                  <a:pt x="27702" y="5760"/>
                </a:lnTo>
                <a:lnTo>
                  <a:pt x="28383" y="6611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8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18719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14668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81400" y="7590014"/>
            <a:ext cx="66269" cy="6665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07993" y="7590014"/>
            <a:ext cx="66257" cy="66654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9333486" y="759475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39447" y="1462"/>
                </a:moveTo>
                <a:lnTo>
                  <a:pt x="30912" y="1462"/>
                </a:lnTo>
                <a:lnTo>
                  <a:pt x="36037" y="0"/>
                </a:lnTo>
                <a:lnTo>
                  <a:pt x="39447" y="1462"/>
                </a:lnTo>
                <a:close/>
              </a:path>
              <a:path w="56515" h="57150">
                <a:moveTo>
                  <a:pt x="39507" y="7348"/>
                </a:moveTo>
                <a:lnTo>
                  <a:pt x="15921" y="7348"/>
                </a:lnTo>
                <a:lnTo>
                  <a:pt x="17009" y="6622"/>
                </a:lnTo>
                <a:lnTo>
                  <a:pt x="17390" y="6055"/>
                </a:lnTo>
                <a:lnTo>
                  <a:pt x="16547" y="1462"/>
                </a:lnTo>
                <a:lnTo>
                  <a:pt x="16522" y="1326"/>
                </a:lnTo>
                <a:lnTo>
                  <a:pt x="18461" y="748"/>
                </a:lnTo>
                <a:lnTo>
                  <a:pt x="20933" y="1179"/>
                </a:lnTo>
                <a:lnTo>
                  <a:pt x="27921" y="1179"/>
                </a:lnTo>
                <a:lnTo>
                  <a:pt x="30912" y="1462"/>
                </a:lnTo>
                <a:lnTo>
                  <a:pt x="39476" y="1462"/>
                </a:lnTo>
                <a:lnTo>
                  <a:pt x="38308" y="5715"/>
                </a:lnTo>
                <a:lnTo>
                  <a:pt x="38215" y="6055"/>
                </a:lnTo>
                <a:lnTo>
                  <a:pt x="39507" y="7348"/>
                </a:lnTo>
                <a:close/>
              </a:path>
              <a:path w="56515" h="57150">
                <a:moveTo>
                  <a:pt x="27921" y="1179"/>
                </a:moveTo>
                <a:lnTo>
                  <a:pt x="24233" y="1179"/>
                </a:lnTo>
                <a:lnTo>
                  <a:pt x="26126" y="1009"/>
                </a:lnTo>
                <a:lnTo>
                  <a:pt x="27921" y="1179"/>
                </a:lnTo>
                <a:close/>
              </a:path>
              <a:path w="56515" h="57150">
                <a:moveTo>
                  <a:pt x="15921" y="7348"/>
                </a:moveTo>
                <a:lnTo>
                  <a:pt x="10841" y="7348"/>
                </a:lnTo>
                <a:lnTo>
                  <a:pt x="12473" y="5715"/>
                </a:lnTo>
                <a:lnTo>
                  <a:pt x="15921" y="7348"/>
                </a:lnTo>
                <a:close/>
              </a:path>
              <a:path w="56515" h="57150">
                <a:moveTo>
                  <a:pt x="45009" y="7348"/>
                </a:moveTo>
                <a:lnTo>
                  <a:pt x="40079" y="7348"/>
                </a:lnTo>
                <a:lnTo>
                  <a:pt x="43294" y="5715"/>
                </a:lnTo>
                <a:lnTo>
                  <a:pt x="43624" y="6055"/>
                </a:lnTo>
                <a:lnTo>
                  <a:pt x="45009" y="7348"/>
                </a:lnTo>
                <a:close/>
              </a:path>
              <a:path w="56515" h="57150">
                <a:moveTo>
                  <a:pt x="50273" y="12972"/>
                </a:moveTo>
                <a:lnTo>
                  <a:pt x="10659" y="12972"/>
                </a:lnTo>
                <a:lnTo>
                  <a:pt x="12473" y="11158"/>
                </a:lnTo>
                <a:lnTo>
                  <a:pt x="10568" y="7348"/>
                </a:lnTo>
                <a:lnTo>
                  <a:pt x="45204" y="7348"/>
                </a:lnTo>
                <a:lnTo>
                  <a:pt x="43346" y="11158"/>
                </a:lnTo>
                <a:lnTo>
                  <a:pt x="44984" y="12825"/>
                </a:lnTo>
                <a:lnTo>
                  <a:pt x="50175" y="12825"/>
                </a:lnTo>
                <a:lnTo>
                  <a:pt x="50273" y="12972"/>
                </a:lnTo>
                <a:close/>
              </a:path>
              <a:path w="56515" h="57150">
                <a:moveTo>
                  <a:pt x="50672" y="18177"/>
                </a:moveTo>
                <a:lnTo>
                  <a:pt x="5119" y="18177"/>
                </a:lnTo>
                <a:lnTo>
                  <a:pt x="6123" y="17508"/>
                </a:lnTo>
                <a:lnTo>
                  <a:pt x="6728" y="16601"/>
                </a:lnTo>
                <a:lnTo>
                  <a:pt x="6849" y="16419"/>
                </a:lnTo>
                <a:lnTo>
                  <a:pt x="5216" y="12972"/>
                </a:lnTo>
                <a:lnTo>
                  <a:pt x="7030" y="11158"/>
                </a:lnTo>
                <a:lnTo>
                  <a:pt x="10659" y="12972"/>
                </a:lnTo>
                <a:lnTo>
                  <a:pt x="50273" y="12972"/>
                </a:lnTo>
                <a:lnTo>
                  <a:pt x="50507" y="13324"/>
                </a:lnTo>
                <a:lnTo>
                  <a:pt x="48987" y="16136"/>
                </a:lnTo>
                <a:lnTo>
                  <a:pt x="49668" y="17508"/>
                </a:lnTo>
                <a:lnTo>
                  <a:pt x="50672" y="18177"/>
                </a:lnTo>
                <a:close/>
              </a:path>
              <a:path w="56515" h="57150">
                <a:moveTo>
                  <a:pt x="50175" y="12825"/>
                </a:moveTo>
                <a:lnTo>
                  <a:pt x="44984" y="12825"/>
                </a:lnTo>
                <a:lnTo>
                  <a:pt x="49175" y="11158"/>
                </a:lnTo>
                <a:lnTo>
                  <a:pt x="50175" y="12825"/>
                </a:lnTo>
                <a:close/>
              </a:path>
              <a:path w="56515" h="57150">
                <a:moveTo>
                  <a:pt x="1542" y="40142"/>
                </a:moveTo>
                <a:lnTo>
                  <a:pt x="92" y="38611"/>
                </a:lnTo>
                <a:lnTo>
                  <a:pt x="827" y="34733"/>
                </a:lnTo>
                <a:lnTo>
                  <a:pt x="226" y="31070"/>
                </a:lnTo>
                <a:lnTo>
                  <a:pt x="31" y="26421"/>
                </a:lnTo>
                <a:lnTo>
                  <a:pt x="0" y="25661"/>
                </a:lnTo>
                <a:lnTo>
                  <a:pt x="918" y="21987"/>
                </a:lnTo>
                <a:lnTo>
                  <a:pt x="68" y="18415"/>
                </a:lnTo>
                <a:lnTo>
                  <a:pt x="11" y="18177"/>
                </a:lnTo>
                <a:lnTo>
                  <a:pt x="1587" y="16601"/>
                </a:lnTo>
                <a:lnTo>
                  <a:pt x="4915" y="18177"/>
                </a:lnTo>
                <a:lnTo>
                  <a:pt x="55769" y="18177"/>
                </a:lnTo>
                <a:lnTo>
                  <a:pt x="56007" y="18415"/>
                </a:lnTo>
                <a:lnTo>
                  <a:pt x="54306" y="21851"/>
                </a:lnTo>
                <a:lnTo>
                  <a:pt x="55100" y="22951"/>
                </a:lnTo>
                <a:lnTo>
                  <a:pt x="54442" y="26421"/>
                </a:lnTo>
                <a:lnTo>
                  <a:pt x="55961" y="30424"/>
                </a:lnTo>
                <a:lnTo>
                  <a:pt x="54879" y="34733"/>
                </a:lnTo>
                <a:lnTo>
                  <a:pt x="55709" y="38361"/>
                </a:lnTo>
                <a:lnTo>
                  <a:pt x="5352" y="38361"/>
                </a:lnTo>
                <a:lnTo>
                  <a:pt x="1542" y="40142"/>
                </a:lnTo>
                <a:close/>
              </a:path>
              <a:path w="56515" h="57150">
                <a:moveTo>
                  <a:pt x="55769" y="18177"/>
                </a:moveTo>
                <a:lnTo>
                  <a:pt x="50876" y="18177"/>
                </a:lnTo>
                <a:lnTo>
                  <a:pt x="54192" y="16601"/>
                </a:lnTo>
                <a:lnTo>
                  <a:pt x="55769" y="18177"/>
                </a:lnTo>
                <a:close/>
              </a:path>
              <a:path w="56515" h="57150">
                <a:moveTo>
                  <a:pt x="7272" y="45369"/>
                </a:moveTo>
                <a:lnTo>
                  <a:pt x="6551" y="45369"/>
                </a:lnTo>
                <a:lnTo>
                  <a:pt x="5340" y="43544"/>
                </a:lnTo>
                <a:lnTo>
                  <a:pt x="7030" y="40357"/>
                </a:lnTo>
                <a:lnTo>
                  <a:pt x="5352" y="38361"/>
                </a:lnTo>
                <a:lnTo>
                  <a:pt x="50227" y="38361"/>
                </a:lnTo>
                <a:lnTo>
                  <a:pt x="49001" y="40357"/>
                </a:lnTo>
                <a:lnTo>
                  <a:pt x="50552" y="43827"/>
                </a:lnTo>
                <a:lnTo>
                  <a:pt x="11149" y="43827"/>
                </a:lnTo>
                <a:lnTo>
                  <a:pt x="7272" y="45369"/>
                </a:lnTo>
                <a:close/>
              </a:path>
              <a:path w="56515" h="57150">
                <a:moveTo>
                  <a:pt x="54385" y="40006"/>
                </a:moveTo>
                <a:lnTo>
                  <a:pt x="49965" y="38361"/>
                </a:lnTo>
                <a:lnTo>
                  <a:pt x="55709" y="38361"/>
                </a:lnTo>
                <a:lnTo>
                  <a:pt x="55769" y="38611"/>
                </a:lnTo>
                <a:lnTo>
                  <a:pt x="54385" y="40006"/>
                </a:lnTo>
                <a:close/>
              </a:path>
              <a:path w="56515" h="57150">
                <a:moveTo>
                  <a:pt x="42751" y="50869"/>
                </a:moveTo>
                <a:lnTo>
                  <a:pt x="40107" y="49486"/>
                </a:lnTo>
                <a:lnTo>
                  <a:pt x="10730" y="49486"/>
                </a:lnTo>
                <a:lnTo>
                  <a:pt x="12387" y="45369"/>
                </a:lnTo>
                <a:lnTo>
                  <a:pt x="12212" y="45369"/>
                </a:lnTo>
                <a:lnTo>
                  <a:pt x="10670" y="43827"/>
                </a:lnTo>
                <a:lnTo>
                  <a:pt x="44818" y="43827"/>
                </a:lnTo>
                <a:lnTo>
                  <a:pt x="43794" y="45369"/>
                </a:lnTo>
                <a:lnTo>
                  <a:pt x="44758" y="49486"/>
                </a:lnTo>
                <a:lnTo>
                  <a:pt x="44848" y="49871"/>
                </a:lnTo>
                <a:lnTo>
                  <a:pt x="42751" y="50869"/>
                </a:lnTo>
                <a:close/>
              </a:path>
              <a:path w="56515" h="57150">
                <a:moveTo>
                  <a:pt x="49021" y="45369"/>
                </a:moveTo>
                <a:lnTo>
                  <a:pt x="48623" y="45369"/>
                </a:lnTo>
                <a:lnTo>
                  <a:pt x="44746" y="43827"/>
                </a:lnTo>
                <a:lnTo>
                  <a:pt x="50552" y="43827"/>
                </a:lnTo>
                <a:lnTo>
                  <a:pt x="49021" y="45369"/>
                </a:lnTo>
                <a:close/>
              </a:path>
              <a:path w="56515" h="57150">
                <a:moveTo>
                  <a:pt x="12802" y="51017"/>
                </a:moveTo>
                <a:lnTo>
                  <a:pt x="10560" y="49486"/>
                </a:lnTo>
                <a:lnTo>
                  <a:pt x="15649" y="49486"/>
                </a:lnTo>
                <a:lnTo>
                  <a:pt x="12802" y="51017"/>
                </a:lnTo>
                <a:close/>
              </a:path>
              <a:path w="56515" h="57150">
                <a:moveTo>
                  <a:pt x="17792" y="56573"/>
                </a:moveTo>
                <a:lnTo>
                  <a:pt x="16125" y="54520"/>
                </a:lnTo>
                <a:lnTo>
                  <a:pt x="17723" y="51402"/>
                </a:lnTo>
                <a:lnTo>
                  <a:pt x="17009" y="50166"/>
                </a:lnTo>
                <a:lnTo>
                  <a:pt x="15649" y="49486"/>
                </a:lnTo>
                <a:lnTo>
                  <a:pt x="40632" y="49486"/>
                </a:lnTo>
                <a:lnTo>
                  <a:pt x="38782" y="50166"/>
                </a:lnTo>
                <a:lnTo>
                  <a:pt x="38313" y="50869"/>
                </a:lnTo>
                <a:lnTo>
                  <a:pt x="38215" y="51017"/>
                </a:lnTo>
                <a:lnTo>
                  <a:pt x="38126" y="51402"/>
                </a:lnTo>
                <a:lnTo>
                  <a:pt x="39603" y="54520"/>
                </a:lnTo>
                <a:lnTo>
                  <a:pt x="39689" y="54702"/>
                </a:lnTo>
                <a:lnTo>
                  <a:pt x="38822" y="55575"/>
                </a:lnTo>
                <a:lnTo>
                  <a:pt x="26749" y="55575"/>
                </a:lnTo>
                <a:lnTo>
                  <a:pt x="17792" y="56573"/>
                </a:lnTo>
                <a:close/>
              </a:path>
              <a:path w="56515" h="57150">
                <a:moveTo>
                  <a:pt x="38271" y="56131"/>
                </a:moveTo>
                <a:lnTo>
                  <a:pt x="34132" y="55575"/>
                </a:lnTo>
                <a:lnTo>
                  <a:pt x="38822" y="55575"/>
                </a:lnTo>
                <a:lnTo>
                  <a:pt x="38271" y="56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659563" y="7594810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45807" y="7291"/>
                </a:moveTo>
                <a:lnTo>
                  <a:pt x="10982" y="7291"/>
                </a:lnTo>
                <a:lnTo>
                  <a:pt x="12060" y="6565"/>
                </a:lnTo>
                <a:lnTo>
                  <a:pt x="12581" y="5987"/>
                </a:lnTo>
                <a:lnTo>
                  <a:pt x="11387" y="1292"/>
                </a:lnTo>
                <a:lnTo>
                  <a:pt x="35609" y="1292"/>
                </a:lnTo>
                <a:lnTo>
                  <a:pt x="43799" y="0"/>
                </a:lnTo>
                <a:lnTo>
                  <a:pt x="45614" y="2211"/>
                </a:lnTo>
                <a:lnTo>
                  <a:pt x="44003" y="5329"/>
                </a:lnTo>
                <a:lnTo>
                  <a:pt x="44718" y="6565"/>
                </a:lnTo>
                <a:lnTo>
                  <a:pt x="45807" y="7291"/>
                </a:lnTo>
                <a:close/>
              </a:path>
              <a:path w="56515" h="57150">
                <a:moveTo>
                  <a:pt x="16017" y="1292"/>
                </a:moveTo>
                <a:lnTo>
                  <a:pt x="11655" y="1292"/>
                </a:lnTo>
                <a:lnTo>
                  <a:pt x="13432" y="544"/>
                </a:lnTo>
                <a:lnTo>
                  <a:pt x="16017" y="1292"/>
                </a:lnTo>
                <a:close/>
              </a:path>
              <a:path w="56515" h="57150">
                <a:moveTo>
                  <a:pt x="35274" y="1292"/>
                </a:moveTo>
                <a:lnTo>
                  <a:pt x="16017" y="1292"/>
                </a:lnTo>
                <a:lnTo>
                  <a:pt x="22670" y="544"/>
                </a:lnTo>
                <a:lnTo>
                  <a:pt x="28978" y="544"/>
                </a:lnTo>
                <a:lnTo>
                  <a:pt x="35274" y="1292"/>
                </a:lnTo>
                <a:close/>
              </a:path>
              <a:path w="56515" h="57150">
                <a:moveTo>
                  <a:pt x="51220" y="12711"/>
                </a:moveTo>
                <a:lnTo>
                  <a:pt x="5403" y="12711"/>
                </a:lnTo>
                <a:lnTo>
                  <a:pt x="6628" y="12008"/>
                </a:lnTo>
                <a:lnTo>
                  <a:pt x="7354" y="10920"/>
                </a:lnTo>
                <a:lnTo>
                  <a:pt x="5721" y="7472"/>
                </a:lnTo>
                <a:lnTo>
                  <a:pt x="7535" y="5658"/>
                </a:lnTo>
                <a:lnTo>
                  <a:pt x="10982" y="7291"/>
                </a:lnTo>
                <a:lnTo>
                  <a:pt x="50934" y="7291"/>
                </a:lnTo>
                <a:lnTo>
                  <a:pt x="49491" y="10920"/>
                </a:lnTo>
                <a:lnTo>
                  <a:pt x="49410" y="11124"/>
                </a:lnTo>
                <a:lnTo>
                  <a:pt x="49324" y="11339"/>
                </a:lnTo>
                <a:lnTo>
                  <a:pt x="49151" y="11339"/>
                </a:lnTo>
                <a:lnTo>
                  <a:pt x="51220" y="12711"/>
                </a:lnTo>
                <a:close/>
              </a:path>
              <a:path w="56515" h="57150">
                <a:moveTo>
                  <a:pt x="50887" y="7291"/>
                </a:moveTo>
                <a:lnTo>
                  <a:pt x="45807" y="7291"/>
                </a:lnTo>
                <a:lnTo>
                  <a:pt x="49254" y="5658"/>
                </a:lnTo>
                <a:lnTo>
                  <a:pt x="50887" y="7291"/>
                </a:lnTo>
                <a:close/>
              </a:path>
              <a:path w="56515" h="57150">
                <a:moveTo>
                  <a:pt x="5403" y="12711"/>
                </a:moveTo>
                <a:lnTo>
                  <a:pt x="331" y="12711"/>
                </a:lnTo>
                <a:lnTo>
                  <a:pt x="2273" y="11124"/>
                </a:lnTo>
                <a:lnTo>
                  <a:pt x="5403" y="12711"/>
                </a:lnTo>
                <a:close/>
              </a:path>
              <a:path w="56515" h="57150">
                <a:moveTo>
                  <a:pt x="2092" y="45573"/>
                </a:moveTo>
                <a:lnTo>
                  <a:pt x="1185" y="44666"/>
                </a:lnTo>
                <a:lnTo>
                  <a:pt x="529" y="43941"/>
                </a:lnTo>
                <a:lnTo>
                  <a:pt x="1358" y="40459"/>
                </a:lnTo>
                <a:lnTo>
                  <a:pt x="1423" y="40187"/>
                </a:lnTo>
                <a:lnTo>
                  <a:pt x="470" y="36366"/>
                </a:lnTo>
                <a:lnTo>
                  <a:pt x="856" y="31286"/>
                </a:lnTo>
                <a:lnTo>
                  <a:pt x="1389" y="26546"/>
                </a:lnTo>
                <a:lnTo>
                  <a:pt x="947" y="24675"/>
                </a:lnTo>
                <a:lnTo>
                  <a:pt x="1423" y="21239"/>
                </a:lnTo>
                <a:lnTo>
                  <a:pt x="0" y="12711"/>
                </a:lnTo>
                <a:lnTo>
                  <a:pt x="51644" y="12711"/>
                </a:lnTo>
                <a:lnTo>
                  <a:pt x="54243" y="11339"/>
                </a:lnTo>
                <a:lnTo>
                  <a:pt x="55604" y="12008"/>
                </a:lnTo>
                <a:lnTo>
                  <a:pt x="55604" y="40459"/>
                </a:lnTo>
                <a:lnTo>
                  <a:pt x="56137" y="43578"/>
                </a:lnTo>
                <a:lnTo>
                  <a:pt x="55960" y="43941"/>
                </a:lnTo>
                <a:lnTo>
                  <a:pt x="5539" y="43941"/>
                </a:lnTo>
                <a:lnTo>
                  <a:pt x="2092" y="45573"/>
                </a:lnTo>
                <a:close/>
              </a:path>
              <a:path w="56515" h="57150">
                <a:moveTo>
                  <a:pt x="7281" y="50948"/>
                </a:moveTo>
                <a:lnTo>
                  <a:pt x="7001" y="50688"/>
                </a:lnTo>
                <a:lnTo>
                  <a:pt x="5789" y="48851"/>
                </a:lnTo>
                <a:lnTo>
                  <a:pt x="7297" y="46038"/>
                </a:lnTo>
                <a:lnTo>
                  <a:pt x="6628" y="44666"/>
                </a:lnTo>
                <a:lnTo>
                  <a:pt x="5539" y="43941"/>
                </a:lnTo>
                <a:lnTo>
                  <a:pt x="50887" y="43941"/>
                </a:lnTo>
                <a:lnTo>
                  <a:pt x="49413" y="45415"/>
                </a:lnTo>
                <a:lnTo>
                  <a:pt x="49460" y="45573"/>
                </a:lnTo>
                <a:lnTo>
                  <a:pt x="50962" y="49350"/>
                </a:lnTo>
                <a:lnTo>
                  <a:pt x="11300" y="49350"/>
                </a:lnTo>
                <a:lnTo>
                  <a:pt x="7281" y="50948"/>
                </a:lnTo>
                <a:close/>
              </a:path>
              <a:path w="56515" h="57150">
                <a:moveTo>
                  <a:pt x="55241" y="45415"/>
                </a:moveTo>
                <a:lnTo>
                  <a:pt x="50454" y="43941"/>
                </a:lnTo>
                <a:lnTo>
                  <a:pt x="55960" y="43941"/>
                </a:lnTo>
                <a:lnTo>
                  <a:pt x="55241" y="45415"/>
                </a:lnTo>
                <a:close/>
              </a:path>
              <a:path w="56515" h="57150">
                <a:moveTo>
                  <a:pt x="14373" y="56675"/>
                </a:moveTo>
                <a:lnTo>
                  <a:pt x="11322" y="55201"/>
                </a:lnTo>
                <a:lnTo>
                  <a:pt x="12618" y="50948"/>
                </a:lnTo>
                <a:lnTo>
                  <a:pt x="12638" y="50688"/>
                </a:lnTo>
                <a:lnTo>
                  <a:pt x="11300" y="49350"/>
                </a:lnTo>
                <a:lnTo>
                  <a:pt x="46276" y="49350"/>
                </a:lnTo>
                <a:lnTo>
                  <a:pt x="44718" y="50109"/>
                </a:lnTo>
                <a:lnTo>
                  <a:pt x="44207" y="50688"/>
                </a:lnTo>
                <a:lnTo>
                  <a:pt x="45330" y="55201"/>
                </a:lnTo>
                <a:lnTo>
                  <a:pt x="45573" y="55201"/>
                </a:lnTo>
                <a:lnTo>
                  <a:pt x="44720" y="55552"/>
                </a:lnTo>
                <a:lnTo>
                  <a:pt x="20326" y="55552"/>
                </a:lnTo>
                <a:lnTo>
                  <a:pt x="14373" y="56675"/>
                </a:lnTo>
                <a:close/>
              </a:path>
              <a:path w="56515" h="57150">
                <a:moveTo>
                  <a:pt x="48902" y="50948"/>
                </a:moveTo>
                <a:lnTo>
                  <a:pt x="45921" y="49350"/>
                </a:lnTo>
                <a:lnTo>
                  <a:pt x="51307" y="49350"/>
                </a:lnTo>
                <a:lnTo>
                  <a:pt x="48902" y="50948"/>
                </a:lnTo>
                <a:close/>
              </a:path>
              <a:path w="56515" h="57150">
                <a:moveTo>
                  <a:pt x="43482" y="56063"/>
                </a:moveTo>
                <a:lnTo>
                  <a:pt x="40624" y="55552"/>
                </a:lnTo>
                <a:lnTo>
                  <a:pt x="44720" y="55552"/>
                </a:lnTo>
                <a:lnTo>
                  <a:pt x="43482" y="5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639336" y="759508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9252" y="850"/>
                </a:moveTo>
                <a:lnTo>
                  <a:pt x="31558" y="850"/>
                </a:lnTo>
                <a:lnTo>
                  <a:pt x="36185" y="0"/>
                </a:lnTo>
                <a:lnTo>
                  <a:pt x="39252" y="850"/>
                </a:lnTo>
                <a:close/>
              </a:path>
              <a:path w="56515" h="56515">
                <a:moveTo>
                  <a:pt x="44905" y="1065"/>
                </a:moveTo>
                <a:lnTo>
                  <a:pt x="40454" y="1065"/>
                </a:lnTo>
                <a:lnTo>
                  <a:pt x="43998" y="158"/>
                </a:lnTo>
                <a:lnTo>
                  <a:pt x="44905" y="1065"/>
                </a:lnTo>
                <a:close/>
              </a:path>
              <a:path w="56515" h="56515">
                <a:moveTo>
                  <a:pt x="45415" y="7019"/>
                </a:move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41" y="1065"/>
                </a:lnTo>
                <a:lnTo>
                  <a:pt x="44905" y="1065"/>
                </a:lnTo>
                <a:lnTo>
                  <a:pt x="45596" y="1757"/>
                </a:lnTo>
                <a:lnTo>
                  <a:pt x="43782" y="5386"/>
                </a:lnTo>
                <a:lnTo>
                  <a:pt x="45415" y="7019"/>
                </a:lnTo>
                <a:close/>
              </a:path>
              <a:path w="56515" h="56515">
                <a:moveTo>
                  <a:pt x="40028" y="1065"/>
                </a:moveTo>
                <a:lnTo>
                  <a:pt x="15956" y="1065"/>
                </a:lnTo>
                <a:lnTo>
                  <a:pt x="21334" y="306"/>
                </a:lnTo>
                <a:lnTo>
                  <a:pt x="20476" y="306"/>
                </a:lnTo>
                <a:lnTo>
                  <a:pt x="24856" y="850"/>
                </a:lnTo>
                <a:lnTo>
                  <a:pt x="39252" y="850"/>
                </a:lnTo>
                <a:lnTo>
                  <a:pt x="40028" y="1065"/>
                </a:lnTo>
                <a:close/>
              </a:path>
              <a:path w="56515" h="56515">
                <a:moveTo>
                  <a:pt x="55576" y="12439"/>
                </a:moveTo>
                <a:lnTo>
                  <a:pt x="5352" y="12439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45415" y="7019"/>
                </a:lnTo>
                <a:lnTo>
                  <a:pt x="45596" y="7200"/>
                </a:lnTo>
                <a:lnTo>
                  <a:pt x="51040" y="7200"/>
                </a:lnTo>
                <a:lnTo>
                  <a:pt x="49407" y="10647"/>
                </a:lnTo>
                <a:lnTo>
                  <a:pt x="50133" y="11736"/>
                </a:lnTo>
                <a:lnTo>
                  <a:pt x="55576" y="11736"/>
                </a:lnTo>
                <a:lnTo>
                  <a:pt x="55576" y="12439"/>
                </a:lnTo>
                <a:close/>
              </a:path>
              <a:path w="56515" h="56515">
                <a:moveTo>
                  <a:pt x="51040" y="7200"/>
                </a:moveTo>
                <a:lnTo>
                  <a:pt x="45596" y="7200"/>
                </a:lnTo>
                <a:lnTo>
                  <a:pt x="49225" y="5386"/>
                </a:lnTo>
                <a:lnTo>
                  <a:pt x="51040" y="7200"/>
                </a:lnTo>
                <a:close/>
              </a:path>
              <a:path w="56515" h="56515">
                <a:moveTo>
                  <a:pt x="2052" y="45301"/>
                </a:moveTo>
                <a:lnTo>
                  <a:pt x="635" y="43884"/>
                </a:lnTo>
                <a:lnTo>
                  <a:pt x="611" y="43158"/>
                </a:lnTo>
                <a:lnTo>
                  <a:pt x="1291" y="40301"/>
                </a:lnTo>
                <a:lnTo>
                  <a:pt x="1383" y="39915"/>
                </a:lnTo>
                <a:lnTo>
                  <a:pt x="431" y="36094"/>
                </a:lnTo>
                <a:lnTo>
                  <a:pt x="816" y="31013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4" y="10852"/>
                </a:lnTo>
                <a:lnTo>
                  <a:pt x="5352" y="12439"/>
                </a:lnTo>
                <a:lnTo>
                  <a:pt x="55576" y="12439"/>
                </a:lnTo>
                <a:lnTo>
                  <a:pt x="55576" y="40301"/>
                </a:lnTo>
                <a:lnTo>
                  <a:pt x="56086" y="43158"/>
                </a:lnTo>
                <a:lnTo>
                  <a:pt x="55877" y="43668"/>
                </a:lnTo>
                <a:lnTo>
                  <a:pt x="5499" y="43668"/>
                </a:lnTo>
                <a:lnTo>
                  <a:pt x="2052" y="45301"/>
                </a:lnTo>
                <a:close/>
              </a:path>
              <a:path w="56515" h="56515">
                <a:moveTo>
                  <a:pt x="7167" y="50710"/>
                </a:move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55877" y="43668"/>
                </a:lnTo>
                <a:lnTo>
                  <a:pt x="55789" y="43884"/>
                </a:lnTo>
                <a:lnTo>
                  <a:pt x="50711" y="43884"/>
                </a:lnTo>
                <a:lnTo>
                  <a:pt x="50133" y="44394"/>
                </a:lnTo>
                <a:lnTo>
                  <a:pt x="49464" y="45766"/>
                </a:lnTo>
                <a:lnTo>
                  <a:pt x="50972" y="48578"/>
                </a:lnTo>
                <a:lnTo>
                  <a:pt x="50640" y="49077"/>
                </a:lnTo>
                <a:lnTo>
                  <a:pt x="11272" y="49077"/>
                </a:lnTo>
                <a:lnTo>
                  <a:pt x="7167" y="50710"/>
                </a:lnTo>
                <a:close/>
              </a:path>
              <a:path w="56515" h="56515">
                <a:moveTo>
                  <a:pt x="55315" y="45041"/>
                </a:moveTo>
                <a:lnTo>
                  <a:pt x="50711" y="43884"/>
                </a:lnTo>
                <a:lnTo>
                  <a:pt x="55789" y="43884"/>
                </a:lnTo>
                <a:lnTo>
                  <a:pt x="55315" y="45041"/>
                </a:lnTo>
                <a:close/>
              </a:path>
              <a:path w="56515" h="56515">
                <a:moveTo>
                  <a:pt x="14481" y="56369"/>
                </a:moveTo>
                <a:lnTo>
                  <a:pt x="11200" y="54917"/>
                </a:lnTo>
                <a:lnTo>
                  <a:pt x="11344" y="54917"/>
                </a:lnTo>
                <a:lnTo>
                  <a:pt x="12540" y="50710"/>
                </a:lnTo>
                <a:lnTo>
                  <a:pt x="12621" y="50427"/>
                </a:lnTo>
                <a:lnTo>
                  <a:pt x="11272" y="49077"/>
                </a:lnTo>
                <a:lnTo>
                  <a:pt x="45449" y="49077"/>
                </a:lnTo>
                <a:lnTo>
                  <a:pt x="44100" y="50427"/>
                </a:lnTo>
                <a:lnTo>
                  <a:pt x="44143" y="50710"/>
                </a:lnTo>
                <a:lnTo>
                  <a:pt x="45438" y="54917"/>
                </a:lnTo>
                <a:lnTo>
                  <a:pt x="44694" y="55280"/>
                </a:lnTo>
                <a:lnTo>
                  <a:pt x="20184" y="55280"/>
                </a:lnTo>
                <a:lnTo>
                  <a:pt x="14481" y="56369"/>
                </a:lnTo>
                <a:close/>
              </a:path>
              <a:path w="56515" h="56515">
                <a:moveTo>
                  <a:pt x="49554" y="50710"/>
                </a:moveTo>
                <a:lnTo>
                  <a:pt x="45449" y="49077"/>
                </a:lnTo>
                <a:lnTo>
                  <a:pt x="50640" y="49077"/>
                </a:lnTo>
                <a:lnTo>
                  <a:pt x="49554" y="50710"/>
                </a:lnTo>
                <a:close/>
              </a:path>
              <a:path w="56515" h="56515">
                <a:moveTo>
                  <a:pt x="43601" y="55813"/>
                </a:moveTo>
                <a:lnTo>
                  <a:pt x="40482" y="55280"/>
                </a:lnTo>
                <a:lnTo>
                  <a:pt x="44694" y="55280"/>
                </a:lnTo>
                <a:lnTo>
                  <a:pt x="43601" y="55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966327" y="759552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52"/>
                </a:moveTo>
                <a:lnTo>
                  <a:pt x="24221" y="55439"/>
                </a:lnTo>
                <a:lnTo>
                  <a:pt x="21942" y="54634"/>
                </a:lnTo>
                <a:lnTo>
                  <a:pt x="22963" y="49917"/>
                </a:lnTo>
                <a:lnTo>
                  <a:pt x="22509" y="49395"/>
                </a:lnTo>
                <a:lnTo>
                  <a:pt x="20547" y="48034"/>
                </a:lnTo>
                <a:lnTo>
                  <a:pt x="13074" y="51175"/>
                </a:lnTo>
                <a:lnTo>
                  <a:pt x="10738" y="48306"/>
                </a:lnTo>
                <a:lnTo>
                  <a:pt x="12337" y="45188"/>
                </a:lnTo>
                <a:lnTo>
                  <a:pt x="11623" y="43952"/>
                </a:lnTo>
                <a:lnTo>
                  <a:pt x="10818" y="43283"/>
                </a:lnTo>
                <a:lnTo>
                  <a:pt x="6736" y="44791"/>
                </a:lnTo>
                <a:lnTo>
                  <a:pt x="5602" y="43079"/>
                </a:lnTo>
                <a:lnTo>
                  <a:pt x="6237" y="39586"/>
                </a:lnTo>
                <a:lnTo>
                  <a:pt x="6146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28" y="33497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19" y="19776"/>
                </a:lnTo>
                <a:lnTo>
                  <a:pt x="4570" y="13142"/>
                </a:lnTo>
                <a:lnTo>
                  <a:pt x="6962" y="10398"/>
                </a:lnTo>
                <a:lnTo>
                  <a:pt x="10636" y="12008"/>
                </a:lnTo>
                <a:lnTo>
                  <a:pt x="11623" y="11294"/>
                </a:lnTo>
                <a:lnTo>
                  <a:pt x="12337" y="10058"/>
                </a:lnTo>
                <a:lnTo>
                  <a:pt x="10738" y="6939"/>
                </a:lnTo>
                <a:lnTo>
                  <a:pt x="13074" y="4070"/>
                </a:lnTo>
                <a:lnTo>
                  <a:pt x="20547" y="7212"/>
                </a:lnTo>
                <a:lnTo>
                  <a:pt x="22509" y="5851"/>
                </a:lnTo>
                <a:lnTo>
                  <a:pt x="23235" y="4796"/>
                </a:lnTo>
                <a:lnTo>
                  <a:pt x="21602" y="1270"/>
                </a:lnTo>
                <a:lnTo>
                  <a:pt x="22940" y="0"/>
                </a:lnTo>
                <a:lnTo>
                  <a:pt x="33078" y="22"/>
                </a:lnTo>
                <a:lnTo>
                  <a:pt x="34291" y="1496"/>
                </a:lnTo>
                <a:lnTo>
                  <a:pt x="32692" y="4615"/>
                </a:lnTo>
                <a:lnTo>
                  <a:pt x="33395" y="5851"/>
                </a:lnTo>
                <a:lnTo>
                  <a:pt x="35357" y="7212"/>
                </a:lnTo>
                <a:lnTo>
                  <a:pt x="42829" y="4070"/>
                </a:lnTo>
                <a:lnTo>
                  <a:pt x="45177" y="6939"/>
                </a:lnTo>
                <a:lnTo>
                  <a:pt x="43578" y="10058"/>
                </a:lnTo>
                <a:lnTo>
                  <a:pt x="44281" y="11294"/>
                </a:lnTo>
                <a:lnTo>
                  <a:pt x="45370" y="12020"/>
                </a:lnTo>
                <a:lnTo>
                  <a:pt x="48817" y="10387"/>
                </a:lnTo>
                <a:lnTo>
                  <a:pt x="50234" y="11804"/>
                </a:lnTo>
                <a:lnTo>
                  <a:pt x="49679" y="15943"/>
                </a:lnTo>
                <a:lnTo>
                  <a:pt x="49792" y="18075"/>
                </a:lnTo>
                <a:lnTo>
                  <a:pt x="49157" y="20989"/>
                </a:lnTo>
                <a:lnTo>
                  <a:pt x="50064" y="22906"/>
                </a:lnTo>
                <a:lnTo>
                  <a:pt x="54555" y="21567"/>
                </a:lnTo>
                <a:lnTo>
                  <a:pt x="55677" y="22690"/>
                </a:lnTo>
                <a:lnTo>
                  <a:pt x="55122" y="26829"/>
                </a:lnTo>
                <a:lnTo>
                  <a:pt x="55235" y="28984"/>
                </a:lnTo>
                <a:lnTo>
                  <a:pt x="55609" y="31796"/>
                </a:lnTo>
                <a:lnTo>
                  <a:pt x="54929" y="33633"/>
                </a:lnTo>
                <a:lnTo>
                  <a:pt x="50280" y="32612"/>
                </a:lnTo>
                <a:lnTo>
                  <a:pt x="49724" y="33066"/>
                </a:lnTo>
                <a:lnTo>
                  <a:pt x="48352" y="35028"/>
                </a:lnTo>
                <a:lnTo>
                  <a:pt x="51505" y="42500"/>
                </a:lnTo>
                <a:lnTo>
                  <a:pt x="48636" y="44848"/>
                </a:lnTo>
                <a:lnTo>
                  <a:pt x="45506" y="43249"/>
                </a:lnTo>
                <a:lnTo>
                  <a:pt x="44281" y="43952"/>
                </a:lnTo>
                <a:lnTo>
                  <a:pt x="43556" y="45041"/>
                </a:lnTo>
                <a:lnTo>
                  <a:pt x="45188" y="48488"/>
                </a:lnTo>
                <a:lnTo>
                  <a:pt x="43385" y="50302"/>
                </a:lnTo>
                <a:lnTo>
                  <a:pt x="39938" y="48692"/>
                </a:lnTo>
                <a:lnTo>
                  <a:pt x="37749" y="50098"/>
                </a:lnTo>
                <a:lnTo>
                  <a:pt x="34302" y="48488"/>
                </a:lnTo>
                <a:lnTo>
                  <a:pt x="32828" y="49973"/>
                </a:lnTo>
                <a:lnTo>
                  <a:pt x="34087" y="54543"/>
                </a:lnTo>
                <a:lnTo>
                  <a:pt x="31739" y="55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011849" y="760020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78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6" y="44814"/>
                </a:lnTo>
                <a:lnTo>
                  <a:pt x="19299" y="44712"/>
                </a:lnTo>
                <a:lnTo>
                  <a:pt x="16283" y="44712"/>
                </a:lnTo>
                <a:lnTo>
                  <a:pt x="13119" y="45245"/>
                </a:lnTo>
                <a:lnTo>
                  <a:pt x="11305" y="44337"/>
                </a:lnTo>
                <a:lnTo>
                  <a:pt x="12688" y="39904"/>
                </a:lnTo>
                <a:lnTo>
                  <a:pt x="11294" y="38509"/>
                </a:lnTo>
                <a:lnTo>
                  <a:pt x="7189" y="40142"/>
                </a:lnTo>
                <a:lnTo>
                  <a:pt x="5771" y="38010"/>
                </a:lnTo>
                <a:lnTo>
                  <a:pt x="7280" y="35198"/>
                </a:lnTo>
                <a:lnTo>
                  <a:pt x="6610" y="33826"/>
                </a:lnTo>
                <a:lnTo>
                  <a:pt x="5862" y="33179"/>
                </a:lnTo>
                <a:lnTo>
                  <a:pt x="1655" y="34631"/>
                </a:lnTo>
                <a:lnTo>
                  <a:pt x="0" y="31909"/>
                </a:lnTo>
                <a:lnTo>
                  <a:pt x="1167" y="25264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0" y="12054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3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92" y="1474"/>
                </a:lnTo>
                <a:lnTo>
                  <a:pt x="33122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4" y="11146"/>
                </a:lnTo>
                <a:lnTo>
                  <a:pt x="45619" y="12961"/>
                </a:lnTo>
                <a:lnTo>
                  <a:pt x="43918" y="16397"/>
                </a:lnTo>
                <a:lnTo>
                  <a:pt x="44711" y="17497"/>
                </a:lnTo>
                <a:lnTo>
                  <a:pt x="44711" y="29709"/>
                </a:lnTo>
                <a:lnTo>
                  <a:pt x="45222" y="32624"/>
                </a:lnTo>
                <a:lnTo>
                  <a:pt x="44416" y="34517"/>
                </a:lnTo>
                <a:lnTo>
                  <a:pt x="39835" y="33259"/>
                </a:lnTo>
                <a:lnTo>
                  <a:pt x="38611" y="34483"/>
                </a:lnTo>
                <a:lnTo>
                  <a:pt x="40039" y="38860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5" y="39269"/>
                </a:lnTo>
                <a:lnTo>
                  <a:pt x="33100" y="40357"/>
                </a:lnTo>
                <a:lnTo>
                  <a:pt x="34732" y="43805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297308" y="76006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96" y="44927"/>
                </a:moveTo>
                <a:lnTo>
                  <a:pt x="17247" y="43657"/>
                </a:lnTo>
                <a:lnTo>
                  <a:pt x="18778" y="39620"/>
                </a:lnTo>
                <a:lnTo>
                  <a:pt x="18087" y="38792"/>
                </a:lnTo>
                <a:lnTo>
                  <a:pt x="16125" y="37432"/>
                </a:lnTo>
                <a:lnTo>
                  <a:pt x="8663" y="40573"/>
                </a:lnTo>
                <a:lnTo>
                  <a:pt x="6316" y="37704"/>
                </a:lnTo>
                <a:lnTo>
                  <a:pt x="7915" y="34585"/>
                </a:lnTo>
                <a:lnTo>
                  <a:pt x="6486" y="32261"/>
                </a:lnTo>
                <a:lnTo>
                  <a:pt x="8108" y="28814"/>
                </a:lnTo>
                <a:lnTo>
                  <a:pt x="6294" y="26999"/>
                </a:lnTo>
                <a:lnTo>
                  <a:pt x="2778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36"/>
                </a:lnTo>
                <a:lnTo>
                  <a:pt x="5987" y="17723"/>
                </a:lnTo>
                <a:lnTo>
                  <a:pt x="7212" y="17020"/>
                </a:lnTo>
                <a:lnTo>
                  <a:pt x="8572" y="15059"/>
                </a:lnTo>
                <a:lnTo>
                  <a:pt x="5443" y="7586"/>
                </a:lnTo>
                <a:lnTo>
                  <a:pt x="8300" y="5250"/>
                </a:lnTo>
                <a:lnTo>
                  <a:pt x="11419" y="6837"/>
                </a:lnTo>
                <a:lnTo>
                  <a:pt x="12655" y="6134"/>
                </a:lnTo>
                <a:lnTo>
                  <a:pt x="13744" y="5409"/>
                </a:lnTo>
                <a:lnTo>
                  <a:pt x="17179" y="7041"/>
                </a:lnTo>
                <a:lnTo>
                  <a:pt x="18563" y="5658"/>
                </a:lnTo>
                <a:lnTo>
                  <a:pt x="17531" y="873"/>
                </a:lnTo>
                <a:lnTo>
                  <a:pt x="20094" y="56"/>
                </a:lnTo>
                <a:lnTo>
                  <a:pt x="27000" y="0"/>
                </a:lnTo>
                <a:lnTo>
                  <a:pt x="29574" y="895"/>
                </a:lnTo>
                <a:lnTo>
                  <a:pt x="28474" y="5635"/>
                </a:lnTo>
                <a:lnTo>
                  <a:pt x="29494" y="6645"/>
                </a:lnTo>
                <a:lnTo>
                  <a:pt x="33622" y="6089"/>
                </a:lnTo>
                <a:lnTo>
                  <a:pt x="35244" y="6180"/>
                </a:lnTo>
                <a:lnTo>
                  <a:pt x="39292" y="5601"/>
                </a:lnTo>
                <a:lnTo>
                  <a:pt x="40755" y="6985"/>
                </a:lnTo>
                <a:lnTo>
                  <a:pt x="39133" y="10534"/>
                </a:lnTo>
                <a:lnTo>
                  <a:pt x="40573" y="12666"/>
                </a:lnTo>
                <a:lnTo>
                  <a:pt x="38940" y="16113"/>
                </a:lnTo>
                <a:lnTo>
                  <a:pt x="40426" y="17587"/>
                </a:lnTo>
                <a:lnTo>
                  <a:pt x="44996" y="16340"/>
                </a:lnTo>
                <a:lnTo>
                  <a:pt x="45790" y="18200"/>
                </a:lnTo>
                <a:lnTo>
                  <a:pt x="45994" y="26908"/>
                </a:lnTo>
                <a:lnTo>
                  <a:pt x="44701" y="28757"/>
                </a:lnTo>
                <a:lnTo>
                  <a:pt x="40675" y="27226"/>
                </a:lnTo>
                <a:lnTo>
                  <a:pt x="39847" y="27906"/>
                </a:lnTo>
                <a:lnTo>
                  <a:pt x="38487" y="29868"/>
                </a:lnTo>
                <a:lnTo>
                  <a:pt x="41628" y="37341"/>
                </a:lnTo>
                <a:lnTo>
                  <a:pt x="38759" y="39688"/>
                </a:lnTo>
                <a:lnTo>
                  <a:pt x="35640" y="38089"/>
                </a:lnTo>
                <a:lnTo>
                  <a:pt x="33327" y="39518"/>
                </a:lnTo>
                <a:lnTo>
                  <a:pt x="29880" y="37885"/>
                </a:lnTo>
                <a:lnTo>
                  <a:pt x="28406" y="39371"/>
                </a:lnTo>
                <a:lnTo>
                  <a:pt x="29664" y="43941"/>
                </a:lnTo>
                <a:lnTo>
                  <a:pt x="27793" y="44734"/>
                </a:lnTo>
                <a:lnTo>
                  <a:pt x="19096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697321" y="76122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1634788" y="7610481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2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12" y="7223"/>
                </a:lnTo>
                <a:lnTo>
                  <a:pt x="7212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4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2464" y="6338"/>
                </a:lnTo>
                <a:lnTo>
                  <a:pt x="23926" y="7540"/>
                </a:lnTo>
                <a:lnTo>
                  <a:pt x="23949" y="17689"/>
                </a:lnTo>
                <a:lnTo>
                  <a:pt x="22679" y="19016"/>
                </a:lnTo>
                <a:lnTo>
                  <a:pt x="19153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85958" y="7747181"/>
            <a:ext cx="77518" cy="7842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812438" y="7747317"/>
            <a:ext cx="77700" cy="7810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139031" y="7747317"/>
            <a:ext cx="77677" cy="7810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465217" y="7747816"/>
            <a:ext cx="77995" cy="7748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792059" y="7747510"/>
            <a:ext cx="77892" cy="7783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64277" y="7752590"/>
            <a:ext cx="67606" cy="6764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124447" y="7753305"/>
            <a:ext cx="66246" cy="66643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8843568" y="775823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02" y="55915"/>
                </a:moveTo>
                <a:lnTo>
                  <a:pt x="34699" y="55405"/>
                </a:lnTo>
                <a:lnTo>
                  <a:pt x="21239" y="55405"/>
                </a:lnTo>
                <a:lnTo>
                  <a:pt x="18143" y="55927"/>
                </a:lnTo>
                <a:lnTo>
                  <a:pt x="16340" y="55065"/>
                </a:lnTo>
                <a:lnTo>
                  <a:pt x="17610" y="50597"/>
                </a:lnTo>
                <a:lnTo>
                  <a:pt x="17043" y="49962"/>
                </a:lnTo>
                <a:lnTo>
                  <a:pt x="6157" y="49962"/>
                </a:lnTo>
                <a:lnTo>
                  <a:pt x="6157" y="39076"/>
                </a:lnTo>
                <a:lnTo>
                  <a:pt x="5068" y="38350"/>
                </a:lnTo>
                <a:lnTo>
                  <a:pt x="1621" y="39983"/>
                </a:lnTo>
                <a:lnTo>
                  <a:pt x="45" y="38407"/>
                </a:lnTo>
                <a:lnTo>
                  <a:pt x="952" y="34597"/>
                </a:lnTo>
                <a:lnTo>
                  <a:pt x="0" y="30764"/>
                </a:lnTo>
                <a:lnTo>
                  <a:pt x="805" y="21908"/>
                </a:lnTo>
                <a:lnTo>
                  <a:pt x="158" y="17859"/>
                </a:lnTo>
                <a:lnTo>
                  <a:pt x="1292" y="16737"/>
                </a:lnTo>
                <a:lnTo>
                  <a:pt x="5873" y="17995"/>
                </a:lnTo>
                <a:lnTo>
                  <a:pt x="7472" y="14231"/>
                </a:lnTo>
                <a:lnTo>
                  <a:pt x="5148" y="9615"/>
                </a:lnTo>
                <a:lnTo>
                  <a:pt x="6157" y="6418"/>
                </a:lnTo>
                <a:lnTo>
                  <a:pt x="17043" y="6418"/>
                </a:lnTo>
                <a:lnTo>
                  <a:pt x="17497" y="5896"/>
                </a:lnTo>
                <a:lnTo>
                  <a:pt x="16476" y="1179"/>
                </a:lnTo>
                <a:lnTo>
                  <a:pt x="19833" y="0"/>
                </a:lnTo>
                <a:lnTo>
                  <a:pt x="24935" y="975"/>
                </a:lnTo>
                <a:lnTo>
                  <a:pt x="31161" y="975"/>
                </a:lnTo>
                <a:lnTo>
                  <a:pt x="35708" y="158"/>
                </a:lnTo>
                <a:lnTo>
                  <a:pt x="39314" y="1111"/>
                </a:lnTo>
                <a:lnTo>
                  <a:pt x="38384" y="5987"/>
                </a:lnTo>
                <a:lnTo>
                  <a:pt x="39326" y="6928"/>
                </a:lnTo>
                <a:lnTo>
                  <a:pt x="43465" y="6372"/>
                </a:lnTo>
                <a:lnTo>
                  <a:pt x="45131" y="6463"/>
                </a:lnTo>
                <a:lnTo>
                  <a:pt x="49089" y="5873"/>
                </a:lnTo>
                <a:lnTo>
                  <a:pt x="50597" y="7223"/>
                </a:lnTo>
                <a:lnTo>
                  <a:pt x="48987" y="10863"/>
                </a:lnTo>
                <a:lnTo>
                  <a:pt x="50427" y="12949"/>
                </a:lnTo>
                <a:lnTo>
                  <a:pt x="48794" y="16397"/>
                </a:lnTo>
                <a:lnTo>
                  <a:pt x="50279" y="17882"/>
                </a:lnTo>
                <a:lnTo>
                  <a:pt x="54849" y="16612"/>
                </a:lnTo>
                <a:lnTo>
                  <a:pt x="56221" y="19799"/>
                </a:lnTo>
                <a:lnTo>
                  <a:pt x="55144" y="25434"/>
                </a:lnTo>
                <a:lnTo>
                  <a:pt x="55144" y="30322"/>
                </a:lnTo>
                <a:lnTo>
                  <a:pt x="56312" y="37409"/>
                </a:lnTo>
                <a:lnTo>
                  <a:pt x="54555" y="39926"/>
                </a:lnTo>
                <a:lnTo>
                  <a:pt x="50540" y="38395"/>
                </a:lnTo>
                <a:lnTo>
                  <a:pt x="49701" y="39076"/>
                </a:lnTo>
                <a:lnTo>
                  <a:pt x="48341" y="41038"/>
                </a:lnTo>
                <a:lnTo>
                  <a:pt x="51482" y="48510"/>
                </a:lnTo>
                <a:lnTo>
                  <a:pt x="48613" y="50858"/>
                </a:lnTo>
                <a:lnTo>
                  <a:pt x="45483" y="49259"/>
                </a:lnTo>
                <a:lnTo>
                  <a:pt x="43170" y="50688"/>
                </a:lnTo>
                <a:lnTo>
                  <a:pt x="39723" y="49055"/>
                </a:lnTo>
                <a:lnTo>
                  <a:pt x="38248" y="50529"/>
                </a:lnTo>
                <a:lnTo>
                  <a:pt x="39496" y="55121"/>
                </a:lnTo>
                <a:lnTo>
                  <a:pt x="37602" y="559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456234" y="775880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5"/>
                </a:lnTo>
                <a:lnTo>
                  <a:pt x="10727" y="48306"/>
                </a:lnTo>
                <a:lnTo>
                  <a:pt x="12315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4" y="44791"/>
                </a:lnTo>
                <a:lnTo>
                  <a:pt x="5590" y="43079"/>
                </a:lnTo>
                <a:lnTo>
                  <a:pt x="6225" y="39597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8" y="19776"/>
                </a:lnTo>
                <a:lnTo>
                  <a:pt x="4558" y="13153"/>
                </a:lnTo>
                <a:lnTo>
                  <a:pt x="6951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5" y="10069"/>
                </a:lnTo>
                <a:lnTo>
                  <a:pt x="10727" y="6939"/>
                </a:lnTo>
                <a:lnTo>
                  <a:pt x="13063" y="4070"/>
                </a:lnTo>
                <a:lnTo>
                  <a:pt x="20536" y="7211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80" y="4626"/>
                </a:lnTo>
                <a:lnTo>
                  <a:pt x="33383" y="5851"/>
                </a:lnTo>
                <a:lnTo>
                  <a:pt x="35345" y="7211"/>
                </a:lnTo>
                <a:lnTo>
                  <a:pt x="42818" y="4070"/>
                </a:lnTo>
                <a:lnTo>
                  <a:pt x="45154" y="6939"/>
                </a:lnTo>
                <a:lnTo>
                  <a:pt x="43566" y="10058"/>
                </a:lnTo>
                <a:lnTo>
                  <a:pt x="44269" y="11294"/>
                </a:lnTo>
                <a:lnTo>
                  <a:pt x="45358" y="12019"/>
                </a:lnTo>
                <a:lnTo>
                  <a:pt x="48805" y="10387"/>
                </a:lnTo>
                <a:lnTo>
                  <a:pt x="50223" y="11804"/>
                </a:lnTo>
                <a:lnTo>
                  <a:pt x="49667" y="15943"/>
                </a:lnTo>
                <a:lnTo>
                  <a:pt x="49780" y="18075"/>
                </a:lnTo>
                <a:lnTo>
                  <a:pt x="49145" y="20989"/>
                </a:lnTo>
                <a:lnTo>
                  <a:pt x="50053" y="22906"/>
                </a:lnTo>
                <a:lnTo>
                  <a:pt x="54543" y="21567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44"/>
                </a:lnTo>
                <a:lnTo>
                  <a:pt x="50268" y="32612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48"/>
                </a:lnTo>
                <a:lnTo>
                  <a:pt x="45483" y="43249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5" y="48488"/>
                </a:lnTo>
                <a:lnTo>
                  <a:pt x="43362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99"/>
                </a:lnTo>
                <a:lnTo>
                  <a:pt x="32805" y="49973"/>
                </a:lnTo>
                <a:lnTo>
                  <a:pt x="34075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521364" y="776396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8"/>
                </a:moveTo>
                <a:lnTo>
                  <a:pt x="17258" y="43657"/>
                </a:lnTo>
                <a:lnTo>
                  <a:pt x="18789" y="39620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3"/>
                </a:lnTo>
                <a:lnTo>
                  <a:pt x="6315" y="26999"/>
                </a:lnTo>
                <a:lnTo>
                  <a:pt x="2800" y="28632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4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6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6" y="10534"/>
                </a:lnTo>
                <a:lnTo>
                  <a:pt x="40606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5" y="44734"/>
                </a:lnTo>
                <a:lnTo>
                  <a:pt x="19118" y="44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793826" y="7769566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21840" y="33712"/>
                </a:moveTo>
                <a:lnTo>
                  <a:pt x="17713" y="33157"/>
                </a:lnTo>
                <a:lnTo>
                  <a:pt x="16193" y="33225"/>
                </a:lnTo>
                <a:lnTo>
                  <a:pt x="11952" y="33656"/>
                </a:lnTo>
                <a:lnTo>
                  <a:pt x="10569" y="32329"/>
                </a:lnTo>
                <a:lnTo>
                  <a:pt x="12201" y="28802"/>
                </a:lnTo>
                <a:lnTo>
                  <a:pt x="11476" y="27748"/>
                </a:lnTo>
                <a:lnTo>
                  <a:pt x="10115" y="27079"/>
                </a:lnTo>
                <a:lnTo>
                  <a:pt x="7291" y="28587"/>
                </a:lnTo>
                <a:lnTo>
                  <a:pt x="5171" y="27169"/>
                </a:lnTo>
                <a:lnTo>
                  <a:pt x="6792" y="23064"/>
                </a:lnTo>
                <a:lnTo>
                  <a:pt x="5511" y="21783"/>
                </a:lnTo>
                <a:lnTo>
                  <a:pt x="828" y="22928"/>
                </a:lnTo>
                <a:lnTo>
                  <a:pt x="260" y="21375"/>
                </a:lnTo>
                <a:lnTo>
                  <a:pt x="0" y="11906"/>
                </a:lnTo>
                <a:lnTo>
                  <a:pt x="1689" y="10534"/>
                </a:lnTo>
                <a:lnTo>
                  <a:pt x="4808" y="12133"/>
                </a:lnTo>
                <a:lnTo>
                  <a:pt x="6044" y="11419"/>
                </a:lnTo>
                <a:lnTo>
                  <a:pt x="6758" y="10330"/>
                </a:lnTo>
                <a:lnTo>
                  <a:pt x="5137" y="6883"/>
                </a:lnTo>
                <a:lnTo>
                  <a:pt x="6940" y="5068"/>
                </a:lnTo>
                <a:lnTo>
                  <a:pt x="10398" y="6701"/>
                </a:lnTo>
                <a:lnTo>
                  <a:pt x="11476" y="5976"/>
                </a:lnTo>
                <a:lnTo>
                  <a:pt x="12088" y="5284"/>
                </a:lnTo>
                <a:lnTo>
                  <a:pt x="10727" y="941"/>
                </a:lnTo>
                <a:lnTo>
                  <a:pt x="12485" y="0"/>
                </a:lnTo>
                <a:lnTo>
                  <a:pt x="15751" y="532"/>
                </a:lnTo>
                <a:lnTo>
                  <a:pt x="18200" y="532"/>
                </a:lnTo>
                <a:lnTo>
                  <a:pt x="21194" y="11"/>
                </a:lnTo>
                <a:lnTo>
                  <a:pt x="23054" y="850"/>
                </a:lnTo>
                <a:lnTo>
                  <a:pt x="21761" y="5386"/>
                </a:lnTo>
                <a:lnTo>
                  <a:pt x="23110" y="6735"/>
                </a:lnTo>
                <a:lnTo>
                  <a:pt x="27215" y="5102"/>
                </a:lnTo>
                <a:lnTo>
                  <a:pt x="28621" y="7234"/>
                </a:lnTo>
                <a:lnTo>
                  <a:pt x="27113" y="10046"/>
                </a:lnTo>
                <a:lnTo>
                  <a:pt x="27794" y="11419"/>
                </a:lnTo>
                <a:lnTo>
                  <a:pt x="28882" y="12144"/>
                </a:lnTo>
                <a:lnTo>
                  <a:pt x="32318" y="10511"/>
                </a:lnTo>
                <a:lnTo>
                  <a:pt x="33747" y="11929"/>
                </a:lnTo>
                <a:lnTo>
                  <a:pt x="33180" y="16068"/>
                </a:lnTo>
                <a:lnTo>
                  <a:pt x="33293" y="18188"/>
                </a:lnTo>
                <a:lnTo>
                  <a:pt x="33690" y="21080"/>
                </a:lnTo>
                <a:lnTo>
                  <a:pt x="32987" y="22928"/>
                </a:lnTo>
                <a:lnTo>
                  <a:pt x="28304" y="21783"/>
                </a:lnTo>
                <a:lnTo>
                  <a:pt x="27034" y="23064"/>
                </a:lnTo>
                <a:lnTo>
                  <a:pt x="28655" y="27169"/>
                </a:lnTo>
                <a:lnTo>
                  <a:pt x="26546" y="28598"/>
                </a:lnTo>
                <a:lnTo>
                  <a:pt x="23711" y="27079"/>
                </a:lnTo>
                <a:lnTo>
                  <a:pt x="22350" y="27748"/>
                </a:lnTo>
                <a:lnTo>
                  <a:pt x="21636" y="28836"/>
                </a:lnTo>
                <a:lnTo>
                  <a:pt x="23257" y="32283"/>
                </a:lnTo>
                <a:lnTo>
                  <a:pt x="2184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205668" y="777377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40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23" y="18109"/>
                </a:lnTo>
                <a:lnTo>
                  <a:pt x="5987" y="17406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8993" y="2868"/>
                </a:lnTo>
                <a:lnTo>
                  <a:pt x="17406" y="5998"/>
                </a:lnTo>
                <a:lnTo>
                  <a:pt x="18109" y="7223"/>
                </a:lnTo>
                <a:lnTo>
                  <a:pt x="19334" y="7937"/>
                </a:lnTo>
                <a:lnTo>
                  <a:pt x="22463" y="6338"/>
                </a:lnTo>
                <a:lnTo>
                  <a:pt x="23937" y="7540"/>
                </a:lnTo>
                <a:lnTo>
                  <a:pt x="23960" y="17689"/>
                </a:lnTo>
                <a:lnTo>
                  <a:pt x="22690" y="19016"/>
                </a:lnTo>
                <a:lnTo>
                  <a:pt x="19164" y="17383"/>
                </a:lnTo>
                <a:lnTo>
                  <a:pt x="18109" y="18109"/>
                </a:lnTo>
                <a:lnTo>
                  <a:pt x="17383" y="19163"/>
                </a:lnTo>
                <a:lnTo>
                  <a:pt x="19016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object 6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316691" y="7905290"/>
            <a:ext cx="89323" cy="8883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50009" y="7904972"/>
            <a:ext cx="88336" cy="89378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995565" y="7911118"/>
            <a:ext cx="78027" cy="7749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282181" y="7910460"/>
            <a:ext cx="77473" cy="78436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674506" y="7916028"/>
            <a:ext cx="67436" cy="67425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11619104" y="792139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333" y="56664"/>
                </a:moveTo>
                <a:lnTo>
                  <a:pt x="11294" y="55178"/>
                </a:lnTo>
                <a:lnTo>
                  <a:pt x="12643" y="50722"/>
                </a:lnTo>
                <a:lnTo>
                  <a:pt x="11272" y="49338"/>
                </a:lnTo>
                <a:lnTo>
                  <a:pt x="7155" y="50971"/>
                </a:lnTo>
                <a:lnTo>
                  <a:pt x="5749" y="48839"/>
                </a:lnTo>
                <a:lnTo>
                  <a:pt x="7257" y="46027"/>
                </a:lnTo>
                <a:lnTo>
                  <a:pt x="6588" y="44655"/>
                </a:lnTo>
                <a:lnTo>
                  <a:pt x="5499" y="43929"/>
                </a:lnTo>
                <a:lnTo>
                  <a:pt x="2052" y="45562"/>
                </a:lnTo>
                <a:lnTo>
                  <a:pt x="476" y="43986"/>
                </a:lnTo>
                <a:lnTo>
                  <a:pt x="1383" y="40176"/>
                </a:lnTo>
                <a:lnTo>
                  <a:pt x="442" y="36343"/>
                </a:lnTo>
                <a:lnTo>
                  <a:pt x="827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38"/>
                </a:lnTo>
                <a:lnTo>
                  <a:pt x="2234" y="11112"/>
                </a:lnTo>
                <a:lnTo>
                  <a:pt x="5363" y="12711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3" y="7280"/>
                </a:lnTo>
                <a:lnTo>
                  <a:pt x="12031" y="6554"/>
                </a:lnTo>
                <a:lnTo>
                  <a:pt x="12542" y="5975"/>
                </a:lnTo>
                <a:lnTo>
                  <a:pt x="11373" y="1383"/>
                </a:lnTo>
                <a:lnTo>
                  <a:pt x="13392" y="532"/>
                </a:lnTo>
                <a:lnTo>
                  <a:pt x="15977" y="1281"/>
                </a:lnTo>
                <a:lnTo>
                  <a:pt x="22328" y="578"/>
                </a:lnTo>
                <a:lnTo>
                  <a:pt x="28939" y="532"/>
                </a:lnTo>
                <a:lnTo>
                  <a:pt x="35414" y="1315"/>
                </a:lnTo>
                <a:lnTo>
                  <a:pt x="43760" y="0"/>
                </a:lnTo>
                <a:lnTo>
                  <a:pt x="45563" y="2199"/>
                </a:lnTo>
                <a:lnTo>
                  <a:pt x="43964" y="5329"/>
                </a:lnTo>
                <a:lnTo>
                  <a:pt x="44678" y="6554"/>
                </a:lnTo>
                <a:lnTo>
                  <a:pt x="45767" y="7280"/>
                </a:lnTo>
                <a:lnTo>
                  <a:pt x="49202" y="5647"/>
                </a:lnTo>
                <a:lnTo>
                  <a:pt x="50869" y="7314"/>
                </a:lnTo>
                <a:lnTo>
                  <a:pt x="49237" y="11419"/>
                </a:lnTo>
                <a:lnTo>
                  <a:pt x="51357" y="12847"/>
                </a:lnTo>
                <a:lnTo>
                  <a:pt x="54192" y="11339"/>
                </a:lnTo>
                <a:lnTo>
                  <a:pt x="55553" y="11997"/>
                </a:lnTo>
                <a:lnTo>
                  <a:pt x="55553" y="40437"/>
                </a:lnTo>
                <a:lnTo>
                  <a:pt x="56086" y="43566"/>
                </a:lnTo>
                <a:lnTo>
                  <a:pt x="55190" y="45392"/>
                </a:lnTo>
                <a:lnTo>
                  <a:pt x="50734" y="44031"/>
                </a:lnTo>
                <a:lnTo>
                  <a:pt x="49351" y="45415"/>
                </a:lnTo>
                <a:lnTo>
                  <a:pt x="50983" y="49520"/>
                </a:lnTo>
                <a:lnTo>
                  <a:pt x="48863" y="50937"/>
                </a:lnTo>
                <a:lnTo>
                  <a:pt x="46039" y="49429"/>
                </a:lnTo>
                <a:lnTo>
                  <a:pt x="44678" y="50098"/>
                </a:lnTo>
                <a:lnTo>
                  <a:pt x="44157" y="50665"/>
                </a:lnTo>
                <a:lnTo>
                  <a:pt x="45314" y="55280"/>
                </a:lnTo>
                <a:lnTo>
                  <a:pt x="43442" y="56040"/>
                </a:lnTo>
                <a:lnTo>
                  <a:pt x="40585" y="55541"/>
                </a:lnTo>
                <a:lnTo>
                  <a:pt x="20298" y="55541"/>
                </a:lnTo>
                <a:lnTo>
                  <a:pt x="14333" y="56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359343" y="792683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23"/>
                </a:moveTo>
                <a:lnTo>
                  <a:pt x="5102" y="44054"/>
                </a:lnTo>
                <a:lnTo>
                  <a:pt x="6633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17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60" y="26972"/>
                </a:lnTo>
                <a:lnTo>
                  <a:pt x="596" y="13351"/>
                </a:lnTo>
                <a:lnTo>
                  <a:pt x="510" y="6554"/>
                </a:lnTo>
                <a:lnTo>
                  <a:pt x="5953" y="6554"/>
                </a:lnTo>
                <a:lnTo>
                  <a:pt x="6463" y="5975"/>
                </a:lnTo>
                <a:lnTo>
                  <a:pt x="5306" y="1383"/>
                </a:lnTo>
                <a:lnTo>
                  <a:pt x="7325" y="532"/>
                </a:lnTo>
                <a:lnTo>
                  <a:pt x="9899" y="1281"/>
                </a:lnTo>
                <a:lnTo>
                  <a:pt x="16260" y="578"/>
                </a:lnTo>
                <a:lnTo>
                  <a:pt x="22871" y="532"/>
                </a:lnTo>
                <a:lnTo>
                  <a:pt x="29358" y="1315"/>
                </a:lnTo>
                <a:lnTo>
                  <a:pt x="37692" y="0"/>
                </a:lnTo>
                <a:lnTo>
                  <a:pt x="39507" y="2199"/>
                </a:lnTo>
                <a:lnTo>
                  <a:pt x="37908" y="5329"/>
                </a:lnTo>
                <a:lnTo>
                  <a:pt x="38611" y="6554"/>
                </a:lnTo>
                <a:lnTo>
                  <a:pt x="44054" y="6554"/>
                </a:lnTo>
                <a:lnTo>
                  <a:pt x="44054" y="35118"/>
                </a:lnTo>
                <a:lnTo>
                  <a:pt x="44564" y="37976"/>
                </a:lnTo>
                <a:lnTo>
                  <a:pt x="43793" y="39847"/>
                </a:lnTo>
                <a:lnTo>
                  <a:pt x="39189" y="38702"/>
                </a:lnTo>
                <a:lnTo>
                  <a:pt x="38611" y="39212"/>
                </a:lnTo>
                <a:lnTo>
                  <a:pt x="37885" y="40301"/>
                </a:lnTo>
                <a:lnTo>
                  <a:pt x="39518" y="43748"/>
                </a:lnTo>
                <a:lnTo>
                  <a:pt x="38101" y="45165"/>
                </a:lnTo>
                <a:lnTo>
                  <a:pt x="33962" y="44610"/>
                </a:lnTo>
                <a:lnTo>
                  <a:pt x="31365" y="44746"/>
                </a:lnTo>
                <a:lnTo>
                  <a:pt x="29539" y="44576"/>
                </a:lnTo>
                <a:lnTo>
                  <a:pt x="27725" y="44655"/>
                </a:lnTo>
                <a:lnTo>
                  <a:pt x="14707" y="44655"/>
                </a:lnTo>
                <a:lnTo>
                  <a:pt x="7620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1950484" y="7927266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84" y="44916"/>
                </a:moveTo>
                <a:lnTo>
                  <a:pt x="17236" y="43634"/>
                </a:lnTo>
                <a:lnTo>
                  <a:pt x="18767" y="39609"/>
                </a:lnTo>
                <a:lnTo>
                  <a:pt x="18087" y="38781"/>
                </a:lnTo>
                <a:lnTo>
                  <a:pt x="16113" y="37409"/>
                </a:lnTo>
                <a:lnTo>
                  <a:pt x="8652" y="40561"/>
                </a:lnTo>
                <a:lnTo>
                  <a:pt x="6305" y="37692"/>
                </a:lnTo>
                <a:lnTo>
                  <a:pt x="7904" y="34563"/>
                </a:lnTo>
                <a:lnTo>
                  <a:pt x="6475" y="32249"/>
                </a:lnTo>
                <a:lnTo>
                  <a:pt x="8108" y="28802"/>
                </a:lnTo>
                <a:lnTo>
                  <a:pt x="6294" y="26999"/>
                </a:lnTo>
                <a:lnTo>
                  <a:pt x="2891" y="28632"/>
                </a:lnTo>
                <a:lnTo>
                  <a:pt x="1768" y="27895"/>
                </a:lnTo>
                <a:lnTo>
                  <a:pt x="3129" y="25933"/>
                </a:lnTo>
                <a:lnTo>
                  <a:pt x="0" y="18460"/>
                </a:lnTo>
                <a:lnTo>
                  <a:pt x="2857" y="16124"/>
                </a:lnTo>
                <a:lnTo>
                  <a:pt x="5987" y="17723"/>
                </a:lnTo>
                <a:lnTo>
                  <a:pt x="7212" y="17009"/>
                </a:lnTo>
                <a:lnTo>
                  <a:pt x="8572" y="15047"/>
                </a:lnTo>
                <a:lnTo>
                  <a:pt x="5431" y="7574"/>
                </a:lnTo>
                <a:lnTo>
                  <a:pt x="8300" y="5238"/>
                </a:lnTo>
                <a:lnTo>
                  <a:pt x="11419" y="6837"/>
                </a:lnTo>
                <a:lnTo>
                  <a:pt x="13732" y="5397"/>
                </a:lnTo>
                <a:lnTo>
                  <a:pt x="17179" y="7030"/>
                </a:lnTo>
                <a:lnTo>
                  <a:pt x="18563" y="5647"/>
                </a:lnTo>
                <a:lnTo>
                  <a:pt x="17520" y="861"/>
                </a:lnTo>
                <a:lnTo>
                  <a:pt x="20082" y="56"/>
                </a:lnTo>
                <a:lnTo>
                  <a:pt x="26988" y="0"/>
                </a:lnTo>
                <a:lnTo>
                  <a:pt x="29562" y="884"/>
                </a:lnTo>
                <a:lnTo>
                  <a:pt x="28462" y="5624"/>
                </a:lnTo>
                <a:lnTo>
                  <a:pt x="29483" y="6645"/>
                </a:lnTo>
                <a:lnTo>
                  <a:pt x="33610" y="6089"/>
                </a:lnTo>
                <a:lnTo>
                  <a:pt x="35243" y="6168"/>
                </a:lnTo>
                <a:lnTo>
                  <a:pt x="39292" y="5590"/>
                </a:lnTo>
                <a:lnTo>
                  <a:pt x="40754" y="6973"/>
                </a:lnTo>
                <a:lnTo>
                  <a:pt x="39122" y="10523"/>
                </a:lnTo>
                <a:lnTo>
                  <a:pt x="40562" y="12655"/>
                </a:lnTo>
                <a:lnTo>
                  <a:pt x="38940" y="16102"/>
                </a:lnTo>
                <a:lnTo>
                  <a:pt x="40414" y="17587"/>
                </a:lnTo>
                <a:lnTo>
                  <a:pt x="44996" y="16329"/>
                </a:lnTo>
                <a:lnTo>
                  <a:pt x="45790" y="18188"/>
                </a:lnTo>
                <a:lnTo>
                  <a:pt x="45982" y="26897"/>
                </a:lnTo>
                <a:lnTo>
                  <a:pt x="44689" y="28745"/>
                </a:lnTo>
                <a:lnTo>
                  <a:pt x="40675" y="27215"/>
                </a:lnTo>
                <a:lnTo>
                  <a:pt x="39847" y="27895"/>
                </a:lnTo>
                <a:lnTo>
                  <a:pt x="38487" y="29857"/>
                </a:lnTo>
                <a:lnTo>
                  <a:pt x="41616" y="37330"/>
                </a:lnTo>
                <a:lnTo>
                  <a:pt x="38759" y="39666"/>
                </a:lnTo>
                <a:lnTo>
                  <a:pt x="35640" y="38067"/>
                </a:lnTo>
                <a:lnTo>
                  <a:pt x="33316" y="39507"/>
                </a:lnTo>
                <a:lnTo>
                  <a:pt x="29880" y="37874"/>
                </a:lnTo>
                <a:lnTo>
                  <a:pt x="28394" y="39348"/>
                </a:lnTo>
                <a:lnTo>
                  <a:pt x="29653" y="43929"/>
                </a:lnTo>
                <a:lnTo>
                  <a:pt x="27793" y="44723"/>
                </a:lnTo>
                <a:lnTo>
                  <a:pt x="19084" y="44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044157" y="793883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827240" y="8068285"/>
            <a:ext cx="88528" cy="88982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113527" y="8068422"/>
            <a:ext cx="88279" cy="888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440176" y="8068716"/>
            <a:ext cx="88461" cy="8878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505998" y="8074114"/>
            <a:ext cx="77869" cy="778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776975" y="8079217"/>
            <a:ext cx="67539" cy="67595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8190439" y="808463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91" y="56550"/>
                </a:moveTo>
                <a:lnTo>
                  <a:pt x="16113" y="54509"/>
                </a:lnTo>
                <a:lnTo>
                  <a:pt x="17712" y="51380"/>
                </a:lnTo>
                <a:lnTo>
                  <a:pt x="17009" y="50155"/>
                </a:lnTo>
                <a:lnTo>
                  <a:pt x="15648" y="49475"/>
                </a:lnTo>
                <a:lnTo>
                  <a:pt x="12802" y="50994"/>
                </a:lnTo>
                <a:lnTo>
                  <a:pt x="10681" y="49554"/>
                </a:lnTo>
                <a:lnTo>
                  <a:pt x="12337" y="45483"/>
                </a:lnTo>
                <a:lnTo>
                  <a:pt x="10806" y="43952"/>
                </a:lnTo>
                <a:lnTo>
                  <a:pt x="6701" y="45585"/>
                </a:lnTo>
                <a:lnTo>
                  <a:pt x="5329" y="43533"/>
                </a:lnTo>
                <a:lnTo>
                  <a:pt x="7030" y="40346"/>
                </a:lnTo>
                <a:lnTo>
                  <a:pt x="5352" y="38350"/>
                </a:lnTo>
                <a:lnTo>
                  <a:pt x="1542" y="40131"/>
                </a:lnTo>
                <a:lnTo>
                  <a:pt x="79" y="38668"/>
                </a:lnTo>
                <a:lnTo>
                  <a:pt x="827" y="34722"/>
                </a:lnTo>
                <a:lnTo>
                  <a:pt x="226" y="31047"/>
                </a:lnTo>
                <a:lnTo>
                  <a:pt x="0" y="25650"/>
                </a:lnTo>
                <a:lnTo>
                  <a:pt x="918" y="21976"/>
                </a:lnTo>
                <a:lnTo>
                  <a:pt x="11" y="18166"/>
                </a:lnTo>
                <a:lnTo>
                  <a:pt x="1587" y="16589"/>
                </a:lnTo>
                <a:lnTo>
                  <a:pt x="5034" y="18222"/>
                </a:lnTo>
                <a:lnTo>
                  <a:pt x="6123" y="17497"/>
                </a:lnTo>
                <a:lnTo>
                  <a:pt x="6849" y="16408"/>
                </a:lnTo>
                <a:lnTo>
                  <a:pt x="5216" y="12961"/>
                </a:lnTo>
                <a:lnTo>
                  <a:pt x="7030" y="11146"/>
                </a:lnTo>
                <a:lnTo>
                  <a:pt x="10659" y="12961"/>
                </a:lnTo>
                <a:lnTo>
                  <a:pt x="12473" y="11146"/>
                </a:lnTo>
                <a:lnTo>
                  <a:pt x="10659" y="7518"/>
                </a:lnTo>
                <a:lnTo>
                  <a:pt x="12473" y="5703"/>
                </a:lnTo>
                <a:lnTo>
                  <a:pt x="15920" y="7336"/>
                </a:lnTo>
                <a:lnTo>
                  <a:pt x="17009" y="6610"/>
                </a:lnTo>
                <a:lnTo>
                  <a:pt x="17406" y="6134"/>
                </a:lnTo>
                <a:lnTo>
                  <a:pt x="16510" y="1315"/>
                </a:lnTo>
                <a:lnTo>
                  <a:pt x="18460" y="737"/>
                </a:lnTo>
                <a:lnTo>
                  <a:pt x="20921" y="1179"/>
                </a:lnTo>
                <a:lnTo>
                  <a:pt x="24232" y="1179"/>
                </a:lnTo>
                <a:lnTo>
                  <a:pt x="26126" y="1009"/>
                </a:lnTo>
                <a:lnTo>
                  <a:pt x="30900" y="1462"/>
                </a:lnTo>
                <a:lnTo>
                  <a:pt x="36037" y="0"/>
                </a:lnTo>
                <a:lnTo>
                  <a:pt x="39461" y="1462"/>
                </a:lnTo>
                <a:lnTo>
                  <a:pt x="38214" y="6043"/>
                </a:lnTo>
                <a:lnTo>
                  <a:pt x="39699" y="7529"/>
                </a:lnTo>
                <a:lnTo>
                  <a:pt x="43271" y="5726"/>
                </a:lnTo>
                <a:lnTo>
                  <a:pt x="45142" y="7472"/>
                </a:lnTo>
                <a:lnTo>
                  <a:pt x="43328" y="11169"/>
                </a:lnTo>
                <a:lnTo>
                  <a:pt x="44984" y="12813"/>
                </a:lnTo>
                <a:lnTo>
                  <a:pt x="49089" y="11180"/>
                </a:lnTo>
                <a:lnTo>
                  <a:pt x="50506" y="13301"/>
                </a:lnTo>
                <a:lnTo>
                  <a:pt x="48998" y="16124"/>
                </a:lnTo>
                <a:lnTo>
                  <a:pt x="49667" y="17497"/>
                </a:lnTo>
                <a:lnTo>
                  <a:pt x="50755" y="18222"/>
                </a:lnTo>
                <a:lnTo>
                  <a:pt x="54203" y="16589"/>
                </a:lnTo>
                <a:lnTo>
                  <a:pt x="56017" y="18392"/>
                </a:lnTo>
                <a:lnTo>
                  <a:pt x="54316" y="21851"/>
                </a:lnTo>
                <a:lnTo>
                  <a:pt x="55110" y="22940"/>
                </a:lnTo>
                <a:lnTo>
                  <a:pt x="54452" y="26410"/>
                </a:lnTo>
                <a:lnTo>
                  <a:pt x="55960" y="30412"/>
                </a:lnTo>
                <a:lnTo>
                  <a:pt x="54872" y="34790"/>
                </a:lnTo>
                <a:lnTo>
                  <a:pt x="55779" y="38600"/>
                </a:lnTo>
                <a:lnTo>
                  <a:pt x="54384" y="39995"/>
                </a:lnTo>
                <a:lnTo>
                  <a:pt x="50188" y="38430"/>
                </a:lnTo>
                <a:lnTo>
                  <a:pt x="48987" y="40369"/>
                </a:lnTo>
                <a:lnTo>
                  <a:pt x="50563" y="43816"/>
                </a:lnTo>
                <a:lnTo>
                  <a:pt x="48907" y="45472"/>
                </a:lnTo>
                <a:lnTo>
                  <a:pt x="44802" y="43839"/>
                </a:lnTo>
                <a:lnTo>
                  <a:pt x="43793" y="45358"/>
                </a:lnTo>
                <a:lnTo>
                  <a:pt x="44847" y="49860"/>
                </a:lnTo>
                <a:lnTo>
                  <a:pt x="42750" y="50858"/>
                </a:lnTo>
                <a:lnTo>
                  <a:pt x="40323" y="49588"/>
                </a:lnTo>
                <a:lnTo>
                  <a:pt x="38781" y="50155"/>
                </a:lnTo>
                <a:lnTo>
                  <a:pt x="38055" y="51244"/>
                </a:lnTo>
                <a:lnTo>
                  <a:pt x="39688" y="54691"/>
                </a:lnTo>
                <a:lnTo>
                  <a:pt x="38271" y="56108"/>
                </a:lnTo>
                <a:lnTo>
                  <a:pt x="34132" y="55553"/>
                </a:lnTo>
                <a:lnTo>
                  <a:pt x="31535" y="55689"/>
                </a:lnTo>
                <a:lnTo>
                  <a:pt x="26443" y="55598"/>
                </a:lnTo>
                <a:lnTo>
                  <a:pt x="17791" y="56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114409" y="809011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37" y="45381"/>
                </a:moveTo>
                <a:lnTo>
                  <a:pt x="29630" y="44406"/>
                </a:lnTo>
                <a:lnTo>
                  <a:pt x="25106" y="45381"/>
                </a:lnTo>
                <a:lnTo>
                  <a:pt x="20819" y="44678"/>
                </a:lnTo>
                <a:lnTo>
                  <a:pt x="16170" y="44678"/>
                </a:lnTo>
                <a:lnTo>
                  <a:pt x="13222" y="45188"/>
                </a:lnTo>
                <a:lnTo>
                  <a:pt x="11373" y="44383"/>
                </a:lnTo>
                <a:lnTo>
                  <a:pt x="12575" y="39824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37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80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291"/>
                </a:lnTo>
                <a:lnTo>
                  <a:pt x="12042" y="6577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85" y="7824"/>
                </a:lnTo>
                <a:lnTo>
                  <a:pt x="38577" y="10647"/>
                </a:lnTo>
                <a:lnTo>
                  <a:pt x="39246" y="12020"/>
                </a:lnTo>
                <a:lnTo>
                  <a:pt x="40346" y="12745"/>
                </a:lnTo>
                <a:lnTo>
                  <a:pt x="43782" y="11112"/>
                </a:lnTo>
                <a:lnTo>
                  <a:pt x="45596" y="12915"/>
                </a:lnTo>
                <a:lnTo>
                  <a:pt x="43895" y="16374"/>
                </a:lnTo>
                <a:lnTo>
                  <a:pt x="44678" y="17463"/>
                </a:lnTo>
                <a:lnTo>
                  <a:pt x="44020" y="20932"/>
                </a:lnTo>
                <a:lnTo>
                  <a:pt x="45529" y="24935"/>
                </a:lnTo>
                <a:lnTo>
                  <a:pt x="44440" y="29312"/>
                </a:lnTo>
                <a:lnTo>
                  <a:pt x="45347" y="33123"/>
                </a:lnTo>
                <a:lnTo>
                  <a:pt x="43771" y="34699"/>
                </a:lnTo>
                <a:lnTo>
                  <a:pt x="40324" y="33066"/>
                </a:lnTo>
                <a:lnTo>
                  <a:pt x="39235" y="33792"/>
                </a:lnTo>
                <a:lnTo>
                  <a:pt x="38588" y="35209"/>
                </a:lnTo>
                <a:lnTo>
                  <a:pt x="40040" y="37919"/>
                </a:lnTo>
                <a:lnTo>
                  <a:pt x="38725" y="40074"/>
                </a:lnTo>
                <a:lnTo>
                  <a:pt x="34518" y="38509"/>
                </a:lnTo>
                <a:lnTo>
                  <a:pt x="33044" y="39995"/>
                </a:lnTo>
                <a:lnTo>
                  <a:pt x="34676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875027" y="8096147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47" y="33712"/>
                </a:moveTo>
                <a:lnTo>
                  <a:pt x="17519" y="33157"/>
                </a:lnTo>
                <a:lnTo>
                  <a:pt x="15410" y="33270"/>
                </a:lnTo>
                <a:lnTo>
                  <a:pt x="12507" y="33667"/>
                </a:lnTo>
                <a:lnTo>
                  <a:pt x="10659" y="32964"/>
                </a:lnTo>
                <a:lnTo>
                  <a:pt x="11815" y="28281"/>
                </a:lnTo>
                <a:lnTo>
                  <a:pt x="10534" y="26999"/>
                </a:lnTo>
                <a:lnTo>
                  <a:pt x="6429" y="28632"/>
                </a:lnTo>
                <a:lnTo>
                  <a:pt x="5011" y="26500"/>
                </a:lnTo>
                <a:lnTo>
                  <a:pt x="6520" y="23688"/>
                </a:lnTo>
                <a:lnTo>
                  <a:pt x="5851" y="22316"/>
                </a:lnTo>
                <a:lnTo>
                  <a:pt x="4796" y="21590"/>
                </a:lnTo>
                <a:lnTo>
                  <a:pt x="1269" y="23223"/>
                </a:lnTo>
                <a:lnTo>
                  <a:pt x="0" y="21885"/>
                </a:lnTo>
                <a:lnTo>
                  <a:pt x="22" y="11747"/>
                </a:lnTo>
                <a:lnTo>
                  <a:pt x="1496" y="10534"/>
                </a:lnTo>
                <a:lnTo>
                  <a:pt x="4626" y="12133"/>
                </a:lnTo>
                <a:lnTo>
                  <a:pt x="5851" y="11430"/>
                </a:lnTo>
                <a:lnTo>
                  <a:pt x="6576" y="10341"/>
                </a:lnTo>
                <a:lnTo>
                  <a:pt x="4943" y="6894"/>
                </a:lnTo>
                <a:lnTo>
                  <a:pt x="6758" y="5080"/>
                </a:lnTo>
                <a:lnTo>
                  <a:pt x="10205" y="6713"/>
                </a:lnTo>
                <a:lnTo>
                  <a:pt x="11294" y="5987"/>
                </a:lnTo>
                <a:lnTo>
                  <a:pt x="11895" y="5295"/>
                </a:lnTo>
                <a:lnTo>
                  <a:pt x="10534" y="952"/>
                </a:lnTo>
                <a:lnTo>
                  <a:pt x="12303" y="0"/>
                </a:lnTo>
                <a:lnTo>
                  <a:pt x="15557" y="544"/>
                </a:lnTo>
                <a:lnTo>
                  <a:pt x="18018" y="544"/>
                </a:lnTo>
                <a:lnTo>
                  <a:pt x="21012" y="22"/>
                </a:lnTo>
                <a:lnTo>
                  <a:pt x="22871" y="861"/>
                </a:lnTo>
                <a:lnTo>
                  <a:pt x="21579" y="5397"/>
                </a:lnTo>
                <a:lnTo>
                  <a:pt x="22928" y="6747"/>
                </a:lnTo>
                <a:lnTo>
                  <a:pt x="27033" y="5114"/>
                </a:lnTo>
                <a:lnTo>
                  <a:pt x="28451" y="7246"/>
                </a:lnTo>
                <a:lnTo>
                  <a:pt x="26942" y="10058"/>
                </a:lnTo>
                <a:lnTo>
                  <a:pt x="27611" y="11430"/>
                </a:lnTo>
                <a:lnTo>
                  <a:pt x="28700" y="12156"/>
                </a:lnTo>
                <a:lnTo>
                  <a:pt x="32147" y="10523"/>
                </a:lnTo>
                <a:lnTo>
                  <a:pt x="33565" y="11940"/>
                </a:lnTo>
                <a:lnTo>
                  <a:pt x="33009" y="16079"/>
                </a:lnTo>
                <a:lnTo>
                  <a:pt x="33122" y="18188"/>
                </a:lnTo>
                <a:lnTo>
                  <a:pt x="33519" y="21091"/>
                </a:lnTo>
                <a:lnTo>
                  <a:pt x="32816" y="22940"/>
                </a:lnTo>
                <a:lnTo>
                  <a:pt x="28133" y="21794"/>
                </a:lnTo>
                <a:lnTo>
                  <a:pt x="26852" y="23076"/>
                </a:lnTo>
                <a:lnTo>
                  <a:pt x="28484" y="27181"/>
                </a:lnTo>
                <a:lnTo>
                  <a:pt x="26364" y="28587"/>
                </a:lnTo>
                <a:lnTo>
                  <a:pt x="23529" y="27090"/>
                </a:lnTo>
                <a:lnTo>
                  <a:pt x="22168" y="27759"/>
                </a:lnTo>
                <a:lnTo>
                  <a:pt x="21443" y="28848"/>
                </a:lnTo>
                <a:lnTo>
                  <a:pt x="23076" y="32295"/>
                </a:lnTo>
                <a:lnTo>
                  <a:pt x="21647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2451243" y="8100354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3" y="7926"/>
                </a:lnTo>
                <a:lnTo>
                  <a:pt x="22463" y="6327"/>
                </a:lnTo>
                <a:lnTo>
                  <a:pt x="23926" y="7540"/>
                </a:lnTo>
                <a:lnTo>
                  <a:pt x="23949" y="17678"/>
                </a:lnTo>
                <a:lnTo>
                  <a:pt x="22679" y="19016"/>
                </a:lnTo>
                <a:lnTo>
                  <a:pt x="19152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4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664153" y="8231713"/>
            <a:ext cx="88301" cy="888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342402" y="8237700"/>
            <a:ext cx="78050" cy="77382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935130" y="8237269"/>
            <a:ext cx="77835" cy="77982"/>
          </a:xfrm>
          <a:prstGeom prst="rect">
            <a:avLst/>
          </a:prstGeom>
        </p:spPr>
      </p:pic>
      <p:sp>
        <p:nvSpPr>
          <p:cNvPr id="83" name="object 83"/>
          <p:cNvSpPr/>
          <p:nvPr/>
        </p:nvSpPr>
        <p:spPr>
          <a:xfrm>
            <a:off x="8026683" y="824824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786" y="56278"/>
                </a:moveTo>
                <a:lnTo>
                  <a:pt x="11452" y="55065"/>
                </a:lnTo>
                <a:lnTo>
                  <a:pt x="12496" y="50370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36"/>
                </a:lnTo>
                <a:lnTo>
                  <a:pt x="1145" y="36162"/>
                </a:lnTo>
                <a:lnTo>
                  <a:pt x="1145" y="31728"/>
                </a:lnTo>
                <a:lnTo>
                  <a:pt x="997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40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64" y="1077"/>
                </a:lnTo>
                <a:lnTo>
                  <a:pt x="20932" y="362"/>
                </a:lnTo>
                <a:lnTo>
                  <a:pt x="24856" y="850"/>
                </a:lnTo>
                <a:lnTo>
                  <a:pt x="31546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5" y="43158"/>
                </a:lnTo>
                <a:lnTo>
                  <a:pt x="55314" y="45029"/>
                </a:lnTo>
                <a:lnTo>
                  <a:pt x="50699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9"/>
                </a:lnTo>
                <a:lnTo>
                  <a:pt x="49554" y="50711"/>
                </a:lnTo>
                <a:lnTo>
                  <a:pt x="45449" y="49078"/>
                </a:lnTo>
                <a:lnTo>
                  <a:pt x="44065" y="50461"/>
                </a:lnTo>
                <a:lnTo>
                  <a:pt x="45426" y="54918"/>
                </a:lnTo>
                <a:lnTo>
                  <a:pt x="43600" y="55813"/>
                </a:lnTo>
                <a:lnTo>
                  <a:pt x="40471" y="55280"/>
                </a:lnTo>
                <a:lnTo>
                  <a:pt x="19957" y="55280"/>
                </a:lnTo>
                <a:lnTo>
                  <a:pt x="14786" y="562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272688" y="8248687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53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6"/>
                </a:lnTo>
                <a:lnTo>
                  <a:pt x="10727" y="48307"/>
                </a:lnTo>
                <a:lnTo>
                  <a:pt x="12314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69"/>
                </a:lnTo>
                <a:lnTo>
                  <a:pt x="816" y="33497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7" y="19776"/>
                </a:lnTo>
                <a:lnTo>
                  <a:pt x="4558" y="13142"/>
                </a:lnTo>
                <a:lnTo>
                  <a:pt x="6950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58"/>
                </a:lnTo>
                <a:lnTo>
                  <a:pt x="10727" y="6939"/>
                </a:lnTo>
                <a:lnTo>
                  <a:pt x="13063" y="4071"/>
                </a:lnTo>
                <a:lnTo>
                  <a:pt x="20535" y="7212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11"/>
                </a:lnTo>
                <a:lnTo>
                  <a:pt x="34268" y="1496"/>
                </a:lnTo>
                <a:lnTo>
                  <a:pt x="32681" y="4615"/>
                </a:lnTo>
                <a:lnTo>
                  <a:pt x="33384" y="5851"/>
                </a:lnTo>
                <a:lnTo>
                  <a:pt x="35345" y="7212"/>
                </a:lnTo>
                <a:lnTo>
                  <a:pt x="42818" y="4071"/>
                </a:lnTo>
                <a:lnTo>
                  <a:pt x="45155" y="6939"/>
                </a:lnTo>
                <a:lnTo>
                  <a:pt x="43567" y="10058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4"/>
                </a:lnTo>
                <a:lnTo>
                  <a:pt x="49668" y="15943"/>
                </a:lnTo>
                <a:lnTo>
                  <a:pt x="49781" y="18075"/>
                </a:lnTo>
                <a:lnTo>
                  <a:pt x="49146" y="20989"/>
                </a:lnTo>
                <a:lnTo>
                  <a:pt x="50053" y="22906"/>
                </a:lnTo>
                <a:lnTo>
                  <a:pt x="54544" y="21568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33"/>
                </a:lnTo>
                <a:lnTo>
                  <a:pt x="50269" y="32613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1"/>
                </a:lnTo>
                <a:lnTo>
                  <a:pt x="48601" y="44848"/>
                </a:lnTo>
                <a:lnTo>
                  <a:pt x="45483" y="43238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6" y="48488"/>
                </a:lnTo>
                <a:lnTo>
                  <a:pt x="43363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75" y="54543"/>
                </a:lnTo>
                <a:lnTo>
                  <a:pt x="31728" y="55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711531" y="8259574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12768" y="33758"/>
                </a:moveTo>
                <a:lnTo>
                  <a:pt x="10738" y="32658"/>
                </a:lnTo>
                <a:lnTo>
                  <a:pt x="12088" y="28315"/>
                </a:lnTo>
                <a:lnTo>
                  <a:pt x="11487" y="27623"/>
                </a:lnTo>
                <a:lnTo>
                  <a:pt x="10115" y="26954"/>
                </a:lnTo>
                <a:lnTo>
                  <a:pt x="7302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22" y="21658"/>
                </a:lnTo>
                <a:lnTo>
                  <a:pt x="839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398"/>
                </a:lnTo>
                <a:lnTo>
                  <a:pt x="4819" y="11997"/>
                </a:lnTo>
                <a:lnTo>
                  <a:pt x="6044" y="11294"/>
                </a:lnTo>
                <a:lnTo>
                  <a:pt x="6769" y="10205"/>
                </a:lnTo>
                <a:lnTo>
                  <a:pt x="5136" y="6758"/>
                </a:lnTo>
                <a:lnTo>
                  <a:pt x="6951" y="4944"/>
                </a:lnTo>
                <a:lnTo>
                  <a:pt x="10398" y="6577"/>
                </a:lnTo>
                <a:lnTo>
                  <a:pt x="11487" y="5851"/>
                </a:lnTo>
                <a:lnTo>
                  <a:pt x="12212" y="4796"/>
                </a:lnTo>
                <a:lnTo>
                  <a:pt x="10579" y="1270"/>
                </a:lnTo>
                <a:lnTo>
                  <a:pt x="11918" y="0"/>
                </a:lnTo>
                <a:lnTo>
                  <a:pt x="22055" y="11"/>
                </a:lnTo>
                <a:lnTo>
                  <a:pt x="23269" y="1496"/>
                </a:lnTo>
                <a:lnTo>
                  <a:pt x="21670" y="4615"/>
                </a:lnTo>
                <a:lnTo>
                  <a:pt x="22373" y="5851"/>
                </a:lnTo>
                <a:lnTo>
                  <a:pt x="23461" y="6577"/>
                </a:lnTo>
                <a:lnTo>
                  <a:pt x="26909" y="4944"/>
                </a:lnTo>
                <a:lnTo>
                  <a:pt x="28576" y="6611"/>
                </a:lnTo>
                <a:lnTo>
                  <a:pt x="26943" y="10716"/>
                </a:lnTo>
                <a:lnTo>
                  <a:pt x="28439" y="11714"/>
                </a:lnTo>
                <a:lnTo>
                  <a:pt x="32998" y="10693"/>
                </a:lnTo>
                <a:lnTo>
                  <a:pt x="33780" y="12451"/>
                </a:lnTo>
                <a:lnTo>
                  <a:pt x="33259" y="15444"/>
                </a:lnTo>
                <a:lnTo>
                  <a:pt x="33259" y="17905"/>
                </a:lnTo>
                <a:lnTo>
                  <a:pt x="33803" y="21171"/>
                </a:lnTo>
                <a:lnTo>
                  <a:pt x="32805" y="22928"/>
                </a:lnTo>
                <a:lnTo>
                  <a:pt x="28496" y="21568"/>
                </a:lnTo>
                <a:lnTo>
                  <a:pt x="27816" y="22180"/>
                </a:lnTo>
                <a:lnTo>
                  <a:pt x="27237" y="23711"/>
                </a:lnTo>
                <a:lnTo>
                  <a:pt x="28542" y="26171"/>
                </a:lnTo>
                <a:lnTo>
                  <a:pt x="27442" y="28371"/>
                </a:lnTo>
                <a:lnTo>
                  <a:pt x="23008" y="26988"/>
                </a:lnTo>
                <a:lnTo>
                  <a:pt x="21806" y="28190"/>
                </a:lnTo>
                <a:lnTo>
                  <a:pt x="23064" y="32771"/>
                </a:lnTo>
                <a:lnTo>
                  <a:pt x="21023" y="33644"/>
                </a:lnTo>
                <a:lnTo>
                  <a:pt x="12768" y="33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2614533" y="826364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40"/>
                </a:lnTo>
                <a:lnTo>
                  <a:pt x="23937" y="17678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7" name="object 8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174325" y="8395310"/>
            <a:ext cx="88516" cy="88801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2098635" y="8400344"/>
            <a:ext cx="77473" cy="78436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766713" y="8395003"/>
            <a:ext cx="88268" cy="88846"/>
          </a:xfrm>
          <a:prstGeom prst="rect">
            <a:avLst/>
          </a:prstGeom>
        </p:spPr>
      </p:pic>
      <p:sp>
        <p:nvSpPr>
          <p:cNvPr id="90" name="object 90"/>
          <p:cNvSpPr/>
          <p:nvPr/>
        </p:nvSpPr>
        <p:spPr>
          <a:xfrm>
            <a:off x="7863392" y="84115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571" y="56346"/>
                </a:moveTo>
                <a:lnTo>
                  <a:pt x="11384" y="55008"/>
                </a:lnTo>
                <a:lnTo>
                  <a:pt x="12552" y="50416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47"/>
                </a:lnTo>
                <a:lnTo>
                  <a:pt x="1145" y="36162"/>
                </a:lnTo>
                <a:lnTo>
                  <a:pt x="1145" y="31728"/>
                </a:lnTo>
                <a:lnTo>
                  <a:pt x="986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2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62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187"/>
                </a:lnTo>
                <a:lnTo>
                  <a:pt x="56108" y="43306"/>
                </a:lnTo>
                <a:lnTo>
                  <a:pt x="55212" y="45143"/>
                </a:lnTo>
                <a:lnTo>
                  <a:pt x="50756" y="43771"/>
                </a:lnTo>
                <a:lnTo>
                  <a:pt x="49372" y="45154"/>
                </a:lnTo>
                <a:lnTo>
                  <a:pt x="51005" y="49259"/>
                </a:lnTo>
                <a:lnTo>
                  <a:pt x="48873" y="50676"/>
                </a:lnTo>
                <a:lnTo>
                  <a:pt x="46050" y="49168"/>
                </a:lnTo>
                <a:lnTo>
                  <a:pt x="44689" y="49837"/>
                </a:lnTo>
                <a:lnTo>
                  <a:pt x="44179" y="50416"/>
                </a:lnTo>
                <a:lnTo>
                  <a:pt x="45324" y="55020"/>
                </a:lnTo>
                <a:lnTo>
                  <a:pt x="43453" y="55791"/>
                </a:lnTo>
                <a:lnTo>
                  <a:pt x="40595" y="55280"/>
                </a:lnTo>
                <a:lnTo>
                  <a:pt x="20116" y="55280"/>
                </a:lnTo>
                <a:lnTo>
                  <a:pt x="14571" y="56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436037" y="841129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7780" y="56483"/>
                </a:moveTo>
                <a:lnTo>
                  <a:pt x="16113" y="54430"/>
                </a:lnTo>
                <a:lnTo>
                  <a:pt x="17700" y="51312"/>
                </a:lnTo>
                <a:lnTo>
                  <a:pt x="16997" y="50076"/>
                </a:lnTo>
                <a:lnTo>
                  <a:pt x="15648" y="49395"/>
                </a:lnTo>
                <a:lnTo>
                  <a:pt x="12802" y="50926"/>
                </a:lnTo>
                <a:lnTo>
                  <a:pt x="10681" y="49486"/>
                </a:lnTo>
                <a:lnTo>
                  <a:pt x="12325" y="45404"/>
                </a:lnTo>
                <a:lnTo>
                  <a:pt x="10806" y="43873"/>
                </a:lnTo>
                <a:lnTo>
                  <a:pt x="6689" y="45506"/>
                </a:lnTo>
                <a:lnTo>
                  <a:pt x="5341" y="43453"/>
                </a:lnTo>
                <a:lnTo>
                  <a:pt x="7030" y="40267"/>
                </a:lnTo>
                <a:lnTo>
                  <a:pt x="5352" y="38271"/>
                </a:lnTo>
                <a:lnTo>
                  <a:pt x="1541" y="40051"/>
                </a:lnTo>
                <a:lnTo>
                  <a:pt x="79" y="38588"/>
                </a:lnTo>
                <a:lnTo>
                  <a:pt x="838" y="34642"/>
                </a:lnTo>
                <a:lnTo>
                  <a:pt x="238" y="30980"/>
                </a:lnTo>
                <a:lnTo>
                  <a:pt x="0" y="25571"/>
                </a:lnTo>
                <a:lnTo>
                  <a:pt x="918" y="21897"/>
                </a:lnTo>
                <a:lnTo>
                  <a:pt x="10" y="18086"/>
                </a:lnTo>
                <a:lnTo>
                  <a:pt x="1587" y="16510"/>
                </a:lnTo>
                <a:lnTo>
                  <a:pt x="5046" y="18143"/>
                </a:lnTo>
                <a:lnTo>
                  <a:pt x="6123" y="17417"/>
                </a:lnTo>
                <a:lnTo>
                  <a:pt x="6849" y="16329"/>
                </a:lnTo>
                <a:lnTo>
                  <a:pt x="5215" y="12881"/>
                </a:lnTo>
                <a:lnTo>
                  <a:pt x="7030" y="11067"/>
                </a:lnTo>
                <a:lnTo>
                  <a:pt x="10659" y="12881"/>
                </a:lnTo>
                <a:lnTo>
                  <a:pt x="12461" y="11067"/>
                </a:lnTo>
                <a:lnTo>
                  <a:pt x="10658" y="7438"/>
                </a:lnTo>
                <a:lnTo>
                  <a:pt x="12461" y="5624"/>
                </a:lnTo>
                <a:lnTo>
                  <a:pt x="15920" y="7257"/>
                </a:lnTo>
                <a:lnTo>
                  <a:pt x="16997" y="6531"/>
                </a:lnTo>
                <a:lnTo>
                  <a:pt x="17644" y="5783"/>
                </a:lnTo>
                <a:lnTo>
                  <a:pt x="16192" y="1576"/>
                </a:lnTo>
                <a:lnTo>
                  <a:pt x="18789" y="0"/>
                </a:lnTo>
                <a:lnTo>
                  <a:pt x="25717" y="963"/>
                </a:lnTo>
                <a:lnTo>
                  <a:pt x="29426" y="1179"/>
                </a:lnTo>
                <a:lnTo>
                  <a:pt x="37930" y="56"/>
                </a:lnTo>
                <a:lnTo>
                  <a:pt x="39654" y="2177"/>
                </a:lnTo>
                <a:lnTo>
                  <a:pt x="38067" y="5295"/>
                </a:lnTo>
                <a:lnTo>
                  <a:pt x="38770" y="6531"/>
                </a:lnTo>
                <a:lnTo>
                  <a:pt x="40119" y="7212"/>
                </a:lnTo>
                <a:lnTo>
                  <a:pt x="42977" y="5692"/>
                </a:lnTo>
                <a:lnTo>
                  <a:pt x="45086" y="7132"/>
                </a:lnTo>
                <a:lnTo>
                  <a:pt x="43442" y="11203"/>
                </a:lnTo>
                <a:lnTo>
                  <a:pt x="44961" y="12734"/>
                </a:lnTo>
                <a:lnTo>
                  <a:pt x="49077" y="11101"/>
                </a:lnTo>
                <a:lnTo>
                  <a:pt x="50426" y="13154"/>
                </a:lnTo>
                <a:lnTo>
                  <a:pt x="48737" y="16340"/>
                </a:lnTo>
                <a:lnTo>
                  <a:pt x="50415" y="18336"/>
                </a:lnTo>
                <a:lnTo>
                  <a:pt x="54225" y="16556"/>
                </a:lnTo>
                <a:lnTo>
                  <a:pt x="55995" y="18325"/>
                </a:lnTo>
                <a:lnTo>
                  <a:pt x="54293" y="21726"/>
                </a:lnTo>
                <a:lnTo>
                  <a:pt x="55075" y="22860"/>
                </a:lnTo>
                <a:lnTo>
                  <a:pt x="54418" y="26330"/>
                </a:lnTo>
                <a:lnTo>
                  <a:pt x="55926" y="30333"/>
                </a:lnTo>
                <a:lnTo>
                  <a:pt x="54837" y="34710"/>
                </a:lnTo>
                <a:lnTo>
                  <a:pt x="55745" y="38520"/>
                </a:lnTo>
                <a:lnTo>
                  <a:pt x="54349" y="39915"/>
                </a:lnTo>
                <a:lnTo>
                  <a:pt x="50143" y="38350"/>
                </a:lnTo>
                <a:lnTo>
                  <a:pt x="48952" y="40289"/>
                </a:lnTo>
                <a:lnTo>
                  <a:pt x="50528" y="43737"/>
                </a:lnTo>
                <a:lnTo>
                  <a:pt x="48873" y="45392"/>
                </a:lnTo>
                <a:lnTo>
                  <a:pt x="44768" y="43759"/>
                </a:lnTo>
                <a:lnTo>
                  <a:pt x="43770" y="45279"/>
                </a:lnTo>
                <a:lnTo>
                  <a:pt x="44824" y="49781"/>
                </a:lnTo>
                <a:lnTo>
                  <a:pt x="42727" y="50779"/>
                </a:lnTo>
                <a:lnTo>
                  <a:pt x="40289" y="49509"/>
                </a:lnTo>
                <a:lnTo>
                  <a:pt x="38758" y="50076"/>
                </a:lnTo>
                <a:lnTo>
                  <a:pt x="38044" y="51164"/>
                </a:lnTo>
                <a:lnTo>
                  <a:pt x="39665" y="54612"/>
                </a:lnTo>
                <a:lnTo>
                  <a:pt x="38236" y="56040"/>
                </a:lnTo>
                <a:lnTo>
                  <a:pt x="34109" y="55485"/>
                </a:lnTo>
                <a:lnTo>
                  <a:pt x="31523" y="55609"/>
                </a:lnTo>
                <a:lnTo>
                  <a:pt x="26432" y="55519"/>
                </a:lnTo>
                <a:lnTo>
                  <a:pt x="17780" y="56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547674" y="8422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7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34"/>
                </a:lnTo>
                <a:lnTo>
                  <a:pt x="27702" y="5817"/>
                </a:lnTo>
                <a:lnTo>
                  <a:pt x="28383" y="6610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7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2777824" y="8426936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66" y="23960"/>
                </a:moveTo>
                <a:lnTo>
                  <a:pt x="7518" y="23949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75" y="17406"/>
                </a:lnTo>
                <a:lnTo>
                  <a:pt x="2846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35" y="0"/>
                </a:lnTo>
                <a:lnTo>
                  <a:pt x="18982" y="2868"/>
                </a:lnTo>
                <a:lnTo>
                  <a:pt x="17383" y="5998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38"/>
                </a:lnTo>
                <a:lnTo>
                  <a:pt x="23926" y="7540"/>
                </a:lnTo>
                <a:lnTo>
                  <a:pt x="23938" y="17689"/>
                </a:lnTo>
                <a:lnTo>
                  <a:pt x="22668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72" y="19164"/>
                </a:lnTo>
                <a:lnTo>
                  <a:pt x="18993" y="22690"/>
                </a:lnTo>
                <a:lnTo>
                  <a:pt x="17666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4" name="object 9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010797" y="8558135"/>
            <a:ext cx="88346" cy="8936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2261429" y="8564281"/>
            <a:ext cx="77971" cy="77484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695338" y="8569759"/>
            <a:ext cx="66257" cy="66643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12599338" y="8574499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80" y="56562"/>
                </a:moveTo>
                <a:lnTo>
                  <a:pt x="16102" y="54521"/>
                </a:lnTo>
                <a:lnTo>
                  <a:pt x="17700" y="51391"/>
                </a:lnTo>
                <a:lnTo>
                  <a:pt x="16997" y="50166"/>
                </a:lnTo>
                <a:lnTo>
                  <a:pt x="15637" y="49486"/>
                </a:lnTo>
                <a:lnTo>
                  <a:pt x="12791" y="51017"/>
                </a:lnTo>
                <a:lnTo>
                  <a:pt x="10681" y="49577"/>
                </a:lnTo>
                <a:lnTo>
                  <a:pt x="12325" y="45494"/>
                </a:lnTo>
                <a:lnTo>
                  <a:pt x="10794" y="43963"/>
                </a:lnTo>
                <a:lnTo>
                  <a:pt x="6689" y="45596"/>
                </a:lnTo>
                <a:lnTo>
                  <a:pt x="5329" y="43544"/>
                </a:lnTo>
                <a:lnTo>
                  <a:pt x="7018" y="40357"/>
                </a:lnTo>
                <a:lnTo>
                  <a:pt x="5352" y="38362"/>
                </a:lnTo>
                <a:lnTo>
                  <a:pt x="1541" y="40142"/>
                </a:lnTo>
                <a:lnTo>
                  <a:pt x="79" y="38679"/>
                </a:lnTo>
                <a:lnTo>
                  <a:pt x="827" y="34733"/>
                </a:lnTo>
                <a:lnTo>
                  <a:pt x="227" y="31070"/>
                </a:lnTo>
                <a:lnTo>
                  <a:pt x="0" y="25673"/>
                </a:lnTo>
                <a:lnTo>
                  <a:pt x="918" y="21987"/>
                </a:lnTo>
                <a:lnTo>
                  <a:pt x="10" y="18177"/>
                </a:lnTo>
                <a:lnTo>
                  <a:pt x="1587" y="16601"/>
                </a:lnTo>
                <a:lnTo>
                  <a:pt x="5034" y="18234"/>
                </a:lnTo>
                <a:lnTo>
                  <a:pt x="6123" y="17508"/>
                </a:lnTo>
                <a:lnTo>
                  <a:pt x="6837" y="16419"/>
                </a:lnTo>
                <a:lnTo>
                  <a:pt x="5215" y="12972"/>
                </a:lnTo>
                <a:lnTo>
                  <a:pt x="7018" y="11158"/>
                </a:lnTo>
                <a:lnTo>
                  <a:pt x="10647" y="12972"/>
                </a:lnTo>
                <a:lnTo>
                  <a:pt x="12462" y="11158"/>
                </a:lnTo>
                <a:lnTo>
                  <a:pt x="10647" y="7529"/>
                </a:lnTo>
                <a:lnTo>
                  <a:pt x="12462" y="5715"/>
                </a:lnTo>
                <a:lnTo>
                  <a:pt x="15908" y="7348"/>
                </a:lnTo>
                <a:lnTo>
                  <a:pt x="16997" y="6622"/>
                </a:lnTo>
                <a:lnTo>
                  <a:pt x="17383" y="6146"/>
                </a:lnTo>
                <a:lnTo>
                  <a:pt x="16498" y="1326"/>
                </a:lnTo>
                <a:lnTo>
                  <a:pt x="18449" y="748"/>
                </a:lnTo>
                <a:lnTo>
                  <a:pt x="20909" y="1179"/>
                </a:lnTo>
                <a:lnTo>
                  <a:pt x="24198" y="1179"/>
                </a:lnTo>
                <a:lnTo>
                  <a:pt x="26103" y="1009"/>
                </a:lnTo>
                <a:lnTo>
                  <a:pt x="30888" y="1462"/>
                </a:lnTo>
                <a:lnTo>
                  <a:pt x="36014" y="0"/>
                </a:lnTo>
                <a:lnTo>
                  <a:pt x="39438" y="1474"/>
                </a:lnTo>
                <a:lnTo>
                  <a:pt x="38179" y="6055"/>
                </a:lnTo>
                <a:lnTo>
                  <a:pt x="39676" y="7540"/>
                </a:lnTo>
                <a:lnTo>
                  <a:pt x="43248" y="5737"/>
                </a:lnTo>
                <a:lnTo>
                  <a:pt x="45108" y="7472"/>
                </a:lnTo>
                <a:lnTo>
                  <a:pt x="43305" y="11169"/>
                </a:lnTo>
                <a:lnTo>
                  <a:pt x="44950" y="12825"/>
                </a:lnTo>
                <a:lnTo>
                  <a:pt x="49055" y="11192"/>
                </a:lnTo>
                <a:lnTo>
                  <a:pt x="50460" y="13324"/>
                </a:lnTo>
                <a:lnTo>
                  <a:pt x="48952" y="16136"/>
                </a:lnTo>
                <a:lnTo>
                  <a:pt x="49633" y="17508"/>
                </a:lnTo>
                <a:lnTo>
                  <a:pt x="50721" y="18234"/>
                </a:lnTo>
                <a:lnTo>
                  <a:pt x="54157" y="16601"/>
                </a:lnTo>
                <a:lnTo>
                  <a:pt x="55972" y="18415"/>
                </a:lnTo>
                <a:lnTo>
                  <a:pt x="54270" y="21817"/>
                </a:lnTo>
                <a:lnTo>
                  <a:pt x="55064" y="22951"/>
                </a:lnTo>
                <a:lnTo>
                  <a:pt x="54407" y="26421"/>
                </a:lnTo>
                <a:lnTo>
                  <a:pt x="55915" y="30424"/>
                </a:lnTo>
                <a:lnTo>
                  <a:pt x="54826" y="34801"/>
                </a:lnTo>
                <a:lnTo>
                  <a:pt x="55734" y="38611"/>
                </a:lnTo>
                <a:lnTo>
                  <a:pt x="54350" y="40006"/>
                </a:lnTo>
                <a:lnTo>
                  <a:pt x="50132" y="38441"/>
                </a:lnTo>
                <a:lnTo>
                  <a:pt x="48952" y="40380"/>
                </a:lnTo>
                <a:lnTo>
                  <a:pt x="50517" y="43827"/>
                </a:lnTo>
                <a:lnTo>
                  <a:pt x="48873" y="45483"/>
                </a:lnTo>
                <a:lnTo>
                  <a:pt x="44768" y="43850"/>
                </a:lnTo>
                <a:lnTo>
                  <a:pt x="43759" y="45370"/>
                </a:lnTo>
                <a:lnTo>
                  <a:pt x="44825" y="49871"/>
                </a:lnTo>
                <a:lnTo>
                  <a:pt x="42716" y="50869"/>
                </a:lnTo>
                <a:lnTo>
                  <a:pt x="40289" y="49599"/>
                </a:lnTo>
                <a:lnTo>
                  <a:pt x="38758" y="50166"/>
                </a:lnTo>
                <a:lnTo>
                  <a:pt x="38032" y="51255"/>
                </a:lnTo>
                <a:lnTo>
                  <a:pt x="39665" y="54702"/>
                </a:lnTo>
                <a:lnTo>
                  <a:pt x="38236" y="56120"/>
                </a:lnTo>
                <a:lnTo>
                  <a:pt x="34109" y="55564"/>
                </a:lnTo>
                <a:lnTo>
                  <a:pt x="31512" y="55700"/>
                </a:lnTo>
                <a:lnTo>
                  <a:pt x="26432" y="55609"/>
                </a:lnTo>
                <a:lnTo>
                  <a:pt x="17780" y="56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385131" y="8586031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70" y="33712"/>
                </a:moveTo>
                <a:lnTo>
                  <a:pt x="17531" y="33157"/>
                </a:lnTo>
                <a:lnTo>
                  <a:pt x="15410" y="33259"/>
                </a:lnTo>
                <a:lnTo>
                  <a:pt x="12519" y="33656"/>
                </a:lnTo>
                <a:lnTo>
                  <a:pt x="10670" y="32953"/>
                </a:lnTo>
                <a:lnTo>
                  <a:pt x="11816" y="28269"/>
                </a:lnTo>
                <a:lnTo>
                  <a:pt x="10534" y="26988"/>
                </a:lnTo>
                <a:lnTo>
                  <a:pt x="6429" y="28621"/>
                </a:lnTo>
                <a:lnTo>
                  <a:pt x="5012" y="26500"/>
                </a:lnTo>
                <a:lnTo>
                  <a:pt x="6520" y="23677"/>
                </a:lnTo>
                <a:lnTo>
                  <a:pt x="5851" y="22305"/>
                </a:lnTo>
                <a:lnTo>
                  <a:pt x="4796" y="21579"/>
                </a:lnTo>
                <a:lnTo>
                  <a:pt x="1270" y="23212"/>
                </a:lnTo>
                <a:lnTo>
                  <a:pt x="0" y="21885"/>
                </a:lnTo>
                <a:lnTo>
                  <a:pt x="11" y="11736"/>
                </a:lnTo>
                <a:lnTo>
                  <a:pt x="1496" y="10534"/>
                </a:lnTo>
                <a:lnTo>
                  <a:pt x="4615" y="12133"/>
                </a:lnTo>
                <a:lnTo>
                  <a:pt x="5851" y="11419"/>
                </a:lnTo>
                <a:lnTo>
                  <a:pt x="6577" y="10330"/>
                </a:lnTo>
                <a:lnTo>
                  <a:pt x="4944" y="6883"/>
                </a:lnTo>
                <a:lnTo>
                  <a:pt x="6758" y="5068"/>
                </a:lnTo>
                <a:lnTo>
                  <a:pt x="10205" y="6701"/>
                </a:lnTo>
                <a:lnTo>
                  <a:pt x="11294" y="5975"/>
                </a:lnTo>
                <a:lnTo>
                  <a:pt x="11895" y="5284"/>
                </a:lnTo>
                <a:lnTo>
                  <a:pt x="10545" y="941"/>
                </a:lnTo>
                <a:lnTo>
                  <a:pt x="12303" y="0"/>
                </a:lnTo>
                <a:lnTo>
                  <a:pt x="15569" y="532"/>
                </a:lnTo>
                <a:lnTo>
                  <a:pt x="18030" y="532"/>
                </a:lnTo>
                <a:lnTo>
                  <a:pt x="21012" y="11"/>
                </a:lnTo>
                <a:lnTo>
                  <a:pt x="22883" y="850"/>
                </a:lnTo>
                <a:lnTo>
                  <a:pt x="21590" y="5386"/>
                </a:lnTo>
                <a:lnTo>
                  <a:pt x="22940" y="6735"/>
                </a:lnTo>
                <a:lnTo>
                  <a:pt x="27045" y="5102"/>
                </a:lnTo>
                <a:lnTo>
                  <a:pt x="28462" y="7234"/>
                </a:lnTo>
                <a:lnTo>
                  <a:pt x="26954" y="10046"/>
                </a:lnTo>
                <a:lnTo>
                  <a:pt x="27623" y="11419"/>
                </a:lnTo>
                <a:lnTo>
                  <a:pt x="28712" y="12144"/>
                </a:lnTo>
                <a:lnTo>
                  <a:pt x="32159" y="10511"/>
                </a:lnTo>
                <a:lnTo>
                  <a:pt x="33576" y="11929"/>
                </a:lnTo>
                <a:lnTo>
                  <a:pt x="33021" y="16068"/>
                </a:lnTo>
                <a:lnTo>
                  <a:pt x="33134" y="18188"/>
                </a:lnTo>
                <a:lnTo>
                  <a:pt x="33531" y="21080"/>
                </a:lnTo>
                <a:lnTo>
                  <a:pt x="32828" y="22928"/>
                </a:lnTo>
                <a:lnTo>
                  <a:pt x="28145" y="21783"/>
                </a:lnTo>
                <a:lnTo>
                  <a:pt x="26863" y="23064"/>
                </a:lnTo>
                <a:lnTo>
                  <a:pt x="28496" y="27169"/>
                </a:lnTo>
                <a:lnTo>
                  <a:pt x="26364" y="28542"/>
                </a:lnTo>
                <a:lnTo>
                  <a:pt x="23552" y="27067"/>
                </a:lnTo>
                <a:lnTo>
                  <a:pt x="22180" y="27748"/>
                </a:lnTo>
                <a:lnTo>
                  <a:pt x="21454" y="28836"/>
                </a:lnTo>
                <a:lnTo>
                  <a:pt x="23087" y="32284"/>
                </a:lnTo>
                <a:lnTo>
                  <a:pt x="2167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2941116" y="859022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98"/>
                </a:lnTo>
                <a:lnTo>
                  <a:pt x="18098" y="7223"/>
                </a:lnTo>
                <a:lnTo>
                  <a:pt x="19334" y="7937"/>
                </a:lnTo>
                <a:lnTo>
                  <a:pt x="22464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0" name="object 10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847494" y="8721460"/>
            <a:ext cx="88528" cy="88993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2424730" y="8727573"/>
            <a:ext cx="77970" cy="77494"/>
          </a:xfrm>
          <a:prstGeom prst="rect">
            <a:avLst/>
          </a:prstGeom>
        </p:spPr>
      </p:pic>
      <p:sp>
        <p:nvSpPr>
          <p:cNvPr id="102" name="object 102"/>
          <p:cNvSpPr/>
          <p:nvPr/>
        </p:nvSpPr>
        <p:spPr>
          <a:xfrm>
            <a:off x="7536810" y="873811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480" y="56369"/>
                </a:moveTo>
                <a:lnTo>
                  <a:pt x="11328" y="54963"/>
                </a:lnTo>
                <a:lnTo>
                  <a:pt x="12621" y="50415"/>
                </a:lnTo>
                <a:lnTo>
                  <a:pt x="11271" y="49077"/>
                </a:lnTo>
                <a:lnTo>
                  <a:pt x="7166" y="50710"/>
                </a:ln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2052" y="45301"/>
                </a:lnTo>
                <a:lnTo>
                  <a:pt x="476" y="43725"/>
                </a:lnTo>
                <a:lnTo>
                  <a:pt x="1383" y="39915"/>
                </a:lnTo>
                <a:lnTo>
                  <a:pt x="430" y="36082"/>
                </a:lnTo>
                <a:lnTo>
                  <a:pt x="816" y="31002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1"/>
                </a:lnTo>
                <a:lnTo>
                  <a:pt x="5352" y="12450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74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6" y="43158"/>
                </a:lnTo>
                <a:lnTo>
                  <a:pt x="55314" y="45029"/>
                </a:lnTo>
                <a:lnTo>
                  <a:pt x="50711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8"/>
                </a:lnTo>
                <a:lnTo>
                  <a:pt x="49554" y="50710"/>
                </a:lnTo>
                <a:lnTo>
                  <a:pt x="45449" y="49077"/>
                </a:lnTo>
                <a:lnTo>
                  <a:pt x="44065" y="50461"/>
                </a:lnTo>
                <a:lnTo>
                  <a:pt x="45438" y="54906"/>
                </a:lnTo>
                <a:lnTo>
                  <a:pt x="43601" y="55813"/>
                </a:lnTo>
                <a:lnTo>
                  <a:pt x="40482" y="55280"/>
                </a:lnTo>
                <a:lnTo>
                  <a:pt x="20184" y="55280"/>
                </a:lnTo>
                <a:lnTo>
                  <a:pt x="14480" y="56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2762561" y="8738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19" y="54634"/>
                </a:lnTo>
                <a:lnTo>
                  <a:pt x="22951" y="49916"/>
                </a:lnTo>
                <a:lnTo>
                  <a:pt x="22497" y="49395"/>
                </a:lnTo>
                <a:lnTo>
                  <a:pt x="20524" y="48034"/>
                </a:lnTo>
                <a:lnTo>
                  <a:pt x="13063" y="51175"/>
                </a:lnTo>
                <a:lnTo>
                  <a:pt x="10716" y="48306"/>
                </a:lnTo>
                <a:lnTo>
                  <a:pt x="12314" y="45177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23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3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39"/>
                </a:lnTo>
                <a:lnTo>
                  <a:pt x="13063" y="4070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69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0"/>
                </a:lnTo>
                <a:lnTo>
                  <a:pt x="45155" y="6939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19"/>
                </a:lnTo>
                <a:lnTo>
                  <a:pt x="48806" y="10386"/>
                </a:lnTo>
                <a:lnTo>
                  <a:pt x="50224" y="1181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89"/>
                </a:lnTo>
                <a:lnTo>
                  <a:pt x="50042" y="22905"/>
                </a:lnTo>
                <a:lnTo>
                  <a:pt x="54544" y="21567"/>
                </a:lnTo>
                <a:lnTo>
                  <a:pt x="55666" y="22701"/>
                </a:lnTo>
                <a:lnTo>
                  <a:pt x="55099" y="26829"/>
                </a:lnTo>
                <a:lnTo>
                  <a:pt x="55212" y="28972"/>
                </a:lnTo>
                <a:lnTo>
                  <a:pt x="55587" y="31796"/>
                </a:lnTo>
                <a:lnTo>
                  <a:pt x="54918" y="33621"/>
                </a:lnTo>
                <a:lnTo>
                  <a:pt x="50269" y="32601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36"/>
                </a:lnTo>
                <a:lnTo>
                  <a:pt x="45483" y="43237"/>
                </a:lnTo>
                <a:lnTo>
                  <a:pt x="44258" y="43952"/>
                </a:lnTo>
                <a:lnTo>
                  <a:pt x="43532" y="45040"/>
                </a:lnTo>
                <a:lnTo>
                  <a:pt x="45166" y="48488"/>
                </a:lnTo>
                <a:lnTo>
                  <a:pt x="43351" y="50291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64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221647" y="8749458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90" h="33654">
                <a:moveTo>
                  <a:pt x="21863" y="33565"/>
                </a:moveTo>
                <a:lnTo>
                  <a:pt x="17723" y="33009"/>
                </a:lnTo>
                <a:lnTo>
                  <a:pt x="16204" y="33089"/>
                </a:lnTo>
                <a:lnTo>
                  <a:pt x="11963" y="33508"/>
                </a:lnTo>
                <a:lnTo>
                  <a:pt x="10579" y="32193"/>
                </a:lnTo>
                <a:lnTo>
                  <a:pt x="12212" y="28666"/>
                </a:lnTo>
                <a:lnTo>
                  <a:pt x="11487" y="27612"/>
                </a:lnTo>
                <a:lnTo>
                  <a:pt x="10115" y="26931"/>
                </a:lnTo>
                <a:lnTo>
                  <a:pt x="7291" y="28451"/>
                </a:lnTo>
                <a:lnTo>
                  <a:pt x="5170" y="27033"/>
                </a:lnTo>
                <a:lnTo>
                  <a:pt x="6803" y="22928"/>
                </a:lnTo>
                <a:lnTo>
                  <a:pt x="5522" y="21647"/>
                </a:lnTo>
                <a:lnTo>
                  <a:pt x="839" y="22804"/>
                </a:lnTo>
                <a:lnTo>
                  <a:pt x="249" y="21250"/>
                </a:lnTo>
                <a:lnTo>
                  <a:pt x="0" y="11781"/>
                </a:lnTo>
                <a:lnTo>
                  <a:pt x="1689" y="10398"/>
                </a:lnTo>
                <a:lnTo>
                  <a:pt x="4808" y="11997"/>
                </a:lnTo>
                <a:lnTo>
                  <a:pt x="6044" y="11282"/>
                </a:lnTo>
                <a:lnTo>
                  <a:pt x="6769" y="10194"/>
                </a:lnTo>
                <a:lnTo>
                  <a:pt x="5136" y="6747"/>
                </a:lnTo>
                <a:lnTo>
                  <a:pt x="6951" y="4932"/>
                </a:lnTo>
                <a:lnTo>
                  <a:pt x="10398" y="6565"/>
                </a:lnTo>
                <a:lnTo>
                  <a:pt x="11487" y="5839"/>
                </a:lnTo>
                <a:lnTo>
                  <a:pt x="12212" y="4785"/>
                </a:lnTo>
                <a:lnTo>
                  <a:pt x="10579" y="1258"/>
                </a:lnTo>
                <a:lnTo>
                  <a:pt x="11906" y="0"/>
                </a:lnTo>
                <a:lnTo>
                  <a:pt x="22055" y="11"/>
                </a:lnTo>
                <a:lnTo>
                  <a:pt x="23257" y="1485"/>
                </a:lnTo>
                <a:lnTo>
                  <a:pt x="21658" y="4615"/>
                </a:lnTo>
                <a:lnTo>
                  <a:pt x="22373" y="5839"/>
                </a:lnTo>
                <a:lnTo>
                  <a:pt x="23461" y="6565"/>
                </a:lnTo>
                <a:lnTo>
                  <a:pt x="26909" y="4932"/>
                </a:lnTo>
                <a:lnTo>
                  <a:pt x="28576" y="6599"/>
                </a:lnTo>
                <a:lnTo>
                  <a:pt x="26943" y="10704"/>
                </a:lnTo>
                <a:lnTo>
                  <a:pt x="28439" y="11702"/>
                </a:lnTo>
                <a:lnTo>
                  <a:pt x="32987" y="10693"/>
                </a:lnTo>
                <a:lnTo>
                  <a:pt x="33780" y="12450"/>
                </a:lnTo>
                <a:lnTo>
                  <a:pt x="33259" y="15433"/>
                </a:lnTo>
                <a:lnTo>
                  <a:pt x="33259" y="18063"/>
                </a:lnTo>
                <a:lnTo>
                  <a:pt x="33769" y="20955"/>
                </a:lnTo>
                <a:lnTo>
                  <a:pt x="32975" y="22837"/>
                </a:lnTo>
                <a:lnTo>
                  <a:pt x="28383" y="21590"/>
                </a:lnTo>
                <a:lnTo>
                  <a:pt x="27056" y="22917"/>
                </a:lnTo>
                <a:lnTo>
                  <a:pt x="28689" y="27022"/>
                </a:lnTo>
                <a:lnTo>
                  <a:pt x="26557" y="28394"/>
                </a:lnTo>
                <a:lnTo>
                  <a:pt x="23745" y="26920"/>
                </a:lnTo>
                <a:lnTo>
                  <a:pt x="22373" y="27612"/>
                </a:lnTo>
                <a:lnTo>
                  <a:pt x="21647" y="28700"/>
                </a:lnTo>
                <a:lnTo>
                  <a:pt x="23280" y="32147"/>
                </a:lnTo>
                <a:lnTo>
                  <a:pt x="21863" y="3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3104406" y="875351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7678" y="23949"/>
                </a:moveTo>
                <a:lnTo>
                  <a:pt x="7529" y="23937"/>
                </a:lnTo>
                <a:lnTo>
                  <a:pt x="6316" y="22463"/>
                </a:lnTo>
                <a:lnTo>
                  <a:pt x="7914" y="19334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52"/>
                </a:lnTo>
                <a:lnTo>
                  <a:pt x="16635" y="0"/>
                </a:lnTo>
                <a:lnTo>
                  <a:pt x="18982" y="2868"/>
                </a:lnTo>
                <a:lnTo>
                  <a:pt x="17394" y="5998"/>
                </a:lnTo>
                <a:lnTo>
                  <a:pt x="18098" y="7223"/>
                </a:lnTo>
                <a:lnTo>
                  <a:pt x="19322" y="7937"/>
                </a:lnTo>
                <a:lnTo>
                  <a:pt x="22452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94"/>
                </a:lnTo>
                <a:lnTo>
                  <a:pt x="18098" y="18109"/>
                </a:lnTo>
                <a:lnTo>
                  <a:pt x="17372" y="19164"/>
                </a:lnTo>
                <a:lnTo>
                  <a:pt x="19005" y="22690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6" name="object 10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684191" y="8884729"/>
            <a:ext cx="88347" cy="89356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588509" y="8890229"/>
            <a:ext cx="77472" cy="78413"/>
          </a:xfrm>
          <a:prstGeom prst="rect">
            <a:avLst/>
          </a:prstGeom>
        </p:spPr>
      </p:pic>
      <p:sp>
        <p:nvSpPr>
          <p:cNvPr id="108" name="object 108"/>
          <p:cNvSpPr/>
          <p:nvPr/>
        </p:nvSpPr>
        <p:spPr>
          <a:xfrm>
            <a:off x="7373508" y="890114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571" y="56607"/>
                </a:moveTo>
                <a:lnTo>
                  <a:pt x="11385" y="55269"/>
                </a:lnTo>
                <a:lnTo>
                  <a:pt x="12541" y="50676"/>
                </a:lnTo>
                <a:lnTo>
                  <a:pt x="12031" y="50098"/>
                </a:lnTo>
                <a:lnTo>
                  <a:pt x="10942" y="49372"/>
                </a:lnTo>
                <a:lnTo>
                  <a:pt x="7495" y="51005"/>
                </a:lnTo>
                <a:lnTo>
                  <a:pt x="5828" y="49338"/>
                </a:lnTo>
                <a:lnTo>
                  <a:pt x="7461" y="45233"/>
                </a:lnTo>
                <a:lnTo>
                  <a:pt x="5941" y="44224"/>
                </a:lnTo>
                <a:lnTo>
                  <a:pt x="1440" y="45279"/>
                </a:lnTo>
                <a:lnTo>
                  <a:pt x="33" y="42297"/>
                </a:lnTo>
                <a:lnTo>
                  <a:pt x="1145" y="36411"/>
                </a:lnTo>
                <a:lnTo>
                  <a:pt x="1145" y="31977"/>
                </a:lnTo>
                <a:lnTo>
                  <a:pt x="986" y="30106"/>
                </a:lnTo>
                <a:lnTo>
                  <a:pt x="1304" y="26534"/>
                </a:lnTo>
                <a:lnTo>
                  <a:pt x="895" y="24652"/>
                </a:lnTo>
                <a:lnTo>
                  <a:pt x="1372" y="21227"/>
                </a:lnTo>
                <a:lnTo>
                  <a:pt x="0" y="12927"/>
                </a:lnTo>
                <a:lnTo>
                  <a:pt x="2233" y="11101"/>
                </a:lnTo>
                <a:lnTo>
                  <a:pt x="5352" y="12700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2" y="7280"/>
                </a:lnTo>
                <a:lnTo>
                  <a:pt x="12031" y="6554"/>
                </a:lnTo>
                <a:lnTo>
                  <a:pt x="12541" y="5976"/>
                </a:lnTo>
                <a:lnTo>
                  <a:pt x="11385" y="1383"/>
                </a:lnTo>
                <a:lnTo>
                  <a:pt x="13403" y="544"/>
                </a:lnTo>
                <a:lnTo>
                  <a:pt x="15977" y="1281"/>
                </a:lnTo>
                <a:lnTo>
                  <a:pt x="22339" y="578"/>
                </a:lnTo>
                <a:lnTo>
                  <a:pt x="28950" y="532"/>
                </a:lnTo>
                <a:lnTo>
                  <a:pt x="35436" y="1315"/>
                </a:lnTo>
                <a:lnTo>
                  <a:pt x="43771" y="0"/>
                </a:lnTo>
                <a:lnTo>
                  <a:pt x="45574" y="2211"/>
                </a:lnTo>
                <a:lnTo>
                  <a:pt x="43986" y="5329"/>
                </a:lnTo>
                <a:lnTo>
                  <a:pt x="44689" y="6554"/>
                </a:lnTo>
                <a:lnTo>
                  <a:pt x="45778" y="7280"/>
                </a:lnTo>
                <a:lnTo>
                  <a:pt x="49225" y="5647"/>
                </a:lnTo>
                <a:lnTo>
                  <a:pt x="50892" y="7314"/>
                </a:lnTo>
                <a:lnTo>
                  <a:pt x="49259" y="11419"/>
                </a:lnTo>
                <a:lnTo>
                  <a:pt x="51391" y="12791"/>
                </a:lnTo>
                <a:lnTo>
                  <a:pt x="54203" y="11316"/>
                </a:lnTo>
                <a:lnTo>
                  <a:pt x="55575" y="11997"/>
                </a:lnTo>
                <a:lnTo>
                  <a:pt x="55575" y="40437"/>
                </a:lnTo>
                <a:lnTo>
                  <a:pt x="56108" y="43567"/>
                </a:lnTo>
                <a:lnTo>
                  <a:pt x="55212" y="45392"/>
                </a:lnTo>
                <a:lnTo>
                  <a:pt x="50756" y="44031"/>
                </a:lnTo>
                <a:lnTo>
                  <a:pt x="49372" y="45415"/>
                </a:lnTo>
                <a:lnTo>
                  <a:pt x="51005" y="49520"/>
                </a:lnTo>
                <a:lnTo>
                  <a:pt x="48874" y="50937"/>
                </a:lnTo>
                <a:lnTo>
                  <a:pt x="46061" y="49429"/>
                </a:lnTo>
                <a:lnTo>
                  <a:pt x="44689" y="50098"/>
                </a:lnTo>
                <a:lnTo>
                  <a:pt x="44179" y="50665"/>
                </a:lnTo>
                <a:lnTo>
                  <a:pt x="45324" y="55280"/>
                </a:lnTo>
                <a:lnTo>
                  <a:pt x="43453" y="56051"/>
                </a:lnTo>
                <a:lnTo>
                  <a:pt x="40596" y="55541"/>
                </a:lnTo>
                <a:lnTo>
                  <a:pt x="20116" y="55541"/>
                </a:lnTo>
                <a:lnTo>
                  <a:pt x="14571" y="56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2931499" y="890659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31" y="45823"/>
                </a:moveTo>
                <a:lnTo>
                  <a:pt x="5114" y="44065"/>
                </a:lnTo>
                <a:lnTo>
                  <a:pt x="6645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29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70" y="26971"/>
                </a:lnTo>
                <a:lnTo>
                  <a:pt x="603" y="13351"/>
                </a:lnTo>
                <a:lnTo>
                  <a:pt x="521" y="6554"/>
                </a:lnTo>
                <a:lnTo>
                  <a:pt x="5953" y="6554"/>
                </a:lnTo>
                <a:lnTo>
                  <a:pt x="6475" y="5976"/>
                </a:lnTo>
                <a:lnTo>
                  <a:pt x="5307" y="1383"/>
                </a:lnTo>
                <a:lnTo>
                  <a:pt x="7325" y="544"/>
                </a:lnTo>
                <a:lnTo>
                  <a:pt x="9911" y="1281"/>
                </a:lnTo>
                <a:lnTo>
                  <a:pt x="16261" y="578"/>
                </a:lnTo>
                <a:lnTo>
                  <a:pt x="22872" y="533"/>
                </a:lnTo>
                <a:lnTo>
                  <a:pt x="29347" y="1315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00" y="6554"/>
                </a:lnTo>
                <a:lnTo>
                  <a:pt x="44043" y="6554"/>
                </a:lnTo>
                <a:lnTo>
                  <a:pt x="44043" y="35118"/>
                </a:lnTo>
                <a:lnTo>
                  <a:pt x="44553" y="37976"/>
                </a:lnTo>
                <a:lnTo>
                  <a:pt x="43782" y="39847"/>
                </a:lnTo>
                <a:lnTo>
                  <a:pt x="39167" y="38702"/>
                </a:lnTo>
                <a:lnTo>
                  <a:pt x="38600" y="39212"/>
                </a:lnTo>
                <a:lnTo>
                  <a:pt x="37886" y="40300"/>
                </a:lnTo>
                <a:lnTo>
                  <a:pt x="39508" y="43748"/>
                </a:lnTo>
                <a:lnTo>
                  <a:pt x="38090" y="45165"/>
                </a:lnTo>
                <a:lnTo>
                  <a:pt x="33962" y="44610"/>
                </a:lnTo>
                <a:lnTo>
                  <a:pt x="31355" y="44746"/>
                </a:lnTo>
                <a:lnTo>
                  <a:pt x="29540" y="44575"/>
                </a:lnTo>
                <a:lnTo>
                  <a:pt x="27726" y="44655"/>
                </a:lnTo>
                <a:lnTo>
                  <a:pt x="14708" y="44655"/>
                </a:lnTo>
                <a:lnTo>
                  <a:pt x="7631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064401" y="8918589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1" name="object 11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2751584" y="9053724"/>
            <a:ext cx="77835" cy="77982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521150" y="9048474"/>
            <a:ext cx="88529" cy="88800"/>
          </a:xfrm>
          <a:prstGeom prst="rect">
            <a:avLst/>
          </a:prstGeom>
        </p:spPr>
      </p:pic>
      <p:sp>
        <p:nvSpPr>
          <p:cNvPr id="113" name="object 113"/>
          <p:cNvSpPr/>
          <p:nvPr/>
        </p:nvSpPr>
        <p:spPr>
          <a:xfrm>
            <a:off x="7210659" y="906437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675"/>
                </a:moveTo>
                <a:lnTo>
                  <a:pt x="16340" y="55314"/>
                </a:lnTo>
                <a:lnTo>
                  <a:pt x="17599" y="50733"/>
                </a:lnTo>
                <a:lnTo>
                  <a:pt x="16113" y="49247"/>
                </a:lnTo>
                <a:lnTo>
                  <a:pt x="12541" y="51062"/>
                </a:lnTo>
                <a:lnTo>
                  <a:pt x="10670" y="49315"/>
                </a:lnTo>
                <a:lnTo>
                  <a:pt x="12473" y="45619"/>
                </a:lnTo>
                <a:lnTo>
                  <a:pt x="10829" y="43963"/>
                </a:lnTo>
                <a:lnTo>
                  <a:pt x="6724" y="45596"/>
                </a:lnTo>
                <a:lnTo>
                  <a:pt x="5306" y="43464"/>
                </a:lnTo>
                <a:lnTo>
                  <a:pt x="6815" y="40652"/>
                </a:lnTo>
                <a:lnTo>
                  <a:pt x="6146" y="39280"/>
                </a:lnTo>
                <a:lnTo>
                  <a:pt x="5057" y="38554"/>
                </a:lnTo>
                <a:lnTo>
                  <a:pt x="1610" y="40187"/>
                </a:lnTo>
                <a:lnTo>
                  <a:pt x="0" y="38577"/>
                </a:lnTo>
                <a:lnTo>
                  <a:pt x="1009" y="34846"/>
                </a:lnTo>
                <a:lnTo>
                  <a:pt x="11" y="31558"/>
                </a:lnTo>
                <a:lnTo>
                  <a:pt x="124" y="25275"/>
                </a:lnTo>
                <a:lnTo>
                  <a:pt x="941" y="21987"/>
                </a:lnTo>
                <a:lnTo>
                  <a:pt x="34" y="18177"/>
                </a:lnTo>
                <a:lnTo>
                  <a:pt x="1610" y="16601"/>
                </a:lnTo>
                <a:lnTo>
                  <a:pt x="5057" y="18233"/>
                </a:lnTo>
                <a:lnTo>
                  <a:pt x="6146" y="17508"/>
                </a:lnTo>
                <a:lnTo>
                  <a:pt x="6871" y="16419"/>
                </a:lnTo>
                <a:lnTo>
                  <a:pt x="5238" y="12972"/>
                </a:lnTo>
                <a:lnTo>
                  <a:pt x="7053" y="11158"/>
                </a:lnTo>
                <a:lnTo>
                  <a:pt x="10681" y="12972"/>
                </a:lnTo>
                <a:lnTo>
                  <a:pt x="12496" y="11158"/>
                </a:lnTo>
                <a:lnTo>
                  <a:pt x="10681" y="7529"/>
                </a:lnTo>
                <a:lnTo>
                  <a:pt x="12496" y="5715"/>
                </a:lnTo>
                <a:lnTo>
                  <a:pt x="15943" y="7348"/>
                </a:lnTo>
                <a:lnTo>
                  <a:pt x="17032" y="6622"/>
                </a:lnTo>
                <a:lnTo>
                  <a:pt x="17429" y="6145"/>
                </a:lnTo>
                <a:lnTo>
                  <a:pt x="16533" y="1326"/>
                </a:lnTo>
                <a:lnTo>
                  <a:pt x="18483" y="737"/>
                </a:lnTo>
                <a:lnTo>
                  <a:pt x="20944" y="1179"/>
                </a:lnTo>
                <a:lnTo>
                  <a:pt x="24255" y="1179"/>
                </a:lnTo>
                <a:lnTo>
                  <a:pt x="26149" y="1009"/>
                </a:lnTo>
                <a:lnTo>
                  <a:pt x="30923" y="1462"/>
                </a:lnTo>
                <a:lnTo>
                  <a:pt x="36060" y="0"/>
                </a:lnTo>
                <a:lnTo>
                  <a:pt x="39484" y="1474"/>
                </a:lnTo>
                <a:lnTo>
                  <a:pt x="38226" y="6044"/>
                </a:lnTo>
                <a:lnTo>
                  <a:pt x="39722" y="7540"/>
                </a:lnTo>
                <a:lnTo>
                  <a:pt x="43294" y="5726"/>
                </a:lnTo>
                <a:lnTo>
                  <a:pt x="45165" y="7472"/>
                </a:lnTo>
                <a:lnTo>
                  <a:pt x="43351" y="11169"/>
                </a:lnTo>
                <a:lnTo>
                  <a:pt x="45007" y="12825"/>
                </a:lnTo>
                <a:lnTo>
                  <a:pt x="49112" y="11192"/>
                </a:lnTo>
                <a:lnTo>
                  <a:pt x="50529" y="13323"/>
                </a:lnTo>
                <a:lnTo>
                  <a:pt x="49021" y="16136"/>
                </a:lnTo>
                <a:lnTo>
                  <a:pt x="49690" y="17508"/>
                </a:lnTo>
                <a:lnTo>
                  <a:pt x="50779" y="18233"/>
                </a:lnTo>
                <a:lnTo>
                  <a:pt x="54226" y="16601"/>
                </a:lnTo>
                <a:lnTo>
                  <a:pt x="56040" y="18415"/>
                </a:lnTo>
                <a:lnTo>
                  <a:pt x="54407" y="21817"/>
                </a:lnTo>
                <a:lnTo>
                  <a:pt x="55133" y="22951"/>
                </a:lnTo>
                <a:lnTo>
                  <a:pt x="54475" y="26421"/>
                </a:lnTo>
                <a:lnTo>
                  <a:pt x="55984" y="30424"/>
                </a:lnTo>
                <a:lnTo>
                  <a:pt x="54895" y="34801"/>
                </a:lnTo>
                <a:lnTo>
                  <a:pt x="55802" y="38611"/>
                </a:lnTo>
                <a:lnTo>
                  <a:pt x="54407" y="40006"/>
                </a:lnTo>
                <a:lnTo>
                  <a:pt x="50212" y="38441"/>
                </a:lnTo>
                <a:lnTo>
                  <a:pt x="49010" y="40380"/>
                </a:lnTo>
                <a:lnTo>
                  <a:pt x="50586" y="43827"/>
                </a:lnTo>
                <a:lnTo>
                  <a:pt x="48930" y="45483"/>
                </a:lnTo>
                <a:lnTo>
                  <a:pt x="44825" y="43850"/>
                </a:lnTo>
                <a:lnTo>
                  <a:pt x="43816" y="45369"/>
                </a:lnTo>
                <a:lnTo>
                  <a:pt x="44871" y="49871"/>
                </a:lnTo>
                <a:lnTo>
                  <a:pt x="42773" y="50869"/>
                </a:lnTo>
                <a:lnTo>
                  <a:pt x="40346" y="49599"/>
                </a:lnTo>
                <a:lnTo>
                  <a:pt x="38804" y="50166"/>
                </a:lnTo>
                <a:lnTo>
                  <a:pt x="38078" y="51254"/>
                </a:lnTo>
                <a:lnTo>
                  <a:pt x="39711" y="54702"/>
                </a:lnTo>
                <a:lnTo>
                  <a:pt x="38282" y="56119"/>
                </a:lnTo>
                <a:lnTo>
                  <a:pt x="34155" y="55575"/>
                </a:lnTo>
                <a:lnTo>
                  <a:pt x="31558" y="55700"/>
                </a:lnTo>
                <a:lnTo>
                  <a:pt x="29721" y="55586"/>
                </a:lnTo>
                <a:lnTo>
                  <a:pt x="25185" y="55643"/>
                </a:lnTo>
                <a:lnTo>
                  <a:pt x="19504" y="566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3094166" y="906986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81"/>
                </a:moveTo>
                <a:lnTo>
                  <a:pt x="29630" y="44406"/>
                </a:lnTo>
                <a:lnTo>
                  <a:pt x="25105" y="45381"/>
                </a:lnTo>
                <a:lnTo>
                  <a:pt x="20819" y="44678"/>
                </a:lnTo>
                <a:lnTo>
                  <a:pt x="16158" y="44678"/>
                </a:lnTo>
                <a:lnTo>
                  <a:pt x="13210" y="45199"/>
                </a:lnTo>
                <a:lnTo>
                  <a:pt x="11361" y="44394"/>
                </a:lnTo>
                <a:lnTo>
                  <a:pt x="12575" y="39824"/>
                </a:lnTo>
                <a:lnTo>
                  <a:pt x="12031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5" y="38656"/>
                </a:lnTo>
                <a:lnTo>
                  <a:pt x="7359" y="34552"/>
                </a:lnTo>
                <a:lnTo>
                  <a:pt x="5952" y="33157"/>
                </a:lnTo>
                <a:lnTo>
                  <a:pt x="1530" y="34540"/>
                </a:lnTo>
                <a:lnTo>
                  <a:pt x="22" y="31535"/>
                </a:lnTo>
                <a:lnTo>
                  <a:pt x="1156" y="25491"/>
                </a:lnTo>
                <a:lnTo>
                  <a:pt x="1156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60" y="12700"/>
                </a:lnTo>
                <a:lnTo>
                  <a:pt x="6599" y="12020"/>
                </a:lnTo>
                <a:lnTo>
                  <a:pt x="7313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3" y="7302"/>
                </a:lnTo>
                <a:lnTo>
                  <a:pt x="12031" y="6577"/>
                </a:lnTo>
                <a:lnTo>
                  <a:pt x="12563" y="5976"/>
                </a:lnTo>
                <a:lnTo>
                  <a:pt x="11361" y="1417"/>
                </a:lnTo>
                <a:lnTo>
                  <a:pt x="14525" y="45"/>
                </a:lnTo>
                <a:lnTo>
                  <a:pt x="20173" y="1134"/>
                </a:lnTo>
                <a:lnTo>
                  <a:pt x="25514" y="1134"/>
                </a:lnTo>
                <a:lnTo>
                  <a:pt x="31546" y="0"/>
                </a:lnTo>
                <a:lnTo>
                  <a:pt x="34563" y="1508"/>
                </a:lnTo>
                <a:lnTo>
                  <a:pt x="33168" y="5941"/>
                </a:lnTo>
                <a:lnTo>
                  <a:pt x="34563" y="7336"/>
                </a:lnTo>
                <a:lnTo>
                  <a:pt x="38679" y="5703"/>
                </a:lnTo>
                <a:lnTo>
                  <a:pt x="40085" y="7835"/>
                </a:lnTo>
                <a:lnTo>
                  <a:pt x="38566" y="10647"/>
                </a:lnTo>
                <a:lnTo>
                  <a:pt x="39246" y="12020"/>
                </a:lnTo>
                <a:lnTo>
                  <a:pt x="40335" y="12745"/>
                </a:lnTo>
                <a:lnTo>
                  <a:pt x="43782" y="11112"/>
                </a:lnTo>
                <a:lnTo>
                  <a:pt x="45585" y="12927"/>
                </a:lnTo>
                <a:lnTo>
                  <a:pt x="43884" y="16329"/>
                </a:lnTo>
                <a:lnTo>
                  <a:pt x="44666" y="17463"/>
                </a:lnTo>
                <a:lnTo>
                  <a:pt x="44020" y="20933"/>
                </a:lnTo>
                <a:lnTo>
                  <a:pt x="45528" y="24935"/>
                </a:lnTo>
                <a:lnTo>
                  <a:pt x="44428" y="29313"/>
                </a:lnTo>
                <a:lnTo>
                  <a:pt x="45335" y="33123"/>
                </a:lnTo>
                <a:lnTo>
                  <a:pt x="43770" y="34699"/>
                </a:lnTo>
                <a:lnTo>
                  <a:pt x="40312" y="33066"/>
                </a:lnTo>
                <a:lnTo>
                  <a:pt x="39234" y="33792"/>
                </a:lnTo>
                <a:lnTo>
                  <a:pt x="38577" y="35209"/>
                </a:lnTo>
                <a:lnTo>
                  <a:pt x="40039" y="37919"/>
                </a:lnTo>
                <a:lnTo>
                  <a:pt x="38712" y="40074"/>
                </a:lnTo>
                <a:lnTo>
                  <a:pt x="34517" y="38509"/>
                </a:lnTo>
                <a:lnTo>
                  <a:pt x="33043" y="39995"/>
                </a:lnTo>
                <a:lnTo>
                  <a:pt x="34664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899330" y="90801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89" y="23960"/>
                </a:moveTo>
                <a:lnTo>
                  <a:pt x="7540" y="23937"/>
                </a:lnTo>
                <a:lnTo>
                  <a:pt x="6338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98" y="17394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9005" y="2868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2463" y="6327"/>
                </a:lnTo>
                <a:lnTo>
                  <a:pt x="23949" y="7540"/>
                </a:lnTo>
                <a:lnTo>
                  <a:pt x="23960" y="17678"/>
                </a:lnTo>
                <a:lnTo>
                  <a:pt x="22690" y="19016"/>
                </a:lnTo>
                <a:lnTo>
                  <a:pt x="19163" y="17383"/>
                </a:lnTo>
                <a:lnTo>
                  <a:pt x="18109" y="18109"/>
                </a:lnTo>
                <a:lnTo>
                  <a:pt x="17395" y="19164"/>
                </a:lnTo>
                <a:lnTo>
                  <a:pt x="19016" y="22690"/>
                </a:lnTo>
                <a:lnTo>
                  <a:pt x="17689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6" name="object 11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362645" y="9217445"/>
            <a:ext cx="78028" cy="77506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2920023" y="9222208"/>
            <a:ext cx="67527" cy="67618"/>
          </a:xfrm>
          <a:prstGeom prst="rect">
            <a:avLst/>
          </a:prstGeom>
        </p:spPr>
      </p:pic>
      <p:sp>
        <p:nvSpPr>
          <p:cNvPr id="118" name="object 118"/>
          <p:cNvSpPr/>
          <p:nvPr/>
        </p:nvSpPr>
        <p:spPr>
          <a:xfrm>
            <a:off x="7053005" y="923316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34"/>
                </a:moveTo>
                <a:lnTo>
                  <a:pt x="5102" y="44076"/>
                </a:lnTo>
                <a:lnTo>
                  <a:pt x="6633" y="40062"/>
                </a:lnTo>
                <a:lnTo>
                  <a:pt x="5953" y="39223"/>
                </a:lnTo>
                <a:lnTo>
                  <a:pt x="4864" y="38497"/>
                </a:lnTo>
                <a:lnTo>
                  <a:pt x="1417" y="40130"/>
                </a:lnTo>
                <a:lnTo>
                  <a:pt x="0" y="38713"/>
                </a:lnTo>
                <a:lnTo>
                  <a:pt x="555" y="34574"/>
                </a:lnTo>
                <a:lnTo>
                  <a:pt x="360" y="26983"/>
                </a:lnTo>
                <a:lnTo>
                  <a:pt x="596" y="13362"/>
                </a:lnTo>
                <a:lnTo>
                  <a:pt x="510" y="6565"/>
                </a:lnTo>
                <a:lnTo>
                  <a:pt x="5953" y="6565"/>
                </a:lnTo>
                <a:lnTo>
                  <a:pt x="6474" y="5987"/>
                </a:lnTo>
                <a:lnTo>
                  <a:pt x="5306" y="1394"/>
                </a:lnTo>
                <a:lnTo>
                  <a:pt x="7325" y="544"/>
                </a:lnTo>
                <a:lnTo>
                  <a:pt x="9910" y="1292"/>
                </a:lnTo>
                <a:lnTo>
                  <a:pt x="16261" y="578"/>
                </a:lnTo>
                <a:lnTo>
                  <a:pt x="22872" y="544"/>
                </a:lnTo>
                <a:lnTo>
                  <a:pt x="29358" y="1315"/>
                </a:lnTo>
                <a:lnTo>
                  <a:pt x="37692" y="0"/>
                </a:lnTo>
                <a:lnTo>
                  <a:pt x="39495" y="2211"/>
                </a:lnTo>
                <a:lnTo>
                  <a:pt x="37897" y="5340"/>
                </a:lnTo>
                <a:lnTo>
                  <a:pt x="38611" y="6565"/>
                </a:lnTo>
                <a:lnTo>
                  <a:pt x="44054" y="6565"/>
                </a:lnTo>
                <a:lnTo>
                  <a:pt x="44054" y="35130"/>
                </a:lnTo>
                <a:lnTo>
                  <a:pt x="44553" y="37998"/>
                </a:lnTo>
                <a:lnTo>
                  <a:pt x="43793" y="39870"/>
                </a:lnTo>
                <a:lnTo>
                  <a:pt x="39178" y="38713"/>
                </a:lnTo>
                <a:lnTo>
                  <a:pt x="38611" y="39223"/>
                </a:lnTo>
                <a:lnTo>
                  <a:pt x="37885" y="40312"/>
                </a:lnTo>
                <a:lnTo>
                  <a:pt x="39518" y="43759"/>
                </a:lnTo>
                <a:lnTo>
                  <a:pt x="38089" y="45176"/>
                </a:lnTo>
                <a:lnTo>
                  <a:pt x="33962" y="44632"/>
                </a:lnTo>
                <a:lnTo>
                  <a:pt x="31354" y="44757"/>
                </a:lnTo>
                <a:lnTo>
                  <a:pt x="29528" y="44598"/>
                </a:lnTo>
                <a:lnTo>
                  <a:pt x="27725" y="44666"/>
                </a:lnTo>
                <a:lnTo>
                  <a:pt x="14707" y="44666"/>
                </a:lnTo>
                <a:lnTo>
                  <a:pt x="7620" y="458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262866" y="92385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89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2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79" y="19628"/>
                </a:lnTo>
                <a:lnTo>
                  <a:pt x="1179" y="6610"/>
                </a:lnTo>
                <a:lnTo>
                  <a:pt x="2268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11"/>
                </a:lnTo>
                <a:lnTo>
                  <a:pt x="29120" y="7257"/>
                </a:lnTo>
                <a:lnTo>
                  <a:pt x="33338" y="5806"/>
                </a:lnTo>
                <a:lnTo>
                  <a:pt x="34358" y="7506"/>
                </a:lnTo>
                <a:lnTo>
                  <a:pt x="33814" y="10976"/>
                </a:lnTo>
                <a:lnTo>
                  <a:pt x="33814" y="19628"/>
                </a:lnTo>
                <a:lnTo>
                  <a:pt x="34983" y="26716"/>
                </a:lnTo>
                <a:lnTo>
                  <a:pt x="33213" y="29233"/>
                </a:lnTo>
                <a:lnTo>
                  <a:pt x="29199" y="27702"/>
                </a:lnTo>
                <a:lnTo>
                  <a:pt x="28371" y="28383"/>
                </a:lnTo>
                <a:lnTo>
                  <a:pt x="27725" y="29131"/>
                </a:lnTo>
                <a:lnTo>
                  <a:pt x="29176" y="33338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89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0" name="object 120"/>
          <p:cNvGrpSpPr/>
          <p:nvPr/>
        </p:nvGrpSpPr>
        <p:grpSpPr>
          <a:xfrm>
            <a:off x="7188434" y="7899551"/>
            <a:ext cx="5973445" cy="2387600"/>
            <a:chOff x="7188434" y="7899551"/>
            <a:chExt cx="5973445" cy="2387600"/>
          </a:xfrm>
        </p:grpSpPr>
        <p:pic>
          <p:nvPicPr>
            <p:cNvPr id="121" name="object 12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745813" y="9374907"/>
              <a:ext cx="89310" cy="88857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188434" y="7899551"/>
              <a:ext cx="5973271" cy="2387447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199660" y="9380294"/>
              <a:ext cx="77880" cy="7797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3083950" y="9386213"/>
              <a:ext cx="66234" cy="66643"/>
            </a:xfrm>
            <a:prstGeom prst="rect">
              <a:avLst/>
            </a:prstGeom>
          </p:spPr>
        </p:pic>
      </p:grpSp>
      <p:sp>
        <p:nvSpPr>
          <p:cNvPr id="125" name="object 125"/>
          <p:cNvSpPr/>
          <p:nvPr/>
        </p:nvSpPr>
        <p:spPr>
          <a:xfrm>
            <a:off x="6888443" y="93968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9"/>
                </a:moveTo>
                <a:lnTo>
                  <a:pt x="17258" y="43657"/>
                </a:lnTo>
                <a:lnTo>
                  <a:pt x="18789" y="39631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68" y="28587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4" y="15059"/>
                </a:lnTo>
                <a:lnTo>
                  <a:pt x="5443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5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7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7" y="10534"/>
                </a:lnTo>
                <a:lnTo>
                  <a:pt x="40607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6" y="44735"/>
                </a:lnTo>
                <a:lnTo>
                  <a:pt x="19118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3432756" y="94084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7" name="object 127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357802" y="9538028"/>
            <a:ext cx="88313" cy="88845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2909546" y="9537881"/>
            <a:ext cx="88301" cy="89367"/>
          </a:xfrm>
          <a:prstGeom prst="rect">
            <a:avLst/>
          </a:prstGeom>
        </p:spPr>
      </p:pic>
      <p:pic>
        <p:nvPicPr>
          <p:cNvPr id="129" name="object 12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7041585" y="9548948"/>
            <a:ext cx="67436" cy="67414"/>
          </a:xfrm>
          <a:prstGeom prst="rect">
            <a:avLst/>
          </a:prstGeom>
        </p:spPr>
      </p:pic>
      <p:sp>
        <p:nvSpPr>
          <p:cNvPr id="130" name="object 130"/>
          <p:cNvSpPr/>
          <p:nvPr/>
        </p:nvSpPr>
        <p:spPr>
          <a:xfrm>
            <a:off x="13252468" y="9554335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492" y="56561"/>
                </a:moveTo>
                <a:lnTo>
                  <a:pt x="16329" y="55212"/>
                </a:lnTo>
                <a:lnTo>
                  <a:pt x="17599" y="50631"/>
                </a:lnTo>
                <a:lnTo>
                  <a:pt x="16102" y="49145"/>
                </a:lnTo>
                <a:lnTo>
                  <a:pt x="12530" y="50948"/>
                </a:lnTo>
                <a:lnTo>
                  <a:pt x="10659" y="49202"/>
                </a:lnTo>
                <a:lnTo>
                  <a:pt x="12473" y="45517"/>
                </a:lnTo>
                <a:lnTo>
                  <a:pt x="10828" y="43861"/>
                </a:lnTo>
                <a:lnTo>
                  <a:pt x="6712" y="45494"/>
                </a:lnTo>
                <a:lnTo>
                  <a:pt x="5307" y="43373"/>
                </a:lnTo>
                <a:lnTo>
                  <a:pt x="6815" y="40550"/>
                </a:lnTo>
                <a:lnTo>
                  <a:pt x="6146" y="39189"/>
                </a:lnTo>
                <a:lnTo>
                  <a:pt x="5057" y="38463"/>
                </a:lnTo>
                <a:lnTo>
                  <a:pt x="1609" y="40096"/>
                </a:lnTo>
                <a:lnTo>
                  <a:pt x="0" y="38486"/>
                </a:lnTo>
                <a:lnTo>
                  <a:pt x="1009" y="34744"/>
                </a:lnTo>
                <a:lnTo>
                  <a:pt x="11" y="31467"/>
                </a:lnTo>
                <a:lnTo>
                  <a:pt x="124" y="25185"/>
                </a:lnTo>
                <a:lnTo>
                  <a:pt x="941" y="21896"/>
                </a:lnTo>
                <a:lnTo>
                  <a:pt x="33" y="18086"/>
                </a:lnTo>
                <a:lnTo>
                  <a:pt x="1610" y="16510"/>
                </a:lnTo>
                <a:lnTo>
                  <a:pt x="5069" y="18143"/>
                </a:lnTo>
                <a:lnTo>
                  <a:pt x="6146" y="17417"/>
                </a:lnTo>
                <a:lnTo>
                  <a:pt x="6872" y="16328"/>
                </a:lnTo>
                <a:lnTo>
                  <a:pt x="5238" y="12881"/>
                </a:lnTo>
                <a:lnTo>
                  <a:pt x="7053" y="11067"/>
                </a:lnTo>
                <a:lnTo>
                  <a:pt x="10682" y="12881"/>
                </a:lnTo>
                <a:lnTo>
                  <a:pt x="12484" y="11067"/>
                </a:lnTo>
                <a:lnTo>
                  <a:pt x="10681" y="7438"/>
                </a:lnTo>
                <a:lnTo>
                  <a:pt x="12484" y="5624"/>
                </a:lnTo>
                <a:lnTo>
                  <a:pt x="15942" y="7257"/>
                </a:lnTo>
                <a:lnTo>
                  <a:pt x="17020" y="6531"/>
                </a:lnTo>
                <a:lnTo>
                  <a:pt x="17667" y="5783"/>
                </a:lnTo>
                <a:lnTo>
                  <a:pt x="16215" y="1576"/>
                </a:lnTo>
                <a:lnTo>
                  <a:pt x="18812" y="0"/>
                </a:lnTo>
                <a:lnTo>
                  <a:pt x="25740" y="963"/>
                </a:lnTo>
                <a:lnTo>
                  <a:pt x="29448" y="1179"/>
                </a:lnTo>
                <a:lnTo>
                  <a:pt x="37953" y="56"/>
                </a:lnTo>
                <a:lnTo>
                  <a:pt x="39677" y="2177"/>
                </a:lnTo>
                <a:lnTo>
                  <a:pt x="38089" y="5306"/>
                </a:lnTo>
                <a:lnTo>
                  <a:pt x="38793" y="6531"/>
                </a:lnTo>
                <a:lnTo>
                  <a:pt x="40142" y="7211"/>
                </a:lnTo>
                <a:lnTo>
                  <a:pt x="42999" y="5692"/>
                </a:lnTo>
                <a:lnTo>
                  <a:pt x="45109" y="7132"/>
                </a:lnTo>
                <a:lnTo>
                  <a:pt x="43464" y="11203"/>
                </a:lnTo>
                <a:lnTo>
                  <a:pt x="44984" y="12734"/>
                </a:lnTo>
                <a:lnTo>
                  <a:pt x="49100" y="11101"/>
                </a:lnTo>
                <a:lnTo>
                  <a:pt x="50449" y="13153"/>
                </a:lnTo>
                <a:lnTo>
                  <a:pt x="48760" y="16340"/>
                </a:lnTo>
                <a:lnTo>
                  <a:pt x="50438" y="18335"/>
                </a:lnTo>
                <a:lnTo>
                  <a:pt x="54248" y="16555"/>
                </a:lnTo>
                <a:lnTo>
                  <a:pt x="56017" y="18324"/>
                </a:lnTo>
                <a:lnTo>
                  <a:pt x="54316" y="21726"/>
                </a:lnTo>
                <a:lnTo>
                  <a:pt x="55098" y="22860"/>
                </a:lnTo>
                <a:lnTo>
                  <a:pt x="54429" y="26330"/>
                </a:lnTo>
                <a:lnTo>
                  <a:pt x="55949" y="30333"/>
                </a:lnTo>
                <a:lnTo>
                  <a:pt x="54860" y="34710"/>
                </a:lnTo>
                <a:lnTo>
                  <a:pt x="55768" y="38531"/>
                </a:lnTo>
                <a:lnTo>
                  <a:pt x="54372" y="39903"/>
                </a:lnTo>
                <a:lnTo>
                  <a:pt x="50166" y="38350"/>
                </a:lnTo>
                <a:lnTo>
                  <a:pt x="48975" y="40289"/>
                </a:lnTo>
                <a:lnTo>
                  <a:pt x="50540" y="43736"/>
                </a:lnTo>
                <a:lnTo>
                  <a:pt x="48895" y="45381"/>
                </a:lnTo>
                <a:lnTo>
                  <a:pt x="44791" y="43748"/>
                </a:lnTo>
                <a:lnTo>
                  <a:pt x="43793" y="45278"/>
                </a:lnTo>
                <a:lnTo>
                  <a:pt x="44847" y="49769"/>
                </a:lnTo>
                <a:lnTo>
                  <a:pt x="42750" y="50767"/>
                </a:lnTo>
                <a:lnTo>
                  <a:pt x="40312" y="49497"/>
                </a:lnTo>
                <a:lnTo>
                  <a:pt x="38781" y="50064"/>
                </a:lnTo>
                <a:lnTo>
                  <a:pt x="38067" y="51152"/>
                </a:lnTo>
                <a:lnTo>
                  <a:pt x="39688" y="54600"/>
                </a:lnTo>
                <a:lnTo>
                  <a:pt x="38259" y="56017"/>
                </a:lnTo>
                <a:lnTo>
                  <a:pt x="34132" y="55461"/>
                </a:lnTo>
                <a:lnTo>
                  <a:pt x="31535" y="55597"/>
                </a:lnTo>
                <a:lnTo>
                  <a:pt x="29709" y="55484"/>
                </a:lnTo>
                <a:lnTo>
                  <a:pt x="25173" y="55541"/>
                </a:lnTo>
                <a:lnTo>
                  <a:pt x="19492" y="56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737819" y="957175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2" name="object 132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3078383" y="9706683"/>
            <a:ext cx="77482" cy="78402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194319" y="9701206"/>
            <a:ext cx="88528" cy="88970"/>
          </a:xfrm>
          <a:prstGeom prst="rect">
            <a:avLst/>
          </a:prstGeom>
        </p:spPr>
      </p:pic>
      <p:sp>
        <p:nvSpPr>
          <p:cNvPr id="134" name="object 134"/>
          <p:cNvSpPr/>
          <p:nvPr/>
        </p:nvSpPr>
        <p:spPr>
          <a:xfrm>
            <a:off x="6884066" y="971773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24947" y="986"/>
                </a:moveTo>
                <a:lnTo>
                  <a:pt x="17025" y="986"/>
                </a:lnTo>
                <a:lnTo>
                  <a:pt x="19833" y="0"/>
                </a:lnTo>
                <a:lnTo>
                  <a:pt x="24947" y="986"/>
                </a:lnTo>
                <a:close/>
              </a:path>
              <a:path w="56515" h="56515">
                <a:moveTo>
                  <a:pt x="38815" y="986"/>
                </a:moveTo>
                <a:lnTo>
                  <a:pt x="31161" y="986"/>
                </a:lnTo>
                <a:lnTo>
                  <a:pt x="35708" y="170"/>
                </a:lnTo>
                <a:lnTo>
                  <a:pt x="38815" y="986"/>
                </a:lnTo>
                <a:close/>
              </a:path>
              <a:path w="56515" h="56515">
                <a:moveTo>
                  <a:pt x="50268" y="17860"/>
                </a:moveTo>
                <a:lnTo>
                  <a:pt x="5920" y="17860"/>
                </a:lnTo>
                <a:lnTo>
                  <a:pt x="7472" y="14242"/>
                </a:lnTo>
                <a:lnTo>
                  <a:pt x="5148" y="9616"/>
                </a:lnTo>
                <a:lnTo>
                  <a:pt x="6168" y="6384"/>
                </a:lnTo>
                <a:lnTo>
                  <a:pt x="17073" y="6384"/>
                </a:lnTo>
                <a:lnTo>
                  <a:pt x="17492" y="5874"/>
                </a:lnTo>
                <a:lnTo>
                  <a:pt x="16434" y="986"/>
                </a:lnTo>
                <a:lnTo>
                  <a:pt x="39338" y="986"/>
                </a:lnTo>
                <a:lnTo>
                  <a:pt x="38406" y="5874"/>
                </a:lnTo>
                <a:lnTo>
                  <a:pt x="38271" y="5874"/>
                </a:lnTo>
                <a:lnTo>
                  <a:pt x="39337" y="6940"/>
                </a:lnTo>
                <a:lnTo>
                  <a:pt x="50283" y="6940"/>
                </a:lnTo>
                <a:lnTo>
                  <a:pt x="50597" y="7223"/>
                </a:lnTo>
                <a:lnTo>
                  <a:pt x="48975" y="10863"/>
                </a:lnTo>
                <a:lnTo>
                  <a:pt x="49701" y="11861"/>
                </a:lnTo>
                <a:lnTo>
                  <a:pt x="50416" y="12949"/>
                </a:lnTo>
                <a:lnTo>
                  <a:pt x="48794" y="16397"/>
                </a:lnTo>
                <a:lnTo>
                  <a:pt x="50268" y="17860"/>
                </a:lnTo>
                <a:close/>
              </a:path>
              <a:path w="56515" h="56515">
                <a:moveTo>
                  <a:pt x="50283" y="6940"/>
                </a:moveTo>
                <a:lnTo>
                  <a:pt x="39337" y="6940"/>
                </a:lnTo>
                <a:lnTo>
                  <a:pt x="43464" y="6384"/>
                </a:lnTo>
                <a:lnTo>
                  <a:pt x="45666" y="6384"/>
                </a:lnTo>
                <a:lnTo>
                  <a:pt x="49100" y="5874"/>
                </a:lnTo>
                <a:lnTo>
                  <a:pt x="50283" y="6940"/>
                </a:lnTo>
                <a:close/>
              </a:path>
              <a:path w="56515" h="56515">
                <a:moveTo>
                  <a:pt x="55380" y="17860"/>
                </a:moveTo>
                <a:lnTo>
                  <a:pt x="50320" y="17860"/>
                </a:lnTo>
                <a:lnTo>
                  <a:pt x="54849" y="16601"/>
                </a:lnTo>
                <a:lnTo>
                  <a:pt x="55380" y="17860"/>
                </a:lnTo>
                <a:close/>
              </a:path>
              <a:path w="56515" h="56515">
                <a:moveTo>
                  <a:pt x="1765" y="39915"/>
                </a:moveTo>
                <a:lnTo>
                  <a:pt x="1553" y="39915"/>
                </a:lnTo>
                <a:lnTo>
                  <a:pt x="703" y="39065"/>
                </a:lnTo>
                <a:lnTo>
                  <a:pt x="58" y="38350"/>
                </a:lnTo>
                <a:lnTo>
                  <a:pt x="952" y="34597"/>
                </a:lnTo>
                <a:lnTo>
                  <a:pt x="0" y="30753"/>
                </a:lnTo>
                <a:lnTo>
                  <a:pt x="396" y="25707"/>
                </a:lnTo>
                <a:lnTo>
                  <a:pt x="714" y="22747"/>
                </a:lnTo>
                <a:lnTo>
                  <a:pt x="805" y="21897"/>
                </a:lnTo>
                <a:lnTo>
                  <a:pt x="158" y="17860"/>
                </a:lnTo>
                <a:lnTo>
                  <a:pt x="1281" y="16737"/>
                </a:lnTo>
                <a:lnTo>
                  <a:pt x="5366" y="17860"/>
                </a:lnTo>
                <a:lnTo>
                  <a:pt x="55380" y="17860"/>
                </a:lnTo>
                <a:lnTo>
                  <a:pt x="56221" y="19787"/>
                </a:lnTo>
                <a:lnTo>
                  <a:pt x="55133" y="25423"/>
                </a:lnTo>
                <a:lnTo>
                  <a:pt x="55206" y="30753"/>
                </a:lnTo>
                <a:lnTo>
                  <a:pt x="56301" y="37398"/>
                </a:lnTo>
                <a:lnTo>
                  <a:pt x="55636" y="38350"/>
                </a:lnTo>
                <a:lnTo>
                  <a:pt x="5068" y="38350"/>
                </a:lnTo>
                <a:lnTo>
                  <a:pt x="1765" y="39915"/>
                </a:lnTo>
                <a:close/>
              </a:path>
              <a:path w="56515" h="56515">
                <a:moveTo>
                  <a:pt x="18275" y="55904"/>
                </a:moveTo>
                <a:lnTo>
                  <a:pt x="18096" y="55904"/>
                </a:lnTo>
                <a:lnTo>
                  <a:pt x="16340" y="55054"/>
                </a:lnTo>
                <a:lnTo>
                  <a:pt x="17536" y="50847"/>
                </a:lnTo>
                <a:lnTo>
                  <a:pt x="17549" y="50518"/>
                </a:lnTo>
                <a:lnTo>
                  <a:pt x="17043" y="49951"/>
                </a:lnTo>
                <a:lnTo>
                  <a:pt x="6157" y="49951"/>
                </a:lnTo>
                <a:lnTo>
                  <a:pt x="6140" y="39065"/>
                </a:lnTo>
                <a:lnTo>
                  <a:pt x="5068" y="38350"/>
                </a:lnTo>
                <a:lnTo>
                  <a:pt x="50570" y="38350"/>
                </a:lnTo>
                <a:lnTo>
                  <a:pt x="49701" y="39065"/>
                </a:lnTo>
                <a:lnTo>
                  <a:pt x="48329" y="41027"/>
                </a:lnTo>
                <a:lnTo>
                  <a:pt x="51481" y="48499"/>
                </a:lnTo>
                <a:lnTo>
                  <a:pt x="50816" y="49044"/>
                </a:lnTo>
                <a:lnTo>
                  <a:pt x="39722" y="49044"/>
                </a:lnTo>
                <a:lnTo>
                  <a:pt x="38248" y="50518"/>
                </a:lnTo>
                <a:lnTo>
                  <a:pt x="39480" y="55054"/>
                </a:lnTo>
                <a:lnTo>
                  <a:pt x="39630" y="55054"/>
                </a:lnTo>
                <a:lnTo>
                  <a:pt x="38823" y="55394"/>
                </a:lnTo>
                <a:lnTo>
                  <a:pt x="21239" y="55394"/>
                </a:lnTo>
                <a:lnTo>
                  <a:pt x="18275" y="55904"/>
                </a:lnTo>
                <a:close/>
              </a:path>
              <a:path w="56515" h="56515">
                <a:moveTo>
                  <a:pt x="54543" y="39915"/>
                </a:moveTo>
                <a:lnTo>
                  <a:pt x="50439" y="38350"/>
                </a:lnTo>
                <a:lnTo>
                  <a:pt x="55636" y="38350"/>
                </a:lnTo>
                <a:lnTo>
                  <a:pt x="54543" y="39915"/>
                </a:lnTo>
                <a:close/>
              </a:path>
              <a:path w="56515" h="56515">
                <a:moveTo>
                  <a:pt x="43408" y="50518"/>
                </a:moveTo>
                <a:lnTo>
                  <a:pt x="42834" y="50518"/>
                </a:lnTo>
                <a:lnTo>
                  <a:pt x="39722" y="49044"/>
                </a:lnTo>
                <a:lnTo>
                  <a:pt x="50816" y="49044"/>
                </a:lnTo>
                <a:lnTo>
                  <a:pt x="50580" y="49237"/>
                </a:lnTo>
                <a:lnTo>
                  <a:pt x="45483" y="49237"/>
                </a:lnTo>
                <a:lnTo>
                  <a:pt x="44258" y="49951"/>
                </a:lnTo>
                <a:lnTo>
                  <a:pt x="43408" y="50518"/>
                </a:lnTo>
                <a:close/>
              </a:path>
              <a:path w="56515" h="56515">
                <a:moveTo>
                  <a:pt x="48613" y="50847"/>
                </a:moveTo>
                <a:lnTo>
                  <a:pt x="45483" y="49237"/>
                </a:lnTo>
                <a:lnTo>
                  <a:pt x="50580" y="49237"/>
                </a:lnTo>
                <a:lnTo>
                  <a:pt x="48613" y="50847"/>
                </a:lnTo>
                <a:close/>
              </a:path>
              <a:path w="56515" h="56515">
                <a:moveTo>
                  <a:pt x="37613" y="55904"/>
                </a:moveTo>
                <a:lnTo>
                  <a:pt x="34710" y="55394"/>
                </a:lnTo>
                <a:lnTo>
                  <a:pt x="38823" y="55394"/>
                </a:lnTo>
                <a:lnTo>
                  <a:pt x="37613" y="55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3420737" y="972303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70"/>
                </a:moveTo>
                <a:lnTo>
                  <a:pt x="29630" y="44394"/>
                </a:lnTo>
                <a:lnTo>
                  <a:pt x="25106" y="45370"/>
                </a:lnTo>
                <a:lnTo>
                  <a:pt x="20820" y="44666"/>
                </a:lnTo>
                <a:lnTo>
                  <a:pt x="16170" y="44666"/>
                </a:lnTo>
                <a:lnTo>
                  <a:pt x="13222" y="45177"/>
                </a:lnTo>
                <a:lnTo>
                  <a:pt x="11362" y="44372"/>
                </a:lnTo>
                <a:lnTo>
                  <a:pt x="12575" y="39813"/>
                </a:lnTo>
                <a:lnTo>
                  <a:pt x="12042" y="39224"/>
                </a:lnTo>
                <a:lnTo>
                  <a:pt x="10671" y="38554"/>
                </a:lnTo>
                <a:lnTo>
                  <a:pt x="7847" y="40063"/>
                </a:lnTo>
                <a:lnTo>
                  <a:pt x="5726" y="38645"/>
                </a:lnTo>
                <a:lnTo>
                  <a:pt x="7359" y="34540"/>
                </a:lnTo>
                <a:lnTo>
                  <a:pt x="5964" y="33146"/>
                </a:lnTo>
                <a:lnTo>
                  <a:pt x="1542" y="34529"/>
                </a:lnTo>
                <a:lnTo>
                  <a:pt x="34" y="31524"/>
                </a:lnTo>
                <a:lnTo>
                  <a:pt x="1168" y="25469"/>
                </a:lnTo>
                <a:lnTo>
                  <a:pt x="1168" y="20763"/>
                </a:lnTo>
                <a:lnTo>
                  <a:pt x="0" y="13675"/>
                </a:lnTo>
                <a:lnTo>
                  <a:pt x="1757" y="11158"/>
                </a:lnTo>
                <a:lnTo>
                  <a:pt x="5772" y="12700"/>
                </a:lnTo>
                <a:lnTo>
                  <a:pt x="6600" y="12008"/>
                </a:lnTo>
                <a:lnTo>
                  <a:pt x="7326" y="10920"/>
                </a:lnTo>
                <a:lnTo>
                  <a:pt x="5692" y="7484"/>
                </a:lnTo>
                <a:lnTo>
                  <a:pt x="7507" y="5669"/>
                </a:lnTo>
                <a:lnTo>
                  <a:pt x="10954" y="7291"/>
                </a:lnTo>
                <a:lnTo>
                  <a:pt x="12042" y="6576"/>
                </a:lnTo>
                <a:lnTo>
                  <a:pt x="12575" y="5976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4"/>
                </a:lnTo>
                <a:lnTo>
                  <a:pt x="25514" y="1134"/>
                </a:lnTo>
                <a:lnTo>
                  <a:pt x="31547" y="0"/>
                </a:lnTo>
                <a:lnTo>
                  <a:pt x="34563" y="1508"/>
                </a:lnTo>
                <a:lnTo>
                  <a:pt x="33180" y="5941"/>
                </a:lnTo>
                <a:lnTo>
                  <a:pt x="34563" y="7336"/>
                </a:lnTo>
                <a:lnTo>
                  <a:pt x="38680" y="5703"/>
                </a:lnTo>
                <a:lnTo>
                  <a:pt x="40086" y="7824"/>
                </a:lnTo>
                <a:lnTo>
                  <a:pt x="38577" y="10647"/>
                </a:lnTo>
                <a:lnTo>
                  <a:pt x="39247" y="12008"/>
                </a:lnTo>
                <a:lnTo>
                  <a:pt x="40335" y="12734"/>
                </a:lnTo>
                <a:lnTo>
                  <a:pt x="43783" y="11101"/>
                </a:lnTo>
                <a:lnTo>
                  <a:pt x="45596" y="12915"/>
                </a:lnTo>
                <a:lnTo>
                  <a:pt x="43896" y="16317"/>
                </a:lnTo>
                <a:lnTo>
                  <a:pt x="44678" y="17451"/>
                </a:lnTo>
                <a:lnTo>
                  <a:pt x="44020" y="20921"/>
                </a:lnTo>
                <a:lnTo>
                  <a:pt x="45528" y="24924"/>
                </a:lnTo>
                <a:lnTo>
                  <a:pt x="44440" y="29301"/>
                </a:lnTo>
                <a:lnTo>
                  <a:pt x="45347" y="33112"/>
                </a:lnTo>
                <a:lnTo>
                  <a:pt x="43770" y="34688"/>
                </a:lnTo>
                <a:lnTo>
                  <a:pt x="40312" y="33055"/>
                </a:lnTo>
                <a:lnTo>
                  <a:pt x="39235" y="33781"/>
                </a:lnTo>
                <a:lnTo>
                  <a:pt x="38589" y="35198"/>
                </a:lnTo>
                <a:lnTo>
                  <a:pt x="40040" y="37908"/>
                </a:lnTo>
                <a:lnTo>
                  <a:pt x="38725" y="40063"/>
                </a:lnTo>
                <a:lnTo>
                  <a:pt x="34517" y="38498"/>
                </a:lnTo>
                <a:lnTo>
                  <a:pt x="33043" y="39983"/>
                </a:lnTo>
                <a:lnTo>
                  <a:pt x="34665" y="44088"/>
                </a:lnTo>
                <a:lnTo>
                  <a:pt x="32737" y="45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6" name="object 13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7036074" y="9870609"/>
            <a:ext cx="78016" cy="77506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3246560" y="9875417"/>
            <a:ext cx="67538" cy="67606"/>
          </a:xfrm>
          <a:prstGeom prst="rect">
            <a:avLst/>
          </a:prstGeom>
        </p:spPr>
      </p:pic>
      <p:sp>
        <p:nvSpPr>
          <p:cNvPr id="138" name="object 138"/>
          <p:cNvSpPr/>
          <p:nvPr/>
        </p:nvSpPr>
        <p:spPr>
          <a:xfrm>
            <a:off x="6725765" y="988628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66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7" y="44814"/>
                </a:lnTo>
                <a:lnTo>
                  <a:pt x="19300" y="44712"/>
                </a:lnTo>
                <a:lnTo>
                  <a:pt x="16419" y="44712"/>
                </a:lnTo>
                <a:lnTo>
                  <a:pt x="12949" y="45256"/>
                </a:lnTo>
                <a:lnTo>
                  <a:pt x="11248" y="44224"/>
                </a:lnTo>
                <a:lnTo>
                  <a:pt x="12700" y="40017"/>
                </a:lnTo>
                <a:lnTo>
                  <a:pt x="12054" y="39269"/>
                </a:lnTo>
                <a:lnTo>
                  <a:pt x="10681" y="38600"/>
                </a:lnTo>
                <a:lnTo>
                  <a:pt x="7869" y="40108"/>
                </a:lnTo>
                <a:lnTo>
                  <a:pt x="5737" y="38690"/>
                </a:lnTo>
                <a:lnTo>
                  <a:pt x="7370" y="34586"/>
                </a:lnTo>
                <a:lnTo>
                  <a:pt x="5976" y="33191"/>
                </a:lnTo>
                <a:lnTo>
                  <a:pt x="1542" y="34574"/>
                </a:lnTo>
                <a:lnTo>
                  <a:pt x="34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3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42" y="725"/>
                </a:lnTo>
                <a:lnTo>
                  <a:pt x="29392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19" y="12961"/>
                </a:lnTo>
                <a:lnTo>
                  <a:pt x="43986" y="16363"/>
                </a:lnTo>
                <a:lnTo>
                  <a:pt x="44712" y="17497"/>
                </a:lnTo>
                <a:lnTo>
                  <a:pt x="44712" y="29709"/>
                </a:lnTo>
                <a:lnTo>
                  <a:pt x="45222" y="32624"/>
                </a:lnTo>
                <a:lnTo>
                  <a:pt x="44417" y="34517"/>
                </a:lnTo>
                <a:lnTo>
                  <a:pt x="39836" y="33259"/>
                </a:lnTo>
                <a:lnTo>
                  <a:pt x="38611" y="34483"/>
                </a:lnTo>
                <a:lnTo>
                  <a:pt x="40051" y="38861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6" y="39269"/>
                </a:lnTo>
                <a:lnTo>
                  <a:pt x="33100" y="40357"/>
                </a:lnTo>
                <a:lnTo>
                  <a:pt x="34733" y="43804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3596047" y="989833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0" name="object 14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878192" y="10038708"/>
            <a:ext cx="67584" cy="67572"/>
          </a:xfrm>
          <a:prstGeom prst="rect">
            <a:avLst/>
          </a:prstGeom>
        </p:spPr>
      </p:pic>
      <p:sp>
        <p:nvSpPr>
          <p:cNvPr id="141" name="object 141"/>
          <p:cNvSpPr/>
          <p:nvPr/>
        </p:nvSpPr>
        <p:spPr>
          <a:xfrm>
            <a:off x="13415714" y="100443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13" y="55927"/>
                </a:moveTo>
                <a:lnTo>
                  <a:pt x="34699" y="55416"/>
                </a:lnTo>
                <a:lnTo>
                  <a:pt x="21250" y="55416"/>
                </a:lnTo>
                <a:lnTo>
                  <a:pt x="18143" y="55949"/>
                </a:lnTo>
                <a:lnTo>
                  <a:pt x="16340" y="55076"/>
                </a:lnTo>
                <a:lnTo>
                  <a:pt x="17622" y="50609"/>
                </a:lnTo>
                <a:lnTo>
                  <a:pt x="17055" y="49974"/>
                </a:lnTo>
                <a:lnTo>
                  <a:pt x="6157" y="49974"/>
                </a:lnTo>
                <a:lnTo>
                  <a:pt x="6157" y="39087"/>
                </a:lnTo>
                <a:lnTo>
                  <a:pt x="5057" y="38362"/>
                </a:lnTo>
                <a:lnTo>
                  <a:pt x="1620" y="39995"/>
                </a:lnTo>
                <a:lnTo>
                  <a:pt x="45" y="38418"/>
                </a:lnTo>
                <a:lnTo>
                  <a:pt x="952" y="34608"/>
                </a:lnTo>
                <a:lnTo>
                  <a:pt x="0" y="30775"/>
                </a:lnTo>
                <a:lnTo>
                  <a:pt x="804" y="21908"/>
                </a:lnTo>
                <a:lnTo>
                  <a:pt x="158" y="17871"/>
                </a:lnTo>
                <a:lnTo>
                  <a:pt x="1292" y="16748"/>
                </a:lnTo>
                <a:lnTo>
                  <a:pt x="5862" y="17996"/>
                </a:lnTo>
                <a:lnTo>
                  <a:pt x="7461" y="14242"/>
                </a:lnTo>
                <a:lnTo>
                  <a:pt x="5147" y="9627"/>
                </a:lnTo>
                <a:lnTo>
                  <a:pt x="6157" y="6429"/>
                </a:lnTo>
                <a:lnTo>
                  <a:pt x="17043" y="6429"/>
                </a:lnTo>
                <a:lnTo>
                  <a:pt x="17496" y="5907"/>
                </a:lnTo>
                <a:lnTo>
                  <a:pt x="16464" y="1190"/>
                </a:lnTo>
                <a:lnTo>
                  <a:pt x="19821" y="0"/>
                </a:lnTo>
                <a:lnTo>
                  <a:pt x="24935" y="986"/>
                </a:lnTo>
                <a:lnTo>
                  <a:pt x="31150" y="986"/>
                </a:lnTo>
                <a:lnTo>
                  <a:pt x="35708" y="170"/>
                </a:lnTo>
                <a:lnTo>
                  <a:pt x="39315" y="1122"/>
                </a:lnTo>
                <a:lnTo>
                  <a:pt x="38384" y="5987"/>
                </a:lnTo>
                <a:lnTo>
                  <a:pt x="39326" y="6939"/>
                </a:lnTo>
                <a:lnTo>
                  <a:pt x="43453" y="6384"/>
                </a:lnTo>
                <a:lnTo>
                  <a:pt x="45121" y="6474"/>
                </a:lnTo>
                <a:lnTo>
                  <a:pt x="49089" y="5885"/>
                </a:lnTo>
                <a:lnTo>
                  <a:pt x="50586" y="7234"/>
                </a:lnTo>
                <a:lnTo>
                  <a:pt x="48976" y="10863"/>
                </a:lnTo>
                <a:lnTo>
                  <a:pt x="50404" y="12961"/>
                </a:lnTo>
                <a:lnTo>
                  <a:pt x="48783" y="16408"/>
                </a:lnTo>
                <a:lnTo>
                  <a:pt x="50269" y="17893"/>
                </a:lnTo>
                <a:lnTo>
                  <a:pt x="54827" y="16623"/>
                </a:lnTo>
                <a:lnTo>
                  <a:pt x="56210" y="19810"/>
                </a:lnTo>
                <a:lnTo>
                  <a:pt x="55122" y="25446"/>
                </a:lnTo>
                <a:lnTo>
                  <a:pt x="55122" y="30333"/>
                </a:lnTo>
                <a:lnTo>
                  <a:pt x="56290" y="37420"/>
                </a:lnTo>
                <a:lnTo>
                  <a:pt x="54532" y="39938"/>
                </a:lnTo>
                <a:lnTo>
                  <a:pt x="50518" y="38407"/>
                </a:lnTo>
                <a:lnTo>
                  <a:pt x="49690" y="39087"/>
                </a:lnTo>
                <a:lnTo>
                  <a:pt x="48329" y="41049"/>
                </a:lnTo>
                <a:lnTo>
                  <a:pt x="51459" y="48522"/>
                </a:lnTo>
                <a:lnTo>
                  <a:pt x="48601" y="50869"/>
                </a:lnTo>
                <a:lnTo>
                  <a:pt x="45483" y="49270"/>
                </a:lnTo>
                <a:lnTo>
                  <a:pt x="43159" y="50699"/>
                </a:lnTo>
                <a:lnTo>
                  <a:pt x="39711" y="49066"/>
                </a:lnTo>
                <a:lnTo>
                  <a:pt x="38249" y="50541"/>
                </a:lnTo>
                <a:lnTo>
                  <a:pt x="39496" y="55133"/>
                </a:lnTo>
                <a:lnTo>
                  <a:pt x="37613" y="55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574528" y="1006162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3" name="object 143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030597" y="10191384"/>
            <a:ext cx="89344" cy="88823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3241673" y="10196544"/>
            <a:ext cx="77472" cy="78425"/>
          </a:xfrm>
          <a:prstGeom prst="rect">
            <a:avLst/>
          </a:prstGeom>
        </p:spPr>
      </p:pic>
      <p:sp>
        <p:nvSpPr>
          <p:cNvPr id="145" name="object 145"/>
          <p:cNvSpPr/>
          <p:nvPr/>
        </p:nvSpPr>
        <p:spPr>
          <a:xfrm>
            <a:off x="6720787" y="1020749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574"/>
                </a:moveTo>
                <a:lnTo>
                  <a:pt x="16351" y="55225"/>
                </a:lnTo>
                <a:lnTo>
                  <a:pt x="17599" y="50643"/>
                </a:lnTo>
                <a:lnTo>
                  <a:pt x="16113" y="49158"/>
                </a:lnTo>
                <a:lnTo>
                  <a:pt x="12541" y="50972"/>
                </a:lnTo>
                <a:lnTo>
                  <a:pt x="10670" y="49226"/>
                </a:lnTo>
                <a:lnTo>
                  <a:pt x="12484" y="45529"/>
                </a:lnTo>
                <a:lnTo>
                  <a:pt x="10829" y="43873"/>
                </a:lnTo>
                <a:lnTo>
                  <a:pt x="6724" y="45506"/>
                </a:lnTo>
                <a:lnTo>
                  <a:pt x="5306" y="43374"/>
                </a:lnTo>
                <a:lnTo>
                  <a:pt x="6815" y="40562"/>
                </a:lnTo>
                <a:lnTo>
                  <a:pt x="6146" y="39190"/>
                </a:lnTo>
                <a:lnTo>
                  <a:pt x="5057" y="38464"/>
                </a:lnTo>
                <a:lnTo>
                  <a:pt x="1610" y="40097"/>
                </a:lnTo>
                <a:lnTo>
                  <a:pt x="0" y="38487"/>
                </a:lnTo>
                <a:lnTo>
                  <a:pt x="1009" y="34756"/>
                </a:lnTo>
                <a:lnTo>
                  <a:pt x="11" y="31468"/>
                </a:lnTo>
                <a:lnTo>
                  <a:pt x="124" y="25185"/>
                </a:lnTo>
                <a:lnTo>
                  <a:pt x="941" y="21897"/>
                </a:lnTo>
                <a:lnTo>
                  <a:pt x="34" y="18087"/>
                </a:lnTo>
                <a:lnTo>
                  <a:pt x="1610" y="16511"/>
                </a:lnTo>
                <a:lnTo>
                  <a:pt x="5057" y="18143"/>
                </a:lnTo>
                <a:lnTo>
                  <a:pt x="6146" y="17418"/>
                </a:lnTo>
                <a:lnTo>
                  <a:pt x="6871" y="16329"/>
                </a:lnTo>
                <a:lnTo>
                  <a:pt x="5238" y="12882"/>
                </a:lnTo>
                <a:lnTo>
                  <a:pt x="7053" y="11067"/>
                </a:lnTo>
                <a:lnTo>
                  <a:pt x="10681" y="12882"/>
                </a:lnTo>
                <a:lnTo>
                  <a:pt x="12496" y="11067"/>
                </a:lnTo>
                <a:lnTo>
                  <a:pt x="10681" y="7439"/>
                </a:lnTo>
                <a:lnTo>
                  <a:pt x="12496" y="5624"/>
                </a:lnTo>
                <a:lnTo>
                  <a:pt x="15943" y="7257"/>
                </a:lnTo>
                <a:lnTo>
                  <a:pt x="17032" y="6531"/>
                </a:lnTo>
                <a:lnTo>
                  <a:pt x="17678" y="5783"/>
                </a:lnTo>
                <a:lnTo>
                  <a:pt x="16227" y="1576"/>
                </a:lnTo>
                <a:lnTo>
                  <a:pt x="18823" y="0"/>
                </a:lnTo>
                <a:lnTo>
                  <a:pt x="25752" y="964"/>
                </a:lnTo>
                <a:lnTo>
                  <a:pt x="29449" y="1179"/>
                </a:lnTo>
                <a:lnTo>
                  <a:pt x="37965" y="56"/>
                </a:lnTo>
                <a:lnTo>
                  <a:pt x="39700" y="2177"/>
                </a:lnTo>
                <a:lnTo>
                  <a:pt x="38101" y="5307"/>
                </a:lnTo>
                <a:lnTo>
                  <a:pt x="38804" y="6531"/>
                </a:lnTo>
                <a:lnTo>
                  <a:pt x="40165" y="7212"/>
                </a:lnTo>
                <a:lnTo>
                  <a:pt x="43011" y="5692"/>
                </a:lnTo>
                <a:lnTo>
                  <a:pt x="45131" y="7132"/>
                </a:lnTo>
                <a:lnTo>
                  <a:pt x="43476" y="11203"/>
                </a:lnTo>
                <a:lnTo>
                  <a:pt x="45007" y="12734"/>
                </a:lnTo>
                <a:lnTo>
                  <a:pt x="49111" y="11101"/>
                </a:lnTo>
                <a:lnTo>
                  <a:pt x="50472" y="13154"/>
                </a:lnTo>
                <a:lnTo>
                  <a:pt x="48783" y="16340"/>
                </a:lnTo>
                <a:lnTo>
                  <a:pt x="50461" y="18336"/>
                </a:lnTo>
                <a:lnTo>
                  <a:pt x="54271" y="16556"/>
                </a:lnTo>
                <a:lnTo>
                  <a:pt x="56040" y="18325"/>
                </a:lnTo>
                <a:lnTo>
                  <a:pt x="54407" y="21727"/>
                </a:lnTo>
                <a:lnTo>
                  <a:pt x="55133" y="22861"/>
                </a:lnTo>
                <a:lnTo>
                  <a:pt x="54475" y="26331"/>
                </a:lnTo>
                <a:lnTo>
                  <a:pt x="55995" y="30334"/>
                </a:lnTo>
                <a:lnTo>
                  <a:pt x="54895" y="34710"/>
                </a:lnTo>
                <a:lnTo>
                  <a:pt x="55802" y="38521"/>
                </a:lnTo>
                <a:lnTo>
                  <a:pt x="54407" y="39916"/>
                </a:lnTo>
                <a:lnTo>
                  <a:pt x="50211" y="38351"/>
                </a:lnTo>
                <a:lnTo>
                  <a:pt x="49009" y="40290"/>
                </a:lnTo>
                <a:lnTo>
                  <a:pt x="50586" y="43737"/>
                </a:lnTo>
                <a:lnTo>
                  <a:pt x="48930" y="45393"/>
                </a:lnTo>
                <a:lnTo>
                  <a:pt x="44825" y="43760"/>
                </a:lnTo>
                <a:lnTo>
                  <a:pt x="43816" y="45279"/>
                </a:lnTo>
                <a:lnTo>
                  <a:pt x="44870" y="49781"/>
                </a:lnTo>
                <a:lnTo>
                  <a:pt x="42773" y="50779"/>
                </a:lnTo>
                <a:lnTo>
                  <a:pt x="40346" y="49509"/>
                </a:lnTo>
                <a:lnTo>
                  <a:pt x="38804" y="50076"/>
                </a:lnTo>
                <a:lnTo>
                  <a:pt x="38078" y="51165"/>
                </a:lnTo>
                <a:lnTo>
                  <a:pt x="39711" y="54612"/>
                </a:lnTo>
                <a:lnTo>
                  <a:pt x="38293" y="56030"/>
                </a:lnTo>
                <a:lnTo>
                  <a:pt x="34154" y="55474"/>
                </a:lnTo>
                <a:lnTo>
                  <a:pt x="31558" y="55610"/>
                </a:lnTo>
                <a:lnTo>
                  <a:pt x="29732" y="55497"/>
                </a:lnTo>
                <a:lnTo>
                  <a:pt x="25185" y="55553"/>
                </a:lnTo>
                <a:lnTo>
                  <a:pt x="19504" y="56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3583381" y="10213338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5" h="45084">
                <a:moveTo>
                  <a:pt x="19095" y="44939"/>
                </a:moveTo>
                <a:lnTo>
                  <a:pt x="17246" y="43658"/>
                </a:lnTo>
                <a:lnTo>
                  <a:pt x="18777" y="39632"/>
                </a:lnTo>
                <a:lnTo>
                  <a:pt x="18097" y="38793"/>
                </a:lnTo>
                <a:lnTo>
                  <a:pt x="16124" y="37432"/>
                </a:lnTo>
                <a:lnTo>
                  <a:pt x="8663" y="40573"/>
                </a:lnTo>
                <a:lnTo>
                  <a:pt x="6315" y="37704"/>
                </a:lnTo>
                <a:lnTo>
                  <a:pt x="7914" y="34586"/>
                </a:lnTo>
                <a:lnTo>
                  <a:pt x="7211" y="33350"/>
                </a:lnTo>
                <a:lnTo>
                  <a:pt x="6485" y="32261"/>
                </a:lnTo>
                <a:lnTo>
                  <a:pt x="8106" y="28814"/>
                </a:lnTo>
                <a:lnTo>
                  <a:pt x="6303" y="26999"/>
                </a:lnTo>
                <a:lnTo>
                  <a:pt x="2788" y="28587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2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29" y="6849"/>
                </a:lnTo>
                <a:lnTo>
                  <a:pt x="13743" y="5409"/>
                </a:lnTo>
                <a:lnTo>
                  <a:pt x="17190" y="7042"/>
                </a:lnTo>
                <a:lnTo>
                  <a:pt x="18573" y="5658"/>
                </a:lnTo>
                <a:lnTo>
                  <a:pt x="17530" y="873"/>
                </a:lnTo>
                <a:lnTo>
                  <a:pt x="20093" y="56"/>
                </a:lnTo>
                <a:lnTo>
                  <a:pt x="26998" y="0"/>
                </a:lnTo>
                <a:lnTo>
                  <a:pt x="29573" y="895"/>
                </a:lnTo>
                <a:lnTo>
                  <a:pt x="28484" y="5635"/>
                </a:lnTo>
                <a:lnTo>
                  <a:pt x="29493" y="6645"/>
                </a:lnTo>
                <a:lnTo>
                  <a:pt x="33621" y="6101"/>
                </a:lnTo>
                <a:lnTo>
                  <a:pt x="35254" y="6180"/>
                </a:lnTo>
                <a:lnTo>
                  <a:pt x="39303" y="5602"/>
                </a:lnTo>
                <a:lnTo>
                  <a:pt x="40765" y="6985"/>
                </a:lnTo>
                <a:lnTo>
                  <a:pt x="39132" y="10534"/>
                </a:lnTo>
                <a:lnTo>
                  <a:pt x="40572" y="12666"/>
                </a:lnTo>
                <a:lnTo>
                  <a:pt x="38951" y="16113"/>
                </a:lnTo>
                <a:lnTo>
                  <a:pt x="40425" y="17588"/>
                </a:lnTo>
                <a:lnTo>
                  <a:pt x="45006" y="16340"/>
                </a:lnTo>
                <a:lnTo>
                  <a:pt x="45800" y="18200"/>
                </a:lnTo>
                <a:lnTo>
                  <a:pt x="45993" y="26909"/>
                </a:lnTo>
                <a:lnTo>
                  <a:pt x="44700" y="28757"/>
                </a:lnTo>
                <a:lnTo>
                  <a:pt x="40686" y="27226"/>
                </a:lnTo>
                <a:lnTo>
                  <a:pt x="39858" y="27907"/>
                </a:lnTo>
                <a:lnTo>
                  <a:pt x="38497" y="29869"/>
                </a:lnTo>
                <a:lnTo>
                  <a:pt x="41627" y="37341"/>
                </a:lnTo>
                <a:lnTo>
                  <a:pt x="38769" y="39689"/>
                </a:lnTo>
                <a:lnTo>
                  <a:pt x="35651" y="38089"/>
                </a:lnTo>
                <a:lnTo>
                  <a:pt x="34415" y="38793"/>
                </a:lnTo>
                <a:lnTo>
                  <a:pt x="33326" y="39518"/>
                </a:lnTo>
                <a:lnTo>
                  <a:pt x="29891" y="37886"/>
                </a:lnTo>
                <a:lnTo>
                  <a:pt x="28405" y="39371"/>
                </a:lnTo>
                <a:lnTo>
                  <a:pt x="29664" y="43952"/>
                </a:lnTo>
                <a:lnTo>
                  <a:pt x="27804" y="44735"/>
                </a:lnTo>
                <a:lnTo>
                  <a:pt x="19095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7" name="object 147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6439740" y="8753305"/>
            <a:ext cx="818418" cy="750570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18869" y="9316617"/>
            <a:ext cx="409728" cy="375919"/>
          </a:xfrm>
          <a:prstGeom prst="rect">
            <a:avLst/>
          </a:prstGeom>
        </p:spPr>
      </p:pic>
      <p:grpSp>
        <p:nvGrpSpPr>
          <p:cNvPr id="149" name="object 149"/>
          <p:cNvGrpSpPr/>
          <p:nvPr/>
        </p:nvGrpSpPr>
        <p:grpSpPr>
          <a:xfrm>
            <a:off x="394886" y="379103"/>
            <a:ext cx="9058275" cy="5343525"/>
            <a:chOff x="394886" y="379103"/>
            <a:chExt cx="9058275" cy="5343525"/>
          </a:xfrm>
        </p:grpSpPr>
        <p:pic>
          <p:nvPicPr>
            <p:cNvPr id="150" name="object 15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42394" y="426729"/>
              <a:ext cx="8964536" cy="5253014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442511" y="426728"/>
              <a:ext cx="8963025" cy="5248275"/>
            </a:xfrm>
            <a:custGeom>
              <a:avLst/>
              <a:gdLst/>
              <a:ahLst/>
              <a:cxnLst/>
              <a:rect l="l" t="t" r="r" b="b"/>
              <a:pathLst>
                <a:path w="8963025" h="5248275">
                  <a:moveTo>
                    <a:pt x="0" y="5248275"/>
                  </a:moveTo>
                  <a:lnTo>
                    <a:pt x="0" y="0"/>
                  </a:lnTo>
                  <a:lnTo>
                    <a:pt x="8962929" y="0"/>
                  </a:lnTo>
                </a:path>
              </a:pathLst>
            </a:custGeom>
            <a:ln w="95250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427351" y="719013"/>
            <a:ext cx="8980170" cy="459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4565" marR="2306955" indent="1058545">
              <a:lnSpc>
                <a:spcPct val="115399"/>
              </a:lnSpc>
              <a:spcBef>
                <a:spcPts val="95"/>
              </a:spcBef>
            </a:pPr>
            <a:r>
              <a:rPr sz="2600" dirty="0">
                <a:latin typeface="Times New Roman"/>
                <a:cs typeface="Times New Roman"/>
              </a:rPr>
              <a:t>emission_3</a:t>
            </a:r>
            <a:r>
              <a:rPr sz="2600" spc="2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table </a:t>
            </a:r>
            <a:r>
              <a:rPr sz="2600" spc="130" dirty="0">
                <a:latin typeface="Times New Roman"/>
                <a:cs typeface="Times New Roman"/>
              </a:rPr>
              <a:t>CREATE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TABLE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emission_3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(</a:t>
            </a:r>
            <a:endParaRPr sz="2600">
              <a:latin typeface="Times New Roman"/>
              <a:cs typeface="Times New Roman"/>
            </a:endParaRPr>
          </a:p>
          <a:p>
            <a:pPr marL="2553970" marR="2293620" indent="-635" algn="ctr">
              <a:lnSpc>
                <a:spcPct val="115399"/>
              </a:lnSpc>
            </a:pPr>
            <a:r>
              <a:rPr sz="2600" spc="95" dirty="0">
                <a:latin typeface="Times New Roman"/>
                <a:cs typeface="Times New Roman"/>
              </a:rPr>
              <a:t>country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VARCHAR(100), </a:t>
            </a:r>
            <a:r>
              <a:rPr sz="2600" dirty="0">
                <a:latin typeface="Times New Roman"/>
                <a:cs typeface="Times New Roman"/>
              </a:rPr>
              <a:t>energy_type</a:t>
            </a:r>
            <a:r>
              <a:rPr sz="2600" spc="409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VARCHAR(50), </a:t>
            </a:r>
            <a:r>
              <a:rPr sz="2600" spc="60" dirty="0">
                <a:latin typeface="Times New Roman"/>
                <a:cs typeface="Times New Roman"/>
              </a:rPr>
              <a:t>year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INT,</a:t>
            </a:r>
            <a:endParaRPr sz="2600">
              <a:latin typeface="Times New Roman"/>
              <a:cs typeface="Times New Roman"/>
            </a:endParaRPr>
          </a:p>
          <a:p>
            <a:pPr marL="2364105" marR="2103755" algn="ctr">
              <a:lnSpc>
                <a:spcPct val="115399"/>
              </a:lnSpc>
            </a:pPr>
            <a:r>
              <a:rPr sz="2600" dirty="0">
                <a:latin typeface="Times New Roman"/>
                <a:cs typeface="Times New Roman"/>
              </a:rPr>
              <a:t>emission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INT, </a:t>
            </a:r>
            <a:r>
              <a:rPr sz="2600" spc="50" dirty="0">
                <a:latin typeface="Times New Roman"/>
                <a:cs typeface="Times New Roman"/>
              </a:rPr>
              <a:t>per_capita_emission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125" dirty="0">
                <a:latin typeface="Times New Roman"/>
                <a:cs typeface="Times New Roman"/>
              </a:rPr>
              <a:t>DOUBLE,</a:t>
            </a:r>
            <a:endParaRPr sz="2600">
              <a:latin typeface="Times New Roman"/>
              <a:cs typeface="Times New Roman"/>
            </a:endParaRPr>
          </a:p>
          <a:p>
            <a:pPr marL="252095" algn="ctr">
              <a:lnSpc>
                <a:spcPct val="100000"/>
              </a:lnSpc>
              <a:spcBef>
                <a:spcPts val="480"/>
              </a:spcBef>
            </a:pPr>
            <a:r>
              <a:rPr sz="2600" spc="210" dirty="0">
                <a:latin typeface="Times New Roman"/>
                <a:cs typeface="Times New Roman"/>
              </a:rPr>
              <a:t>FOREIGN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75" dirty="0">
                <a:latin typeface="Times New Roman"/>
                <a:cs typeface="Times New Roman"/>
              </a:rPr>
              <a:t>KEY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(country)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65" dirty="0">
                <a:latin typeface="Times New Roman"/>
                <a:cs typeface="Times New Roman"/>
              </a:rPr>
              <a:t>REFERENCES</a:t>
            </a:r>
            <a:endParaRPr sz="2600">
              <a:latin typeface="Times New Roman"/>
              <a:cs typeface="Times New Roman"/>
            </a:endParaRPr>
          </a:p>
          <a:p>
            <a:pPr marR="71755" algn="ctr">
              <a:lnSpc>
                <a:spcPct val="100000"/>
              </a:lnSpc>
              <a:spcBef>
                <a:spcPts val="480"/>
              </a:spcBef>
            </a:pPr>
            <a:r>
              <a:rPr sz="2600" spc="80" dirty="0">
                <a:latin typeface="Times New Roman"/>
                <a:cs typeface="Times New Roman"/>
              </a:rPr>
              <a:t>country(Country)</a:t>
            </a:r>
            <a:endParaRPr sz="2600">
              <a:latin typeface="Times New Roman"/>
              <a:cs typeface="Times New Roman"/>
            </a:endParaRPr>
          </a:p>
          <a:p>
            <a:pPr marR="71755" algn="ctr">
              <a:lnSpc>
                <a:spcPct val="100000"/>
              </a:lnSpc>
              <a:spcBef>
                <a:spcPts val="480"/>
              </a:spcBef>
            </a:pPr>
            <a:r>
              <a:rPr sz="2600" spc="-25" dirty="0"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53" name="object 153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2004037" y="6224854"/>
            <a:ext cx="2466023" cy="1560112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5324946" y="5881139"/>
            <a:ext cx="11068048" cy="42481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2844" y="811303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89" h="33655">
                <a:moveTo>
                  <a:pt x="21839" y="33588"/>
                </a:moveTo>
                <a:lnTo>
                  <a:pt x="17700" y="33032"/>
                </a:lnTo>
                <a:lnTo>
                  <a:pt x="16192" y="33100"/>
                </a:lnTo>
                <a:lnTo>
                  <a:pt x="11951" y="33531"/>
                </a:lnTo>
                <a:lnTo>
                  <a:pt x="10579" y="32205"/>
                </a:lnTo>
                <a:lnTo>
                  <a:pt x="12201" y="28678"/>
                </a:lnTo>
                <a:lnTo>
                  <a:pt x="11475" y="27623"/>
                </a:lnTo>
                <a:lnTo>
                  <a:pt x="10114" y="26954"/>
                </a:lnTo>
                <a:lnTo>
                  <a:pt x="7290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10" y="21659"/>
                </a:lnTo>
                <a:lnTo>
                  <a:pt x="838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410"/>
                </a:lnTo>
                <a:lnTo>
                  <a:pt x="4807" y="12008"/>
                </a:lnTo>
                <a:lnTo>
                  <a:pt x="6043" y="11294"/>
                </a:lnTo>
                <a:lnTo>
                  <a:pt x="6757" y="10205"/>
                </a:lnTo>
                <a:lnTo>
                  <a:pt x="5136" y="6758"/>
                </a:lnTo>
                <a:lnTo>
                  <a:pt x="6950" y="4944"/>
                </a:lnTo>
                <a:lnTo>
                  <a:pt x="10397" y="6577"/>
                </a:lnTo>
                <a:lnTo>
                  <a:pt x="11475" y="5851"/>
                </a:lnTo>
                <a:lnTo>
                  <a:pt x="12201" y="4797"/>
                </a:lnTo>
                <a:lnTo>
                  <a:pt x="10579" y="1270"/>
                </a:lnTo>
                <a:lnTo>
                  <a:pt x="11906" y="0"/>
                </a:lnTo>
                <a:lnTo>
                  <a:pt x="22055" y="22"/>
                </a:lnTo>
                <a:lnTo>
                  <a:pt x="23246" y="1497"/>
                </a:lnTo>
                <a:lnTo>
                  <a:pt x="21658" y="4626"/>
                </a:lnTo>
                <a:lnTo>
                  <a:pt x="22361" y="5851"/>
                </a:lnTo>
                <a:lnTo>
                  <a:pt x="23450" y="6577"/>
                </a:lnTo>
                <a:lnTo>
                  <a:pt x="26897" y="4944"/>
                </a:lnTo>
                <a:lnTo>
                  <a:pt x="28564" y="6611"/>
                </a:lnTo>
                <a:lnTo>
                  <a:pt x="26930" y="10716"/>
                </a:lnTo>
                <a:lnTo>
                  <a:pt x="28428" y="11714"/>
                </a:lnTo>
                <a:lnTo>
                  <a:pt x="32975" y="10704"/>
                </a:lnTo>
                <a:lnTo>
                  <a:pt x="33758" y="12451"/>
                </a:lnTo>
                <a:lnTo>
                  <a:pt x="33236" y="15444"/>
                </a:lnTo>
                <a:lnTo>
                  <a:pt x="33236" y="18075"/>
                </a:lnTo>
                <a:lnTo>
                  <a:pt x="33758" y="20967"/>
                </a:lnTo>
                <a:lnTo>
                  <a:pt x="32964" y="22861"/>
                </a:lnTo>
                <a:lnTo>
                  <a:pt x="28360" y="21614"/>
                </a:lnTo>
                <a:lnTo>
                  <a:pt x="27044" y="22940"/>
                </a:lnTo>
                <a:lnTo>
                  <a:pt x="28677" y="27045"/>
                </a:lnTo>
                <a:lnTo>
                  <a:pt x="26557" y="28417"/>
                </a:lnTo>
                <a:lnTo>
                  <a:pt x="23722" y="26943"/>
                </a:lnTo>
                <a:lnTo>
                  <a:pt x="22349" y="27623"/>
                </a:lnTo>
                <a:lnTo>
                  <a:pt x="21635" y="28712"/>
                </a:lnTo>
                <a:lnTo>
                  <a:pt x="23257" y="32159"/>
                </a:lnTo>
                <a:lnTo>
                  <a:pt x="21839" y="335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5665" y="946574"/>
            <a:ext cx="88289" cy="893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28542" y="963719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28" y="55530"/>
                </a:moveTo>
                <a:lnTo>
                  <a:pt x="24210" y="55428"/>
                </a:lnTo>
                <a:lnTo>
                  <a:pt x="21919" y="54623"/>
                </a:lnTo>
                <a:lnTo>
                  <a:pt x="22951" y="49906"/>
                </a:lnTo>
                <a:lnTo>
                  <a:pt x="22497" y="49384"/>
                </a:lnTo>
                <a:lnTo>
                  <a:pt x="20524" y="48023"/>
                </a:lnTo>
                <a:lnTo>
                  <a:pt x="13063" y="51165"/>
                </a:lnTo>
                <a:lnTo>
                  <a:pt x="10716" y="48295"/>
                </a:lnTo>
                <a:lnTo>
                  <a:pt x="12314" y="45166"/>
                </a:lnTo>
                <a:lnTo>
                  <a:pt x="11611" y="43941"/>
                </a:lnTo>
                <a:lnTo>
                  <a:pt x="10806" y="43272"/>
                </a:lnTo>
                <a:lnTo>
                  <a:pt x="6723" y="44780"/>
                </a:lnTo>
                <a:lnTo>
                  <a:pt x="5590" y="43068"/>
                </a:lnTo>
                <a:lnTo>
                  <a:pt x="6225" y="39587"/>
                </a:lnTo>
                <a:lnTo>
                  <a:pt x="6123" y="37715"/>
                </a:lnTo>
                <a:lnTo>
                  <a:pt x="6690" y="33577"/>
                </a:lnTo>
                <a:lnTo>
                  <a:pt x="5783" y="32681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4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40"/>
                </a:lnTo>
                <a:lnTo>
                  <a:pt x="13063" y="4071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7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7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1"/>
                </a:lnTo>
                <a:lnTo>
                  <a:pt x="45155" y="6940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90"/>
                </a:lnTo>
                <a:lnTo>
                  <a:pt x="50042" y="22906"/>
                </a:lnTo>
                <a:lnTo>
                  <a:pt x="54544" y="21568"/>
                </a:lnTo>
                <a:lnTo>
                  <a:pt x="55666" y="22702"/>
                </a:lnTo>
                <a:lnTo>
                  <a:pt x="55099" y="26830"/>
                </a:lnTo>
                <a:lnTo>
                  <a:pt x="55212" y="28973"/>
                </a:lnTo>
                <a:lnTo>
                  <a:pt x="55587" y="31797"/>
                </a:lnTo>
                <a:lnTo>
                  <a:pt x="54918" y="33622"/>
                </a:lnTo>
                <a:lnTo>
                  <a:pt x="50269" y="32602"/>
                </a:lnTo>
                <a:lnTo>
                  <a:pt x="49690" y="33055"/>
                </a:lnTo>
                <a:lnTo>
                  <a:pt x="48329" y="35017"/>
                </a:lnTo>
                <a:lnTo>
                  <a:pt x="51470" y="42490"/>
                </a:lnTo>
                <a:lnTo>
                  <a:pt x="48601" y="44837"/>
                </a:lnTo>
                <a:lnTo>
                  <a:pt x="45483" y="43238"/>
                </a:lnTo>
                <a:lnTo>
                  <a:pt x="44258" y="43941"/>
                </a:lnTo>
                <a:lnTo>
                  <a:pt x="43532" y="45030"/>
                </a:lnTo>
                <a:lnTo>
                  <a:pt x="45166" y="48477"/>
                </a:lnTo>
                <a:lnTo>
                  <a:pt x="43351" y="50280"/>
                </a:lnTo>
                <a:lnTo>
                  <a:pt x="39904" y="48681"/>
                </a:lnTo>
                <a:lnTo>
                  <a:pt x="37727" y="50087"/>
                </a:lnTo>
                <a:lnTo>
                  <a:pt x="34279" y="48477"/>
                </a:lnTo>
                <a:lnTo>
                  <a:pt x="32805" y="49951"/>
                </a:lnTo>
                <a:lnTo>
                  <a:pt x="34064" y="54532"/>
                </a:lnTo>
                <a:lnTo>
                  <a:pt x="31728" y="55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16709" cy="38173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9411" y="1120818"/>
            <a:ext cx="67538" cy="675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008864" y="1143736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91120" y="1278803"/>
            <a:ext cx="77640" cy="7808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33566" y="129498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33281" y="45211"/>
                </a:moveTo>
                <a:lnTo>
                  <a:pt x="29143" y="44644"/>
                </a:lnTo>
                <a:lnTo>
                  <a:pt x="26546" y="44791"/>
                </a:lnTo>
                <a:lnTo>
                  <a:pt x="24720" y="44587"/>
                </a:lnTo>
                <a:lnTo>
                  <a:pt x="21125" y="44791"/>
                </a:lnTo>
                <a:lnTo>
                  <a:pt x="19277" y="44689"/>
                </a:lnTo>
                <a:lnTo>
                  <a:pt x="16397" y="44689"/>
                </a:lnTo>
                <a:lnTo>
                  <a:pt x="12938" y="45233"/>
                </a:lnTo>
                <a:lnTo>
                  <a:pt x="11249" y="44202"/>
                </a:lnTo>
                <a:lnTo>
                  <a:pt x="12689" y="40006"/>
                </a:lnTo>
                <a:lnTo>
                  <a:pt x="12042" y="39257"/>
                </a:lnTo>
                <a:lnTo>
                  <a:pt x="10682" y="38577"/>
                </a:lnTo>
                <a:lnTo>
                  <a:pt x="7858" y="40085"/>
                </a:lnTo>
                <a:lnTo>
                  <a:pt x="5737" y="38668"/>
                </a:lnTo>
                <a:lnTo>
                  <a:pt x="7371" y="34574"/>
                </a:lnTo>
                <a:lnTo>
                  <a:pt x="5964" y="33179"/>
                </a:lnTo>
                <a:lnTo>
                  <a:pt x="1542" y="34563"/>
                </a:lnTo>
                <a:lnTo>
                  <a:pt x="34" y="31558"/>
                </a:lnTo>
                <a:lnTo>
                  <a:pt x="1168" y="25514"/>
                </a:lnTo>
                <a:lnTo>
                  <a:pt x="1168" y="20797"/>
                </a:lnTo>
                <a:lnTo>
                  <a:pt x="0" y="13709"/>
                </a:lnTo>
                <a:lnTo>
                  <a:pt x="1769" y="11192"/>
                </a:lnTo>
                <a:lnTo>
                  <a:pt x="5772" y="12723"/>
                </a:lnTo>
                <a:lnTo>
                  <a:pt x="6611" y="12042"/>
                </a:lnTo>
                <a:lnTo>
                  <a:pt x="7325" y="10954"/>
                </a:lnTo>
                <a:lnTo>
                  <a:pt x="5703" y="7507"/>
                </a:lnTo>
                <a:lnTo>
                  <a:pt x="7506" y="5692"/>
                </a:lnTo>
                <a:lnTo>
                  <a:pt x="10965" y="7325"/>
                </a:lnTo>
                <a:lnTo>
                  <a:pt x="12042" y="6599"/>
                </a:lnTo>
                <a:lnTo>
                  <a:pt x="12689" y="5851"/>
                </a:lnTo>
                <a:lnTo>
                  <a:pt x="11249" y="1644"/>
                </a:lnTo>
                <a:lnTo>
                  <a:pt x="13970" y="0"/>
                </a:lnTo>
                <a:lnTo>
                  <a:pt x="20615" y="1167"/>
                </a:lnTo>
                <a:lnTo>
                  <a:pt x="24448" y="1167"/>
                </a:lnTo>
                <a:lnTo>
                  <a:pt x="26932" y="725"/>
                </a:lnTo>
                <a:lnTo>
                  <a:pt x="29381" y="1462"/>
                </a:lnTo>
                <a:lnTo>
                  <a:pt x="33112" y="464"/>
                </a:lnTo>
                <a:lnTo>
                  <a:pt x="34711" y="2074"/>
                </a:lnTo>
                <a:lnTo>
                  <a:pt x="33089" y="5522"/>
                </a:lnTo>
                <a:lnTo>
                  <a:pt x="33803" y="6599"/>
                </a:lnTo>
                <a:lnTo>
                  <a:pt x="34892" y="7325"/>
                </a:lnTo>
                <a:lnTo>
                  <a:pt x="38339" y="5703"/>
                </a:lnTo>
                <a:lnTo>
                  <a:pt x="40153" y="7506"/>
                </a:lnTo>
                <a:lnTo>
                  <a:pt x="38339" y="11135"/>
                </a:lnTo>
                <a:lnTo>
                  <a:pt x="40153" y="12950"/>
                </a:lnTo>
                <a:lnTo>
                  <a:pt x="43782" y="11135"/>
                </a:lnTo>
                <a:lnTo>
                  <a:pt x="45585" y="12949"/>
                </a:lnTo>
                <a:lnTo>
                  <a:pt x="43884" y="16351"/>
                </a:lnTo>
                <a:lnTo>
                  <a:pt x="44666" y="17485"/>
                </a:lnTo>
                <a:lnTo>
                  <a:pt x="44666" y="29698"/>
                </a:lnTo>
                <a:lnTo>
                  <a:pt x="45188" y="32623"/>
                </a:lnTo>
                <a:lnTo>
                  <a:pt x="44382" y="34506"/>
                </a:lnTo>
                <a:lnTo>
                  <a:pt x="39790" y="33236"/>
                </a:lnTo>
                <a:lnTo>
                  <a:pt x="38565" y="34472"/>
                </a:lnTo>
                <a:lnTo>
                  <a:pt x="40005" y="38838"/>
                </a:lnTo>
                <a:lnTo>
                  <a:pt x="37817" y="39995"/>
                </a:lnTo>
                <a:lnTo>
                  <a:pt x="35288" y="38645"/>
                </a:lnTo>
                <a:lnTo>
                  <a:pt x="33791" y="39257"/>
                </a:lnTo>
                <a:lnTo>
                  <a:pt x="33077" y="40346"/>
                </a:lnTo>
                <a:lnTo>
                  <a:pt x="34699" y="43782"/>
                </a:lnTo>
                <a:lnTo>
                  <a:pt x="33281" y="4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64842" y="145287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4481" y="56618"/>
                </a:moveTo>
                <a:lnTo>
                  <a:pt x="11316" y="55212"/>
                </a:lnTo>
                <a:lnTo>
                  <a:pt x="12609" y="50665"/>
                </a:lnTo>
                <a:lnTo>
                  <a:pt x="11260" y="49327"/>
                </a:lnTo>
                <a:lnTo>
                  <a:pt x="7155" y="50949"/>
                </a:lnTo>
                <a:lnTo>
                  <a:pt x="5749" y="48828"/>
                </a:lnTo>
                <a:lnTo>
                  <a:pt x="7257" y="46016"/>
                </a:lnTo>
                <a:lnTo>
                  <a:pt x="6588" y="44644"/>
                </a:lnTo>
                <a:lnTo>
                  <a:pt x="5488" y="43930"/>
                </a:lnTo>
                <a:lnTo>
                  <a:pt x="2052" y="45551"/>
                </a:lnTo>
                <a:lnTo>
                  <a:pt x="476" y="43975"/>
                </a:lnTo>
                <a:lnTo>
                  <a:pt x="1383" y="40165"/>
                </a:lnTo>
                <a:lnTo>
                  <a:pt x="442" y="36343"/>
                </a:lnTo>
                <a:lnTo>
                  <a:pt x="816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27"/>
                </a:lnTo>
                <a:lnTo>
                  <a:pt x="2234" y="11112"/>
                </a:lnTo>
                <a:lnTo>
                  <a:pt x="5352" y="12700"/>
                </a:lnTo>
                <a:lnTo>
                  <a:pt x="6588" y="11997"/>
                </a:lnTo>
                <a:lnTo>
                  <a:pt x="7302" y="10908"/>
                </a:lnTo>
                <a:lnTo>
                  <a:pt x="5680" y="7461"/>
                </a:lnTo>
                <a:lnTo>
                  <a:pt x="7483" y="5658"/>
                </a:lnTo>
                <a:lnTo>
                  <a:pt x="10942" y="7280"/>
                </a:lnTo>
                <a:lnTo>
                  <a:pt x="12019" y="6554"/>
                </a:lnTo>
                <a:lnTo>
                  <a:pt x="12541" y="5976"/>
                </a:lnTo>
                <a:lnTo>
                  <a:pt x="11362" y="1395"/>
                </a:lnTo>
                <a:lnTo>
                  <a:pt x="13391" y="544"/>
                </a:lnTo>
                <a:lnTo>
                  <a:pt x="15977" y="1292"/>
                </a:lnTo>
                <a:lnTo>
                  <a:pt x="22327" y="578"/>
                </a:lnTo>
                <a:lnTo>
                  <a:pt x="28938" y="532"/>
                </a:lnTo>
                <a:lnTo>
                  <a:pt x="35413" y="1326"/>
                </a:lnTo>
                <a:lnTo>
                  <a:pt x="43759" y="0"/>
                </a:lnTo>
                <a:lnTo>
                  <a:pt x="45551" y="2211"/>
                </a:lnTo>
                <a:lnTo>
                  <a:pt x="43963" y="5329"/>
                </a:lnTo>
                <a:lnTo>
                  <a:pt x="44667" y="6554"/>
                </a:lnTo>
                <a:lnTo>
                  <a:pt x="45755" y="7280"/>
                </a:lnTo>
                <a:lnTo>
                  <a:pt x="49203" y="5658"/>
                </a:lnTo>
                <a:lnTo>
                  <a:pt x="50858" y="7313"/>
                </a:lnTo>
                <a:lnTo>
                  <a:pt x="49236" y="11430"/>
                </a:lnTo>
                <a:lnTo>
                  <a:pt x="51357" y="12791"/>
                </a:lnTo>
                <a:lnTo>
                  <a:pt x="54192" y="11317"/>
                </a:lnTo>
                <a:lnTo>
                  <a:pt x="55541" y="11997"/>
                </a:lnTo>
                <a:lnTo>
                  <a:pt x="55541" y="40550"/>
                </a:lnTo>
                <a:lnTo>
                  <a:pt x="56051" y="43419"/>
                </a:lnTo>
                <a:lnTo>
                  <a:pt x="55292" y="45290"/>
                </a:lnTo>
                <a:lnTo>
                  <a:pt x="50665" y="44133"/>
                </a:lnTo>
                <a:lnTo>
                  <a:pt x="50109" y="44644"/>
                </a:lnTo>
                <a:lnTo>
                  <a:pt x="49429" y="46005"/>
                </a:lnTo>
                <a:lnTo>
                  <a:pt x="50937" y="48828"/>
                </a:lnTo>
                <a:lnTo>
                  <a:pt x="49520" y="50949"/>
                </a:lnTo>
                <a:lnTo>
                  <a:pt x="45426" y="49327"/>
                </a:lnTo>
                <a:lnTo>
                  <a:pt x="44043" y="50711"/>
                </a:lnTo>
                <a:lnTo>
                  <a:pt x="45415" y="55156"/>
                </a:lnTo>
                <a:lnTo>
                  <a:pt x="43578" y="56052"/>
                </a:lnTo>
                <a:lnTo>
                  <a:pt x="40460" y="55519"/>
                </a:lnTo>
                <a:lnTo>
                  <a:pt x="20184" y="55519"/>
                </a:lnTo>
                <a:lnTo>
                  <a:pt x="14481" y="566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7096" y="146853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8844" y="3141"/>
                </a:move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8844" y="3141"/>
                </a:lnTo>
                <a:close/>
              </a:path>
              <a:path w="24129" h="24130">
                <a:moveTo>
                  <a:pt x="2857" y="18982"/>
                </a:moveTo>
                <a:lnTo>
                  <a:pt x="0" y="16646"/>
                </a:lnTo>
                <a:lnTo>
                  <a:pt x="3140" y="9173"/>
                </a:lnTo>
                <a:lnTo>
                  <a:pt x="1780" y="7212"/>
                </a:lnTo>
                <a:lnTo>
                  <a:pt x="7211" y="7212"/>
                </a:lnTo>
                <a:lnTo>
                  <a:pt x="7211" y="1769"/>
                </a:lnTo>
                <a:lnTo>
                  <a:pt x="9185" y="3141"/>
                </a:lnTo>
                <a:lnTo>
                  <a:pt x="18844" y="3141"/>
                </a:lnTo>
                <a:lnTo>
                  <a:pt x="17395" y="5987"/>
                </a:lnTo>
                <a:lnTo>
                  <a:pt x="18098" y="7212"/>
                </a:lnTo>
                <a:lnTo>
                  <a:pt x="19334" y="7915"/>
                </a:lnTo>
                <a:lnTo>
                  <a:pt x="23926" y="7915"/>
                </a:lnTo>
                <a:lnTo>
                  <a:pt x="23937" y="17383"/>
                </a:lnTo>
                <a:lnTo>
                  <a:pt x="6009" y="17383"/>
                </a:lnTo>
                <a:lnTo>
                  <a:pt x="2857" y="18982"/>
                </a:lnTo>
                <a:close/>
              </a:path>
              <a:path w="24129" h="24130">
                <a:moveTo>
                  <a:pt x="23926" y="7915"/>
                </a:moveTo>
                <a:lnTo>
                  <a:pt x="19334" y="7915"/>
                </a:lnTo>
                <a:lnTo>
                  <a:pt x="22464" y="6327"/>
                </a:lnTo>
                <a:lnTo>
                  <a:pt x="23926" y="7529"/>
                </a:lnTo>
                <a:lnTo>
                  <a:pt x="23926" y="7915"/>
                </a:lnTo>
                <a:close/>
              </a:path>
              <a:path w="24129" h="24130">
                <a:moveTo>
                  <a:pt x="17690" y="23926"/>
                </a:moveTo>
                <a:lnTo>
                  <a:pt x="7529" y="23926"/>
                </a:lnTo>
                <a:lnTo>
                  <a:pt x="6327" y="22441"/>
                </a:lnTo>
                <a:lnTo>
                  <a:pt x="7926" y="19322"/>
                </a:lnTo>
                <a:lnTo>
                  <a:pt x="7211" y="18098"/>
                </a:lnTo>
                <a:lnTo>
                  <a:pt x="5968" y="17383"/>
                </a:lnTo>
                <a:lnTo>
                  <a:pt x="19141" y="17383"/>
                </a:lnTo>
                <a:lnTo>
                  <a:pt x="18098" y="18098"/>
                </a:lnTo>
                <a:lnTo>
                  <a:pt x="17499" y="18982"/>
                </a:lnTo>
                <a:lnTo>
                  <a:pt x="17462" y="19322"/>
                </a:lnTo>
                <a:lnTo>
                  <a:pt x="18896" y="22441"/>
                </a:lnTo>
                <a:lnTo>
                  <a:pt x="19005" y="22679"/>
                </a:lnTo>
                <a:lnTo>
                  <a:pt x="17690" y="23926"/>
                </a:lnTo>
                <a:close/>
              </a:path>
              <a:path w="24129" h="24130">
                <a:moveTo>
                  <a:pt x="22700" y="18982"/>
                </a:moveTo>
                <a:lnTo>
                  <a:pt x="20699" y="18098"/>
                </a:lnTo>
                <a:lnTo>
                  <a:pt x="19141" y="17383"/>
                </a:lnTo>
                <a:lnTo>
                  <a:pt x="23937" y="17383"/>
                </a:lnTo>
                <a:lnTo>
                  <a:pt x="23937" y="17678"/>
                </a:lnTo>
                <a:lnTo>
                  <a:pt x="22700" y="18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90984" y="1605475"/>
            <a:ext cx="77835" cy="7793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838985" y="162699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49" y="33213"/>
                </a:lnTo>
                <a:lnTo>
                  <a:pt x="7291" y="29210"/>
                </a:lnTo>
                <a:lnTo>
                  <a:pt x="6600" y="28371"/>
                </a:lnTo>
                <a:lnTo>
                  <a:pt x="5761" y="27691"/>
                </a:lnTo>
                <a:lnTo>
                  <a:pt x="1746" y="29222"/>
                </a:lnTo>
                <a:lnTo>
                  <a:pt x="0" y="26716"/>
                </a:lnTo>
                <a:lnTo>
                  <a:pt x="1168" y="19617"/>
                </a:lnTo>
                <a:lnTo>
                  <a:pt x="1168" y="6599"/>
                </a:lnTo>
                <a:lnTo>
                  <a:pt x="2257" y="5885"/>
                </a:lnTo>
                <a:lnTo>
                  <a:pt x="5692" y="7506"/>
                </a:lnTo>
                <a:lnTo>
                  <a:pt x="7178" y="6021"/>
                </a:lnTo>
                <a:lnTo>
                  <a:pt x="5908" y="1451"/>
                </a:lnTo>
                <a:lnTo>
                  <a:pt x="9106" y="79"/>
                </a:lnTo>
                <a:lnTo>
                  <a:pt x="14730" y="1167"/>
                </a:lnTo>
                <a:lnTo>
                  <a:pt x="19618" y="1167"/>
                </a:lnTo>
                <a:lnTo>
                  <a:pt x="26705" y="0"/>
                </a:lnTo>
                <a:lnTo>
                  <a:pt x="29166" y="1734"/>
                </a:lnTo>
                <a:lnTo>
                  <a:pt x="27692" y="5817"/>
                </a:lnTo>
                <a:lnTo>
                  <a:pt x="28360" y="6610"/>
                </a:lnTo>
                <a:lnTo>
                  <a:pt x="29109" y="7257"/>
                </a:lnTo>
                <a:lnTo>
                  <a:pt x="33327" y="5816"/>
                </a:lnTo>
                <a:lnTo>
                  <a:pt x="34347" y="7506"/>
                </a:lnTo>
                <a:lnTo>
                  <a:pt x="33803" y="10976"/>
                </a:lnTo>
                <a:lnTo>
                  <a:pt x="33803" y="19617"/>
                </a:lnTo>
                <a:lnTo>
                  <a:pt x="34972" y="26704"/>
                </a:lnTo>
                <a:lnTo>
                  <a:pt x="33202" y="29222"/>
                </a:lnTo>
                <a:lnTo>
                  <a:pt x="29199" y="27691"/>
                </a:lnTo>
                <a:lnTo>
                  <a:pt x="28360" y="28371"/>
                </a:lnTo>
                <a:lnTo>
                  <a:pt x="27714" y="29120"/>
                </a:lnTo>
                <a:lnTo>
                  <a:pt x="29165" y="33338"/>
                </a:lnTo>
                <a:lnTo>
                  <a:pt x="27465" y="34359"/>
                </a:lnTo>
                <a:lnTo>
                  <a:pt x="23995" y="33814"/>
                </a:lnTo>
                <a:lnTo>
                  <a:pt x="15354" y="33814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65251" y="1780196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17" y="55507"/>
                </a:moveTo>
                <a:lnTo>
                  <a:pt x="24199" y="55405"/>
                </a:lnTo>
                <a:lnTo>
                  <a:pt x="21919" y="54589"/>
                </a:lnTo>
                <a:lnTo>
                  <a:pt x="22940" y="49872"/>
                </a:lnTo>
                <a:lnTo>
                  <a:pt x="22486" y="49361"/>
                </a:lnTo>
                <a:lnTo>
                  <a:pt x="20525" y="48001"/>
                </a:lnTo>
                <a:lnTo>
                  <a:pt x="13052" y="51130"/>
                </a:lnTo>
                <a:lnTo>
                  <a:pt x="10715" y="48273"/>
                </a:lnTo>
                <a:lnTo>
                  <a:pt x="12303" y="45154"/>
                </a:lnTo>
                <a:lnTo>
                  <a:pt x="11600" y="43918"/>
                </a:lnTo>
                <a:lnTo>
                  <a:pt x="10795" y="43249"/>
                </a:lnTo>
                <a:lnTo>
                  <a:pt x="6712" y="44757"/>
                </a:lnTo>
                <a:lnTo>
                  <a:pt x="5579" y="43056"/>
                </a:lnTo>
                <a:lnTo>
                  <a:pt x="6225" y="39552"/>
                </a:lnTo>
                <a:lnTo>
                  <a:pt x="6123" y="37693"/>
                </a:lnTo>
                <a:lnTo>
                  <a:pt x="6678" y="33554"/>
                </a:lnTo>
                <a:lnTo>
                  <a:pt x="5772" y="32658"/>
                </a:lnTo>
                <a:lnTo>
                  <a:pt x="804" y="33474"/>
                </a:lnTo>
                <a:lnTo>
                  <a:pt x="487" y="31898"/>
                </a:lnTo>
                <a:lnTo>
                  <a:pt x="0" y="22770"/>
                </a:lnTo>
                <a:lnTo>
                  <a:pt x="1247" y="21738"/>
                </a:lnTo>
                <a:lnTo>
                  <a:pt x="5976" y="22713"/>
                </a:lnTo>
                <a:lnTo>
                  <a:pt x="6996" y="19753"/>
                </a:lnTo>
                <a:lnTo>
                  <a:pt x="4547" y="13120"/>
                </a:lnTo>
                <a:lnTo>
                  <a:pt x="6939" y="10375"/>
                </a:lnTo>
                <a:lnTo>
                  <a:pt x="10625" y="11986"/>
                </a:lnTo>
                <a:lnTo>
                  <a:pt x="11600" y="11271"/>
                </a:lnTo>
                <a:lnTo>
                  <a:pt x="12303" y="10047"/>
                </a:lnTo>
                <a:lnTo>
                  <a:pt x="10715" y="6917"/>
                </a:lnTo>
                <a:lnTo>
                  <a:pt x="13063" y="4059"/>
                </a:lnTo>
                <a:lnTo>
                  <a:pt x="20524" y="7200"/>
                </a:lnTo>
                <a:lnTo>
                  <a:pt x="22486" y="5840"/>
                </a:lnTo>
                <a:lnTo>
                  <a:pt x="23212" y="4774"/>
                </a:lnTo>
                <a:lnTo>
                  <a:pt x="21579" y="1258"/>
                </a:lnTo>
                <a:lnTo>
                  <a:pt x="22906" y="0"/>
                </a:lnTo>
                <a:lnTo>
                  <a:pt x="33055" y="11"/>
                </a:lnTo>
                <a:lnTo>
                  <a:pt x="34268" y="1485"/>
                </a:lnTo>
                <a:lnTo>
                  <a:pt x="32669" y="4604"/>
                </a:lnTo>
                <a:lnTo>
                  <a:pt x="33373" y="5840"/>
                </a:lnTo>
                <a:lnTo>
                  <a:pt x="35334" y="7200"/>
                </a:lnTo>
                <a:lnTo>
                  <a:pt x="42807" y="4059"/>
                </a:lnTo>
                <a:lnTo>
                  <a:pt x="45143" y="6928"/>
                </a:lnTo>
                <a:lnTo>
                  <a:pt x="43556" y="10047"/>
                </a:lnTo>
                <a:lnTo>
                  <a:pt x="44259" y="11271"/>
                </a:lnTo>
                <a:lnTo>
                  <a:pt x="45348" y="11997"/>
                </a:lnTo>
                <a:lnTo>
                  <a:pt x="48795" y="10364"/>
                </a:lnTo>
                <a:lnTo>
                  <a:pt x="50212" y="11793"/>
                </a:lnTo>
                <a:lnTo>
                  <a:pt x="49656" y="15921"/>
                </a:lnTo>
                <a:lnTo>
                  <a:pt x="49770" y="18041"/>
                </a:lnTo>
                <a:lnTo>
                  <a:pt x="49135" y="20967"/>
                </a:lnTo>
                <a:lnTo>
                  <a:pt x="50042" y="22872"/>
                </a:lnTo>
                <a:lnTo>
                  <a:pt x="54533" y="21534"/>
                </a:lnTo>
                <a:lnTo>
                  <a:pt x="55655" y="22668"/>
                </a:lnTo>
                <a:lnTo>
                  <a:pt x="55100" y="26796"/>
                </a:lnTo>
                <a:lnTo>
                  <a:pt x="55213" y="28939"/>
                </a:lnTo>
                <a:lnTo>
                  <a:pt x="55587" y="31751"/>
                </a:lnTo>
                <a:lnTo>
                  <a:pt x="54907" y="33588"/>
                </a:lnTo>
                <a:lnTo>
                  <a:pt x="50257" y="32567"/>
                </a:lnTo>
                <a:lnTo>
                  <a:pt x="49690" y="33032"/>
                </a:lnTo>
                <a:lnTo>
                  <a:pt x="48329" y="34994"/>
                </a:lnTo>
                <a:lnTo>
                  <a:pt x="51459" y="42467"/>
                </a:lnTo>
                <a:lnTo>
                  <a:pt x="48601" y="44814"/>
                </a:lnTo>
                <a:lnTo>
                  <a:pt x="45483" y="43215"/>
                </a:lnTo>
                <a:lnTo>
                  <a:pt x="44247" y="43918"/>
                </a:lnTo>
                <a:lnTo>
                  <a:pt x="43533" y="45007"/>
                </a:lnTo>
                <a:lnTo>
                  <a:pt x="45155" y="48454"/>
                </a:lnTo>
                <a:lnTo>
                  <a:pt x="43352" y="50257"/>
                </a:lnTo>
                <a:lnTo>
                  <a:pt x="39893" y="48658"/>
                </a:lnTo>
                <a:lnTo>
                  <a:pt x="37716" y="50064"/>
                </a:lnTo>
                <a:lnTo>
                  <a:pt x="34268" y="48454"/>
                </a:lnTo>
                <a:lnTo>
                  <a:pt x="32806" y="49928"/>
                </a:lnTo>
                <a:lnTo>
                  <a:pt x="34064" y="54510"/>
                </a:lnTo>
                <a:lnTo>
                  <a:pt x="31717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6767" y="1937953"/>
            <a:ext cx="66234" cy="6660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845574" y="196019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5683" y="21168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60" y="33225"/>
                </a:lnTo>
                <a:lnTo>
                  <a:pt x="7291" y="29210"/>
                </a:lnTo>
                <a:lnTo>
                  <a:pt x="6611" y="28383"/>
                </a:lnTo>
                <a:lnTo>
                  <a:pt x="5772" y="27691"/>
                </a:lnTo>
                <a:lnTo>
                  <a:pt x="1757" y="29233"/>
                </a:lnTo>
                <a:lnTo>
                  <a:pt x="0" y="26716"/>
                </a:lnTo>
                <a:lnTo>
                  <a:pt x="1168" y="19628"/>
                </a:lnTo>
                <a:lnTo>
                  <a:pt x="1168" y="6611"/>
                </a:lnTo>
                <a:lnTo>
                  <a:pt x="2256" y="5885"/>
                </a:lnTo>
                <a:lnTo>
                  <a:pt x="5704" y="7518"/>
                </a:lnTo>
                <a:lnTo>
                  <a:pt x="7189" y="6032"/>
                </a:lnTo>
                <a:lnTo>
                  <a:pt x="5907" y="1462"/>
                </a:lnTo>
                <a:lnTo>
                  <a:pt x="9105" y="90"/>
                </a:lnTo>
                <a:lnTo>
                  <a:pt x="14730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22"/>
                </a:lnTo>
                <a:lnTo>
                  <a:pt x="29120" y="7268"/>
                </a:lnTo>
                <a:lnTo>
                  <a:pt x="33327" y="5816"/>
                </a:lnTo>
                <a:lnTo>
                  <a:pt x="34347" y="7518"/>
                </a:lnTo>
                <a:lnTo>
                  <a:pt x="33803" y="10988"/>
                </a:lnTo>
                <a:lnTo>
                  <a:pt x="33803" y="19628"/>
                </a:lnTo>
                <a:lnTo>
                  <a:pt x="34971" y="26704"/>
                </a:lnTo>
                <a:lnTo>
                  <a:pt x="33213" y="29233"/>
                </a:lnTo>
                <a:lnTo>
                  <a:pt x="29199" y="27691"/>
                </a:lnTo>
                <a:lnTo>
                  <a:pt x="28371" y="28383"/>
                </a:lnTo>
                <a:lnTo>
                  <a:pt x="27725" y="29131"/>
                </a:lnTo>
                <a:lnTo>
                  <a:pt x="29165" y="33349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7607" y="227477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5" h="46355">
                <a:moveTo>
                  <a:pt x="38611" y="6554"/>
                </a:moveTo>
                <a:lnTo>
                  <a:pt x="5964" y="6554"/>
                </a:lnTo>
                <a:lnTo>
                  <a:pt x="6474" y="5976"/>
                </a:lnTo>
                <a:lnTo>
                  <a:pt x="5281" y="1281"/>
                </a:lnTo>
                <a:lnTo>
                  <a:pt x="29562" y="1281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11" y="6554"/>
                </a:lnTo>
                <a:close/>
              </a:path>
              <a:path w="45085" h="46355">
                <a:moveTo>
                  <a:pt x="9911" y="1281"/>
                </a:moveTo>
                <a:lnTo>
                  <a:pt x="5552" y="1281"/>
                </a:lnTo>
                <a:lnTo>
                  <a:pt x="7352" y="532"/>
                </a:lnTo>
                <a:lnTo>
                  <a:pt x="9911" y="1281"/>
                </a:lnTo>
                <a:close/>
              </a:path>
              <a:path w="45085" h="46355">
                <a:moveTo>
                  <a:pt x="29066" y="1281"/>
                </a:moveTo>
                <a:lnTo>
                  <a:pt x="9911" y="1281"/>
                </a:lnTo>
                <a:lnTo>
                  <a:pt x="16670" y="532"/>
                </a:lnTo>
                <a:lnTo>
                  <a:pt x="22872" y="532"/>
                </a:lnTo>
                <a:lnTo>
                  <a:pt x="29066" y="1281"/>
                </a:lnTo>
                <a:close/>
              </a:path>
              <a:path w="45085" h="46355">
                <a:moveTo>
                  <a:pt x="1572" y="40040"/>
                </a:moveTo>
                <a:lnTo>
                  <a:pt x="1360" y="40040"/>
                </a:lnTo>
                <a:lnTo>
                  <a:pt x="0" y="38679"/>
                </a:lnTo>
                <a:lnTo>
                  <a:pt x="491" y="35107"/>
                </a:lnTo>
                <a:lnTo>
                  <a:pt x="521" y="6554"/>
                </a:lnTo>
                <a:lnTo>
                  <a:pt x="44042" y="6554"/>
                </a:lnTo>
                <a:lnTo>
                  <a:pt x="44042" y="35107"/>
                </a:lnTo>
                <a:lnTo>
                  <a:pt x="44552" y="37976"/>
                </a:lnTo>
                <a:lnTo>
                  <a:pt x="44342" y="38486"/>
                </a:lnTo>
                <a:lnTo>
                  <a:pt x="4864" y="38486"/>
                </a:lnTo>
                <a:lnTo>
                  <a:pt x="1572" y="40040"/>
                </a:lnTo>
                <a:close/>
              </a:path>
              <a:path w="45085" h="46355">
                <a:moveTo>
                  <a:pt x="7631" y="45812"/>
                </a:moveTo>
                <a:lnTo>
                  <a:pt x="5114" y="44043"/>
                </a:lnTo>
                <a:lnTo>
                  <a:pt x="6549" y="40289"/>
                </a:lnTo>
                <a:lnTo>
                  <a:pt x="6645" y="40040"/>
                </a:lnTo>
                <a:lnTo>
                  <a:pt x="5964" y="39201"/>
                </a:lnTo>
                <a:lnTo>
                  <a:pt x="4864" y="38486"/>
                </a:lnTo>
                <a:lnTo>
                  <a:pt x="44342" y="38486"/>
                </a:lnTo>
                <a:lnTo>
                  <a:pt x="44263" y="38679"/>
                </a:lnTo>
                <a:lnTo>
                  <a:pt x="39179" y="38679"/>
                </a:lnTo>
                <a:lnTo>
                  <a:pt x="38611" y="39201"/>
                </a:lnTo>
                <a:lnTo>
                  <a:pt x="37885" y="40289"/>
                </a:lnTo>
                <a:lnTo>
                  <a:pt x="39506" y="43737"/>
                </a:lnTo>
                <a:lnTo>
                  <a:pt x="38644" y="44599"/>
                </a:lnTo>
                <a:lnTo>
                  <a:pt x="14981" y="44599"/>
                </a:lnTo>
                <a:lnTo>
                  <a:pt x="7631" y="45812"/>
                </a:lnTo>
                <a:close/>
              </a:path>
              <a:path w="45085" h="46355">
                <a:moveTo>
                  <a:pt x="43781" y="39847"/>
                </a:moveTo>
                <a:lnTo>
                  <a:pt x="39122" y="38679"/>
                </a:lnTo>
                <a:lnTo>
                  <a:pt x="44263" y="38679"/>
                </a:lnTo>
                <a:lnTo>
                  <a:pt x="43781" y="39847"/>
                </a:lnTo>
                <a:close/>
              </a:path>
              <a:path w="45085" h="46355">
                <a:moveTo>
                  <a:pt x="38089" y="45154"/>
                </a:moveTo>
                <a:lnTo>
                  <a:pt x="33962" y="44599"/>
                </a:lnTo>
                <a:lnTo>
                  <a:pt x="38644" y="44599"/>
                </a:lnTo>
                <a:lnTo>
                  <a:pt x="38089" y="45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80514" y="244828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7678" y="23949"/>
                </a:moveTo>
                <a:lnTo>
                  <a:pt x="7529" y="23926"/>
                </a:lnTo>
                <a:lnTo>
                  <a:pt x="6327" y="22452"/>
                </a:lnTo>
                <a:lnTo>
                  <a:pt x="7915" y="19334"/>
                </a:lnTo>
                <a:lnTo>
                  <a:pt x="7211" y="18109"/>
                </a:lnTo>
                <a:lnTo>
                  <a:pt x="5987" y="17395"/>
                </a:lnTo>
                <a:lnTo>
                  <a:pt x="2857" y="18994"/>
                </a:lnTo>
                <a:lnTo>
                  <a:pt x="0" y="16646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29"/>
                </a:lnTo>
                <a:lnTo>
                  <a:pt x="23937" y="17678"/>
                </a:lnTo>
                <a:lnTo>
                  <a:pt x="22679" y="19005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79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18992" y="26133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249564"/>
            <a:ext cx="9525" cy="55880"/>
          </a:xfrm>
          <a:custGeom>
            <a:avLst/>
            <a:gdLst/>
            <a:ahLst/>
            <a:cxnLst/>
            <a:rect l="l" t="t" r="r" b="b"/>
            <a:pathLst>
              <a:path w="9525" h="55879">
                <a:moveTo>
                  <a:pt x="2524" y="55678"/>
                </a:moveTo>
                <a:lnTo>
                  <a:pt x="0" y="55000"/>
                </a:lnTo>
                <a:lnTo>
                  <a:pt x="0" y="581"/>
                </a:lnTo>
                <a:lnTo>
                  <a:pt x="2558" y="0"/>
                </a:lnTo>
                <a:lnTo>
                  <a:pt x="4656" y="5307"/>
                </a:lnTo>
                <a:lnTo>
                  <a:pt x="1333" y="12065"/>
                </a:lnTo>
                <a:lnTo>
                  <a:pt x="3102" y="17927"/>
                </a:lnTo>
                <a:lnTo>
                  <a:pt x="2093" y="21659"/>
                </a:lnTo>
                <a:lnTo>
                  <a:pt x="3091" y="22645"/>
                </a:lnTo>
                <a:lnTo>
                  <a:pt x="8228" y="22089"/>
                </a:lnTo>
                <a:lnTo>
                  <a:pt x="8387" y="24958"/>
                </a:lnTo>
                <a:lnTo>
                  <a:pt x="9248" y="30877"/>
                </a:lnTo>
                <a:lnTo>
                  <a:pt x="7944" y="33939"/>
                </a:lnTo>
                <a:lnTo>
                  <a:pt x="3375" y="32669"/>
                </a:lnTo>
                <a:lnTo>
                  <a:pt x="2195" y="33848"/>
                </a:lnTo>
                <a:lnTo>
                  <a:pt x="2955" y="37772"/>
                </a:lnTo>
                <a:lnTo>
                  <a:pt x="2206" y="42058"/>
                </a:lnTo>
                <a:lnTo>
                  <a:pt x="2796" y="46129"/>
                </a:lnTo>
                <a:lnTo>
                  <a:pt x="2796" y="50903"/>
                </a:lnTo>
                <a:lnTo>
                  <a:pt x="3306" y="53784"/>
                </a:lnTo>
                <a:lnTo>
                  <a:pt x="2524" y="55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789" y="3885821"/>
            <a:ext cx="88371" cy="893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6394" y="3885821"/>
            <a:ext cx="88336" cy="8931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8385" y="3891445"/>
            <a:ext cx="77733" cy="7809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000" y="4060021"/>
            <a:ext cx="67539" cy="6760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3581" y="4060021"/>
            <a:ext cx="67528" cy="6760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0186" y="4060021"/>
            <a:ext cx="67516" cy="67606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236108" y="4229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07"/>
                </a:moveTo>
                <a:lnTo>
                  <a:pt x="24221" y="55405"/>
                </a:lnTo>
                <a:lnTo>
                  <a:pt x="21942" y="54588"/>
                </a:lnTo>
                <a:lnTo>
                  <a:pt x="22963" y="49871"/>
                </a:lnTo>
                <a:lnTo>
                  <a:pt x="22509" y="49361"/>
                </a:lnTo>
                <a:lnTo>
                  <a:pt x="20547" y="48000"/>
                </a:lnTo>
                <a:lnTo>
                  <a:pt x="13074" y="51130"/>
                </a:lnTo>
                <a:lnTo>
                  <a:pt x="10727" y="48272"/>
                </a:lnTo>
                <a:lnTo>
                  <a:pt x="12337" y="45154"/>
                </a:lnTo>
                <a:lnTo>
                  <a:pt x="11623" y="43918"/>
                </a:lnTo>
                <a:lnTo>
                  <a:pt x="10818" y="43249"/>
                </a:lnTo>
                <a:lnTo>
                  <a:pt x="6736" y="44757"/>
                </a:lnTo>
                <a:lnTo>
                  <a:pt x="5602" y="43056"/>
                </a:lnTo>
                <a:lnTo>
                  <a:pt x="6237" y="39552"/>
                </a:lnTo>
                <a:lnTo>
                  <a:pt x="6134" y="37692"/>
                </a:lnTo>
                <a:lnTo>
                  <a:pt x="6690" y="33553"/>
                </a:lnTo>
                <a:lnTo>
                  <a:pt x="5783" y="32658"/>
                </a:lnTo>
                <a:lnTo>
                  <a:pt x="828" y="33474"/>
                </a:lnTo>
                <a:lnTo>
                  <a:pt x="499" y="31898"/>
                </a:lnTo>
                <a:lnTo>
                  <a:pt x="0" y="22770"/>
                </a:lnTo>
                <a:lnTo>
                  <a:pt x="1258" y="21738"/>
                </a:lnTo>
                <a:lnTo>
                  <a:pt x="5987" y="22713"/>
                </a:lnTo>
                <a:lnTo>
                  <a:pt x="7008" y="19753"/>
                </a:lnTo>
                <a:lnTo>
                  <a:pt x="4570" y="13119"/>
                </a:lnTo>
                <a:lnTo>
                  <a:pt x="6951" y="10375"/>
                </a:lnTo>
                <a:lnTo>
                  <a:pt x="10636" y="11985"/>
                </a:lnTo>
                <a:lnTo>
                  <a:pt x="11623" y="11271"/>
                </a:lnTo>
                <a:lnTo>
                  <a:pt x="12326" y="10046"/>
                </a:lnTo>
                <a:lnTo>
                  <a:pt x="10727" y="6917"/>
                </a:lnTo>
                <a:lnTo>
                  <a:pt x="13074" y="4059"/>
                </a:lnTo>
                <a:lnTo>
                  <a:pt x="20547" y="7200"/>
                </a:lnTo>
                <a:lnTo>
                  <a:pt x="22509" y="5839"/>
                </a:lnTo>
                <a:lnTo>
                  <a:pt x="23235" y="4773"/>
                </a:lnTo>
                <a:lnTo>
                  <a:pt x="21602" y="1258"/>
                </a:lnTo>
                <a:lnTo>
                  <a:pt x="22940" y="0"/>
                </a:lnTo>
                <a:lnTo>
                  <a:pt x="33077" y="11"/>
                </a:lnTo>
                <a:lnTo>
                  <a:pt x="34291" y="1485"/>
                </a:lnTo>
                <a:lnTo>
                  <a:pt x="32692" y="4603"/>
                </a:lnTo>
                <a:lnTo>
                  <a:pt x="33395" y="5839"/>
                </a:lnTo>
                <a:lnTo>
                  <a:pt x="35357" y="7200"/>
                </a:lnTo>
                <a:lnTo>
                  <a:pt x="42829" y="4059"/>
                </a:lnTo>
                <a:lnTo>
                  <a:pt x="45177" y="6928"/>
                </a:lnTo>
                <a:lnTo>
                  <a:pt x="43578" y="10046"/>
                </a:lnTo>
                <a:lnTo>
                  <a:pt x="44281" y="11271"/>
                </a:lnTo>
                <a:lnTo>
                  <a:pt x="45370" y="11997"/>
                </a:lnTo>
                <a:lnTo>
                  <a:pt x="48817" y="10363"/>
                </a:lnTo>
                <a:lnTo>
                  <a:pt x="50234" y="11793"/>
                </a:lnTo>
                <a:lnTo>
                  <a:pt x="49690" y="15920"/>
                </a:lnTo>
                <a:lnTo>
                  <a:pt x="49792" y="18040"/>
                </a:lnTo>
                <a:lnTo>
                  <a:pt x="49157" y="20966"/>
                </a:lnTo>
                <a:lnTo>
                  <a:pt x="50076" y="22871"/>
                </a:lnTo>
                <a:lnTo>
                  <a:pt x="54555" y="21533"/>
                </a:lnTo>
                <a:lnTo>
                  <a:pt x="55677" y="22667"/>
                </a:lnTo>
                <a:lnTo>
                  <a:pt x="55133" y="26794"/>
                </a:lnTo>
                <a:lnTo>
                  <a:pt x="55235" y="28938"/>
                </a:lnTo>
                <a:lnTo>
                  <a:pt x="55621" y="31761"/>
                </a:lnTo>
                <a:lnTo>
                  <a:pt x="54940" y="33587"/>
                </a:lnTo>
                <a:lnTo>
                  <a:pt x="50291" y="32566"/>
                </a:lnTo>
                <a:lnTo>
                  <a:pt x="49724" y="33032"/>
                </a:lnTo>
                <a:lnTo>
                  <a:pt x="48364" y="34993"/>
                </a:lnTo>
                <a:lnTo>
                  <a:pt x="51505" y="42466"/>
                </a:lnTo>
                <a:lnTo>
                  <a:pt x="48636" y="44813"/>
                </a:lnTo>
                <a:lnTo>
                  <a:pt x="45517" y="43215"/>
                </a:lnTo>
                <a:lnTo>
                  <a:pt x="44281" y="43918"/>
                </a:lnTo>
                <a:lnTo>
                  <a:pt x="43555" y="45007"/>
                </a:lnTo>
                <a:lnTo>
                  <a:pt x="45188" y="48454"/>
                </a:lnTo>
                <a:lnTo>
                  <a:pt x="43374" y="50256"/>
                </a:lnTo>
                <a:lnTo>
                  <a:pt x="39938" y="48657"/>
                </a:lnTo>
                <a:lnTo>
                  <a:pt x="37749" y="50064"/>
                </a:lnTo>
                <a:lnTo>
                  <a:pt x="34302" y="48453"/>
                </a:lnTo>
                <a:lnTo>
                  <a:pt x="32828" y="49928"/>
                </a:lnTo>
                <a:lnTo>
                  <a:pt x="34075" y="54509"/>
                </a:lnTo>
                <a:lnTo>
                  <a:pt x="31739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2701" y="4229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07"/>
                </a:moveTo>
                <a:lnTo>
                  <a:pt x="24221" y="55405"/>
                </a:lnTo>
                <a:lnTo>
                  <a:pt x="21942" y="54588"/>
                </a:lnTo>
                <a:lnTo>
                  <a:pt x="22963" y="49871"/>
                </a:lnTo>
                <a:lnTo>
                  <a:pt x="22509" y="49361"/>
                </a:lnTo>
                <a:lnTo>
                  <a:pt x="20547" y="48000"/>
                </a:lnTo>
                <a:lnTo>
                  <a:pt x="13074" y="51130"/>
                </a:lnTo>
                <a:lnTo>
                  <a:pt x="10738" y="48272"/>
                </a:lnTo>
                <a:lnTo>
                  <a:pt x="12337" y="45154"/>
                </a:lnTo>
                <a:lnTo>
                  <a:pt x="11623" y="43918"/>
                </a:lnTo>
                <a:lnTo>
                  <a:pt x="10818" y="43249"/>
                </a:lnTo>
                <a:lnTo>
                  <a:pt x="6735" y="44757"/>
                </a:lnTo>
                <a:lnTo>
                  <a:pt x="5601" y="43056"/>
                </a:lnTo>
                <a:lnTo>
                  <a:pt x="6236" y="39552"/>
                </a:lnTo>
                <a:lnTo>
                  <a:pt x="6146" y="37692"/>
                </a:lnTo>
                <a:lnTo>
                  <a:pt x="6701" y="33553"/>
                </a:lnTo>
                <a:lnTo>
                  <a:pt x="5794" y="32658"/>
                </a:lnTo>
                <a:lnTo>
                  <a:pt x="828" y="33474"/>
                </a:lnTo>
                <a:lnTo>
                  <a:pt x="498" y="31898"/>
                </a:lnTo>
                <a:lnTo>
                  <a:pt x="0" y="22770"/>
                </a:lnTo>
                <a:lnTo>
                  <a:pt x="1258" y="21738"/>
                </a:lnTo>
                <a:lnTo>
                  <a:pt x="5987" y="22713"/>
                </a:lnTo>
                <a:lnTo>
                  <a:pt x="7019" y="19753"/>
                </a:lnTo>
                <a:lnTo>
                  <a:pt x="4569" y="13119"/>
                </a:lnTo>
                <a:lnTo>
                  <a:pt x="6962" y="10375"/>
                </a:lnTo>
                <a:lnTo>
                  <a:pt x="10636" y="11985"/>
                </a:lnTo>
                <a:lnTo>
                  <a:pt x="11623" y="11271"/>
                </a:lnTo>
                <a:lnTo>
                  <a:pt x="12337" y="10046"/>
                </a:lnTo>
                <a:lnTo>
                  <a:pt x="10738" y="6917"/>
                </a:lnTo>
                <a:lnTo>
                  <a:pt x="13074" y="4059"/>
                </a:lnTo>
                <a:lnTo>
                  <a:pt x="20547" y="7200"/>
                </a:lnTo>
                <a:lnTo>
                  <a:pt x="22509" y="5839"/>
                </a:lnTo>
                <a:lnTo>
                  <a:pt x="23223" y="4773"/>
                </a:lnTo>
                <a:lnTo>
                  <a:pt x="21602" y="1258"/>
                </a:lnTo>
                <a:lnTo>
                  <a:pt x="22928" y="0"/>
                </a:lnTo>
                <a:lnTo>
                  <a:pt x="33077" y="11"/>
                </a:lnTo>
                <a:lnTo>
                  <a:pt x="34279" y="1485"/>
                </a:lnTo>
                <a:lnTo>
                  <a:pt x="32680" y="4603"/>
                </a:lnTo>
                <a:lnTo>
                  <a:pt x="33395" y="5839"/>
                </a:lnTo>
                <a:lnTo>
                  <a:pt x="35357" y="7200"/>
                </a:lnTo>
                <a:lnTo>
                  <a:pt x="42829" y="4059"/>
                </a:lnTo>
                <a:lnTo>
                  <a:pt x="45165" y="6928"/>
                </a:lnTo>
                <a:lnTo>
                  <a:pt x="43567" y="10046"/>
                </a:lnTo>
                <a:lnTo>
                  <a:pt x="44281" y="11271"/>
                </a:lnTo>
                <a:lnTo>
                  <a:pt x="45369" y="11997"/>
                </a:lnTo>
                <a:lnTo>
                  <a:pt x="48817" y="10363"/>
                </a:lnTo>
                <a:lnTo>
                  <a:pt x="50234" y="11793"/>
                </a:lnTo>
                <a:lnTo>
                  <a:pt x="49679" y="15920"/>
                </a:lnTo>
                <a:lnTo>
                  <a:pt x="49792" y="18040"/>
                </a:lnTo>
                <a:lnTo>
                  <a:pt x="49157" y="20966"/>
                </a:lnTo>
                <a:lnTo>
                  <a:pt x="50064" y="22871"/>
                </a:lnTo>
                <a:lnTo>
                  <a:pt x="54555" y="21533"/>
                </a:lnTo>
                <a:lnTo>
                  <a:pt x="55677" y="22667"/>
                </a:lnTo>
                <a:lnTo>
                  <a:pt x="55122" y="26794"/>
                </a:lnTo>
                <a:lnTo>
                  <a:pt x="55235" y="28938"/>
                </a:lnTo>
                <a:lnTo>
                  <a:pt x="55609" y="31761"/>
                </a:lnTo>
                <a:lnTo>
                  <a:pt x="54940" y="33587"/>
                </a:lnTo>
                <a:lnTo>
                  <a:pt x="50291" y="32566"/>
                </a:lnTo>
                <a:lnTo>
                  <a:pt x="49713" y="33032"/>
                </a:lnTo>
                <a:lnTo>
                  <a:pt x="48341" y="34993"/>
                </a:lnTo>
                <a:lnTo>
                  <a:pt x="51493" y="42466"/>
                </a:lnTo>
                <a:lnTo>
                  <a:pt x="48624" y="44813"/>
                </a:lnTo>
                <a:lnTo>
                  <a:pt x="45494" y="43215"/>
                </a:lnTo>
                <a:lnTo>
                  <a:pt x="44270" y="43918"/>
                </a:lnTo>
                <a:lnTo>
                  <a:pt x="43544" y="45007"/>
                </a:lnTo>
                <a:lnTo>
                  <a:pt x="45177" y="48454"/>
                </a:lnTo>
                <a:lnTo>
                  <a:pt x="43363" y="50256"/>
                </a:lnTo>
                <a:lnTo>
                  <a:pt x="39915" y="48657"/>
                </a:lnTo>
                <a:lnTo>
                  <a:pt x="37738" y="50064"/>
                </a:lnTo>
                <a:lnTo>
                  <a:pt x="34291" y="48453"/>
                </a:lnTo>
                <a:lnTo>
                  <a:pt x="32817" y="49928"/>
                </a:lnTo>
                <a:lnTo>
                  <a:pt x="34075" y="54509"/>
                </a:lnTo>
                <a:lnTo>
                  <a:pt x="31739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94283" y="423425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3316" y="45165"/>
                </a:moveTo>
                <a:lnTo>
                  <a:pt x="29177" y="44609"/>
                </a:lnTo>
                <a:lnTo>
                  <a:pt x="26569" y="44746"/>
                </a:lnTo>
                <a:lnTo>
                  <a:pt x="24755" y="44541"/>
                </a:lnTo>
                <a:lnTo>
                  <a:pt x="21137" y="44757"/>
                </a:lnTo>
                <a:lnTo>
                  <a:pt x="19300" y="44655"/>
                </a:lnTo>
                <a:lnTo>
                  <a:pt x="16408" y="44655"/>
                </a:lnTo>
                <a:lnTo>
                  <a:pt x="12950" y="45199"/>
                </a:lnTo>
                <a:lnTo>
                  <a:pt x="11249" y="44167"/>
                </a:lnTo>
                <a:lnTo>
                  <a:pt x="12700" y="39960"/>
                </a:lnTo>
                <a:lnTo>
                  <a:pt x="12054" y="39212"/>
                </a:lnTo>
                <a:lnTo>
                  <a:pt x="10682" y="38543"/>
                </a:lnTo>
                <a:lnTo>
                  <a:pt x="7870" y="40051"/>
                </a:lnTo>
                <a:lnTo>
                  <a:pt x="5737" y="38634"/>
                </a:lnTo>
                <a:lnTo>
                  <a:pt x="7370" y="34540"/>
                </a:lnTo>
                <a:lnTo>
                  <a:pt x="5976" y="33145"/>
                </a:lnTo>
                <a:lnTo>
                  <a:pt x="1542" y="34529"/>
                </a:lnTo>
                <a:lnTo>
                  <a:pt x="33" y="31524"/>
                </a:lnTo>
                <a:lnTo>
                  <a:pt x="1167" y="25469"/>
                </a:lnTo>
                <a:lnTo>
                  <a:pt x="1167" y="20762"/>
                </a:lnTo>
                <a:lnTo>
                  <a:pt x="0" y="13675"/>
                </a:lnTo>
                <a:lnTo>
                  <a:pt x="1757" y="11157"/>
                </a:lnTo>
                <a:lnTo>
                  <a:pt x="5771" y="12688"/>
                </a:lnTo>
                <a:lnTo>
                  <a:pt x="6611" y="12008"/>
                </a:lnTo>
                <a:lnTo>
                  <a:pt x="7336" y="10908"/>
                </a:lnTo>
                <a:lnTo>
                  <a:pt x="5704" y="7472"/>
                </a:lnTo>
                <a:lnTo>
                  <a:pt x="7518" y="5658"/>
                </a:lnTo>
                <a:lnTo>
                  <a:pt x="10965" y="7291"/>
                </a:lnTo>
                <a:lnTo>
                  <a:pt x="12054" y="6565"/>
                </a:lnTo>
                <a:lnTo>
                  <a:pt x="12587" y="5964"/>
                </a:lnTo>
                <a:lnTo>
                  <a:pt x="11385" y="1417"/>
                </a:lnTo>
                <a:lnTo>
                  <a:pt x="14537" y="45"/>
                </a:lnTo>
                <a:lnTo>
                  <a:pt x="20184" y="1133"/>
                </a:lnTo>
                <a:lnTo>
                  <a:pt x="25525" y="1133"/>
                </a:lnTo>
                <a:lnTo>
                  <a:pt x="31569" y="0"/>
                </a:lnTo>
                <a:lnTo>
                  <a:pt x="34574" y="1508"/>
                </a:lnTo>
                <a:lnTo>
                  <a:pt x="33191" y="5941"/>
                </a:lnTo>
                <a:lnTo>
                  <a:pt x="34585" y="7325"/>
                </a:lnTo>
                <a:lnTo>
                  <a:pt x="38690" y="5692"/>
                </a:lnTo>
                <a:lnTo>
                  <a:pt x="40108" y="7812"/>
                </a:lnTo>
                <a:lnTo>
                  <a:pt x="38600" y="10636"/>
                </a:lnTo>
                <a:lnTo>
                  <a:pt x="39269" y="12008"/>
                </a:lnTo>
                <a:lnTo>
                  <a:pt x="40358" y="12722"/>
                </a:lnTo>
                <a:lnTo>
                  <a:pt x="43805" y="11100"/>
                </a:lnTo>
                <a:lnTo>
                  <a:pt x="45619" y="12915"/>
                </a:lnTo>
                <a:lnTo>
                  <a:pt x="43918" y="16317"/>
                </a:lnTo>
                <a:lnTo>
                  <a:pt x="44713" y="17451"/>
                </a:lnTo>
                <a:lnTo>
                  <a:pt x="44713" y="29664"/>
                </a:lnTo>
                <a:lnTo>
                  <a:pt x="45223" y="32579"/>
                </a:lnTo>
                <a:lnTo>
                  <a:pt x="44418" y="34461"/>
                </a:lnTo>
                <a:lnTo>
                  <a:pt x="39837" y="33202"/>
                </a:lnTo>
                <a:lnTo>
                  <a:pt x="38612" y="34438"/>
                </a:lnTo>
                <a:lnTo>
                  <a:pt x="40041" y="38804"/>
                </a:lnTo>
                <a:lnTo>
                  <a:pt x="37852" y="39960"/>
                </a:lnTo>
                <a:lnTo>
                  <a:pt x="35323" y="38611"/>
                </a:lnTo>
                <a:lnTo>
                  <a:pt x="33826" y="39212"/>
                </a:lnTo>
                <a:lnTo>
                  <a:pt x="33101" y="40301"/>
                </a:lnTo>
                <a:lnTo>
                  <a:pt x="34733" y="43748"/>
                </a:lnTo>
                <a:lnTo>
                  <a:pt x="33316" y="451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9883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6465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43047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675286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01867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66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9005" y="2868"/>
                </a:lnTo>
                <a:lnTo>
                  <a:pt x="18866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66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45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328449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8" y="7926"/>
                </a:lnTo>
                <a:lnTo>
                  <a:pt x="23949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8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8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53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01" y="18993"/>
                </a:moveTo>
                <a:lnTo>
                  <a:pt x="20720" y="18109"/>
                </a:lnTo>
                <a:lnTo>
                  <a:pt x="19153" y="17383"/>
                </a:lnTo>
                <a:lnTo>
                  <a:pt x="23949" y="17383"/>
                </a:lnTo>
                <a:lnTo>
                  <a:pt x="23949" y="17678"/>
                </a:lnTo>
                <a:lnTo>
                  <a:pt x="22701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655031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5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5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5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501109" y="7437393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07" y="44927"/>
                </a:moveTo>
                <a:lnTo>
                  <a:pt x="17259" y="43646"/>
                </a:lnTo>
                <a:lnTo>
                  <a:pt x="18790" y="39620"/>
                </a:lnTo>
                <a:lnTo>
                  <a:pt x="18109" y="38792"/>
                </a:lnTo>
                <a:lnTo>
                  <a:pt x="16148" y="37432"/>
                </a:lnTo>
                <a:lnTo>
                  <a:pt x="8675" y="40573"/>
                </a:lnTo>
                <a:lnTo>
                  <a:pt x="6339" y="37704"/>
                </a:lnTo>
                <a:lnTo>
                  <a:pt x="7938" y="34574"/>
                </a:lnTo>
                <a:lnTo>
                  <a:pt x="6498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01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24"/>
                </a:lnTo>
                <a:lnTo>
                  <a:pt x="5998" y="17723"/>
                </a:lnTo>
                <a:lnTo>
                  <a:pt x="7223" y="17020"/>
                </a:lnTo>
                <a:lnTo>
                  <a:pt x="8595" y="15059"/>
                </a:lnTo>
                <a:lnTo>
                  <a:pt x="5443" y="7586"/>
                </a:lnTo>
                <a:lnTo>
                  <a:pt x="8312" y="5238"/>
                </a:lnTo>
                <a:lnTo>
                  <a:pt x="11442" y="6837"/>
                </a:lnTo>
                <a:lnTo>
                  <a:pt x="13755" y="5409"/>
                </a:lnTo>
                <a:lnTo>
                  <a:pt x="17202" y="7041"/>
                </a:lnTo>
                <a:lnTo>
                  <a:pt x="18586" y="5658"/>
                </a:lnTo>
                <a:lnTo>
                  <a:pt x="17554" y="861"/>
                </a:lnTo>
                <a:lnTo>
                  <a:pt x="20105" y="56"/>
                </a:lnTo>
                <a:lnTo>
                  <a:pt x="27011" y="0"/>
                </a:lnTo>
                <a:lnTo>
                  <a:pt x="29585" y="895"/>
                </a:lnTo>
                <a:lnTo>
                  <a:pt x="28496" y="5635"/>
                </a:lnTo>
                <a:lnTo>
                  <a:pt x="29506" y="6645"/>
                </a:lnTo>
                <a:lnTo>
                  <a:pt x="33645" y="6089"/>
                </a:lnTo>
                <a:lnTo>
                  <a:pt x="35266" y="6180"/>
                </a:lnTo>
                <a:lnTo>
                  <a:pt x="39303" y="5601"/>
                </a:lnTo>
                <a:lnTo>
                  <a:pt x="40777" y="6985"/>
                </a:lnTo>
                <a:lnTo>
                  <a:pt x="39145" y="10534"/>
                </a:lnTo>
                <a:lnTo>
                  <a:pt x="40596" y="12666"/>
                </a:lnTo>
                <a:lnTo>
                  <a:pt x="38963" y="16113"/>
                </a:lnTo>
                <a:lnTo>
                  <a:pt x="40437" y="17587"/>
                </a:lnTo>
                <a:lnTo>
                  <a:pt x="45019" y="16329"/>
                </a:lnTo>
                <a:lnTo>
                  <a:pt x="45812" y="18200"/>
                </a:lnTo>
                <a:lnTo>
                  <a:pt x="46005" y="26897"/>
                </a:lnTo>
                <a:lnTo>
                  <a:pt x="44724" y="28757"/>
                </a:lnTo>
                <a:lnTo>
                  <a:pt x="40698" y="27226"/>
                </a:lnTo>
                <a:lnTo>
                  <a:pt x="39870" y="27906"/>
                </a:lnTo>
                <a:lnTo>
                  <a:pt x="38510" y="29868"/>
                </a:lnTo>
                <a:lnTo>
                  <a:pt x="41651" y="37341"/>
                </a:lnTo>
                <a:lnTo>
                  <a:pt x="38782" y="39688"/>
                </a:lnTo>
                <a:lnTo>
                  <a:pt x="35652" y="38078"/>
                </a:lnTo>
                <a:lnTo>
                  <a:pt x="33338" y="39518"/>
                </a:lnTo>
                <a:lnTo>
                  <a:pt x="29891" y="37885"/>
                </a:lnTo>
                <a:lnTo>
                  <a:pt x="28417" y="39359"/>
                </a:lnTo>
                <a:lnTo>
                  <a:pt x="29676" y="43941"/>
                </a:lnTo>
                <a:lnTo>
                  <a:pt x="27816" y="44734"/>
                </a:lnTo>
                <a:lnTo>
                  <a:pt x="19107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828302" y="743691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415"/>
                </a:moveTo>
                <a:lnTo>
                  <a:pt x="29653" y="44440"/>
                </a:lnTo>
                <a:lnTo>
                  <a:pt x="25129" y="45415"/>
                </a:lnTo>
                <a:lnTo>
                  <a:pt x="20842" y="44712"/>
                </a:lnTo>
                <a:lnTo>
                  <a:pt x="16182" y="44712"/>
                </a:lnTo>
                <a:lnTo>
                  <a:pt x="13245" y="45233"/>
                </a:lnTo>
                <a:lnTo>
                  <a:pt x="11385" y="44428"/>
                </a:lnTo>
                <a:lnTo>
                  <a:pt x="12587" y="39858"/>
                </a:lnTo>
                <a:lnTo>
                  <a:pt x="12054" y="39269"/>
                </a:lnTo>
                <a:lnTo>
                  <a:pt x="10682" y="38600"/>
                </a:lnTo>
                <a:lnTo>
                  <a:pt x="7870" y="40108"/>
                </a:lnTo>
                <a:lnTo>
                  <a:pt x="5737" y="38690"/>
                </a:lnTo>
                <a:lnTo>
                  <a:pt x="7370" y="34585"/>
                </a:lnTo>
                <a:lnTo>
                  <a:pt x="5976" y="33191"/>
                </a:lnTo>
                <a:lnTo>
                  <a:pt x="1542" y="34574"/>
                </a:lnTo>
                <a:lnTo>
                  <a:pt x="33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4"/>
                </a:lnTo>
                <a:lnTo>
                  <a:pt x="7336" y="10965"/>
                </a:lnTo>
                <a:lnTo>
                  <a:pt x="5704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9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81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5" y="7336"/>
                </a:lnTo>
                <a:lnTo>
                  <a:pt x="38362" y="5703"/>
                </a:lnTo>
                <a:lnTo>
                  <a:pt x="40177" y="7518"/>
                </a:lnTo>
                <a:lnTo>
                  <a:pt x="38362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20" y="12961"/>
                </a:lnTo>
                <a:lnTo>
                  <a:pt x="43919" y="16397"/>
                </a:lnTo>
                <a:lnTo>
                  <a:pt x="44712" y="17497"/>
                </a:lnTo>
                <a:lnTo>
                  <a:pt x="44054" y="20966"/>
                </a:lnTo>
                <a:lnTo>
                  <a:pt x="45563" y="24969"/>
                </a:lnTo>
                <a:lnTo>
                  <a:pt x="44474" y="29346"/>
                </a:lnTo>
                <a:lnTo>
                  <a:pt x="45381" y="33157"/>
                </a:lnTo>
                <a:lnTo>
                  <a:pt x="43805" y="34733"/>
                </a:lnTo>
                <a:lnTo>
                  <a:pt x="40358" y="33100"/>
                </a:lnTo>
                <a:lnTo>
                  <a:pt x="39269" y="33826"/>
                </a:lnTo>
                <a:lnTo>
                  <a:pt x="38623" y="35243"/>
                </a:lnTo>
                <a:lnTo>
                  <a:pt x="40074" y="37953"/>
                </a:lnTo>
                <a:lnTo>
                  <a:pt x="38748" y="40108"/>
                </a:lnTo>
                <a:lnTo>
                  <a:pt x="34552" y="38543"/>
                </a:lnTo>
                <a:lnTo>
                  <a:pt x="33066" y="40028"/>
                </a:lnTo>
                <a:lnTo>
                  <a:pt x="34699" y="44133"/>
                </a:lnTo>
                <a:lnTo>
                  <a:pt x="32772" y="454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154884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381"/>
                </a:moveTo>
                <a:lnTo>
                  <a:pt x="29653" y="44406"/>
                </a:lnTo>
                <a:lnTo>
                  <a:pt x="25128" y="45381"/>
                </a:lnTo>
                <a:lnTo>
                  <a:pt x="20842" y="44678"/>
                </a:lnTo>
                <a:lnTo>
                  <a:pt x="16182" y="44678"/>
                </a:lnTo>
                <a:lnTo>
                  <a:pt x="13245" y="45199"/>
                </a:lnTo>
                <a:lnTo>
                  <a:pt x="11385" y="44394"/>
                </a:lnTo>
                <a:lnTo>
                  <a:pt x="12587" y="39824"/>
                </a:lnTo>
                <a:lnTo>
                  <a:pt x="12054" y="39235"/>
                </a:lnTo>
                <a:lnTo>
                  <a:pt x="10682" y="38566"/>
                </a:lnTo>
                <a:lnTo>
                  <a:pt x="7870" y="40074"/>
                </a:lnTo>
                <a:lnTo>
                  <a:pt x="5737" y="38656"/>
                </a:lnTo>
                <a:lnTo>
                  <a:pt x="7370" y="34551"/>
                </a:lnTo>
                <a:lnTo>
                  <a:pt x="5976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611" y="12020"/>
                </a:lnTo>
                <a:lnTo>
                  <a:pt x="7336" y="10931"/>
                </a:lnTo>
                <a:lnTo>
                  <a:pt x="5704" y="7484"/>
                </a:lnTo>
                <a:lnTo>
                  <a:pt x="7518" y="5669"/>
                </a:lnTo>
                <a:lnTo>
                  <a:pt x="10965" y="7302"/>
                </a:lnTo>
                <a:lnTo>
                  <a:pt x="12054" y="6576"/>
                </a:lnTo>
                <a:lnTo>
                  <a:pt x="12587" y="5975"/>
                </a:lnTo>
                <a:lnTo>
                  <a:pt x="11385" y="1417"/>
                </a:lnTo>
                <a:lnTo>
                  <a:pt x="14537" y="45"/>
                </a:lnTo>
                <a:lnTo>
                  <a:pt x="20184" y="1133"/>
                </a:lnTo>
                <a:lnTo>
                  <a:pt x="25525" y="1133"/>
                </a:lnTo>
                <a:lnTo>
                  <a:pt x="31569" y="0"/>
                </a:lnTo>
                <a:lnTo>
                  <a:pt x="34574" y="1508"/>
                </a:lnTo>
                <a:lnTo>
                  <a:pt x="33191" y="5941"/>
                </a:lnTo>
                <a:lnTo>
                  <a:pt x="34585" y="7336"/>
                </a:lnTo>
                <a:lnTo>
                  <a:pt x="38690" y="5703"/>
                </a:lnTo>
                <a:lnTo>
                  <a:pt x="40108" y="7835"/>
                </a:lnTo>
                <a:lnTo>
                  <a:pt x="38600" y="10647"/>
                </a:lnTo>
                <a:lnTo>
                  <a:pt x="39269" y="12020"/>
                </a:lnTo>
                <a:lnTo>
                  <a:pt x="40358" y="12745"/>
                </a:lnTo>
                <a:lnTo>
                  <a:pt x="43805" y="11112"/>
                </a:lnTo>
                <a:lnTo>
                  <a:pt x="45619" y="12927"/>
                </a:lnTo>
                <a:lnTo>
                  <a:pt x="43918" y="16363"/>
                </a:lnTo>
                <a:lnTo>
                  <a:pt x="44712" y="17463"/>
                </a:lnTo>
                <a:lnTo>
                  <a:pt x="44054" y="20932"/>
                </a:lnTo>
                <a:lnTo>
                  <a:pt x="45563" y="24935"/>
                </a:lnTo>
                <a:lnTo>
                  <a:pt x="44474" y="29312"/>
                </a:lnTo>
                <a:lnTo>
                  <a:pt x="45381" y="33123"/>
                </a:lnTo>
                <a:lnTo>
                  <a:pt x="43805" y="34699"/>
                </a:lnTo>
                <a:lnTo>
                  <a:pt x="40358" y="33066"/>
                </a:lnTo>
                <a:lnTo>
                  <a:pt x="39269" y="33792"/>
                </a:lnTo>
                <a:lnTo>
                  <a:pt x="38623" y="35209"/>
                </a:lnTo>
                <a:lnTo>
                  <a:pt x="40085" y="37919"/>
                </a:lnTo>
                <a:lnTo>
                  <a:pt x="38759" y="40074"/>
                </a:lnTo>
                <a:lnTo>
                  <a:pt x="34552" y="38509"/>
                </a:lnTo>
                <a:lnTo>
                  <a:pt x="33066" y="39994"/>
                </a:lnTo>
                <a:lnTo>
                  <a:pt x="34699" y="44099"/>
                </a:lnTo>
                <a:lnTo>
                  <a:pt x="32772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481477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293" y="45188"/>
                </a:moveTo>
                <a:lnTo>
                  <a:pt x="29166" y="44632"/>
                </a:lnTo>
                <a:lnTo>
                  <a:pt x="26557" y="44768"/>
                </a:lnTo>
                <a:lnTo>
                  <a:pt x="24743" y="44576"/>
                </a:lnTo>
                <a:lnTo>
                  <a:pt x="21126" y="44780"/>
                </a:lnTo>
                <a:lnTo>
                  <a:pt x="19288" y="44678"/>
                </a:lnTo>
                <a:lnTo>
                  <a:pt x="16397" y="44678"/>
                </a:lnTo>
                <a:lnTo>
                  <a:pt x="12938" y="45222"/>
                </a:lnTo>
                <a:lnTo>
                  <a:pt x="11237" y="44190"/>
                </a:lnTo>
                <a:lnTo>
                  <a:pt x="12689" y="39983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6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1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302"/>
                </a:lnTo>
                <a:lnTo>
                  <a:pt x="12042" y="6576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45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97" y="7835"/>
                </a:lnTo>
                <a:lnTo>
                  <a:pt x="38588" y="10647"/>
                </a:lnTo>
                <a:lnTo>
                  <a:pt x="39257" y="12020"/>
                </a:lnTo>
                <a:lnTo>
                  <a:pt x="40346" y="12745"/>
                </a:lnTo>
                <a:lnTo>
                  <a:pt x="43793" y="11112"/>
                </a:lnTo>
                <a:lnTo>
                  <a:pt x="45608" y="12927"/>
                </a:lnTo>
                <a:lnTo>
                  <a:pt x="43907" y="16363"/>
                </a:lnTo>
                <a:lnTo>
                  <a:pt x="44701" y="17463"/>
                </a:lnTo>
                <a:lnTo>
                  <a:pt x="44701" y="29675"/>
                </a:lnTo>
                <a:lnTo>
                  <a:pt x="45212" y="32590"/>
                </a:lnTo>
                <a:lnTo>
                  <a:pt x="44406" y="34483"/>
                </a:lnTo>
                <a:lnTo>
                  <a:pt x="39825" y="33225"/>
                </a:lnTo>
                <a:lnTo>
                  <a:pt x="38600" y="34449"/>
                </a:lnTo>
                <a:lnTo>
                  <a:pt x="40029" y="38826"/>
                </a:lnTo>
                <a:lnTo>
                  <a:pt x="37841" y="39983"/>
                </a:lnTo>
                <a:lnTo>
                  <a:pt x="35312" y="38634"/>
                </a:lnTo>
                <a:lnTo>
                  <a:pt x="33815" y="39235"/>
                </a:lnTo>
                <a:lnTo>
                  <a:pt x="33089" y="40323"/>
                </a:lnTo>
                <a:lnTo>
                  <a:pt x="34722" y="43771"/>
                </a:lnTo>
                <a:lnTo>
                  <a:pt x="33293" y="45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813491" y="74423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8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57"/>
                </a:lnTo>
                <a:lnTo>
                  <a:pt x="27702" y="5760"/>
                </a:lnTo>
                <a:lnTo>
                  <a:pt x="28383" y="6611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8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18719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14668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981400" y="7590014"/>
            <a:ext cx="66269" cy="66654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307993" y="7590014"/>
            <a:ext cx="66257" cy="66654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9333486" y="759475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39447" y="1462"/>
                </a:moveTo>
                <a:lnTo>
                  <a:pt x="30912" y="1462"/>
                </a:lnTo>
                <a:lnTo>
                  <a:pt x="36037" y="0"/>
                </a:lnTo>
                <a:lnTo>
                  <a:pt x="39447" y="1462"/>
                </a:lnTo>
                <a:close/>
              </a:path>
              <a:path w="56515" h="57150">
                <a:moveTo>
                  <a:pt x="39507" y="7348"/>
                </a:moveTo>
                <a:lnTo>
                  <a:pt x="15921" y="7348"/>
                </a:lnTo>
                <a:lnTo>
                  <a:pt x="17009" y="6622"/>
                </a:lnTo>
                <a:lnTo>
                  <a:pt x="17390" y="6055"/>
                </a:lnTo>
                <a:lnTo>
                  <a:pt x="16547" y="1462"/>
                </a:lnTo>
                <a:lnTo>
                  <a:pt x="16522" y="1326"/>
                </a:lnTo>
                <a:lnTo>
                  <a:pt x="18461" y="748"/>
                </a:lnTo>
                <a:lnTo>
                  <a:pt x="20933" y="1179"/>
                </a:lnTo>
                <a:lnTo>
                  <a:pt x="27921" y="1179"/>
                </a:lnTo>
                <a:lnTo>
                  <a:pt x="30912" y="1462"/>
                </a:lnTo>
                <a:lnTo>
                  <a:pt x="39476" y="1462"/>
                </a:lnTo>
                <a:lnTo>
                  <a:pt x="38308" y="5715"/>
                </a:lnTo>
                <a:lnTo>
                  <a:pt x="38215" y="6055"/>
                </a:lnTo>
                <a:lnTo>
                  <a:pt x="39507" y="7348"/>
                </a:lnTo>
                <a:close/>
              </a:path>
              <a:path w="56515" h="57150">
                <a:moveTo>
                  <a:pt x="27921" y="1179"/>
                </a:moveTo>
                <a:lnTo>
                  <a:pt x="24233" y="1179"/>
                </a:lnTo>
                <a:lnTo>
                  <a:pt x="26126" y="1009"/>
                </a:lnTo>
                <a:lnTo>
                  <a:pt x="27921" y="1179"/>
                </a:lnTo>
                <a:close/>
              </a:path>
              <a:path w="56515" h="57150">
                <a:moveTo>
                  <a:pt x="15921" y="7348"/>
                </a:moveTo>
                <a:lnTo>
                  <a:pt x="10841" y="7348"/>
                </a:lnTo>
                <a:lnTo>
                  <a:pt x="12473" y="5715"/>
                </a:lnTo>
                <a:lnTo>
                  <a:pt x="15921" y="7348"/>
                </a:lnTo>
                <a:close/>
              </a:path>
              <a:path w="56515" h="57150">
                <a:moveTo>
                  <a:pt x="45009" y="7348"/>
                </a:moveTo>
                <a:lnTo>
                  <a:pt x="40079" y="7348"/>
                </a:lnTo>
                <a:lnTo>
                  <a:pt x="43294" y="5715"/>
                </a:lnTo>
                <a:lnTo>
                  <a:pt x="43624" y="6055"/>
                </a:lnTo>
                <a:lnTo>
                  <a:pt x="45009" y="7348"/>
                </a:lnTo>
                <a:close/>
              </a:path>
              <a:path w="56515" h="57150">
                <a:moveTo>
                  <a:pt x="50273" y="12972"/>
                </a:moveTo>
                <a:lnTo>
                  <a:pt x="10659" y="12972"/>
                </a:lnTo>
                <a:lnTo>
                  <a:pt x="12473" y="11158"/>
                </a:lnTo>
                <a:lnTo>
                  <a:pt x="10568" y="7348"/>
                </a:lnTo>
                <a:lnTo>
                  <a:pt x="45204" y="7348"/>
                </a:lnTo>
                <a:lnTo>
                  <a:pt x="43346" y="11158"/>
                </a:lnTo>
                <a:lnTo>
                  <a:pt x="44984" y="12825"/>
                </a:lnTo>
                <a:lnTo>
                  <a:pt x="50175" y="12825"/>
                </a:lnTo>
                <a:lnTo>
                  <a:pt x="50273" y="12972"/>
                </a:lnTo>
                <a:close/>
              </a:path>
              <a:path w="56515" h="57150">
                <a:moveTo>
                  <a:pt x="50672" y="18177"/>
                </a:moveTo>
                <a:lnTo>
                  <a:pt x="5119" y="18177"/>
                </a:lnTo>
                <a:lnTo>
                  <a:pt x="6123" y="17508"/>
                </a:lnTo>
                <a:lnTo>
                  <a:pt x="6728" y="16601"/>
                </a:lnTo>
                <a:lnTo>
                  <a:pt x="6849" y="16419"/>
                </a:lnTo>
                <a:lnTo>
                  <a:pt x="5216" y="12972"/>
                </a:lnTo>
                <a:lnTo>
                  <a:pt x="7030" y="11158"/>
                </a:lnTo>
                <a:lnTo>
                  <a:pt x="10659" y="12972"/>
                </a:lnTo>
                <a:lnTo>
                  <a:pt x="50273" y="12972"/>
                </a:lnTo>
                <a:lnTo>
                  <a:pt x="50507" y="13324"/>
                </a:lnTo>
                <a:lnTo>
                  <a:pt x="48987" y="16136"/>
                </a:lnTo>
                <a:lnTo>
                  <a:pt x="49668" y="17508"/>
                </a:lnTo>
                <a:lnTo>
                  <a:pt x="50672" y="18177"/>
                </a:lnTo>
                <a:close/>
              </a:path>
              <a:path w="56515" h="57150">
                <a:moveTo>
                  <a:pt x="50175" y="12825"/>
                </a:moveTo>
                <a:lnTo>
                  <a:pt x="44984" y="12825"/>
                </a:lnTo>
                <a:lnTo>
                  <a:pt x="49175" y="11158"/>
                </a:lnTo>
                <a:lnTo>
                  <a:pt x="50175" y="12825"/>
                </a:lnTo>
                <a:close/>
              </a:path>
              <a:path w="56515" h="57150">
                <a:moveTo>
                  <a:pt x="1542" y="40142"/>
                </a:moveTo>
                <a:lnTo>
                  <a:pt x="92" y="38611"/>
                </a:lnTo>
                <a:lnTo>
                  <a:pt x="827" y="34733"/>
                </a:lnTo>
                <a:lnTo>
                  <a:pt x="226" y="31070"/>
                </a:lnTo>
                <a:lnTo>
                  <a:pt x="31" y="26421"/>
                </a:lnTo>
                <a:lnTo>
                  <a:pt x="0" y="25661"/>
                </a:lnTo>
                <a:lnTo>
                  <a:pt x="918" y="21987"/>
                </a:lnTo>
                <a:lnTo>
                  <a:pt x="68" y="18415"/>
                </a:lnTo>
                <a:lnTo>
                  <a:pt x="11" y="18177"/>
                </a:lnTo>
                <a:lnTo>
                  <a:pt x="1587" y="16601"/>
                </a:lnTo>
                <a:lnTo>
                  <a:pt x="4915" y="18177"/>
                </a:lnTo>
                <a:lnTo>
                  <a:pt x="55769" y="18177"/>
                </a:lnTo>
                <a:lnTo>
                  <a:pt x="56007" y="18415"/>
                </a:lnTo>
                <a:lnTo>
                  <a:pt x="54306" y="21851"/>
                </a:lnTo>
                <a:lnTo>
                  <a:pt x="55100" y="22951"/>
                </a:lnTo>
                <a:lnTo>
                  <a:pt x="54442" y="26421"/>
                </a:lnTo>
                <a:lnTo>
                  <a:pt x="55961" y="30424"/>
                </a:lnTo>
                <a:lnTo>
                  <a:pt x="54879" y="34733"/>
                </a:lnTo>
                <a:lnTo>
                  <a:pt x="55709" y="38361"/>
                </a:lnTo>
                <a:lnTo>
                  <a:pt x="5352" y="38361"/>
                </a:lnTo>
                <a:lnTo>
                  <a:pt x="1542" y="40142"/>
                </a:lnTo>
                <a:close/>
              </a:path>
              <a:path w="56515" h="57150">
                <a:moveTo>
                  <a:pt x="55769" y="18177"/>
                </a:moveTo>
                <a:lnTo>
                  <a:pt x="50876" y="18177"/>
                </a:lnTo>
                <a:lnTo>
                  <a:pt x="54192" y="16601"/>
                </a:lnTo>
                <a:lnTo>
                  <a:pt x="55769" y="18177"/>
                </a:lnTo>
                <a:close/>
              </a:path>
              <a:path w="56515" h="57150">
                <a:moveTo>
                  <a:pt x="7272" y="45369"/>
                </a:moveTo>
                <a:lnTo>
                  <a:pt x="6551" y="45369"/>
                </a:lnTo>
                <a:lnTo>
                  <a:pt x="5340" y="43544"/>
                </a:lnTo>
                <a:lnTo>
                  <a:pt x="7030" y="40357"/>
                </a:lnTo>
                <a:lnTo>
                  <a:pt x="5352" y="38361"/>
                </a:lnTo>
                <a:lnTo>
                  <a:pt x="50227" y="38361"/>
                </a:lnTo>
                <a:lnTo>
                  <a:pt x="49001" y="40357"/>
                </a:lnTo>
                <a:lnTo>
                  <a:pt x="50552" y="43827"/>
                </a:lnTo>
                <a:lnTo>
                  <a:pt x="11149" y="43827"/>
                </a:lnTo>
                <a:lnTo>
                  <a:pt x="7272" y="45369"/>
                </a:lnTo>
                <a:close/>
              </a:path>
              <a:path w="56515" h="57150">
                <a:moveTo>
                  <a:pt x="54385" y="40006"/>
                </a:moveTo>
                <a:lnTo>
                  <a:pt x="49965" y="38361"/>
                </a:lnTo>
                <a:lnTo>
                  <a:pt x="55709" y="38361"/>
                </a:lnTo>
                <a:lnTo>
                  <a:pt x="55769" y="38611"/>
                </a:lnTo>
                <a:lnTo>
                  <a:pt x="54385" y="40006"/>
                </a:lnTo>
                <a:close/>
              </a:path>
              <a:path w="56515" h="57150">
                <a:moveTo>
                  <a:pt x="42751" y="50869"/>
                </a:moveTo>
                <a:lnTo>
                  <a:pt x="40107" y="49486"/>
                </a:lnTo>
                <a:lnTo>
                  <a:pt x="10730" y="49486"/>
                </a:lnTo>
                <a:lnTo>
                  <a:pt x="12387" y="45369"/>
                </a:lnTo>
                <a:lnTo>
                  <a:pt x="12212" y="45369"/>
                </a:lnTo>
                <a:lnTo>
                  <a:pt x="10670" y="43827"/>
                </a:lnTo>
                <a:lnTo>
                  <a:pt x="44818" y="43827"/>
                </a:lnTo>
                <a:lnTo>
                  <a:pt x="43794" y="45369"/>
                </a:lnTo>
                <a:lnTo>
                  <a:pt x="44758" y="49486"/>
                </a:lnTo>
                <a:lnTo>
                  <a:pt x="44848" y="49871"/>
                </a:lnTo>
                <a:lnTo>
                  <a:pt x="42751" y="50869"/>
                </a:lnTo>
                <a:close/>
              </a:path>
              <a:path w="56515" h="57150">
                <a:moveTo>
                  <a:pt x="49021" y="45369"/>
                </a:moveTo>
                <a:lnTo>
                  <a:pt x="48623" y="45369"/>
                </a:lnTo>
                <a:lnTo>
                  <a:pt x="44746" y="43827"/>
                </a:lnTo>
                <a:lnTo>
                  <a:pt x="50552" y="43827"/>
                </a:lnTo>
                <a:lnTo>
                  <a:pt x="49021" y="45369"/>
                </a:lnTo>
                <a:close/>
              </a:path>
              <a:path w="56515" h="57150">
                <a:moveTo>
                  <a:pt x="12802" y="51017"/>
                </a:moveTo>
                <a:lnTo>
                  <a:pt x="10560" y="49486"/>
                </a:lnTo>
                <a:lnTo>
                  <a:pt x="15649" y="49486"/>
                </a:lnTo>
                <a:lnTo>
                  <a:pt x="12802" y="51017"/>
                </a:lnTo>
                <a:close/>
              </a:path>
              <a:path w="56515" h="57150">
                <a:moveTo>
                  <a:pt x="17792" y="56573"/>
                </a:moveTo>
                <a:lnTo>
                  <a:pt x="16125" y="54520"/>
                </a:lnTo>
                <a:lnTo>
                  <a:pt x="17723" y="51402"/>
                </a:lnTo>
                <a:lnTo>
                  <a:pt x="17009" y="50166"/>
                </a:lnTo>
                <a:lnTo>
                  <a:pt x="15649" y="49486"/>
                </a:lnTo>
                <a:lnTo>
                  <a:pt x="40632" y="49486"/>
                </a:lnTo>
                <a:lnTo>
                  <a:pt x="38782" y="50166"/>
                </a:lnTo>
                <a:lnTo>
                  <a:pt x="38313" y="50869"/>
                </a:lnTo>
                <a:lnTo>
                  <a:pt x="38215" y="51017"/>
                </a:lnTo>
                <a:lnTo>
                  <a:pt x="38126" y="51402"/>
                </a:lnTo>
                <a:lnTo>
                  <a:pt x="39603" y="54520"/>
                </a:lnTo>
                <a:lnTo>
                  <a:pt x="39689" y="54702"/>
                </a:lnTo>
                <a:lnTo>
                  <a:pt x="38822" y="55575"/>
                </a:lnTo>
                <a:lnTo>
                  <a:pt x="26749" y="55575"/>
                </a:lnTo>
                <a:lnTo>
                  <a:pt x="17792" y="56573"/>
                </a:lnTo>
                <a:close/>
              </a:path>
              <a:path w="56515" h="57150">
                <a:moveTo>
                  <a:pt x="38271" y="56131"/>
                </a:moveTo>
                <a:lnTo>
                  <a:pt x="34132" y="55575"/>
                </a:lnTo>
                <a:lnTo>
                  <a:pt x="38822" y="55575"/>
                </a:lnTo>
                <a:lnTo>
                  <a:pt x="38271" y="56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659563" y="7594810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45807" y="7291"/>
                </a:moveTo>
                <a:lnTo>
                  <a:pt x="10982" y="7291"/>
                </a:lnTo>
                <a:lnTo>
                  <a:pt x="12060" y="6565"/>
                </a:lnTo>
                <a:lnTo>
                  <a:pt x="12581" y="5987"/>
                </a:lnTo>
                <a:lnTo>
                  <a:pt x="11387" y="1292"/>
                </a:lnTo>
                <a:lnTo>
                  <a:pt x="35609" y="1292"/>
                </a:lnTo>
                <a:lnTo>
                  <a:pt x="43799" y="0"/>
                </a:lnTo>
                <a:lnTo>
                  <a:pt x="45614" y="2211"/>
                </a:lnTo>
                <a:lnTo>
                  <a:pt x="44003" y="5329"/>
                </a:lnTo>
                <a:lnTo>
                  <a:pt x="44718" y="6565"/>
                </a:lnTo>
                <a:lnTo>
                  <a:pt x="45807" y="7291"/>
                </a:lnTo>
                <a:close/>
              </a:path>
              <a:path w="56515" h="57150">
                <a:moveTo>
                  <a:pt x="16017" y="1292"/>
                </a:moveTo>
                <a:lnTo>
                  <a:pt x="11655" y="1292"/>
                </a:lnTo>
                <a:lnTo>
                  <a:pt x="13432" y="544"/>
                </a:lnTo>
                <a:lnTo>
                  <a:pt x="16017" y="1292"/>
                </a:lnTo>
                <a:close/>
              </a:path>
              <a:path w="56515" h="57150">
                <a:moveTo>
                  <a:pt x="35274" y="1292"/>
                </a:moveTo>
                <a:lnTo>
                  <a:pt x="16017" y="1292"/>
                </a:lnTo>
                <a:lnTo>
                  <a:pt x="22670" y="544"/>
                </a:lnTo>
                <a:lnTo>
                  <a:pt x="28978" y="544"/>
                </a:lnTo>
                <a:lnTo>
                  <a:pt x="35274" y="1292"/>
                </a:lnTo>
                <a:close/>
              </a:path>
              <a:path w="56515" h="57150">
                <a:moveTo>
                  <a:pt x="51220" y="12711"/>
                </a:moveTo>
                <a:lnTo>
                  <a:pt x="5403" y="12711"/>
                </a:lnTo>
                <a:lnTo>
                  <a:pt x="6628" y="12008"/>
                </a:lnTo>
                <a:lnTo>
                  <a:pt x="7354" y="10920"/>
                </a:lnTo>
                <a:lnTo>
                  <a:pt x="5721" y="7472"/>
                </a:lnTo>
                <a:lnTo>
                  <a:pt x="7535" y="5658"/>
                </a:lnTo>
                <a:lnTo>
                  <a:pt x="10982" y="7291"/>
                </a:lnTo>
                <a:lnTo>
                  <a:pt x="50934" y="7291"/>
                </a:lnTo>
                <a:lnTo>
                  <a:pt x="49491" y="10920"/>
                </a:lnTo>
                <a:lnTo>
                  <a:pt x="49410" y="11124"/>
                </a:lnTo>
                <a:lnTo>
                  <a:pt x="49324" y="11339"/>
                </a:lnTo>
                <a:lnTo>
                  <a:pt x="49151" y="11339"/>
                </a:lnTo>
                <a:lnTo>
                  <a:pt x="51220" y="12711"/>
                </a:lnTo>
                <a:close/>
              </a:path>
              <a:path w="56515" h="57150">
                <a:moveTo>
                  <a:pt x="50887" y="7291"/>
                </a:moveTo>
                <a:lnTo>
                  <a:pt x="45807" y="7291"/>
                </a:lnTo>
                <a:lnTo>
                  <a:pt x="49254" y="5658"/>
                </a:lnTo>
                <a:lnTo>
                  <a:pt x="50887" y="7291"/>
                </a:lnTo>
                <a:close/>
              </a:path>
              <a:path w="56515" h="57150">
                <a:moveTo>
                  <a:pt x="5403" y="12711"/>
                </a:moveTo>
                <a:lnTo>
                  <a:pt x="331" y="12711"/>
                </a:lnTo>
                <a:lnTo>
                  <a:pt x="2273" y="11124"/>
                </a:lnTo>
                <a:lnTo>
                  <a:pt x="5403" y="12711"/>
                </a:lnTo>
                <a:close/>
              </a:path>
              <a:path w="56515" h="57150">
                <a:moveTo>
                  <a:pt x="2092" y="45573"/>
                </a:moveTo>
                <a:lnTo>
                  <a:pt x="1185" y="44666"/>
                </a:lnTo>
                <a:lnTo>
                  <a:pt x="529" y="43941"/>
                </a:lnTo>
                <a:lnTo>
                  <a:pt x="1358" y="40459"/>
                </a:lnTo>
                <a:lnTo>
                  <a:pt x="1423" y="40187"/>
                </a:lnTo>
                <a:lnTo>
                  <a:pt x="470" y="36366"/>
                </a:lnTo>
                <a:lnTo>
                  <a:pt x="856" y="31286"/>
                </a:lnTo>
                <a:lnTo>
                  <a:pt x="1389" y="26546"/>
                </a:lnTo>
                <a:lnTo>
                  <a:pt x="947" y="24675"/>
                </a:lnTo>
                <a:lnTo>
                  <a:pt x="1423" y="21239"/>
                </a:lnTo>
                <a:lnTo>
                  <a:pt x="0" y="12711"/>
                </a:lnTo>
                <a:lnTo>
                  <a:pt x="51644" y="12711"/>
                </a:lnTo>
                <a:lnTo>
                  <a:pt x="54243" y="11339"/>
                </a:lnTo>
                <a:lnTo>
                  <a:pt x="55604" y="12008"/>
                </a:lnTo>
                <a:lnTo>
                  <a:pt x="55604" y="40459"/>
                </a:lnTo>
                <a:lnTo>
                  <a:pt x="56137" y="43578"/>
                </a:lnTo>
                <a:lnTo>
                  <a:pt x="55960" y="43941"/>
                </a:lnTo>
                <a:lnTo>
                  <a:pt x="5539" y="43941"/>
                </a:lnTo>
                <a:lnTo>
                  <a:pt x="2092" y="45573"/>
                </a:lnTo>
                <a:close/>
              </a:path>
              <a:path w="56515" h="57150">
                <a:moveTo>
                  <a:pt x="7281" y="50948"/>
                </a:moveTo>
                <a:lnTo>
                  <a:pt x="7001" y="50688"/>
                </a:lnTo>
                <a:lnTo>
                  <a:pt x="5789" y="48851"/>
                </a:lnTo>
                <a:lnTo>
                  <a:pt x="7297" y="46038"/>
                </a:lnTo>
                <a:lnTo>
                  <a:pt x="6628" y="44666"/>
                </a:lnTo>
                <a:lnTo>
                  <a:pt x="5539" y="43941"/>
                </a:lnTo>
                <a:lnTo>
                  <a:pt x="50887" y="43941"/>
                </a:lnTo>
                <a:lnTo>
                  <a:pt x="49413" y="45415"/>
                </a:lnTo>
                <a:lnTo>
                  <a:pt x="49460" y="45573"/>
                </a:lnTo>
                <a:lnTo>
                  <a:pt x="50962" y="49350"/>
                </a:lnTo>
                <a:lnTo>
                  <a:pt x="11300" y="49350"/>
                </a:lnTo>
                <a:lnTo>
                  <a:pt x="7281" y="50948"/>
                </a:lnTo>
                <a:close/>
              </a:path>
              <a:path w="56515" h="57150">
                <a:moveTo>
                  <a:pt x="55241" y="45415"/>
                </a:moveTo>
                <a:lnTo>
                  <a:pt x="50454" y="43941"/>
                </a:lnTo>
                <a:lnTo>
                  <a:pt x="55960" y="43941"/>
                </a:lnTo>
                <a:lnTo>
                  <a:pt x="55241" y="45415"/>
                </a:lnTo>
                <a:close/>
              </a:path>
              <a:path w="56515" h="57150">
                <a:moveTo>
                  <a:pt x="14373" y="56675"/>
                </a:moveTo>
                <a:lnTo>
                  <a:pt x="11322" y="55201"/>
                </a:lnTo>
                <a:lnTo>
                  <a:pt x="12618" y="50948"/>
                </a:lnTo>
                <a:lnTo>
                  <a:pt x="12638" y="50688"/>
                </a:lnTo>
                <a:lnTo>
                  <a:pt x="11300" y="49350"/>
                </a:lnTo>
                <a:lnTo>
                  <a:pt x="46276" y="49350"/>
                </a:lnTo>
                <a:lnTo>
                  <a:pt x="44718" y="50109"/>
                </a:lnTo>
                <a:lnTo>
                  <a:pt x="44207" y="50688"/>
                </a:lnTo>
                <a:lnTo>
                  <a:pt x="45330" y="55201"/>
                </a:lnTo>
                <a:lnTo>
                  <a:pt x="45573" y="55201"/>
                </a:lnTo>
                <a:lnTo>
                  <a:pt x="44720" y="55552"/>
                </a:lnTo>
                <a:lnTo>
                  <a:pt x="20326" y="55552"/>
                </a:lnTo>
                <a:lnTo>
                  <a:pt x="14373" y="56675"/>
                </a:lnTo>
                <a:close/>
              </a:path>
              <a:path w="56515" h="57150">
                <a:moveTo>
                  <a:pt x="48902" y="50948"/>
                </a:moveTo>
                <a:lnTo>
                  <a:pt x="45921" y="49350"/>
                </a:lnTo>
                <a:lnTo>
                  <a:pt x="51307" y="49350"/>
                </a:lnTo>
                <a:lnTo>
                  <a:pt x="48902" y="50948"/>
                </a:lnTo>
                <a:close/>
              </a:path>
              <a:path w="56515" h="57150">
                <a:moveTo>
                  <a:pt x="43482" y="56063"/>
                </a:moveTo>
                <a:lnTo>
                  <a:pt x="40624" y="55552"/>
                </a:lnTo>
                <a:lnTo>
                  <a:pt x="44720" y="55552"/>
                </a:lnTo>
                <a:lnTo>
                  <a:pt x="43482" y="5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639336" y="759508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9252" y="850"/>
                </a:moveTo>
                <a:lnTo>
                  <a:pt x="31558" y="850"/>
                </a:lnTo>
                <a:lnTo>
                  <a:pt x="36185" y="0"/>
                </a:lnTo>
                <a:lnTo>
                  <a:pt x="39252" y="850"/>
                </a:lnTo>
                <a:close/>
              </a:path>
              <a:path w="56515" h="56515">
                <a:moveTo>
                  <a:pt x="44905" y="1065"/>
                </a:moveTo>
                <a:lnTo>
                  <a:pt x="40454" y="1065"/>
                </a:lnTo>
                <a:lnTo>
                  <a:pt x="43998" y="158"/>
                </a:lnTo>
                <a:lnTo>
                  <a:pt x="44905" y="1065"/>
                </a:lnTo>
                <a:close/>
              </a:path>
              <a:path w="56515" h="56515">
                <a:moveTo>
                  <a:pt x="45415" y="7019"/>
                </a:move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41" y="1065"/>
                </a:lnTo>
                <a:lnTo>
                  <a:pt x="44905" y="1065"/>
                </a:lnTo>
                <a:lnTo>
                  <a:pt x="45596" y="1757"/>
                </a:lnTo>
                <a:lnTo>
                  <a:pt x="43782" y="5386"/>
                </a:lnTo>
                <a:lnTo>
                  <a:pt x="45415" y="7019"/>
                </a:lnTo>
                <a:close/>
              </a:path>
              <a:path w="56515" h="56515">
                <a:moveTo>
                  <a:pt x="40028" y="1065"/>
                </a:moveTo>
                <a:lnTo>
                  <a:pt x="15956" y="1065"/>
                </a:lnTo>
                <a:lnTo>
                  <a:pt x="21334" y="306"/>
                </a:lnTo>
                <a:lnTo>
                  <a:pt x="20476" y="306"/>
                </a:lnTo>
                <a:lnTo>
                  <a:pt x="24856" y="850"/>
                </a:lnTo>
                <a:lnTo>
                  <a:pt x="39252" y="850"/>
                </a:lnTo>
                <a:lnTo>
                  <a:pt x="40028" y="1065"/>
                </a:lnTo>
                <a:close/>
              </a:path>
              <a:path w="56515" h="56515">
                <a:moveTo>
                  <a:pt x="55576" y="12439"/>
                </a:moveTo>
                <a:lnTo>
                  <a:pt x="5352" y="12439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45415" y="7019"/>
                </a:lnTo>
                <a:lnTo>
                  <a:pt x="45596" y="7200"/>
                </a:lnTo>
                <a:lnTo>
                  <a:pt x="51040" y="7200"/>
                </a:lnTo>
                <a:lnTo>
                  <a:pt x="49407" y="10647"/>
                </a:lnTo>
                <a:lnTo>
                  <a:pt x="50133" y="11736"/>
                </a:lnTo>
                <a:lnTo>
                  <a:pt x="55576" y="11736"/>
                </a:lnTo>
                <a:lnTo>
                  <a:pt x="55576" y="12439"/>
                </a:lnTo>
                <a:close/>
              </a:path>
              <a:path w="56515" h="56515">
                <a:moveTo>
                  <a:pt x="51040" y="7200"/>
                </a:moveTo>
                <a:lnTo>
                  <a:pt x="45596" y="7200"/>
                </a:lnTo>
                <a:lnTo>
                  <a:pt x="49225" y="5386"/>
                </a:lnTo>
                <a:lnTo>
                  <a:pt x="51040" y="7200"/>
                </a:lnTo>
                <a:close/>
              </a:path>
              <a:path w="56515" h="56515">
                <a:moveTo>
                  <a:pt x="2052" y="45301"/>
                </a:moveTo>
                <a:lnTo>
                  <a:pt x="635" y="43884"/>
                </a:lnTo>
                <a:lnTo>
                  <a:pt x="611" y="43158"/>
                </a:lnTo>
                <a:lnTo>
                  <a:pt x="1291" y="40301"/>
                </a:lnTo>
                <a:lnTo>
                  <a:pt x="1383" y="39915"/>
                </a:lnTo>
                <a:lnTo>
                  <a:pt x="431" y="36094"/>
                </a:lnTo>
                <a:lnTo>
                  <a:pt x="816" y="31013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4" y="10852"/>
                </a:lnTo>
                <a:lnTo>
                  <a:pt x="5352" y="12439"/>
                </a:lnTo>
                <a:lnTo>
                  <a:pt x="55576" y="12439"/>
                </a:lnTo>
                <a:lnTo>
                  <a:pt x="55576" y="40301"/>
                </a:lnTo>
                <a:lnTo>
                  <a:pt x="56086" y="43158"/>
                </a:lnTo>
                <a:lnTo>
                  <a:pt x="55877" y="43668"/>
                </a:lnTo>
                <a:lnTo>
                  <a:pt x="5499" y="43668"/>
                </a:lnTo>
                <a:lnTo>
                  <a:pt x="2052" y="45301"/>
                </a:lnTo>
                <a:close/>
              </a:path>
              <a:path w="56515" h="56515">
                <a:moveTo>
                  <a:pt x="7167" y="50710"/>
                </a:move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55877" y="43668"/>
                </a:lnTo>
                <a:lnTo>
                  <a:pt x="55789" y="43884"/>
                </a:lnTo>
                <a:lnTo>
                  <a:pt x="50711" y="43884"/>
                </a:lnTo>
                <a:lnTo>
                  <a:pt x="50133" y="44394"/>
                </a:lnTo>
                <a:lnTo>
                  <a:pt x="49464" y="45766"/>
                </a:lnTo>
                <a:lnTo>
                  <a:pt x="50972" y="48578"/>
                </a:lnTo>
                <a:lnTo>
                  <a:pt x="50640" y="49077"/>
                </a:lnTo>
                <a:lnTo>
                  <a:pt x="11272" y="49077"/>
                </a:lnTo>
                <a:lnTo>
                  <a:pt x="7167" y="50710"/>
                </a:lnTo>
                <a:close/>
              </a:path>
              <a:path w="56515" h="56515">
                <a:moveTo>
                  <a:pt x="55315" y="45041"/>
                </a:moveTo>
                <a:lnTo>
                  <a:pt x="50711" y="43884"/>
                </a:lnTo>
                <a:lnTo>
                  <a:pt x="55789" y="43884"/>
                </a:lnTo>
                <a:lnTo>
                  <a:pt x="55315" y="45041"/>
                </a:lnTo>
                <a:close/>
              </a:path>
              <a:path w="56515" h="56515">
                <a:moveTo>
                  <a:pt x="14481" y="56369"/>
                </a:moveTo>
                <a:lnTo>
                  <a:pt x="11200" y="54917"/>
                </a:lnTo>
                <a:lnTo>
                  <a:pt x="11344" y="54917"/>
                </a:lnTo>
                <a:lnTo>
                  <a:pt x="12540" y="50710"/>
                </a:lnTo>
                <a:lnTo>
                  <a:pt x="12621" y="50427"/>
                </a:lnTo>
                <a:lnTo>
                  <a:pt x="11272" y="49077"/>
                </a:lnTo>
                <a:lnTo>
                  <a:pt x="45449" y="49077"/>
                </a:lnTo>
                <a:lnTo>
                  <a:pt x="44100" y="50427"/>
                </a:lnTo>
                <a:lnTo>
                  <a:pt x="44143" y="50710"/>
                </a:lnTo>
                <a:lnTo>
                  <a:pt x="45438" y="54917"/>
                </a:lnTo>
                <a:lnTo>
                  <a:pt x="44694" y="55280"/>
                </a:lnTo>
                <a:lnTo>
                  <a:pt x="20184" y="55280"/>
                </a:lnTo>
                <a:lnTo>
                  <a:pt x="14481" y="56369"/>
                </a:lnTo>
                <a:close/>
              </a:path>
              <a:path w="56515" h="56515">
                <a:moveTo>
                  <a:pt x="49554" y="50710"/>
                </a:moveTo>
                <a:lnTo>
                  <a:pt x="45449" y="49077"/>
                </a:lnTo>
                <a:lnTo>
                  <a:pt x="50640" y="49077"/>
                </a:lnTo>
                <a:lnTo>
                  <a:pt x="49554" y="50710"/>
                </a:lnTo>
                <a:close/>
              </a:path>
              <a:path w="56515" h="56515">
                <a:moveTo>
                  <a:pt x="43601" y="55813"/>
                </a:moveTo>
                <a:lnTo>
                  <a:pt x="40482" y="55280"/>
                </a:lnTo>
                <a:lnTo>
                  <a:pt x="44694" y="55280"/>
                </a:lnTo>
                <a:lnTo>
                  <a:pt x="43601" y="55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966327" y="759552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52"/>
                </a:moveTo>
                <a:lnTo>
                  <a:pt x="24221" y="55439"/>
                </a:lnTo>
                <a:lnTo>
                  <a:pt x="21942" y="54634"/>
                </a:lnTo>
                <a:lnTo>
                  <a:pt x="22963" y="49917"/>
                </a:lnTo>
                <a:lnTo>
                  <a:pt x="22509" y="49395"/>
                </a:lnTo>
                <a:lnTo>
                  <a:pt x="20547" y="48034"/>
                </a:lnTo>
                <a:lnTo>
                  <a:pt x="13074" y="51175"/>
                </a:lnTo>
                <a:lnTo>
                  <a:pt x="10738" y="48306"/>
                </a:lnTo>
                <a:lnTo>
                  <a:pt x="12337" y="45188"/>
                </a:lnTo>
                <a:lnTo>
                  <a:pt x="11623" y="43952"/>
                </a:lnTo>
                <a:lnTo>
                  <a:pt x="10818" y="43283"/>
                </a:lnTo>
                <a:lnTo>
                  <a:pt x="6736" y="44791"/>
                </a:lnTo>
                <a:lnTo>
                  <a:pt x="5602" y="43079"/>
                </a:lnTo>
                <a:lnTo>
                  <a:pt x="6237" y="39586"/>
                </a:lnTo>
                <a:lnTo>
                  <a:pt x="6146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28" y="33497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19" y="19776"/>
                </a:lnTo>
                <a:lnTo>
                  <a:pt x="4570" y="13142"/>
                </a:lnTo>
                <a:lnTo>
                  <a:pt x="6962" y="10398"/>
                </a:lnTo>
                <a:lnTo>
                  <a:pt x="10636" y="12008"/>
                </a:lnTo>
                <a:lnTo>
                  <a:pt x="11623" y="11294"/>
                </a:lnTo>
                <a:lnTo>
                  <a:pt x="12337" y="10058"/>
                </a:lnTo>
                <a:lnTo>
                  <a:pt x="10738" y="6939"/>
                </a:lnTo>
                <a:lnTo>
                  <a:pt x="13074" y="4070"/>
                </a:lnTo>
                <a:lnTo>
                  <a:pt x="20547" y="7212"/>
                </a:lnTo>
                <a:lnTo>
                  <a:pt x="22509" y="5851"/>
                </a:lnTo>
                <a:lnTo>
                  <a:pt x="23235" y="4796"/>
                </a:lnTo>
                <a:lnTo>
                  <a:pt x="21602" y="1270"/>
                </a:lnTo>
                <a:lnTo>
                  <a:pt x="22940" y="0"/>
                </a:lnTo>
                <a:lnTo>
                  <a:pt x="33078" y="22"/>
                </a:lnTo>
                <a:lnTo>
                  <a:pt x="34291" y="1496"/>
                </a:lnTo>
                <a:lnTo>
                  <a:pt x="32692" y="4615"/>
                </a:lnTo>
                <a:lnTo>
                  <a:pt x="33395" y="5851"/>
                </a:lnTo>
                <a:lnTo>
                  <a:pt x="35357" y="7212"/>
                </a:lnTo>
                <a:lnTo>
                  <a:pt x="42829" y="4070"/>
                </a:lnTo>
                <a:lnTo>
                  <a:pt x="45177" y="6939"/>
                </a:lnTo>
                <a:lnTo>
                  <a:pt x="43578" y="10058"/>
                </a:lnTo>
                <a:lnTo>
                  <a:pt x="44281" y="11294"/>
                </a:lnTo>
                <a:lnTo>
                  <a:pt x="45370" y="12020"/>
                </a:lnTo>
                <a:lnTo>
                  <a:pt x="48817" y="10387"/>
                </a:lnTo>
                <a:lnTo>
                  <a:pt x="50234" y="11804"/>
                </a:lnTo>
                <a:lnTo>
                  <a:pt x="49679" y="15943"/>
                </a:lnTo>
                <a:lnTo>
                  <a:pt x="49792" y="18075"/>
                </a:lnTo>
                <a:lnTo>
                  <a:pt x="49157" y="20989"/>
                </a:lnTo>
                <a:lnTo>
                  <a:pt x="50064" y="22906"/>
                </a:lnTo>
                <a:lnTo>
                  <a:pt x="54555" y="21567"/>
                </a:lnTo>
                <a:lnTo>
                  <a:pt x="55677" y="22690"/>
                </a:lnTo>
                <a:lnTo>
                  <a:pt x="55122" y="26829"/>
                </a:lnTo>
                <a:lnTo>
                  <a:pt x="55235" y="28984"/>
                </a:lnTo>
                <a:lnTo>
                  <a:pt x="55609" y="31796"/>
                </a:lnTo>
                <a:lnTo>
                  <a:pt x="54929" y="33633"/>
                </a:lnTo>
                <a:lnTo>
                  <a:pt x="50280" y="32612"/>
                </a:lnTo>
                <a:lnTo>
                  <a:pt x="49724" y="33066"/>
                </a:lnTo>
                <a:lnTo>
                  <a:pt x="48352" y="35028"/>
                </a:lnTo>
                <a:lnTo>
                  <a:pt x="51505" y="42500"/>
                </a:lnTo>
                <a:lnTo>
                  <a:pt x="48636" y="44848"/>
                </a:lnTo>
                <a:lnTo>
                  <a:pt x="45506" y="43249"/>
                </a:lnTo>
                <a:lnTo>
                  <a:pt x="44281" y="43952"/>
                </a:lnTo>
                <a:lnTo>
                  <a:pt x="43556" y="45041"/>
                </a:lnTo>
                <a:lnTo>
                  <a:pt x="45188" y="48488"/>
                </a:lnTo>
                <a:lnTo>
                  <a:pt x="43385" y="50302"/>
                </a:lnTo>
                <a:lnTo>
                  <a:pt x="39938" y="48692"/>
                </a:lnTo>
                <a:lnTo>
                  <a:pt x="37749" y="50098"/>
                </a:lnTo>
                <a:lnTo>
                  <a:pt x="34302" y="48488"/>
                </a:lnTo>
                <a:lnTo>
                  <a:pt x="32828" y="49973"/>
                </a:lnTo>
                <a:lnTo>
                  <a:pt x="34087" y="54543"/>
                </a:lnTo>
                <a:lnTo>
                  <a:pt x="31739" y="55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011849" y="760020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78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6" y="44814"/>
                </a:lnTo>
                <a:lnTo>
                  <a:pt x="19299" y="44712"/>
                </a:lnTo>
                <a:lnTo>
                  <a:pt x="16283" y="44712"/>
                </a:lnTo>
                <a:lnTo>
                  <a:pt x="13119" y="45245"/>
                </a:lnTo>
                <a:lnTo>
                  <a:pt x="11305" y="44337"/>
                </a:lnTo>
                <a:lnTo>
                  <a:pt x="12688" y="39904"/>
                </a:lnTo>
                <a:lnTo>
                  <a:pt x="11294" y="38509"/>
                </a:lnTo>
                <a:lnTo>
                  <a:pt x="7189" y="40142"/>
                </a:lnTo>
                <a:lnTo>
                  <a:pt x="5771" y="38010"/>
                </a:lnTo>
                <a:lnTo>
                  <a:pt x="7280" y="35198"/>
                </a:lnTo>
                <a:lnTo>
                  <a:pt x="6610" y="33826"/>
                </a:lnTo>
                <a:lnTo>
                  <a:pt x="5862" y="33179"/>
                </a:lnTo>
                <a:lnTo>
                  <a:pt x="1655" y="34631"/>
                </a:lnTo>
                <a:lnTo>
                  <a:pt x="0" y="31909"/>
                </a:lnTo>
                <a:lnTo>
                  <a:pt x="1167" y="25264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0" y="12054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3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92" y="1474"/>
                </a:lnTo>
                <a:lnTo>
                  <a:pt x="33122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4" y="11146"/>
                </a:lnTo>
                <a:lnTo>
                  <a:pt x="45619" y="12961"/>
                </a:lnTo>
                <a:lnTo>
                  <a:pt x="43918" y="16397"/>
                </a:lnTo>
                <a:lnTo>
                  <a:pt x="44711" y="17497"/>
                </a:lnTo>
                <a:lnTo>
                  <a:pt x="44711" y="29709"/>
                </a:lnTo>
                <a:lnTo>
                  <a:pt x="45222" y="32624"/>
                </a:lnTo>
                <a:lnTo>
                  <a:pt x="44416" y="34517"/>
                </a:lnTo>
                <a:lnTo>
                  <a:pt x="39835" y="33259"/>
                </a:lnTo>
                <a:lnTo>
                  <a:pt x="38611" y="34483"/>
                </a:lnTo>
                <a:lnTo>
                  <a:pt x="40039" y="38860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5" y="39269"/>
                </a:lnTo>
                <a:lnTo>
                  <a:pt x="33100" y="40357"/>
                </a:lnTo>
                <a:lnTo>
                  <a:pt x="34732" y="43805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1297308" y="76006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96" y="44927"/>
                </a:moveTo>
                <a:lnTo>
                  <a:pt x="17247" y="43657"/>
                </a:lnTo>
                <a:lnTo>
                  <a:pt x="18778" y="39620"/>
                </a:lnTo>
                <a:lnTo>
                  <a:pt x="18087" y="38792"/>
                </a:lnTo>
                <a:lnTo>
                  <a:pt x="16125" y="37432"/>
                </a:lnTo>
                <a:lnTo>
                  <a:pt x="8663" y="40573"/>
                </a:lnTo>
                <a:lnTo>
                  <a:pt x="6316" y="37704"/>
                </a:lnTo>
                <a:lnTo>
                  <a:pt x="7915" y="34585"/>
                </a:lnTo>
                <a:lnTo>
                  <a:pt x="6486" y="32261"/>
                </a:lnTo>
                <a:lnTo>
                  <a:pt x="8108" y="28814"/>
                </a:lnTo>
                <a:lnTo>
                  <a:pt x="6294" y="26999"/>
                </a:lnTo>
                <a:lnTo>
                  <a:pt x="2778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36"/>
                </a:lnTo>
                <a:lnTo>
                  <a:pt x="5987" y="17723"/>
                </a:lnTo>
                <a:lnTo>
                  <a:pt x="7212" y="17020"/>
                </a:lnTo>
                <a:lnTo>
                  <a:pt x="8572" y="15059"/>
                </a:lnTo>
                <a:lnTo>
                  <a:pt x="5443" y="7586"/>
                </a:lnTo>
                <a:lnTo>
                  <a:pt x="8300" y="5250"/>
                </a:lnTo>
                <a:lnTo>
                  <a:pt x="11419" y="6837"/>
                </a:lnTo>
                <a:lnTo>
                  <a:pt x="12655" y="6134"/>
                </a:lnTo>
                <a:lnTo>
                  <a:pt x="13744" y="5409"/>
                </a:lnTo>
                <a:lnTo>
                  <a:pt x="17179" y="7041"/>
                </a:lnTo>
                <a:lnTo>
                  <a:pt x="18563" y="5658"/>
                </a:lnTo>
                <a:lnTo>
                  <a:pt x="17531" y="873"/>
                </a:lnTo>
                <a:lnTo>
                  <a:pt x="20094" y="56"/>
                </a:lnTo>
                <a:lnTo>
                  <a:pt x="27000" y="0"/>
                </a:lnTo>
                <a:lnTo>
                  <a:pt x="29574" y="895"/>
                </a:lnTo>
                <a:lnTo>
                  <a:pt x="28474" y="5635"/>
                </a:lnTo>
                <a:lnTo>
                  <a:pt x="29494" y="6645"/>
                </a:lnTo>
                <a:lnTo>
                  <a:pt x="33622" y="6089"/>
                </a:lnTo>
                <a:lnTo>
                  <a:pt x="35244" y="6180"/>
                </a:lnTo>
                <a:lnTo>
                  <a:pt x="39292" y="5601"/>
                </a:lnTo>
                <a:lnTo>
                  <a:pt x="40755" y="6985"/>
                </a:lnTo>
                <a:lnTo>
                  <a:pt x="39133" y="10534"/>
                </a:lnTo>
                <a:lnTo>
                  <a:pt x="40573" y="12666"/>
                </a:lnTo>
                <a:lnTo>
                  <a:pt x="38940" y="16113"/>
                </a:lnTo>
                <a:lnTo>
                  <a:pt x="40426" y="17587"/>
                </a:lnTo>
                <a:lnTo>
                  <a:pt x="44996" y="16340"/>
                </a:lnTo>
                <a:lnTo>
                  <a:pt x="45790" y="18200"/>
                </a:lnTo>
                <a:lnTo>
                  <a:pt x="45994" y="26908"/>
                </a:lnTo>
                <a:lnTo>
                  <a:pt x="44701" y="28757"/>
                </a:lnTo>
                <a:lnTo>
                  <a:pt x="40675" y="27226"/>
                </a:lnTo>
                <a:lnTo>
                  <a:pt x="39847" y="27906"/>
                </a:lnTo>
                <a:lnTo>
                  <a:pt x="38487" y="29868"/>
                </a:lnTo>
                <a:lnTo>
                  <a:pt x="41628" y="37341"/>
                </a:lnTo>
                <a:lnTo>
                  <a:pt x="38759" y="39688"/>
                </a:lnTo>
                <a:lnTo>
                  <a:pt x="35640" y="38089"/>
                </a:lnTo>
                <a:lnTo>
                  <a:pt x="33327" y="39518"/>
                </a:lnTo>
                <a:lnTo>
                  <a:pt x="29880" y="37885"/>
                </a:lnTo>
                <a:lnTo>
                  <a:pt x="28406" y="39371"/>
                </a:lnTo>
                <a:lnTo>
                  <a:pt x="29664" y="43941"/>
                </a:lnTo>
                <a:lnTo>
                  <a:pt x="27793" y="44734"/>
                </a:lnTo>
                <a:lnTo>
                  <a:pt x="19096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97321" y="76122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634788" y="7610481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2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12" y="7223"/>
                </a:lnTo>
                <a:lnTo>
                  <a:pt x="7212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4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2464" y="6338"/>
                </a:lnTo>
                <a:lnTo>
                  <a:pt x="23926" y="7540"/>
                </a:lnTo>
                <a:lnTo>
                  <a:pt x="23949" y="17689"/>
                </a:lnTo>
                <a:lnTo>
                  <a:pt x="22679" y="19016"/>
                </a:lnTo>
                <a:lnTo>
                  <a:pt x="19153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485958" y="7747181"/>
            <a:ext cx="77518" cy="7842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812438" y="7747317"/>
            <a:ext cx="77700" cy="78107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139031" y="7747317"/>
            <a:ext cx="77677" cy="7810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465217" y="7747816"/>
            <a:ext cx="77995" cy="7748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792059" y="7747510"/>
            <a:ext cx="77892" cy="7783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64277" y="7752590"/>
            <a:ext cx="67606" cy="6764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124447" y="7753305"/>
            <a:ext cx="66246" cy="66643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8843568" y="775823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02" y="55915"/>
                </a:moveTo>
                <a:lnTo>
                  <a:pt x="34699" y="55405"/>
                </a:lnTo>
                <a:lnTo>
                  <a:pt x="21239" y="55405"/>
                </a:lnTo>
                <a:lnTo>
                  <a:pt x="18143" y="55927"/>
                </a:lnTo>
                <a:lnTo>
                  <a:pt x="16340" y="55065"/>
                </a:lnTo>
                <a:lnTo>
                  <a:pt x="17610" y="50597"/>
                </a:lnTo>
                <a:lnTo>
                  <a:pt x="17043" y="49962"/>
                </a:lnTo>
                <a:lnTo>
                  <a:pt x="6157" y="49962"/>
                </a:lnTo>
                <a:lnTo>
                  <a:pt x="6157" y="39076"/>
                </a:lnTo>
                <a:lnTo>
                  <a:pt x="5068" y="38350"/>
                </a:lnTo>
                <a:lnTo>
                  <a:pt x="1621" y="39983"/>
                </a:lnTo>
                <a:lnTo>
                  <a:pt x="45" y="38407"/>
                </a:lnTo>
                <a:lnTo>
                  <a:pt x="952" y="34597"/>
                </a:lnTo>
                <a:lnTo>
                  <a:pt x="0" y="30764"/>
                </a:lnTo>
                <a:lnTo>
                  <a:pt x="805" y="21908"/>
                </a:lnTo>
                <a:lnTo>
                  <a:pt x="158" y="17859"/>
                </a:lnTo>
                <a:lnTo>
                  <a:pt x="1292" y="16737"/>
                </a:lnTo>
                <a:lnTo>
                  <a:pt x="5873" y="17995"/>
                </a:lnTo>
                <a:lnTo>
                  <a:pt x="7472" y="14231"/>
                </a:lnTo>
                <a:lnTo>
                  <a:pt x="5148" y="9615"/>
                </a:lnTo>
                <a:lnTo>
                  <a:pt x="6157" y="6418"/>
                </a:lnTo>
                <a:lnTo>
                  <a:pt x="17043" y="6418"/>
                </a:lnTo>
                <a:lnTo>
                  <a:pt x="17497" y="5896"/>
                </a:lnTo>
                <a:lnTo>
                  <a:pt x="16476" y="1179"/>
                </a:lnTo>
                <a:lnTo>
                  <a:pt x="19833" y="0"/>
                </a:lnTo>
                <a:lnTo>
                  <a:pt x="24935" y="975"/>
                </a:lnTo>
                <a:lnTo>
                  <a:pt x="31161" y="975"/>
                </a:lnTo>
                <a:lnTo>
                  <a:pt x="35708" y="158"/>
                </a:lnTo>
                <a:lnTo>
                  <a:pt x="39314" y="1111"/>
                </a:lnTo>
                <a:lnTo>
                  <a:pt x="38384" y="5987"/>
                </a:lnTo>
                <a:lnTo>
                  <a:pt x="39326" y="6928"/>
                </a:lnTo>
                <a:lnTo>
                  <a:pt x="43465" y="6372"/>
                </a:lnTo>
                <a:lnTo>
                  <a:pt x="45131" y="6463"/>
                </a:lnTo>
                <a:lnTo>
                  <a:pt x="49089" y="5873"/>
                </a:lnTo>
                <a:lnTo>
                  <a:pt x="50597" y="7223"/>
                </a:lnTo>
                <a:lnTo>
                  <a:pt x="48987" y="10863"/>
                </a:lnTo>
                <a:lnTo>
                  <a:pt x="50427" y="12949"/>
                </a:lnTo>
                <a:lnTo>
                  <a:pt x="48794" y="16397"/>
                </a:lnTo>
                <a:lnTo>
                  <a:pt x="50279" y="17882"/>
                </a:lnTo>
                <a:lnTo>
                  <a:pt x="54849" y="16612"/>
                </a:lnTo>
                <a:lnTo>
                  <a:pt x="56221" y="19799"/>
                </a:lnTo>
                <a:lnTo>
                  <a:pt x="55144" y="25434"/>
                </a:lnTo>
                <a:lnTo>
                  <a:pt x="55144" y="30322"/>
                </a:lnTo>
                <a:lnTo>
                  <a:pt x="56312" y="37409"/>
                </a:lnTo>
                <a:lnTo>
                  <a:pt x="54555" y="39926"/>
                </a:lnTo>
                <a:lnTo>
                  <a:pt x="50540" y="38395"/>
                </a:lnTo>
                <a:lnTo>
                  <a:pt x="49701" y="39076"/>
                </a:lnTo>
                <a:lnTo>
                  <a:pt x="48341" y="41038"/>
                </a:lnTo>
                <a:lnTo>
                  <a:pt x="51482" y="48510"/>
                </a:lnTo>
                <a:lnTo>
                  <a:pt x="48613" y="50858"/>
                </a:lnTo>
                <a:lnTo>
                  <a:pt x="45483" y="49259"/>
                </a:lnTo>
                <a:lnTo>
                  <a:pt x="43170" y="50688"/>
                </a:lnTo>
                <a:lnTo>
                  <a:pt x="39723" y="49055"/>
                </a:lnTo>
                <a:lnTo>
                  <a:pt x="38248" y="50529"/>
                </a:lnTo>
                <a:lnTo>
                  <a:pt x="39496" y="55121"/>
                </a:lnTo>
                <a:lnTo>
                  <a:pt x="37602" y="559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1456234" y="775880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5"/>
                </a:lnTo>
                <a:lnTo>
                  <a:pt x="10727" y="48306"/>
                </a:lnTo>
                <a:lnTo>
                  <a:pt x="12315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4" y="44791"/>
                </a:lnTo>
                <a:lnTo>
                  <a:pt x="5590" y="43079"/>
                </a:lnTo>
                <a:lnTo>
                  <a:pt x="6225" y="39597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8" y="19776"/>
                </a:lnTo>
                <a:lnTo>
                  <a:pt x="4558" y="13153"/>
                </a:lnTo>
                <a:lnTo>
                  <a:pt x="6951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5" y="10069"/>
                </a:lnTo>
                <a:lnTo>
                  <a:pt x="10727" y="6939"/>
                </a:lnTo>
                <a:lnTo>
                  <a:pt x="13063" y="4070"/>
                </a:lnTo>
                <a:lnTo>
                  <a:pt x="20536" y="7211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80" y="4626"/>
                </a:lnTo>
                <a:lnTo>
                  <a:pt x="33383" y="5851"/>
                </a:lnTo>
                <a:lnTo>
                  <a:pt x="35345" y="7211"/>
                </a:lnTo>
                <a:lnTo>
                  <a:pt x="42818" y="4070"/>
                </a:lnTo>
                <a:lnTo>
                  <a:pt x="45154" y="6939"/>
                </a:lnTo>
                <a:lnTo>
                  <a:pt x="43566" y="10058"/>
                </a:lnTo>
                <a:lnTo>
                  <a:pt x="44269" y="11294"/>
                </a:lnTo>
                <a:lnTo>
                  <a:pt x="45358" y="12019"/>
                </a:lnTo>
                <a:lnTo>
                  <a:pt x="48805" y="10387"/>
                </a:lnTo>
                <a:lnTo>
                  <a:pt x="50223" y="11804"/>
                </a:lnTo>
                <a:lnTo>
                  <a:pt x="49667" y="15943"/>
                </a:lnTo>
                <a:lnTo>
                  <a:pt x="49780" y="18075"/>
                </a:lnTo>
                <a:lnTo>
                  <a:pt x="49145" y="20989"/>
                </a:lnTo>
                <a:lnTo>
                  <a:pt x="50053" y="22906"/>
                </a:lnTo>
                <a:lnTo>
                  <a:pt x="54543" y="21567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44"/>
                </a:lnTo>
                <a:lnTo>
                  <a:pt x="50268" y="32612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48"/>
                </a:lnTo>
                <a:lnTo>
                  <a:pt x="45483" y="43249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5" y="48488"/>
                </a:lnTo>
                <a:lnTo>
                  <a:pt x="43362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99"/>
                </a:lnTo>
                <a:lnTo>
                  <a:pt x="32805" y="49973"/>
                </a:lnTo>
                <a:lnTo>
                  <a:pt x="34075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521364" y="776396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8"/>
                </a:moveTo>
                <a:lnTo>
                  <a:pt x="17258" y="43657"/>
                </a:lnTo>
                <a:lnTo>
                  <a:pt x="18789" y="39620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3"/>
                </a:lnTo>
                <a:lnTo>
                  <a:pt x="6315" y="26999"/>
                </a:lnTo>
                <a:lnTo>
                  <a:pt x="2800" y="28632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4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6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6" y="10534"/>
                </a:lnTo>
                <a:lnTo>
                  <a:pt x="40606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5" y="44734"/>
                </a:lnTo>
                <a:lnTo>
                  <a:pt x="19118" y="44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1793826" y="7769566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21840" y="33712"/>
                </a:moveTo>
                <a:lnTo>
                  <a:pt x="17713" y="33157"/>
                </a:lnTo>
                <a:lnTo>
                  <a:pt x="16193" y="33225"/>
                </a:lnTo>
                <a:lnTo>
                  <a:pt x="11952" y="33656"/>
                </a:lnTo>
                <a:lnTo>
                  <a:pt x="10569" y="32329"/>
                </a:lnTo>
                <a:lnTo>
                  <a:pt x="12201" y="28802"/>
                </a:lnTo>
                <a:lnTo>
                  <a:pt x="11476" y="27748"/>
                </a:lnTo>
                <a:lnTo>
                  <a:pt x="10115" y="27079"/>
                </a:lnTo>
                <a:lnTo>
                  <a:pt x="7291" y="28587"/>
                </a:lnTo>
                <a:lnTo>
                  <a:pt x="5171" y="27169"/>
                </a:lnTo>
                <a:lnTo>
                  <a:pt x="6792" y="23064"/>
                </a:lnTo>
                <a:lnTo>
                  <a:pt x="5511" y="21783"/>
                </a:lnTo>
                <a:lnTo>
                  <a:pt x="828" y="22928"/>
                </a:lnTo>
                <a:lnTo>
                  <a:pt x="260" y="21375"/>
                </a:lnTo>
                <a:lnTo>
                  <a:pt x="0" y="11906"/>
                </a:lnTo>
                <a:lnTo>
                  <a:pt x="1689" y="10534"/>
                </a:lnTo>
                <a:lnTo>
                  <a:pt x="4808" y="12133"/>
                </a:lnTo>
                <a:lnTo>
                  <a:pt x="6044" y="11419"/>
                </a:lnTo>
                <a:lnTo>
                  <a:pt x="6758" y="10330"/>
                </a:lnTo>
                <a:lnTo>
                  <a:pt x="5137" y="6883"/>
                </a:lnTo>
                <a:lnTo>
                  <a:pt x="6940" y="5068"/>
                </a:lnTo>
                <a:lnTo>
                  <a:pt x="10398" y="6701"/>
                </a:lnTo>
                <a:lnTo>
                  <a:pt x="11476" y="5976"/>
                </a:lnTo>
                <a:lnTo>
                  <a:pt x="12088" y="5284"/>
                </a:lnTo>
                <a:lnTo>
                  <a:pt x="10727" y="941"/>
                </a:lnTo>
                <a:lnTo>
                  <a:pt x="12485" y="0"/>
                </a:lnTo>
                <a:lnTo>
                  <a:pt x="15751" y="532"/>
                </a:lnTo>
                <a:lnTo>
                  <a:pt x="18200" y="532"/>
                </a:lnTo>
                <a:lnTo>
                  <a:pt x="21194" y="11"/>
                </a:lnTo>
                <a:lnTo>
                  <a:pt x="23054" y="850"/>
                </a:lnTo>
                <a:lnTo>
                  <a:pt x="21761" y="5386"/>
                </a:lnTo>
                <a:lnTo>
                  <a:pt x="23110" y="6735"/>
                </a:lnTo>
                <a:lnTo>
                  <a:pt x="27215" y="5102"/>
                </a:lnTo>
                <a:lnTo>
                  <a:pt x="28621" y="7234"/>
                </a:lnTo>
                <a:lnTo>
                  <a:pt x="27113" y="10046"/>
                </a:lnTo>
                <a:lnTo>
                  <a:pt x="27794" y="11419"/>
                </a:lnTo>
                <a:lnTo>
                  <a:pt x="28882" y="12144"/>
                </a:lnTo>
                <a:lnTo>
                  <a:pt x="32318" y="10511"/>
                </a:lnTo>
                <a:lnTo>
                  <a:pt x="33747" y="11929"/>
                </a:lnTo>
                <a:lnTo>
                  <a:pt x="33180" y="16068"/>
                </a:lnTo>
                <a:lnTo>
                  <a:pt x="33293" y="18188"/>
                </a:lnTo>
                <a:lnTo>
                  <a:pt x="33690" y="21080"/>
                </a:lnTo>
                <a:lnTo>
                  <a:pt x="32987" y="22928"/>
                </a:lnTo>
                <a:lnTo>
                  <a:pt x="28304" y="21783"/>
                </a:lnTo>
                <a:lnTo>
                  <a:pt x="27034" y="23064"/>
                </a:lnTo>
                <a:lnTo>
                  <a:pt x="28655" y="27169"/>
                </a:lnTo>
                <a:lnTo>
                  <a:pt x="26546" y="28598"/>
                </a:lnTo>
                <a:lnTo>
                  <a:pt x="23711" y="27079"/>
                </a:lnTo>
                <a:lnTo>
                  <a:pt x="22350" y="27748"/>
                </a:lnTo>
                <a:lnTo>
                  <a:pt x="21636" y="28836"/>
                </a:lnTo>
                <a:lnTo>
                  <a:pt x="23257" y="32283"/>
                </a:lnTo>
                <a:lnTo>
                  <a:pt x="2184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205668" y="777377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40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23" y="18109"/>
                </a:lnTo>
                <a:lnTo>
                  <a:pt x="5987" y="17406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8993" y="2868"/>
                </a:lnTo>
                <a:lnTo>
                  <a:pt x="17406" y="5998"/>
                </a:lnTo>
                <a:lnTo>
                  <a:pt x="18109" y="7223"/>
                </a:lnTo>
                <a:lnTo>
                  <a:pt x="19334" y="7937"/>
                </a:lnTo>
                <a:lnTo>
                  <a:pt x="22463" y="6338"/>
                </a:lnTo>
                <a:lnTo>
                  <a:pt x="23937" y="7540"/>
                </a:lnTo>
                <a:lnTo>
                  <a:pt x="23960" y="17689"/>
                </a:lnTo>
                <a:lnTo>
                  <a:pt x="22690" y="19016"/>
                </a:lnTo>
                <a:lnTo>
                  <a:pt x="19164" y="17383"/>
                </a:lnTo>
                <a:lnTo>
                  <a:pt x="18109" y="18109"/>
                </a:lnTo>
                <a:lnTo>
                  <a:pt x="17383" y="19163"/>
                </a:lnTo>
                <a:lnTo>
                  <a:pt x="19016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316691" y="7905290"/>
            <a:ext cx="89323" cy="88834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950009" y="7904972"/>
            <a:ext cx="88336" cy="8937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995565" y="7911118"/>
            <a:ext cx="78027" cy="7749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282181" y="7910460"/>
            <a:ext cx="77473" cy="78436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674506" y="7916028"/>
            <a:ext cx="67436" cy="67425"/>
          </a:xfrm>
          <a:prstGeom prst="rect">
            <a:avLst/>
          </a:prstGeom>
        </p:spPr>
      </p:pic>
      <p:sp>
        <p:nvSpPr>
          <p:cNvPr id="73" name="object 73"/>
          <p:cNvSpPr/>
          <p:nvPr/>
        </p:nvSpPr>
        <p:spPr>
          <a:xfrm>
            <a:off x="11619104" y="792139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333" y="56664"/>
                </a:moveTo>
                <a:lnTo>
                  <a:pt x="11294" y="55178"/>
                </a:lnTo>
                <a:lnTo>
                  <a:pt x="12643" y="50722"/>
                </a:lnTo>
                <a:lnTo>
                  <a:pt x="11272" y="49338"/>
                </a:lnTo>
                <a:lnTo>
                  <a:pt x="7155" y="50971"/>
                </a:lnTo>
                <a:lnTo>
                  <a:pt x="5749" y="48839"/>
                </a:lnTo>
                <a:lnTo>
                  <a:pt x="7257" y="46027"/>
                </a:lnTo>
                <a:lnTo>
                  <a:pt x="6588" y="44655"/>
                </a:lnTo>
                <a:lnTo>
                  <a:pt x="5499" y="43929"/>
                </a:lnTo>
                <a:lnTo>
                  <a:pt x="2052" y="45562"/>
                </a:lnTo>
                <a:lnTo>
                  <a:pt x="476" y="43986"/>
                </a:lnTo>
                <a:lnTo>
                  <a:pt x="1383" y="40176"/>
                </a:lnTo>
                <a:lnTo>
                  <a:pt x="442" y="36343"/>
                </a:lnTo>
                <a:lnTo>
                  <a:pt x="827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38"/>
                </a:lnTo>
                <a:lnTo>
                  <a:pt x="2234" y="11112"/>
                </a:lnTo>
                <a:lnTo>
                  <a:pt x="5363" y="12711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3" y="7280"/>
                </a:lnTo>
                <a:lnTo>
                  <a:pt x="12031" y="6554"/>
                </a:lnTo>
                <a:lnTo>
                  <a:pt x="12542" y="5975"/>
                </a:lnTo>
                <a:lnTo>
                  <a:pt x="11373" y="1383"/>
                </a:lnTo>
                <a:lnTo>
                  <a:pt x="13392" y="532"/>
                </a:lnTo>
                <a:lnTo>
                  <a:pt x="15977" y="1281"/>
                </a:lnTo>
                <a:lnTo>
                  <a:pt x="22328" y="578"/>
                </a:lnTo>
                <a:lnTo>
                  <a:pt x="28939" y="532"/>
                </a:lnTo>
                <a:lnTo>
                  <a:pt x="35414" y="1315"/>
                </a:lnTo>
                <a:lnTo>
                  <a:pt x="43760" y="0"/>
                </a:lnTo>
                <a:lnTo>
                  <a:pt x="45563" y="2199"/>
                </a:lnTo>
                <a:lnTo>
                  <a:pt x="43964" y="5329"/>
                </a:lnTo>
                <a:lnTo>
                  <a:pt x="44678" y="6554"/>
                </a:lnTo>
                <a:lnTo>
                  <a:pt x="45767" y="7280"/>
                </a:lnTo>
                <a:lnTo>
                  <a:pt x="49202" y="5647"/>
                </a:lnTo>
                <a:lnTo>
                  <a:pt x="50869" y="7314"/>
                </a:lnTo>
                <a:lnTo>
                  <a:pt x="49237" y="11419"/>
                </a:lnTo>
                <a:lnTo>
                  <a:pt x="51357" y="12847"/>
                </a:lnTo>
                <a:lnTo>
                  <a:pt x="54192" y="11339"/>
                </a:lnTo>
                <a:lnTo>
                  <a:pt x="55553" y="11997"/>
                </a:lnTo>
                <a:lnTo>
                  <a:pt x="55553" y="40437"/>
                </a:lnTo>
                <a:lnTo>
                  <a:pt x="56086" y="43566"/>
                </a:lnTo>
                <a:lnTo>
                  <a:pt x="55190" y="45392"/>
                </a:lnTo>
                <a:lnTo>
                  <a:pt x="50734" y="44031"/>
                </a:lnTo>
                <a:lnTo>
                  <a:pt x="49351" y="45415"/>
                </a:lnTo>
                <a:lnTo>
                  <a:pt x="50983" y="49520"/>
                </a:lnTo>
                <a:lnTo>
                  <a:pt x="48863" y="50937"/>
                </a:lnTo>
                <a:lnTo>
                  <a:pt x="46039" y="49429"/>
                </a:lnTo>
                <a:lnTo>
                  <a:pt x="44678" y="50098"/>
                </a:lnTo>
                <a:lnTo>
                  <a:pt x="44157" y="50665"/>
                </a:lnTo>
                <a:lnTo>
                  <a:pt x="45314" y="55280"/>
                </a:lnTo>
                <a:lnTo>
                  <a:pt x="43442" y="56040"/>
                </a:lnTo>
                <a:lnTo>
                  <a:pt x="40585" y="55541"/>
                </a:lnTo>
                <a:lnTo>
                  <a:pt x="20298" y="55541"/>
                </a:lnTo>
                <a:lnTo>
                  <a:pt x="14333" y="56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359343" y="792683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23"/>
                </a:moveTo>
                <a:lnTo>
                  <a:pt x="5102" y="44054"/>
                </a:lnTo>
                <a:lnTo>
                  <a:pt x="6633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17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60" y="26972"/>
                </a:lnTo>
                <a:lnTo>
                  <a:pt x="596" y="13351"/>
                </a:lnTo>
                <a:lnTo>
                  <a:pt x="510" y="6554"/>
                </a:lnTo>
                <a:lnTo>
                  <a:pt x="5953" y="6554"/>
                </a:lnTo>
                <a:lnTo>
                  <a:pt x="6463" y="5975"/>
                </a:lnTo>
                <a:lnTo>
                  <a:pt x="5306" y="1383"/>
                </a:lnTo>
                <a:lnTo>
                  <a:pt x="7325" y="532"/>
                </a:lnTo>
                <a:lnTo>
                  <a:pt x="9899" y="1281"/>
                </a:lnTo>
                <a:lnTo>
                  <a:pt x="16260" y="578"/>
                </a:lnTo>
                <a:lnTo>
                  <a:pt x="22871" y="532"/>
                </a:lnTo>
                <a:lnTo>
                  <a:pt x="29358" y="1315"/>
                </a:lnTo>
                <a:lnTo>
                  <a:pt x="37692" y="0"/>
                </a:lnTo>
                <a:lnTo>
                  <a:pt x="39507" y="2199"/>
                </a:lnTo>
                <a:lnTo>
                  <a:pt x="37908" y="5329"/>
                </a:lnTo>
                <a:lnTo>
                  <a:pt x="38611" y="6554"/>
                </a:lnTo>
                <a:lnTo>
                  <a:pt x="44054" y="6554"/>
                </a:lnTo>
                <a:lnTo>
                  <a:pt x="44054" y="35118"/>
                </a:lnTo>
                <a:lnTo>
                  <a:pt x="44564" y="37976"/>
                </a:lnTo>
                <a:lnTo>
                  <a:pt x="43793" y="39847"/>
                </a:lnTo>
                <a:lnTo>
                  <a:pt x="39189" y="38702"/>
                </a:lnTo>
                <a:lnTo>
                  <a:pt x="38611" y="39212"/>
                </a:lnTo>
                <a:lnTo>
                  <a:pt x="37885" y="40301"/>
                </a:lnTo>
                <a:lnTo>
                  <a:pt x="39518" y="43748"/>
                </a:lnTo>
                <a:lnTo>
                  <a:pt x="38101" y="45165"/>
                </a:lnTo>
                <a:lnTo>
                  <a:pt x="33962" y="44610"/>
                </a:lnTo>
                <a:lnTo>
                  <a:pt x="31365" y="44746"/>
                </a:lnTo>
                <a:lnTo>
                  <a:pt x="29539" y="44576"/>
                </a:lnTo>
                <a:lnTo>
                  <a:pt x="27725" y="44655"/>
                </a:lnTo>
                <a:lnTo>
                  <a:pt x="14707" y="44655"/>
                </a:lnTo>
                <a:lnTo>
                  <a:pt x="7620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1950484" y="7927266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84" y="44916"/>
                </a:moveTo>
                <a:lnTo>
                  <a:pt x="17236" y="43634"/>
                </a:lnTo>
                <a:lnTo>
                  <a:pt x="18767" y="39609"/>
                </a:lnTo>
                <a:lnTo>
                  <a:pt x="18087" y="38781"/>
                </a:lnTo>
                <a:lnTo>
                  <a:pt x="16113" y="37409"/>
                </a:lnTo>
                <a:lnTo>
                  <a:pt x="8652" y="40561"/>
                </a:lnTo>
                <a:lnTo>
                  <a:pt x="6305" y="37692"/>
                </a:lnTo>
                <a:lnTo>
                  <a:pt x="7904" y="34563"/>
                </a:lnTo>
                <a:lnTo>
                  <a:pt x="6475" y="32249"/>
                </a:lnTo>
                <a:lnTo>
                  <a:pt x="8108" y="28802"/>
                </a:lnTo>
                <a:lnTo>
                  <a:pt x="6294" y="26999"/>
                </a:lnTo>
                <a:lnTo>
                  <a:pt x="2891" y="28632"/>
                </a:lnTo>
                <a:lnTo>
                  <a:pt x="1768" y="27895"/>
                </a:lnTo>
                <a:lnTo>
                  <a:pt x="3129" y="25933"/>
                </a:lnTo>
                <a:lnTo>
                  <a:pt x="0" y="18460"/>
                </a:lnTo>
                <a:lnTo>
                  <a:pt x="2857" y="16124"/>
                </a:lnTo>
                <a:lnTo>
                  <a:pt x="5987" y="17723"/>
                </a:lnTo>
                <a:lnTo>
                  <a:pt x="7212" y="17009"/>
                </a:lnTo>
                <a:lnTo>
                  <a:pt x="8572" y="15047"/>
                </a:lnTo>
                <a:lnTo>
                  <a:pt x="5431" y="7574"/>
                </a:lnTo>
                <a:lnTo>
                  <a:pt x="8300" y="5238"/>
                </a:lnTo>
                <a:lnTo>
                  <a:pt x="11419" y="6837"/>
                </a:lnTo>
                <a:lnTo>
                  <a:pt x="13732" y="5397"/>
                </a:lnTo>
                <a:lnTo>
                  <a:pt x="17179" y="7030"/>
                </a:lnTo>
                <a:lnTo>
                  <a:pt x="18563" y="5647"/>
                </a:lnTo>
                <a:lnTo>
                  <a:pt x="17520" y="861"/>
                </a:lnTo>
                <a:lnTo>
                  <a:pt x="20082" y="56"/>
                </a:lnTo>
                <a:lnTo>
                  <a:pt x="26988" y="0"/>
                </a:lnTo>
                <a:lnTo>
                  <a:pt x="29562" y="884"/>
                </a:lnTo>
                <a:lnTo>
                  <a:pt x="28462" y="5624"/>
                </a:lnTo>
                <a:lnTo>
                  <a:pt x="29483" y="6645"/>
                </a:lnTo>
                <a:lnTo>
                  <a:pt x="33610" y="6089"/>
                </a:lnTo>
                <a:lnTo>
                  <a:pt x="35243" y="6168"/>
                </a:lnTo>
                <a:lnTo>
                  <a:pt x="39292" y="5590"/>
                </a:lnTo>
                <a:lnTo>
                  <a:pt x="40754" y="6973"/>
                </a:lnTo>
                <a:lnTo>
                  <a:pt x="39122" y="10523"/>
                </a:lnTo>
                <a:lnTo>
                  <a:pt x="40562" y="12655"/>
                </a:lnTo>
                <a:lnTo>
                  <a:pt x="38940" y="16102"/>
                </a:lnTo>
                <a:lnTo>
                  <a:pt x="40414" y="17587"/>
                </a:lnTo>
                <a:lnTo>
                  <a:pt x="44996" y="16329"/>
                </a:lnTo>
                <a:lnTo>
                  <a:pt x="45790" y="18188"/>
                </a:lnTo>
                <a:lnTo>
                  <a:pt x="45982" y="26897"/>
                </a:lnTo>
                <a:lnTo>
                  <a:pt x="44689" y="28745"/>
                </a:lnTo>
                <a:lnTo>
                  <a:pt x="40675" y="27215"/>
                </a:lnTo>
                <a:lnTo>
                  <a:pt x="39847" y="27895"/>
                </a:lnTo>
                <a:lnTo>
                  <a:pt x="38487" y="29857"/>
                </a:lnTo>
                <a:lnTo>
                  <a:pt x="41616" y="37330"/>
                </a:lnTo>
                <a:lnTo>
                  <a:pt x="38759" y="39666"/>
                </a:lnTo>
                <a:lnTo>
                  <a:pt x="35640" y="38067"/>
                </a:lnTo>
                <a:lnTo>
                  <a:pt x="33316" y="39507"/>
                </a:lnTo>
                <a:lnTo>
                  <a:pt x="29880" y="37874"/>
                </a:lnTo>
                <a:lnTo>
                  <a:pt x="28394" y="39348"/>
                </a:lnTo>
                <a:lnTo>
                  <a:pt x="29653" y="43929"/>
                </a:lnTo>
                <a:lnTo>
                  <a:pt x="27793" y="44723"/>
                </a:lnTo>
                <a:lnTo>
                  <a:pt x="19084" y="44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044157" y="793883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7" name="object 7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827240" y="8068285"/>
            <a:ext cx="88528" cy="88982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113527" y="8068422"/>
            <a:ext cx="88279" cy="88834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440176" y="8068716"/>
            <a:ext cx="88461" cy="8878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505998" y="8074114"/>
            <a:ext cx="77869" cy="778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776975" y="8079217"/>
            <a:ext cx="67539" cy="67595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8190439" y="808463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91" y="56550"/>
                </a:moveTo>
                <a:lnTo>
                  <a:pt x="16113" y="54509"/>
                </a:lnTo>
                <a:lnTo>
                  <a:pt x="17712" y="51380"/>
                </a:lnTo>
                <a:lnTo>
                  <a:pt x="17009" y="50155"/>
                </a:lnTo>
                <a:lnTo>
                  <a:pt x="15648" y="49475"/>
                </a:lnTo>
                <a:lnTo>
                  <a:pt x="12802" y="50994"/>
                </a:lnTo>
                <a:lnTo>
                  <a:pt x="10681" y="49554"/>
                </a:lnTo>
                <a:lnTo>
                  <a:pt x="12337" y="45483"/>
                </a:lnTo>
                <a:lnTo>
                  <a:pt x="10806" y="43952"/>
                </a:lnTo>
                <a:lnTo>
                  <a:pt x="6701" y="45585"/>
                </a:lnTo>
                <a:lnTo>
                  <a:pt x="5329" y="43533"/>
                </a:lnTo>
                <a:lnTo>
                  <a:pt x="7030" y="40346"/>
                </a:lnTo>
                <a:lnTo>
                  <a:pt x="5352" y="38350"/>
                </a:lnTo>
                <a:lnTo>
                  <a:pt x="1542" y="40131"/>
                </a:lnTo>
                <a:lnTo>
                  <a:pt x="79" y="38668"/>
                </a:lnTo>
                <a:lnTo>
                  <a:pt x="827" y="34722"/>
                </a:lnTo>
                <a:lnTo>
                  <a:pt x="226" y="31047"/>
                </a:lnTo>
                <a:lnTo>
                  <a:pt x="0" y="25650"/>
                </a:lnTo>
                <a:lnTo>
                  <a:pt x="918" y="21976"/>
                </a:lnTo>
                <a:lnTo>
                  <a:pt x="11" y="18166"/>
                </a:lnTo>
                <a:lnTo>
                  <a:pt x="1587" y="16589"/>
                </a:lnTo>
                <a:lnTo>
                  <a:pt x="5034" y="18222"/>
                </a:lnTo>
                <a:lnTo>
                  <a:pt x="6123" y="17497"/>
                </a:lnTo>
                <a:lnTo>
                  <a:pt x="6849" y="16408"/>
                </a:lnTo>
                <a:lnTo>
                  <a:pt x="5216" y="12961"/>
                </a:lnTo>
                <a:lnTo>
                  <a:pt x="7030" y="11146"/>
                </a:lnTo>
                <a:lnTo>
                  <a:pt x="10659" y="12961"/>
                </a:lnTo>
                <a:lnTo>
                  <a:pt x="12473" y="11146"/>
                </a:lnTo>
                <a:lnTo>
                  <a:pt x="10659" y="7518"/>
                </a:lnTo>
                <a:lnTo>
                  <a:pt x="12473" y="5703"/>
                </a:lnTo>
                <a:lnTo>
                  <a:pt x="15920" y="7336"/>
                </a:lnTo>
                <a:lnTo>
                  <a:pt x="17009" y="6610"/>
                </a:lnTo>
                <a:lnTo>
                  <a:pt x="17406" y="6134"/>
                </a:lnTo>
                <a:lnTo>
                  <a:pt x="16510" y="1315"/>
                </a:lnTo>
                <a:lnTo>
                  <a:pt x="18460" y="737"/>
                </a:lnTo>
                <a:lnTo>
                  <a:pt x="20921" y="1179"/>
                </a:lnTo>
                <a:lnTo>
                  <a:pt x="24232" y="1179"/>
                </a:lnTo>
                <a:lnTo>
                  <a:pt x="26126" y="1009"/>
                </a:lnTo>
                <a:lnTo>
                  <a:pt x="30900" y="1462"/>
                </a:lnTo>
                <a:lnTo>
                  <a:pt x="36037" y="0"/>
                </a:lnTo>
                <a:lnTo>
                  <a:pt x="39461" y="1462"/>
                </a:lnTo>
                <a:lnTo>
                  <a:pt x="38214" y="6043"/>
                </a:lnTo>
                <a:lnTo>
                  <a:pt x="39699" y="7529"/>
                </a:lnTo>
                <a:lnTo>
                  <a:pt x="43271" y="5726"/>
                </a:lnTo>
                <a:lnTo>
                  <a:pt x="45142" y="7472"/>
                </a:lnTo>
                <a:lnTo>
                  <a:pt x="43328" y="11169"/>
                </a:lnTo>
                <a:lnTo>
                  <a:pt x="44984" y="12813"/>
                </a:lnTo>
                <a:lnTo>
                  <a:pt x="49089" y="11180"/>
                </a:lnTo>
                <a:lnTo>
                  <a:pt x="50506" y="13301"/>
                </a:lnTo>
                <a:lnTo>
                  <a:pt x="48998" y="16124"/>
                </a:lnTo>
                <a:lnTo>
                  <a:pt x="49667" y="17497"/>
                </a:lnTo>
                <a:lnTo>
                  <a:pt x="50755" y="18222"/>
                </a:lnTo>
                <a:lnTo>
                  <a:pt x="54203" y="16589"/>
                </a:lnTo>
                <a:lnTo>
                  <a:pt x="56017" y="18392"/>
                </a:lnTo>
                <a:lnTo>
                  <a:pt x="54316" y="21851"/>
                </a:lnTo>
                <a:lnTo>
                  <a:pt x="55110" y="22940"/>
                </a:lnTo>
                <a:lnTo>
                  <a:pt x="54452" y="26410"/>
                </a:lnTo>
                <a:lnTo>
                  <a:pt x="55960" y="30412"/>
                </a:lnTo>
                <a:lnTo>
                  <a:pt x="54872" y="34790"/>
                </a:lnTo>
                <a:lnTo>
                  <a:pt x="55779" y="38600"/>
                </a:lnTo>
                <a:lnTo>
                  <a:pt x="54384" y="39995"/>
                </a:lnTo>
                <a:lnTo>
                  <a:pt x="50188" y="38430"/>
                </a:lnTo>
                <a:lnTo>
                  <a:pt x="48987" y="40369"/>
                </a:lnTo>
                <a:lnTo>
                  <a:pt x="50563" y="43816"/>
                </a:lnTo>
                <a:lnTo>
                  <a:pt x="48907" y="45472"/>
                </a:lnTo>
                <a:lnTo>
                  <a:pt x="44802" y="43839"/>
                </a:lnTo>
                <a:lnTo>
                  <a:pt x="43793" y="45358"/>
                </a:lnTo>
                <a:lnTo>
                  <a:pt x="44847" y="49860"/>
                </a:lnTo>
                <a:lnTo>
                  <a:pt x="42750" y="50858"/>
                </a:lnTo>
                <a:lnTo>
                  <a:pt x="40323" y="49588"/>
                </a:lnTo>
                <a:lnTo>
                  <a:pt x="38781" y="50155"/>
                </a:lnTo>
                <a:lnTo>
                  <a:pt x="38055" y="51244"/>
                </a:lnTo>
                <a:lnTo>
                  <a:pt x="39688" y="54691"/>
                </a:lnTo>
                <a:lnTo>
                  <a:pt x="38271" y="56108"/>
                </a:lnTo>
                <a:lnTo>
                  <a:pt x="34132" y="55553"/>
                </a:lnTo>
                <a:lnTo>
                  <a:pt x="31535" y="55689"/>
                </a:lnTo>
                <a:lnTo>
                  <a:pt x="26443" y="55598"/>
                </a:lnTo>
                <a:lnTo>
                  <a:pt x="17791" y="56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2114409" y="809011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37" y="45381"/>
                </a:moveTo>
                <a:lnTo>
                  <a:pt x="29630" y="44406"/>
                </a:lnTo>
                <a:lnTo>
                  <a:pt x="25106" y="45381"/>
                </a:lnTo>
                <a:lnTo>
                  <a:pt x="20819" y="44678"/>
                </a:lnTo>
                <a:lnTo>
                  <a:pt x="16170" y="44678"/>
                </a:lnTo>
                <a:lnTo>
                  <a:pt x="13222" y="45188"/>
                </a:lnTo>
                <a:lnTo>
                  <a:pt x="11373" y="44383"/>
                </a:lnTo>
                <a:lnTo>
                  <a:pt x="12575" y="39824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37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80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291"/>
                </a:lnTo>
                <a:lnTo>
                  <a:pt x="12042" y="6577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85" y="7824"/>
                </a:lnTo>
                <a:lnTo>
                  <a:pt x="38577" y="10647"/>
                </a:lnTo>
                <a:lnTo>
                  <a:pt x="39246" y="12020"/>
                </a:lnTo>
                <a:lnTo>
                  <a:pt x="40346" y="12745"/>
                </a:lnTo>
                <a:lnTo>
                  <a:pt x="43782" y="11112"/>
                </a:lnTo>
                <a:lnTo>
                  <a:pt x="45596" y="12915"/>
                </a:lnTo>
                <a:lnTo>
                  <a:pt x="43895" y="16374"/>
                </a:lnTo>
                <a:lnTo>
                  <a:pt x="44678" y="17463"/>
                </a:lnTo>
                <a:lnTo>
                  <a:pt x="44020" y="20932"/>
                </a:lnTo>
                <a:lnTo>
                  <a:pt x="45529" y="24935"/>
                </a:lnTo>
                <a:lnTo>
                  <a:pt x="44440" y="29312"/>
                </a:lnTo>
                <a:lnTo>
                  <a:pt x="45347" y="33123"/>
                </a:lnTo>
                <a:lnTo>
                  <a:pt x="43771" y="34699"/>
                </a:lnTo>
                <a:lnTo>
                  <a:pt x="40324" y="33066"/>
                </a:lnTo>
                <a:lnTo>
                  <a:pt x="39235" y="33792"/>
                </a:lnTo>
                <a:lnTo>
                  <a:pt x="38588" y="35209"/>
                </a:lnTo>
                <a:lnTo>
                  <a:pt x="40040" y="37919"/>
                </a:lnTo>
                <a:lnTo>
                  <a:pt x="38725" y="40074"/>
                </a:lnTo>
                <a:lnTo>
                  <a:pt x="34518" y="38509"/>
                </a:lnTo>
                <a:lnTo>
                  <a:pt x="33044" y="39995"/>
                </a:lnTo>
                <a:lnTo>
                  <a:pt x="34676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875027" y="8096147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47" y="33712"/>
                </a:moveTo>
                <a:lnTo>
                  <a:pt x="17519" y="33157"/>
                </a:lnTo>
                <a:lnTo>
                  <a:pt x="15410" y="33270"/>
                </a:lnTo>
                <a:lnTo>
                  <a:pt x="12507" y="33667"/>
                </a:lnTo>
                <a:lnTo>
                  <a:pt x="10659" y="32964"/>
                </a:lnTo>
                <a:lnTo>
                  <a:pt x="11815" y="28281"/>
                </a:lnTo>
                <a:lnTo>
                  <a:pt x="10534" y="26999"/>
                </a:lnTo>
                <a:lnTo>
                  <a:pt x="6429" y="28632"/>
                </a:lnTo>
                <a:lnTo>
                  <a:pt x="5011" y="26500"/>
                </a:lnTo>
                <a:lnTo>
                  <a:pt x="6520" y="23688"/>
                </a:lnTo>
                <a:lnTo>
                  <a:pt x="5851" y="22316"/>
                </a:lnTo>
                <a:lnTo>
                  <a:pt x="4796" y="21590"/>
                </a:lnTo>
                <a:lnTo>
                  <a:pt x="1269" y="23223"/>
                </a:lnTo>
                <a:lnTo>
                  <a:pt x="0" y="21885"/>
                </a:lnTo>
                <a:lnTo>
                  <a:pt x="22" y="11747"/>
                </a:lnTo>
                <a:lnTo>
                  <a:pt x="1496" y="10534"/>
                </a:lnTo>
                <a:lnTo>
                  <a:pt x="4626" y="12133"/>
                </a:lnTo>
                <a:lnTo>
                  <a:pt x="5851" y="11430"/>
                </a:lnTo>
                <a:lnTo>
                  <a:pt x="6576" y="10341"/>
                </a:lnTo>
                <a:lnTo>
                  <a:pt x="4943" y="6894"/>
                </a:lnTo>
                <a:lnTo>
                  <a:pt x="6758" y="5080"/>
                </a:lnTo>
                <a:lnTo>
                  <a:pt x="10205" y="6713"/>
                </a:lnTo>
                <a:lnTo>
                  <a:pt x="11294" y="5987"/>
                </a:lnTo>
                <a:lnTo>
                  <a:pt x="11895" y="5295"/>
                </a:lnTo>
                <a:lnTo>
                  <a:pt x="10534" y="952"/>
                </a:lnTo>
                <a:lnTo>
                  <a:pt x="12303" y="0"/>
                </a:lnTo>
                <a:lnTo>
                  <a:pt x="15557" y="544"/>
                </a:lnTo>
                <a:lnTo>
                  <a:pt x="18018" y="544"/>
                </a:lnTo>
                <a:lnTo>
                  <a:pt x="21012" y="22"/>
                </a:lnTo>
                <a:lnTo>
                  <a:pt x="22871" y="861"/>
                </a:lnTo>
                <a:lnTo>
                  <a:pt x="21579" y="5397"/>
                </a:lnTo>
                <a:lnTo>
                  <a:pt x="22928" y="6747"/>
                </a:lnTo>
                <a:lnTo>
                  <a:pt x="27033" y="5114"/>
                </a:lnTo>
                <a:lnTo>
                  <a:pt x="28451" y="7246"/>
                </a:lnTo>
                <a:lnTo>
                  <a:pt x="26942" y="10058"/>
                </a:lnTo>
                <a:lnTo>
                  <a:pt x="27611" y="11430"/>
                </a:lnTo>
                <a:lnTo>
                  <a:pt x="28700" y="12156"/>
                </a:lnTo>
                <a:lnTo>
                  <a:pt x="32147" y="10523"/>
                </a:lnTo>
                <a:lnTo>
                  <a:pt x="33565" y="11940"/>
                </a:lnTo>
                <a:lnTo>
                  <a:pt x="33009" y="16079"/>
                </a:lnTo>
                <a:lnTo>
                  <a:pt x="33122" y="18188"/>
                </a:lnTo>
                <a:lnTo>
                  <a:pt x="33519" y="21091"/>
                </a:lnTo>
                <a:lnTo>
                  <a:pt x="32816" y="22940"/>
                </a:lnTo>
                <a:lnTo>
                  <a:pt x="28133" y="21794"/>
                </a:lnTo>
                <a:lnTo>
                  <a:pt x="26852" y="23076"/>
                </a:lnTo>
                <a:lnTo>
                  <a:pt x="28484" y="27181"/>
                </a:lnTo>
                <a:lnTo>
                  <a:pt x="26364" y="28587"/>
                </a:lnTo>
                <a:lnTo>
                  <a:pt x="23529" y="27090"/>
                </a:lnTo>
                <a:lnTo>
                  <a:pt x="22168" y="27759"/>
                </a:lnTo>
                <a:lnTo>
                  <a:pt x="21443" y="28848"/>
                </a:lnTo>
                <a:lnTo>
                  <a:pt x="23076" y="32295"/>
                </a:lnTo>
                <a:lnTo>
                  <a:pt x="21647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2451243" y="8100354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3" y="7926"/>
                </a:lnTo>
                <a:lnTo>
                  <a:pt x="22463" y="6327"/>
                </a:lnTo>
                <a:lnTo>
                  <a:pt x="23926" y="7540"/>
                </a:lnTo>
                <a:lnTo>
                  <a:pt x="23949" y="17678"/>
                </a:lnTo>
                <a:lnTo>
                  <a:pt x="22679" y="19016"/>
                </a:lnTo>
                <a:lnTo>
                  <a:pt x="19152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4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664153" y="8231713"/>
            <a:ext cx="88301" cy="88846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342402" y="8237700"/>
            <a:ext cx="78050" cy="77382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935130" y="8237269"/>
            <a:ext cx="77835" cy="77982"/>
          </a:xfrm>
          <a:prstGeom prst="rect">
            <a:avLst/>
          </a:prstGeom>
        </p:spPr>
      </p:pic>
      <p:sp>
        <p:nvSpPr>
          <p:cNvPr id="89" name="object 89"/>
          <p:cNvSpPr/>
          <p:nvPr/>
        </p:nvSpPr>
        <p:spPr>
          <a:xfrm>
            <a:off x="8026683" y="824824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786" y="56278"/>
                </a:moveTo>
                <a:lnTo>
                  <a:pt x="11452" y="55065"/>
                </a:lnTo>
                <a:lnTo>
                  <a:pt x="12496" y="50370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36"/>
                </a:lnTo>
                <a:lnTo>
                  <a:pt x="1145" y="36162"/>
                </a:lnTo>
                <a:lnTo>
                  <a:pt x="1145" y="31728"/>
                </a:lnTo>
                <a:lnTo>
                  <a:pt x="997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40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64" y="1077"/>
                </a:lnTo>
                <a:lnTo>
                  <a:pt x="20932" y="362"/>
                </a:lnTo>
                <a:lnTo>
                  <a:pt x="24856" y="850"/>
                </a:lnTo>
                <a:lnTo>
                  <a:pt x="31546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5" y="43158"/>
                </a:lnTo>
                <a:lnTo>
                  <a:pt x="55314" y="45029"/>
                </a:lnTo>
                <a:lnTo>
                  <a:pt x="50699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9"/>
                </a:lnTo>
                <a:lnTo>
                  <a:pt x="49554" y="50711"/>
                </a:lnTo>
                <a:lnTo>
                  <a:pt x="45449" y="49078"/>
                </a:lnTo>
                <a:lnTo>
                  <a:pt x="44065" y="50461"/>
                </a:lnTo>
                <a:lnTo>
                  <a:pt x="45426" y="54918"/>
                </a:lnTo>
                <a:lnTo>
                  <a:pt x="43600" y="55813"/>
                </a:lnTo>
                <a:lnTo>
                  <a:pt x="40471" y="55280"/>
                </a:lnTo>
                <a:lnTo>
                  <a:pt x="19957" y="55280"/>
                </a:lnTo>
                <a:lnTo>
                  <a:pt x="14786" y="562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272688" y="8248687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53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6"/>
                </a:lnTo>
                <a:lnTo>
                  <a:pt x="10727" y="48307"/>
                </a:lnTo>
                <a:lnTo>
                  <a:pt x="12314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69"/>
                </a:lnTo>
                <a:lnTo>
                  <a:pt x="816" y="33497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7" y="19776"/>
                </a:lnTo>
                <a:lnTo>
                  <a:pt x="4558" y="13142"/>
                </a:lnTo>
                <a:lnTo>
                  <a:pt x="6950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58"/>
                </a:lnTo>
                <a:lnTo>
                  <a:pt x="10727" y="6939"/>
                </a:lnTo>
                <a:lnTo>
                  <a:pt x="13063" y="4071"/>
                </a:lnTo>
                <a:lnTo>
                  <a:pt x="20535" y="7212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11"/>
                </a:lnTo>
                <a:lnTo>
                  <a:pt x="34268" y="1496"/>
                </a:lnTo>
                <a:lnTo>
                  <a:pt x="32681" y="4615"/>
                </a:lnTo>
                <a:lnTo>
                  <a:pt x="33384" y="5851"/>
                </a:lnTo>
                <a:lnTo>
                  <a:pt x="35345" y="7212"/>
                </a:lnTo>
                <a:lnTo>
                  <a:pt x="42818" y="4071"/>
                </a:lnTo>
                <a:lnTo>
                  <a:pt x="45155" y="6939"/>
                </a:lnTo>
                <a:lnTo>
                  <a:pt x="43567" y="10058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4"/>
                </a:lnTo>
                <a:lnTo>
                  <a:pt x="49668" y="15943"/>
                </a:lnTo>
                <a:lnTo>
                  <a:pt x="49781" y="18075"/>
                </a:lnTo>
                <a:lnTo>
                  <a:pt x="49146" y="20989"/>
                </a:lnTo>
                <a:lnTo>
                  <a:pt x="50053" y="22906"/>
                </a:lnTo>
                <a:lnTo>
                  <a:pt x="54544" y="21568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33"/>
                </a:lnTo>
                <a:lnTo>
                  <a:pt x="50269" y="32613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1"/>
                </a:lnTo>
                <a:lnTo>
                  <a:pt x="48601" y="44848"/>
                </a:lnTo>
                <a:lnTo>
                  <a:pt x="45483" y="43238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6" y="48488"/>
                </a:lnTo>
                <a:lnTo>
                  <a:pt x="43363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75" y="54543"/>
                </a:lnTo>
                <a:lnTo>
                  <a:pt x="31728" y="55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711531" y="8259574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12768" y="33758"/>
                </a:moveTo>
                <a:lnTo>
                  <a:pt x="10738" y="32658"/>
                </a:lnTo>
                <a:lnTo>
                  <a:pt x="12088" y="28315"/>
                </a:lnTo>
                <a:lnTo>
                  <a:pt x="11487" y="27623"/>
                </a:lnTo>
                <a:lnTo>
                  <a:pt x="10115" y="26954"/>
                </a:lnTo>
                <a:lnTo>
                  <a:pt x="7302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22" y="21658"/>
                </a:lnTo>
                <a:lnTo>
                  <a:pt x="839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398"/>
                </a:lnTo>
                <a:lnTo>
                  <a:pt x="4819" y="11997"/>
                </a:lnTo>
                <a:lnTo>
                  <a:pt x="6044" y="11294"/>
                </a:lnTo>
                <a:lnTo>
                  <a:pt x="6769" y="10205"/>
                </a:lnTo>
                <a:lnTo>
                  <a:pt x="5136" y="6758"/>
                </a:lnTo>
                <a:lnTo>
                  <a:pt x="6951" y="4944"/>
                </a:lnTo>
                <a:lnTo>
                  <a:pt x="10398" y="6577"/>
                </a:lnTo>
                <a:lnTo>
                  <a:pt x="11487" y="5851"/>
                </a:lnTo>
                <a:lnTo>
                  <a:pt x="12212" y="4796"/>
                </a:lnTo>
                <a:lnTo>
                  <a:pt x="10579" y="1270"/>
                </a:lnTo>
                <a:lnTo>
                  <a:pt x="11918" y="0"/>
                </a:lnTo>
                <a:lnTo>
                  <a:pt x="22055" y="11"/>
                </a:lnTo>
                <a:lnTo>
                  <a:pt x="23269" y="1496"/>
                </a:lnTo>
                <a:lnTo>
                  <a:pt x="21670" y="4615"/>
                </a:lnTo>
                <a:lnTo>
                  <a:pt x="22373" y="5851"/>
                </a:lnTo>
                <a:lnTo>
                  <a:pt x="23461" y="6577"/>
                </a:lnTo>
                <a:lnTo>
                  <a:pt x="26909" y="4944"/>
                </a:lnTo>
                <a:lnTo>
                  <a:pt x="28576" y="6611"/>
                </a:lnTo>
                <a:lnTo>
                  <a:pt x="26943" y="10716"/>
                </a:lnTo>
                <a:lnTo>
                  <a:pt x="28439" y="11714"/>
                </a:lnTo>
                <a:lnTo>
                  <a:pt x="32998" y="10693"/>
                </a:lnTo>
                <a:lnTo>
                  <a:pt x="33780" y="12451"/>
                </a:lnTo>
                <a:lnTo>
                  <a:pt x="33259" y="15444"/>
                </a:lnTo>
                <a:lnTo>
                  <a:pt x="33259" y="17905"/>
                </a:lnTo>
                <a:lnTo>
                  <a:pt x="33803" y="21171"/>
                </a:lnTo>
                <a:lnTo>
                  <a:pt x="32805" y="22928"/>
                </a:lnTo>
                <a:lnTo>
                  <a:pt x="28496" y="21568"/>
                </a:lnTo>
                <a:lnTo>
                  <a:pt x="27816" y="22180"/>
                </a:lnTo>
                <a:lnTo>
                  <a:pt x="27237" y="23711"/>
                </a:lnTo>
                <a:lnTo>
                  <a:pt x="28542" y="26171"/>
                </a:lnTo>
                <a:lnTo>
                  <a:pt x="27442" y="28371"/>
                </a:lnTo>
                <a:lnTo>
                  <a:pt x="23008" y="26988"/>
                </a:lnTo>
                <a:lnTo>
                  <a:pt x="21806" y="28190"/>
                </a:lnTo>
                <a:lnTo>
                  <a:pt x="23064" y="32771"/>
                </a:lnTo>
                <a:lnTo>
                  <a:pt x="21023" y="33644"/>
                </a:lnTo>
                <a:lnTo>
                  <a:pt x="12768" y="33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614533" y="826364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40"/>
                </a:lnTo>
                <a:lnTo>
                  <a:pt x="23937" y="17678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3" name="object 9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174325" y="8395310"/>
            <a:ext cx="88516" cy="88801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2098635" y="8400344"/>
            <a:ext cx="77473" cy="78436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1766713" y="8395003"/>
            <a:ext cx="88268" cy="88846"/>
          </a:xfrm>
          <a:prstGeom prst="rect">
            <a:avLst/>
          </a:prstGeom>
        </p:spPr>
      </p:pic>
      <p:sp>
        <p:nvSpPr>
          <p:cNvPr id="96" name="object 96"/>
          <p:cNvSpPr/>
          <p:nvPr/>
        </p:nvSpPr>
        <p:spPr>
          <a:xfrm>
            <a:off x="7863392" y="84115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571" y="56346"/>
                </a:moveTo>
                <a:lnTo>
                  <a:pt x="11384" y="55008"/>
                </a:lnTo>
                <a:lnTo>
                  <a:pt x="12552" y="50416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47"/>
                </a:lnTo>
                <a:lnTo>
                  <a:pt x="1145" y="36162"/>
                </a:lnTo>
                <a:lnTo>
                  <a:pt x="1145" y="31728"/>
                </a:lnTo>
                <a:lnTo>
                  <a:pt x="986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2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62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187"/>
                </a:lnTo>
                <a:lnTo>
                  <a:pt x="56108" y="43306"/>
                </a:lnTo>
                <a:lnTo>
                  <a:pt x="55212" y="45143"/>
                </a:lnTo>
                <a:lnTo>
                  <a:pt x="50756" y="43771"/>
                </a:lnTo>
                <a:lnTo>
                  <a:pt x="49372" y="45154"/>
                </a:lnTo>
                <a:lnTo>
                  <a:pt x="51005" y="49259"/>
                </a:lnTo>
                <a:lnTo>
                  <a:pt x="48873" y="50676"/>
                </a:lnTo>
                <a:lnTo>
                  <a:pt x="46050" y="49168"/>
                </a:lnTo>
                <a:lnTo>
                  <a:pt x="44689" y="49837"/>
                </a:lnTo>
                <a:lnTo>
                  <a:pt x="44179" y="50416"/>
                </a:lnTo>
                <a:lnTo>
                  <a:pt x="45324" y="55020"/>
                </a:lnTo>
                <a:lnTo>
                  <a:pt x="43453" y="55791"/>
                </a:lnTo>
                <a:lnTo>
                  <a:pt x="40595" y="55280"/>
                </a:lnTo>
                <a:lnTo>
                  <a:pt x="20116" y="55280"/>
                </a:lnTo>
                <a:lnTo>
                  <a:pt x="14571" y="56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2436037" y="841129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7780" y="56483"/>
                </a:moveTo>
                <a:lnTo>
                  <a:pt x="16113" y="54430"/>
                </a:lnTo>
                <a:lnTo>
                  <a:pt x="17700" y="51312"/>
                </a:lnTo>
                <a:lnTo>
                  <a:pt x="16997" y="50076"/>
                </a:lnTo>
                <a:lnTo>
                  <a:pt x="15648" y="49395"/>
                </a:lnTo>
                <a:lnTo>
                  <a:pt x="12802" y="50926"/>
                </a:lnTo>
                <a:lnTo>
                  <a:pt x="10681" y="49486"/>
                </a:lnTo>
                <a:lnTo>
                  <a:pt x="12325" y="45404"/>
                </a:lnTo>
                <a:lnTo>
                  <a:pt x="10806" y="43873"/>
                </a:lnTo>
                <a:lnTo>
                  <a:pt x="6689" y="45506"/>
                </a:lnTo>
                <a:lnTo>
                  <a:pt x="5341" y="43453"/>
                </a:lnTo>
                <a:lnTo>
                  <a:pt x="7030" y="40267"/>
                </a:lnTo>
                <a:lnTo>
                  <a:pt x="5352" y="38271"/>
                </a:lnTo>
                <a:lnTo>
                  <a:pt x="1541" y="40051"/>
                </a:lnTo>
                <a:lnTo>
                  <a:pt x="79" y="38588"/>
                </a:lnTo>
                <a:lnTo>
                  <a:pt x="838" y="34642"/>
                </a:lnTo>
                <a:lnTo>
                  <a:pt x="238" y="30980"/>
                </a:lnTo>
                <a:lnTo>
                  <a:pt x="0" y="25571"/>
                </a:lnTo>
                <a:lnTo>
                  <a:pt x="918" y="21897"/>
                </a:lnTo>
                <a:lnTo>
                  <a:pt x="10" y="18086"/>
                </a:lnTo>
                <a:lnTo>
                  <a:pt x="1587" y="16510"/>
                </a:lnTo>
                <a:lnTo>
                  <a:pt x="5046" y="18143"/>
                </a:lnTo>
                <a:lnTo>
                  <a:pt x="6123" y="17417"/>
                </a:lnTo>
                <a:lnTo>
                  <a:pt x="6849" y="16329"/>
                </a:lnTo>
                <a:lnTo>
                  <a:pt x="5215" y="12881"/>
                </a:lnTo>
                <a:lnTo>
                  <a:pt x="7030" y="11067"/>
                </a:lnTo>
                <a:lnTo>
                  <a:pt x="10659" y="12881"/>
                </a:lnTo>
                <a:lnTo>
                  <a:pt x="12461" y="11067"/>
                </a:lnTo>
                <a:lnTo>
                  <a:pt x="10658" y="7438"/>
                </a:lnTo>
                <a:lnTo>
                  <a:pt x="12461" y="5624"/>
                </a:lnTo>
                <a:lnTo>
                  <a:pt x="15920" y="7257"/>
                </a:lnTo>
                <a:lnTo>
                  <a:pt x="16997" y="6531"/>
                </a:lnTo>
                <a:lnTo>
                  <a:pt x="17644" y="5783"/>
                </a:lnTo>
                <a:lnTo>
                  <a:pt x="16192" y="1576"/>
                </a:lnTo>
                <a:lnTo>
                  <a:pt x="18789" y="0"/>
                </a:lnTo>
                <a:lnTo>
                  <a:pt x="25717" y="963"/>
                </a:lnTo>
                <a:lnTo>
                  <a:pt x="29426" y="1179"/>
                </a:lnTo>
                <a:lnTo>
                  <a:pt x="37930" y="56"/>
                </a:lnTo>
                <a:lnTo>
                  <a:pt x="39654" y="2177"/>
                </a:lnTo>
                <a:lnTo>
                  <a:pt x="38067" y="5295"/>
                </a:lnTo>
                <a:lnTo>
                  <a:pt x="38770" y="6531"/>
                </a:lnTo>
                <a:lnTo>
                  <a:pt x="40119" y="7212"/>
                </a:lnTo>
                <a:lnTo>
                  <a:pt x="42977" y="5692"/>
                </a:lnTo>
                <a:lnTo>
                  <a:pt x="45086" y="7132"/>
                </a:lnTo>
                <a:lnTo>
                  <a:pt x="43442" y="11203"/>
                </a:lnTo>
                <a:lnTo>
                  <a:pt x="44961" y="12734"/>
                </a:lnTo>
                <a:lnTo>
                  <a:pt x="49077" y="11101"/>
                </a:lnTo>
                <a:lnTo>
                  <a:pt x="50426" y="13154"/>
                </a:lnTo>
                <a:lnTo>
                  <a:pt x="48737" y="16340"/>
                </a:lnTo>
                <a:lnTo>
                  <a:pt x="50415" y="18336"/>
                </a:lnTo>
                <a:lnTo>
                  <a:pt x="54225" y="16556"/>
                </a:lnTo>
                <a:lnTo>
                  <a:pt x="55995" y="18325"/>
                </a:lnTo>
                <a:lnTo>
                  <a:pt x="54293" y="21726"/>
                </a:lnTo>
                <a:lnTo>
                  <a:pt x="55075" y="22860"/>
                </a:lnTo>
                <a:lnTo>
                  <a:pt x="54418" y="26330"/>
                </a:lnTo>
                <a:lnTo>
                  <a:pt x="55926" y="30333"/>
                </a:lnTo>
                <a:lnTo>
                  <a:pt x="54837" y="34710"/>
                </a:lnTo>
                <a:lnTo>
                  <a:pt x="55745" y="38520"/>
                </a:lnTo>
                <a:lnTo>
                  <a:pt x="54349" y="39915"/>
                </a:lnTo>
                <a:lnTo>
                  <a:pt x="50143" y="38350"/>
                </a:lnTo>
                <a:lnTo>
                  <a:pt x="48952" y="40289"/>
                </a:lnTo>
                <a:lnTo>
                  <a:pt x="50528" y="43737"/>
                </a:lnTo>
                <a:lnTo>
                  <a:pt x="48873" y="45392"/>
                </a:lnTo>
                <a:lnTo>
                  <a:pt x="44768" y="43759"/>
                </a:lnTo>
                <a:lnTo>
                  <a:pt x="43770" y="45279"/>
                </a:lnTo>
                <a:lnTo>
                  <a:pt x="44824" y="49781"/>
                </a:lnTo>
                <a:lnTo>
                  <a:pt x="42727" y="50779"/>
                </a:lnTo>
                <a:lnTo>
                  <a:pt x="40289" y="49509"/>
                </a:lnTo>
                <a:lnTo>
                  <a:pt x="38758" y="50076"/>
                </a:lnTo>
                <a:lnTo>
                  <a:pt x="38044" y="51164"/>
                </a:lnTo>
                <a:lnTo>
                  <a:pt x="39665" y="54612"/>
                </a:lnTo>
                <a:lnTo>
                  <a:pt x="38236" y="56040"/>
                </a:lnTo>
                <a:lnTo>
                  <a:pt x="34109" y="55485"/>
                </a:lnTo>
                <a:lnTo>
                  <a:pt x="31523" y="55609"/>
                </a:lnTo>
                <a:lnTo>
                  <a:pt x="26432" y="55519"/>
                </a:lnTo>
                <a:lnTo>
                  <a:pt x="17780" y="56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547674" y="8422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7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34"/>
                </a:lnTo>
                <a:lnTo>
                  <a:pt x="27702" y="5817"/>
                </a:lnTo>
                <a:lnTo>
                  <a:pt x="28383" y="6610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7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2777824" y="8426936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66" y="23960"/>
                </a:moveTo>
                <a:lnTo>
                  <a:pt x="7518" y="23949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75" y="17406"/>
                </a:lnTo>
                <a:lnTo>
                  <a:pt x="2846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35" y="0"/>
                </a:lnTo>
                <a:lnTo>
                  <a:pt x="18982" y="2868"/>
                </a:lnTo>
                <a:lnTo>
                  <a:pt x="17383" y="5998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38"/>
                </a:lnTo>
                <a:lnTo>
                  <a:pt x="23926" y="7540"/>
                </a:lnTo>
                <a:lnTo>
                  <a:pt x="23938" y="17689"/>
                </a:lnTo>
                <a:lnTo>
                  <a:pt x="22668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72" y="19164"/>
                </a:lnTo>
                <a:lnTo>
                  <a:pt x="18993" y="22690"/>
                </a:lnTo>
                <a:lnTo>
                  <a:pt x="17666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0" name="object 10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010797" y="8558135"/>
            <a:ext cx="88346" cy="89368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2261429" y="8564281"/>
            <a:ext cx="77971" cy="77484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695338" y="8569759"/>
            <a:ext cx="66257" cy="66643"/>
          </a:xfrm>
          <a:prstGeom prst="rect">
            <a:avLst/>
          </a:prstGeom>
        </p:spPr>
      </p:pic>
      <p:sp>
        <p:nvSpPr>
          <p:cNvPr id="103" name="object 103"/>
          <p:cNvSpPr/>
          <p:nvPr/>
        </p:nvSpPr>
        <p:spPr>
          <a:xfrm>
            <a:off x="12599338" y="8574499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80" y="56562"/>
                </a:moveTo>
                <a:lnTo>
                  <a:pt x="16102" y="54521"/>
                </a:lnTo>
                <a:lnTo>
                  <a:pt x="17700" y="51391"/>
                </a:lnTo>
                <a:lnTo>
                  <a:pt x="16997" y="50166"/>
                </a:lnTo>
                <a:lnTo>
                  <a:pt x="15637" y="49486"/>
                </a:lnTo>
                <a:lnTo>
                  <a:pt x="12791" y="51017"/>
                </a:lnTo>
                <a:lnTo>
                  <a:pt x="10681" y="49577"/>
                </a:lnTo>
                <a:lnTo>
                  <a:pt x="12325" y="45494"/>
                </a:lnTo>
                <a:lnTo>
                  <a:pt x="10794" y="43963"/>
                </a:lnTo>
                <a:lnTo>
                  <a:pt x="6689" y="45596"/>
                </a:lnTo>
                <a:lnTo>
                  <a:pt x="5329" y="43544"/>
                </a:lnTo>
                <a:lnTo>
                  <a:pt x="7018" y="40357"/>
                </a:lnTo>
                <a:lnTo>
                  <a:pt x="5352" y="38362"/>
                </a:lnTo>
                <a:lnTo>
                  <a:pt x="1541" y="40142"/>
                </a:lnTo>
                <a:lnTo>
                  <a:pt x="79" y="38679"/>
                </a:lnTo>
                <a:lnTo>
                  <a:pt x="827" y="34733"/>
                </a:lnTo>
                <a:lnTo>
                  <a:pt x="227" y="31070"/>
                </a:lnTo>
                <a:lnTo>
                  <a:pt x="0" y="25673"/>
                </a:lnTo>
                <a:lnTo>
                  <a:pt x="918" y="21987"/>
                </a:lnTo>
                <a:lnTo>
                  <a:pt x="10" y="18177"/>
                </a:lnTo>
                <a:lnTo>
                  <a:pt x="1587" y="16601"/>
                </a:lnTo>
                <a:lnTo>
                  <a:pt x="5034" y="18234"/>
                </a:lnTo>
                <a:lnTo>
                  <a:pt x="6123" y="17508"/>
                </a:lnTo>
                <a:lnTo>
                  <a:pt x="6837" y="16419"/>
                </a:lnTo>
                <a:lnTo>
                  <a:pt x="5215" y="12972"/>
                </a:lnTo>
                <a:lnTo>
                  <a:pt x="7018" y="11158"/>
                </a:lnTo>
                <a:lnTo>
                  <a:pt x="10647" y="12972"/>
                </a:lnTo>
                <a:lnTo>
                  <a:pt x="12462" y="11158"/>
                </a:lnTo>
                <a:lnTo>
                  <a:pt x="10647" y="7529"/>
                </a:lnTo>
                <a:lnTo>
                  <a:pt x="12462" y="5715"/>
                </a:lnTo>
                <a:lnTo>
                  <a:pt x="15908" y="7348"/>
                </a:lnTo>
                <a:lnTo>
                  <a:pt x="16997" y="6622"/>
                </a:lnTo>
                <a:lnTo>
                  <a:pt x="17383" y="6146"/>
                </a:lnTo>
                <a:lnTo>
                  <a:pt x="16498" y="1326"/>
                </a:lnTo>
                <a:lnTo>
                  <a:pt x="18449" y="748"/>
                </a:lnTo>
                <a:lnTo>
                  <a:pt x="20909" y="1179"/>
                </a:lnTo>
                <a:lnTo>
                  <a:pt x="24198" y="1179"/>
                </a:lnTo>
                <a:lnTo>
                  <a:pt x="26103" y="1009"/>
                </a:lnTo>
                <a:lnTo>
                  <a:pt x="30888" y="1462"/>
                </a:lnTo>
                <a:lnTo>
                  <a:pt x="36014" y="0"/>
                </a:lnTo>
                <a:lnTo>
                  <a:pt x="39438" y="1474"/>
                </a:lnTo>
                <a:lnTo>
                  <a:pt x="38179" y="6055"/>
                </a:lnTo>
                <a:lnTo>
                  <a:pt x="39676" y="7540"/>
                </a:lnTo>
                <a:lnTo>
                  <a:pt x="43248" y="5737"/>
                </a:lnTo>
                <a:lnTo>
                  <a:pt x="45108" y="7472"/>
                </a:lnTo>
                <a:lnTo>
                  <a:pt x="43305" y="11169"/>
                </a:lnTo>
                <a:lnTo>
                  <a:pt x="44950" y="12825"/>
                </a:lnTo>
                <a:lnTo>
                  <a:pt x="49055" y="11192"/>
                </a:lnTo>
                <a:lnTo>
                  <a:pt x="50460" y="13324"/>
                </a:lnTo>
                <a:lnTo>
                  <a:pt x="48952" y="16136"/>
                </a:lnTo>
                <a:lnTo>
                  <a:pt x="49633" y="17508"/>
                </a:lnTo>
                <a:lnTo>
                  <a:pt x="50721" y="18234"/>
                </a:lnTo>
                <a:lnTo>
                  <a:pt x="54157" y="16601"/>
                </a:lnTo>
                <a:lnTo>
                  <a:pt x="55972" y="18415"/>
                </a:lnTo>
                <a:lnTo>
                  <a:pt x="54270" y="21817"/>
                </a:lnTo>
                <a:lnTo>
                  <a:pt x="55064" y="22951"/>
                </a:lnTo>
                <a:lnTo>
                  <a:pt x="54407" y="26421"/>
                </a:lnTo>
                <a:lnTo>
                  <a:pt x="55915" y="30424"/>
                </a:lnTo>
                <a:lnTo>
                  <a:pt x="54826" y="34801"/>
                </a:lnTo>
                <a:lnTo>
                  <a:pt x="55734" y="38611"/>
                </a:lnTo>
                <a:lnTo>
                  <a:pt x="54350" y="40006"/>
                </a:lnTo>
                <a:lnTo>
                  <a:pt x="50132" y="38441"/>
                </a:lnTo>
                <a:lnTo>
                  <a:pt x="48952" y="40380"/>
                </a:lnTo>
                <a:lnTo>
                  <a:pt x="50517" y="43827"/>
                </a:lnTo>
                <a:lnTo>
                  <a:pt x="48873" y="45483"/>
                </a:lnTo>
                <a:lnTo>
                  <a:pt x="44768" y="43850"/>
                </a:lnTo>
                <a:lnTo>
                  <a:pt x="43759" y="45370"/>
                </a:lnTo>
                <a:lnTo>
                  <a:pt x="44825" y="49871"/>
                </a:lnTo>
                <a:lnTo>
                  <a:pt x="42716" y="50869"/>
                </a:lnTo>
                <a:lnTo>
                  <a:pt x="40289" y="49599"/>
                </a:lnTo>
                <a:lnTo>
                  <a:pt x="38758" y="50166"/>
                </a:lnTo>
                <a:lnTo>
                  <a:pt x="38032" y="51255"/>
                </a:lnTo>
                <a:lnTo>
                  <a:pt x="39665" y="54702"/>
                </a:lnTo>
                <a:lnTo>
                  <a:pt x="38236" y="56120"/>
                </a:lnTo>
                <a:lnTo>
                  <a:pt x="34109" y="55564"/>
                </a:lnTo>
                <a:lnTo>
                  <a:pt x="31512" y="55700"/>
                </a:lnTo>
                <a:lnTo>
                  <a:pt x="26432" y="55609"/>
                </a:lnTo>
                <a:lnTo>
                  <a:pt x="17780" y="56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385131" y="8586031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70" y="33712"/>
                </a:moveTo>
                <a:lnTo>
                  <a:pt x="17531" y="33157"/>
                </a:lnTo>
                <a:lnTo>
                  <a:pt x="15410" y="33259"/>
                </a:lnTo>
                <a:lnTo>
                  <a:pt x="12519" y="33656"/>
                </a:lnTo>
                <a:lnTo>
                  <a:pt x="10670" y="32953"/>
                </a:lnTo>
                <a:lnTo>
                  <a:pt x="11816" y="28269"/>
                </a:lnTo>
                <a:lnTo>
                  <a:pt x="10534" y="26988"/>
                </a:lnTo>
                <a:lnTo>
                  <a:pt x="6429" y="28621"/>
                </a:lnTo>
                <a:lnTo>
                  <a:pt x="5012" y="26500"/>
                </a:lnTo>
                <a:lnTo>
                  <a:pt x="6520" y="23677"/>
                </a:lnTo>
                <a:lnTo>
                  <a:pt x="5851" y="22305"/>
                </a:lnTo>
                <a:lnTo>
                  <a:pt x="4796" y="21579"/>
                </a:lnTo>
                <a:lnTo>
                  <a:pt x="1270" y="23212"/>
                </a:lnTo>
                <a:lnTo>
                  <a:pt x="0" y="21885"/>
                </a:lnTo>
                <a:lnTo>
                  <a:pt x="11" y="11736"/>
                </a:lnTo>
                <a:lnTo>
                  <a:pt x="1496" y="10534"/>
                </a:lnTo>
                <a:lnTo>
                  <a:pt x="4615" y="12133"/>
                </a:lnTo>
                <a:lnTo>
                  <a:pt x="5851" y="11419"/>
                </a:lnTo>
                <a:lnTo>
                  <a:pt x="6577" y="10330"/>
                </a:lnTo>
                <a:lnTo>
                  <a:pt x="4944" y="6883"/>
                </a:lnTo>
                <a:lnTo>
                  <a:pt x="6758" y="5068"/>
                </a:lnTo>
                <a:lnTo>
                  <a:pt x="10205" y="6701"/>
                </a:lnTo>
                <a:lnTo>
                  <a:pt x="11294" y="5975"/>
                </a:lnTo>
                <a:lnTo>
                  <a:pt x="11895" y="5284"/>
                </a:lnTo>
                <a:lnTo>
                  <a:pt x="10545" y="941"/>
                </a:lnTo>
                <a:lnTo>
                  <a:pt x="12303" y="0"/>
                </a:lnTo>
                <a:lnTo>
                  <a:pt x="15569" y="532"/>
                </a:lnTo>
                <a:lnTo>
                  <a:pt x="18030" y="532"/>
                </a:lnTo>
                <a:lnTo>
                  <a:pt x="21012" y="11"/>
                </a:lnTo>
                <a:lnTo>
                  <a:pt x="22883" y="850"/>
                </a:lnTo>
                <a:lnTo>
                  <a:pt x="21590" y="5386"/>
                </a:lnTo>
                <a:lnTo>
                  <a:pt x="22940" y="6735"/>
                </a:lnTo>
                <a:lnTo>
                  <a:pt x="27045" y="5102"/>
                </a:lnTo>
                <a:lnTo>
                  <a:pt x="28462" y="7234"/>
                </a:lnTo>
                <a:lnTo>
                  <a:pt x="26954" y="10046"/>
                </a:lnTo>
                <a:lnTo>
                  <a:pt x="27623" y="11419"/>
                </a:lnTo>
                <a:lnTo>
                  <a:pt x="28712" y="12144"/>
                </a:lnTo>
                <a:lnTo>
                  <a:pt x="32159" y="10511"/>
                </a:lnTo>
                <a:lnTo>
                  <a:pt x="33576" y="11929"/>
                </a:lnTo>
                <a:lnTo>
                  <a:pt x="33021" y="16068"/>
                </a:lnTo>
                <a:lnTo>
                  <a:pt x="33134" y="18188"/>
                </a:lnTo>
                <a:lnTo>
                  <a:pt x="33531" y="21080"/>
                </a:lnTo>
                <a:lnTo>
                  <a:pt x="32828" y="22928"/>
                </a:lnTo>
                <a:lnTo>
                  <a:pt x="28145" y="21783"/>
                </a:lnTo>
                <a:lnTo>
                  <a:pt x="26863" y="23064"/>
                </a:lnTo>
                <a:lnTo>
                  <a:pt x="28496" y="27169"/>
                </a:lnTo>
                <a:lnTo>
                  <a:pt x="26364" y="28542"/>
                </a:lnTo>
                <a:lnTo>
                  <a:pt x="23552" y="27067"/>
                </a:lnTo>
                <a:lnTo>
                  <a:pt x="22180" y="27748"/>
                </a:lnTo>
                <a:lnTo>
                  <a:pt x="21454" y="28836"/>
                </a:lnTo>
                <a:lnTo>
                  <a:pt x="23087" y="32284"/>
                </a:lnTo>
                <a:lnTo>
                  <a:pt x="2167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2941116" y="859022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98"/>
                </a:lnTo>
                <a:lnTo>
                  <a:pt x="18098" y="7223"/>
                </a:lnTo>
                <a:lnTo>
                  <a:pt x="19334" y="7937"/>
                </a:lnTo>
                <a:lnTo>
                  <a:pt x="22464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6" name="object 10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847494" y="8721460"/>
            <a:ext cx="88528" cy="88993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2424730" y="8727573"/>
            <a:ext cx="77970" cy="77494"/>
          </a:xfrm>
          <a:prstGeom prst="rect">
            <a:avLst/>
          </a:prstGeom>
        </p:spPr>
      </p:pic>
      <p:sp>
        <p:nvSpPr>
          <p:cNvPr id="108" name="object 108"/>
          <p:cNvSpPr/>
          <p:nvPr/>
        </p:nvSpPr>
        <p:spPr>
          <a:xfrm>
            <a:off x="7536810" y="873811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480" y="56369"/>
                </a:moveTo>
                <a:lnTo>
                  <a:pt x="11328" y="54963"/>
                </a:lnTo>
                <a:lnTo>
                  <a:pt x="12621" y="50415"/>
                </a:lnTo>
                <a:lnTo>
                  <a:pt x="11271" y="49077"/>
                </a:lnTo>
                <a:lnTo>
                  <a:pt x="7166" y="50710"/>
                </a:ln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2052" y="45301"/>
                </a:lnTo>
                <a:lnTo>
                  <a:pt x="476" y="43725"/>
                </a:lnTo>
                <a:lnTo>
                  <a:pt x="1383" y="39915"/>
                </a:lnTo>
                <a:lnTo>
                  <a:pt x="430" y="36082"/>
                </a:lnTo>
                <a:lnTo>
                  <a:pt x="816" y="31002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1"/>
                </a:lnTo>
                <a:lnTo>
                  <a:pt x="5352" y="12450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74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6" y="43158"/>
                </a:lnTo>
                <a:lnTo>
                  <a:pt x="55314" y="45029"/>
                </a:lnTo>
                <a:lnTo>
                  <a:pt x="50711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8"/>
                </a:lnTo>
                <a:lnTo>
                  <a:pt x="49554" y="50710"/>
                </a:lnTo>
                <a:lnTo>
                  <a:pt x="45449" y="49077"/>
                </a:lnTo>
                <a:lnTo>
                  <a:pt x="44065" y="50461"/>
                </a:lnTo>
                <a:lnTo>
                  <a:pt x="45438" y="54906"/>
                </a:lnTo>
                <a:lnTo>
                  <a:pt x="43601" y="55813"/>
                </a:lnTo>
                <a:lnTo>
                  <a:pt x="40482" y="55280"/>
                </a:lnTo>
                <a:lnTo>
                  <a:pt x="20184" y="55280"/>
                </a:lnTo>
                <a:lnTo>
                  <a:pt x="14480" y="56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2762561" y="8738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19" y="54634"/>
                </a:lnTo>
                <a:lnTo>
                  <a:pt x="22951" y="49916"/>
                </a:lnTo>
                <a:lnTo>
                  <a:pt x="22497" y="49395"/>
                </a:lnTo>
                <a:lnTo>
                  <a:pt x="20524" y="48034"/>
                </a:lnTo>
                <a:lnTo>
                  <a:pt x="13063" y="51175"/>
                </a:lnTo>
                <a:lnTo>
                  <a:pt x="10716" y="48306"/>
                </a:lnTo>
                <a:lnTo>
                  <a:pt x="12314" y="45177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23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3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39"/>
                </a:lnTo>
                <a:lnTo>
                  <a:pt x="13063" y="4070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69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0"/>
                </a:lnTo>
                <a:lnTo>
                  <a:pt x="45155" y="6939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19"/>
                </a:lnTo>
                <a:lnTo>
                  <a:pt x="48806" y="10386"/>
                </a:lnTo>
                <a:lnTo>
                  <a:pt x="50224" y="1181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89"/>
                </a:lnTo>
                <a:lnTo>
                  <a:pt x="50042" y="22905"/>
                </a:lnTo>
                <a:lnTo>
                  <a:pt x="54544" y="21567"/>
                </a:lnTo>
                <a:lnTo>
                  <a:pt x="55666" y="22701"/>
                </a:lnTo>
                <a:lnTo>
                  <a:pt x="55099" y="26829"/>
                </a:lnTo>
                <a:lnTo>
                  <a:pt x="55212" y="28972"/>
                </a:lnTo>
                <a:lnTo>
                  <a:pt x="55587" y="31796"/>
                </a:lnTo>
                <a:lnTo>
                  <a:pt x="54918" y="33621"/>
                </a:lnTo>
                <a:lnTo>
                  <a:pt x="50269" y="32601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36"/>
                </a:lnTo>
                <a:lnTo>
                  <a:pt x="45483" y="43237"/>
                </a:lnTo>
                <a:lnTo>
                  <a:pt x="44258" y="43952"/>
                </a:lnTo>
                <a:lnTo>
                  <a:pt x="43532" y="45040"/>
                </a:lnTo>
                <a:lnTo>
                  <a:pt x="45166" y="48488"/>
                </a:lnTo>
                <a:lnTo>
                  <a:pt x="43351" y="50291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64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221647" y="8749458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90" h="33654">
                <a:moveTo>
                  <a:pt x="21863" y="33565"/>
                </a:moveTo>
                <a:lnTo>
                  <a:pt x="17723" y="33009"/>
                </a:lnTo>
                <a:lnTo>
                  <a:pt x="16204" y="33089"/>
                </a:lnTo>
                <a:lnTo>
                  <a:pt x="11963" y="33508"/>
                </a:lnTo>
                <a:lnTo>
                  <a:pt x="10579" y="32193"/>
                </a:lnTo>
                <a:lnTo>
                  <a:pt x="12212" y="28666"/>
                </a:lnTo>
                <a:lnTo>
                  <a:pt x="11487" y="27612"/>
                </a:lnTo>
                <a:lnTo>
                  <a:pt x="10115" y="26931"/>
                </a:lnTo>
                <a:lnTo>
                  <a:pt x="7291" y="28451"/>
                </a:lnTo>
                <a:lnTo>
                  <a:pt x="5170" y="27033"/>
                </a:lnTo>
                <a:lnTo>
                  <a:pt x="6803" y="22928"/>
                </a:lnTo>
                <a:lnTo>
                  <a:pt x="5522" y="21647"/>
                </a:lnTo>
                <a:lnTo>
                  <a:pt x="839" y="22804"/>
                </a:lnTo>
                <a:lnTo>
                  <a:pt x="249" y="21250"/>
                </a:lnTo>
                <a:lnTo>
                  <a:pt x="0" y="11781"/>
                </a:lnTo>
                <a:lnTo>
                  <a:pt x="1689" y="10398"/>
                </a:lnTo>
                <a:lnTo>
                  <a:pt x="4808" y="11997"/>
                </a:lnTo>
                <a:lnTo>
                  <a:pt x="6044" y="11282"/>
                </a:lnTo>
                <a:lnTo>
                  <a:pt x="6769" y="10194"/>
                </a:lnTo>
                <a:lnTo>
                  <a:pt x="5136" y="6747"/>
                </a:lnTo>
                <a:lnTo>
                  <a:pt x="6951" y="4932"/>
                </a:lnTo>
                <a:lnTo>
                  <a:pt x="10398" y="6565"/>
                </a:lnTo>
                <a:lnTo>
                  <a:pt x="11487" y="5839"/>
                </a:lnTo>
                <a:lnTo>
                  <a:pt x="12212" y="4785"/>
                </a:lnTo>
                <a:lnTo>
                  <a:pt x="10579" y="1258"/>
                </a:lnTo>
                <a:lnTo>
                  <a:pt x="11906" y="0"/>
                </a:lnTo>
                <a:lnTo>
                  <a:pt x="22055" y="11"/>
                </a:lnTo>
                <a:lnTo>
                  <a:pt x="23257" y="1485"/>
                </a:lnTo>
                <a:lnTo>
                  <a:pt x="21658" y="4615"/>
                </a:lnTo>
                <a:lnTo>
                  <a:pt x="22373" y="5839"/>
                </a:lnTo>
                <a:lnTo>
                  <a:pt x="23461" y="6565"/>
                </a:lnTo>
                <a:lnTo>
                  <a:pt x="26909" y="4932"/>
                </a:lnTo>
                <a:lnTo>
                  <a:pt x="28576" y="6599"/>
                </a:lnTo>
                <a:lnTo>
                  <a:pt x="26943" y="10704"/>
                </a:lnTo>
                <a:lnTo>
                  <a:pt x="28439" y="11702"/>
                </a:lnTo>
                <a:lnTo>
                  <a:pt x="32987" y="10693"/>
                </a:lnTo>
                <a:lnTo>
                  <a:pt x="33780" y="12450"/>
                </a:lnTo>
                <a:lnTo>
                  <a:pt x="33259" y="15433"/>
                </a:lnTo>
                <a:lnTo>
                  <a:pt x="33259" y="18063"/>
                </a:lnTo>
                <a:lnTo>
                  <a:pt x="33769" y="20955"/>
                </a:lnTo>
                <a:lnTo>
                  <a:pt x="32975" y="22837"/>
                </a:lnTo>
                <a:lnTo>
                  <a:pt x="28383" y="21590"/>
                </a:lnTo>
                <a:lnTo>
                  <a:pt x="27056" y="22917"/>
                </a:lnTo>
                <a:lnTo>
                  <a:pt x="28689" y="27022"/>
                </a:lnTo>
                <a:lnTo>
                  <a:pt x="26557" y="28394"/>
                </a:lnTo>
                <a:lnTo>
                  <a:pt x="23745" y="26920"/>
                </a:lnTo>
                <a:lnTo>
                  <a:pt x="22373" y="27612"/>
                </a:lnTo>
                <a:lnTo>
                  <a:pt x="21647" y="28700"/>
                </a:lnTo>
                <a:lnTo>
                  <a:pt x="23280" y="32147"/>
                </a:lnTo>
                <a:lnTo>
                  <a:pt x="21863" y="3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3104406" y="875351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7678" y="23949"/>
                </a:moveTo>
                <a:lnTo>
                  <a:pt x="7529" y="23937"/>
                </a:lnTo>
                <a:lnTo>
                  <a:pt x="6316" y="22463"/>
                </a:lnTo>
                <a:lnTo>
                  <a:pt x="7914" y="19334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52"/>
                </a:lnTo>
                <a:lnTo>
                  <a:pt x="16635" y="0"/>
                </a:lnTo>
                <a:lnTo>
                  <a:pt x="18982" y="2868"/>
                </a:lnTo>
                <a:lnTo>
                  <a:pt x="17394" y="5998"/>
                </a:lnTo>
                <a:lnTo>
                  <a:pt x="18098" y="7223"/>
                </a:lnTo>
                <a:lnTo>
                  <a:pt x="19322" y="7937"/>
                </a:lnTo>
                <a:lnTo>
                  <a:pt x="22452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94"/>
                </a:lnTo>
                <a:lnTo>
                  <a:pt x="18098" y="18109"/>
                </a:lnTo>
                <a:lnTo>
                  <a:pt x="17372" y="19164"/>
                </a:lnTo>
                <a:lnTo>
                  <a:pt x="19005" y="22690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2" name="object 11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684191" y="8884729"/>
            <a:ext cx="88347" cy="89356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2588509" y="8890229"/>
            <a:ext cx="77472" cy="78413"/>
          </a:xfrm>
          <a:prstGeom prst="rect">
            <a:avLst/>
          </a:prstGeom>
        </p:spPr>
      </p:pic>
      <p:sp>
        <p:nvSpPr>
          <p:cNvPr id="114" name="object 114"/>
          <p:cNvSpPr/>
          <p:nvPr/>
        </p:nvSpPr>
        <p:spPr>
          <a:xfrm>
            <a:off x="7373508" y="890114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571" y="56607"/>
                </a:moveTo>
                <a:lnTo>
                  <a:pt x="11385" y="55269"/>
                </a:lnTo>
                <a:lnTo>
                  <a:pt x="12541" y="50676"/>
                </a:lnTo>
                <a:lnTo>
                  <a:pt x="12031" y="50098"/>
                </a:lnTo>
                <a:lnTo>
                  <a:pt x="10942" y="49372"/>
                </a:lnTo>
                <a:lnTo>
                  <a:pt x="7495" y="51005"/>
                </a:lnTo>
                <a:lnTo>
                  <a:pt x="5828" y="49338"/>
                </a:lnTo>
                <a:lnTo>
                  <a:pt x="7461" y="45233"/>
                </a:lnTo>
                <a:lnTo>
                  <a:pt x="5941" y="44224"/>
                </a:lnTo>
                <a:lnTo>
                  <a:pt x="1440" y="45279"/>
                </a:lnTo>
                <a:lnTo>
                  <a:pt x="33" y="42297"/>
                </a:lnTo>
                <a:lnTo>
                  <a:pt x="1145" y="36411"/>
                </a:lnTo>
                <a:lnTo>
                  <a:pt x="1145" y="31977"/>
                </a:lnTo>
                <a:lnTo>
                  <a:pt x="986" y="30106"/>
                </a:lnTo>
                <a:lnTo>
                  <a:pt x="1304" y="26534"/>
                </a:lnTo>
                <a:lnTo>
                  <a:pt x="895" y="24652"/>
                </a:lnTo>
                <a:lnTo>
                  <a:pt x="1372" y="21227"/>
                </a:lnTo>
                <a:lnTo>
                  <a:pt x="0" y="12927"/>
                </a:lnTo>
                <a:lnTo>
                  <a:pt x="2233" y="11101"/>
                </a:lnTo>
                <a:lnTo>
                  <a:pt x="5352" y="12700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2" y="7280"/>
                </a:lnTo>
                <a:lnTo>
                  <a:pt x="12031" y="6554"/>
                </a:lnTo>
                <a:lnTo>
                  <a:pt x="12541" y="5976"/>
                </a:lnTo>
                <a:lnTo>
                  <a:pt x="11385" y="1383"/>
                </a:lnTo>
                <a:lnTo>
                  <a:pt x="13403" y="544"/>
                </a:lnTo>
                <a:lnTo>
                  <a:pt x="15977" y="1281"/>
                </a:lnTo>
                <a:lnTo>
                  <a:pt x="22339" y="578"/>
                </a:lnTo>
                <a:lnTo>
                  <a:pt x="28950" y="532"/>
                </a:lnTo>
                <a:lnTo>
                  <a:pt x="35436" y="1315"/>
                </a:lnTo>
                <a:lnTo>
                  <a:pt x="43771" y="0"/>
                </a:lnTo>
                <a:lnTo>
                  <a:pt x="45574" y="2211"/>
                </a:lnTo>
                <a:lnTo>
                  <a:pt x="43986" y="5329"/>
                </a:lnTo>
                <a:lnTo>
                  <a:pt x="44689" y="6554"/>
                </a:lnTo>
                <a:lnTo>
                  <a:pt x="45778" y="7280"/>
                </a:lnTo>
                <a:lnTo>
                  <a:pt x="49225" y="5647"/>
                </a:lnTo>
                <a:lnTo>
                  <a:pt x="50892" y="7314"/>
                </a:lnTo>
                <a:lnTo>
                  <a:pt x="49259" y="11419"/>
                </a:lnTo>
                <a:lnTo>
                  <a:pt x="51391" y="12791"/>
                </a:lnTo>
                <a:lnTo>
                  <a:pt x="54203" y="11316"/>
                </a:lnTo>
                <a:lnTo>
                  <a:pt x="55575" y="11997"/>
                </a:lnTo>
                <a:lnTo>
                  <a:pt x="55575" y="40437"/>
                </a:lnTo>
                <a:lnTo>
                  <a:pt x="56108" y="43567"/>
                </a:lnTo>
                <a:lnTo>
                  <a:pt x="55212" y="45392"/>
                </a:lnTo>
                <a:lnTo>
                  <a:pt x="50756" y="44031"/>
                </a:lnTo>
                <a:lnTo>
                  <a:pt x="49372" y="45415"/>
                </a:lnTo>
                <a:lnTo>
                  <a:pt x="51005" y="49520"/>
                </a:lnTo>
                <a:lnTo>
                  <a:pt x="48874" y="50937"/>
                </a:lnTo>
                <a:lnTo>
                  <a:pt x="46061" y="49429"/>
                </a:lnTo>
                <a:lnTo>
                  <a:pt x="44689" y="50098"/>
                </a:lnTo>
                <a:lnTo>
                  <a:pt x="44179" y="50665"/>
                </a:lnTo>
                <a:lnTo>
                  <a:pt x="45324" y="55280"/>
                </a:lnTo>
                <a:lnTo>
                  <a:pt x="43453" y="56051"/>
                </a:lnTo>
                <a:lnTo>
                  <a:pt x="40596" y="55541"/>
                </a:lnTo>
                <a:lnTo>
                  <a:pt x="20116" y="55541"/>
                </a:lnTo>
                <a:lnTo>
                  <a:pt x="14571" y="56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2931499" y="890659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31" y="45823"/>
                </a:moveTo>
                <a:lnTo>
                  <a:pt x="5114" y="44065"/>
                </a:lnTo>
                <a:lnTo>
                  <a:pt x="6645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29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70" y="26971"/>
                </a:lnTo>
                <a:lnTo>
                  <a:pt x="603" y="13351"/>
                </a:lnTo>
                <a:lnTo>
                  <a:pt x="521" y="6554"/>
                </a:lnTo>
                <a:lnTo>
                  <a:pt x="5953" y="6554"/>
                </a:lnTo>
                <a:lnTo>
                  <a:pt x="6475" y="5976"/>
                </a:lnTo>
                <a:lnTo>
                  <a:pt x="5307" y="1383"/>
                </a:lnTo>
                <a:lnTo>
                  <a:pt x="7325" y="544"/>
                </a:lnTo>
                <a:lnTo>
                  <a:pt x="9911" y="1281"/>
                </a:lnTo>
                <a:lnTo>
                  <a:pt x="16261" y="578"/>
                </a:lnTo>
                <a:lnTo>
                  <a:pt x="22872" y="533"/>
                </a:lnTo>
                <a:lnTo>
                  <a:pt x="29347" y="1315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00" y="6554"/>
                </a:lnTo>
                <a:lnTo>
                  <a:pt x="44043" y="6554"/>
                </a:lnTo>
                <a:lnTo>
                  <a:pt x="44043" y="35118"/>
                </a:lnTo>
                <a:lnTo>
                  <a:pt x="44553" y="37976"/>
                </a:lnTo>
                <a:lnTo>
                  <a:pt x="43782" y="39847"/>
                </a:lnTo>
                <a:lnTo>
                  <a:pt x="39167" y="38702"/>
                </a:lnTo>
                <a:lnTo>
                  <a:pt x="38600" y="39212"/>
                </a:lnTo>
                <a:lnTo>
                  <a:pt x="37886" y="40300"/>
                </a:lnTo>
                <a:lnTo>
                  <a:pt x="39508" y="43748"/>
                </a:lnTo>
                <a:lnTo>
                  <a:pt x="38090" y="45165"/>
                </a:lnTo>
                <a:lnTo>
                  <a:pt x="33962" y="44610"/>
                </a:lnTo>
                <a:lnTo>
                  <a:pt x="31355" y="44746"/>
                </a:lnTo>
                <a:lnTo>
                  <a:pt x="29540" y="44575"/>
                </a:lnTo>
                <a:lnTo>
                  <a:pt x="27726" y="44655"/>
                </a:lnTo>
                <a:lnTo>
                  <a:pt x="14708" y="44655"/>
                </a:lnTo>
                <a:lnTo>
                  <a:pt x="7631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064401" y="8918589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object 11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2751584" y="9053724"/>
            <a:ext cx="77835" cy="77982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7521150" y="9048474"/>
            <a:ext cx="88529" cy="88800"/>
          </a:xfrm>
          <a:prstGeom prst="rect">
            <a:avLst/>
          </a:prstGeom>
        </p:spPr>
      </p:pic>
      <p:sp>
        <p:nvSpPr>
          <p:cNvPr id="119" name="object 119"/>
          <p:cNvSpPr/>
          <p:nvPr/>
        </p:nvSpPr>
        <p:spPr>
          <a:xfrm>
            <a:off x="7210659" y="906437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675"/>
                </a:moveTo>
                <a:lnTo>
                  <a:pt x="16340" y="55314"/>
                </a:lnTo>
                <a:lnTo>
                  <a:pt x="17599" y="50733"/>
                </a:lnTo>
                <a:lnTo>
                  <a:pt x="16113" y="49247"/>
                </a:lnTo>
                <a:lnTo>
                  <a:pt x="12541" y="51062"/>
                </a:lnTo>
                <a:lnTo>
                  <a:pt x="10670" y="49315"/>
                </a:lnTo>
                <a:lnTo>
                  <a:pt x="12473" y="45619"/>
                </a:lnTo>
                <a:lnTo>
                  <a:pt x="10829" y="43963"/>
                </a:lnTo>
                <a:lnTo>
                  <a:pt x="6724" y="45596"/>
                </a:lnTo>
                <a:lnTo>
                  <a:pt x="5306" y="43464"/>
                </a:lnTo>
                <a:lnTo>
                  <a:pt x="6815" y="40652"/>
                </a:lnTo>
                <a:lnTo>
                  <a:pt x="6146" y="39280"/>
                </a:lnTo>
                <a:lnTo>
                  <a:pt x="5057" y="38554"/>
                </a:lnTo>
                <a:lnTo>
                  <a:pt x="1610" y="40187"/>
                </a:lnTo>
                <a:lnTo>
                  <a:pt x="0" y="38577"/>
                </a:lnTo>
                <a:lnTo>
                  <a:pt x="1009" y="34846"/>
                </a:lnTo>
                <a:lnTo>
                  <a:pt x="11" y="31558"/>
                </a:lnTo>
                <a:lnTo>
                  <a:pt x="124" y="25275"/>
                </a:lnTo>
                <a:lnTo>
                  <a:pt x="941" y="21987"/>
                </a:lnTo>
                <a:lnTo>
                  <a:pt x="34" y="18177"/>
                </a:lnTo>
                <a:lnTo>
                  <a:pt x="1610" y="16601"/>
                </a:lnTo>
                <a:lnTo>
                  <a:pt x="5057" y="18233"/>
                </a:lnTo>
                <a:lnTo>
                  <a:pt x="6146" y="17508"/>
                </a:lnTo>
                <a:lnTo>
                  <a:pt x="6871" y="16419"/>
                </a:lnTo>
                <a:lnTo>
                  <a:pt x="5238" y="12972"/>
                </a:lnTo>
                <a:lnTo>
                  <a:pt x="7053" y="11158"/>
                </a:lnTo>
                <a:lnTo>
                  <a:pt x="10681" y="12972"/>
                </a:lnTo>
                <a:lnTo>
                  <a:pt x="12496" y="11158"/>
                </a:lnTo>
                <a:lnTo>
                  <a:pt x="10681" y="7529"/>
                </a:lnTo>
                <a:lnTo>
                  <a:pt x="12496" y="5715"/>
                </a:lnTo>
                <a:lnTo>
                  <a:pt x="15943" y="7348"/>
                </a:lnTo>
                <a:lnTo>
                  <a:pt x="17032" y="6622"/>
                </a:lnTo>
                <a:lnTo>
                  <a:pt x="17429" y="6145"/>
                </a:lnTo>
                <a:lnTo>
                  <a:pt x="16533" y="1326"/>
                </a:lnTo>
                <a:lnTo>
                  <a:pt x="18483" y="737"/>
                </a:lnTo>
                <a:lnTo>
                  <a:pt x="20944" y="1179"/>
                </a:lnTo>
                <a:lnTo>
                  <a:pt x="24255" y="1179"/>
                </a:lnTo>
                <a:lnTo>
                  <a:pt x="26149" y="1009"/>
                </a:lnTo>
                <a:lnTo>
                  <a:pt x="30923" y="1462"/>
                </a:lnTo>
                <a:lnTo>
                  <a:pt x="36060" y="0"/>
                </a:lnTo>
                <a:lnTo>
                  <a:pt x="39484" y="1474"/>
                </a:lnTo>
                <a:lnTo>
                  <a:pt x="38226" y="6044"/>
                </a:lnTo>
                <a:lnTo>
                  <a:pt x="39722" y="7540"/>
                </a:lnTo>
                <a:lnTo>
                  <a:pt x="43294" y="5726"/>
                </a:lnTo>
                <a:lnTo>
                  <a:pt x="45165" y="7472"/>
                </a:lnTo>
                <a:lnTo>
                  <a:pt x="43351" y="11169"/>
                </a:lnTo>
                <a:lnTo>
                  <a:pt x="45007" y="12825"/>
                </a:lnTo>
                <a:lnTo>
                  <a:pt x="49112" y="11192"/>
                </a:lnTo>
                <a:lnTo>
                  <a:pt x="50529" y="13323"/>
                </a:lnTo>
                <a:lnTo>
                  <a:pt x="49021" y="16136"/>
                </a:lnTo>
                <a:lnTo>
                  <a:pt x="49690" y="17508"/>
                </a:lnTo>
                <a:lnTo>
                  <a:pt x="50779" y="18233"/>
                </a:lnTo>
                <a:lnTo>
                  <a:pt x="54226" y="16601"/>
                </a:lnTo>
                <a:lnTo>
                  <a:pt x="56040" y="18415"/>
                </a:lnTo>
                <a:lnTo>
                  <a:pt x="54407" y="21817"/>
                </a:lnTo>
                <a:lnTo>
                  <a:pt x="55133" y="22951"/>
                </a:lnTo>
                <a:lnTo>
                  <a:pt x="54475" y="26421"/>
                </a:lnTo>
                <a:lnTo>
                  <a:pt x="55984" y="30424"/>
                </a:lnTo>
                <a:lnTo>
                  <a:pt x="54895" y="34801"/>
                </a:lnTo>
                <a:lnTo>
                  <a:pt x="55802" y="38611"/>
                </a:lnTo>
                <a:lnTo>
                  <a:pt x="54407" y="40006"/>
                </a:lnTo>
                <a:lnTo>
                  <a:pt x="50212" y="38441"/>
                </a:lnTo>
                <a:lnTo>
                  <a:pt x="49010" y="40380"/>
                </a:lnTo>
                <a:lnTo>
                  <a:pt x="50586" y="43827"/>
                </a:lnTo>
                <a:lnTo>
                  <a:pt x="48930" y="45483"/>
                </a:lnTo>
                <a:lnTo>
                  <a:pt x="44825" y="43850"/>
                </a:lnTo>
                <a:lnTo>
                  <a:pt x="43816" y="45369"/>
                </a:lnTo>
                <a:lnTo>
                  <a:pt x="44871" y="49871"/>
                </a:lnTo>
                <a:lnTo>
                  <a:pt x="42773" y="50869"/>
                </a:lnTo>
                <a:lnTo>
                  <a:pt x="40346" y="49599"/>
                </a:lnTo>
                <a:lnTo>
                  <a:pt x="38804" y="50166"/>
                </a:lnTo>
                <a:lnTo>
                  <a:pt x="38078" y="51254"/>
                </a:lnTo>
                <a:lnTo>
                  <a:pt x="39711" y="54702"/>
                </a:lnTo>
                <a:lnTo>
                  <a:pt x="38282" y="56119"/>
                </a:lnTo>
                <a:lnTo>
                  <a:pt x="34155" y="55575"/>
                </a:lnTo>
                <a:lnTo>
                  <a:pt x="31558" y="55700"/>
                </a:lnTo>
                <a:lnTo>
                  <a:pt x="29721" y="55586"/>
                </a:lnTo>
                <a:lnTo>
                  <a:pt x="25185" y="55643"/>
                </a:lnTo>
                <a:lnTo>
                  <a:pt x="19504" y="566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3094166" y="906986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81"/>
                </a:moveTo>
                <a:lnTo>
                  <a:pt x="29630" y="44406"/>
                </a:lnTo>
                <a:lnTo>
                  <a:pt x="25105" y="45381"/>
                </a:lnTo>
                <a:lnTo>
                  <a:pt x="20819" y="44678"/>
                </a:lnTo>
                <a:lnTo>
                  <a:pt x="16158" y="44678"/>
                </a:lnTo>
                <a:lnTo>
                  <a:pt x="13210" y="45199"/>
                </a:lnTo>
                <a:lnTo>
                  <a:pt x="11361" y="44394"/>
                </a:lnTo>
                <a:lnTo>
                  <a:pt x="12575" y="39824"/>
                </a:lnTo>
                <a:lnTo>
                  <a:pt x="12031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5" y="38656"/>
                </a:lnTo>
                <a:lnTo>
                  <a:pt x="7359" y="34552"/>
                </a:lnTo>
                <a:lnTo>
                  <a:pt x="5952" y="33157"/>
                </a:lnTo>
                <a:lnTo>
                  <a:pt x="1530" y="34540"/>
                </a:lnTo>
                <a:lnTo>
                  <a:pt x="22" y="31535"/>
                </a:lnTo>
                <a:lnTo>
                  <a:pt x="1156" y="25491"/>
                </a:lnTo>
                <a:lnTo>
                  <a:pt x="1156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60" y="12700"/>
                </a:lnTo>
                <a:lnTo>
                  <a:pt x="6599" y="12020"/>
                </a:lnTo>
                <a:lnTo>
                  <a:pt x="7313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3" y="7302"/>
                </a:lnTo>
                <a:lnTo>
                  <a:pt x="12031" y="6577"/>
                </a:lnTo>
                <a:lnTo>
                  <a:pt x="12563" y="5976"/>
                </a:lnTo>
                <a:lnTo>
                  <a:pt x="11361" y="1417"/>
                </a:lnTo>
                <a:lnTo>
                  <a:pt x="14525" y="45"/>
                </a:lnTo>
                <a:lnTo>
                  <a:pt x="20173" y="1134"/>
                </a:lnTo>
                <a:lnTo>
                  <a:pt x="25514" y="1134"/>
                </a:lnTo>
                <a:lnTo>
                  <a:pt x="31546" y="0"/>
                </a:lnTo>
                <a:lnTo>
                  <a:pt x="34563" y="1508"/>
                </a:lnTo>
                <a:lnTo>
                  <a:pt x="33168" y="5941"/>
                </a:lnTo>
                <a:lnTo>
                  <a:pt x="34563" y="7336"/>
                </a:lnTo>
                <a:lnTo>
                  <a:pt x="38679" y="5703"/>
                </a:lnTo>
                <a:lnTo>
                  <a:pt x="40085" y="7835"/>
                </a:lnTo>
                <a:lnTo>
                  <a:pt x="38566" y="10647"/>
                </a:lnTo>
                <a:lnTo>
                  <a:pt x="39246" y="12020"/>
                </a:lnTo>
                <a:lnTo>
                  <a:pt x="40335" y="12745"/>
                </a:lnTo>
                <a:lnTo>
                  <a:pt x="43782" y="11112"/>
                </a:lnTo>
                <a:lnTo>
                  <a:pt x="45585" y="12927"/>
                </a:lnTo>
                <a:lnTo>
                  <a:pt x="43884" y="16329"/>
                </a:lnTo>
                <a:lnTo>
                  <a:pt x="44666" y="17463"/>
                </a:lnTo>
                <a:lnTo>
                  <a:pt x="44020" y="20933"/>
                </a:lnTo>
                <a:lnTo>
                  <a:pt x="45528" y="24935"/>
                </a:lnTo>
                <a:lnTo>
                  <a:pt x="44428" y="29313"/>
                </a:lnTo>
                <a:lnTo>
                  <a:pt x="45335" y="33123"/>
                </a:lnTo>
                <a:lnTo>
                  <a:pt x="43770" y="34699"/>
                </a:lnTo>
                <a:lnTo>
                  <a:pt x="40312" y="33066"/>
                </a:lnTo>
                <a:lnTo>
                  <a:pt x="39234" y="33792"/>
                </a:lnTo>
                <a:lnTo>
                  <a:pt x="38577" y="35209"/>
                </a:lnTo>
                <a:lnTo>
                  <a:pt x="40039" y="37919"/>
                </a:lnTo>
                <a:lnTo>
                  <a:pt x="38712" y="40074"/>
                </a:lnTo>
                <a:lnTo>
                  <a:pt x="34517" y="38509"/>
                </a:lnTo>
                <a:lnTo>
                  <a:pt x="33043" y="39995"/>
                </a:lnTo>
                <a:lnTo>
                  <a:pt x="34664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899330" y="90801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89" y="23960"/>
                </a:moveTo>
                <a:lnTo>
                  <a:pt x="7540" y="23937"/>
                </a:lnTo>
                <a:lnTo>
                  <a:pt x="6338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98" y="17394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9005" y="2868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2463" y="6327"/>
                </a:lnTo>
                <a:lnTo>
                  <a:pt x="23949" y="7540"/>
                </a:lnTo>
                <a:lnTo>
                  <a:pt x="23960" y="17678"/>
                </a:lnTo>
                <a:lnTo>
                  <a:pt x="22690" y="19016"/>
                </a:lnTo>
                <a:lnTo>
                  <a:pt x="19163" y="17383"/>
                </a:lnTo>
                <a:lnTo>
                  <a:pt x="18109" y="18109"/>
                </a:lnTo>
                <a:lnTo>
                  <a:pt x="17395" y="19164"/>
                </a:lnTo>
                <a:lnTo>
                  <a:pt x="19016" y="22690"/>
                </a:lnTo>
                <a:lnTo>
                  <a:pt x="17689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2" name="object 12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7362645" y="9217445"/>
            <a:ext cx="78028" cy="77506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2920023" y="9222208"/>
            <a:ext cx="67527" cy="67618"/>
          </a:xfrm>
          <a:prstGeom prst="rect">
            <a:avLst/>
          </a:prstGeom>
        </p:spPr>
      </p:pic>
      <p:sp>
        <p:nvSpPr>
          <p:cNvPr id="124" name="object 124"/>
          <p:cNvSpPr/>
          <p:nvPr/>
        </p:nvSpPr>
        <p:spPr>
          <a:xfrm>
            <a:off x="7053005" y="923316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34"/>
                </a:moveTo>
                <a:lnTo>
                  <a:pt x="5102" y="44076"/>
                </a:lnTo>
                <a:lnTo>
                  <a:pt x="6633" y="40062"/>
                </a:lnTo>
                <a:lnTo>
                  <a:pt x="5953" y="39223"/>
                </a:lnTo>
                <a:lnTo>
                  <a:pt x="4864" y="38497"/>
                </a:lnTo>
                <a:lnTo>
                  <a:pt x="1417" y="40130"/>
                </a:lnTo>
                <a:lnTo>
                  <a:pt x="0" y="38713"/>
                </a:lnTo>
                <a:lnTo>
                  <a:pt x="555" y="34574"/>
                </a:lnTo>
                <a:lnTo>
                  <a:pt x="360" y="26983"/>
                </a:lnTo>
                <a:lnTo>
                  <a:pt x="596" y="13362"/>
                </a:lnTo>
                <a:lnTo>
                  <a:pt x="510" y="6565"/>
                </a:lnTo>
                <a:lnTo>
                  <a:pt x="5953" y="6565"/>
                </a:lnTo>
                <a:lnTo>
                  <a:pt x="6474" y="5987"/>
                </a:lnTo>
                <a:lnTo>
                  <a:pt x="5306" y="1394"/>
                </a:lnTo>
                <a:lnTo>
                  <a:pt x="7325" y="544"/>
                </a:lnTo>
                <a:lnTo>
                  <a:pt x="9910" y="1292"/>
                </a:lnTo>
                <a:lnTo>
                  <a:pt x="16261" y="578"/>
                </a:lnTo>
                <a:lnTo>
                  <a:pt x="22872" y="544"/>
                </a:lnTo>
                <a:lnTo>
                  <a:pt x="29358" y="1315"/>
                </a:lnTo>
                <a:lnTo>
                  <a:pt x="37692" y="0"/>
                </a:lnTo>
                <a:lnTo>
                  <a:pt x="39495" y="2211"/>
                </a:lnTo>
                <a:lnTo>
                  <a:pt x="37897" y="5340"/>
                </a:lnTo>
                <a:lnTo>
                  <a:pt x="38611" y="6565"/>
                </a:lnTo>
                <a:lnTo>
                  <a:pt x="44054" y="6565"/>
                </a:lnTo>
                <a:lnTo>
                  <a:pt x="44054" y="35130"/>
                </a:lnTo>
                <a:lnTo>
                  <a:pt x="44553" y="37998"/>
                </a:lnTo>
                <a:lnTo>
                  <a:pt x="43793" y="39870"/>
                </a:lnTo>
                <a:lnTo>
                  <a:pt x="39178" y="38713"/>
                </a:lnTo>
                <a:lnTo>
                  <a:pt x="38611" y="39223"/>
                </a:lnTo>
                <a:lnTo>
                  <a:pt x="37885" y="40312"/>
                </a:lnTo>
                <a:lnTo>
                  <a:pt x="39518" y="43759"/>
                </a:lnTo>
                <a:lnTo>
                  <a:pt x="38089" y="45176"/>
                </a:lnTo>
                <a:lnTo>
                  <a:pt x="33962" y="44632"/>
                </a:lnTo>
                <a:lnTo>
                  <a:pt x="31354" y="44757"/>
                </a:lnTo>
                <a:lnTo>
                  <a:pt x="29528" y="44598"/>
                </a:lnTo>
                <a:lnTo>
                  <a:pt x="27725" y="44666"/>
                </a:lnTo>
                <a:lnTo>
                  <a:pt x="14707" y="44666"/>
                </a:lnTo>
                <a:lnTo>
                  <a:pt x="7620" y="458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3262866" y="92385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89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2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79" y="19628"/>
                </a:lnTo>
                <a:lnTo>
                  <a:pt x="1179" y="6610"/>
                </a:lnTo>
                <a:lnTo>
                  <a:pt x="2268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11"/>
                </a:lnTo>
                <a:lnTo>
                  <a:pt x="29120" y="7257"/>
                </a:lnTo>
                <a:lnTo>
                  <a:pt x="33338" y="5806"/>
                </a:lnTo>
                <a:lnTo>
                  <a:pt x="34358" y="7506"/>
                </a:lnTo>
                <a:lnTo>
                  <a:pt x="33814" y="10976"/>
                </a:lnTo>
                <a:lnTo>
                  <a:pt x="33814" y="19628"/>
                </a:lnTo>
                <a:lnTo>
                  <a:pt x="34983" y="26716"/>
                </a:lnTo>
                <a:lnTo>
                  <a:pt x="33213" y="29233"/>
                </a:lnTo>
                <a:lnTo>
                  <a:pt x="29199" y="27702"/>
                </a:lnTo>
                <a:lnTo>
                  <a:pt x="28371" y="28383"/>
                </a:lnTo>
                <a:lnTo>
                  <a:pt x="27725" y="29131"/>
                </a:lnTo>
                <a:lnTo>
                  <a:pt x="29176" y="33338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89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6" name="object 126"/>
          <p:cNvGrpSpPr/>
          <p:nvPr/>
        </p:nvGrpSpPr>
        <p:grpSpPr>
          <a:xfrm>
            <a:off x="7188434" y="7899551"/>
            <a:ext cx="5973445" cy="2387600"/>
            <a:chOff x="7188434" y="7899551"/>
            <a:chExt cx="5973445" cy="2387600"/>
          </a:xfrm>
        </p:grpSpPr>
        <p:pic>
          <p:nvPicPr>
            <p:cNvPr id="127" name="object 12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745813" y="9374907"/>
              <a:ext cx="89310" cy="88857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188434" y="7899551"/>
              <a:ext cx="5973271" cy="2387447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199660" y="9380294"/>
              <a:ext cx="77880" cy="7797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3083950" y="9386213"/>
              <a:ext cx="66234" cy="66643"/>
            </a:xfrm>
            <a:prstGeom prst="rect">
              <a:avLst/>
            </a:prstGeom>
          </p:spPr>
        </p:pic>
      </p:grpSp>
      <p:sp>
        <p:nvSpPr>
          <p:cNvPr id="131" name="object 131"/>
          <p:cNvSpPr/>
          <p:nvPr/>
        </p:nvSpPr>
        <p:spPr>
          <a:xfrm>
            <a:off x="6888443" y="93968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9"/>
                </a:moveTo>
                <a:lnTo>
                  <a:pt x="17258" y="43657"/>
                </a:lnTo>
                <a:lnTo>
                  <a:pt x="18789" y="39631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68" y="28587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4" y="15059"/>
                </a:lnTo>
                <a:lnTo>
                  <a:pt x="5443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5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7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7" y="10534"/>
                </a:lnTo>
                <a:lnTo>
                  <a:pt x="40607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6" y="44735"/>
                </a:lnTo>
                <a:lnTo>
                  <a:pt x="19118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3432756" y="94084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3" name="object 133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7357802" y="9538028"/>
            <a:ext cx="88313" cy="88845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2909546" y="9537881"/>
            <a:ext cx="88301" cy="89367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7041585" y="9548948"/>
            <a:ext cx="67436" cy="67414"/>
          </a:xfrm>
          <a:prstGeom prst="rect">
            <a:avLst/>
          </a:prstGeom>
        </p:spPr>
      </p:pic>
      <p:sp>
        <p:nvSpPr>
          <p:cNvPr id="136" name="object 136"/>
          <p:cNvSpPr/>
          <p:nvPr/>
        </p:nvSpPr>
        <p:spPr>
          <a:xfrm>
            <a:off x="13252468" y="9554335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492" y="56561"/>
                </a:moveTo>
                <a:lnTo>
                  <a:pt x="16329" y="55212"/>
                </a:lnTo>
                <a:lnTo>
                  <a:pt x="17599" y="50631"/>
                </a:lnTo>
                <a:lnTo>
                  <a:pt x="16102" y="49145"/>
                </a:lnTo>
                <a:lnTo>
                  <a:pt x="12530" y="50948"/>
                </a:lnTo>
                <a:lnTo>
                  <a:pt x="10659" y="49202"/>
                </a:lnTo>
                <a:lnTo>
                  <a:pt x="12473" y="45517"/>
                </a:lnTo>
                <a:lnTo>
                  <a:pt x="10828" y="43861"/>
                </a:lnTo>
                <a:lnTo>
                  <a:pt x="6712" y="45494"/>
                </a:lnTo>
                <a:lnTo>
                  <a:pt x="5307" y="43373"/>
                </a:lnTo>
                <a:lnTo>
                  <a:pt x="6815" y="40550"/>
                </a:lnTo>
                <a:lnTo>
                  <a:pt x="6146" y="39189"/>
                </a:lnTo>
                <a:lnTo>
                  <a:pt x="5057" y="38463"/>
                </a:lnTo>
                <a:lnTo>
                  <a:pt x="1609" y="40096"/>
                </a:lnTo>
                <a:lnTo>
                  <a:pt x="0" y="38486"/>
                </a:lnTo>
                <a:lnTo>
                  <a:pt x="1009" y="34744"/>
                </a:lnTo>
                <a:lnTo>
                  <a:pt x="11" y="31467"/>
                </a:lnTo>
                <a:lnTo>
                  <a:pt x="124" y="25185"/>
                </a:lnTo>
                <a:lnTo>
                  <a:pt x="941" y="21896"/>
                </a:lnTo>
                <a:lnTo>
                  <a:pt x="33" y="18086"/>
                </a:lnTo>
                <a:lnTo>
                  <a:pt x="1610" y="16510"/>
                </a:lnTo>
                <a:lnTo>
                  <a:pt x="5069" y="18143"/>
                </a:lnTo>
                <a:lnTo>
                  <a:pt x="6146" y="17417"/>
                </a:lnTo>
                <a:lnTo>
                  <a:pt x="6872" y="16328"/>
                </a:lnTo>
                <a:lnTo>
                  <a:pt x="5238" y="12881"/>
                </a:lnTo>
                <a:lnTo>
                  <a:pt x="7053" y="11067"/>
                </a:lnTo>
                <a:lnTo>
                  <a:pt x="10682" y="12881"/>
                </a:lnTo>
                <a:lnTo>
                  <a:pt x="12484" y="11067"/>
                </a:lnTo>
                <a:lnTo>
                  <a:pt x="10681" y="7438"/>
                </a:lnTo>
                <a:lnTo>
                  <a:pt x="12484" y="5624"/>
                </a:lnTo>
                <a:lnTo>
                  <a:pt x="15942" y="7257"/>
                </a:lnTo>
                <a:lnTo>
                  <a:pt x="17020" y="6531"/>
                </a:lnTo>
                <a:lnTo>
                  <a:pt x="17667" y="5783"/>
                </a:lnTo>
                <a:lnTo>
                  <a:pt x="16215" y="1576"/>
                </a:lnTo>
                <a:lnTo>
                  <a:pt x="18812" y="0"/>
                </a:lnTo>
                <a:lnTo>
                  <a:pt x="25740" y="963"/>
                </a:lnTo>
                <a:lnTo>
                  <a:pt x="29448" y="1179"/>
                </a:lnTo>
                <a:lnTo>
                  <a:pt x="37953" y="56"/>
                </a:lnTo>
                <a:lnTo>
                  <a:pt x="39677" y="2177"/>
                </a:lnTo>
                <a:lnTo>
                  <a:pt x="38089" y="5306"/>
                </a:lnTo>
                <a:lnTo>
                  <a:pt x="38793" y="6531"/>
                </a:lnTo>
                <a:lnTo>
                  <a:pt x="40142" y="7211"/>
                </a:lnTo>
                <a:lnTo>
                  <a:pt x="42999" y="5692"/>
                </a:lnTo>
                <a:lnTo>
                  <a:pt x="45109" y="7132"/>
                </a:lnTo>
                <a:lnTo>
                  <a:pt x="43464" y="11203"/>
                </a:lnTo>
                <a:lnTo>
                  <a:pt x="44984" y="12734"/>
                </a:lnTo>
                <a:lnTo>
                  <a:pt x="49100" y="11101"/>
                </a:lnTo>
                <a:lnTo>
                  <a:pt x="50449" y="13153"/>
                </a:lnTo>
                <a:lnTo>
                  <a:pt x="48760" y="16340"/>
                </a:lnTo>
                <a:lnTo>
                  <a:pt x="50438" y="18335"/>
                </a:lnTo>
                <a:lnTo>
                  <a:pt x="54248" y="16555"/>
                </a:lnTo>
                <a:lnTo>
                  <a:pt x="56017" y="18324"/>
                </a:lnTo>
                <a:lnTo>
                  <a:pt x="54316" y="21726"/>
                </a:lnTo>
                <a:lnTo>
                  <a:pt x="55098" y="22860"/>
                </a:lnTo>
                <a:lnTo>
                  <a:pt x="54429" y="26330"/>
                </a:lnTo>
                <a:lnTo>
                  <a:pt x="55949" y="30333"/>
                </a:lnTo>
                <a:lnTo>
                  <a:pt x="54860" y="34710"/>
                </a:lnTo>
                <a:lnTo>
                  <a:pt x="55768" y="38531"/>
                </a:lnTo>
                <a:lnTo>
                  <a:pt x="54372" y="39903"/>
                </a:lnTo>
                <a:lnTo>
                  <a:pt x="50166" y="38350"/>
                </a:lnTo>
                <a:lnTo>
                  <a:pt x="48975" y="40289"/>
                </a:lnTo>
                <a:lnTo>
                  <a:pt x="50540" y="43736"/>
                </a:lnTo>
                <a:lnTo>
                  <a:pt x="48895" y="45381"/>
                </a:lnTo>
                <a:lnTo>
                  <a:pt x="44791" y="43748"/>
                </a:lnTo>
                <a:lnTo>
                  <a:pt x="43793" y="45278"/>
                </a:lnTo>
                <a:lnTo>
                  <a:pt x="44847" y="49769"/>
                </a:lnTo>
                <a:lnTo>
                  <a:pt x="42750" y="50767"/>
                </a:lnTo>
                <a:lnTo>
                  <a:pt x="40312" y="49497"/>
                </a:lnTo>
                <a:lnTo>
                  <a:pt x="38781" y="50064"/>
                </a:lnTo>
                <a:lnTo>
                  <a:pt x="38067" y="51152"/>
                </a:lnTo>
                <a:lnTo>
                  <a:pt x="39688" y="54600"/>
                </a:lnTo>
                <a:lnTo>
                  <a:pt x="38259" y="56017"/>
                </a:lnTo>
                <a:lnTo>
                  <a:pt x="34132" y="55461"/>
                </a:lnTo>
                <a:lnTo>
                  <a:pt x="31535" y="55597"/>
                </a:lnTo>
                <a:lnTo>
                  <a:pt x="29709" y="55484"/>
                </a:lnTo>
                <a:lnTo>
                  <a:pt x="25173" y="55541"/>
                </a:lnTo>
                <a:lnTo>
                  <a:pt x="19492" y="56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737819" y="957175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8" name="object 138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3078383" y="9706683"/>
            <a:ext cx="77482" cy="78402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194319" y="9701206"/>
            <a:ext cx="88528" cy="88970"/>
          </a:xfrm>
          <a:prstGeom prst="rect">
            <a:avLst/>
          </a:prstGeom>
        </p:spPr>
      </p:pic>
      <p:sp>
        <p:nvSpPr>
          <p:cNvPr id="140" name="object 140"/>
          <p:cNvSpPr/>
          <p:nvPr/>
        </p:nvSpPr>
        <p:spPr>
          <a:xfrm>
            <a:off x="6884066" y="971773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24947" y="986"/>
                </a:moveTo>
                <a:lnTo>
                  <a:pt x="17025" y="986"/>
                </a:lnTo>
                <a:lnTo>
                  <a:pt x="19833" y="0"/>
                </a:lnTo>
                <a:lnTo>
                  <a:pt x="24947" y="986"/>
                </a:lnTo>
                <a:close/>
              </a:path>
              <a:path w="56515" h="56515">
                <a:moveTo>
                  <a:pt x="38815" y="986"/>
                </a:moveTo>
                <a:lnTo>
                  <a:pt x="31161" y="986"/>
                </a:lnTo>
                <a:lnTo>
                  <a:pt x="35708" y="170"/>
                </a:lnTo>
                <a:lnTo>
                  <a:pt x="38815" y="986"/>
                </a:lnTo>
                <a:close/>
              </a:path>
              <a:path w="56515" h="56515">
                <a:moveTo>
                  <a:pt x="50268" y="17860"/>
                </a:moveTo>
                <a:lnTo>
                  <a:pt x="5920" y="17860"/>
                </a:lnTo>
                <a:lnTo>
                  <a:pt x="7472" y="14242"/>
                </a:lnTo>
                <a:lnTo>
                  <a:pt x="5148" y="9616"/>
                </a:lnTo>
                <a:lnTo>
                  <a:pt x="6168" y="6384"/>
                </a:lnTo>
                <a:lnTo>
                  <a:pt x="17073" y="6384"/>
                </a:lnTo>
                <a:lnTo>
                  <a:pt x="17492" y="5874"/>
                </a:lnTo>
                <a:lnTo>
                  <a:pt x="16434" y="986"/>
                </a:lnTo>
                <a:lnTo>
                  <a:pt x="39338" y="986"/>
                </a:lnTo>
                <a:lnTo>
                  <a:pt x="38406" y="5874"/>
                </a:lnTo>
                <a:lnTo>
                  <a:pt x="38271" y="5874"/>
                </a:lnTo>
                <a:lnTo>
                  <a:pt x="39337" y="6940"/>
                </a:lnTo>
                <a:lnTo>
                  <a:pt x="50283" y="6940"/>
                </a:lnTo>
                <a:lnTo>
                  <a:pt x="50597" y="7223"/>
                </a:lnTo>
                <a:lnTo>
                  <a:pt x="48975" y="10863"/>
                </a:lnTo>
                <a:lnTo>
                  <a:pt x="49701" y="11861"/>
                </a:lnTo>
                <a:lnTo>
                  <a:pt x="50416" y="12949"/>
                </a:lnTo>
                <a:lnTo>
                  <a:pt x="48794" y="16397"/>
                </a:lnTo>
                <a:lnTo>
                  <a:pt x="50268" y="17860"/>
                </a:lnTo>
                <a:close/>
              </a:path>
              <a:path w="56515" h="56515">
                <a:moveTo>
                  <a:pt x="50283" y="6940"/>
                </a:moveTo>
                <a:lnTo>
                  <a:pt x="39337" y="6940"/>
                </a:lnTo>
                <a:lnTo>
                  <a:pt x="43464" y="6384"/>
                </a:lnTo>
                <a:lnTo>
                  <a:pt x="45666" y="6384"/>
                </a:lnTo>
                <a:lnTo>
                  <a:pt x="49100" y="5874"/>
                </a:lnTo>
                <a:lnTo>
                  <a:pt x="50283" y="6940"/>
                </a:lnTo>
                <a:close/>
              </a:path>
              <a:path w="56515" h="56515">
                <a:moveTo>
                  <a:pt x="55380" y="17860"/>
                </a:moveTo>
                <a:lnTo>
                  <a:pt x="50320" y="17860"/>
                </a:lnTo>
                <a:lnTo>
                  <a:pt x="54849" y="16601"/>
                </a:lnTo>
                <a:lnTo>
                  <a:pt x="55380" y="17860"/>
                </a:lnTo>
                <a:close/>
              </a:path>
              <a:path w="56515" h="56515">
                <a:moveTo>
                  <a:pt x="1765" y="39915"/>
                </a:moveTo>
                <a:lnTo>
                  <a:pt x="1553" y="39915"/>
                </a:lnTo>
                <a:lnTo>
                  <a:pt x="703" y="39065"/>
                </a:lnTo>
                <a:lnTo>
                  <a:pt x="58" y="38350"/>
                </a:lnTo>
                <a:lnTo>
                  <a:pt x="952" y="34597"/>
                </a:lnTo>
                <a:lnTo>
                  <a:pt x="0" y="30753"/>
                </a:lnTo>
                <a:lnTo>
                  <a:pt x="396" y="25707"/>
                </a:lnTo>
                <a:lnTo>
                  <a:pt x="714" y="22747"/>
                </a:lnTo>
                <a:lnTo>
                  <a:pt x="805" y="21897"/>
                </a:lnTo>
                <a:lnTo>
                  <a:pt x="158" y="17860"/>
                </a:lnTo>
                <a:lnTo>
                  <a:pt x="1281" y="16737"/>
                </a:lnTo>
                <a:lnTo>
                  <a:pt x="5366" y="17860"/>
                </a:lnTo>
                <a:lnTo>
                  <a:pt x="55380" y="17860"/>
                </a:lnTo>
                <a:lnTo>
                  <a:pt x="56221" y="19787"/>
                </a:lnTo>
                <a:lnTo>
                  <a:pt x="55133" y="25423"/>
                </a:lnTo>
                <a:lnTo>
                  <a:pt x="55206" y="30753"/>
                </a:lnTo>
                <a:lnTo>
                  <a:pt x="56301" y="37398"/>
                </a:lnTo>
                <a:lnTo>
                  <a:pt x="55636" y="38350"/>
                </a:lnTo>
                <a:lnTo>
                  <a:pt x="5068" y="38350"/>
                </a:lnTo>
                <a:lnTo>
                  <a:pt x="1765" y="39915"/>
                </a:lnTo>
                <a:close/>
              </a:path>
              <a:path w="56515" h="56515">
                <a:moveTo>
                  <a:pt x="18275" y="55904"/>
                </a:moveTo>
                <a:lnTo>
                  <a:pt x="18096" y="55904"/>
                </a:lnTo>
                <a:lnTo>
                  <a:pt x="16340" y="55054"/>
                </a:lnTo>
                <a:lnTo>
                  <a:pt x="17536" y="50847"/>
                </a:lnTo>
                <a:lnTo>
                  <a:pt x="17549" y="50518"/>
                </a:lnTo>
                <a:lnTo>
                  <a:pt x="17043" y="49951"/>
                </a:lnTo>
                <a:lnTo>
                  <a:pt x="6157" y="49951"/>
                </a:lnTo>
                <a:lnTo>
                  <a:pt x="6140" y="39065"/>
                </a:lnTo>
                <a:lnTo>
                  <a:pt x="5068" y="38350"/>
                </a:lnTo>
                <a:lnTo>
                  <a:pt x="50570" y="38350"/>
                </a:lnTo>
                <a:lnTo>
                  <a:pt x="49701" y="39065"/>
                </a:lnTo>
                <a:lnTo>
                  <a:pt x="48329" y="41027"/>
                </a:lnTo>
                <a:lnTo>
                  <a:pt x="51481" y="48499"/>
                </a:lnTo>
                <a:lnTo>
                  <a:pt x="50816" y="49044"/>
                </a:lnTo>
                <a:lnTo>
                  <a:pt x="39722" y="49044"/>
                </a:lnTo>
                <a:lnTo>
                  <a:pt x="38248" y="50518"/>
                </a:lnTo>
                <a:lnTo>
                  <a:pt x="39480" y="55054"/>
                </a:lnTo>
                <a:lnTo>
                  <a:pt x="39630" y="55054"/>
                </a:lnTo>
                <a:lnTo>
                  <a:pt x="38823" y="55394"/>
                </a:lnTo>
                <a:lnTo>
                  <a:pt x="21239" y="55394"/>
                </a:lnTo>
                <a:lnTo>
                  <a:pt x="18275" y="55904"/>
                </a:lnTo>
                <a:close/>
              </a:path>
              <a:path w="56515" h="56515">
                <a:moveTo>
                  <a:pt x="54543" y="39915"/>
                </a:moveTo>
                <a:lnTo>
                  <a:pt x="50439" y="38350"/>
                </a:lnTo>
                <a:lnTo>
                  <a:pt x="55636" y="38350"/>
                </a:lnTo>
                <a:lnTo>
                  <a:pt x="54543" y="39915"/>
                </a:lnTo>
                <a:close/>
              </a:path>
              <a:path w="56515" h="56515">
                <a:moveTo>
                  <a:pt x="43408" y="50518"/>
                </a:moveTo>
                <a:lnTo>
                  <a:pt x="42834" y="50518"/>
                </a:lnTo>
                <a:lnTo>
                  <a:pt x="39722" y="49044"/>
                </a:lnTo>
                <a:lnTo>
                  <a:pt x="50816" y="49044"/>
                </a:lnTo>
                <a:lnTo>
                  <a:pt x="50580" y="49237"/>
                </a:lnTo>
                <a:lnTo>
                  <a:pt x="45483" y="49237"/>
                </a:lnTo>
                <a:lnTo>
                  <a:pt x="44258" y="49951"/>
                </a:lnTo>
                <a:lnTo>
                  <a:pt x="43408" y="50518"/>
                </a:lnTo>
                <a:close/>
              </a:path>
              <a:path w="56515" h="56515">
                <a:moveTo>
                  <a:pt x="48613" y="50847"/>
                </a:moveTo>
                <a:lnTo>
                  <a:pt x="45483" y="49237"/>
                </a:lnTo>
                <a:lnTo>
                  <a:pt x="50580" y="49237"/>
                </a:lnTo>
                <a:lnTo>
                  <a:pt x="48613" y="50847"/>
                </a:lnTo>
                <a:close/>
              </a:path>
              <a:path w="56515" h="56515">
                <a:moveTo>
                  <a:pt x="37613" y="55904"/>
                </a:moveTo>
                <a:lnTo>
                  <a:pt x="34710" y="55394"/>
                </a:lnTo>
                <a:lnTo>
                  <a:pt x="38823" y="55394"/>
                </a:lnTo>
                <a:lnTo>
                  <a:pt x="37613" y="55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3420737" y="972303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70"/>
                </a:moveTo>
                <a:lnTo>
                  <a:pt x="29630" y="44394"/>
                </a:lnTo>
                <a:lnTo>
                  <a:pt x="25106" y="45370"/>
                </a:lnTo>
                <a:lnTo>
                  <a:pt x="20820" y="44666"/>
                </a:lnTo>
                <a:lnTo>
                  <a:pt x="16170" y="44666"/>
                </a:lnTo>
                <a:lnTo>
                  <a:pt x="13222" y="45177"/>
                </a:lnTo>
                <a:lnTo>
                  <a:pt x="11362" y="44372"/>
                </a:lnTo>
                <a:lnTo>
                  <a:pt x="12575" y="39813"/>
                </a:lnTo>
                <a:lnTo>
                  <a:pt x="12042" y="39224"/>
                </a:lnTo>
                <a:lnTo>
                  <a:pt x="10671" y="38554"/>
                </a:lnTo>
                <a:lnTo>
                  <a:pt x="7847" y="40063"/>
                </a:lnTo>
                <a:lnTo>
                  <a:pt x="5726" y="38645"/>
                </a:lnTo>
                <a:lnTo>
                  <a:pt x="7359" y="34540"/>
                </a:lnTo>
                <a:lnTo>
                  <a:pt x="5964" y="33146"/>
                </a:lnTo>
                <a:lnTo>
                  <a:pt x="1542" y="34529"/>
                </a:lnTo>
                <a:lnTo>
                  <a:pt x="34" y="31524"/>
                </a:lnTo>
                <a:lnTo>
                  <a:pt x="1168" y="25469"/>
                </a:lnTo>
                <a:lnTo>
                  <a:pt x="1168" y="20763"/>
                </a:lnTo>
                <a:lnTo>
                  <a:pt x="0" y="13675"/>
                </a:lnTo>
                <a:lnTo>
                  <a:pt x="1757" y="11158"/>
                </a:lnTo>
                <a:lnTo>
                  <a:pt x="5772" y="12700"/>
                </a:lnTo>
                <a:lnTo>
                  <a:pt x="6600" y="12008"/>
                </a:lnTo>
                <a:lnTo>
                  <a:pt x="7326" y="10920"/>
                </a:lnTo>
                <a:lnTo>
                  <a:pt x="5692" y="7484"/>
                </a:lnTo>
                <a:lnTo>
                  <a:pt x="7507" y="5669"/>
                </a:lnTo>
                <a:lnTo>
                  <a:pt x="10954" y="7291"/>
                </a:lnTo>
                <a:lnTo>
                  <a:pt x="12042" y="6576"/>
                </a:lnTo>
                <a:lnTo>
                  <a:pt x="12575" y="5976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4"/>
                </a:lnTo>
                <a:lnTo>
                  <a:pt x="25514" y="1134"/>
                </a:lnTo>
                <a:lnTo>
                  <a:pt x="31547" y="0"/>
                </a:lnTo>
                <a:lnTo>
                  <a:pt x="34563" y="1508"/>
                </a:lnTo>
                <a:lnTo>
                  <a:pt x="33180" y="5941"/>
                </a:lnTo>
                <a:lnTo>
                  <a:pt x="34563" y="7336"/>
                </a:lnTo>
                <a:lnTo>
                  <a:pt x="38680" y="5703"/>
                </a:lnTo>
                <a:lnTo>
                  <a:pt x="40086" y="7824"/>
                </a:lnTo>
                <a:lnTo>
                  <a:pt x="38577" y="10647"/>
                </a:lnTo>
                <a:lnTo>
                  <a:pt x="39247" y="12008"/>
                </a:lnTo>
                <a:lnTo>
                  <a:pt x="40335" y="12734"/>
                </a:lnTo>
                <a:lnTo>
                  <a:pt x="43783" y="11101"/>
                </a:lnTo>
                <a:lnTo>
                  <a:pt x="45596" y="12915"/>
                </a:lnTo>
                <a:lnTo>
                  <a:pt x="43896" y="16317"/>
                </a:lnTo>
                <a:lnTo>
                  <a:pt x="44678" y="17451"/>
                </a:lnTo>
                <a:lnTo>
                  <a:pt x="44020" y="20921"/>
                </a:lnTo>
                <a:lnTo>
                  <a:pt x="45528" y="24924"/>
                </a:lnTo>
                <a:lnTo>
                  <a:pt x="44440" y="29301"/>
                </a:lnTo>
                <a:lnTo>
                  <a:pt x="45347" y="33112"/>
                </a:lnTo>
                <a:lnTo>
                  <a:pt x="43770" y="34688"/>
                </a:lnTo>
                <a:lnTo>
                  <a:pt x="40312" y="33055"/>
                </a:lnTo>
                <a:lnTo>
                  <a:pt x="39235" y="33781"/>
                </a:lnTo>
                <a:lnTo>
                  <a:pt x="38589" y="35198"/>
                </a:lnTo>
                <a:lnTo>
                  <a:pt x="40040" y="37908"/>
                </a:lnTo>
                <a:lnTo>
                  <a:pt x="38725" y="40063"/>
                </a:lnTo>
                <a:lnTo>
                  <a:pt x="34517" y="38498"/>
                </a:lnTo>
                <a:lnTo>
                  <a:pt x="33043" y="39983"/>
                </a:lnTo>
                <a:lnTo>
                  <a:pt x="34665" y="44088"/>
                </a:lnTo>
                <a:lnTo>
                  <a:pt x="32737" y="45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2" name="object 14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036074" y="9870609"/>
            <a:ext cx="78016" cy="77506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3246560" y="9875417"/>
            <a:ext cx="67538" cy="67606"/>
          </a:xfrm>
          <a:prstGeom prst="rect">
            <a:avLst/>
          </a:prstGeom>
        </p:spPr>
      </p:pic>
      <p:sp>
        <p:nvSpPr>
          <p:cNvPr id="144" name="object 144"/>
          <p:cNvSpPr/>
          <p:nvPr/>
        </p:nvSpPr>
        <p:spPr>
          <a:xfrm>
            <a:off x="6725765" y="988628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66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7" y="44814"/>
                </a:lnTo>
                <a:lnTo>
                  <a:pt x="19300" y="44712"/>
                </a:lnTo>
                <a:lnTo>
                  <a:pt x="16419" y="44712"/>
                </a:lnTo>
                <a:lnTo>
                  <a:pt x="12949" y="45256"/>
                </a:lnTo>
                <a:lnTo>
                  <a:pt x="11248" y="44224"/>
                </a:lnTo>
                <a:lnTo>
                  <a:pt x="12700" y="40017"/>
                </a:lnTo>
                <a:lnTo>
                  <a:pt x="12054" y="39269"/>
                </a:lnTo>
                <a:lnTo>
                  <a:pt x="10681" y="38600"/>
                </a:lnTo>
                <a:lnTo>
                  <a:pt x="7869" y="40108"/>
                </a:lnTo>
                <a:lnTo>
                  <a:pt x="5737" y="38690"/>
                </a:lnTo>
                <a:lnTo>
                  <a:pt x="7370" y="34586"/>
                </a:lnTo>
                <a:lnTo>
                  <a:pt x="5976" y="33191"/>
                </a:lnTo>
                <a:lnTo>
                  <a:pt x="1542" y="34574"/>
                </a:lnTo>
                <a:lnTo>
                  <a:pt x="34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3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42" y="725"/>
                </a:lnTo>
                <a:lnTo>
                  <a:pt x="29392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19" y="12961"/>
                </a:lnTo>
                <a:lnTo>
                  <a:pt x="43986" y="16363"/>
                </a:lnTo>
                <a:lnTo>
                  <a:pt x="44712" y="17497"/>
                </a:lnTo>
                <a:lnTo>
                  <a:pt x="44712" y="29709"/>
                </a:lnTo>
                <a:lnTo>
                  <a:pt x="45222" y="32624"/>
                </a:lnTo>
                <a:lnTo>
                  <a:pt x="44417" y="34517"/>
                </a:lnTo>
                <a:lnTo>
                  <a:pt x="39836" y="33259"/>
                </a:lnTo>
                <a:lnTo>
                  <a:pt x="38611" y="34483"/>
                </a:lnTo>
                <a:lnTo>
                  <a:pt x="40051" y="38861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6" y="39269"/>
                </a:lnTo>
                <a:lnTo>
                  <a:pt x="33100" y="40357"/>
                </a:lnTo>
                <a:lnTo>
                  <a:pt x="34733" y="43804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3596047" y="989833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6" name="object 146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878192" y="10038708"/>
            <a:ext cx="67584" cy="67572"/>
          </a:xfrm>
          <a:prstGeom prst="rect">
            <a:avLst/>
          </a:prstGeom>
        </p:spPr>
      </p:pic>
      <p:sp>
        <p:nvSpPr>
          <p:cNvPr id="147" name="object 147"/>
          <p:cNvSpPr/>
          <p:nvPr/>
        </p:nvSpPr>
        <p:spPr>
          <a:xfrm>
            <a:off x="13415714" y="100443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13" y="55927"/>
                </a:moveTo>
                <a:lnTo>
                  <a:pt x="34699" y="55416"/>
                </a:lnTo>
                <a:lnTo>
                  <a:pt x="21250" y="55416"/>
                </a:lnTo>
                <a:lnTo>
                  <a:pt x="18143" y="55949"/>
                </a:lnTo>
                <a:lnTo>
                  <a:pt x="16340" y="55076"/>
                </a:lnTo>
                <a:lnTo>
                  <a:pt x="17622" y="50609"/>
                </a:lnTo>
                <a:lnTo>
                  <a:pt x="17055" y="49974"/>
                </a:lnTo>
                <a:lnTo>
                  <a:pt x="6157" y="49974"/>
                </a:lnTo>
                <a:lnTo>
                  <a:pt x="6157" y="39087"/>
                </a:lnTo>
                <a:lnTo>
                  <a:pt x="5057" y="38362"/>
                </a:lnTo>
                <a:lnTo>
                  <a:pt x="1620" y="39995"/>
                </a:lnTo>
                <a:lnTo>
                  <a:pt x="45" y="38418"/>
                </a:lnTo>
                <a:lnTo>
                  <a:pt x="952" y="34608"/>
                </a:lnTo>
                <a:lnTo>
                  <a:pt x="0" y="30775"/>
                </a:lnTo>
                <a:lnTo>
                  <a:pt x="804" y="21908"/>
                </a:lnTo>
                <a:lnTo>
                  <a:pt x="158" y="17871"/>
                </a:lnTo>
                <a:lnTo>
                  <a:pt x="1292" y="16748"/>
                </a:lnTo>
                <a:lnTo>
                  <a:pt x="5862" y="17996"/>
                </a:lnTo>
                <a:lnTo>
                  <a:pt x="7461" y="14242"/>
                </a:lnTo>
                <a:lnTo>
                  <a:pt x="5147" y="9627"/>
                </a:lnTo>
                <a:lnTo>
                  <a:pt x="6157" y="6429"/>
                </a:lnTo>
                <a:lnTo>
                  <a:pt x="17043" y="6429"/>
                </a:lnTo>
                <a:lnTo>
                  <a:pt x="17496" y="5907"/>
                </a:lnTo>
                <a:lnTo>
                  <a:pt x="16464" y="1190"/>
                </a:lnTo>
                <a:lnTo>
                  <a:pt x="19821" y="0"/>
                </a:lnTo>
                <a:lnTo>
                  <a:pt x="24935" y="986"/>
                </a:lnTo>
                <a:lnTo>
                  <a:pt x="31150" y="986"/>
                </a:lnTo>
                <a:lnTo>
                  <a:pt x="35708" y="170"/>
                </a:lnTo>
                <a:lnTo>
                  <a:pt x="39315" y="1122"/>
                </a:lnTo>
                <a:lnTo>
                  <a:pt x="38384" y="5987"/>
                </a:lnTo>
                <a:lnTo>
                  <a:pt x="39326" y="6939"/>
                </a:lnTo>
                <a:lnTo>
                  <a:pt x="43453" y="6384"/>
                </a:lnTo>
                <a:lnTo>
                  <a:pt x="45121" y="6474"/>
                </a:lnTo>
                <a:lnTo>
                  <a:pt x="49089" y="5885"/>
                </a:lnTo>
                <a:lnTo>
                  <a:pt x="50586" y="7234"/>
                </a:lnTo>
                <a:lnTo>
                  <a:pt x="48976" y="10863"/>
                </a:lnTo>
                <a:lnTo>
                  <a:pt x="50404" y="12961"/>
                </a:lnTo>
                <a:lnTo>
                  <a:pt x="48783" y="16408"/>
                </a:lnTo>
                <a:lnTo>
                  <a:pt x="50269" y="17893"/>
                </a:lnTo>
                <a:lnTo>
                  <a:pt x="54827" y="16623"/>
                </a:lnTo>
                <a:lnTo>
                  <a:pt x="56210" y="19810"/>
                </a:lnTo>
                <a:lnTo>
                  <a:pt x="55122" y="25446"/>
                </a:lnTo>
                <a:lnTo>
                  <a:pt x="55122" y="30333"/>
                </a:lnTo>
                <a:lnTo>
                  <a:pt x="56290" y="37420"/>
                </a:lnTo>
                <a:lnTo>
                  <a:pt x="54532" y="39938"/>
                </a:lnTo>
                <a:lnTo>
                  <a:pt x="50518" y="38407"/>
                </a:lnTo>
                <a:lnTo>
                  <a:pt x="49690" y="39087"/>
                </a:lnTo>
                <a:lnTo>
                  <a:pt x="48329" y="41049"/>
                </a:lnTo>
                <a:lnTo>
                  <a:pt x="51459" y="48522"/>
                </a:lnTo>
                <a:lnTo>
                  <a:pt x="48601" y="50869"/>
                </a:lnTo>
                <a:lnTo>
                  <a:pt x="45483" y="49270"/>
                </a:lnTo>
                <a:lnTo>
                  <a:pt x="43159" y="50699"/>
                </a:lnTo>
                <a:lnTo>
                  <a:pt x="39711" y="49066"/>
                </a:lnTo>
                <a:lnTo>
                  <a:pt x="38249" y="50541"/>
                </a:lnTo>
                <a:lnTo>
                  <a:pt x="39496" y="55133"/>
                </a:lnTo>
                <a:lnTo>
                  <a:pt x="37613" y="55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574528" y="1006162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9" name="object 149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030597" y="10191384"/>
            <a:ext cx="89344" cy="88823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3241673" y="10196544"/>
            <a:ext cx="77472" cy="78425"/>
          </a:xfrm>
          <a:prstGeom prst="rect">
            <a:avLst/>
          </a:prstGeom>
        </p:spPr>
      </p:pic>
      <p:sp>
        <p:nvSpPr>
          <p:cNvPr id="151" name="object 151"/>
          <p:cNvSpPr/>
          <p:nvPr/>
        </p:nvSpPr>
        <p:spPr>
          <a:xfrm>
            <a:off x="6720787" y="1020749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574"/>
                </a:moveTo>
                <a:lnTo>
                  <a:pt x="16351" y="55225"/>
                </a:lnTo>
                <a:lnTo>
                  <a:pt x="17599" y="50643"/>
                </a:lnTo>
                <a:lnTo>
                  <a:pt x="16113" y="49158"/>
                </a:lnTo>
                <a:lnTo>
                  <a:pt x="12541" y="50972"/>
                </a:lnTo>
                <a:lnTo>
                  <a:pt x="10670" y="49226"/>
                </a:lnTo>
                <a:lnTo>
                  <a:pt x="12484" y="45529"/>
                </a:lnTo>
                <a:lnTo>
                  <a:pt x="10829" y="43873"/>
                </a:lnTo>
                <a:lnTo>
                  <a:pt x="6724" y="45506"/>
                </a:lnTo>
                <a:lnTo>
                  <a:pt x="5306" y="43374"/>
                </a:lnTo>
                <a:lnTo>
                  <a:pt x="6815" y="40562"/>
                </a:lnTo>
                <a:lnTo>
                  <a:pt x="6146" y="39190"/>
                </a:lnTo>
                <a:lnTo>
                  <a:pt x="5057" y="38464"/>
                </a:lnTo>
                <a:lnTo>
                  <a:pt x="1610" y="40097"/>
                </a:lnTo>
                <a:lnTo>
                  <a:pt x="0" y="38487"/>
                </a:lnTo>
                <a:lnTo>
                  <a:pt x="1009" y="34756"/>
                </a:lnTo>
                <a:lnTo>
                  <a:pt x="11" y="31468"/>
                </a:lnTo>
                <a:lnTo>
                  <a:pt x="124" y="25185"/>
                </a:lnTo>
                <a:lnTo>
                  <a:pt x="941" y="21897"/>
                </a:lnTo>
                <a:lnTo>
                  <a:pt x="34" y="18087"/>
                </a:lnTo>
                <a:lnTo>
                  <a:pt x="1610" y="16511"/>
                </a:lnTo>
                <a:lnTo>
                  <a:pt x="5057" y="18143"/>
                </a:lnTo>
                <a:lnTo>
                  <a:pt x="6146" y="17418"/>
                </a:lnTo>
                <a:lnTo>
                  <a:pt x="6871" y="16329"/>
                </a:lnTo>
                <a:lnTo>
                  <a:pt x="5238" y="12882"/>
                </a:lnTo>
                <a:lnTo>
                  <a:pt x="7053" y="11067"/>
                </a:lnTo>
                <a:lnTo>
                  <a:pt x="10681" y="12882"/>
                </a:lnTo>
                <a:lnTo>
                  <a:pt x="12496" y="11067"/>
                </a:lnTo>
                <a:lnTo>
                  <a:pt x="10681" y="7439"/>
                </a:lnTo>
                <a:lnTo>
                  <a:pt x="12496" y="5624"/>
                </a:lnTo>
                <a:lnTo>
                  <a:pt x="15943" y="7257"/>
                </a:lnTo>
                <a:lnTo>
                  <a:pt x="17032" y="6531"/>
                </a:lnTo>
                <a:lnTo>
                  <a:pt x="17678" y="5783"/>
                </a:lnTo>
                <a:lnTo>
                  <a:pt x="16227" y="1576"/>
                </a:lnTo>
                <a:lnTo>
                  <a:pt x="18823" y="0"/>
                </a:lnTo>
                <a:lnTo>
                  <a:pt x="25752" y="964"/>
                </a:lnTo>
                <a:lnTo>
                  <a:pt x="29449" y="1179"/>
                </a:lnTo>
                <a:lnTo>
                  <a:pt x="37965" y="56"/>
                </a:lnTo>
                <a:lnTo>
                  <a:pt x="39700" y="2177"/>
                </a:lnTo>
                <a:lnTo>
                  <a:pt x="38101" y="5307"/>
                </a:lnTo>
                <a:lnTo>
                  <a:pt x="38804" y="6531"/>
                </a:lnTo>
                <a:lnTo>
                  <a:pt x="40165" y="7212"/>
                </a:lnTo>
                <a:lnTo>
                  <a:pt x="43011" y="5692"/>
                </a:lnTo>
                <a:lnTo>
                  <a:pt x="45131" y="7132"/>
                </a:lnTo>
                <a:lnTo>
                  <a:pt x="43476" y="11203"/>
                </a:lnTo>
                <a:lnTo>
                  <a:pt x="45007" y="12734"/>
                </a:lnTo>
                <a:lnTo>
                  <a:pt x="49111" y="11101"/>
                </a:lnTo>
                <a:lnTo>
                  <a:pt x="50472" y="13154"/>
                </a:lnTo>
                <a:lnTo>
                  <a:pt x="48783" y="16340"/>
                </a:lnTo>
                <a:lnTo>
                  <a:pt x="50461" y="18336"/>
                </a:lnTo>
                <a:lnTo>
                  <a:pt x="54271" y="16556"/>
                </a:lnTo>
                <a:lnTo>
                  <a:pt x="56040" y="18325"/>
                </a:lnTo>
                <a:lnTo>
                  <a:pt x="54407" y="21727"/>
                </a:lnTo>
                <a:lnTo>
                  <a:pt x="55133" y="22861"/>
                </a:lnTo>
                <a:lnTo>
                  <a:pt x="54475" y="26331"/>
                </a:lnTo>
                <a:lnTo>
                  <a:pt x="55995" y="30334"/>
                </a:lnTo>
                <a:lnTo>
                  <a:pt x="54895" y="34710"/>
                </a:lnTo>
                <a:lnTo>
                  <a:pt x="55802" y="38521"/>
                </a:lnTo>
                <a:lnTo>
                  <a:pt x="54407" y="39916"/>
                </a:lnTo>
                <a:lnTo>
                  <a:pt x="50211" y="38351"/>
                </a:lnTo>
                <a:lnTo>
                  <a:pt x="49009" y="40290"/>
                </a:lnTo>
                <a:lnTo>
                  <a:pt x="50586" y="43737"/>
                </a:lnTo>
                <a:lnTo>
                  <a:pt x="48930" y="45393"/>
                </a:lnTo>
                <a:lnTo>
                  <a:pt x="44825" y="43760"/>
                </a:lnTo>
                <a:lnTo>
                  <a:pt x="43816" y="45279"/>
                </a:lnTo>
                <a:lnTo>
                  <a:pt x="44870" y="49781"/>
                </a:lnTo>
                <a:lnTo>
                  <a:pt x="42773" y="50779"/>
                </a:lnTo>
                <a:lnTo>
                  <a:pt x="40346" y="49509"/>
                </a:lnTo>
                <a:lnTo>
                  <a:pt x="38804" y="50076"/>
                </a:lnTo>
                <a:lnTo>
                  <a:pt x="38078" y="51165"/>
                </a:lnTo>
                <a:lnTo>
                  <a:pt x="39711" y="54612"/>
                </a:lnTo>
                <a:lnTo>
                  <a:pt x="38293" y="56030"/>
                </a:lnTo>
                <a:lnTo>
                  <a:pt x="34154" y="55474"/>
                </a:lnTo>
                <a:lnTo>
                  <a:pt x="31558" y="55610"/>
                </a:lnTo>
                <a:lnTo>
                  <a:pt x="29732" y="55497"/>
                </a:lnTo>
                <a:lnTo>
                  <a:pt x="25185" y="55553"/>
                </a:lnTo>
                <a:lnTo>
                  <a:pt x="19504" y="56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3583381" y="10213338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5" h="45084">
                <a:moveTo>
                  <a:pt x="19095" y="44939"/>
                </a:moveTo>
                <a:lnTo>
                  <a:pt x="17246" y="43658"/>
                </a:lnTo>
                <a:lnTo>
                  <a:pt x="18777" y="39632"/>
                </a:lnTo>
                <a:lnTo>
                  <a:pt x="18097" y="38793"/>
                </a:lnTo>
                <a:lnTo>
                  <a:pt x="16124" y="37432"/>
                </a:lnTo>
                <a:lnTo>
                  <a:pt x="8663" y="40573"/>
                </a:lnTo>
                <a:lnTo>
                  <a:pt x="6315" y="37704"/>
                </a:lnTo>
                <a:lnTo>
                  <a:pt x="7914" y="34586"/>
                </a:lnTo>
                <a:lnTo>
                  <a:pt x="7211" y="33350"/>
                </a:lnTo>
                <a:lnTo>
                  <a:pt x="6485" y="32261"/>
                </a:lnTo>
                <a:lnTo>
                  <a:pt x="8106" y="28814"/>
                </a:lnTo>
                <a:lnTo>
                  <a:pt x="6303" y="26999"/>
                </a:lnTo>
                <a:lnTo>
                  <a:pt x="2788" y="28587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2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29" y="6849"/>
                </a:lnTo>
                <a:lnTo>
                  <a:pt x="13743" y="5409"/>
                </a:lnTo>
                <a:lnTo>
                  <a:pt x="17190" y="7042"/>
                </a:lnTo>
                <a:lnTo>
                  <a:pt x="18573" y="5658"/>
                </a:lnTo>
                <a:lnTo>
                  <a:pt x="17530" y="873"/>
                </a:lnTo>
                <a:lnTo>
                  <a:pt x="20093" y="56"/>
                </a:lnTo>
                <a:lnTo>
                  <a:pt x="26998" y="0"/>
                </a:lnTo>
                <a:lnTo>
                  <a:pt x="29573" y="895"/>
                </a:lnTo>
                <a:lnTo>
                  <a:pt x="28484" y="5635"/>
                </a:lnTo>
                <a:lnTo>
                  <a:pt x="29493" y="6645"/>
                </a:lnTo>
                <a:lnTo>
                  <a:pt x="33621" y="6101"/>
                </a:lnTo>
                <a:lnTo>
                  <a:pt x="35254" y="6180"/>
                </a:lnTo>
                <a:lnTo>
                  <a:pt x="39303" y="5602"/>
                </a:lnTo>
                <a:lnTo>
                  <a:pt x="40765" y="6985"/>
                </a:lnTo>
                <a:lnTo>
                  <a:pt x="39132" y="10534"/>
                </a:lnTo>
                <a:lnTo>
                  <a:pt x="40572" y="12666"/>
                </a:lnTo>
                <a:lnTo>
                  <a:pt x="38951" y="16113"/>
                </a:lnTo>
                <a:lnTo>
                  <a:pt x="40425" y="17588"/>
                </a:lnTo>
                <a:lnTo>
                  <a:pt x="45006" y="16340"/>
                </a:lnTo>
                <a:lnTo>
                  <a:pt x="45800" y="18200"/>
                </a:lnTo>
                <a:lnTo>
                  <a:pt x="45993" y="26909"/>
                </a:lnTo>
                <a:lnTo>
                  <a:pt x="44700" y="28757"/>
                </a:lnTo>
                <a:lnTo>
                  <a:pt x="40686" y="27226"/>
                </a:lnTo>
                <a:lnTo>
                  <a:pt x="39858" y="27907"/>
                </a:lnTo>
                <a:lnTo>
                  <a:pt x="38497" y="29869"/>
                </a:lnTo>
                <a:lnTo>
                  <a:pt x="41627" y="37341"/>
                </a:lnTo>
                <a:lnTo>
                  <a:pt x="38769" y="39689"/>
                </a:lnTo>
                <a:lnTo>
                  <a:pt x="35651" y="38089"/>
                </a:lnTo>
                <a:lnTo>
                  <a:pt x="34415" y="38793"/>
                </a:lnTo>
                <a:lnTo>
                  <a:pt x="33326" y="39518"/>
                </a:lnTo>
                <a:lnTo>
                  <a:pt x="29891" y="37886"/>
                </a:lnTo>
                <a:lnTo>
                  <a:pt x="28405" y="39371"/>
                </a:lnTo>
                <a:lnTo>
                  <a:pt x="29664" y="43952"/>
                </a:lnTo>
                <a:lnTo>
                  <a:pt x="27804" y="44735"/>
                </a:lnTo>
                <a:lnTo>
                  <a:pt x="19095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3" name="object 153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6439740" y="8753305"/>
            <a:ext cx="818418" cy="750570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18869" y="9316617"/>
            <a:ext cx="409728" cy="375919"/>
          </a:xfrm>
          <a:prstGeom prst="rect">
            <a:avLst/>
          </a:prstGeom>
        </p:spPr>
      </p:pic>
      <p:grpSp>
        <p:nvGrpSpPr>
          <p:cNvPr id="155" name="object 155"/>
          <p:cNvGrpSpPr/>
          <p:nvPr/>
        </p:nvGrpSpPr>
        <p:grpSpPr>
          <a:xfrm>
            <a:off x="981081" y="698099"/>
            <a:ext cx="8820150" cy="5362575"/>
            <a:chOff x="981081" y="698099"/>
            <a:chExt cx="8820150" cy="5362575"/>
          </a:xfrm>
        </p:grpSpPr>
        <p:pic>
          <p:nvPicPr>
            <p:cNvPr id="156" name="object 15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028568" y="745724"/>
              <a:ext cx="8726754" cy="5271544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1028706" y="745724"/>
              <a:ext cx="8724900" cy="5267325"/>
            </a:xfrm>
            <a:custGeom>
              <a:avLst/>
              <a:gdLst/>
              <a:ahLst/>
              <a:cxnLst/>
              <a:rect l="l" t="t" r="r" b="b"/>
              <a:pathLst>
                <a:path w="8724900" h="5267325">
                  <a:moveTo>
                    <a:pt x="0" y="5267324"/>
                  </a:moveTo>
                  <a:lnTo>
                    <a:pt x="0" y="0"/>
                  </a:lnTo>
                  <a:lnTo>
                    <a:pt x="8724892" y="0"/>
                  </a:lnTo>
                </a:path>
              </a:pathLst>
            </a:custGeom>
            <a:ln w="95249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1028568" y="818927"/>
            <a:ext cx="8726805" cy="473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0" marR="1396365" indent="-630555">
              <a:lnSpc>
                <a:spcPct val="116100"/>
              </a:lnSpc>
              <a:spcBef>
                <a:spcPts val="100"/>
              </a:spcBef>
            </a:pPr>
            <a:r>
              <a:rPr sz="3800" spc="180" dirty="0">
                <a:latin typeface="Times New Roman"/>
                <a:cs typeface="Times New Roman"/>
              </a:rPr>
              <a:t>CREATE</a:t>
            </a:r>
            <a:r>
              <a:rPr sz="3800" spc="10" dirty="0">
                <a:latin typeface="Times New Roman"/>
                <a:cs typeface="Times New Roman"/>
              </a:rPr>
              <a:t> </a:t>
            </a:r>
            <a:r>
              <a:rPr sz="3800" spc="110" dirty="0">
                <a:latin typeface="Times New Roman"/>
                <a:cs typeface="Times New Roman"/>
              </a:rPr>
              <a:t>TABLE</a:t>
            </a:r>
            <a:r>
              <a:rPr sz="3800" spc="10" dirty="0">
                <a:latin typeface="Times New Roman"/>
                <a:cs typeface="Times New Roman"/>
              </a:rPr>
              <a:t> </a:t>
            </a:r>
            <a:r>
              <a:rPr sz="3800" spc="135" dirty="0">
                <a:latin typeface="Times New Roman"/>
                <a:cs typeface="Times New Roman"/>
              </a:rPr>
              <a:t>population</a:t>
            </a:r>
            <a:r>
              <a:rPr sz="3800" spc="10" dirty="0">
                <a:latin typeface="Times New Roman"/>
                <a:cs typeface="Times New Roman"/>
              </a:rPr>
              <a:t> </a:t>
            </a:r>
            <a:r>
              <a:rPr sz="3800" spc="-50" dirty="0">
                <a:latin typeface="Times New Roman"/>
                <a:cs typeface="Times New Roman"/>
              </a:rPr>
              <a:t>( </a:t>
            </a:r>
            <a:r>
              <a:rPr sz="3800" spc="90" dirty="0">
                <a:latin typeface="Times New Roman"/>
                <a:cs typeface="Times New Roman"/>
              </a:rPr>
              <a:t>countries</a:t>
            </a:r>
            <a:r>
              <a:rPr sz="3800" spc="30" dirty="0">
                <a:latin typeface="Times New Roman"/>
                <a:cs typeface="Times New Roman"/>
              </a:rPr>
              <a:t> </a:t>
            </a:r>
            <a:r>
              <a:rPr sz="3800" spc="-440" dirty="0">
                <a:latin typeface="Times New Roman"/>
                <a:cs typeface="Times New Roman"/>
              </a:rPr>
              <a:t>V</a:t>
            </a:r>
            <a:r>
              <a:rPr sz="3800" spc="110" dirty="0">
                <a:latin typeface="Times New Roman"/>
                <a:cs typeface="Times New Roman"/>
              </a:rPr>
              <a:t>A</a:t>
            </a:r>
            <a:r>
              <a:rPr sz="3800" spc="-155" dirty="0">
                <a:latin typeface="Times New Roman"/>
                <a:cs typeface="Times New Roman"/>
              </a:rPr>
              <a:t>R</a:t>
            </a:r>
            <a:r>
              <a:rPr sz="3800" spc="110" dirty="0">
                <a:latin typeface="Times New Roman"/>
                <a:cs typeface="Times New Roman"/>
              </a:rPr>
              <a:t>CHAR(100)</a:t>
            </a:r>
            <a:r>
              <a:rPr sz="3800" spc="114" dirty="0">
                <a:latin typeface="Times New Roman"/>
                <a:cs typeface="Times New Roman"/>
              </a:rPr>
              <a:t>,</a:t>
            </a:r>
            <a:endParaRPr sz="3800">
              <a:latin typeface="Times New Roman"/>
              <a:cs typeface="Times New Roman"/>
            </a:endParaRPr>
          </a:p>
          <a:p>
            <a:pPr marL="2578100" marR="2609850" indent="772160">
              <a:lnSpc>
                <a:spcPct val="116100"/>
              </a:lnSpc>
            </a:pPr>
            <a:r>
              <a:rPr sz="3800" spc="80" dirty="0">
                <a:latin typeface="Times New Roman"/>
                <a:cs typeface="Times New Roman"/>
              </a:rPr>
              <a:t>year</a:t>
            </a:r>
            <a:r>
              <a:rPr sz="3800" spc="10" dirty="0">
                <a:latin typeface="Times New Roman"/>
                <a:cs typeface="Times New Roman"/>
              </a:rPr>
              <a:t> </a:t>
            </a:r>
            <a:r>
              <a:rPr sz="3800" spc="85" dirty="0">
                <a:latin typeface="Times New Roman"/>
                <a:cs typeface="Times New Roman"/>
              </a:rPr>
              <a:t>INT, </a:t>
            </a:r>
            <a:r>
              <a:rPr sz="3800" dirty="0">
                <a:latin typeface="Times New Roman"/>
                <a:cs typeface="Times New Roman"/>
              </a:rPr>
              <a:t>Value</a:t>
            </a:r>
            <a:r>
              <a:rPr sz="3800" spc="-145" dirty="0">
                <a:latin typeface="Times New Roman"/>
                <a:cs typeface="Times New Roman"/>
              </a:rPr>
              <a:t> </a:t>
            </a:r>
            <a:r>
              <a:rPr sz="3800" spc="180" dirty="0">
                <a:latin typeface="Times New Roman"/>
                <a:cs typeface="Times New Roman"/>
              </a:rPr>
              <a:t>DOUBLE,</a:t>
            </a:r>
            <a:endParaRPr sz="3800">
              <a:latin typeface="Times New Roman"/>
              <a:cs typeface="Times New Roman"/>
            </a:endParaRPr>
          </a:p>
          <a:p>
            <a:pPr marL="525780" marR="1041400" indent="858519">
              <a:lnSpc>
                <a:spcPct val="116100"/>
              </a:lnSpc>
              <a:spcBef>
                <a:spcPts val="5"/>
              </a:spcBef>
            </a:pPr>
            <a:r>
              <a:rPr sz="3800" spc="290" dirty="0">
                <a:latin typeface="Times New Roman"/>
                <a:cs typeface="Times New Roman"/>
              </a:rPr>
              <a:t>FOREIGN</a:t>
            </a:r>
            <a:r>
              <a:rPr sz="3800" spc="15" dirty="0">
                <a:latin typeface="Times New Roman"/>
                <a:cs typeface="Times New Roman"/>
              </a:rPr>
              <a:t> </a:t>
            </a:r>
            <a:r>
              <a:rPr sz="3800" spc="240" dirty="0">
                <a:latin typeface="Times New Roman"/>
                <a:cs typeface="Times New Roman"/>
              </a:rPr>
              <a:t>KEY</a:t>
            </a:r>
            <a:r>
              <a:rPr sz="3800" spc="20" dirty="0">
                <a:latin typeface="Times New Roman"/>
                <a:cs typeface="Times New Roman"/>
              </a:rPr>
              <a:t> </a:t>
            </a:r>
            <a:r>
              <a:rPr sz="3800" spc="65" dirty="0">
                <a:latin typeface="Times New Roman"/>
                <a:cs typeface="Times New Roman"/>
              </a:rPr>
              <a:t>(countries) </a:t>
            </a:r>
            <a:r>
              <a:rPr sz="3800" spc="245" dirty="0">
                <a:latin typeface="Times New Roman"/>
                <a:cs typeface="Times New Roman"/>
              </a:rPr>
              <a:t>REFERENCES</a:t>
            </a:r>
            <a:r>
              <a:rPr sz="3800" spc="35" dirty="0">
                <a:latin typeface="Times New Roman"/>
                <a:cs typeface="Times New Roman"/>
              </a:rPr>
              <a:t> </a:t>
            </a:r>
            <a:r>
              <a:rPr sz="3800" spc="114" dirty="0">
                <a:latin typeface="Times New Roman"/>
                <a:cs typeface="Times New Roman"/>
              </a:rPr>
              <a:t>country(Country)</a:t>
            </a:r>
            <a:endParaRPr sz="3800">
              <a:latin typeface="Times New Roman"/>
              <a:cs typeface="Times New Roman"/>
            </a:endParaRPr>
          </a:p>
          <a:p>
            <a:pPr marR="514984" algn="ctr">
              <a:lnSpc>
                <a:spcPct val="100000"/>
              </a:lnSpc>
              <a:spcBef>
                <a:spcPts val="735"/>
              </a:spcBef>
            </a:pPr>
            <a:r>
              <a:rPr sz="3800" spc="-25" dirty="0">
                <a:latin typeface="Times New Roman"/>
                <a:cs typeface="Times New Roman"/>
              </a:rPr>
              <a:t>);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159" name="object 159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3071747" y="6425270"/>
            <a:ext cx="4963768" cy="1827098"/>
          </a:xfrm>
          <a:prstGeom prst="rect">
            <a:avLst/>
          </a:prstGeom>
        </p:spPr>
      </p:pic>
      <p:pic>
        <p:nvPicPr>
          <p:cNvPr id="160" name="object 160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9144000" y="5094841"/>
            <a:ext cx="6095999" cy="5191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16709" cy="38173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002844" y="811303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89" h="33655">
                <a:moveTo>
                  <a:pt x="21839" y="33588"/>
                </a:moveTo>
                <a:lnTo>
                  <a:pt x="17700" y="33032"/>
                </a:lnTo>
                <a:lnTo>
                  <a:pt x="16192" y="33100"/>
                </a:lnTo>
                <a:lnTo>
                  <a:pt x="11951" y="33531"/>
                </a:lnTo>
                <a:lnTo>
                  <a:pt x="10579" y="32205"/>
                </a:lnTo>
                <a:lnTo>
                  <a:pt x="12201" y="28678"/>
                </a:lnTo>
                <a:lnTo>
                  <a:pt x="11475" y="27623"/>
                </a:lnTo>
                <a:lnTo>
                  <a:pt x="10114" y="26954"/>
                </a:lnTo>
                <a:lnTo>
                  <a:pt x="7290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10" y="21659"/>
                </a:lnTo>
                <a:lnTo>
                  <a:pt x="838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410"/>
                </a:lnTo>
                <a:lnTo>
                  <a:pt x="4807" y="12008"/>
                </a:lnTo>
                <a:lnTo>
                  <a:pt x="6043" y="11294"/>
                </a:lnTo>
                <a:lnTo>
                  <a:pt x="6757" y="10205"/>
                </a:lnTo>
                <a:lnTo>
                  <a:pt x="5136" y="6758"/>
                </a:lnTo>
                <a:lnTo>
                  <a:pt x="6950" y="4944"/>
                </a:lnTo>
                <a:lnTo>
                  <a:pt x="10397" y="6577"/>
                </a:lnTo>
                <a:lnTo>
                  <a:pt x="11475" y="5851"/>
                </a:lnTo>
                <a:lnTo>
                  <a:pt x="12201" y="4797"/>
                </a:lnTo>
                <a:lnTo>
                  <a:pt x="10579" y="1270"/>
                </a:lnTo>
                <a:lnTo>
                  <a:pt x="11906" y="0"/>
                </a:lnTo>
                <a:lnTo>
                  <a:pt x="22055" y="22"/>
                </a:lnTo>
                <a:lnTo>
                  <a:pt x="23246" y="1497"/>
                </a:lnTo>
                <a:lnTo>
                  <a:pt x="21658" y="4626"/>
                </a:lnTo>
                <a:lnTo>
                  <a:pt x="22361" y="5851"/>
                </a:lnTo>
                <a:lnTo>
                  <a:pt x="23450" y="6577"/>
                </a:lnTo>
                <a:lnTo>
                  <a:pt x="26897" y="4944"/>
                </a:lnTo>
                <a:lnTo>
                  <a:pt x="28564" y="6611"/>
                </a:lnTo>
                <a:lnTo>
                  <a:pt x="26930" y="10716"/>
                </a:lnTo>
                <a:lnTo>
                  <a:pt x="28428" y="11714"/>
                </a:lnTo>
                <a:lnTo>
                  <a:pt x="32975" y="10704"/>
                </a:lnTo>
                <a:lnTo>
                  <a:pt x="33758" y="12451"/>
                </a:lnTo>
                <a:lnTo>
                  <a:pt x="33236" y="15444"/>
                </a:lnTo>
                <a:lnTo>
                  <a:pt x="33236" y="18075"/>
                </a:lnTo>
                <a:lnTo>
                  <a:pt x="33758" y="20967"/>
                </a:lnTo>
                <a:lnTo>
                  <a:pt x="32964" y="22861"/>
                </a:lnTo>
                <a:lnTo>
                  <a:pt x="28360" y="21614"/>
                </a:lnTo>
                <a:lnTo>
                  <a:pt x="27044" y="22940"/>
                </a:lnTo>
                <a:lnTo>
                  <a:pt x="28677" y="27045"/>
                </a:lnTo>
                <a:lnTo>
                  <a:pt x="26557" y="28417"/>
                </a:lnTo>
                <a:lnTo>
                  <a:pt x="23722" y="26943"/>
                </a:lnTo>
                <a:lnTo>
                  <a:pt x="22349" y="27623"/>
                </a:lnTo>
                <a:lnTo>
                  <a:pt x="21635" y="28712"/>
                </a:lnTo>
                <a:lnTo>
                  <a:pt x="23257" y="32159"/>
                </a:lnTo>
                <a:lnTo>
                  <a:pt x="21839" y="335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5665" y="946574"/>
            <a:ext cx="88289" cy="893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28542" y="963719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28" y="55530"/>
                </a:moveTo>
                <a:lnTo>
                  <a:pt x="24210" y="55428"/>
                </a:lnTo>
                <a:lnTo>
                  <a:pt x="21919" y="54623"/>
                </a:lnTo>
                <a:lnTo>
                  <a:pt x="22951" y="49906"/>
                </a:lnTo>
                <a:lnTo>
                  <a:pt x="22497" y="49384"/>
                </a:lnTo>
                <a:lnTo>
                  <a:pt x="20524" y="48023"/>
                </a:lnTo>
                <a:lnTo>
                  <a:pt x="13063" y="51165"/>
                </a:lnTo>
                <a:lnTo>
                  <a:pt x="10716" y="48295"/>
                </a:lnTo>
                <a:lnTo>
                  <a:pt x="12314" y="45166"/>
                </a:lnTo>
                <a:lnTo>
                  <a:pt x="11611" y="43941"/>
                </a:lnTo>
                <a:lnTo>
                  <a:pt x="10806" y="43272"/>
                </a:lnTo>
                <a:lnTo>
                  <a:pt x="6723" y="44780"/>
                </a:lnTo>
                <a:lnTo>
                  <a:pt x="5590" y="43068"/>
                </a:lnTo>
                <a:lnTo>
                  <a:pt x="6225" y="39587"/>
                </a:lnTo>
                <a:lnTo>
                  <a:pt x="6123" y="37715"/>
                </a:lnTo>
                <a:lnTo>
                  <a:pt x="6690" y="33577"/>
                </a:lnTo>
                <a:lnTo>
                  <a:pt x="5783" y="32681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4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40"/>
                </a:lnTo>
                <a:lnTo>
                  <a:pt x="13063" y="4071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7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7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1"/>
                </a:lnTo>
                <a:lnTo>
                  <a:pt x="45155" y="6940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90"/>
                </a:lnTo>
                <a:lnTo>
                  <a:pt x="50042" y="22906"/>
                </a:lnTo>
                <a:lnTo>
                  <a:pt x="54544" y="21568"/>
                </a:lnTo>
                <a:lnTo>
                  <a:pt x="55666" y="22702"/>
                </a:lnTo>
                <a:lnTo>
                  <a:pt x="55099" y="26830"/>
                </a:lnTo>
                <a:lnTo>
                  <a:pt x="55212" y="28973"/>
                </a:lnTo>
                <a:lnTo>
                  <a:pt x="55587" y="31797"/>
                </a:lnTo>
                <a:lnTo>
                  <a:pt x="54918" y="33622"/>
                </a:lnTo>
                <a:lnTo>
                  <a:pt x="50269" y="32602"/>
                </a:lnTo>
                <a:lnTo>
                  <a:pt x="49690" y="33055"/>
                </a:lnTo>
                <a:lnTo>
                  <a:pt x="48329" y="35017"/>
                </a:lnTo>
                <a:lnTo>
                  <a:pt x="51470" y="42490"/>
                </a:lnTo>
                <a:lnTo>
                  <a:pt x="48601" y="44837"/>
                </a:lnTo>
                <a:lnTo>
                  <a:pt x="45483" y="43238"/>
                </a:lnTo>
                <a:lnTo>
                  <a:pt x="44258" y="43941"/>
                </a:lnTo>
                <a:lnTo>
                  <a:pt x="43532" y="45030"/>
                </a:lnTo>
                <a:lnTo>
                  <a:pt x="45166" y="48477"/>
                </a:lnTo>
                <a:lnTo>
                  <a:pt x="43351" y="50280"/>
                </a:lnTo>
                <a:lnTo>
                  <a:pt x="39904" y="48681"/>
                </a:lnTo>
                <a:lnTo>
                  <a:pt x="37727" y="50087"/>
                </a:lnTo>
                <a:lnTo>
                  <a:pt x="34279" y="48477"/>
                </a:lnTo>
                <a:lnTo>
                  <a:pt x="32805" y="49951"/>
                </a:lnTo>
                <a:lnTo>
                  <a:pt x="34064" y="54532"/>
                </a:lnTo>
                <a:lnTo>
                  <a:pt x="31728" y="55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9411" y="1120818"/>
            <a:ext cx="67538" cy="675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008864" y="1143736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91120" y="1278803"/>
            <a:ext cx="77640" cy="7808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33566" y="129498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33281" y="45211"/>
                </a:moveTo>
                <a:lnTo>
                  <a:pt x="29143" y="44644"/>
                </a:lnTo>
                <a:lnTo>
                  <a:pt x="26546" y="44791"/>
                </a:lnTo>
                <a:lnTo>
                  <a:pt x="24720" y="44587"/>
                </a:lnTo>
                <a:lnTo>
                  <a:pt x="21125" y="44791"/>
                </a:lnTo>
                <a:lnTo>
                  <a:pt x="19277" y="44689"/>
                </a:lnTo>
                <a:lnTo>
                  <a:pt x="16397" y="44689"/>
                </a:lnTo>
                <a:lnTo>
                  <a:pt x="12938" y="45233"/>
                </a:lnTo>
                <a:lnTo>
                  <a:pt x="11249" y="44202"/>
                </a:lnTo>
                <a:lnTo>
                  <a:pt x="12689" y="40006"/>
                </a:lnTo>
                <a:lnTo>
                  <a:pt x="12042" y="39257"/>
                </a:lnTo>
                <a:lnTo>
                  <a:pt x="10682" y="38577"/>
                </a:lnTo>
                <a:lnTo>
                  <a:pt x="7858" y="40085"/>
                </a:lnTo>
                <a:lnTo>
                  <a:pt x="5737" y="38668"/>
                </a:lnTo>
                <a:lnTo>
                  <a:pt x="7371" y="34574"/>
                </a:lnTo>
                <a:lnTo>
                  <a:pt x="5964" y="33179"/>
                </a:lnTo>
                <a:lnTo>
                  <a:pt x="1542" y="34563"/>
                </a:lnTo>
                <a:lnTo>
                  <a:pt x="34" y="31558"/>
                </a:lnTo>
                <a:lnTo>
                  <a:pt x="1168" y="25514"/>
                </a:lnTo>
                <a:lnTo>
                  <a:pt x="1168" y="20797"/>
                </a:lnTo>
                <a:lnTo>
                  <a:pt x="0" y="13709"/>
                </a:lnTo>
                <a:lnTo>
                  <a:pt x="1769" y="11192"/>
                </a:lnTo>
                <a:lnTo>
                  <a:pt x="5772" y="12723"/>
                </a:lnTo>
                <a:lnTo>
                  <a:pt x="6611" y="12042"/>
                </a:lnTo>
                <a:lnTo>
                  <a:pt x="7325" y="10954"/>
                </a:lnTo>
                <a:lnTo>
                  <a:pt x="5703" y="7507"/>
                </a:lnTo>
                <a:lnTo>
                  <a:pt x="7506" y="5692"/>
                </a:lnTo>
                <a:lnTo>
                  <a:pt x="10965" y="7325"/>
                </a:lnTo>
                <a:lnTo>
                  <a:pt x="12042" y="6599"/>
                </a:lnTo>
                <a:lnTo>
                  <a:pt x="12689" y="5851"/>
                </a:lnTo>
                <a:lnTo>
                  <a:pt x="11249" y="1644"/>
                </a:lnTo>
                <a:lnTo>
                  <a:pt x="13970" y="0"/>
                </a:lnTo>
                <a:lnTo>
                  <a:pt x="20615" y="1167"/>
                </a:lnTo>
                <a:lnTo>
                  <a:pt x="24448" y="1167"/>
                </a:lnTo>
                <a:lnTo>
                  <a:pt x="26932" y="725"/>
                </a:lnTo>
                <a:lnTo>
                  <a:pt x="29381" y="1462"/>
                </a:lnTo>
                <a:lnTo>
                  <a:pt x="33112" y="464"/>
                </a:lnTo>
                <a:lnTo>
                  <a:pt x="34711" y="2074"/>
                </a:lnTo>
                <a:lnTo>
                  <a:pt x="33089" y="5522"/>
                </a:lnTo>
                <a:lnTo>
                  <a:pt x="33803" y="6599"/>
                </a:lnTo>
                <a:lnTo>
                  <a:pt x="34892" y="7325"/>
                </a:lnTo>
                <a:lnTo>
                  <a:pt x="38339" y="5703"/>
                </a:lnTo>
                <a:lnTo>
                  <a:pt x="40153" y="7506"/>
                </a:lnTo>
                <a:lnTo>
                  <a:pt x="38339" y="11135"/>
                </a:lnTo>
                <a:lnTo>
                  <a:pt x="40153" y="12950"/>
                </a:lnTo>
                <a:lnTo>
                  <a:pt x="43782" y="11135"/>
                </a:lnTo>
                <a:lnTo>
                  <a:pt x="45585" y="12949"/>
                </a:lnTo>
                <a:lnTo>
                  <a:pt x="43884" y="16351"/>
                </a:lnTo>
                <a:lnTo>
                  <a:pt x="44666" y="17485"/>
                </a:lnTo>
                <a:lnTo>
                  <a:pt x="44666" y="29698"/>
                </a:lnTo>
                <a:lnTo>
                  <a:pt x="45188" y="32623"/>
                </a:lnTo>
                <a:lnTo>
                  <a:pt x="44382" y="34506"/>
                </a:lnTo>
                <a:lnTo>
                  <a:pt x="39790" y="33236"/>
                </a:lnTo>
                <a:lnTo>
                  <a:pt x="38565" y="34472"/>
                </a:lnTo>
                <a:lnTo>
                  <a:pt x="40005" y="38838"/>
                </a:lnTo>
                <a:lnTo>
                  <a:pt x="37817" y="39995"/>
                </a:lnTo>
                <a:lnTo>
                  <a:pt x="35288" y="38645"/>
                </a:lnTo>
                <a:lnTo>
                  <a:pt x="33791" y="39257"/>
                </a:lnTo>
                <a:lnTo>
                  <a:pt x="33077" y="40346"/>
                </a:lnTo>
                <a:lnTo>
                  <a:pt x="34699" y="43782"/>
                </a:lnTo>
                <a:lnTo>
                  <a:pt x="33281" y="4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64842" y="145287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4481" y="56618"/>
                </a:moveTo>
                <a:lnTo>
                  <a:pt x="11316" y="55212"/>
                </a:lnTo>
                <a:lnTo>
                  <a:pt x="12609" y="50665"/>
                </a:lnTo>
                <a:lnTo>
                  <a:pt x="11260" y="49327"/>
                </a:lnTo>
                <a:lnTo>
                  <a:pt x="7155" y="50949"/>
                </a:lnTo>
                <a:lnTo>
                  <a:pt x="5749" y="48828"/>
                </a:lnTo>
                <a:lnTo>
                  <a:pt x="7257" y="46016"/>
                </a:lnTo>
                <a:lnTo>
                  <a:pt x="6588" y="44644"/>
                </a:lnTo>
                <a:lnTo>
                  <a:pt x="5488" y="43930"/>
                </a:lnTo>
                <a:lnTo>
                  <a:pt x="2052" y="45551"/>
                </a:lnTo>
                <a:lnTo>
                  <a:pt x="476" y="43975"/>
                </a:lnTo>
                <a:lnTo>
                  <a:pt x="1383" y="40165"/>
                </a:lnTo>
                <a:lnTo>
                  <a:pt x="442" y="36343"/>
                </a:lnTo>
                <a:lnTo>
                  <a:pt x="816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27"/>
                </a:lnTo>
                <a:lnTo>
                  <a:pt x="2234" y="11112"/>
                </a:lnTo>
                <a:lnTo>
                  <a:pt x="5352" y="12700"/>
                </a:lnTo>
                <a:lnTo>
                  <a:pt x="6588" y="11997"/>
                </a:lnTo>
                <a:lnTo>
                  <a:pt x="7302" y="10908"/>
                </a:lnTo>
                <a:lnTo>
                  <a:pt x="5680" y="7461"/>
                </a:lnTo>
                <a:lnTo>
                  <a:pt x="7483" y="5658"/>
                </a:lnTo>
                <a:lnTo>
                  <a:pt x="10942" y="7280"/>
                </a:lnTo>
                <a:lnTo>
                  <a:pt x="12019" y="6554"/>
                </a:lnTo>
                <a:lnTo>
                  <a:pt x="12541" y="5976"/>
                </a:lnTo>
                <a:lnTo>
                  <a:pt x="11362" y="1395"/>
                </a:lnTo>
                <a:lnTo>
                  <a:pt x="13391" y="544"/>
                </a:lnTo>
                <a:lnTo>
                  <a:pt x="15977" y="1292"/>
                </a:lnTo>
                <a:lnTo>
                  <a:pt x="22327" y="578"/>
                </a:lnTo>
                <a:lnTo>
                  <a:pt x="28938" y="532"/>
                </a:lnTo>
                <a:lnTo>
                  <a:pt x="35413" y="1326"/>
                </a:lnTo>
                <a:lnTo>
                  <a:pt x="43759" y="0"/>
                </a:lnTo>
                <a:lnTo>
                  <a:pt x="45551" y="2211"/>
                </a:lnTo>
                <a:lnTo>
                  <a:pt x="43963" y="5329"/>
                </a:lnTo>
                <a:lnTo>
                  <a:pt x="44667" y="6554"/>
                </a:lnTo>
                <a:lnTo>
                  <a:pt x="45755" y="7280"/>
                </a:lnTo>
                <a:lnTo>
                  <a:pt x="49203" y="5658"/>
                </a:lnTo>
                <a:lnTo>
                  <a:pt x="50858" y="7313"/>
                </a:lnTo>
                <a:lnTo>
                  <a:pt x="49236" y="11430"/>
                </a:lnTo>
                <a:lnTo>
                  <a:pt x="51357" y="12791"/>
                </a:lnTo>
                <a:lnTo>
                  <a:pt x="54192" y="11317"/>
                </a:lnTo>
                <a:lnTo>
                  <a:pt x="55541" y="11997"/>
                </a:lnTo>
                <a:lnTo>
                  <a:pt x="55541" y="40550"/>
                </a:lnTo>
                <a:lnTo>
                  <a:pt x="56051" y="43419"/>
                </a:lnTo>
                <a:lnTo>
                  <a:pt x="55292" y="45290"/>
                </a:lnTo>
                <a:lnTo>
                  <a:pt x="50665" y="44133"/>
                </a:lnTo>
                <a:lnTo>
                  <a:pt x="50109" y="44644"/>
                </a:lnTo>
                <a:lnTo>
                  <a:pt x="49429" y="46005"/>
                </a:lnTo>
                <a:lnTo>
                  <a:pt x="50937" y="48828"/>
                </a:lnTo>
                <a:lnTo>
                  <a:pt x="49520" y="50949"/>
                </a:lnTo>
                <a:lnTo>
                  <a:pt x="45426" y="49327"/>
                </a:lnTo>
                <a:lnTo>
                  <a:pt x="44043" y="50711"/>
                </a:lnTo>
                <a:lnTo>
                  <a:pt x="45415" y="55156"/>
                </a:lnTo>
                <a:lnTo>
                  <a:pt x="43578" y="56052"/>
                </a:lnTo>
                <a:lnTo>
                  <a:pt x="40460" y="55519"/>
                </a:lnTo>
                <a:lnTo>
                  <a:pt x="20184" y="55519"/>
                </a:lnTo>
                <a:lnTo>
                  <a:pt x="14481" y="566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7096" y="146853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8844" y="3141"/>
                </a:move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8844" y="3141"/>
                </a:lnTo>
                <a:close/>
              </a:path>
              <a:path w="24129" h="24130">
                <a:moveTo>
                  <a:pt x="2857" y="18982"/>
                </a:moveTo>
                <a:lnTo>
                  <a:pt x="0" y="16646"/>
                </a:lnTo>
                <a:lnTo>
                  <a:pt x="3140" y="9173"/>
                </a:lnTo>
                <a:lnTo>
                  <a:pt x="1780" y="7212"/>
                </a:lnTo>
                <a:lnTo>
                  <a:pt x="7211" y="7212"/>
                </a:lnTo>
                <a:lnTo>
                  <a:pt x="7211" y="1769"/>
                </a:lnTo>
                <a:lnTo>
                  <a:pt x="9185" y="3141"/>
                </a:lnTo>
                <a:lnTo>
                  <a:pt x="18844" y="3141"/>
                </a:lnTo>
                <a:lnTo>
                  <a:pt x="17395" y="5987"/>
                </a:lnTo>
                <a:lnTo>
                  <a:pt x="18098" y="7212"/>
                </a:lnTo>
                <a:lnTo>
                  <a:pt x="19334" y="7915"/>
                </a:lnTo>
                <a:lnTo>
                  <a:pt x="23926" y="7915"/>
                </a:lnTo>
                <a:lnTo>
                  <a:pt x="23937" y="17383"/>
                </a:lnTo>
                <a:lnTo>
                  <a:pt x="6009" y="17383"/>
                </a:lnTo>
                <a:lnTo>
                  <a:pt x="2857" y="18982"/>
                </a:lnTo>
                <a:close/>
              </a:path>
              <a:path w="24129" h="24130">
                <a:moveTo>
                  <a:pt x="23926" y="7915"/>
                </a:moveTo>
                <a:lnTo>
                  <a:pt x="19334" y="7915"/>
                </a:lnTo>
                <a:lnTo>
                  <a:pt x="22464" y="6327"/>
                </a:lnTo>
                <a:lnTo>
                  <a:pt x="23926" y="7529"/>
                </a:lnTo>
                <a:lnTo>
                  <a:pt x="23926" y="7915"/>
                </a:lnTo>
                <a:close/>
              </a:path>
              <a:path w="24129" h="24130">
                <a:moveTo>
                  <a:pt x="17690" y="23926"/>
                </a:moveTo>
                <a:lnTo>
                  <a:pt x="7529" y="23926"/>
                </a:lnTo>
                <a:lnTo>
                  <a:pt x="6327" y="22441"/>
                </a:lnTo>
                <a:lnTo>
                  <a:pt x="7926" y="19322"/>
                </a:lnTo>
                <a:lnTo>
                  <a:pt x="7211" y="18098"/>
                </a:lnTo>
                <a:lnTo>
                  <a:pt x="5968" y="17383"/>
                </a:lnTo>
                <a:lnTo>
                  <a:pt x="19141" y="17383"/>
                </a:lnTo>
                <a:lnTo>
                  <a:pt x="18098" y="18098"/>
                </a:lnTo>
                <a:lnTo>
                  <a:pt x="17499" y="18982"/>
                </a:lnTo>
                <a:lnTo>
                  <a:pt x="17462" y="19322"/>
                </a:lnTo>
                <a:lnTo>
                  <a:pt x="18896" y="22441"/>
                </a:lnTo>
                <a:lnTo>
                  <a:pt x="19005" y="22679"/>
                </a:lnTo>
                <a:lnTo>
                  <a:pt x="17690" y="23926"/>
                </a:lnTo>
                <a:close/>
              </a:path>
              <a:path w="24129" h="24130">
                <a:moveTo>
                  <a:pt x="22700" y="18982"/>
                </a:moveTo>
                <a:lnTo>
                  <a:pt x="20699" y="18098"/>
                </a:lnTo>
                <a:lnTo>
                  <a:pt x="19141" y="17383"/>
                </a:lnTo>
                <a:lnTo>
                  <a:pt x="23937" y="17383"/>
                </a:lnTo>
                <a:lnTo>
                  <a:pt x="23937" y="17678"/>
                </a:lnTo>
                <a:lnTo>
                  <a:pt x="22700" y="18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90984" y="1605475"/>
            <a:ext cx="77835" cy="7793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838985" y="162699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49" y="33213"/>
                </a:lnTo>
                <a:lnTo>
                  <a:pt x="7291" y="29210"/>
                </a:lnTo>
                <a:lnTo>
                  <a:pt x="6600" y="28371"/>
                </a:lnTo>
                <a:lnTo>
                  <a:pt x="5761" y="27691"/>
                </a:lnTo>
                <a:lnTo>
                  <a:pt x="1746" y="29222"/>
                </a:lnTo>
                <a:lnTo>
                  <a:pt x="0" y="26716"/>
                </a:lnTo>
                <a:lnTo>
                  <a:pt x="1168" y="19617"/>
                </a:lnTo>
                <a:lnTo>
                  <a:pt x="1168" y="6599"/>
                </a:lnTo>
                <a:lnTo>
                  <a:pt x="2257" y="5885"/>
                </a:lnTo>
                <a:lnTo>
                  <a:pt x="5692" y="7506"/>
                </a:lnTo>
                <a:lnTo>
                  <a:pt x="7178" y="6021"/>
                </a:lnTo>
                <a:lnTo>
                  <a:pt x="5908" y="1451"/>
                </a:lnTo>
                <a:lnTo>
                  <a:pt x="9106" y="79"/>
                </a:lnTo>
                <a:lnTo>
                  <a:pt x="14730" y="1167"/>
                </a:lnTo>
                <a:lnTo>
                  <a:pt x="19618" y="1167"/>
                </a:lnTo>
                <a:lnTo>
                  <a:pt x="26705" y="0"/>
                </a:lnTo>
                <a:lnTo>
                  <a:pt x="29166" y="1734"/>
                </a:lnTo>
                <a:lnTo>
                  <a:pt x="27692" y="5817"/>
                </a:lnTo>
                <a:lnTo>
                  <a:pt x="28360" y="6610"/>
                </a:lnTo>
                <a:lnTo>
                  <a:pt x="29109" y="7257"/>
                </a:lnTo>
                <a:lnTo>
                  <a:pt x="33327" y="5816"/>
                </a:lnTo>
                <a:lnTo>
                  <a:pt x="34347" y="7506"/>
                </a:lnTo>
                <a:lnTo>
                  <a:pt x="33803" y="10976"/>
                </a:lnTo>
                <a:lnTo>
                  <a:pt x="33803" y="19617"/>
                </a:lnTo>
                <a:lnTo>
                  <a:pt x="34972" y="26704"/>
                </a:lnTo>
                <a:lnTo>
                  <a:pt x="33202" y="29222"/>
                </a:lnTo>
                <a:lnTo>
                  <a:pt x="29199" y="27691"/>
                </a:lnTo>
                <a:lnTo>
                  <a:pt x="28360" y="28371"/>
                </a:lnTo>
                <a:lnTo>
                  <a:pt x="27714" y="29120"/>
                </a:lnTo>
                <a:lnTo>
                  <a:pt x="29165" y="33338"/>
                </a:lnTo>
                <a:lnTo>
                  <a:pt x="27465" y="34359"/>
                </a:lnTo>
                <a:lnTo>
                  <a:pt x="23995" y="33814"/>
                </a:lnTo>
                <a:lnTo>
                  <a:pt x="15354" y="33814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65251" y="1780196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17" y="55507"/>
                </a:moveTo>
                <a:lnTo>
                  <a:pt x="24199" y="55405"/>
                </a:lnTo>
                <a:lnTo>
                  <a:pt x="21919" y="54589"/>
                </a:lnTo>
                <a:lnTo>
                  <a:pt x="22940" y="49872"/>
                </a:lnTo>
                <a:lnTo>
                  <a:pt x="22486" y="49361"/>
                </a:lnTo>
                <a:lnTo>
                  <a:pt x="20525" y="48001"/>
                </a:lnTo>
                <a:lnTo>
                  <a:pt x="13052" y="51130"/>
                </a:lnTo>
                <a:lnTo>
                  <a:pt x="10715" y="48273"/>
                </a:lnTo>
                <a:lnTo>
                  <a:pt x="12303" y="45154"/>
                </a:lnTo>
                <a:lnTo>
                  <a:pt x="11600" y="43918"/>
                </a:lnTo>
                <a:lnTo>
                  <a:pt x="10795" y="43249"/>
                </a:lnTo>
                <a:lnTo>
                  <a:pt x="6712" y="44757"/>
                </a:lnTo>
                <a:lnTo>
                  <a:pt x="5579" y="43056"/>
                </a:lnTo>
                <a:lnTo>
                  <a:pt x="6225" y="39552"/>
                </a:lnTo>
                <a:lnTo>
                  <a:pt x="6123" y="37693"/>
                </a:lnTo>
                <a:lnTo>
                  <a:pt x="6678" y="33554"/>
                </a:lnTo>
                <a:lnTo>
                  <a:pt x="5772" y="32658"/>
                </a:lnTo>
                <a:lnTo>
                  <a:pt x="804" y="33474"/>
                </a:lnTo>
                <a:lnTo>
                  <a:pt x="487" y="31898"/>
                </a:lnTo>
                <a:lnTo>
                  <a:pt x="0" y="22770"/>
                </a:lnTo>
                <a:lnTo>
                  <a:pt x="1247" y="21738"/>
                </a:lnTo>
                <a:lnTo>
                  <a:pt x="5976" y="22713"/>
                </a:lnTo>
                <a:lnTo>
                  <a:pt x="6996" y="19753"/>
                </a:lnTo>
                <a:lnTo>
                  <a:pt x="4547" y="13120"/>
                </a:lnTo>
                <a:lnTo>
                  <a:pt x="6939" y="10375"/>
                </a:lnTo>
                <a:lnTo>
                  <a:pt x="10625" y="11986"/>
                </a:lnTo>
                <a:lnTo>
                  <a:pt x="11600" y="11271"/>
                </a:lnTo>
                <a:lnTo>
                  <a:pt x="12303" y="10047"/>
                </a:lnTo>
                <a:lnTo>
                  <a:pt x="10715" y="6917"/>
                </a:lnTo>
                <a:lnTo>
                  <a:pt x="13063" y="4059"/>
                </a:lnTo>
                <a:lnTo>
                  <a:pt x="20524" y="7200"/>
                </a:lnTo>
                <a:lnTo>
                  <a:pt x="22486" y="5840"/>
                </a:lnTo>
                <a:lnTo>
                  <a:pt x="23212" y="4774"/>
                </a:lnTo>
                <a:lnTo>
                  <a:pt x="21579" y="1258"/>
                </a:lnTo>
                <a:lnTo>
                  <a:pt x="22906" y="0"/>
                </a:lnTo>
                <a:lnTo>
                  <a:pt x="33055" y="11"/>
                </a:lnTo>
                <a:lnTo>
                  <a:pt x="34268" y="1485"/>
                </a:lnTo>
                <a:lnTo>
                  <a:pt x="32669" y="4604"/>
                </a:lnTo>
                <a:lnTo>
                  <a:pt x="33373" y="5840"/>
                </a:lnTo>
                <a:lnTo>
                  <a:pt x="35334" y="7200"/>
                </a:lnTo>
                <a:lnTo>
                  <a:pt x="42807" y="4059"/>
                </a:lnTo>
                <a:lnTo>
                  <a:pt x="45143" y="6928"/>
                </a:lnTo>
                <a:lnTo>
                  <a:pt x="43556" y="10047"/>
                </a:lnTo>
                <a:lnTo>
                  <a:pt x="44259" y="11271"/>
                </a:lnTo>
                <a:lnTo>
                  <a:pt x="45348" y="11997"/>
                </a:lnTo>
                <a:lnTo>
                  <a:pt x="48795" y="10364"/>
                </a:lnTo>
                <a:lnTo>
                  <a:pt x="50212" y="11793"/>
                </a:lnTo>
                <a:lnTo>
                  <a:pt x="49656" y="15921"/>
                </a:lnTo>
                <a:lnTo>
                  <a:pt x="49770" y="18041"/>
                </a:lnTo>
                <a:lnTo>
                  <a:pt x="49135" y="20967"/>
                </a:lnTo>
                <a:lnTo>
                  <a:pt x="50042" y="22872"/>
                </a:lnTo>
                <a:lnTo>
                  <a:pt x="54533" y="21534"/>
                </a:lnTo>
                <a:lnTo>
                  <a:pt x="55655" y="22668"/>
                </a:lnTo>
                <a:lnTo>
                  <a:pt x="55100" y="26796"/>
                </a:lnTo>
                <a:lnTo>
                  <a:pt x="55213" y="28939"/>
                </a:lnTo>
                <a:lnTo>
                  <a:pt x="55587" y="31751"/>
                </a:lnTo>
                <a:lnTo>
                  <a:pt x="54907" y="33588"/>
                </a:lnTo>
                <a:lnTo>
                  <a:pt x="50257" y="32567"/>
                </a:lnTo>
                <a:lnTo>
                  <a:pt x="49690" y="33032"/>
                </a:lnTo>
                <a:lnTo>
                  <a:pt x="48329" y="34994"/>
                </a:lnTo>
                <a:lnTo>
                  <a:pt x="51459" y="42467"/>
                </a:lnTo>
                <a:lnTo>
                  <a:pt x="48601" y="44814"/>
                </a:lnTo>
                <a:lnTo>
                  <a:pt x="45483" y="43215"/>
                </a:lnTo>
                <a:lnTo>
                  <a:pt x="44247" y="43918"/>
                </a:lnTo>
                <a:lnTo>
                  <a:pt x="43533" y="45007"/>
                </a:lnTo>
                <a:lnTo>
                  <a:pt x="45155" y="48454"/>
                </a:lnTo>
                <a:lnTo>
                  <a:pt x="43352" y="50257"/>
                </a:lnTo>
                <a:lnTo>
                  <a:pt x="39893" y="48658"/>
                </a:lnTo>
                <a:lnTo>
                  <a:pt x="37716" y="50064"/>
                </a:lnTo>
                <a:lnTo>
                  <a:pt x="34268" y="48454"/>
                </a:lnTo>
                <a:lnTo>
                  <a:pt x="32806" y="49928"/>
                </a:lnTo>
                <a:lnTo>
                  <a:pt x="34064" y="54510"/>
                </a:lnTo>
                <a:lnTo>
                  <a:pt x="31717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6767" y="1937953"/>
            <a:ext cx="66234" cy="6660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845574" y="196019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5683" y="21168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60" y="33225"/>
                </a:lnTo>
                <a:lnTo>
                  <a:pt x="7291" y="29210"/>
                </a:lnTo>
                <a:lnTo>
                  <a:pt x="6611" y="28383"/>
                </a:lnTo>
                <a:lnTo>
                  <a:pt x="5772" y="27691"/>
                </a:lnTo>
                <a:lnTo>
                  <a:pt x="1757" y="29233"/>
                </a:lnTo>
                <a:lnTo>
                  <a:pt x="0" y="26716"/>
                </a:lnTo>
                <a:lnTo>
                  <a:pt x="1168" y="19628"/>
                </a:lnTo>
                <a:lnTo>
                  <a:pt x="1168" y="6611"/>
                </a:lnTo>
                <a:lnTo>
                  <a:pt x="2256" y="5885"/>
                </a:lnTo>
                <a:lnTo>
                  <a:pt x="5704" y="7518"/>
                </a:lnTo>
                <a:lnTo>
                  <a:pt x="7189" y="6032"/>
                </a:lnTo>
                <a:lnTo>
                  <a:pt x="5907" y="1462"/>
                </a:lnTo>
                <a:lnTo>
                  <a:pt x="9105" y="90"/>
                </a:lnTo>
                <a:lnTo>
                  <a:pt x="14730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22"/>
                </a:lnTo>
                <a:lnTo>
                  <a:pt x="29120" y="7268"/>
                </a:lnTo>
                <a:lnTo>
                  <a:pt x="33327" y="5816"/>
                </a:lnTo>
                <a:lnTo>
                  <a:pt x="34347" y="7518"/>
                </a:lnTo>
                <a:lnTo>
                  <a:pt x="33803" y="10988"/>
                </a:lnTo>
                <a:lnTo>
                  <a:pt x="33803" y="19628"/>
                </a:lnTo>
                <a:lnTo>
                  <a:pt x="34971" y="26704"/>
                </a:lnTo>
                <a:lnTo>
                  <a:pt x="33213" y="29233"/>
                </a:lnTo>
                <a:lnTo>
                  <a:pt x="29199" y="27691"/>
                </a:lnTo>
                <a:lnTo>
                  <a:pt x="28371" y="28383"/>
                </a:lnTo>
                <a:lnTo>
                  <a:pt x="27725" y="29131"/>
                </a:lnTo>
                <a:lnTo>
                  <a:pt x="29165" y="33349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7607" y="227477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5" h="46355">
                <a:moveTo>
                  <a:pt x="38611" y="6554"/>
                </a:moveTo>
                <a:lnTo>
                  <a:pt x="5964" y="6554"/>
                </a:lnTo>
                <a:lnTo>
                  <a:pt x="6474" y="5976"/>
                </a:lnTo>
                <a:lnTo>
                  <a:pt x="5281" y="1281"/>
                </a:lnTo>
                <a:lnTo>
                  <a:pt x="29562" y="1281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11" y="6554"/>
                </a:lnTo>
                <a:close/>
              </a:path>
              <a:path w="45085" h="46355">
                <a:moveTo>
                  <a:pt x="9911" y="1281"/>
                </a:moveTo>
                <a:lnTo>
                  <a:pt x="5552" y="1281"/>
                </a:lnTo>
                <a:lnTo>
                  <a:pt x="7352" y="532"/>
                </a:lnTo>
                <a:lnTo>
                  <a:pt x="9911" y="1281"/>
                </a:lnTo>
                <a:close/>
              </a:path>
              <a:path w="45085" h="46355">
                <a:moveTo>
                  <a:pt x="29066" y="1281"/>
                </a:moveTo>
                <a:lnTo>
                  <a:pt x="9911" y="1281"/>
                </a:lnTo>
                <a:lnTo>
                  <a:pt x="16670" y="532"/>
                </a:lnTo>
                <a:lnTo>
                  <a:pt x="22872" y="532"/>
                </a:lnTo>
                <a:lnTo>
                  <a:pt x="29066" y="1281"/>
                </a:lnTo>
                <a:close/>
              </a:path>
              <a:path w="45085" h="46355">
                <a:moveTo>
                  <a:pt x="1572" y="40040"/>
                </a:moveTo>
                <a:lnTo>
                  <a:pt x="1360" y="40040"/>
                </a:lnTo>
                <a:lnTo>
                  <a:pt x="0" y="38679"/>
                </a:lnTo>
                <a:lnTo>
                  <a:pt x="491" y="35107"/>
                </a:lnTo>
                <a:lnTo>
                  <a:pt x="521" y="6554"/>
                </a:lnTo>
                <a:lnTo>
                  <a:pt x="44042" y="6554"/>
                </a:lnTo>
                <a:lnTo>
                  <a:pt x="44042" y="35107"/>
                </a:lnTo>
                <a:lnTo>
                  <a:pt x="44552" y="37976"/>
                </a:lnTo>
                <a:lnTo>
                  <a:pt x="44342" y="38486"/>
                </a:lnTo>
                <a:lnTo>
                  <a:pt x="4864" y="38486"/>
                </a:lnTo>
                <a:lnTo>
                  <a:pt x="1572" y="40040"/>
                </a:lnTo>
                <a:close/>
              </a:path>
              <a:path w="45085" h="46355">
                <a:moveTo>
                  <a:pt x="7631" y="45812"/>
                </a:moveTo>
                <a:lnTo>
                  <a:pt x="5114" y="44043"/>
                </a:lnTo>
                <a:lnTo>
                  <a:pt x="6549" y="40289"/>
                </a:lnTo>
                <a:lnTo>
                  <a:pt x="6645" y="40040"/>
                </a:lnTo>
                <a:lnTo>
                  <a:pt x="5964" y="39201"/>
                </a:lnTo>
                <a:lnTo>
                  <a:pt x="4864" y="38486"/>
                </a:lnTo>
                <a:lnTo>
                  <a:pt x="44342" y="38486"/>
                </a:lnTo>
                <a:lnTo>
                  <a:pt x="44263" y="38679"/>
                </a:lnTo>
                <a:lnTo>
                  <a:pt x="39179" y="38679"/>
                </a:lnTo>
                <a:lnTo>
                  <a:pt x="38611" y="39201"/>
                </a:lnTo>
                <a:lnTo>
                  <a:pt x="37885" y="40289"/>
                </a:lnTo>
                <a:lnTo>
                  <a:pt x="39506" y="43737"/>
                </a:lnTo>
                <a:lnTo>
                  <a:pt x="38644" y="44599"/>
                </a:lnTo>
                <a:lnTo>
                  <a:pt x="14981" y="44599"/>
                </a:lnTo>
                <a:lnTo>
                  <a:pt x="7631" y="45812"/>
                </a:lnTo>
                <a:close/>
              </a:path>
              <a:path w="45085" h="46355">
                <a:moveTo>
                  <a:pt x="43781" y="39847"/>
                </a:moveTo>
                <a:lnTo>
                  <a:pt x="39122" y="38679"/>
                </a:lnTo>
                <a:lnTo>
                  <a:pt x="44263" y="38679"/>
                </a:lnTo>
                <a:lnTo>
                  <a:pt x="43781" y="39847"/>
                </a:lnTo>
                <a:close/>
              </a:path>
              <a:path w="45085" h="46355">
                <a:moveTo>
                  <a:pt x="38089" y="45154"/>
                </a:moveTo>
                <a:lnTo>
                  <a:pt x="33962" y="44599"/>
                </a:lnTo>
                <a:lnTo>
                  <a:pt x="38644" y="44599"/>
                </a:lnTo>
                <a:lnTo>
                  <a:pt x="38089" y="45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80514" y="244828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7678" y="23949"/>
                </a:moveTo>
                <a:lnTo>
                  <a:pt x="7529" y="23926"/>
                </a:lnTo>
                <a:lnTo>
                  <a:pt x="6327" y="22452"/>
                </a:lnTo>
                <a:lnTo>
                  <a:pt x="7915" y="19334"/>
                </a:lnTo>
                <a:lnTo>
                  <a:pt x="7211" y="18109"/>
                </a:lnTo>
                <a:lnTo>
                  <a:pt x="5987" y="17395"/>
                </a:lnTo>
                <a:lnTo>
                  <a:pt x="2857" y="18994"/>
                </a:lnTo>
                <a:lnTo>
                  <a:pt x="0" y="16646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29"/>
                </a:lnTo>
                <a:lnTo>
                  <a:pt x="23937" y="17678"/>
                </a:lnTo>
                <a:lnTo>
                  <a:pt x="22679" y="19005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79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18992" y="26133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249564"/>
            <a:ext cx="9525" cy="55880"/>
          </a:xfrm>
          <a:custGeom>
            <a:avLst/>
            <a:gdLst/>
            <a:ahLst/>
            <a:cxnLst/>
            <a:rect l="l" t="t" r="r" b="b"/>
            <a:pathLst>
              <a:path w="9525" h="55879">
                <a:moveTo>
                  <a:pt x="2524" y="55678"/>
                </a:moveTo>
                <a:lnTo>
                  <a:pt x="0" y="55000"/>
                </a:lnTo>
                <a:lnTo>
                  <a:pt x="0" y="581"/>
                </a:lnTo>
                <a:lnTo>
                  <a:pt x="2558" y="0"/>
                </a:lnTo>
                <a:lnTo>
                  <a:pt x="4656" y="5307"/>
                </a:lnTo>
                <a:lnTo>
                  <a:pt x="1333" y="12065"/>
                </a:lnTo>
                <a:lnTo>
                  <a:pt x="3102" y="17927"/>
                </a:lnTo>
                <a:lnTo>
                  <a:pt x="2093" y="21659"/>
                </a:lnTo>
                <a:lnTo>
                  <a:pt x="3091" y="22645"/>
                </a:lnTo>
                <a:lnTo>
                  <a:pt x="8228" y="22089"/>
                </a:lnTo>
                <a:lnTo>
                  <a:pt x="8387" y="24958"/>
                </a:lnTo>
                <a:lnTo>
                  <a:pt x="9248" y="30877"/>
                </a:lnTo>
                <a:lnTo>
                  <a:pt x="7944" y="33939"/>
                </a:lnTo>
                <a:lnTo>
                  <a:pt x="3375" y="32669"/>
                </a:lnTo>
                <a:lnTo>
                  <a:pt x="2195" y="33848"/>
                </a:lnTo>
                <a:lnTo>
                  <a:pt x="2955" y="37772"/>
                </a:lnTo>
                <a:lnTo>
                  <a:pt x="2206" y="42058"/>
                </a:lnTo>
                <a:lnTo>
                  <a:pt x="2796" y="46129"/>
                </a:lnTo>
                <a:lnTo>
                  <a:pt x="2796" y="50903"/>
                </a:lnTo>
                <a:lnTo>
                  <a:pt x="3306" y="53784"/>
                </a:lnTo>
                <a:lnTo>
                  <a:pt x="2524" y="55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789" y="3885821"/>
            <a:ext cx="88371" cy="893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00" y="4060021"/>
            <a:ext cx="67539" cy="67606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236108" y="4229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07"/>
                </a:moveTo>
                <a:lnTo>
                  <a:pt x="24221" y="55405"/>
                </a:lnTo>
                <a:lnTo>
                  <a:pt x="21942" y="54588"/>
                </a:lnTo>
                <a:lnTo>
                  <a:pt x="22963" y="49871"/>
                </a:lnTo>
                <a:lnTo>
                  <a:pt x="22509" y="49361"/>
                </a:lnTo>
                <a:lnTo>
                  <a:pt x="20547" y="48000"/>
                </a:lnTo>
                <a:lnTo>
                  <a:pt x="13074" y="51130"/>
                </a:lnTo>
                <a:lnTo>
                  <a:pt x="10727" y="48272"/>
                </a:lnTo>
                <a:lnTo>
                  <a:pt x="12337" y="45154"/>
                </a:lnTo>
                <a:lnTo>
                  <a:pt x="11623" y="43918"/>
                </a:lnTo>
                <a:lnTo>
                  <a:pt x="10818" y="43249"/>
                </a:lnTo>
                <a:lnTo>
                  <a:pt x="6736" y="44757"/>
                </a:lnTo>
                <a:lnTo>
                  <a:pt x="5602" y="43056"/>
                </a:lnTo>
                <a:lnTo>
                  <a:pt x="6237" y="39552"/>
                </a:lnTo>
                <a:lnTo>
                  <a:pt x="6134" y="37692"/>
                </a:lnTo>
                <a:lnTo>
                  <a:pt x="6690" y="33553"/>
                </a:lnTo>
                <a:lnTo>
                  <a:pt x="5783" y="32658"/>
                </a:lnTo>
                <a:lnTo>
                  <a:pt x="828" y="33474"/>
                </a:lnTo>
                <a:lnTo>
                  <a:pt x="499" y="31898"/>
                </a:lnTo>
                <a:lnTo>
                  <a:pt x="0" y="22770"/>
                </a:lnTo>
                <a:lnTo>
                  <a:pt x="1258" y="21738"/>
                </a:lnTo>
                <a:lnTo>
                  <a:pt x="5987" y="22713"/>
                </a:lnTo>
                <a:lnTo>
                  <a:pt x="7008" y="19753"/>
                </a:lnTo>
                <a:lnTo>
                  <a:pt x="4570" y="13119"/>
                </a:lnTo>
                <a:lnTo>
                  <a:pt x="6951" y="10375"/>
                </a:lnTo>
                <a:lnTo>
                  <a:pt x="10636" y="11985"/>
                </a:lnTo>
                <a:lnTo>
                  <a:pt x="11623" y="11271"/>
                </a:lnTo>
                <a:lnTo>
                  <a:pt x="12326" y="10046"/>
                </a:lnTo>
                <a:lnTo>
                  <a:pt x="10727" y="6917"/>
                </a:lnTo>
                <a:lnTo>
                  <a:pt x="13074" y="4059"/>
                </a:lnTo>
                <a:lnTo>
                  <a:pt x="20547" y="7200"/>
                </a:lnTo>
                <a:lnTo>
                  <a:pt x="22509" y="5839"/>
                </a:lnTo>
                <a:lnTo>
                  <a:pt x="23235" y="4773"/>
                </a:lnTo>
                <a:lnTo>
                  <a:pt x="21602" y="1258"/>
                </a:lnTo>
                <a:lnTo>
                  <a:pt x="22940" y="0"/>
                </a:lnTo>
                <a:lnTo>
                  <a:pt x="33077" y="11"/>
                </a:lnTo>
                <a:lnTo>
                  <a:pt x="34291" y="1485"/>
                </a:lnTo>
                <a:lnTo>
                  <a:pt x="32692" y="4603"/>
                </a:lnTo>
                <a:lnTo>
                  <a:pt x="33395" y="5839"/>
                </a:lnTo>
                <a:lnTo>
                  <a:pt x="35357" y="7200"/>
                </a:lnTo>
                <a:lnTo>
                  <a:pt x="42829" y="4059"/>
                </a:lnTo>
                <a:lnTo>
                  <a:pt x="45177" y="6928"/>
                </a:lnTo>
                <a:lnTo>
                  <a:pt x="43578" y="10046"/>
                </a:lnTo>
                <a:lnTo>
                  <a:pt x="44281" y="11271"/>
                </a:lnTo>
                <a:lnTo>
                  <a:pt x="45370" y="11997"/>
                </a:lnTo>
                <a:lnTo>
                  <a:pt x="48817" y="10363"/>
                </a:lnTo>
                <a:lnTo>
                  <a:pt x="50234" y="11793"/>
                </a:lnTo>
                <a:lnTo>
                  <a:pt x="49690" y="15920"/>
                </a:lnTo>
                <a:lnTo>
                  <a:pt x="49792" y="18040"/>
                </a:lnTo>
                <a:lnTo>
                  <a:pt x="49157" y="20966"/>
                </a:lnTo>
                <a:lnTo>
                  <a:pt x="50076" y="22871"/>
                </a:lnTo>
                <a:lnTo>
                  <a:pt x="54555" y="21533"/>
                </a:lnTo>
                <a:lnTo>
                  <a:pt x="55677" y="22667"/>
                </a:lnTo>
                <a:lnTo>
                  <a:pt x="55133" y="26794"/>
                </a:lnTo>
                <a:lnTo>
                  <a:pt x="55235" y="28938"/>
                </a:lnTo>
                <a:lnTo>
                  <a:pt x="55621" y="31761"/>
                </a:lnTo>
                <a:lnTo>
                  <a:pt x="54940" y="33587"/>
                </a:lnTo>
                <a:lnTo>
                  <a:pt x="50291" y="32566"/>
                </a:lnTo>
                <a:lnTo>
                  <a:pt x="49724" y="33032"/>
                </a:lnTo>
                <a:lnTo>
                  <a:pt x="48364" y="34993"/>
                </a:lnTo>
                <a:lnTo>
                  <a:pt x="51505" y="42466"/>
                </a:lnTo>
                <a:lnTo>
                  <a:pt x="48636" y="44813"/>
                </a:lnTo>
                <a:lnTo>
                  <a:pt x="45517" y="43215"/>
                </a:lnTo>
                <a:lnTo>
                  <a:pt x="44281" y="43918"/>
                </a:lnTo>
                <a:lnTo>
                  <a:pt x="43555" y="45007"/>
                </a:lnTo>
                <a:lnTo>
                  <a:pt x="45188" y="48454"/>
                </a:lnTo>
                <a:lnTo>
                  <a:pt x="43374" y="50256"/>
                </a:lnTo>
                <a:lnTo>
                  <a:pt x="39938" y="48657"/>
                </a:lnTo>
                <a:lnTo>
                  <a:pt x="37749" y="50064"/>
                </a:lnTo>
                <a:lnTo>
                  <a:pt x="34302" y="48453"/>
                </a:lnTo>
                <a:lnTo>
                  <a:pt x="32828" y="49928"/>
                </a:lnTo>
                <a:lnTo>
                  <a:pt x="34075" y="54509"/>
                </a:lnTo>
                <a:lnTo>
                  <a:pt x="31739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9883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675286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001867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66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9005" y="2868"/>
                </a:lnTo>
                <a:lnTo>
                  <a:pt x="18866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66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45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328449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8" y="7926"/>
                </a:lnTo>
                <a:lnTo>
                  <a:pt x="23949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8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8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53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01" y="18993"/>
                </a:moveTo>
                <a:lnTo>
                  <a:pt x="20720" y="18109"/>
                </a:lnTo>
                <a:lnTo>
                  <a:pt x="19153" y="17383"/>
                </a:lnTo>
                <a:lnTo>
                  <a:pt x="23949" y="17383"/>
                </a:lnTo>
                <a:lnTo>
                  <a:pt x="23949" y="17678"/>
                </a:lnTo>
                <a:lnTo>
                  <a:pt x="22701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655031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5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5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5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501109" y="7437393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07" y="44927"/>
                </a:moveTo>
                <a:lnTo>
                  <a:pt x="17259" y="43646"/>
                </a:lnTo>
                <a:lnTo>
                  <a:pt x="18790" y="39620"/>
                </a:lnTo>
                <a:lnTo>
                  <a:pt x="18109" y="38792"/>
                </a:lnTo>
                <a:lnTo>
                  <a:pt x="16148" y="37432"/>
                </a:lnTo>
                <a:lnTo>
                  <a:pt x="8675" y="40573"/>
                </a:lnTo>
                <a:lnTo>
                  <a:pt x="6339" y="37704"/>
                </a:lnTo>
                <a:lnTo>
                  <a:pt x="7938" y="34574"/>
                </a:lnTo>
                <a:lnTo>
                  <a:pt x="6498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01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24"/>
                </a:lnTo>
                <a:lnTo>
                  <a:pt x="5998" y="17723"/>
                </a:lnTo>
                <a:lnTo>
                  <a:pt x="7223" y="17020"/>
                </a:lnTo>
                <a:lnTo>
                  <a:pt x="8595" y="15059"/>
                </a:lnTo>
                <a:lnTo>
                  <a:pt x="5443" y="7586"/>
                </a:lnTo>
                <a:lnTo>
                  <a:pt x="8312" y="5238"/>
                </a:lnTo>
                <a:lnTo>
                  <a:pt x="11442" y="6837"/>
                </a:lnTo>
                <a:lnTo>
                  <a:pt x="13755" y="5409"/>
                </a:lnTo>
                <a:lnTo>
                  <a:pt x="17202" y="7041"/>
                </a:lnTo>
                <a:lnTo>
                  <a:pt x="18586" y="5658"/>
                </a:lnTo>
                <a:lnTo>
                  <a:pt x="17554" y="861"/>
                </a:lnTo>
                <a:lnTo>
                  <a:pt x="20105" y="56"/>
                </a:lnTo>
                <a:lnTo>
                  <a:pt x="27011" y="0"/>
                </a:lnTo>
                <a:lnTo>
                  <a:pt x="29585" y="895"/>
                </a:lnTo>
                <a:lnTo>
                  <a:pt x="28496" y="5635"/>
                </a:lnTo>
                <a:lnTo>
                  <a:pt x="29506" y="6645"/>
                </a:lnTo>
                <a:lnTo>
                  <a:pt x="33645" y="6089"/>
                </a:lnTo>
                <a:lnTo>
                  <a:pt x="35266" y="6180"/>
                </a:lnTo>
                <a:lnTo>
                  <a:pt x="39303" y="5601"/>
                </a:lnTo>
                <a:lnTo>
                  <a:pt x="40777" y="6985"/>
                </a:lnTo>
                <a:lnTo>
                  <a:pt x="39145" y="10534"/>
                </a:lnTo>
                <a:lnTo>
                  <a:pt x="40596" y="12666"/>
                </a:lnTo>
                <a:lnTo>
                  <a:pt x="38963" y="16113"/>
                </a:lnTo>
                <a:lnTo>
                  <a:pt x="40437" y="17587"/>
                </a:lnTo>
                <a:lnTo>
                  <a:pt x="45019" y="16329"/>
                </a:lnTo>
                <a:lnTo>
                  <a:pt x="45812" y="18200"/>
                </a:lnTo>
                <a:lnTo>
                  <a:pt x="46005" y="26897"/>
                </a:lnTo>
                <a:lnTo>
                  <a:pt x="44724" y="28757"/>
                </a:lnTo>
                <a:lnTo>
                  <a:pt x="40698" y="27226"/>
                </a:lnTo>
                <a:lnTo>
                  <a:pt x="39870" y="27906"/>
                </a:lnTo>
                <a:lnTo>
                  <a:pt x="38510" y="29868"/>
                </a:lnTo>
                <a:lnTo>
                  <a:pt x="41651" y="37341"/>
                </a:lnTo>
                <a:lnTo>
                  <a:pt x="38782" y="39688"/>
                </a:lnTo>
                <a:lnTo>
                  <a:pt x="35652" y="38078"/>
                </a:lnTo>
                <a:lnTo>
                  <a:pt x="33338" y="39518"/>
                </a:lnTo>
                <a:lnTo>
                  <a:pt x="29891" y="37885"/>
                </a:lnTo>
                <a:lnTo>
                  <a:pt x="28417" y="39359"/>
                </a:lnTo>
                <a:lnTo>
                  <a:pt x="29676" y="43941"/>
                </a:lnTo>
                <a:lnTo>
                  <a:pt x="27816" y="44734"/>
                </a:lnTo>
                <a:lnTo>
                  <a:pt x="19107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828302" y="743691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415"/>
                </a:moveTo>
                <a:lnTo>
                  <a:pt x="29653" y="44440"/>
                </a:lnTo>
                <a:lnTo>
                  <a:pt x="25129" y="45415"/>
                </a:lnTo>
                <a:lnTo>
                  <a:pt x="20842" y="44712"/>
                </a:lnTo>
                <a:lnTo>
                  <a:pt x="16182" y="44712"/>
                </a:lnTo>
                <a:lnTo>
                  <a:pt x="13245" y="45233"/>
                </a:lnTo>
                <a:lnTo>
                  <a:pt x="11385" y="44428"/>
                </a:lnTo>
                <a:lnTo>
                  <a:pt x="12587" y="39858"/>
                </a:lnTo>
                <a:lnTo>
                  <a:pt x="12054" y="39269"/>
                </a:lnTo>
                <a:lnTo>
                  <a:pt x="10682" y="38600"/>
                </a:lnTo>
                <a:lnTo>
                  <a:pt x="7870" y="40108"/>
                </a:lnTo>
                <a:lnTo>
                  <a:pt x="5737" y="38690"/>
                </a:lnTo>
                <a:lnTo>
                  <a:pt x="7370" y="34585"/>
                </a:lnTo>
                <a:lnTo>
                  <a:pt x="5976" y="33191"/>
                </a:lnTo>
                <a:lnTo>
                  <a:pt x="1542" y="34574"/>
                </a:lnTo>
                <a:lnTo>
                  <a:pt x="33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4"/>
                </a:lnTo>
                <a:lnTo>
                  <a:pt x="7336" y="10965"/>
                </a:lnTo>
                <a:lnTo>
                  <a:pt x="5704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9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81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5" y="7336"/>
                </a:lnTo>
                <a:lnTo>
                  <a:pt x="38362" y="5703"/>
                </a:lnTo>
                <a:lnTo>
                  <a:pt x="40177" y="7518"/>
                </a:lnTo>
                <a:lnTo>
                  <a:pt x="38362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20" y="12961"/>
                </a:lnTo>
                <a:lnTo>
                  <a:pt x="43919" y="16397"/>
                </a:lnTo>
                <a:lnTo>
                  <a:pt x="44712" y="17497"/>
                </a:lnTo>
                <a:lnTo>
                  <a:pt x="44054" y="20966"/>
                </a:lnTo>
                <a:lnTo>
                  <a:pt x="45563" y="24969"/>
                </a:lnTo>
                <a:lnTo>
                  <a:pt x="44474" y="29346"/>
                </a:lnTo>
                <a:lnTo>
                  <a:pt x="45381" y="33157"/>
                </a:lnTo>
                <a:lnTo>
                  <a:pt x="43805" y="34733"/>
                </a:lnTo>
                <a:lnTo>
                  <a:pt x="40358" y="33100"/>
                </a:lnTo>
                <a:lnTo>
                  <a:pt x="39269" y="33826"/>
                </a:lnTo>
                <a:lnTo>
                  <a:pt x="38623" y="35243"/>
                </a:lnTo>
                <a:lnTo>
                  <a:pt x="40074" y="37953"/>
                </a:lnTo>
                <a:lnTo>
                  <a:pt x="38748" y="40108"/>
                </a:lnTo>
                <a:lnTo>
                  <a:pt x="34552" y="38543"/>
                </a:lnTo>
                <a:lnTo>
                  <a:pt x="33066" y="40028"/>
                </a:lnTo>
                <a:lnTo>
                  <a:pt x="34699" y="44133"/>
                </a:lnTo>
                <a:lnTo>
                  <a:pt x="32772" y="454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154884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381"/>
                </a:moveTo>
                <a:lnTo>
                  <a:pt x="29653" y="44406"/>
                </a:lnTo>
                <a:lnTo>
                  <a:pt x="25128" y="45381"/>
                </a:lnTo>
                <a:lnTo>
                  <a:pt x="20842" y="44678"/>
                </a:lnTo>
                <a:lnTo>
                  <a:pt x="16182" y="44678"/>
                </a:lnTo>
                <a:lnTo>
                  <a:pt x="13245" y="45199"/>
                </a:lnTo>
                <a:lnTo>
                  <a:pt x="11385" y="44394"/>
                </a:lnTo>
                <a:lnTo>
                  <a:pt x="12587" y="39824"/>
                </a:lnTo>
                <a:lnTo>
                  <a:pt x="12054" y="39235"/>
                </a:lnTo>
                <a:lnTo>
                  <a:pt x="10682" y="38566"/>
                </a:lnTo>
                <a:lnTo>
                  <a:pt x="7870" y="40074"/>
                </a:lnTo>
                <a:lnTo>
                  <a:pt x="5737" y="38656"/>
                </a:lnTo>
                <a:lnTo>
                  <a:pt x="7370" y="34551"/>
                </a:lnTo>
                <a:lnTo>
                  <a:pt x="5976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611" y="12020"/>
                </a:lnTo>
                <a:lnTo>
                  <a:pt x="7336" y="10931"/>
                </a:lnTo>
                <a:lnTo>
                  <a:pt x="5704" y="7484"/>
                </a:lnTo>
                <a:lnTo>
                  <a:pt x="7518" y="5669"/>
                </a:lnTo>
                <a:lnTo>
                  <a:pt x="10965" y="7302"/>
                </a:lnTo>
                <a:lnTo>
                  <a:pt x="12054" y="6576"/>
                </a:lnTo>
                <a:lnTo>
                  <a:pt x="12587" y="5975"/>
                </a:lnTo>
                <a:lnTo>
                  <a:pt x="11385" y="1417"/>
                </a:lnTo>
                <a:lnTo>
                  <a:pt x="14537" y="45"/>
                </a:lnTo>
                <a:lnTo>
                  <a:pt x="20184" y="1133"/>
                </a:lnTo>
                <a:lnTo>
                  <a:pt x="25525" y="1133"/>
                </a:lnTo>
                <a:lnTo>
                  <a:pt x="31569" y="0"/>
                </a:lnTo>
                <a:lnTo>
                  <a:pt x="34574" y="1508"/>
                </a:lnTo>
                <a:lnTo>
                  <a:pt x="33191" y="5941"/>
                </a:lnTo>
                <a:lnTo>
                  <a:pt x="34585" y="7336"/>
                </a:lnTo>
                <a:lnTo>
                  <a:pt x="38690" y="5703"/>
                </a:lnTo>
                <a:lnTo>
                  <a:pt x="40108" y="7835"/>
                </a:lnTo>
                <a:lnTo>
                  <a:pt x="38600" y="10647"/>
                </a:lnTo>
                <a:lnTo>
                  <a:pt x="39269" y="12020"/>
                </a:lnTo>
                <a:lnTo>
                  <a:pt x="40358" y="12745"/>
                </a:lnTo>
                <a:lnTo>
                  <a:pt x="43805" y="11112"/>
                </a:lnTo>
                <a:lnTo>
                  <a:pt x="45619" y="12927"/>
                </a:lnTo>
                <a:lnTo>
                  <a:pt x="43918" y="16363"/>
                </a:lnTo>
                <a:lnTo>
                  <a:pt x="44712" y="17463"/>
                </a:lnTo>
                <a:lnTo>
                  <a:pt x="44054" y="20932"/>
                </a:lnTo>
                <a:lnTo>
                  <a:pt x="45563" y="24935"/>
                </a:lnTo>
                <a:lnTo>
                  <a:pt x="44474" y="29312"/>
                </a:lnTo>
                <a:lnTo>
                  <a:pt x="45381" y="33123"/>
                </a:lnTo>
                <a:lnTo>
                  <a:pt x="43805" y="34699"/>
                </a:lnTo>
                <a:lnTo>
                  <a:pt x="40358" y="33066"/>
                </a:lnTo>
                <a:lnTo>
                  <a:pt x="39269" y="33792"/>
                </a:lnTo>
                <a:lnTo>
                  <a:pt x="38623" y="35209"/>
                </a:lnTo>
                <a:lnTo>
                  <a:pt x="40085" y="37919"/>
                </a:lnTo>
                <a:lnTo>
                  <a:pt x="38759" y="40074"/>
                </a:lnTo>
                <a:lnTo>
                  <a:pt x="34552" y="38509"/>
                </a:lnTo>
                <a:lnTo>
                  <a:pt x="33066" y="39994"/>
                </a:lnTo>
                <a:lnTo>
                  <a:pt x="34699" y="44099"/>
                </a:lnTo>
                <a:lnTo>
                  <a:pt x="32772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481477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293" y="45188"/>
                </a:moveTo>
                <a:lnTo>
                  <a:pt x="29166" y="44632"/>
                </a:lnTo>
                <a:lnTo>
                  <a:pt x="26557" y="44768"/>
                </a:lnTo>
                <a:lnTo>
                  <a:pt x="24743" y="44576"/>
                </a:lnTo>
                <a:lnTo>
                  <a:pt x="21126" y="44780"/>
                </a:lnTo>
                <a:lnTo>
                  <a:pt x="19288" y="44678"/>
                </a:lnTo>
                <a:lnTo>
                  <a:pt x="16397" y="44678"/>
                </a:lnTo>
                <a:lnTo>
                  <a:pt x="12938" y="45222"/>
                </a:lnTo>
                <a:lnTo>
                  <a:pt x="11237" y="44190"/>
                </a:lnTo>
                <a:lnTo>
                  <a:pt x="12689" y="39983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6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1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302"/>
                </a:lnTo>
                <a:lnTo>
                  <a:pt x="12042" y="6576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45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97" y="7835"/>
                </a:lnTo>
                <a:lnTo>
                  <a:pt x="38588" y="10647"/>
                </a:lnTo>
                <a:lnTo>
                  <a:pt x="39257" y="12020"/>
                </a:lnTo>
                <a:lnTo>
                  <a:pt x="40346" y="12745"/>
                </a:lnTo>
                <a:lnTo>
                  <a:pt x="43793" y="11112"/>
                </a:lnTo>
                <a:lnTo>
                  <a:pt x="45608" y="12927"/>
                </a:lnTo>
                <a:lnTo>
                  <a:pt x="43907" y="16363"/>
                </a:lnTo>
                <a:lnTo>
                  <a:pt x="44701" y="17463"/>
                </a:lnTo>
                <a:lnTo>
                  <a:pt x="44701" y="29675"/>
                </a:lnTo>
                <a:lnTo>
                  <a:pt x="45212" y="32590"/>
                </a:lnTo>
                <a:lnTo>
                  <a:pt x="44406" y="34483"/>
                </a:lnTo>
                <a:lnTo>
                  <a:pt x="39825" y="33225"/>
                </a:lnTo>
                <a:lnTo>
                  <a:pt x="38600" y="34449"/>
                </a:lnTo>
                <a:lnTo>
                  <a:pt x="40029" y="38826"/>
                </a:lnTo>
                <a:lnTo>
                  <a:pt x="37841" y="39983"/>
                </a:lnTo>
                <a:lnTo>
                  <a:pt x="35312" y="38634"/>
                </a:lnTo>
                <a:lnTo>
                  <a:pt x="33815" y="39235"/>
                </a:lnTo>
                <a:lnTo>
                  <a:pt x="33089" y="40323"/>
                </a:lnTo>
                <a:lnTo>
                  <a:pt x="34722" y="43771"/>
                </a:lnTo>
                <a:lnTo>
                  <a:pt x="33293" y="45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813491" y="74423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8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57"/>
                </a:lnTo>
                <a:lnTo>
                  <a:pt x="27702" y="5760"/>
                </a:lnTo>
                <a:lnTo>
                  <a:pt x="28383" y="6611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8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8719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14668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81400" y="7590014"/>
            <a:ext cx="66269" cy="6665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07993" y="7590014"/>
            <a:ext cx="66257" cy="66654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9333486" y="759475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39447" y="1462"/>
                </a:moveTo>
                <a:lnTo>
                  <a:pt x="30912" y="1462"/>
                </a:lnTo>
                <a:lnTo>
                  <a:pt x="36037" y="0"/>
                </a:lnTo>
                <a:lnTo>
                  <a:pt x="39447" y="1462"/>
                </a:lnTo>
                <a:close/>
              </a:path>
              <a:path w="56515" h="57150">
                <a:moveTo>
                  <a:pt x="39507" y="7348"/>
                </a:moveTo>
                <a:lnTo>
                  <a:pt x="15921" y="7348"/>
                </a:lnTo>
                <a:lnTo>
                  <a:pt x="17009" y="6622"/>
                </a:lnTo>
                <a:lnTo>
                  <a:pt x="17390" y="6055"/>
                </a:lnTo>
                <a:lnTo>
                  <a:pt x="16547" y="1462"/>
                </a:lnTo>
                <a:lnTo>
                  <a:pt x="16522" y="1326"/>
                </a:lnTo>
                <a:lnTo>
                  <a:pt x="18461" y="748"/>
                </a:lnTo>
                <a:lnTo>
                  <a:pt x="20933" y="1179"/>
                </a:lnTo>
                <a:lnTo>
                  <a:pt x="27921" y="1179"/>
                </a:lnTo>
                <a:lnTo>
                  <a:pt x="30912" y="1462"/>
                </a:lnTo>
                <a:lnTo>
                  <a:pt x="39476" y="1462"/>
                </a:lnTo>
                <a:lnTo>
                  <a:pt x="38308" y="5715"/>
                </a:lnTo>
                <a:lnTo>
                  <a:pt x="38215" y="6055"/>
                </a:lnTo>
                <a:lnTo>
                  <a:pt x="39507" y="7348"/>
                </a:lnTo>
                <a:close/>
              </a:path>
              <a:path w="56515" h="57150">
                <a:moveTo>
                  <a:pt x="27921" y="1179"/>
                </a:moveTo>
                <a:lnTo>
                  <a:pt x="24233" y="1179"/>
                </a:lnTo>
                <a:lnTo>
                  <a:pt x="26126" y="1009"/>
                </a:lnTo>
                <a:lnTo>
                  <a:pt x="27921" y="1179"/>
                </a:lnTo>
                <a:close/>
              </a:path>
              <a:path w="56515" h="57150">
                <a:moveTo>
                  <a:pt x="15921" y="7348"/>
                </a:moveTo>
                <a:lnTo>
                  <a:pt x="10841" y="7348"/>
                </a:lnTo>
                <a:lnTo>
                  <a:pt x="12473" y="5715"/>
                </a:lnTo>
                <a:lnTo>
                  <a:pt x="15921" y="7348"/>
                </a:lnTo>
                <a:close/>
              </a:path>
              <a:path w="56515" h="57150">
                <a:moveTo>
                  <a:pt x="45009" y="7348"/>
                </a:moveTo>
                <a:lnTo>
                  <a:pt x="40079" y="7348"/>
                </a:lnTo>
                <a:lnTo>
                  <a:pt x="43294" y="5715"/>
                </a:lnTo>
                <a:lnTo>
                  <a:pt x="43624" y="6055"/>
                </a:lnTo>
                <a:lnTo>
                  <a:pt x="45009" y="7348"/>
                </a:lnTo>
                <a:close/>
              </a:path>
              <a:path w="56515" h="57150">
                <a:moveTo>
                  <a:pt x="50273" y="12972"/>
                </a:moveTo>
                <a:lnTo>
                  <a:pt x="10659" y="12972"/>
                </a:lnTo>
                <a:lnTo>
                  <a:pt x="12473" y="11158"/>
                </a:lnTo>
                <a:lnTo>
                  <a:pt x="10568" y="7348"/>
                </a:lnTo>
                <a:lnTo>
                  <a:pt x="45204" y="7348"/>
                </a:lnTo>
                <a:lnTo>
                  <a:pt x="43346" y="11158"/>
                </a:lnTo>
                <a:lnTo>
                  <a:pt x="44984" y="12825"/>
                </a:lnTo>
                <a:lnTo>
                  <a:pt x="50175" y="12825"/>
                </a:lnTo>
                <a:lnTo>
                  <a:pt x="50273" y="12972"/>
                </a:lnTo>
                <a:close/>
              </a:path>
              <a:path w="56515" h="57150">
                <a:moveTo>
                  <a:pt x="50672" y="18177"/>
                </a:moveTo>
                <a:lnTo>
                  <a:pt x="5119" y="18177"/>
                </a:lnTo>
                <a:lnTo>
                  <a:pt x="6123" y="17508"/>
                </a:lnTo>
                <a:lnTo>
                  <a:pt x="6728" y="16601"/>
                </a:lnTo>
                <a:lnTo>
                  <a:pt x="6849" y="16419"/>
                </a:lnTo>
                <a:lnTo>
                  <a:pt x="5216" y="12972"/>
                </a:lnTo>
                <a:lnTo>
                  <a:pt x="7030" y="11158"/>
                </a:lnTo>
                <a:lnTo>
                  <a:pt x="10659" y="12972"/>
                </a:lnTo>
                <a:lnTo>
                  <a:pt x="50273" y="12972"/>
                </a:lnTo>
                <a:lnTo>
                  <a:pt x="50507" y="13324"/>
                </a:lnTo>
                <a:lnTo>
                  <a:pt x="48987" y="16136"/>
                </a:lnTo>
                <a:lnTo>
                  <a:pt x="49668" y="17508"/>
                </a:lnTo>
                <a:lnTo>
                  <a:pt x="50672" y="18177"/>
                </a:lnTo>
                <a:close/>
              </a:path>
              <a:path w="56515" h="57150">
                <a:moveTo>
                  <a:pt x="50175" y="12825"/>
                </a:moveTo>
                <a:lnTo>
                  <a:pt x="44984" y="12825"/>
                </a:lnTo>
                <a:lnTo>
                  <a:pt x="49175" y="11158"/>
                </a:lnTo>
                <a:lnTo>
                  <a:pt x="50175" y="12825"/>
                </a:lnTo>
                <a:close/>
              </a:path>
              <a:path w="56515" h="57150">
                <a:moveTo>
                  <a:pt x="1542" y="40142"/>
                </a:moveTo>
                <a:lnTo>
                  <a:pt x="92" y="38611"/>
                </a:lnTo>
                <a:lnTo>
                  <a:pt x="827" y="34733"/>
                </a:lnTo>
                <a:lnTo>
                  <a:pt x="226" y="31070"/>
                </a:lnTo>
                <a:lnTo>
                  <a:pt x="31" y="26421"/>
                </a:lnTo>
                <a:lnTo>
                  <a:pt x="0" y="25661"/>
                </a:lnTo>
                <a:lnTo>
                  <a:pt x="918" y="21987"/>
                </a:lnTo>
                <a:lnTo>
                  <a:pt x="68" y="18415"/>
                </a:lnTo>
                <a:lnTo>
                  <a:pt x="11" y="18177"/>
                </a:lnTo>
                <a:lnTo>
                  <a:pt x="1587" y="16601"/>
                </a:lnTo>
                <a:lnTo>
                  <a:pt x="4915" y="18177"/>
                </a:lnTo>
                <a:lnTo>
                  <a:pt x="55769" y="18177"/>
                </a:lnTo>
                <a:lnTo>
                  <a:pt x="56007" y="18415"/>
                </a:lnTo>
                <a:lnTo>
                  <a:pt x="54306" y="21851"/>
                </a:lnTo>
                <a:lnTo>
                  <a:pt x="55100" y="22951"/>
                </a:lnTo>
                <a:lnTo>
                  <a:pt x="54442" y="26421"/>
                </a:lnTo>
                <a:lnTo>
                  <a:pt x="55961" y="30424"/>
                </a:lnTo>
                <a:lnTo>
                  <a:pt x="54879" y="34733"/>
                </a:lnTo>
                <a:lnTo>
                  <a:pt x="55709" y="38361"/>
                </a:lnTo>
                <a:lnTo>
                  <a:pt x="5352" y="38361"/>
                </a:lnTo>
                <a:lnTo>
                  <a:pt x="1542" y="40142"/>
                </a:lnTo>
                <a:close/>
              </a:path>
              <a:path w="56515" h="57150">
                <a:moveTo>
                  <a:pt x="55769" y="18177"/>
                </a:moveTo>
                <a:lnTo>
                  <a:pt x="50876" y="18177"/>
                </a:lnTo>
                <a:lnTo>
                  <a:pt x="54192" y="16601"/>
                </a:lnTo>
                <a:lnTo>
                  <a:pt x="55769" y="18177"/>
                </a:lnTo>
                <a:close/>
              </a:path>
              <a:path w="56515" h="57150">
                <a:moveTo>
                  <a:pt x="7272" y="45369"/>
                </a:moveTo>
                <a:lnTo>
                  <a:pt x="6551" y="45369"/>
                </a:lnTo>
                <a:lnTo>
                  <a:pt x="5340" y="43544"/>
                </a:lnTo>
                <a:lnTo>
                  <a:pt x="7030" y="40357"/>
                </a:lnTo>
                <a:lnTo>
                  <a:pt x="5352" y="38361"/>
                </a:lnTo>
                <a:lnTo>
                  <a:pt x="50227" y="38361"/>
                </a:lnTo>
                <a:lnTo>
                  <a:pt x="49001" y="40357"/>
                </a:lnTo>
                <a:lnTo>
                  <a:pt x="50552" y="43827"/>
                </a:lnTo>
                <a:lnTo>
                  <a:pt x="11149" y="43827"/>
                </a:lnTo>
                <a:lnTo>
                  <a:pt x="7272" y="45369"/>
                </a:lnTo>
                <a:close/>
              </a:path>
              <a:path w="56515" h="57150">
                <a:moveTo>
                  <a:pt x="54385" y="40006"/>
                </a:moveTo>
                <a:lnTo>
                  <a:pt x="49965" y="38361"/>
                </a:lnTo>
                <a:lnTo>
                  <a:pt x="55709" y="38361"/>
                </a:lnTo>
                <a:lnTo>
                  <a:pt x="55769" y="38611"/>
                </a:lnTo>
                <a:lnTo>
                  <a:pt x="54385" y="40006"/>
                </a:lnTo>
                <a:close/>
              </a:path>
              <a:path w="56515" h="57150">
                <a:moveTo>
                  <a:pt x="42751" y="50869"/>
                </a:moveTo>
                <a:lnTo>
                  <a:pt x="40107" y="49486"/>
                </a:lnTo>
                <a:lnTo>
                  <a:pt x="10730" y="49486"/>
                </a:lnTo>
                <a:lnTo>
                  <a:pt x="12387" y="45369"/>
                </a:lnTo>
                <a:lnTo>
                  <a:pt x="12212" y="45369"/>
                </a:lnTo>
                <a:lnTo>
                  <a:pt x="10670" y="43827"/>
                </a:lnTo>
                <a:lnTo>
                  <a:pt x="44818" y="43827"/>
                </a:lnTo>
                <a:lnTo>
                  <a:pt x="43794" y="45369"/>
                </a:lnTo>
                <a:lnTo>
                  <a:pt x="44758" y="49486"/>
                </a:lnTo>
                <a:lnTo>
                  <a:pt x="44848" y="49871"/>
                </a:lnTo>
                <a:lnTo>
                  <a:pt x="42751" y="50869"/>
                </a:lnTo>
                <a:close/>
              </a:path>
              <a:path w="56515" h="57150">
                <a:moveTo>
                  <a:pt x="49021" y="45369"/>
                </a:moveTo>
                <a:lnTo>
                  <a:pt x="48623" y="45369"/>
                </a:lnTo>
                <a:lnTo>
                  <a:pt x="44746" y="43827"/>
                </a:lnTo>
                <a:lnTo>
                  <a:pt x="50552" y="43827"/>
                </a:lnTo>
                <a:lnTo>
                  <a:pt x="49021" y="45369"/>
                </a:lnTo>
                <a:close/>
              </a:path>
              <a:path w="56515" h="57150">
                <a:moveTo>
                  <a:pt x="12802" y="51017"/>
                </a:moveTo>
                <a:lnTo>
                  <a:pt x="10560" y="49486"/>
                </a:lnTo>
                <a:lnTo>
                  <a:pt x="15649" y="49486"/>
                </a:lnTo>
                <a:lnTo>
                  <a:pt x="12802" y="51017"/>
                </a:lnTo>
                <a:close/>
              </a:path>
              <a:path w="56515" h="57150">
                <a:moveTo>
                  <a:pt x="17792" y="56573"/>
                </a:moveTo>
                <a:lnTo>
                  <a:pt x="16125" y="54520"/>
                </a:lnTo>
                <a:lnTo>
                  <a:pt x="17723" y="51402"/>
                </a:lnTo>
                <a:lnTo>
                  <a:pt x="17009" y="50166"/>
                </a:lnTo>
                <a:lnTo>
                  <a:pt x="15649" y="49486"/>
                </a:lnTo>
                <a:lnTo>
                  <a:pt x="40632" y="49486"/>
                </a:lnTo>
                <a:lnTo>
                  <a:pt x="38782" y="50166"/>
                </a:lnTo>
                <a:lnTo>
                  <a:pt x="38313" y="50869"/>
                </a:lnTo>
                <a:lnTo>
                  <a:pt x="38215" y="51017"/>
                </a:lnTo>
                <a:lnTo>
                  <a:pt x="38126" y="51402"/>
                </a:lnTo>
                <a:lnTo>
                  <a:pt x="39603" y="54520"/>
                </a:lnTo>
                <a:lnTo>
                  <a:pt x="39689" y="54702"/>
                </a:lnTo>
                <a:lnTo>
                  <a:pt x="38822" y="55575"/>
                </a:lnTo>
                <a:lnTo>
                  <a:pt x="26749" y="55575"/>
                </a:lnTo>
                <a:lnTo>
                  <a:pt x="17792" y="56573"/>
                </a:lnTo>
                <a:close/>
              </a:path>
              <a:path w="56515" h="57150">
                <a:moveTo>
                  <a:pt x="38271" y="56131"/>
                </a:moveTo>
                <a:lnTo>
                  <a:pt x="34132" y="55575"/>
                </a:lnTo>
                <a:lnTo>
                  <a:pt x="38822" y="55575"/>
                </a:lnTo>
                <a:lnTo>
                  <a:pt x="38271" y="56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659563" y="7594810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45807" y="7291"/>
                </a:moveTo>
                <a:lnTo>
                  <a:pt x="10982" y="7291"/>
                </a:lnTo>
                <a:lnTo>
                  <a:pt x="12060" y="6565"/>
                </a:lnTo>
                <a:lnTo>
                  <a:pt x="12581" y="5987"/>
                </a:lnTo>
                <a:lnTo>
                  <a:pt x="11387" y="1292"/>
                </a:lnTo>
                <a:lnTo>
                  <a:pt x="35609" y="1292"/>
                </a:lnTo>
                <a:lnTo>
                  <a:pt x="43799" y="0"/>
                </a:lnTo>
                <a:lnTo>
                  <a:pt x="45614" y="2211"/>
                </a:lnTo>
                <a:lnTo>
                  <a:pt x="44003" y="5329"/>
                </a:lnTo>
                <a:lnTo>
                  <a:pt x="44718" y="6565"/>
                </a:lnTo>
                <a:lnTo>
                  <a:pt x="45807" y="7291"/>
                </a:lnTo>
                <a:close/>
              </a:path>
              <a:path w="56515" h="57150">
                <a:moveTo>
                  <a:pt x="16017" y="1292"/>
                </a:moveTo>
                <a:lnTo>
                  <a:pt x="11655" y="1292"/>
                </a:lnTo>
                <a:lnTo>
                  <a:pt x="13432" y="544"/>
                </a:lnTo>
                <a:lnTo>
                  <a:pt x="16017" y="1292"/>
                </a:lnTo>
                <a:close/>
              </a:path>
              <a:path w="56515" h="57150">
                <a:moveTo>
                  <a:pt x="35274" y="1292"/>
                </a:moveTo>
                <a:lnTo>
                  <a:pt x="16017" y="1292"/>
                </a:lnTo>
                <a:lnTo>
                  <a:pt x="22670" y="544"/>
                </a:lnTo>
                <a:lnTo>
                  <a:pt x="28978" y="544"/>
                </a:lnTo>
                <a:lnTo>
                  <a:pt x="35274" y="1292"/>
                </a:lnTo>
                <a:close/>
              </a:path>
              <a:path w="56515" h="57150">
                <a:moveTo>
                  <a:pt x="51220" y="12711"/>
                </a:moveTo>
                <a:lnTo>
                  <a:pt x="5403" y="12711"/>
                </a:lnTo>
                <a:lnTo>
                  <a:pt x="6628" y="12008"/>
                </a:lnTo>
                <a:lnTo>
                  <a:pt x="7354" y="10920"/>
                </a:lnTo>
                <a:lnTo>
                  <a:pt x="5721" y="7472"/>
                </a:lnTo>
                <a:lnTo>
                  <a:pt x="7535" y="5658"/>
                </a:lnTo>
                <a:lnTo>
                  <a:pt x="10982" y="7291"/>
                </a:lnTo>
                <a:lnTo>
                  <a:pt x="50934" y="7291"/>
                </a:lnTo>
                <a:lnTo>
                  <a:pt x="49491" y="10920"/>
                </a:lnTo>
                <a:lnTo>
                  <a:pt x="49410" y="11124"/>
                </a:lnTo>
                <a:lnTo>
                  <a:pt x="49324" y="11339"/>
                </a:lnTo>
                <a:lnTo>
                  <a:pt x="49151" y="11339"/>
                </a:lnTo>
                <a:lnTo>
                  <a:pt x="51220" y="12711"/>
                </a:lnTo>
                <a:close/>
              </a:path>
              <a:path w="56515" h="57150">
                <a:moveTo>
                  <a:pt x="50887" y="7291"/>
                </a:moveTo>
                <a:lnTo>
                  <a:pt x="45807" y="7291"/>
                </a:lnTo>
                <a:lnTo>
                  <a:pt x="49254" y="5658"/>
                </a:lnTo>
                <a:lnTo>
                  <a:pt x="50887" y="7291"/>
                </a:lnTo>
                <a:close/>
              </a:path>
              <a:path w="56515" h="57150">
                <a:moveTo>
                  <a:pt x="5403" y="12711"/>
                </a:moveTo>
                <a:lnTo>
                  <a:pt x="331" y="12711"/>
                </a:lnTo>
                <a:lnTo>
                  <a:pt x="2273" y="11124"/>
                </a:lnTo>
                <a:lnTo>
                  <a:pt x="5403" y="12711"/>
                </a:lnTo>
                <a:close/>
              </a:path>
              <a:path w="56515" h="57150">
                <a:moveTo>
                  <a:pt x="2092" y="45573"/>
                </a:moveTo>
                <a:lnTo>
                  <a:pt x="1185" y="44666"/>
                </a:lnTo>
                <a:lnTo>
                  <a:pt x="529" y="43941"/>
                </a:lnTo>
                <a:lnTo>
                  <a:pt x="1358" y="40459"/>
                </a:lnTo>
                <a:lnTo>
                  <a:pt x="1423" y="40187"/>
                </a:lnTo>
                <a:lnTo>
                  <a:pt x="470" y="36366"/>
                </a:lnTo>
                <a:lnTo>
                  <a:pt x="856" y="31286"/>
                </a:lnTo>
                <a:lnTo>
                  <a:pt x="1389" y="26546"/>
                </a:lnTo>
                <a:lnTo>
                  <a:pt x="947" y="24675"/>
                </a:lnTo>
                <a:lnTo>
                  <a:pt x="1423" y="21239"/>
                </a:lnTo>
                <a:lnTo>
                  <a:pt x="0" y="12711"/>
                </a:lnTo>
                <a:lnTo>
                  <a:pt x="51644" y="12711"/>
                </a:lnTo>
                <a:lnTo>
                  <a:pt x="54243" y="11339"/>
                </a:lnTo>
                <a:lnTo>
                  <a:pt x="55604" y="12008"/>
                </a:lnTo>
                <a:lnTo>
                  <a:pt x="55604" y="40459"/>
                </a:lnTo>
                <a:lnTo>
                  <a:pt x="56137" y="43578"/>
                </a:lnTo>
                <a:lnTo>
                  <a:pt x="55960" y="43941"/>
                </a:lnTo>
                <a:lnTo>
                  <a:pt x="5539" y="43941"/>
                </a:lnTo>
                <a:lnTo>
                  <a:pt x="2092" y="45573"/>
                </a:lnTo>
                <a:close/>
              </a:path>
              <a:path w="56515" h="57150">
                <a:moveTo>
                  <a:pt x="7281" y="50948"/>
                </a:moveTo>
                <a:lnTo>
                  <a:pt x="7001" y="50688"/>
                </a:lnTo>
                <a:lnTo>
                  <a:pt x="5789" y="48851"/>
                </a:lnTo>
                <a:lnTo>
                  <a:pt x="7297" y="46038"/>
                </a:lnTo>
                <a:lnTo>
                  <a:pt x="6628" y="44666"/>
                </a:lnTo>
                <a:lnTo>
                  <a:pt x="5539" y="43941"/>
                </a:lnTo>
                <a:lnTo>
                  <a:pt x="50887" y="43941"/>
                </a:lnTo>
                <a:lnTo>
                  <a:pt x="49413" y="45415"/>
                </a:lnTo>
                <a:lnTo>
                  <a:pt x="49460" y="45573"/>
                </a:lnTo>
                <a:lnTo>
                  <a:pt x="50962" y="49350"/>
                </a:lnTo>
                <a:lnTo>
                  <a:pt x="11300" y="49350"/>
                </a:lnTo>
                <a:lnTo>
                  <a:pt x="7281" y="50948"/>
                </a:lnTo>
                <a:close/>
              </a:path>
              <a:path w="56515" h="57150">
                <a:moveTo>
                  <a:pt x="55241" y="45415"/>
                </a:moveTo>
                <a:lnTo>
                  <a:pt x="50454" y="43941"/>
                </a:lnTo>
                <a:lnTo>
                  <a:pt x="55960" y="43941"/>
                </a:lnTo>
                <a:lnTo>
                  <a:pt x="55241" y="45415"/>
                </a:lnTo>
                <a:close/>
              </a:path>
              <a:path w="56515" h="57150">
                <a:moveTo>
                  <a:pt x="14373" y="56675"/>
                </a:moveTo>
                <a:lnTo>
                  <a:pt x="11322" y="55201"/>
                </a:lnTo>
                <a:lnTo>
                  <a:pt x="12618" y="50948"/>
                </a:lnTo>
                <a:lnTo>
                  <a:pt x="12638" y="50688"/>
                </a:lnTo>
                <a:lnTo>
                  <a:pt x="11300" y="49350"/>
                </a:lnTo>
                <a:lnTo>
                  <a:pt x="46276" y="49350"/>
                </a:lnTo>
                <a:lnTo>
                  <a:pt x="44718" y="50109"/>
                </a:lnTo>
                <a:lnTo>
                  <a:pt x="44207" y="50688"/>
                </a:lnTo>
                <a:lnTo>
                  <a:pt x="45330" y="55201"/>
                </a:lnTo>
                <a:lnTo>
                  <a:pt x="45573" y="55201"/>
                </a:lnTo>
                <a:lnTo>
                  <a:pt x="44720" y="55552"/>
                </a:lnTo>
                <a:lnTo>
                  <a:pt x="20326" y="55552"/>
                </a:lnTo>
                <a:lnTo>
                  <a:pt x="14373" y="56675"/>
                </a:lnTo>
                <a:close/>
              </a:path>
              <a:path w="56515" h="57150">
                <a:moveTo>
                  <a:pt x="48902" y="50948"/>
                </a:moveTo>
                <a:lnTo>
                  <a:pt x="45921" y="49350"/>
                </a:lnTo>
                <a:lnTo>
                  <a:pt x="51307" y="49350"/>
                </a:lnTo>
                <a:lnTo>
                  <a:pt x="48902" y="50948"/>
                </a:lnTo>
                <a:close/>
              </a:path>
              <a:path w="56515" h="57150">
                <a:moveTo>
                  <a:pt x="43482" y="56063"/>
                </a:moveTo>
                <a:lnTo>
                  <a:pt x="40624" y="55552"/>
                </a:lnTo>
                <a:lnTo>
                  <a:pt x="44720" y="55552"/>
                </a:lnTo>
                <a:lnTo>
                  <a:pt x="43482" y="5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639336" y="759508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9252" y="850"/>
                </a:moveTo>
                <a:lnTo>
                  <a:pt x="31558" y="850"/>
                </a:lnTo>
                <a:lnTo>
                  <a:pt x="36185" y="0"/>
                </a:lnTo>
                <a:lnTo>
                  <a:pt x="39252" y="850"/>
                </a:lnTo>
                <a:close/>
              </a:path>
              <a:path w="56515" h="56515">
                <a:moveTo>
                  <a:pt x="44905" y="1065"/>
                </a:moveTo>
                <a:lnTo>
                  <a:pt x="40454" y="1065"/>
                </a:lnTo>
                <a:lnTo>
                  <a:pt x="43998" y="158"/>
                </a:lnTo>
                <a:lnTo>
                  <a:pt x="44905" y="1065"/>
                </a:lnTo>
                <a:close/>
              </a:path>
              <a:path w="56515" h="56515">
                <a:moveTo>
                  <a:pt x="45415" y="7019"/>
                </a:move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41" y="1065"/>
                </a:lnTo>
                <a:lnTo>
                  <a:pt x="44905" y="1065"/>
                </a:lnTo>
                <a:lnTo>
                  <a:pt x="45596" y="1757"/>
                </a:lnTo>
                <a:lnTo>
                  <a:pt x="43782" y="5386"/>
                </a:lnTo>
                <a:lnTo>
                  <a:pt x="45415" y="7019"/>
                </a:lnTo>
                <a:close/>
              </a:path>
              <a:path w="56515" h="56515">
                <a:moveTo>
                  <a:pt x="40028" y="1065"/>
                </a:moveTo>
                <a:lnTo>
                  <a:pt x="15956" y="1065"/>
                </a:lnTo>
                <a:lnTo>
                  <a:pt x="21334" y="306"/>
                </a:lnTo>
                <a:lnTo>
                  <a:pt x="20476" y="306"/>
                </a:lnTo>
                <a:lnTo>
                  <a:pt x="24856" y="850"/>
                </a:lnTo>
                <a:lnTo>
                  <a:pt x="39252" y="850"/>
                </a:lnTo>
                <a:lnTo>
                  <a:pt x="40028" y="1065"/>
                </a:lnTo>
                <a:close/>
              </a:path>
              <a:path w="56515" h="56515">
                <a:moveTo>
                  <a:pt x="55576" y="12439"/>
                </a:moveTo>
                <a:lnTo>
                  <a:pt x="5352" y="12439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45415" y="7019"/>
                </a:lnTo>
                <a:lnTo>
                  <a:pt x="45596" y="7200"/>
                </a:lnTo>
                <a:lnTo>
                  <a:pt x="51040" y="7200"/>
                </a:lnTo>
                <a:lnTo>
                  <a:pt x="49407" y="10647"/>
                </a:lnTo>
                <a:lnTo>
                  <a:pt x="50133" y="11736"/>
                </a:lnTo>
                <a:lnTo>
                  <a:pt x="55576" y="11736"/>
                </a:lnTo>
                <a:lnTo>
                  <a:pt x="55576" y="12439"/>
                </a:lnTo>
                <a:close/>
              </a:path>
              <a:path w="56515" h="56515">
                <a:moveTo>
                  <a:pt x="51040" y="7200"/>
                </a:moveTo>
                <a:lnTo>
                  <a:pt x="45596" y="7200"/>
                </a:lnTo>
                <a:lnTo>
                  <a:pt x="49225" y="5386"/>
                </a:lnTo>
                <a:lnTo>
                  <a:pt x="51040" y="7200"/>
                </a:lnTo>
                <a:close/>
              </a:path>
              <a:path w="56515" h="56515">
                <a:moveTo>
                  <a:pt x="2052" y="45301"/>
                </a:moveTo>
                <a:lnTo>
                  <a:pt x="635" y="43884"/>
                </a:lnTo>
                <a:lnTo>
                  <a:pt x="611" y="43158"/>
                </a:lnTo>
                <a:lnTo>
                  <a:pt x="1291" y="40301"/>
                </a:lnTo>
                <a:lnTo>
                  <a:pt x="1383" y="39915"/>
                </a:lnTo>
                <a:lnTo>
                  <a:pt x="431" y="36094"/>
                </a:lnTo>
                <a:lnTo>
                  <a:pt x="816" y="31013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4" y="10852"/>
                </a:lnTo>
                <a:lnTo>
                  <a:pt x="5352" y="12439"/>
                </a:lnTo>
                <a:lnTo>
                  <a:pt x="55576" y="12439"/>
                </a:lnTo>
                <a:lnTo>
                  <a:pt x="55576" y="40301"/>
                </a:lnTo>
                <a:lnTo>
                  <a:pt x="56086" y="43158"/>
                </a:lnTo>
                <a:lnTo>
                  <a:pt x="55877" y="43668"/>
                </a:lnTo>
                <a:lnTo>
                  <a:pt x="5499" y="43668"/>
                </a:lnTo>
                <a:lnTo>
                  <a:pt x="2052" y="45301"/>
                </a:lnTo>
                <a:close/>
              </a:path>
              <a:path w="56515" h="56515">
                <a:moveTo>
                  <a:pt x="7167" y="50710"/>
                </a:move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55877" y="43668"/>
                </a:lnTo>
                <a:lnTo>
                  <a:pt x="55789" y="43884"/>
                </a:lnTo>
                <a:lnTo>
                  <a:pt x="50711" y="43884"/>
                </a:lnTo>
                <a:lnTo>
                  <a:pt x="50133" y="44394"/>
                </a:lnTo>
                <a:lnTo>
                  <a:pt x="49464" y="45766"/>
                </a:lnTo>
                <a:lnTo>
                  <a:pt x="50972" y="48578"/>
                </a:lnTo>
                <a:lnTo>
                  <a:pt x="50640" y="49077"/>
                </a:lnTo>
                <a:lnTo>
                  <a:pt x="11272" y="49077"/>
                </a:lnTo>
                <a:lnTo>
                  <a:pt x="7167" y="50710"/>
                </a:lnTo>
                <a:close/>
              </a:path>
              <a:path w="56515" h="56515">
                <a:moveTo>
                  <a:pt x="55315" y="45041"/>
                </a:moveTo>
                <a:lnTo>
                  <a:pt x="50711" y="43884"/>
                </a:lnTo>
                <a:lnTo>
                  <a:pt x="55789" y="43884"/>
                </a:lnTo>
                <a:lnTo>
                  <a:pt x="55315" y="45041"/>
                </a:lnTo>
                <a:close/>
              </a:path>
              <a:path w="56515" h="56515">
                <a:moveTo>
                  <a:pt x="14481" y="56369"/>
                </a:moveTo>
                <a:lnTo>
                  <a:pt x="11200" y="54917"/>
                </a:lnTo>
                <a:lnTo>
                  <a:pt x="11344" y="54917"/>
                </a:lnTo>
                <a:lnTo>
                  <a:pt x="12540" y="50710"/>
                </a:lnTo>
                <a:lnTo>
                  <a:pt x="12621" y="50427"/>
                </a:lnTo>
                <a:lnTo>
                  <a:pt x="11272" y="49077"/>
                </a:lnTo>
                <a:lnTo>
                  <a:pt x="45449" y="49077"/>
                </a:lnTo>
                <a:lnTo>
                  <a:pt x="44100" y="50427"/>
                </a:lnTo>
                <a:lnTo>
                  <a:pt x="44143" y="50710"/>
                </a:lnTo>
                <a:lnTo>
                  <a:pt x="45438" y="54917"/>
                </a:lnTo>
                <a:lnTo>
                  <a:pt x="44694" y="55280"/>
                </a:lnTo>
                <a:lnTo>
                  <a:pt x="20184" y="55280"/>
                </a:lnTo>
                <a:lnTo>
                  <a:pt x="14481" y="56369"/>
                </a:lnTo>
                <a:close/>
              </a:path>
              <a:path w="56515" h="56515">
                <a:moveTo>
                  <a:pt x="49554" y="50710"/>
                </a:moveTo>
                <a:lnTo>
                  <a:pt x="45449" y="49077"/>
                </a:lnTo>
                <a:lnTo>
                  <a:pt x="50640" y="49077"/>
                </a:lnTo>
                <a:lnTo>
                  <a:pt x="49554" y="50710"/>
                </a:lnTo>
                <a:close/>
              </a:path>
              <a:path w="56515" h="56515">
                <a:moveTo>
                  <a:pt x="43601" y="55813"/>
                </a:moveTo>
                <a:lnTo>
                  <a:pt x="40482" y="55280"/>
                </a:lnTo>
                <a:lnTo>
                  <a:pt x="44694" y="55280"/>
                </a:lnTo>
                <a:lnTo>
                  <a:pt x="43601" y="55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966327" y="759552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52"/>
                </a:moveTo>
                <a:lnTo>
                  <a:pt x="24221" y="55439"/>
                </a:lnTo>
                <a:lnTo>
                  <a:pt x="21942" y="54634"/>
                </a:lnTo>
                <a:lnTo>
                  <a:pt x="22963" y="49917"/>
                </a:lnTo>
                <a:lnTo>
                  <a:pt x="22509" y="49395"/>
                </a:lnTo>
                <a:lnTo>
                  <a:pt x="20547" y="48034"/>
                </a:lnTo>
                <a:lnTo>
                  <a:pt x="13074" y="51175"/>
                </a:lnTo>
                <a:lnTo>
                  <a:pt x="10738" y="48306"/>
                </a:lnTo>
                <a:lnTo>
                  <a:pt x="12337" y="45188"/>
                </a:lnTo>
                <a:lnTo>
                  <a:pt x="11623" y="43952"/>
                </a:lnTo>
                <a:lnTo>
                  <a:pt x="10818" y="43283"/>
                </a:lnTo>
                <a:lnTo>
                  <a:pt x="6736" y="44791"/>
                </a:lnTo>
                <a:lnTo>
                  <a:pt x="5602" y="43079"/>
                </a:lnTo>
                <a:lnTo>
                  <a:pt x="6237" y="39586"/>
                </a:lnTo>
                <a:lnTo>
                  <a:pt x="6146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28" y="33497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19" y="19776"/>
                </a:lnTo>
                <a:lnTo>
                  <a:pt x="4570" y="13142"/>
                </a:lnTo>
                <a:lnTo>
                  <a:pt x="6962" y="10398"/>
                </a:lnTo>
                <a:lnTo>
                  <a:pt x="10636" y="12008"/>
                </a:lnTo>
                <a:lnTo>
                  <a:pt x="11623" y="11294"/>
                </a:lnTo>
                <a:lnTo>
                  <a:pt x="12337" y="10058"/>
                </a:lnTo>
                <a:lnTo>
                  <a:pt x="10738" y="6939"/>
                </a:lnTo>
                <a:lnTo>
                  <a:pt x="13074" y="4070"/>
                </a:lnTo>
                <a:lnTo>
                  <a:pt x="20547" y="7212"/>
                </a:lnTo>
                <a:lnTo>
                  <a:pt x="22509" y="5851"/>
                </a:lnTo>
                <a:lnTo>
                  <a:pt x="23235" y="4796"/>
                </a:lnTo>
                <a:lnTo>
                  <a:pt x="21602" y="1270"/>
                </a:lnTo>
                <a:lnTo>
                  <a:pt x="22940" y="0"/>
                </a:lnTo>
                <a:lnTo>
                  <a:pt x="33078" y="22"/>
                </a:lnTo>
                <a:lnTo>
                  <a:pt x="34291" y="1496"/>
                </a:lnTo>
                <a:lnTo>
                  <a:pt x="32692" y="4615"/>
                </a:lnTo>
                <a:lnTo>
                  <a:pt x="33395" y="5851"/>
                </a:lnTo>
                <a:lnTo>
                  <a:pt x="35357" y="7212"/>
                </a:lnTo>
                <a:lnTo>
                  <a:pt x="42829" y="4070"/>
                </a:lnTo>
                <a:lnTo>
                  <a:pt x="45177" y="6939"/>
                </a:lnTo>
                <a:lnTo>
                  <a:pt x="43578" y="10058"/>
                </a:lnTo>
                <a:lnTo>
                  <a:pt x="44281" y="11294"/>
                </a:lnTo>
                <a:lnTo>
                  <a:pt x="45370" y="12020"/>
                </a:lnTo>
                <a:lnTo>
                  <a:pt x="48817" y="10387"/>
                </a:lnTo>
                <a:lnTo>
                  <a:pt x="50234" y="11804"/>
                </a:lnTo>
                <a:lnTo>
                  <a:pt x="49679" y="15943"/>
                </a:lnTo>
                <a:lnTo>
                  <a:pt x="49792" y="18075"/>
                </a:lnTo>
                <a:lnTo>
                  <a:pt x="49157" y="20989"/>
                </a:lnTo>
                <a:lnTo>
                  <a:pt x="50064" y="22906"/>
                </a:lnTo>
                <a:lnTo>
                  <a:pt x="54555" y="21567"/>
                </a:lnTo>
                <a:lnTo>
                  <a:pt x="55677" y="22690"/>
                </a:lnTo>
                <a:lnTo>
                  <a:pt x="55122" y="26829"/>
                </a:lnTo>
                <a:lnTo>
                  <a:pt x="55235" y="28984"/>
                </a:lnTo>
                <a:lnTo>
                  <a:pt x="55609" y="31796"/>
                </a:lnTo>
                <a:lnTo>
                  <a:pt x="54929" y="33633"/>
                </a:lnTo>
                <a:lnTo>
                  <a:pt x="50280" y="32612"/>
                </a:lnTo>
                <a:lnTo>
                  <a:pt x="49724" y="33066"/>
                </a:lnTo>
                <a:lnTo>
                  <a:pt x="48352" y="35028"/>
                </a:lnTo>
                <a:lnTo>
                  <a:pt x="51505" y="42500"/>
                </a:lnTo>
                <a:lnTo>
                  <a:pt x="48636" y="44848"/>
                </a:lnTo>
                <a:lnTo>
                  <a:pt x="45506" y="43249"/>
                </a:lnTo>
                <a:lnTo>
                  <a:pt x="44281" y="43952"/>
                </a:lnTo>
                <a:lnTo>
                  <a:pt x="43556" y="45041"/>
                </a:lnTo>
                <a:lnTo>
                  <a:pt x="45188" y="48488"/>
                </a:lnTo>
                <a:lnTo>
                  <a:pt x="43385" y="50302"/>
                </a:lnTo>
                <a:lnTo>
                  <a:pt x="39938" y="48692"/>
                </a:lnTo>
                <a:lnTo>
                  <a:pt x="37749" y="50098"/>
                </a:lnTo>
                <a:lnTo>
                  <a:pt x="34302" y="48488"/>
                </a:lnTo>
                <a:lnTo>
                  <a:pt x="32828" y="49973"/>
                </a:lnTo>
                <a:lnTo>
                  <a:pt x="34087" y="54543"/>
                </a:lnTo>
                <a:lnTo>
                  <a:pt x="31739" y="55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011849" y="760020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78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6" y="44814"/>
                </a:lnTo>
                <a:lnTo>
                  <a:pt x="19299" y="44712"/>
                </a:lnTo>
                <a:lnTo>
                  <a:pt x="16283" y="44712"/>
                </a:lnTo>
                <a:lnTo>
                  <a:pt x="13119" y="45245"/>
                </a:lnTo>
                <a:lnTo>
                  <a:pt x="11305" y="44337"/>
                </a:lnTo>
                <a:lnTo>
                  <a:pt x="12688" y="39904"/>
                </a:lnTo>
                <a:lnTo>
                  <a:pt x="11294" y="38509"/>
                </a:lnTo>
                <a:lnTo>
                  <a:pt x="7189" y="40142"/>
                </a:lnTo>
                <a:lnTo>
                  <a:pt x="5771" y="38010"/>
                </a:lnTo>
                <a:lnTo>
                  <a:pt x="7280" y="35198"/>
                </a:lnTo>
                <a:lnTo>
                  <a:pt x="6610" y="33826"/>
                </a:lnTo>
                <a:lnTo>
                  <a:pt x="5862" y="33179"/>
                </a:lnTo>
                <a:lnTo>
                  <a:pt x="1655" y="34631"/>
                </a:lnTo>
                <a:lnTo>
                  <a:pt x="0" y="31909"/>
                </a:lnTo>
                <a:lnTo>
                  <a:pt x="1167" y="25264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0" y="12054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3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92" y="1474"/>
                </a:lnTo>
                <a:lnTo>
                  <a:pt x="33122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4" y="11146"/>
                </a:lnTo>
                <a:lnTo>
                  <a:pt x="45619" y="12961"/>
                </a:lnTo>
                <a:lnTo>
                  <a:pt x="43918" y="16397"/>
                </a:lnTo>
                <a:lnTo>
                  <a:pt x="44711" y="17497"/>
                </a:lnTo>
                <a:lnTo>
                  <a:pt x="44711" y="29709"/>
                </a:lnTo>
                <a:lnTo>
                  <a:pt x="45222" y="32624"/>
                </a:lnTo>
                <a:lnTo>
                  <a:pt x="44416" y="34517"/>
                </a:lnTo>
                <a:lnTo>
                  <a:pt x="39835" y="33259"/>
                </a:lnTo>
                <a:lnTo>
                  <a:pt x="38611" y="34483"/>
                </a:lnTo>
                <a:lnTo>
                  <a:pt x="40039" y="38860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5" y="39269"/>
                </a:lnTo>
                <a:lnTo>
                  <a:pt x="33100" y="40357"/>
                </a:lnTo>
                <a:lnTo>
                  <a:pt x="34732" y="43805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297308" y="76006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96" y="44927"/>
                </a:moveTo>
                <a:lnTo>
                  <a:pt x="17247" y="43657"/>
                </a:lnTo>
                <a:lnTo>
                  <a:pt x="18778" y="39620"/>
                </a:lnTo>
                <a:lnTo>
                  <a:pt x="18087" y="38792"/>
                </a:lnTo>
                <a:lnTo>
                  <a:pt x="16125" y="37432"/>
                </a:lnTo>
                <a:lnTo>
                  <a:pt x="8663" y="40573"/>
                </a:lnTo>
                <a:lnTo>
                  <a:pt x="6316" y="37704"/>
                </a:lnTo>
                <a:lnTo>
                  <a:pt x="7915" y="34585"/>
                </a:lnTo>
                <a:lnTo>
                  <a:pt x="6486" y="32261"/>
                </a:lnTo>
                <a:lnTo>
                  <a:pt x="8108" y="28814"/>
                </a:lnTo>
                <a:lnTo>
                  <a:pt x="6294" y="26999"/>
                </a:lnTo>
                <a:lnTo>
                  <a:pt x="2778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36"/>
                </a:lnTo>
                <a:lnTo>
                  <a:pt x="5987" y="17723"/>
                </a:lnTo>
                <a:lnTo>
                  <a:pt x="7212" y="17020"/>
                </a:lnTo>
                <a:lnTo>
                  <a:pt x="8572" y="15059"/>
                </a:lnTo>
                <a:lnTo>
                  <a:pt x="5443" y="7586"/>
                </a:lnTo>
                <a:lnTo>
                  <a:pt x="8300" y="5250"/>
                </a:lnTo>
                <a:lnTo>
                  <a:pt x="11419" y="6837"/>
                </a:lnTo>
                <a:lnTo>
                  <a:pt x="12655" y="6134"/>
                </a:lnTo>
                <a:lnTo>
                  <a:pt x="13744" y="5409"/>
                </a:lnTo>
                <a:lnTo>
                  <a:pt x="17179" y="7041"/>
                </a:lnTo>
                <a:lnTo>
                  <a:pt x="18563" y="5658"/>
                </a:lnTo>
                <a:lnTo>
                  <a:pt x="17531" y="873"/>
                </a:lnTo>
                <a:lnTo>
                  <a:pt x="20094" y="56"/>
                </a:lnTo>
                <a:lnTo>
                  <a:pt x="27000" y="0"/>
                </a:lnTo>
                <a:lnTo>
                  <a:pt x="29574" y="895"/>
                </a:lnTo>
                <a:lnTo>
                  <a:pt x="28474" y="5635"/>
                </a:lnTo>
                <a:lnTo>
                  <a:pt x="29494" y="6645"/>
                </a:lnTo>
                <a:lnTo>
                  <a:pt x="33622" y="6089"/>
                </a:lnTo>
                <a:lnTo>
                  <a:pt x="35244" y="6180"/>
                </a:lnTo>
                <a:lnTo>
                  <a:pt x="39292" y="5601"/>
                </a:lnTo>
                <a:lnTo>
                  <a:pt x="40755" y="6985"/>
                </a:lnTo>
                <a:lnTo>
                  <a:pt x="39133" y="10534"/>
                </a:lnTo>
                <a:lnTo>
                  <a:pt x="40573" y="12666"/>
                </a:lnTo>
                <a:lnTo>
                  <a:pt x="38940" y="16113"/>
                </a:lnTo>
                <a:lnTo>
                  <a:pt x="40426" y="17587"/>
                </a:lnTo>
                <a:lnTo>
                  <a:pt x="44996" y="16340"/>
                </a:lnTo>
                <a:lnTo>
                  <a:pt x="45790" y="18200"/>
                </a:lnTo>
                <a:lnTo>
                  <a:pt x="45994" y="26908"/>
                </a:lnTo>
                <a:lnTo>
                  <a:pt x="44701" y="28757"/>
                </a:lnTo>
                <a:lnTo>
                  <a:pt x="40675" y="27226"/>
                </a:lnTo>
                <a:lnTo>
                  <a:pt x="39847" y="27906"/>
                </a:lnTo>
                <a:lnTo>
                  <a:pt x="38487" y="29868"/>
                </a:lnTo>
                <a:lnTo>
                  <a:pt x="41628" y="37341"/>
                </a:lnTo>
                <a:lnTo>
                  <a:pt x="38759" y="39688"/>
                </a:lnTo>
                <a:lnTo>
                  <a:pt x="35640" y="38089"/>
                </a:lnTo>
                <a:lnTo>
                  <a:pt x="33327" y="39518"/>
                </a:lnTo>
                <a:lnTo>
                  <a:pt x="29880" y="37885"/>
                </a:lnTo>
                <a:lnTo>
                  <a:pt x="28406" y="39371"/>
                </a:lnTo>
                <a:lnTo>
                  <a:pt x="29664" y="43941"/>
                </a:lnTo>
                <a:lnTo>
                  <a:pt x="27793" y="44734"/>
                </a:lnTo>
                <a:lnTo>
                  <a:pt x="19096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697321" y="76122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634788" y="7610481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2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12" y="7223"/>
                </a:lnTo>
                <a:lnTo>
                  <a:pt x="7212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4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2464" y="6338"/>
                </a:lnTo>
                <a:lnTo>
                  <a:pt x="23926" y="7540"/>
                </a:lnTo>
                <a:lnTo>
                  <a:pt x="23949" y="17689"/>
                </a:lnTo>
                <a:lnTo>
                  <a:pt x="22679" y="19016"/>
                </a:lnTo>
                <a:lnTo>
                  <a:pt x="19153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85958" y="7747181"/>
            <a:ext cx="77518" cy="7842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812438" y="7747317"/>
            <a:ext cx="77700" cy="7810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139031" y="7747317"/>
            <a:ext cx="77677" cy="7810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465217" y="7747816"/>
            <a:ext cx="77995" cy="7748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792059" y="7747510"/>
            <a:ext cx="77892" cy="77835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164277" y="7752590"/>
            <a:ext cx="67606" cy="6764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124447" y="7753305"/>
            <a:ext cx="66246" cy="66643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8843568" y="775823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02" y="55915"/>
                </a:moveTo>
                <a:lnTo>
                  <a:pt x="34699" y="55405"/>
                </a:lnTo>
                <a:lnTo>
                  <a:pt x="21239" y="55405"/>
                </a:lnTo>
                <a:lnTo>
                  <a:pt x="18143" y="55927"/>
                </a:lnTo>
                <a:lnTo>
                  <a:pt x="16340" y="55065"/>
                </a:lnTo>
                <a:lnTo>
                  <a:pt x="17610" y="50597"/>
                </a:lnTo>
                <a:lnTo>
                  <a:pt x="17043" y="49962"/>
                </a:lnTo>
                <a:lnTo>
                  <a:pt x="6157" y="49962"/>
                </a:lnTo>
                <a:lnTo>
                  <a:pt x="6157" y="39076"/>
                </a:lnTo>
                <a:lnTo>
                  <a:pt x="5068" y="38350"/>
                </a:lnTo>
                <a:lnTo>
                  <a:pt x="1621" y="39983"/>
                </a:lnTo>
                <a:lnTo>
                  <a:pt x="45" y="38407"/>
                </a:lnTo>
                <a:lnTo>
                  <a:pt x="952" y="34597"/>
                </a:lnTo>
                <a:lnTo>
                  <a:pt x="0" y="30764"/>
                </a:lnTo>
                <a:lnTo>
                  <a:pt x="805" y="21908"/>
                </a:lnTo>
                <a:lnTo>
                  <a:pt x="158" y="17859"/>
                </a:lnTo>
                <a:lnTo>
                  <a:pt x="1292" y="16737"/>
                </a:lnTo>
                <a:lnTo>
                  <a:pt x="5873" y="17995"/>
                </a:lnTo>
                <a:lnTo>
                  <a:pt x="7472" y="14231"/>
                </a:lnTo>
                <a:lnTo>
                  <a:pt x="5148" y="9615"/>
                </a:lnTo>
                <a:lnTo>
                  <a:pt x="6157" y="6418"/>
                </a:lnTo>
                <a:lnTo>
                  <a:pt x="17043" y="6418"/>
                </a:lnTo>
                <a:lnTo>
                  <a:pt x="17497" y="5896"/>
                </a:lnTo>
                <a:lnTo>
                  <a:pt x="16476" y="1179"/>
                </a:lnTo>
                <a:lnTo>
                  <a:pt x="19833" y="0"/>
                </a:lnTo>
                <a:lnTo>
                  <a:pt x="24935" y="975"/>
                </a:lnTo>
                <a:lnTo>
                  <a:pt x="31161" y="975"/>
                </a:lnTo>
                <a:lnTo>
                  <a:pt x="35708" y="158"/>
                </a:lnTo>
                <a:lnTo>
                  <a:pt x="39314" y="1111"/>
                </a:lnTo>
                <a:lnTo>
                  <a:pt x="38384" y="5987"/>
                </a:lnTo>
                <a:lnTo>
                  <a:pt x="39326" y="6928"/>
                </a:lnTo>
                <a:lnTo>
                  <a:pt x="43465" y="6372"/>
                </a:lnTo>
                <a:lnTo>
                  <a:pt x="45131" y="6463"/>
                </a:lnTo>
                <a:lnTo>
                  <a:pt x="49089" y="5873"/>
                </a:lnTo>
                <a:lnTo>
                  <a:pt x="50597" y="7223"/>
                </a:lnTo>
                <a:lnTo>
                  <a:pt x="48987" y="10863"/>
                </a:lnTo>
                <a:lnTo>
                  <a:pt x="50427" y="12949"/>
                </a:lnTo>
                <a:lnTo>
                  <a:pt x="48794" y="16397"/>
                </a:lnTo>
                <a:lnTo>
                  <a:pt x="50279" y="17882"/>
                </a:lnTo>
                <a:lnTo>
                  <a:pt x="54849" y="16612"/>
                </a:lnTo>
                <a:lnTo>
                  <a:pt x="56221" y="19799"/>
                </a:lnTo>
                <a:lnTo>
                  <a:pt x="55144" y="25434"/>
                </a:lnTo>
                <a:lnTo>
                  <a:pt x="55144" y="30322"/>
                </a:lnTo>
                <a:lnTo>
                  <a:pt x="56312" y="37409"/>
                </a:lnTo>
                <a:lnTo>
                  <a:pt x="54555" y="39926"/>
                </a:lnTo>
                <a:lnTo>
                  <a:pt x="50540" y="38395"/>
                </a:lnTo>
                <a:lnTo>
                  <a:pt x="49701" y="39076"/>
                </a:lnTo>
                <a:lnTo>
                  <a:pt x="48341" y="41038"/>
                </a:lnTo>
                <a:lnTo>
                  <a:pt x="51482" y="48510"/>
                </a:lnTo>
                <a:lnTo>
                  <a:pt x="48613" y="50858"/>
                </a:lnTo>
                <a:lnTo>
                  <a:pt x="45483" y="49259"/>
                </a:lnTo>
                <a:lnTo>
                  <a:pt x="43170" y="50688"/>
                </a:lnTo>
                <a:lnTo>
                  <a:pt x="39723" y="49055"/>
                </a:lnTo>
                <a:lnTo>
                  <a:pt x="38248" y="50529"/>
                </a:lnTo>
                <a:lnTo>
                  <a:pt x="39496" y="55121"/>
                </a:lnTo>
                <a:lnTo>
                  <a:pt x="37602" y="559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456234" y="775880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5"/>
                </a:lnTo>
                <a:lnTo>
                  <a:pt x="10727" y="48306"/>
                </a:lnTo>
                <a:lnTo>
                  <a:pt x="12315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4" y="44791"/>
                </a:lnTo>
                <a:lnTo>
                  <a:pt x="5590" y="43079"/>
                </a:lnTo>
                <a:lnTo>
                  <a:pt x="6225" y="39597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8" y="19776"/>
                </a:lnTo>
                <a:lnTo>
                  <a:pt x="4558" y="13153"/>
                </a:lnTo>
                <a:lnTo>
                  <a:pt x="6951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5" y="10069"/>
                </a:lnTo>
                <a:lnTo>
                  <a:pt x="10727" y="6939"/>
                </a:lnTo>
                <a:lnTo>
                  <a:pt x="13063" y="4070"/>
                </a:lnTo>
                <a:lnTo>
                  <a:pt x="20536" y="7211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80" y="4626"/>
                </a:lnTo>
                <a:lnTo>
                  <a:pt x="33383" y="5851"/>
                </a:lnTo>
                <a:lnTo>
                  <a:pt x="35345" y="7211"/>
                </a:lnTo>
                <a:lnTo>
                  <a:pt x="42818" y="4070"/>
                </a:lnTo>
                <a:lnTo>
                  <a:pt x="45154" y="6939"/>
                </a:lnTo>
                <a:lnTo>
                  <a:pt x="43566" y="10058"/>
                </a:lnTo>
                <a:lnTo>
                  <a:pt x="44269" y="11294"/>
                </a:lnTo>
                <a:lnTo>
                  <a:pt x="45358" y="12019"/>
                </a:lnTo>
                <a:lnTo>
                  <a:pt x="48805" y="10387"/>
                </a:lnTo>
                <a:lnTo>
                  <a:pt x="50223" y="11804"/>
                </a:lnTo>
                <a:lnTo>
                  <a:pt x="49667" y="15943"/>
                </a:lnTo>
                <a:lnTo>
                  <a:pt x="49780" y="18075"/>
                </a:lnTo>
                <a:lnTo>
                  <a:pt x="49145" y="20989"/>
                </a:lnTo>
                <a:lnTo>
                  <a:pt x="50053" y="22906"/>
                </a:lnTo>
                <a:lnTo>
                  <a:pt x="54543" y="21567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44"/>
                </a:lnTo>
                <a:lnTo>
                  <a:pt x="50268" y="32612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48"/>
                </a:lnTo>
                <a:lnTo>
                  <a:pt x="45483" y="43249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5" y="48488"/>
                </a:lnTo>
                <a:lnTo>
                  <a:pt x="43362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99"/>
                </a:lnTo>
                <a:lnTo>
                  <a:pt x="32805" y="49973"/>
                </a:lnTo>
                <a:lnTo>
                  <a:pt x="34075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521364" y="776396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8"/>
                </a:moveTo>
                <a:lnTo>
                  <a:pt x="17258" y="43657"/>
                </a:lnTo>
                <a:lnTo>
                  <a:pt x="18789" y="39620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3"/>
                </a:lnTo>
                <a:lnTo>
                  <a:pt x="6315" y="26999"/>
                </a:lnTo>
                <a:lnTo>
                  <a:pt x="2800" y="28632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4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6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6" y="10534"/>
                </a:lnTo>
                <a:lnTo>
                  <a:pt x="40606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5" y="44734"/>
                </a:lnTo>
                <a:lnTo>
                  <a:pt x="19118" y="44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793826" y="7769566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21840" y="33712"/>
                </a:moveTo>
                <a:lnTo>
                  <a:pt x="17713" y="33157"/>
                </a:lnTo>
                <a:lnTo>
                  <a:pt x="16193" y="33225"/>
                </a:lnTo>
                <a:lnTo>
                  <a:pt x="11952" y="33656"/>
                </a:lnTo>
                <a:lnTo>
                  <a:pt x="10569" y="32329"/>
                </a:lnTo>
                <a:lnTo>
                  <a:pt x="12201" y="28802"/>
                </a:lnTo>
                <a:lnTo>
                  <a:pt x="11476" y="27748"/>
                </a:lnTo>
                <a:lnTo>
                  <a:pt x="10115" y="27079"/>
                </a:lnTo>
                <a:lnTo>
                  <a:pt x="7291" y="28587"/>
                </a:lnTo>
                <a:lnTo>
                  <a:pt x="5171" y="27169"/>
                </a:lnTo>
                <a:lnTo>
                  <a:pt x="6792" y="23064"/>
                </a:lnTo>
                <a:lnTo>
                  <a:pt x="5511" y="21783"/>
                </a:lnTo>
                <a:lnTo>
                  <a:pt x="828" y="22928"/>
                </a:lnTo>
                <a:lnTo>
                  <a:pt x="260" y="21375"/>
                </a:lnTo>
                <a:lnTo>
                  <a:pt x="0" y="11906"/>
                </a:lnTo>
                <a:lnTo>
                  <a:pt x="1689" y="10534"/>
                </a:lnTo>
                <a:lnTo>
                  <a:pt x="4808" y="12133"/>
                </a:lnTo>
                <a:lnTo>
                  <a:pt x="6044" y="11419"/>
                </a:lnTo>
                <a:lnTo>
                  <a:pt x="6758" y="10330"/>
                </a:lnTo>
                <a:lnTo>
                  <a:pt x="5137" y="6883"/>
                </a:lnTo>
                <a:lnTo>
                  <a:pt x="6940" y="5068"/>
                </a:lnTo>
                <a:lnTo>
                  <a:pt x="10398" y="6701"/>
                </a:lnTo>
                <a:lnTo>
                  <a:pt x="11476" y="5976"/>
                </a:lnTo>
                <a:lnTo>
                  <a:pt x="12088" y="5284"/>
                </a:lnTo>
                <a:lnTo>
                  <a:pt x="10727" y="941"/>
                </a:lnTo>
                <a:lnTo>
                  <a:pt x="12485" y="0"/>
                </a:lnTo>
                <a:lnTo>
                  <a:pt x="15751" y="532"/>
                </a:lnTo>
                <a:lnTo>
                  <a:pt x="18200" y="532"/>
                </a:lnTo>
                <a:lnTo>
                  <a:pt x="21194" y="11"/>
                </a:lnTo>
                <a:lnTo>
                  <a:pt x="23054" y="850"/>
                </a:lnTo>
                <a:lnTo>
                  <a:pt x="21761" y="5386"/>
                </a:lnTo>
                <a:lnTo>
                  <a:pt x="23110" y="6735"/>
                </a:lnTo>
                <a:lnTo>
                  <a:pt x="27215" y="5102"/>
                </a:lnTo>
                <a:lnTo>
                  <a:pt x="28621" y="7234"/>
                </a:lnTo>
                <a:lnTo>
                  <a:pt x="27113" y="10046"/>
                </a:lnTo>
                <a:lnTo>
                  <a:pt x="27794" y="11419"/>
                </a:lnTo>
                <a:lnTo>
                  <a:pt x="28882" y="12144"/>
                </a:lnTo>
                <a:lnTo>
                  <a:pt x="32318" y="10511"/>
                </a:lnTo>
                <a:lnTo>
                  <a:pt x="33747" y="11929"/>
                </a:lnTo>
                <a:lnTo>
                  <a:pt x="33180" y="16068"/>
                </a:lnTo>
                <a:lnTo>
                  <a:pt x="33293" y="18188"/>
                </a:lnTo>
                <a:lnTo>
                  <a:pt x="33690" y="21080"/>
                </a:lnTo>
                <a:lnTo>
                  <a:pt x="32987" y="22928"/>
                </a:lnTo>
                <a:lnTo>
                  <a:pt x="28304" y="21783"/>
                </a:lnTo>
                <a:lnTo>
                  <a:pt x="27034" y="23064"/>
                </a:lnTo>
                <a:lnTo>
                  <a:pt x="28655" y="27169"/>
                </a:lnTo>
                <a:lnTo>
                  <a:pt x="26546" y="28598"/>
                </a:lnTo>
                <a:lnTo>
                  <a:pt x="23711" y="27079"/>
                </a:lnTo>
                <a:lnTo>
                  <a:pt x="22350" y="27748"/>
                </a:lnTo>
                <a:lnTo>
                  <a:pt x="21636" y="28836"/>
                </a:lnTo>
                <a:lnTo>
                  <a:pt x="23257" y="32283"/>
                </a:lnTo>
                <a:lnTo>
                  <a:pt x="2184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205668" y="777377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40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23" y="18109"/>
                </a:lnTo>
                <a:lnTo>
                  <a:pt x="5987" y="17406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8993" y="2868"/>
                </a:lnTo>
                <a:lnTo>
                  <a:pt x="17406" y="5998"/>
                </a:lnTo>
                <a:lnTo>
                  <a:pt x="18109" y="7223"/>
                </a:lnTo>
                <a:lnTo>
                  <a:pt x="19334" y="7937"/>
                </a:lnTo>
                <a:lnTo>
                  <a:pt x="22463" y="6338"/>
                </a:lnTo>
                <a:lnTo>
                  <a:pt x="23937" y="7540"/>
                </a:lnTo>
                <a:lnTo>
                  <a:pt x="23960" y="17689"/>
                </a:lnTo>
                <a:lnTo>
                  <a:pt x="22690" y="19016"/>
                </a:lnTo>
                <a:lnTo>
                  <a:pt x="19164" y="17383"/>
                </a:lnTo>
                <a:lnTo>
                  <a:pt x="18109" y="18109"/>
                </a:lnTo>
                <a:lnTo>
                  <a:pt x="17383" y="19163"/>
                </a:lnTo>
                <a:lnTo>
                  <a:pt x="19016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316691" y="7905290"/>
            <a:ext cx="89323" cy="8883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950009" y="7904972"/>
            <a:ext cx="88336" cy="89378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995565" y="7911118"/>
            <a:ext cx="78027" cy="77495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282181" y="7910460"/>
            <a:ext cx="77473" cy="78436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74506" y="7916028"/>
            <a:ext cx="67436" cy="67425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11619104" y="792139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333" y="56664"/>
                </a:moveTo>
                <a:lnTo>
                  <a:pt x="11294" y="55178"/>
                </a:lnTo>
                <a:lnTo>
                  <a:pt x="12643" y="50722"/>
                </a:lnTo>
                <a:lnTo>
                  <a:pt x="11272" y="49338"/>
                </a:lnTo>
                <a:lnTo>
                  <a:pt x="7155" y="50971"/>
                </a:lnTo>
                <a:lnTo>
                  <a:pt x="5749" y="48839"/>
                </a:lnTo>
                <a:lnTo>
                  <a:pt x="7257" y="46027"/>
                </a:lnTo>
                <a:lnTo>
                  <a:pt x="6588" y="44655"/>
                </a:lnTo>
                <a:lnTo>
                  <a:pt x="5499" y="43929"/>
                </a:lnTo>
                <a:lnTo>
                  <a:pt x="2052" y="45562"/>
                </a:lnTo>
                <a:lnTo>
                  <a:pt x="476" y="43986"/>
                </a:lnTo>
                <a:lnTo>
                  <a:pt x="1383" y="40176"/>
                </a:lnTo>
                <a:lnTo>
                  <a:pt x="442" y="36343"/>
                </a:lnTo>
                <a:lnTo>
                  <a:pt x="827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38"/>
                </a:lnTo>
                <a:lnTo>
                  <a:pt x="2234" y="11112"/>
                </a:lnTo>
                <a:lnTo>
                  <a:pt x="5363" y="12711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3" y="7280"/>
                </a:lnTo>
                <a:lnTo>
                  <a:pt x="12031" y="6554"/>
                </a:lnTo>
                <a:lnTo>
                  <a:pt x="12542" y="5975"/>
                </a:lnTo>
                <a:lnTo>
                  <a:pt x="11373" y="1383"/>
                </a:lnTo>
                <a:lnTo>
                  <a:pt x="13392" y="532"/>
                </a:lnTo>
                <a:lnTo>
                  <a:pt x="15977" y="1281"/>
                </a:lnTo>
                <a:lnTo>
                  <a:pt x="22328" y="578"/>
                </a:lnTo>
                <a:lnTo>
                  <a:pt x="28939" y="532"/>
                </a:lnTo>
                <a:lnTo>
                  <a:pt x="35414" y="1315"/>
                </a:lnTo>
                <a:lnTo>
                  <a:pt x="43760" y="0"/>
                </a:lnTo>
                <a:lnTo>
                  <a:pt x="45563" y="2199"/>
                </a:lnTo>
                <a:lnTo>
                  <a:pt x="43964" y="5329"/>
                </a:lnTo>
                <a:lnTo>
                  <a:pt x="44678" y="6554"/>
                </a:lnTo>
                <a:lnTo>
                  <a:pt x="45767" y="7280"/>
                </a:lnTo>
                <a:lnTo>
                  <a:pt x="49202" y="5647"/>
                </a:lnTo>
                <a:lnTo>
                  <a:pt x="50869" y="7314"/>
                </a:lnTo>
                <a:lnTo>
                  <a:pt x="49237" y="11419"/>
                </a:lnTo>
                <a:lnTo>
                  <a:pt x="51357" y="12847"/>
                </a:lnTo>
                <a:lnTo>
                  <a:pt x="54192" y="11339"/>
                </a:lnTo>
                <a:lnTo>
                  <a:pt x="55553" y="11997"/>
                </a:lnTo>
                <a:lnTo>
                  <a:pt x="55553" y="40437"/>
                </a:lnTo>
                <a:lnTo>
                  <a:pt x="56086" y="43566"/>
                </a:lnTo>
                <a:lnTo>
                  <a:pt x="55190" y="45392"/>
                </a:lnTo>
                <a:lnTo>
                  <a:pt x="50734" y="44031"/>
                </a:lnTo>
                <a:lnTo>
                  <a:pt x="49351" y="45415"/>
                </a:lnTo>
                <a:lnTo>
                  <a:pt x="50983" y="49520"/>
                </a:lnTo>
                <a:lnTo>
                  <a:pt x="48863" y="50937"/>
                </a:lnTo>
                <a:lnTo>
                  <a:pt x="46039" y="49429"/>
                </a:lnTo>
                <a:lnTo>
                  <a:pt x="44678" y="50098"/>
                </a:lnTo>
                <a:lnTo>
                  <a:pt x="44157" y="50665"/>
                </a:lnTo>
                <a:lnTo>
                  <a:pt x="45314" y="55280"/>
                </a:lnTo>
                <a:lnTo>
                  <a:pt x="43442" y="56040"/>
                </a:lnTo>
                <a:lnTo>
                  <a:pt x="40585" y="55541"/>
                </a:lnTo>
                <a:lnTo>
                  <a:pt x="20298" y="55541"/>
                </a:lnTo>
                <a:lnTo>
                  <a:pt x="14333" y="56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359343" y="792683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23"/>
                </a:moveTo>
                <a:lnTo>
                  <a:pt x="5102" y="44054"/>
                </a:lnTo>
                <a:lnTo>
                  <a:pt x="6633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17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60" y="26972"/>
                </a:lnTo>
                <a:lnTo>
                  <a:pt x="596" y="13351"/>
                </a:lnTo>
                <a:lnTo>
                  <a:pt x="510" y="6554"/>
                </a:lnTo>
                <a:lnTo>
                  <a:pt x="5953" y="6554"/>
                </a:lnTo>
                <a:lnTo>
                  <a:pt x="6463" y="5975"/>
                </a:lnTo>
                <a:lnTo>
                  <a:pt x="5306" y="1383"/>
                </a:lnTo>
                <a:lnTo>
                  <a:pt x="7325" y="532"/>
                </a:lnTo>
                <a:lnTo>
                  <a:pt x="9899" y="1281"/>
                </a:lnTo>
                <a:lnTo>
                  <a:pt x="16260" y="578"/>
                </a:lnTo>
                <a:lnTo>
                  <a:pt x="22871" y="532"/>
                </a:lnTo>
                <a:lnTo>
                  <a:pt x="29358" y="1315"/>
                </a:lnTo>
                <a:lnTo>
                  <a:pt x="37692" y="0"/>
                </a:lnTo>
                <a:lnTo>
                  <a:pt x="39507" y="2199"/>
                </a:lnTo>
                <a:lnTo>
                  <a:pt x="37908" y="5329"/>
                </a:lnTo>
                <a:lnTo>
                  <a:pt x="38611" y="6554"/>
                </a:lnTo>
                <a:lnTo>
                  <a:pt x="44054" y="6554"/>
                </a:lnTo>
                <a:lnTo>
                  <a:pt x="44054" y="35118"/>
                </a:lnTo>
                <a:lnTo>
                  <a:pt x="44564" y="37976"/>
                </a:lnTo>
                <a:lnTo>
                  <a:pt x="43793" y="39847"/>
                </a:lnTo>
                <a:lnTo>
                  <a:pt x="39189" y="38702"/>
                </a:lnTo>
                <a:lnTo>
                  <a:pt x="38611" y="39212"/>
                </a:lnTo>
                <a:lnTo>
                  <a:pt x="37885" y="40301"/>
                </a:lnTo>
                <a:lnTo>
                  <a:pt x="39518" y="43748"/>
                </a:lnTo>
                <a:lnTo>
                  <a:pt x="38101" y="45165"/>
                </a:lnTo>
                <a:lnTo>
                  <a:pt x="33962" y="44610"/>
                </a:lnTo>
                <a:lnTo>
                  <a:pt x="31365" y="44746"/>
                </a:lnTo>
                <a:lnTo>
                  <a:pt x="29539" y="44576"/>
                </a:lnTo>
                <a:lnTo>
                  <a:pt x="27725" y="44655"/>
                </a:lnTo>
                <a:lnTo>
                  <a:pt x="14707" y="44655"/>
                </a:lnTo>
                <a:lnTo>
                  <a:pt x="7620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950484" y="7927266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84" y="44916"/>
                </a:moveTo>
                <a:lnTo>
                  <a:pt x="17236" y="43634"/>
                </a:lnTo>
                <a:lnTo>
                  <a:pt x="18767" y="39609"/>
                </a:lnTo>
                <a:lnTo>
                  <a:pt x="18087" y="38781"/>
                </a:lnTo>
                <a:lnTo>
                  <a:pt x="16113" y="37409"/>
                </a:lnTo>
                <a:lnTo>
                  <a:pt x="8652" y="40561"/>
                </a:lnTo>
                <a:lnTo>
                  <a:pt x="6305" y="37692"/>
                </a:lnTo>
                <a:lnTo>
                  <a:pt x="7904" y="34563"/>
                </a:lnTo>
                <a:lnTo>
                  <a:pt x="6475" y="32249"/>
                </a:lnTo>
                <a:lnTo>
                  <a:pt x="8108" y="28802"/>
                </a:lnTo>
                <a:lnTo>
                  <a:pt x="6294" y="26999"/>
                </a:lnTo>
                <a:lnTo>
                  <a:pt x="2891" y="28632"/>
                </a:lnTo>
                <a:lnTo>
                  <a:pt x="1768" y="27895"/>
                </a:lnTo>
                <a:lnTo>
                  <a:pt x="3129" y="25933"/>
                </a:lnTo>
                <a:lnTo>
                  <a:pt x="0" y="18460"/>
                </a:lnTo>
                <a:lnTo>
                  <a:pt x="2857" y="16124"/>
                </a:lnTo>
                <a:lnTo>
                  <a:pt x="5987" y="17723"/>
                </a:lnTo>
                <a:lnTo>
                  <a:pt x="7212" y="17009"/>
                </a:lnTo>
                <a:lnTo>
                  <a:pt x="8572" y="15047"/>
                </a:lnTo>
                <a:lnTo>
                  <a:pt x="5431" y="7574"/>
                </a:lnTo>
                <a:lnTo>
                  <a:pt x="8300" y="5238"/>
                </a:lnTo>
                <a:lnTo>
                  <a:pt x="11419" y="6837"/>
                </a:lnTo>
                <a:lnTo>
                  <a:pt x="13732" y="5397"/>
                </a:lnTo>
                <a:lnTo>
                  <a:pt x="17179" y="7030"/>
                </a:lnTo>
                <a:lnTo>
                  <a:pt x="18563" y="5647"/>
                </a:lnTo>
                <a:lnTo>
                  <a:pt x="17520" y="861"/>
                </a:lnTo>
                <a:lnTo>
                  <a:pt x="20082" y="56"/>
                </a:lnTo>
                <a:lnTo>
                  <a:pt x="26988" y="0"/>
                </a:lnTo>
                <a:lnTo>
                  <a:pt x="29562" y="884"/>
                </a:lnTo>
                <a:lnTo>
                  <a:pt x="28462" y="5624"/>
                </a:lnTo>
                <a:lnTo>
                  <a:pt x="29483" y="6645"/>
                </a:lnTo>
                <a:lnTo>
                  <a:pt x="33610" y="6089"/>
                </a:lnTo>
                <a:lnTo>
                  <a:pt x="35243" y="6168"/>
                </a:lnTo>
                <a:lnTo>
                  <a:pt x="39292" y="5590"/>
                </a:lnTo>
                <a:lnTo>
                  <a:pt x="40754" y="6973"/>
                </a:lnTo>
                <a:lnTo>
                  <a:pt x="39122" y="10523"/>
                </a:lnTo>
                <a:lnTo>
                  <a:pt x="40562" y="12655"/>
                </a:lnTo>
                <a:lnTo>
                  <a:pt x="38940" y="16102"/>
                </a:lnTo>
                <a:lnTo>
                  <a:pt x="40414" y="17587"/>
                </a:lnTo>
                <a:lnTo>
                  <a:pt x="44996" y="16329"/>
                </a:lnTo>
                <a:lnTo>
                  <a:pt x="45790" y="18188"/>
                </a:lnTo>
                <a:lnTo>
                  <a:pt x="45982" y="26897"/>
                </a:lnTo>
                <a:lnTo>
                  <a:pt x="44689" y="28745"/>
                </a:lnTo>
                <a:lnTo>
                  <a:pt x="40675" y="27215"/>
                </a:lnTo>
                <a:lnTo>
                  <a:pt x="39847" y="27895"/>
                </a:lnTo>
                <a:lnTo>
                  <a:pt x="38487" y="29857"/>
                </a:lnTo>
                <a:lnTo>
                  <a:pt x="41616" y="37330"/>
                </a:lnTo>
                <a:lnTo>
                  <a:pt x="38759" y="39666"/>
                </a:lnTo>
                <a:lnTo>
                  <a:pt x="35640" y="38067"/>
                </a:lnTo>
                <a:lnTo>
                  <a:pt x="33316" y="39507"/>
                </a:lnTo>
                <a:lnTo>
                  <a:pt x="29880" y="37874"/>
                </a:lnTo>
                <a:lnTo>
                  <a:pt x="28394" y="39348"/>
                </a:lnTo>
                <a:lnTo>
                  <a:pt x="29653" y="43929"/>
                </a:lnTo>
                <a:lnTo>
                  <a:pt x="27793" y="44723"/>
                </a:lnTo>
                <a:lnTo>
                  <a:pt x="19084" y="44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044157" y="793883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827240" y="8068285"/>
            <a:ext cx="88528" cy="8898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113527" y="8068422"/>
            <a:ext cx="88279" cy="8883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440176" y="8068716"/>
            <a:ext cx="88461" cy="8878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505998" y="8074114"/>
            <a:ext cx="77869" cy="77846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776975" y="8079217"/>
            <a:ext cx="67539" cy="67595"/>
          </a:xfrm>
          <a:prstGeom prst="rect">
            <a:avLst/>
          </a:prstGeom>
        </p:spPr>
      </p:pic>
      <p:sp>
        <p:nvSpPr>
          <p:cNvPr id="74" name="object 74"/>
          <p:cNvSpPr/>
          <p:nvPr/>
        </p:nvSpPr>
        <p:spPr>
          <a:xfrm>
            <a:off x="8190439" y="808463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91" y="56550"/>
                </a:moveTo>
                <a:lnTo>
                  <a:pt x="16113" y="54509"/>
                </a:lnTo>
                <a:lnTo>
                  <a:pt x="17712" y="51380"/>
                </a:lnTo>
                <a:lnTo>
                  <a:pt x="17009" y="50155"/>
                </a:lnTo>
                <a:lnTo>
                  <a:pt x="15648" y="49475"/>
                </a:lnTo>
                <a:lnTo>
                  <a:pt x="12802" y="50994"/>
                </a:lnTo>
                <a:lnTo>
                  <a:pt x="10681" y="49554"/>
                </a:lnTo>
                <a:lnTo>
                  <a:pt x="12337" y="45483"/>
                </a:lnTo>
                <a:lnTo>
                  <a:pt x="10806" y="43952"/>
                </a:lnTo>
                <a:lnTo>
                  <a:pt x="6701" y="45585"/>
                </a:lnTo>
                <a:lnTo>
                  <a:pt x="5329" y="43533"/>
                </a:lnTo>
                <a:lnTo>
                  <a:pt x="7030" y="40346"/>
                </a:lnTo>
                <a:lnTo>
                  <a:pt x="5352" y="38350"/>
                </a:lnTo>
                <a:lnTo>
                  <a:pt x="1542" y="40131"/>
                </a:lnTo>
                <a:lnTo>
                  <a:pt x="79" y="38668"/>
                </a:lnTo>
                <a:lnTo>
                  <a:pt x="827" y="34722"/>
                </a:lnTo>
                <a:lnTo>
                  <a:pt x="226" y="31047"/>
                </a:lnTo>
                <a:lnTo>
                  <a:pt x="0" y="25650"/>
                </a:lnTo>
                <a:lnTo>
                  <a:pt x="918" y="21976"/>
                </a:lnTo>
                <a:lnTo>
                  <a:pt x="11" y="18166"/>
                </a:lnTo>
                <a:lnTo>
                  <a:pt x="1587" y="16589"/>
                </a:lnTo>
                <a:lnTo>
                  <a:pt x="5034" y="18222"/>
                </a:lnTo>
                <a:lnTo>
                  <a:pt x="6123" y="17497"/>
                </a:lnTo>
                <a:lnTo>
                  <a:pt x="6849" y="16408"/>
                </a:lnTo>
                <a:lnTo>
                  <a:pt x="5216" y="12961"/>
                </a:lnTo>
                <a:lnTo>
                  <a:pt x="7030" y="11146"/>
                </a:lnTo>
                <a:lnTo>
                  <a:pt x="10659" y="12961"/>
                </a:lnTo>
                <a:lnTo>
                  <a:pt x="12473" y="11146"/>
                </a:lnTo>
                <a:lnTo>
                  <a:pt x="10659" y="7518"/>
                </a:lnTo>
                <a:lnTo>
                  <a:pt x="12473" y="5703"/>
                </a:lnTo>
                <a:lnTo>
                  <a:pt x="15920" y="7336"/>
                </a:lnTo>
                <a:lnTo>
                  <a:pt x="17009" y="6610"/>
                </a:lnTo>
                <a:lnTo>
                  <a:pt x="17406" y="6134"/>
                </a:lnTo>
                <a:lnTo>
                  <a:pt x="16510" y="1315"/>
                </a:lnTo>
                <a:lnTo>
                  <a:pt x="18460" y="737"/>
                </a:lnTo>
                <a:lnTo>
                  <a:pt x="20921" y="1179"/>
                </a:lnTo>
                <a:lnTo>
                  <a:pt x="24232" y="1179"/>
                </a:lnTo>
                <a:lnTo>
                  <a:pt x="26126" y="1009"/>
                </a:lnTo>
                <a:lnTo>
                  <a:pt x="30900" y="1462"/>
                </a:lnTo>
                <a:lnTo>
                  <a:pt x="36037" y="0"/>
                </a:lnTo>
                <a:lnTo>
                  <a:pt x="39461" y="1462"/>
                </a:lnTo>
                <a:lnTo>
                  <a:pt x="38214" y="6043"/>
                </a:lnTo>
                <a:lnTo>
                  <a:pt x="39699" y="7529"/>
                </a:lnTo>
                <a:lnTo>
                  <a:pt x="43271" y="5726"/>
                </a:lnTo>
                <a:lnTo>
                  <a:pt x="45142" y="7472"/>
                </a:lnTo>
                <a:lnTo>
                  <a:pt x="43328" y="11169"/>
                </a:lnTo>
                <a:lnTo>
                  <a:pt x="44984" y="12813"/>
                </a:lnTo>
                <a:lnTo>
                  <a:pt x="49089" y="11180"/>
                </a:lnTo>
                <a:lnTo>
                  <a:pt x="50506" y="13301"/>
                </a:lnTo>
                <a:lnTo>
                  <a:pt x="48998" y="16124"/>
                </a:lnTo>
                <a:lnTo>
                  <a:pt x="49667" y="17497"/>
                </a:lnTo>
                <a:lnTo>
                  <a:pt x="50755" y="18222"/>
                </a:lnTo>
                <a:lnTo>
                  <a:pt x="54203" y="16589"/>
                </a:lnTo>
                <a:lnTo>
                  <a:pt x="56017" y="18392"/>
                </a:lnTo>
                <a:lnTo>
                  <a:pt x="54316" y="21851"/>
                </a:lnTo>
                <a:lnTo>
                  <a:pt x="55110" y="22940"/>
                </a:lnTo>
                <a:lnTo>
                  <a:pt x="54452" y="26410"/>
                </a:lnTo>
                <a:lnTo>
                  <a:pt x="55960" y="30412"/>
                </a:lnTo>
                <a:lnTo>
                  <a:pt x="54872" y="34790"/>
                </a:lnTo>
                <a:lnTo>
                  <a:pt x="55779" y="38600"/>
                </a:lnTo>
                <a:lnTo>
                  <a:pt x="54384" y="39995"/>
                </a:lnTo>
                <a:lnTo>
                  <a:pt x="50188" y="38430"/>
                </a:lnTo>
                <a:lnTo>
                  <a:pt x="48987" y="40369"/>
                </a:lnTo>
                <a:lnTo>
                  <a:pt x="50563" y="43816"/>
                </a:lnTo>
                <a:lnTo>
                  <a:pt x="48907" y="45472"/>
                </a:lnTo>
                <a:lnTo>
                  <a:pt x="44802" y="43839"/>
                </a:lnTo>
                <a:lnTo>
                  <a:pt x="43793" y="45358"/>
                </a:lnTo>
                <a:lnTo>
                  <a:pt x="44847" y="49860"/>
                </a:lnTo>
                <a:lnTo>
                  <a:pt x="42750" y="50858"/>
                </a:lnTo>
                <a:lnTo>
                  <a:pt x="40323" y="49588"/>
                </a:lnTo>
                <a:lnTo>
                  <a:pt x="38781" y="50155"/>
                </a:lnTo>
                <a:lnTo>
                  <a:pt x="38055" y="51244"/>
                </a:lnTo>
                <a:lnTo>
                  <a:pt x="39688" y="54691"/>
                </a:lnTo>
                <a:lnTo>
                  <a:pt x="38271" y="56108"/>
                </a:lnTo>
                <a:lnTo>
                  <a:pt x="34132" y="55553"/>
                </a:lnTo>
                <a:lnTo>
                  <a:pt x="31535" y="55689"/>
                </a:lnTo>
                <a:lnTo>
                  <a:pt x="26443" y="55598"/>
                </a:lnTo>
                <a:lnTo>
                  <a:pt x="17791" y="56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2114409" y="809011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37" y="45381"/>
                </a:moveTo>
                <a:lnTo>
                  <a:pt x="29630" y="44406"/>
                </a:lnTo>
                <a:lnTo>
                  <a:pt x="25106" y="45381"/>
                </a:lnTo>
                <a:lnTo>
                  <a:pt x="20819" y="44678"/>
                </a:lnTo>
                <a:lnTo>
                  <a:pt x="16170" y="44678"/>
                </a:lnTo>
                <a:lnTo>
                  <a:pt x="13222" y="45188"/>
                </a:lnTo>
                <a:lnTo>
                  <a:pt x="11373" y="44383"/>
                </a:lnTo>
                <a:lnTo>
                  <a:pt x="12575" y="39824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37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80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291"/>
                </a:lnTo>
                <a:lnTo>
                  <a:pt x="12042" y="6577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85" y="7824"/>
                </a:lnTo>
                <a:lnTo>
                  <a:pt x="38577" y="10647"/>
                </a:lnTo>
                <a:lnTo>
                  <a:pt x="39246" y="12020"/>
                </a:lnTo>
                <a:lnTo>
                  <a:pt x="40346" y="12745"/>
                </a:lnTo>
                <a:lnTo>
                  <a:pt x="43782" y="11112"/>
                </a:lnTo>
                <a:lnTo>
                  <a:pt x="45596" y="12915"/>
                </a:lnTo>
                <a:lnTo>
                  <a:pt x="43895" y="16374"/>
                </a:lnTo>
                <a:lnTo>
                  <a:pt x="44678" y="17463"/>
                </a:lnTo>
                <a:lnTo>
                  <a:pt x="44020" y="20932"/>
                </a:lnTo>
                <a:lnTo>
                  <a:pt x="45529" y="24935"/>
                </a:lnTo>
                <a:lnTo>
                  <a:pt x="44440" y="29312"/>
                </a:lnTo>
                <a:lnTo>
                  <a:pt x="45347" y="33123"/>
                </a:lnTo>
                <a:lnTo>
                  <a:pt x="43771" y="34699"/>
                </a:lnTo>
                <a:lnTo>
                  <a:pt x="40324" y="33066"/>
                </a:lnTo>
                <a:lnTo>
                  <a:pt x="39235" y="33792"/>
                </a:lnTo>
                <a:lnTo>
                  <a:pt x="38588" y="35209"/>
                </a:lnTo>
                <a:lnTo>
                  <a:pt x="40040" y="37919"/>
                </a:lnTo>
                <a:lnTo>
                  <a:pt x="38725" y="40074"/>
                </a:lnTo>
                <a:lnTo>
                  <a:pt x="34518" y="38509"/>
                </a:lnTo>
                <a:lnTo>
                  <a:pt x="33044" y="39995"/>
                </a:lnTo>
                <a:lnTo>
                  <a:pt x="34676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875027" y="8096147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47" y="33712"/>
                </a:moveTo>
                <a:lnTo>
                  <a:pt x="17519" y="33157"/>
                </a:lnTo>
                <a:lnTo>
                  <a:pt x="15410" y="33270"/>
                </a:lnTo>
                <a:lnTo>
                  <a:pt x="12507" y="33667"/>
                </a:lnTo>
                <a:lnTo>
                  <a:pt x="10659" y="32964"/>
                </a:lnTo>
                <a:lnTo>
                  <a:pt x="11815" y="28281"/>
                </a:lnTo>
                <a:lnTo>
                  <a:pt x="10534" y="26999"/>
                </a:lnTo>
                <a:lnTo>
                  <a:pt x="6429" y="28632"/>
                </a:lnTo>
                <a:lnTo>
                  <a:pt x="5011" y="26500"/>
                </a:lnTo>
                <a:lnTo>
                  <a:pt x="6520" y="23688"/>
                </a:lnTo>
                <a:lnTo>
                  <a:pt x="5851" y="22316"/>
                </a:lnTo>
                <a:lnTo>
                  <a:pt x="4796" y="21590"/>
                </a:lnTo>
                <a:lnTo>
                  <a:pt x="1269" y="23223"/>
                </a:lnTo>
                <a:lnTo>
                  <a:pt x="0" y="21885"/>
                </a:lnTo>
                <a:lnTo>
                  <a:pt x="22" y="11747"/>
                </a:lnTo>
                <a:lnTo>
                  <a:pt x="1496" y="10534"/>
                </a:lnTo>
                <a:lnTo>
                  <a:pt x="4626" y="12133"/>
                </a:lnTo>
                <a:lnTo>
                  <a:pt x="5851" y="11430"/>
                </a:lnTo>
                <a:lnTo>
                  <a:pt x="6576" y="10341"/>
                </a:lnTo>
                <a:lnTo>
                  <a:pt x="4943" y="6894"/>
                </a:lnTo>
                <a:lnTo>
                  <a:pt x="6758" y="5080"/>
                </a:lnTo>
                <a:lnTo>
                  <a:pt x="10205" y="6713"/>
                </a:lnTo>
                <a:lnTo>
                  <a:pt x="11294" y="5987"/>
                </a:lnTo>
                <a:lnTo>
                  <a:pt x="11895" y="5295"/>
                </a:lnTo>
                <a:lnTo>
                  <a:pt x="10534" y="952"/>
                </a:lnTo>
                <a:lnTo>
                  <a:pt x="12303" y="0"/>
                </a:lnTo>
                <a:lnTo>
                  <a:pt x="15557" y="544"/>
                </a:lnTo>
                <a:lnTo>
                  <a:pt x="18018" y="544"/>
                </a:lnTo>
                <a:lnTo>
                  <a:pt x="21012" y="22"/>
                </a:lnTo>
                <a:lnTo>
                  <a:pt x="22871" y="861"/>
                </a:lnTo>
                <a:lnTo>
                  <a:pt x="21579" y="5397"/>
                </a:lnTo>
                <a:lnTo>
                  <a:pt x="22928" y="6747"/>
                </a:lnTo>
                <a:lnTo>
                  <a:pt x="27033" y="5114"/>
                </a:lnTo>
                <a:lnTo>
                  <a:pt x="28451" y="7246"/>
                </a:lnTo>
                <a:lnTo>
                  <a:pt x="26942" y="10058"/>
                </a:lnTo>
                <a:lnTo>
                  <a:pt x="27611" y="11430"/>
                </a:lnTo>
                <a:lnTo>
                  <a:pt x="28700" y="12156"/>
                </a:lnTo>
                <a:lnTo>
                  <a:pt x="32147" y="10523"/>
                </a:lnTo>
                <a:lnTo>
                  <a:pt x="33565" y="11940"/>
                </a:lnTo>
                <a:lnTo>
                  <a:pt x="33009" y="16079"/>
                </a:lnTo>
                <a:lnTo>
                  <a:pt x="33122" y="18188"/>
                </a:lnTo>
                <a:lnTo>
                  <a:pt x="33519" y="21091"/>
                </a:lnTo>
                <a:lnTo>
                  <a:pt x="32816" y="22940"/>
                </a:lnTo>
                <a:lnTo>
                  <a:pt x="28133" y="21794"/>
                </a:lnTo>
                <a:lnTo>
                  <a:pt x="26852" y="23076"/>
                </a:lnTo>
                <a:lnTo>
                  <a:pt x="28484" y="27181"/>
                </a:lnTo>
                <a:lnTo>
                  <a:pt x="26364" y="28587"/>
                </a:lnTo>
                <a:lnTo>
                  <a:pt x="23529" y="27090"/>
                </a:lnTo>
                <a:lnTo>
                  <a:pt x="22168" y="27759"/>
                </a:lnTo>
                <a:lnTo>
                  <a:pt x="21443" y="28848"/>
                </a:lnTo>
                <a:lnTo>
                  <a:pt x="23076" y="32295"/>
                </a:lnTo>
                <a:lnTo>
                  <a:pt x="21647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451243" y="8100354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3" y="7926"/>
                </a:lnTo>
                <a:lnTo>
                  <a:pt x="22463" y="6327"/>
                </a:lnTo>
                <a:lnTo>
                  <a:pt x="23926" y="7540"/>
                </a:lnTo>
                <a:lnTo>
                  <a:pt x="23949" y="17678"/>
                </a:lnTo>
                <a:lnTo>
                  <a:pt x="22679" y="19016"/>
                </a:lnTo>
                <a:lnTo>
                  <a:pt x="19152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4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8" name="object 7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664153" y="8231713"/>
            <a:ext cx="88301" cy="888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42402" y="8237700"/>
            <a:ext cx="78050" cy="7738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935130" y="8237269"/>
            <a:ext cx="77835" cy="77982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8026683" y="824824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786" y="56278"/>
                </a:moveTo>
                <a:lnTo>
                  <a:pt x="11452" y="55065"/>
                </a:lnTo>
                <a:lnTo>
                  <a:pt x="12496" y="50370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36"/>
                </a:lnTo>
                <a:lnTo>
                  <a:pt x="1145" y="36162"/>
                </a:lnTo>
                <a:lnTo>
                  <a:pt x="1145" y="31728"/>
                </a:lnTo>
                <a:lnTo>
                  <a:pt x="997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40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64" y="1077"/>
                </a:lnTo>
                <a:lnTo>
                  <a:pt x="20932" y="362"/>
                </a:lnTo>
                <a:lnTo>
                  <a:pt x="24856" y="850"/>
                </a:lnTo>
                <a:lnTo>
                  <a:pt x="31546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5" y="43158"/>
                </a:lnTo>
                <a:lnTo>
                  <a:pt x="55314" y="45029"/>
                </a:lnTo>
                <a:lnTo>
                  <a:pt x="50699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9"/>
                </a:lnTo>
                <a:lnTo>
                  <a:pt x="49554" y="50711"/>
                </a:lnTo>
                <a:lnTo>
                  <a:pt x="45449" y="49078"/>
                </a:lnTo>
                <a:lnTo>
                  <a:pt x="44065" y="50461"/>
                </a:lnTo>
                <a:lnTo>
                  <a:pt x="45426" y="54918"/>
                </a:lnTo>
                <a:lnTo>
                  <a:pt x="43600" y="55813"/>
                </a:lnTo>
                <a:lnTo>
                  <a:pt x="40471" y="55280"/>
                </a:lnTo>
                <a:lnTo>
                  <a:pt x="19957" y="55280"/>
                </a:lnTo>
                <a:lnTo>
                  <a:pt x="14786" y="562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2272688" y="8248687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53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6"/>
                </a:lnTo>
                <a:lnTo>
                  <a:pt x="10727" y="48307"/>
                </a:lnTo>
                <a:lnTo>
                  <a:pt x="12314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69"/>
                </a:lnTo>
                <a:lnTo>
                  <a:pt x="816" y="33497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7" y="19776"/>
                </a:lnTo>
                <a:lnTo>
                  <a:pt x="4558" y="13142"/>
                </a:lnTo>
                <a:lnTo>
                  <a:pt x="6950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58"/>
                </a:lnTo>
                <a:lnTo>
                  <a:pt x="10727" y="6939"/>
                </a:lnTo>
                <a:lnTo>
                  <a:pt x="13063" y="4071"/>
                </a:lnTo>
                <a:lnTo>
                  <a:pt x="20535" y="7212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11"/>
                </a:lnTo>
                <a:lnTo>
                  <a:pt x="34268" y="1496"/>
                </a:lnTo>
                <a:lnTo>
                  <a:pt x="32681" y="4615"/>
                </a:lnTo>
                <a:lnTo>
                  <a:pt x="33384" y="5851"/>
                </a:lnTo>
                <a:lnTo>
                  <a:pt x="35345" y="7212"/>
                </a:lnTo>
                <a:lnTo>
                  <a:pt x="42818" y="4071"/>
                </a:lnTo>
                <a:lnTo>
                  <a:pt x="45155" y="6939"/>
                </a:lnTo>
                <a:lnTo>
                  <a:pt x="43567" y="10058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4"/>
                </a:lnTo>
                <a:lnTo>
                  <a:pt x="49668" y="15943"/>
                </a:lnTo>
                <a:lnTo>
                  <a:pt x="49781" y="18075"/>
                </a:lnTo>
                <a:lnTo>
                  <a:pt x="49146" y="20989"/>
                </a:lnTo>
                <a:lnTo>
                  <a:pt x="50053" y="22906"/>
                </a:lnTo>
                <a:lnTo>
                  <a:pt x="54544" y="21568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33"/>
                </a:lnTo>
                <a:lnTo>
                  <a:pt x="50269" y="32613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1"/>
                </a:lnTo>
                <a:lnTo>
                  <a:pt x="48601" y="44848"/>
                </a:lnTo>
                <a:lnTo>
                  <a:pt x="45483" y="43238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6" y="48488"/>
                </a:lnTo>
                <a:lnTo>
                  <a:pt x="43363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75" y="54543"/>
                </a:lnTo>
                <a:lnTo>
                  <a:pt x="31728" y="55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711531" y="8259574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12768" y="33758"/>
                </a:moveTo>
                <a:lnTo>
                  <a:pt x="10738" y="32658"/>
                </a:lnTo>
                <a:lnTo>
                  <a:pt x="12088" y="28315"/>
                </a:lnTo>
                <a:lnTo>
                  <a:pt x="11487" y="27623"/>
                </a:lnTo>
                <a:lnTo>
                  <a:pt x="10115" y="26954"/>
                </a:lnTo>
                <a:lnTo>
                  <a:pt x="7302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22" y="21658"/>
                </a:lnTo>
                <a:lnTo>
                  <a:pt x="839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398"/>
                </a:lnTo>
                <a:lnTo>
                  <a:pt x="4819" y="11997"/>
                </a:lnTo>
                <a:lnTo>
                  <a:pt x="6044" y="11294"/>
                </a:lnTo>
                <a:lnTo>
                  <a:pt x="6769" y="10205"/>
                </a:lnTo>
                <a:lnTo>
                  <a:pt x="5136" y="6758"/>
                </a:lnTo>
                <a:lnTo>
                  <a:pt x="6951" y="4944"/>
                </a:lnTo>
                <a:lnTo>
                  <a:pt x="10398" y="6577"/>
                </a:lnTo>
                <a:lnTo>
                  <a:pt x="11487" y="5851"/>
                </a:lnTo>
                <a:lnTo>
                  <a:pt x="12212" y="4796"/>
                </a:lnTo>
                <a:lnTo>
                  <a:pt x="10579" y="1270"/>
                </a:lnTo>
                <a:lnTo>
                  <a:pt x="11918" y="0"/>
                </a:lnTo>
                <a:lnTo>
                  <a:pt x="22055" y="11"/>
                </a:lnTo>
                <a:lnTo>
                  <a:pt x="23269" y="1496"/>
                </a:lnTo>
                <a:lnTo>
                  <a:pt x="21670" y="4615"/>
                </a:lnTo>
                <a:lnTo>
                  <a:pt x="22373" y="5851"/>
                </a:lnTo>
                <a:lnTo>
                  <a:pt x="23461" y="6577"/>
                </a:lnTo>
                <a:lnTo>
                  <a:pt x="26909" y="4944"/>
                </a:lnTo>
                <a:lnTo>
                  <a:pt x="28576" y="6611"/>
                </a:lnTo>
                <a:lnTo>
                  <a:pt x="26943" y="10716"/>
                </a:lnTo>
                <a:lnTo>
                  <a:pt x="28439" y="11714"/>
                </a:lnTo>
                <a:lnTo>
                  <a:pt x="32998" y="10693"/>
                </a:lnTo>
                <a:lnTo>
                  <a:pt x="33780" y="12451"/>
                </a:lnTo>
                <a:lnTo>
                  <a:pt x="33259" y="15444"/>
                </a:lnTo>
                <a:lnTo>
                  <a:pt x="33259" y="17905"/>
                </a:lnTo>
                <a:lnTo>
                  <a:pt x="33803" y="21171"/>
                </a:lnTo>
                <a:lnTo>
                  <a:pt x="32805" y="22928"/>
                </a:lnTo>
                <a:lnTo>
                  <a:pt x="28496" y="21568"/>
                </a:lnTo>
                <a:lnTo>
                  <a:pt x="27816" y="22180"/>
                </a:lnTo>
                <a:lnTo>
                  <a:pt x="27237" y="23711"/>
                </a:lnTo>
                <a:lnTo>
                  <a:pt x="28542" y="26171"/>
                </a:lnTo>
                <a:lnTo>
                  <a:pt x="27442" y="28371"/>
                </a:lnTo>
                <a:lnTo>
                  <a:pt x="23008" y="26988"/>
                </a:lnTo>
                <a:lnTo>
                  <a:pt x="21806" y="28190"/>
                </a:lnTo>
                <a:lnTo>
                  <a:pt x="23064" y="32771"/>
                </a:lnTo>
                <a:lnTo>
                  <a:pt x="21023" y="33644"/>
                </a:lnTo>
                <a:lnTo>
                  <a:pt x="12768" y="33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614533" y="826364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40"/>
                </a:lnTo>
                <a:lnTo>
                  <a:pt x="23937" y="17678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5" name="object 8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174325" y="8395310"/>
            <a:ext cx="88516" cy="88801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2098635" y="8400344"/>
            <a:ext cx="77473" cy="78436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1766713" y="8395003"/>
            <a:ext cx="88268" cy="88846"/>
          </a:xfrm>
          <a:prstGeom prst="rect">
            <a:avLst/>
          </a:prstGeom>
        </p:spPr>
      </p:pic>
      <p:sp>
        <p:nvSpPr>
          <p:cNvPr id="88" name="object 88"/>
          <p:cNvSpPr/>
          <p:nvPr/>
        </p:nvSpPr>
        <p:spPr>
          <a:xfrm>
            <a:off x="7863392" y="84115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571" y="56346"/>
                </a:moveTo>
                <a:lnTo>
                  <a:pt x="11384" y="55008"/>
                </a:lnTo>
                <a:lnTo>
                  <a:pt x="12552" y="50416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47"/>
                </a:lnTo>
                <a:lnTo>
                  <a:pt x="1145" y="36162"/>
                </a:lnTo>
                <a:lnTo>
                  <a:pt x="1145" y="31728"/>
                </a:lnTo>
                <a:lnTo>
                  <a:pt x="986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2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62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187"/>
                </a:lnTo>
                <a:lnTo>
                  <a:pt x="56108" y="43306"/>
                </a:lnTo>
                <a:lnTo>
                  <a:pt x="55212" y="45143"/>
                </a:lnTo>
                <a:lnTo>
                  <a:pt x="50756" y="43771"/>
                </a:lnTo>
                <a:lnTo>
                  <a:pt x="49372" y="45154"/>
                </a:lnTo>
                <a:lnTo>
                  <a:pt x="51005" y="49259"/>
                </a:lnTo>
                <a:lnTo>
                  <a:pt x="48873" y="50676"/>
                </a:lnTo>
                <a:lnTo>
                  <a:pt x="46050" y="49168"/>
                </a:lnTo>
                <a:lnTo>
                  <a:pt x="44689" y="49837"/>
                </a:lnTo>
                <a:lnTo>
                  <a:pt x="44179" y="50416"/>
                </a:lnTo>
                <a:lnTo>
                  <a:pt x="45324" y="55020"/>
                </a:lnTo>
                <a:lnTo>
                  <a:pt x="43453" y="55791"/>
                </a:lnTo>
                <a:lnTo>
                  <a:pt x="40595" y="55280"/>
                </a:lnTo>
                <a:lnTo>
                  <a:pt x="20116" y="55280"/>
                </a:lnTo>
                <a:lnTo>
                  <a:pt x="14571" y="56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436037" y="841129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7780" y="56483"/>
                </a:moveTo>
                <a:lnTo>
                  <a:pt x="16113" y="54430"/>
                </a:lnTo>
                <a:lnTo>
                  <a:pt x="17700" y="51312"/>
                </a:lnTo>
                <a:lnTo>
                  <a:pt x="16997" y="50076"/>
                </a:lnTo>
                <a:lnTo>
                  <a:pt x="15648" y="49395"/>
                </a:lnTo>
                <a:lnTo>
                  <a:pt x="12802" y="50926"/>
                </a:lnTo>
                <a:lnTo>
                  <a:pt x="10681" y="49486"/>
                </a:lnTo>
                <a:lnTo>
                  <a:pt x="12325" y="45404"/>
                </a:lnTo>
                <a:lnTo>
                  <a:pt x="10806" y="43873"/>
                </a:lnTo>
                <a:lnTo>
                  <a:pt x="6689" y="45506"/>
                </a:lnTo>
                <a:lnTo>
                  <a:pt x="5341" y="43453"/>
                </a:lnTo>
                <a:lnTo>
                  <a:pt x="7030" y="40267"/>
                </a:lnTo>
                <a:lnTo>
                  <a:pt x="5352" y="38271"/>
                </a:lnTo>
                <a:lnTo>
                  <a:pt x="1541" y="40051"/>
                </a:lnTo>
                <a:lnTo>
                  <a:pt x="79" y="38588"/>
                </a:lnTo>
                <a:lnTo>
                  <a:pt x="838" y="34642"/>
                </a:lnTo>
                <a:lnTo>
                  <a:pt x="238" y="30980"/>
                </a:lnTo>
                <a:lnTo>
                  <a:pt x="0" y="25571"/>
                </a:lnTo>
                <a:lnTo>
                  <a:pt x="918" y="21897"/>
                </a:lnTo>
                <a:lnTo>
                  <a:pt x="10" y="18086"/>
                </a:lnTo>
                <a:lnTo>
                  <a:pt x="1587" y="16510"/>
                </a:lnTo>
                <a:lnTo>
                  <a:pt x="5046" y="18143"/>
                </a:lnTo>
                <a:lnTo>
                  <a:pt x="6123" y="17417"/>
                </a:lnTo>
                <a:lnTo>
                  <a:pt x="6849" y="16329"/>
                </a:lnTo>
                <a:lnTo>
                  <a:pt x="5215" y="12881"/>
                </a:lnTo>
                <a:lnTo>
                  <a:pt x="7030" y="11067"/>
                </a:lnTo>
                <a:lnTo>
                  <a:pt x="10659" y="12881"/>
                </a:lnTo>
                <a:lnTo>
                  <a:pt x="12461" y="11067"/>
                </a:lnTo>
                <a:lnTo>
                  <a:pt x="10658" y="7438"/>
                </a:lnTo>
                <a:lnTo>
                  <a:pt x="12461" y="5624"/>
                </a:lnTo>
                <a:lnTo>
                  <a:pt x="15920" y="7257"/>
                </a:lnTo>
                <a:lnTo>
                  <a:pt x="16997" y="6531"/>
                </a:lnTo>
                <a:lnTo>
                  <a:pt x="17644" y="5783"/>
                </a:lnTo>
                <a:lnTo>
                  <a:pt x="16192" y="1576"/>
                </a:lnTo>
                <a:lnTo>
                  <a:pt x="18789" y="0"/>
                </a:lnTo>
                <a:lnTo>
                  <a:pt x="25717" y="963"/>
                </a:lnTo>
                <a:lnTo>
                  <a:pt x="29426" y="1179"/>
                </a:lnTo>
                <a:lnTo>
                  <a:pt x="37930" y="56"/>
                </a:lnTo>
                <a:lnTo>
                  <a:pt x="39654" y="2177"/>
                </a:lnTo>
                <a:lnTo>
                  <a:pt x="38067" y="5295"/>
                </a:lnTo>
                <a:lnTo>
                  <a:pt x="38770" y="6531"/>
                </a:lnTo>
                <a:lnTo>
                  <a:pt x="40119" y="7212"/>
                </a:lnTo>
                <a:lnTo>
                  <a:pt x="42977" y="5692"/>
                </a:lnTo>
                <a:lnTo>
                  <a:pt x="45086" y="7132"/>
                </a:lnTo>
                <a:lnTo>
                  <a:pt x="43442" y="11203"/>
                </a:lnTo>
                <a:lnTo>
                  <a:pt x="44961" y="12734"/>
                </a:lnTo>
                <a:lnTo>
                  <a:pt x="49077" y="11101"/>
                </a:lnTo>
                <a:lnTo>
                  <a:pt x="50426" y="13154"/>
                </a:lnTo>
                <a:lnTo>
                  <a:pt x="48737" y="16340"/>
                </a:lnTo>
                <a:lnTo>
                  <a:pt x="50415" y="18336"/>
                </a:lnTo>
                <a:lnTo>
                  <a:pt x="54225" y="16556"/>
                </a:lnTo>
                <a:lnTo>
                  <a:pt x="55995" y="18325"/>
                </a:lnTo>
                <a:lnTo>
                  <a:pt x="54293" y="21726"/>
                </a:lnTo>
                <a:lnTo>
                  <a:pt x="55075" y="22860"/>
                </a:lnTo>
                <a:lnTo>
                  <a:pt x="54418" y="26330"/>
                </a:lnTo>
                <a:lnTo>
                  <a:pt x="55926" y="30333"/>
                </a:lnTo>
                <a:lnTo>
                  <a:pt x="54837" y="34710"/>
                </a:lnTo>
                <a:lnTo>
                  <a:pt x="55745" y="38520"/>
                </a:lnTo>
                <a:lnTo>
                  <a:pt x="54349" y="39915"/>
                </a:lnTo>
                <a:lnTo>
                  <a:pt x="50143" y="38350"/>
                </a:lnTo>
                <a:lnTo>
                  <a:pt x="48952" y="40289"/>
                </a:lnTo>
                <a:lnTo>
                  <a:pt x="50528" y="43737"/>
                </a:lnTo>
                <a:lnTo>
                  <a:pt x="48873" y="45392"/>
                </a:lnTo>
                <a:lnTo>
                  <a:pt x="44768" y="43759"/>
                </a:lnTo>
                <a:lnTo>
                  <a:pt x="43770" y="45279"/>
                </a:lnTo>
                <a:lnTo>
                  <a:pt x="44824" y="49781"/>
                </a:lnTo>
                <a:lnTo>
                  <a:pt x="42727" y="50779"/>
                </a:lnTo>
                <a:lnTo>
                  <a:pt x="40289" y="49509"/>
                </a:lnTo>
                <a:lnTo>
                  <a:pt x="38758" y="50076"/>
                </a:lnTo>
                <a:lnTo>
                  <a:pt x="38044" y="51164"/>
                </a:lnTo>
                <a:lnTo>
                  <a:pt x="39665" y="54612"/>
                </a:lnTo>
                <a:lnTo>
                  <a:pt x="38236" y="56040"/>
                </a:lnTo>
                <a:lnTo>
                  <a:pt x="34109" y="55485"/>
                </a:lnTo>
                <a:lnTo>
                  <a:pt x="31523" y="55609"/>
                </a:lnTo>
                <a:lnTo>
                  <a:pt x="26432" y="55519"/>
                </a:lnTo>
                <a:lnTo>
                  <a:pt x="17780" y="56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47674" y="8422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7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34"/>
                </a:lnTo>
                <a:lnTo>
                  <a:pt x="27702" y="5817"/>
                </a:lnTo>
                <a:lnTo>
                  <a:pt x="28383" y="6610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7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777824" y="8426936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66" y="23960"/>
                </a:moveTo>
                <a:lnTo>
                  <a:pt x="7518" y="23949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75" y="17406"/>
                </a:lnTo>
                <a:lnTo>
                  <a:pt x="2846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35" y="0"/>
                </a:lnTo>
                <a:lnTo>
                  <a:pt x="18982" y="2868"/>
                </a:lnTo>
                <a:lnTo>
                  <a:pt x="17383" y="5998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38"/>
                </a:lnTo>
                <a:lnTo>
                  <a:pt x="23926" y="7540"/>
                </a:lnTo>
                <a:lnTo>
                  <a:pt x="23938" y="17689"/>
                </a:lnTo>
                <a:lnTo>
                  <a:pt x="22668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72" y="19164"/>
                </a:lnTo>
                <a:lnTo>
                  <a:pt x="18993" y="22690"/>
                </a:lnTo>
                <a:lnTo>
                  <a:pt x="17666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" name="object 9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010797" y="8558135"/>
            <a:ext cx="88346" cy="89368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2261429" y="8564281"/>
            <a:ext cx="77971" cy="77484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695338" y="8569759"/>
            <a:ext cx="66257" cy="66643"/>
          </a:xfrm>
          <a:prstGeom prst="rect">
            <a:avLst/>
          </a:prstGeom>
        </p:spPr>
      </p:pic>
      <p:sp>
        <p:nvSpPr>
          <p:cNvPr id="95" name="object 95"/>
          <p:cNvSpPr/>
          <p:nvPr/>
        </p:nvSpPr>
        <p:spPr>
          <a:xfrm>
            <a:off x="12599338" y="8574499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80" y="56562"/>
                </a:moveTo>
                <a:lnTo>
                  <a:pt x="16102" y="54521"/>
                </a:lnTo>
                <a:lnTo>
                  <a:pt x="17700" y="51391"/>
                </a:lnTo>
                <a:lnTo>
                  <a:pt x="16997" y="50166"/>
                </a:lnTo>
                <a:lnTo>
                  <a:pt x="15637" y="49486"/>
                </a:lnTo>
                <a:lnTo>
                  <a:pt x="12791" y="51017"/>
                </a:lnTo>
                <a:lnTo>
                  <a:pt x="10681" y="49577"/>
                </a:lnTo>
                <a:lnTo>
                  <a:pt x="12325" y="45494"/>
                </a:lnTo>
                <a:lnTo>
                  <a:pt x="10794" y="43963"/>
                </a:lnTo>
                <a:lnTo>
                  <a:pt x="6689" y="45596"/>
                </a:lnTo>
                <a:lnTo>
                  <a:pt x="5329" y="43544"/>
                </a:lnTo>
                <a:lnTo>
                  <a:pt x="7018" y="40357"/>
                </a:lnTo>
                <a:lnTo>
                  <a:pt x="5352" y="38362"/>
                </a:lnTo>
                <a:lnTo>
                  <a:pt x="1541" y="40142"/>
                </a:lnTo>
                <a:lnTo>
                  <a:pt x="79" y="38679"/>
                </a:lnTo>
                <a:lnTo>
                  <a:pt x="827" y="34733"/>
                </a:lnTo>
                <a:lnTo>
                  <a:pt x="227" y="31070"/>
                </a:lnTo>
                <a:lnTo>
                  <a:pt x="0" y="25673"/>
                </a:lnTo>
                <a:lnTo>
                  <a:pt x="918" y="21987"/>
                </a:lnTo>
                <a:lnTo>
                  <a:pt x="10" y="18177"/>
                </a:lnTo>
                <a:lnTo>
                  <a:pt x="1587" y="16601"/>
                </a:lnTo>
                <a:lnTo>
                  <a:pt x="5034" y="18234"/>
                </a:lnTo>
                <a:lnTo>
                  <a:pt x="6123" y="17508"/>
                </a:lnTo>
                <a:lnTo>
                  <a:pt x="6837" y="16419"/>
                </a:lnTo>
                <a:lnTo>
                  <a:pt x="5215" y="12972"/>
                </a:lnTo>
                <a:lnTo>
                  <a:pt x="7018" y="11158"/>
                </a:lnTo>
                <a:lnTo>
                  <a:pt x="10647" y="12972"/>
                </a:lnTo>
                <a:lnTo>
                  <a:pt x="12462" y="11158"/>
                </a:lnTo>
                <a:lnTo>
                  <a:pt x="10647" y="7529"/>
                </a:lnTo>
                <a:lnTo>
                  <a:pt x="12462" y="5715"/>
                </a:lnTo>
                <a:lnTo>
                  <a:pt x="15908" y="7348"/>
                </a:lnTo>
                <a:lnTo>
                  <a:pt x="16997" y="6622"/>
                </a:lnTo>
                <a:lnTo>
                  <a:pt x="17383" y="6146"/>
                </a:lnTo>
                <a:lnTo>
                  <a:pt x="16498" y="1326"/>
                </a:lnTo>
                <a:lnTo>
                  <a:pt x="18449" y="748"/>
                </a:lnTo>
                <a:lnTo>
                  <a:pt x="20909" y="1179"/>
                </a:lnTo>
                <a:lnTo>
                  <a:pt x="24198" y="1179"/>
                </a:lnTo>
                <a:lnTo>
                  <a:pt x="26103" y="1009"/>
                </a:lnTo>
                <a:lnTo>
                  <a:pt x="30888" y="1462"/>
                </a:lnTo>
                <a:lnTo>
                  <a:pt x="36014" y="0"/>
                </a:lnTo>
                <a:lnTo>
                  <a:pt x="39438" y="1474"/>
                </a:lnTo>
                <a:lnTo>
                  <a:pt x="38179" y="6055"/>
                </a:lnTo>
                <a:lnTo>
                  <a:pt x="39676" y="7540"/>
                </a:lnTo>
                <a:lnTo>
                  <a:pt x="43248" y="5737"/>
                </a:lnTo>
                <a:lnTo>
                  <a:pt x="45108" y="7472"/>
                </a:lnTo>
                <a:lnTo>
                  <a:pt x="43305" y="11169"/>
                </a:lnTo>
                <a:lnTo>
                  <a:pt x="44950" y="12825"/>
                </a:lnTo>
                <a:lnTo>
                  <a:pt x="49055" y="11192"/>
                </a:lnTo>
                <a:lnTo>
                  <a:pt x="50460" y="13324"/>
                </a:lnTo>
                <a:lnTo>
                  <a:pt x="48952" y="16136"/>
                </a:lnTo>
                <a:lnTo>
                  <a:pt x="49633" y="17508"/>
                </a:lnTo>
                <a:lnTo>
                  <a:pt x="50721" y="18234"/>
                </a:lnTo>
                <a:lnTo>
                  <a:pt x="54157" y="16601"/>
                </a:lnTo>
                <a:lnTo>
                  <a:pt x="55972" y="18415"/>
                </a:lnTo>
                <a:lnTo>
                  <a:pt x="54270" y="21817"/>
                </a:lnTo>
                <a:lnTo>
                  <a:pt x="55064" y="22951"/>
                </a:lnTo>
                <a:lnTo>
                  <a:pt x="54407" y="26421"/>
                </a:lnTo>
                <a:lnTo>
                  <a:pt x="55915" y="30424"/>
                </a:lnTo>
                <a:lnTo>
                  <a:pt x="54826" y="34801"/>
                </a:lnTo>
                <a:lnTo>
                  <a:pt x="55734" y="38611"/>
                </a:lnTo>
                <a:lnTo>
                  <a:pt x="54350" y="40006"/>
                </a:lnTo>
                <a:lnTo>
                  <a:pt x="50132" y="38441"/>
                </a:lnTo>
                <a:lnTo>
                  <a:pt x="48952" y="40380"/>
                </a:lnTo>
                <a:lnTo>
                  <a:pt x="50517" y="43827"/>
                </a:lnTo>
                <a:lnTo>
                  <a:pt x="48873" y="45483"/>
                </a:lnTo>
                <a:lnTo>
                  <a:pt x="44768" y="43850"/>
                </a:lnTo>
                <a:lnTo>
                  <a:pt x="43759" y="45370"/>
                </a:lnTo>
                <a:lnTo>
                  <a:pt x="44825" y="49871"/>
                </a:lnTo>
                <a:lnTo>
                  <a:pt x="42716" y="50869"/>
                </a:lnTo>
                <a:lnTo>
                  <a:pt x="40289" y="49599"/>
                </a:lnTo>
                <a:lnTo>
                  <a:pt x="38758" y="50166"/>
                </a:lnTo>
                <a:lnTo>
                  <a:pt x="38032" y="51255"/>
                </a:lnTo>
                <a:lnTo>
                  <a:pt x="39665" y="54702"/>
                </a:lnTo>
                <a:lnTo>
                  <a:pt x="38236" y="56120"/>
                </a:lnTo>
                <a:lnTo>
                  <a:pt x="34109" y="55564"/>
                </a:lnTo>
                <a:lnTo>
                  <a:pt x="31512" y="55700"/>
                </a:lnTo>
                <a:lnTo>
                  <a:pt x="26432" y="55609"/>
                </a:lnTo>
                <a:lnTo>
                  <a:pt x="17780" y="56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85131" y="8586031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70" y="33712"/>
                </a:moveTo>
                <a:lnTo>
                  <a:pt x="17531" y="33157"/>
                </a:lnTo>
                <a:lnTo>
                  <a:pt x="15410" y="33259"/>
                </a:lnTo>
                <a:lnTo>
                  <a:pt x="12519" y="33656"/>
                </a:lnTo>
                <a:lnTo>
                  <a:pt x="10670" y="32953"/>
                </a:lnTo>
                <a:lnTo>
                  <a:pt x="11816" y="28269"/>
                </a:lnTo>
                <a:lnTo>
                  <a:pt x="10534" y="26988"/>
                </a:lnTo>
                <a:lnTo>
                  <a:pt x="6429" y="28621"/>
                </a:lnTo>
                <a:lnTo>
                  <a:pt x="5012" y="26500"/>
                </a:lnTo>
                <a:lnTo>
                  <a:pt x="6520" y="23677"/>
                </a:lnTo>
                <a:lnTo>
                  <a:pt x="5851" y="22305"/>
                </a:lnTo>
                <a:lnTo>
                  <a:pt x="4796" y="21579"/>
                </a:lnTo>
                <a:lnTo>
                  <a:pt x="1270" y="23212"/>
                </a:lnTo>
                <a:lnTo>
                  <a:pt x="0" y="21885"/>
                </a:lnTo>
                <a:lnTo>
                  <a:pt x="11" y="11736"/>
                </a:lnTo>
                <a:lnTo>
                  <a:pt x="1496" y="10534"/>
                </a:lnTo>
                <a:lnTo>
                  <a:pt x="4615" y="12133"/>
                </a:lnTo>
                <a:lnTo>
                  <a:pt x="5851" y="11419"/>
                </a:lnTo>
                <a:lnTo>
                  <a:pt x="6577" y="10330"/>
                </a:lnTo>
                <a:lnTo>
                  <a:pt x="4944" y="6883"/>
                </a:lnTo>
                <a:lnTo>
                  <a:pt x="6758" y="5068"/>
                </a:lnTo>
                <a:lnTo>
                  <a:pt x="10205" y="6701"/>
                </a:lnTo>
                <a:lnTo>
                  <a:pt x="11294" y="5975"/>
                </a:lnTo>
                <a:lnTo>
                  <a:pt x="11895" y="5284"/>
                </a:lnTo>
                <a:lnTo>
                  <a:pt x="10545" y="941"/>
                </a:lnTo>
                <a:lnTo>
                  <a:pt x="12303" y="0"/>
                </a:lnTo>
                <a:lnTo>
                  <a:pt x="15569" y="532"/>
                </a:lnTo>
                <a:lnTo>
                  <a:pt x="18030" y="532"/>
                </a:lnTo>
                <a:lnTo>
                  <a:pt x="21012" y="11"/>
                </a:lnTo>
                <a:lnTo>
                  <a:pt x="22883" y="850"/>
                </a:lnTo>
                <a:lnTo>
                  <a:pt x="21590" y="5386"/>
                </a:lnTo>
                <a:lnTo>
                  <a:pt x="22940" y="6735"/>
                </a:lnTo>
                <a:lnTo>
                  <a:pt x="27045" y="5102"/>
                </a:lnTo>
                <a:lnTo>
                  <a:pt x="28462" y="7234"/>
                </a:lnTo>
                <a:lnTo>
                  <a:pt x="26954" y="10046"/>
                </a:lnTo>
                <a:lnTo>
                  <a:pt x="27623" y="11419"/>
                </a:lnTo>
                <a:lnTo>
                  <a:pt x="28712" y="12144"/>
                </a:lnTo>
                <a:lnTo>
                  <a:pt x="32159" y="10511"/>
                </a:lnTo>
                <a:lnTo>
                  <a:pt x="33576" y="11929"/>
                </a:lnTo>
                <a:lnTo>
                  <a:pt x="33021" y="16068"/>
                </a:lnTo>
                <a:lnTo>
                  <a:pt x="33134" y="18188"/>
                </a:lnTo>
                <a:lnTo>
                  <a:pt x="33531" y="21080"/>
                </a:lnTo>
                <a:lnTo>
                  <a:pt x="32828" y="22928"/>
                </a:lnTo>
                <a:lnTo>
                  <a:pt x="28145" y="21783"/>
                </a:lnTo>
                <a:lnTo>
                  <a:pt x="26863" y="23064"/>
                </a:lnTo>
                <a:lnTo>
                  <a:pt x="28496" y="27169"/>
                </a:lnTo>
                <a:lnTo>
                  <a:pt x="26364" y="28542"/>
                </a:lnTo>
                <a:lnTo>
                  <a:pt x="23552" y="27067"/>
                </a:lnTo>
                <a:lnTo>
                  <a:pt x="22180" y="27748"/>
                </a:lnTo>
                <a:lnTo>
                  <a:pt x="21454" y="28836"/>
                </a:lnTo>
                <a:lnTo>
                  <a:pt x="23087" y="32284"/>
                </a:lnTo>
                <a:lnTo>
                  <a:pt x="2167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2941116" y="859022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98"/>
                </a:lnTo>
                <a:lnTo>
                  <a:pt x="18098" y="7223"/>
                </a:lnTo>
                <a:lnTo>
                  <a:pt x="19334" y="7937"/>
                </a:lnTo>
                <a:lnTo>
                  <a:pt x="22464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8" name="object 9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847494" y="8721460"/>
            <a:ext cx="88528" cy="8899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2424730" y="8727573"/>
            <a:ext cx="77970" cy="77494"/>
          </a:xfrm>
          <a:prstGeom prst="rect">
            <a:avLst/>
          </a:prstGeom>
        </p:spPr>
      </p:pic>
      <p:sp>
        <p:nvSpPr>
          <p:cNvPr id="100" name="object 100"/>
          <p:cNvSpPr/>
          <p:nvPr/>
        </p:nvSpPr>
        <p:spPr>
          <a:xfrm>
            <a:off x="7536810" y="873811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480" y="56369"/>
                </a:moveTo>
                <a:lnTo>
                  <a:pt x="11328" y="54963"/>
                </a:lnTo>
                <a:lnTo>
                  <a:pt x="12621" y="50415"/>
                </a:lnTo>
                <a:lnTo>
                  <a:pt x="11271" y="49077"/>
                </a:lnTo>
                <a:lnTo>
                  <a:pt x="7166" y="50710"/>
                </a:ln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2052" y="45301"/>
                </a:lnTo>
                <a:lnTo>
                  <a:pt x="476" y="43725"/>
                </a:lnTo>
                <a:lnTo>
                  <a:pt x="1383" y="39915"/>
                </a:lnTo>
                <a:lnTo>
                  <a:pt x="430" y="36082"/>
                </a:lnTo>
                <a:lnTo>
                  <a:pt x="816" y="31002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1"/>
                </a:lnTo>
                <a:lnTo>
                  <a:pt x="5352" y="12450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74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6" y="43158"/>
                </a:lnTo>
                <a:lnTo>
                  <a:pt x="55314" y="45029"/>
                </a:lnTo>
                <a:lnTo>
                  <a:pt x="50711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8"/>
                </a:lnTo>
                <a:lnTo>
                  <a:pt x="49554" y="50710"/>
                </a:lnTo>
                <a:lnTo>
                  <a:pt x="45449" y="49077"/>
                </a:lnTo>
                <a:lnTo>
                  <a:pt x="44065" y="50461"/>
                </a:lnTo>
                <a:lnTo>
                  <a:pt x="45438" y="54906"/>
                </a:lnTo>
                <a:lnTo>
                  <a:pt x="43601" y="55813"/>
                </a:lnTo>
                <a:lnTo>
                  <a:pt x="40482" y="55280"/>
                </a:lnTo>
                <a:lnTo>
                  <a:pt x="20184" y="55280"/>
                </a:lnTo>
                <a:lnTo>
                  <a:pt x="14480" y="56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2762561" y="8738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19" y="54634"/>
                </a:lnTo>
                <a:lnTo>
                  <a:pt x="22951" y="49916"/>
                </a:lnTo>
                <a:lnTo>
                  <a:pt x="22497" y="49395"/>
                </a:lnTo>
                <a:lnTo>
                  <a:pt x="20524" y="48034"/>
                </a:lnTo>
                <a:lnTo>
                  <a:pt x="13063" y="51175"/>
                </a:lnTo>
                <a:lnTo>
                  <a:pt x="10716" y="48306"/>
                </a:lnTo>
                <a:lnTo>
                  <a:pt x="12314" y="45177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23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3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39"/>
                </a:lnTo>
                <a:lnTo>
                  <a:pt x="13063" y="4070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69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0"/>
                </a:lnTo>
                <a:lnTo>
                  <a:pt x="45155" y="6939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19"/>
                </a:lnTo>
                <a:lnTo>
                  <a:pt x="48806" y="10386"/>
                </a:lnTo>
                <a:lnTo>
                  <a:pt x="50224" y="1181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89"/>
                </a:lnTo>
                <a:lnTo>
                  <a:pt x="50042" y="22905"/>
                </a:lnTo>
                <a:lnTo>
                  <a:pt x="54544" y="21567"/>
                </a:lnTo>
                <a:lnTo>
                  <a:pt x="55666" y="22701"/>
                </a:lnTo>
                <a:lnTo>
                  <a:pt x="55099" y="26829"/>
                </a:lnTo>
                <a:lnTo>
                  <a:pt x="55212" y="28972"/>
                </a:lnTo>
                <a:lnTo>
                  <a:pt x="55587" y="31796"/>
                </a:lnTo>
                <a:lnTo>
                  <a:pt x="54918" y="33621"/>
                </a:lnTo>
                <a:lnTo>
                  <a:pt x="50269" y="32601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36"/>
                </a:lnTo>
                <a:lnTo>
                  <a:pt x="45483" y="43237"/>
                </a:lnTo>
                <a:lnTo>
                  <a:pt x="44258" y="43952"/>
                </a:lnTo>
                <a:lnTo>
                  <a:pt x="43532" y="45040"/>
                </a:lnTo>
                <a:lnTo>
                  <a:pt x="45166" y="48488"/>
                </a:lnTo>
                <a:lnTo>
                  <a:pt x="43351" y="50291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64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221647" y="8749458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90" h="33654">
                <a:moveTo>
                  <a:pt x="21863" y="33565"/>
                </a:moveTo>
                <a:lnTo>
                  <a:pt x="17723" y="33009"/>
                </a:lnTo>
                <a:lnTo>
                  <a:pt x="16204" y="33089"/>
                </a:lnTo>
                <a:lnTo>
                  <a:pt x="11963" y="33508"/>
                </a:lnTo>
                <a:lnTo>
                  <a:pt x="10579" y="32193"/>
                </a:lnTo>
                <a:lnTo>
                  <a:pt x="12212" y="28666"/>
                </a:lnTo>
                <a:lnTo>
                  <a:pt x="11487" y="27612"/>
                </a:lnTo>
                <a:lnTo>
                  <a:pt x="10115" y="26931"/>
                </a:lnTo>
                <a:lnTo>
                  <a:pt x="7291" y="28451"/>
                </a:lnTo>
                <a:lnTo>
                  <a:pt x="5170" y="27033"/>
                </a:lnTo>
                <a:lnTo>
                  <a:pt x="6803" y="22928"/>
                </a:lnTo>
                <a:lnTo>
                  <a:pt x="5522" y="21647"/>
                </a:lnTo>
                <a:lnTo>
                  <a:pt x="839" y="22804"/>
                </a:lnTo>
                <a:lnTo>
                  <a:pt x="249" y="21250"/>
                </a:lnTo>
                <a:lnTo>
                  <a:pt x="0" y="11781"/>
                </a:lnTo>
                <a:lnTo>
                  <a:pt x="1689" y="10398"/>
                </a:lnTo>
                <a:lnTo>
                  <a:pt x="4808" y="11997"/>
                </a:lnTo>
                <a:lnTo>
                  <a:pt x="6044" y="11282"/>
                </a:lnTo>
                <a:lnTo>
                  <a:pt x="6769" y="10194"/>
                </a:lnTo>
                <a:lnTo>
                  <a:pt x="5136" y="6747"/>
                </a:lnTo>
                <a:lnTo>
                  <a:pt x="6951" y="4932"/>
                </a:lnTo>
                <a:lnTo>
                  <a:pt x="10398" y="6565"/>
                </a:lnTo>
                <a:lnTo>
                  <a:pt x="11487" y="5839"/>
                </a:lnTo>
                <a:lnTo>
                  <a:pt x="12212" y="4785"/>
                </a:lnTo>
                <a:lnTo>
                  <a:pt x="10579" y="1258"/>
                </a:lnTo>
                <a:lnTo>
                  <a:pt x="11906" y="0"/>
                </a:lnTo>
                <a:lnTo>
                  <a:pt x="22055" y="11"/>
                </a:lnTo>
                <a:lnTo>
                  <a:pt x="23257" y="1485"/>
                </a:lnTo>
                <a:lnTo>
                  <a:pt x="21658" y="4615"/>
                </a:lnTo>
                <a:lnTo>
                  <a:pt x="22373" y="5839"/>
                </a:lnTo>
                <a:lnTo>
                  <a:pt x="23461" y="6565"/>
                </a:lnTo>
                <a:lnTo>
                  <a:pt x="26909" y="4932"/>
                </a:lnTo>
                <a:lnTo>
                  <a:pt x="28576" y="6599"/>
                </a:lnTo>
                <a:lnTo>
                  <a:pt x="26943" y="10704"/>
                </a:lnTo>
                <a:lnTo>
                  <a:pt x="28439" y="11702"/>
                </a:lnTo>
                <a:lnTo>
                  <a:pt x="32987" y="10693"/>
                </a:lnTo>
                <a:lnTo>
                  <a:pt x="33780" y="12450"/>
                </a:lnTo>
                <a:lnTo>
                  <a:pt x="33259" y="15433"/>
                </a:lnTo>
                <a:lnTo>
                  <a:pt x="33259" y="18063"/>
                </a:lnTo>
                <a:lnTo>
                  <a:pt x="33769" y="20955"/>
                </a:lnTo>
                <a:lnTo>
                  <a:pt x="32975" y="22837"/>
                </a:lnTo>
                <a:lnTo>
                  <a:pt x="28383" y="21590"/>
                </a:lnTo>
                <a:lnTo>
                  <a:pt x="27056" y="22917"/>
                </a:lnTo>
                <a:lnTo>
                  <a:pt x="28689" y="27022"/>
                </a:lnTo>
                <a:lnTo>
                  <a:pt x="26557" y="28394"/>
                </a:lnTo>
                <a:lnTo>
                  <a:pt x="23745" y="26920"/>
                </a:lnTo>
                <a:lnTo>
                  <a:pt x="22373" y="27612"/>
                </a:lnTo>
                <a:lnTo>
                  <a:pt x="21647" y="28700"/>
                </a:lnTo>
                <a:lnTo>
                  <a:pt x="23280" y="32147"/>
                </a:lnTo>
                <a:lnTo>
                  <a:pt x="21863" y="3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3104406" y="875351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7678" y="23949"/>
                </a:moveTo>
                <a:lnTo>
                  <a:pt x="7529" y="23937"/>
                </a:lnTo>
                <a:lnTo>
                  <a:pt x="6316" y="22463"/>
                </a:lnTo>
                <a:lnTo>
                  <a:pt x="7914" y="19334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52"/>
                </a:lnTo>
                <a:lnTo>
                  <a:pt x="16635" y="0"/>
                </a:lnTo>
                <a:lnTo>
                  <a:pt x="18982" y="2868"/>
                </a:lnTo>
                <a:lnTo>
                  <a:pt x="17394" y="5998"/>
                </a:lnTo>
                <a:lnTo>
                  <a:pt x="18098" y="7223"/>
                </a:lnTo>
                <a:lnTo>
                  <a:pt x="19322" y="7937"/>
                </a:lnTo>
                <a:lnTo>
                  <a:pt x="22452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94"/>
                </a:lnTo>
                <a:lnTo>
                  <a:pt x="18098" y="18109"/>
                </a:lnTo>
                <a:lnTo>
                  <a:pt x="17372" y="19164"/>
                </a:lnTo>
                <a:lnTo>
                  <a:pt x="19005" y="22690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4" name="object 10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684191" y="8884729"/>
            <a:ext cx="88347" cy="89356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2588509" y="8890229"/>
            <a:ext cx="77472" cy="78413"/>
          </a:xfrm>
          <a:prstGeom prst="rect">
            <a:avLst/>
          </a:prstGeom>
        </p:spPr>
      </p:pic>
      <p:sp>
        <p:nvSpPr>
          <p:cNvPr id="106" name="object 106"/>
          <p:cNvSpPr/>
          <p:nvPr/>
        </p:nvSpPr>
        <p:spPr>
          <a:xfrm>
            <a:off x="7373508" y="890114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571" y="56607"/>
                </a:moveTo>
                <a:lnTo>
                  <a:pt x="11385" y="55269"/>
                </a:lnTo>
                <a:lnTo>
                  <a:pt x="12541" y="50676"/>
                </a:lnTo>
                <a:lnTo>
                  <a:pt x="12031" y="50098"/>
                </a:lnTo>
                <a:lnTo>
                  <a:pt x="10942" y="49372"/>
                </a:lnTo>
                <a:lnTo>
                  <a:pt x="7495" y="51005"/>
                </a:lnTo>
                <a:lnTo>
                  <a:pt x="5828" y="49338"/>
                </a:lnTo>
                <a:lnTo>
                  <a:pt x="7461" y="45233"/>
                </a:lnTo>
                <a:lnTo>
                  <a:pt x="5941" y="44224"/>
                </a:lnTo>
                <a:lnTo>
                  <a:pt x="1440" y="45279"/>
                </a:lnTo>
                <a:lnTo>
                  <a:pt x="33" y="42297"/>
                </a:lnTo>
                <a:lnTo>
                  <a:pt x="1145" y="36411"/>
                </a:lnTo>
                <a:lnTo>
                  <a:pt x="1145" y="31977"/>
                </a:lnTo>
                <a:lnTo>
                  <a:pt x="986" y="30106"/>
                </a:lnTo>
                <a:lnTo>
                  <a:pt x="1304" y="26534"/>
                </a:lnTo>
                <a:lnTo>
                  <a:pt x="895" y="24652"/>
                </a:lnTo>
                <a:lnTo>
                  <a:pt x="1372" y="21227"/>
                </a:lnTo>
                <a:lnTo>
                  <a:pt x="0" y="12927"/>
                </a:lnTo>
                <a:lnTo>
                  <a:pt x="2233" y="11101"/>
                </a:lnTo>
                <a:lnTo>
                  <a:pt x="5352" y="12700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2" y="7280"/>
                </a:lnTo>
                <a:lnTo>
                  <a:pt x="12031" y="6554"/>
                </a:lnTo>
                <a:lnTo>
                  <a:pt x="12541" y="5976"/>
                </a:lnTo>
                <a:lnTo>
                  <a:pt x="11385" y="1383"/>
                </a:lnTo>
                <a:lnTo>
                  <a:pt x="13403" y="544"/>
                </a:lnTo>
                <a:lnTo>
                  <a:pt x="15977" y="1281"/>
                </a:lnTo>
                <a:lnTo>
                  <a:pt x="22339" y="578"/>
                </a:lnTo>
                <a:lnTo>
                  <a:pt x="28950" y="532"/>
                </a:lnTo>
                <a:lnTo>
                  <a:pt x="35436" y="1315"/>
                </a:lnTo>
                <a:lnTo>
                  <a:pt x="43771" y="0"/>
                </a:lnTo>
                <a:lnTo>
                  <a:pt x="45574" y="2211"/>
                </a:lnTo>
                <a:lnTo>
                  <a:pt x="43986" y="5329"/>
                </a:lnTo>
                <a:lnTo>
                  <a:pt x="44689" y="6554"/>
                </a:lnTo>
                <a:lnTo>
                  <a:pt x="45778" y="7280"/>
                </a:lnTo>
                <a:lnTo>
                  <a:pt x="49225" y="5647"/>
                </a:lnTo>
                <a:lnTo>
                  <a:pt x="50892" y="7314"/>
                </a:lnTo>
                <a:lnTo>
                  <a:pt x="49259" y="11419"/>
                </a:lnTo>
                <a:lnTo>
                  <a:pt x="51391" y="12791"/>
                </a:lnTo>
                <a:lnTo>
                  <a:pt x="54203" y="11316"/>
                </a:lnTo>
                <a:lnTo>
                  <a:pt x="55575" y="11997"/>
                </a:lnTo>
                <a:lnTo>
                  <a:pt x="55575" y="40437"/>
                </a:lnTo>
                <a:lnTo>
                  <a:pt x="56108" y="43567"/>
                </a:lnTo>
                <a:lnTo>
                  <a:pt x="55212" y="45392"/>
                </a:lnTo>
                <a:lnTo>
                  <a:pt x="50756" y="44031"/>
                </a:lnTo>
                <a:lnTo>
                  <a:pt x="49372" y="45415"/>
                </a:lnTo>
                <a:lnTo>
                  <a:pt x="51005" y="49520"/>
                </a:lnTo>
                <a:lnTo>
                  <a:pt x="48874" y="50937"/>
                </a:lnTo>
                <a:lnTo>
                  <a:pt x="46061" y="49429"/>
                </a:lnTo>
                <a:lnTo>
                  <a:pt x="44689" y="50098"/>
                </a:lnTo>
                <a:lnTo>
                  <a:pt x="44179" y="50665"/>
                </a:lnTo>
                <a:lnTo>
                  <a:pt x="45324" y="55280"/>
                </a:lnTo>
                <a:lnTo>
                  <a:pt x="43453" y="56051"/>
                </a:lnTo>
                <a:lnTo>
                  <a:pt x="40596" y="55541"/>
                </a:lnTo>
                <a:lnTo>
                  <a:pt x="20116" y="55541"/>
                </a:lnTo>
                <a:lnTo>
                  <a:pt x="14571" y="56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2931499" y="890659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31" y="45823"/>
                </a:moveTo>
                <a:lnTo>
                  <a:pt x="5114" y="44065"/>
                </a:lnTo>
                <a:lnTo>
                  <a:pt x="6645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29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70" y="26971"/>
                </a:lnTo>
                <a:lnTo>
                  <a:pt x="603" y="13351"/>
                </a:lnTo>
                <a:lnTo>
                  <a:pt x="521" y="6554"/>
                </a:lnTo>
                <a:lnTo>
                  <a:pt x="5953" y="6554"/>
                </a:lnTo>
                <a:lnTo>
                  <a:pt x="6475" y="5976"/>
                </a:lnTo>
                <a:lnTo>
                  <a:pt x="5307" y="1383"/>
                </a:lnTo>
                <a:lnTo>
                  <a:pt x="7325" y="544"/>
                </a:lnTo>
                <a:lnTo>
                  <a:pt x="9911" y="1281"/>
                </a:lnTo>
                <a:lnTo>
                  <a:pt x="16261" y="578"/>
                </a:lnTo>
                <a:lnTo>
                  <a:pt x="22872" y="533"/>
                </a:lnTo>
                <a:lnTo>
                  <a:pt x="29347" y="1315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00" y="6554"/>
                </a:lnTo>
                <a:lnTo>
                  <a:pt x="44043" y="6554"/>
                </a:lnTo>
                <a:lnTo>
                  <a:pt x="44043" y="35118"/>
                </a:lnTo>
                <a:lnTo>
                  <a:pt x="44553" y="37976"/>
                </a:lnTo>
                <a:lnTo>
                  <a:pt x="43782" y="39847"/>
                </a:lnTo>
                <a:lnTo>
                  <a:pt x="39167" y="38702"/>
                </a:lnTo>
                <a:lnTo>
                  <a:pt x="38600" y="39212"/>
                </a:lnTo>
                <a:lnTo>
                  <a:pt x="37886" y="40300"/>
                </a:lnTo>
                <a:lnTo>
                  <a:pt x="39508" y="43748"/>
                </a:lnTo>
                <a:lnTo>
                  <a:pt x="38090" y="45165"/>
                </a:lnTo>
                <a:lnTo>
                  <a:pt x="33962" y="44610"/>
                </a:lnTo>
                <a:lnTo>
                  <a:pt x="31355" y="44746"/>
                </a:lnTo>
                <a:lnTo>
                  <a:pt x="29540" y="44575"/>
                </a:lnTo>
                <a:lnTo>
                  <a:pt x="27726" y="44655"/>
                </a:lnTo>
                <a:lnTo>
                  <a:pt x="14708" y="44655"/>
                </a:lnTo>
                <a:lnTo>
                  <a:pt x="7631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064401" y="8918589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9" name="object 10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751584" y="9053724"/>
            <a:ext cx="77835" cy="77982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7521150" y="9048474"/>
            <a:ext cx="88529" cy="88800"/>
          </a:xfrm>
          <a:prstGeom prst="rect">
            <a:avLst/>
          </a:prstGeom>
        </p:spPr>
      </p:pic>
      <p:sp>
        <p:nvSpPr>
          <p:cNvPr id="111" name="object 111"/>
          <p:cNvSpPr/>
          <p:nvPr/>
        </p:nvSpPr>
        <p:spPr>
          <a:xfrm>
            <a:off x="7210659" y="906437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675"/>
                </a:moveTo>
                <a:lnTo>
                  <a:pt x="16340" y="55314"/>
                </a:lnTo>
                <a:lnTo>
                  <a:pt x="17599" y="50733"/>
                </a:lnTo>
                <a:lnTo>
                  <a:pt x="16113" y="49247"/>
                </a:lnTo>
                <a:lnTo>
                  <a:pt x="12541" y="51062"/>
                </a:lnTo>
                <a:lnTo>
                  <a:pt x="10670" y="49315"/>
                </a:lnTo>
                <a:lnTo>
                  <a:pt x="12473" y="45619"/>
                </a:lnTo>
                <a:lnTo>
                  <a:pt x="10829" y="43963"/>
                </a:lnTo>
                <a:lnTo>
                  <a:pt x="6724" y="45596"/>
                </a:lnTo>
                <a:lnTo>
                  <a:pt x="5306" y="43464"/>
                </a:lnTo>
                <a:lnTo>
                  <a:pt x="6815" y="40652"/>
                </a:lnTo>
                <a:lnTo>
                  <a:pt x="6146" y="39280"/>
                </a:lnTo>
                <a:lnTo>
                  <a:pt x="5057" y="38554"/>
                </a:lnTo>
                <a:lnTo>
                  <a:pt x="1610" y="40187"/>
                </a:lnTo>
                <a:lnTo>
                  <a:pt x="0" y="38577"/>
                </a:lnTo>
                <a:lnTo>
                  <a:pt x="1009" y="34846"/>
                </a:lnTo>
                <a:lnTo>
                  <a:pt x="11" y="31558"/>
                </a:lnTo>
                <a:lnTo>
                  <a:pt x="124" y="25275"/>
                </a:lnTo>
                <a:lnTo>
                  <a:pt x="941" y="21987"/>
                </a:lnTo>
                <a:lnTo>
                  <a:pt x="34" y="18177"/>
                </a:lnTo>
                <a:lnTo>
                  <a:pt x="1610" y="16601"/>
                </a:lnTo>
                <a:lnTo>
                  <a:pt x="5057" y="18233"/>
                </a:lnTo>
                <a:lnTo>
                  <a:pt x="6146" y="17508"/>
                </a:lnTo>
                <a:lnTo>
                  <a:pt x="6871" y="16419"/>
                </a:lnTo>
                <a:lnTo>
                  <a:pt x="5238" y="12972"/>
                </a:lnTo>
                <a:lnTo>
                  <a:pt x="7053" y="11158"/>
                </a:lnTo>
                <a:lnTo>
                  <a:pt x="10681" y="12972"/>
                </a:lnTo>
                <a:lnTo>
                  <a:pt x="12496" y="11158"/>
                </a:lnTo>
                <a:lnTo>
                  <a:pt x="10681" y="7529"/>
                </a:lnTo>
                <a:lnTo>
                  <a:pt x="12496" y="5715"/>
                </a:lnTo>
                <a:lnTo>
                  <a:pt x="15943" y="7348"/>
                </a:lnTo>
                <a:lnTo>
                  <a:pt x="17032" y="6622"/>
                </a:lnTo>
                <a:lnTo>
                  <a:pt x="17429" y="6145"/>
                </a:lnTo>
                <a:lnTo>
                  <a:pt x="16533" y="1326"/>
                </a:lnTo>
                <a:lnTo>
                  <a:pt x="18483" y="737"/>
                </a:lnTo>
                <a:lnTo>
                  <a:pt x="20944" y="1179"/>
                </a:lnTo>
                <a:lnTo>
                  <a:pt x="24255" y="1179"/>
                </a:lnTo>
                <a:lnTo>
                  <a:pt x="26149" y="1009"/>
                </a:lnTo>
                <a:lnTo>
                  <a:pt x="30923" y="1462"/>
                </a:lnTo>
                <a:lnTo>
                  <a:pt x="36060" y="0"/>
                </a:lnTo>
                <a:lnTo>
                  <a:pt x="39484" y="1474"/>
                </a:lnTo>
                <a:lnTo>
                  <a:pt x="38226" y="6044"/>
                </a:lnTo>
                <a:lnTo>
                  <a:pt x="39722" y="7540"/>
                </a:lnTo>
                <a:lnTo>
                  <a:pt x="43294" y="5726"/>
                </a:lnTo>
                <a:lnTo>
                  <a:pt x="45165" y="7472"/>
                </a:lnTo>
                <a:lnTo>
                  <a:pt x="43351" y="11169"/>
                </a:lnTo>
                <a:lnTo>
                  <a:pt x="45007" y="12825"/>
                </a:lnTo>
                <a:lnTo>
                  <a:pt x="49112" y="11192"/>
                </a:lnTo>
                <a:lnTo>
                  <a:pt x="50529" y="13323"/>
                </a:lnTo>
                <a:lnTo>
                  <a:pt x="49021" y="16136"/>
                </a:lnTo>
                <a:lnTo>
                  <a:pt x="49690" y="17508"/>
                </a:lnTo>
                <a:lnTo>
                  <a:pt x="50779" y="18233"/>
                </a:lnTo>
                <a:lnTo>
                  <a:pt x="54226" y="16601"/>
                </a:lnTo>
                <a:lnTo>
                  <a:pt x="56040" y="18415"/>
                </a:lnTo>
                <a:lnTo>
                  <a:pt x="54407" y="21817"/>
                </a:lnTo>
                <a:lnTo>
                  <a:pt x="55133" y="22951"/>
                </a:lnTo>
                <a:lnTo>
                  <a:pt x="54475" y="26421"/>
                </a:lnTo>
                <a:lnTo>
                  <a:pt x="55984" y="30424"/>
                </a:lnTo>
                <a:lnTo>
                  <a:pt x="54895" y="34801"/>
                </a:lnTo>
                <a:lnTo>
                  <a:pt x="55802" y="38611"/>
                </a:lnTo>
                <a:lnTo>
                  <a:pt x="54407" y="40006"/>
                </a:lnTo>
                <a:lnTo>
                  <a:pt x="50212" y="38441"/>
                </a:lnTo>
                <a:lnTo>
                  <a:pt x="49010" y="40380"/>
                </a:lnTo>
                <a:lnTo>
                  <a:pt x="50586" y="43827"/>
                </a:lnTo>
                <a:lnTo>
                  <a:pt x="48930" y="45483"/>
                </a:lnTo>
                <a:lnTo>
                  <a:pt x="44825" y="43850"/>
                </a:lnTo>
                <a:lnTo>
                  <a:pt x="43816" y="45369"/>
                </a:lnTo>
                <a:lnTo>
                  <a:pt x="44871" y="49871"/>
                </a:lnTo>
                <a:lnTo>
                  <a:pt x="42773" y="50869"/>
                </a:lnTo>
                <a:lnTo>
                  <a:pt x="40346" y="49599"/>
                </a:lnTo>
                <a:lnTo>
                  <a:pt x="38804" y="50166"/>
                </a:lnTo>
                <a:lnTo>
                  <a:pt x="38078" y="51254"/>
                </a:lnTo>
                <a:lnTo>
                  <a:pt x="39711" y="54702"/>
                </a:lnTo>
                <a:lnTo>
                  <a:pt x="38282" y="56119"/>
                </a:lnTo>
                <a:lnTo>
                  <a:pt x="34155" y="55575"/>
                </a:lnTo>
                <a:lnTo>
                  <a:pt x="31558" y="55700"/>
                </a:lnTo>
                <a:lnTo>
                  <a:pt x="29721" y="55586"/>
                </a:lnTo>
                <a:lnTo>
                  <a:pt x="25185" y="55643"/>
                </a:lnTo>
                <a:lnTo>
                  <a:pt x="19504" y="566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3094166" y="906986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81"/>
                </a:moveTo>
                <a:lnTo>
                  <a:pt x="29630" y="44406"/>
                </a:lnTo>
                <a:lnTo>
                  <a:pt x="25105" y="45381"/>
                </a:lnTo>
                <a:lnTo>
                  <a:pt x="20819" y="44678"/>
                </a:lnTo>
                <a:lnTo>
                  <a:pt x="16158" y="44678"/>
                </a:lnTo>
                <a:lnTo>
                  <a:pt x="13210" y="45199"/>
                </a:lnTo>
                <a:lnTo>
                  <a:pt x="11361" y="44394"/>
                </a:lnTo>
                <a:lnTo>
                  <a:pt x="12575" y="39824"/>
                </a:lnTo>
                <a:lnTo>
                  <a:pt x="12031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5" y="38656"/>
                </a:lnTo>
                <a:lnTo>
                  <a:pt x="7359" y="34552"/>
                </a:lnTo>
                <a:lnTo>
                  <a:pt x="5952" y="33157"/>
                </a:lnTo>
                <a:lnTo>
                  <a:pt x="1530" y="34540"/>
                </a:lnTo>
                <a:lnTo>
                  <a:pt x="22" y="31535"/>
                </a:lnTo>
                <a:lnTo>
                  <a:pt x="1156" y="25491"/>
                </a:lnTo>
                <a:lnTo>
                  <a:pt x="1156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60" y="12700"/>
                </a:lnTo>
                <a:lnTo>
                  <a:pt x="6599" y="12020"/>
                </a:lnTo>
                <a:lnTo>
                  <a:pt x="7313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3" y="7302"/>
                </a:lnTo>
                <a:lnTo>
                  <a:pt x="12031" y="6577"/>
                </a:lnTo>
                <a:lnTo>
                  <a:pt x="12563" y="5976"/>
                </a:lnTo>
                <a:lnTo>
                  <a:pt x="11361" y="1417"/>
                </a:lnTo>
                <a:lnTo>
                  <a:pt x="14525" y="45"/>
                </a:lnTo>
                <a:lnTo>
                  <a:pt x="20173" y="1134"/>
                </a:lnTo>
                <a:lnTo>
                  <a:pt x="25514" y="1134"/>
                </a:lnTo>
                <a:lnTo>
                  <a:pt x="31546" y="0"/>
                </a:lnTo>
                <a:lnTo>
                  <a:pt x="34563" y="1508"/>
                </a:lnTo>
                <a:lnTo>
                  <a:pt x="33168" y="5941"/>
                </a:lnTo>
                <a:lnTo>
                  <a:pt x="34563" y="7336"/>
                </a:lnTo>
                <a:lnTo>
                  <a:pt x="38679" y="5703"/>
                </a:lnTo>
                <a:lnTo>
                  <a:pt x="40085" y="7835"/>
                </a:lnTo>
                <a:lnTo>
                  <a:pt x="38566" y="10647"/>
                </a:lnTo>
                <a:lnTo>
                  <a:pt x="39246" y="12020"/>
                </a:lnTo>
                <a:lnTo>
                  <a:pt x="40335" y="12745"/>
                </a:lnTo>
                <a:lnTo>
                  <a:pt x="43782" y="11112"/>
                </a:lnTo>
                <a:lnTo>
                  <a:pt x="45585" y="12927"/>
                </a:lnTo>
                <a:lnTo>
                  <a:pt x="43884" y="16329"/>
                </a:lnTo>
                <a:lnTo>
                  <a:pt x="44666" y="17463"/>
                </a:lnTo>
                <a:lnTo>
                  <a:pt x="44020" y="20933"/>
                </a:lnTo>
                <a:lnTo>
                  <a:pt x="45528" y="24935"/>
                </a:lnTo>
                <a:lnTo>
                  <a:pt x="44428" y="29313"/>
                </a:lnTo>
                <a:lnTo>
                  <a:pt x="45335" y="33123"/>
                </a:lnTo>
                <a:lnTo>
                  <a:pt x="43770" y="34699"/>
                </a:lnTo>
                <a:lnTo>
                  <a:pt x="40312" y="33066"/>
                </a:lnTo>
                <a:lnTo>
                  <a:pt x="39234" y="33792"/>
                </a:lnTo>
                <a:lnTo>
                  <a:pt x="38577" y="35209"/>
                </a:lnTo>
                <a:lnTo>
                  <a:pt x="40039" y="37919"/>
                </a:lnTo>
                <a:lnTo>
                  <a:pt x="38712" y="40074"/>
                </a:lnTo>
                <a:lnTo>
                  <a:pt x="34517" y="38509"/>
                </a:lnTo>
                <a:lnTo>
                  <a:pt x="33043" y="39995"/>
                </a:lnTo>
                <a:lnTo>
                  <a:pt x="34664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99330" y="90801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89" y="23960"/>
                </a:moveTo>
                <a:lnTo>
                  <a:pt x="7540" y="23937"/>
                </a:lnTo>
                <a:lnTo>
                  <a:pt x="6338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98" y="17394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9005" y="2868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2463" y="6327"/>
                </a:lnTo>
                <a:lnTo>
                  <a:pt x="23949" y="7540"/>
                </a:lnTo>
                <a:lnTo>
                  <a:pt x="23960" y="17678"/>
                </a:lnTo>
                <a:lnTo>
                  <a:pt x="22690" y="19016"/>
                </a:lnTo>
                <a:lnTo>
                  <a:pt x="19163" y="17383"/>
                </a:lnTo>
                <a:lnTo>
                  <a:pt x="18109" y="18109"/>
                </a:lnTo>
                <a:lnTo>
                  <a:pt x="17395" y="19164"/>
                </a:lnTo>
                <a:lnTo>
                  <a:pt x="19016" y="22690"/>
                </a:lnTo>
                <a:lnTo>
                  <a:pt x="17689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4" name="object 11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362645" y="9217445"/>
            <a:ext cx="78028" cy="77506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2920023" y="9222208"/>
            <a:ext cx="67527" cy="67618"/>
          </a:xfrm>
          <a:prstGeom prst="rect">
            <a:avLst/>
          </a:prstGeom>
        </p:spPr>
      </p:pic>
      <p:sp>
        <p:nvSpPr>
          <p:cNvPr id="116" name="object 116"/>
          <p:cNvSpPr/>
          <p:nvPr/>
        </p:nvSpPr>
        <p:spPr>
          <a:xfrm>
            <a:off x="7053005" y="923316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34"/>
                </a:moveTo>
                <a:lnTo>
                  <a:pt x="5102" y="44076"/>
                </a:lnTo>
                <a:lnTo>
                  <a:pt x="6633" y="40062"/>
                </a:lnTo>
                <a:lnTo>
                  <a:pt x="5953" y="39223"/>
                </a:lnTo>
                <a:lnTo>
                  <a:pt x="4864" y="38497"/>
                </a:lnTo>
                <a:lnTo>
                  <a:pt x="1417" y="40130"/>
                </a:lnTo>
                <a:lnTo>
                  <a:pt x="0" y="38713"/>
                </a:lnTo>
                <a:lnTo>
                  <a:pt x="555" y="34574"/>
                </a:lnTo>
                <a:lnTo>
                  <a:pt x="360" y="26983"/>
                </a:lnTo>
                <a:lnTo>
                  <a:pt x="596" y="13362"/>
                </a:lnTo>
                <a:lnTo>
                  <a:pt x="510" y="6565"/>
                </a:lnTo>
                <a:lnTo>
                  <a:pt x="5953" y="6565"/>
                </a:lnTo>
                <a:lnTo>
                  <a:pt x="6474" y="5987"/>
                </a:lnTo>
                <a:lnTo>
                  <a:pt x="5306" y="1394"/>
                </a:lnTo>
                <a:lnTo>
                  <a:pt x="7325" y="544"/>
                </a:lnTo>
                <a:lnTo>
                  <a:pt x="9910" y="1292"/>
                </a:lnTo>
                <a:lnTo>
                  <a:pt x="16261" y="578"/>
                </a:lnTo>
                <a:lnTo>
                  <a:pt x="22872" y="544"/>
                </a:lnTo>
                <a:lnTo>
                  <a:pt x="29358" y="1315"/>
                </a:lnTo>
                <a:lnTo>
                  <a:pt x="37692" y="0"/>
                </a:lnTo>
                <a:lnTo>
                  <a:pt x="39495" y="2211"/>
                </a:lnTo>
                <a:lnTo>
                  <a:pt x="37897" y="5340"/>
                </a:lnTo>
                <a:lnTo>
                  <a:pt x="38611" y="6565"/>
                </a:lnTo>
                <a:lnTo>
                  <a:pt x="44054" y="6565"/>
                </a:lnTo>
                <a:lnTo>
                  <a:pt x="44054" y="35130"/>
                </a:lnTo>
                <a:lnTo>
                  <a:pt x="44553" y="37998"/>
                </a:lnTo>
                <a:lnTo>
                  <a:pt x="43793" y="39870"/>
                </a:lnTo>
                <a:lnTo>
                  <a:pt x="39178" y="38713"/>
                </a:lnTo>
                <a:lnTo>
                  <a:pt x="38611" y="39223"/>
                </a:lnTo>
                <a:lnTo>
                  <a:pt x="37885" y="40312"/>
                </a:lnTo>
                <a:lnTo>
                  <a:pt x="39518" y="43759"/>
                </a:lnTo>
                <a:lnTo>
                  <a:pt x="38089" y="45176"/>
                </a:lnTo>
                <a:lnTo>
                  <a:pt x="33962" y="44632"/>
                </a:lnTo>
                <a:lnTo>
                  <a:pt x="31354" y="44757"/>
                </a:lnTo>
                <a:lnTo>
                  <a:pt x="29528" y="44598"/>
                </a:lnTo>
                <a:lnTo>
                  <a:pt x="27725" y="44666"/>
                </a:lnTo>
                <a:lnTo>
                  <a:pt x="14707" y="44666"/>
                </a:lnTo>
                <a:lnTo>
                  <a:pt x="7620" y="458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3262866" y="92385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89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2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79" y="19628"/>
                </a:lnTo>
                <a:lnTo>
                  <a:pt x="1179" y="6610"/>
                </a:lnTo>
                <a:lnTo>
                  <a:pt x="2268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11"/>
                </a:lnTo>
                <a:lnTo>
                  <a:pt x="29120" y="7257"/>
                </a:lnTo>
                <a:lnTo>
                  <a:pt x="33338" y="5806"/>
                </a:lnTo>
                <a:lnTo>
                  <a:pt x="34358" y="7506"/>
                </a:lnTo>
                <a:lnTo>
                  <a:pt x="33814" y="10976"/>
                </a:lnTo>
                <a:lnTo>
                  <a:pt x="33814" y="19628"/>
                </a:lnTo>
                <a:lnTo>
                  <a:pt x="34983" y="26716"/>
                </a:lnTo>
                <a:lnTo>
                  <a:pt x="33213" y="29233"/>
                </a:lnTo>
                <a:lnTo>
                  <a:pt x="29199" y="27702"/>
                </a:lnTo>
                <a:lnTo>
                  <a:pt x="28371" y="28383"/>
                </a:lnTo>
                <a:lnTo>
                  <a:pt x="27725" y="29131"/>
                </a:lnTo>
                <a:lnTo>
                  <a:pt x="29176" y="33338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89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8" name="object 118"/>
          <p:cNvGrpSpPr/>
          <p:nvPr/>
        </p:nvGrpSpPr>
        <p:grpSpPr>
          <a:xfrm>
            <a:off x="7188434" y="7899551"/>
            <a:ext cx="5973445" cy="2387600"/>
            <a:chOff x="7188434" y="7899551"/>
            <a:chExt cx="5973445" cy="2387600"/>
          </a:xfrm>
        </p:grpSpPr>
        <p:pic>
          <p:nvPicPr>
            <p:cNvPr id="119" name="object 11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745813" y="9374907"/>
              <a:ext cx="89310" cy="8885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188434" y="7899551"/>
              <a:ext cx="5973271" cy="2387447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199660" y="9380294"/>
              <a:ext cx="77880" cy="77971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3083950" y="9386213"/>
              <a:ext cx="66234" cy="66643"/>
            </a:xfrm>
            <a:prstGeom prst="rect">
              <a:avLst/>
            </a:prstGeom>
          </p:spPr>
        </p:pic>
      </p:grpSp>
      <p:sp>
        <p:nvSpPr>
          <p:cNvPr id="123" name="object 123"/>
          <p:cNvSpPr/>
          <p:nvPr/>
        </p:nvSpPr>
        <p:spPr>
          <a:xfrm>
            <a:off x="6888443" y="93968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9"/>
                </a:moveTo>
                <a:lnTo>
                  <a:pt x="17258" y="43657"/>
                </a:lnTo>
                <a:lnTo>
                  <a:pt x="18789" y="39631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68" y="28587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4" y="15059"/>
                </a:lnTo>
                <a:lnTo>
                  <a:pt x="5443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5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7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7" y="10534"/>
                </a:lnTo>
                <a:lnTo>
                  <a:pt x="40607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6" y="44735"/>
                </a:lnTo>
                <a:lnTo>
                  <a:pt x="19118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3432756" y="94084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5" name="object 12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357802" y="9538028"/>
            <a:ext cx="88313" cy="88845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2909546" y="9537881"/>
            <a:ext cx="88301" cy="89367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041585" y="9548948"/>
            <a:ext cx="67436" cy="67414"/>
          </a:xfrm>
          <a:prstGeom prst="rect">
            <a:avLst/>
          </a:prstGeom>
        </p:spPr>
      </p:pic>
      <p:sp>
        <p:nvSpPr>
          <p:cNvPr id="128" name="object 128"/>
          <p:cNvSpPr/>
          <p:nvPr/>
        </p:nvSpPr>
        <p:spPr>
          <a:xfrm>
            <a:off x="13252468" y="9554335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492" y="56561"/>
                </a:moveTo>
                <a:lnTo>
                  <a:pt x="16329" y="55212"/>
                </a:lnTo>
                <a:lnTo>
                  <a:pt x="17599" y="50631"/>
                </a:lnTo>
                <a:lnTo>
                  <a:pt x="16102" y="49145"/>
                </a:lnTo>
                <a:lnTo>
                  <a:pt x="12530" y="50948"/>
                </a:lnTo>
                <a:lnTo>
                  <a:pt x="10659" y="49202"/>
                </a:lnTo>
                <a:lnTo>
                  <a:pt x="12473" y="45517"/>
                </a:lnTo>
                <a:lnTo>
                  <a:pt x="10828" y="43861"/>
                </a:lnTo>
                <a:lnTo>
                  <a:pt x="6712" y="45494"/>
                </a:lnTo>
                <a:lnTo>
                  <a:pt x="5307" y="43373"/>
                </a:lnTo>
                <a:lnTo>
                  <a:pt x="6815" y="40550"/>
                </a:lnTo>
                <a:lnTo>
                  <a:pt x="6146" y="39189"/>
                </a:lnTo>
                <a:lnTo>
                  <a:pt x="5057" y="38463"/>
                </a:lnTo>
                <a:lnTo>
                  <a:pt x="1609" y="40096"/>
                </a:lnTo>
                <a:lnTo>
                  <a:pt x="0" y="38486"/>
                </a:lnTo>
                <a:lnTo>
                  <a:pt x="1009" y="34744"/>
                </a:lnTo>
                <a:lnTo>
                  <a:pt x="11" y="31467"/>
                </a:lnTo>
                <a:lnTo>
                  <a:pt x="124" y="25185"/>
                </a:lnTo>
                <a:lnTo>
                  <a:pt x="941" y="21896"/>
                </a:lnTo>
                <a:lnTo>
                  <a:pt x="33" y="18086"/>
                </a:lnTo>
                <a:lnTo>
                  <a:pt x="1610" y="16510"/>
                </a:lnTo>
                <a:lnTo>
                  <a:pt x="5069" y="18143"/>
                </a:lnTo>
                <a:lnTo>
                  <a:pt x="6146" y="17417"/>
                </a:lnTo>
                <a:lnTo>
                  <a:pt x="6872" y="16328"/>
                </a:lnTo>
                <a:lnTo>
                  <a:pt x="5238" y="12881"/>
                </a:lnTo>
                <a:lnTo>
                  <a:pt x="7053" y="11067"/>
                </a:lnTo>
                <a:lnTo>
                  <a:pt x="10682" y="12881"/>
                </a:lnTo>
                <a:lnTo>
                  <a:pt x="12484" y="11067"/>
                </a:lnTo>
                <a:lnTo>
                  <a:pt x="10681" y="7438"/>
                </a:lnTo>
                <a:lnTo>
                  <a:pt x="12484" y="5624"/>
                </a:lnTo>
                <a:lnTo>
                  <a:pt x="15942" y="7257"/>
                </a:lnTo>
                <a:lnTo>
                  <a:pt x="17020" y="6531"/>
                </a:lnTo>
                <a:lnTo>
                  <a:pt x="17667" y="5783"/>
                </a:lnTo>
                <a:lnTo>
                  <a:pt x="16215" y="1576"/>
                </a:lnTo>
                <a:lnTo>
                  <a:pt x="18812" y="0"/>
                </a:lnTo>
                <a:lnTo>
                  <a:pt x="25740" y="963"/>
                </a:lnTo>
                <a:lnTo>
                  <a:pt x="29448" y="1179"/>
                </a:lnTo>
                <a:lnTo>
                  <a:pt x="37953" y="56"/>
                </a:lnTo>
                <a:lnTo>
                  <a:pt x="39677" y="2177"/>
                </a:lnTo>
                <a:lnTo>
                  <a:pt x="38089" y="5306"/>
                </a:lnTo>
                <a:lnTo>
                  <a:pt x="38793" y="6531"/>
                </a:lnTo>
                <a:lnTo>
                  <a:pt x="40142" y="7211"/>
                </a:lnTo>
                <a:lnTo>
                  <a:pt x="42999" y="5692"/>
                </a:lnTo>
                <a:lnTo>
                  <a:pt x="45109" y="7132"/>
                </a:lnTo>
                <a:lnTo>
                  <a:pt x="43464" y="11203"/>
                </a:lnTo>
                <a:lnTo>
                  <a:pt x="44984" y="12734"/>
                </a:lnTo>
                <a:lnTo>
                  <a:pt x="49100" y="11101"/>
                </a:lnTo>
                <a:lnTo>
                  <a:pt x="50449" y="13153"/>
                </a:lnTo>
                <a:lnTo>
                  <a:pt x="48760" y="16340"/>
                </a:lnTo>
                <a:lnTo>
                  <a:pt x="50438" y="18335"/>
                </a:lnTo>
                <a:lnTo>
                  <a:pt x="54248" y="16555"/>
                </a:lnTo>
                <a:lnTo>
                  <a:pt x="56017" y="18324"/>
                </a:lnTo>
                <a:lnTo>
                  <a:pt x="54316" y="21726"/>
                </a:lnTo>
                <a:lnTo>
                  <a:pt x="55098" y="22860"/>
                </a:lnTo>
                <a:lnTo>
                  <a:pt x="54429" y="26330"/>
                </a:lnTo>
                <a:lnTo>
                  <a:pt x="55949" y="30333"/>
                </a:lnTo>
                <a:lnTo>
                  <a:pt x="54860" y="34710"/>
                </a:lnTo>
                <a:lnTo>
                  <a:pt x="55768" y="38531"/>
                </a:lnTo>
                <a:lnTo>
                  <a:pt x="54372" y="39903"/>
                </a:lnTo>
                <a:lnTo>
                  <a:pt x="50166" y="38350"/>
                </a:lnTo>
                <a:lnTo>
                  <a:pt x="48975" y="40289"/>
                </a:lnTo>
                <a:lnTo>
                  <a:pt x="50540" y="43736"/>
                </a:lnTo>
                <a:lnTo>
                  <a:pt x="48895" y="45381"/>
                </a:lnTo>
                <a:lnTo>
                  <a:pt x="44791" y="43748"/>
                </a:lnTo>
                <a:lnTo>
                  <a:pt x="43793" y="45278"/>
                </a:lnTo>
                <a:lnTo>
                  <a:pt x="44847" y="49769"/>
                </a:lnTo>
                <a:lnTo>
                  <a:pt x="42750" y="50767"/>
                </a:lnTo>
                <a:lnTo>
                  <a:pt x="40312" y="49497"/>
                </a:lnTo>
                <a:lnTo>
                  <a:pt x="38781" y="50064"/>
                </a:lnTo>
                <a:lnTo>
                  <a:pt x="38067" y="51152"/>
                </a:lnTo>
                <a:lnTo>
                  <a:pt x="39688" y="54600"/>
                </a:lnTo>
                <a:lnTo>
                  <a:pt x="38259" y="56017"/>
                </a:lnTo>
                <a:lnTo>
                  <a:pt x="34132" y="55461"/>
                </a:lnTo>
                <a:lnTo>
                  <a:pt x="31535" y="55597"/>
                </a:lnTo>
                <a:lnTo>
                  <a:pt x="29709" y="55484"/>
                </a:lnTo>
                <a:lnTo>
                  <a:pt x="25173" y="55541"/>
                </a:lnTo>
                <a:lnTo>
                  <a:pt x="19492" y="56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737819" y="957175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0" name="object 130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3078383" y="9706683"/>
            <a:ext cx="77482" cy="78402"/>
          </a:xfrm>
          <a:prstGeom prst="rect">
            <a:avLst/>
          </a:prstGeom>
        </p:spPr>
      </p:pic>
      <p:pic>
        <p:nvPicPr>
          <p:cNvPr id="131" name="object 131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7194319" y="9701206"/>
            <a:ext cx="88528" cy="88970"/>
          </a:xfrm>
          <a:prstGeom prst="rect">
            <a:avLst/>
          </a:prstGeom>
        </p:spPr>
      </p:pic>
      <p:sp>
        <p:nvSpPr>
          <p:cNvPr id="132" name="object 132"/>
          <p:cNvSpPr/>
          <p:nvPr/>
        </p:nvSpPr>
        <p:spPr>
          <a:xfrm>
            <a:off x="6884066" y="971773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24947" y="986"/>
                </a:moveTo>
                <a:lnTo>
                  <a:pt x="17025" y="986"/>
                </a:lnTo>
                <a:lnTo>
                  <a:pt x="19833" y="0"/>
                </a:lnTo>
                <a:lnTo>
                  <a:pt x="24947" y="986"/>
                </a:lnTo>
                <a:close/>
              </a:path>
              <a:path w="56515" h="56515">
                <a:moveTo>
                  <a:pt x="38815" y="986"/>
                </a:moveTo>
                <a:lnTo>
                  <a:pt x="31161" y="986"/>
                </a:lnTo>
                <a:lnTo>
                  <a:pt x="35708" y="170"/>
                </a:lnTo>
                <a:lnTo>
                  <a:pt x="38815" y="986"/>
                </a:lnTo>
                <a:close/>
              </a:path>
              <a:path w="56515" h="56515">
                <a:moveTo>
                  <a:pt x="50268" y="17860"/>
                </a:moveTo>
                <a:lnTo>
                  <a:pt x="5920" y="17860"/>
                </a:lnTo>
                <a:lnTo>
                  <a:pt x="7472" y="14242"/>
                </a:lnTo>
                <a:lnTo>
                  <a:pt x="5148" y="9616"/>
                </a:lnTo>
                <a:lnTo>
                  <a:pt x="6168" y="6384"/>
                </a:lnTo>
                <a:lnTo>
                  <a:pt x="17073" y="6384"/>
                </a:lnTo>
                <a:lnTo>
                  <a:pt x="17492" y="5874"/>
                </a:lnTo>
                <a:lnTo>
                  <a:pt x="16434" y="986"/>
                </a:lnTo>
                <a:lnTo>
                  <a:pt x="39338" y="986"/>
                </a:lnTo>
                <a:lnTo>
                  <a:pt x="38406" y="5874"/>
                </a:lnTo>
                <a:lnTo>
                  <a:pt x="38271" y="5874"/>
                </a:lnTo>
                <a:lnTo>
                  <a:pt x="39337" y="6940"/>
                </a:lnTo>
                <a:lnTo>
                  <a:pt x="50283" y="6940"/>
                </a:lnTo>
                <a:lnTo>
                  <a:pt x="50597" y="7223"/>
                </a:lnTo>
                <a:lnTo>
                  <a:pt x="48975" y="10863"/>
                </a:lnTo>
                <a:lnTo>
                  <a:pt x="49701" y="11861"/>
                </a:lnTo>
                <a:lnTo>
                  <a:pt x="50416" y="12949"/>
                </a:lnTo>
                <a:lnTo>
                  <a:pt x="48794" y="16397"/>
                </a:lnTo>
                <a:lnTo>
                  <a:pt x="50268" y="17860"/>
                </a:lnTo>
                <a:close/>
              </a:path>
              <a:path w="56515" h="56515">
                <a:moveTo>
                  <a:pt x="50283" y="6940"/>
                </a:moveTo>
                <a:lnTo>
                  <a:pt x="39337" y="6940"/>
                </a:lnTo>
                <a:lnTo>
                  <a:pt x="43464" y="6384"/>
                </a:lnTo>
                <a:lnTo>
                  <a:pt x="45666" y="6384"/>
                </a:lnTo>
                <a:lnTo>
                  <a:pt x="49100" y="5874"/>
                </a:lnTo>
                <a:lnTo>
                  <a:pt x="50283" y="6940"/>
                </a:lnTo>
                <a:close/>
              </a:path>
              <a:path w="56515" h="56515">
                <a:moveTo>
                  <a:pt x="55380" y="17860"/>
                </a:moveTo>
                <a:lnTo>
                  <a:pt x="50320" y="17860"/>
                </a:lnTo>
                <a:lnTo>
                  <a:pt x="54849" y="16601"/>
                </a:lnTo>
                <a:lnTo>
                  <a:pt x="55380" y="17860"/>
                </a:lnTo>
                <a:close/>
              </a:path>
              <a:path w="56515" h="56515">
                <a:moveTo>
                  <a:pt x="1765" y="39915"/>
                </a:moveTo>
                <a:lnTo>
                  <a:pt x="1553" y="39915"/>
                </a:lnTo>
                <a:lnTo>
                  <a:pt x="703" y="39065"/>
                </a:lnTo>
                <a:lnTo>
                  <a:pt x="58" y="38350"/>
                </a:lnTo>
                <a:lnTo>
                  <a:pt x="952" y="34597"/>
                </a:lnTo>
                <a:lnTo>
                  <a:pt x="0" y="30753"/>
                </a:lnTo>
                <a:lnTo>
                  <a:pt x="396" y="25707"/>
                </a:lnTo>
                <a:lnTo>
                  <a:pt x="714" y="22747"/>
                </a:lnTo>
                <a:lnTo>
                  <a:pt x="805" y="21897"/>
                </a:lnTo>
                <a:lnTo>
                  <a:pt x="158" y="17860"/>
                </a:lnTo>
                <a:lnTo>
                  <a:pt x="1281" y="16737"/>
                </a:lnTo>
                <a:lnTo>
                  <a:pt x="5366" y="17860"/>
                </a:lnTo>
                <a:lnTo>
                  <a:pt x="55380" y="17860"/>
                </a:lnTo>
                <a:lnTo>
                  <a:pt x="56221" y="19787"/>
                </a:lnTo>
                <a:lnTo>
                  <a:pt x="55133" y="25423"/>
                </a:lnTo>
                <a:lnTo>
                  <a:pt x="55206" y="30753"/>
                </a:lnTo>
                <a:lnTo>
                  <a:pt x="56301" y="37398"/>
                </a:lnTo>
                <a:lnTo>
                  <a:pt x="55636" y="38350"/>
                </a:lnTo>
                <a:lnTo>
                  <a:pt x="5068" y="38350"/>
                </a:lnTo>
                <a:lnTo>
                  <a:pt x="1765" y="39915"/>
                </a:lnTo>
                <a:close/>
              </a:path>
              <a:path w="56515" h="56515">
                <a:moveTo>
                  <a:pt x="18275" y="55904"/>
                </a:moveTo>
                <a:lnTo>
                  <a:pt x="18096" y="55904"/>
                </a:lnTo>
                <a:lnTo>
                  <a:pt x="16340" y="55054"/>
                </a:lnTo>
                <a:lnTo>
                  <a:pt x="17536" y="50847"/>
                </a:lnTo>
                <a:lnTo>
                  <a:pt x="17549" y="50518"/>
                </a:lnTo>
                <a:lnTo>
                  <a:pt x="17043" y="49951"/>
                </a:lnTo>
                <a:lnTo>
                  <a:pt x="6157" y="49951"/>
                </a:lnTo>
                <a:lnTo>
                  <a:pt x="6140" y="39065"/>
                </a:lnTo>
                <a:lnTo>
                  <a:pt x="5068" y="38350"/>
                </a:lnTo>
                <a:lnTo>
                  <a:pt x="50570" y="38350"/>
                </a:lnTo>
                <a:lnTo>
                  <a:pt x="49701" y="39065"/>
                </a:lnTo>
                <a:lnTo>
                  <a:pt x="48329" y="41027"/>
                </a:lnTo>
                <a:lnTo>
                  <a:pt x="51481" y="48499"/>
                </a:lnTo>
                <a:lnTo>
                  <a:pt x="50816" y="49044"/>
                </a:lnTo>
                <a:lnTo>
                  <a:pt x="39722" y="49044"/>
                </a:lnTo>
                <a:lnTo>
                  <a:pt x="38248" y="50518"/>
                </a:lnTo>
                <a:lnTo>
                  <a:pt x="39480" y="55054"/>
                </a:lnTo>
                <a:lnTo>
                  <a:pt x="39630" y="55054"/>
                </a:lnTo>
                <a:lnTo>
                  <a:pt x="38823" y="55394"/>
                </a:lnTo>
                <a:lnTo>
                  <a:pt x="21239" y="55394"/>
                </a:lnTo>
                <a:lnTo>
                  <a:pt x="18275" y="55904"/>
                </a:lnTo>
                <a:close/>
              </a:path>
              <a:path w="56515" h="56515">
                <a:moveTo>
                  <a:pt x="54543" y="39915"/>
                </a:moveTo>
                <a:lnTo>
                  <a:pt x="50439" y="38350"/>
                </a:lnTo>
                <a:lnTo>
                  <a:pt x="55636" y="38350"/>
                </a:lnTo>
                <a:lnTo>
                  <a:pt x="54543" y="39915"/>
                </a:lnTo>
                <a:close/>
              </a:path>
              <a:path w="56515" h="56515">
                <a:moveTo>
                  <a:pt x="43408" y="50518"/>
                </a:moveTo>
                <a:lnTo>
                  <a:pt x="42834" y="50518"/>
                </a:lnTo>
                <a:lnTo>
                  <a:pt x="39722" y="49044"/>
                </a:lnTo>
                <a:lnTo>
                  <a:pt x="50816" y="49044"/>
                </a:lnTo>
                <a:lnTo>
                  <a:pt x="50580" y="49237"/>
                </a:lnTo>
                <a:lnTo>
                  <a:pt x="45483" y="49237"/>
                </a:lnTo>
                <a:lnTo>
                  <a:pt x="44258" y="49951"/>
                </a:lnTo>
                <a:lnTo>
                  <a:pt x="43408" y="50518"/>
                </a:lnTo>
                <a:close/>
              </a:path>
              <a:path w="56515" h="56515">
                <a:moveTo>
                  <a:pt x="48613" y="50847"/>
                </a:moveTo>
                <a:lnTo>
                  <a:pt x="45483" y="49237"/>
                </a:lnTo>
                <a:lnTo>
                  <a:pt x="50580" y="49237"/>
                </a:lnTo>
                <a:lnTo>
                  <a:pt x="48613" y="50847"/>
                </a:lnTo>
                <a:close/>
              </a:path>
              <a:path w="56515" h="56515">
                <a:moveTo>
                  <a:pt x="37613" y="55904"/>
                </a:moveTo>
                <a:lnTo>
                  <a:pt x="34710" y="55394"/>
                </a:lnTo>
                <a:lnTo>
                  <a:pt x="38823" y="55394"/>
                </a:lnTo>
                <a:lnTo>
                  <a:pt x="37613" y="55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3420737" y="972303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70"/>
                </a:moveTo>
                <a:lnTo>
                  <a:pt x="29630" y="44394"/>
                </a:lnTo>
                <a:lnTo>
                  <a:pt x="25106" y="45370"/>
                </a:lnTo>
                <a:lnTo>
                  <a:pt x="20820" y="44666"/>
                </a:lnTo>
                <a:lnTo>
                  <a:pt x="16170" y="44666"/>
                </a:lnTo>
                <a:lnTo>
                  <a:pt x="13222" y="45177"/>
                </a:lnTo>
                <a:lnTo>
                  <a:pt x="11362" y="44372"/>
                </a:lnTo>
                <a:lnTo>
                  <a:pt x="12575" y="39813"/>
                </a:lnTo>
                <a:lnTo>
                  <a:pt x="12042" y="39224"/>
                </a:lnTo>
                <a:lnTo>
                  <a:pt x="10671" y="38554"/>
                </a:lnTo>
                <a:lnTo>
                  <a:pt x="7847" y="40063"/>
                </a:lnTo>
                <a:lnTo>
                  <a:pt x="5726" y="38645"/>
                </a:lnTo>
                <a:lnTo>
                  <a:pt x="7359" y="34540"/>
                </a:lnTo>
                <a:lnTo>
                  <a:pt x="5964" y="33146"/>
                </a:lnTo>
                <a:lnTo>
                  <a:pt x="1542" y="34529"/>
                </a:lnTo>
                <a:lnTo>
                  <a:pt x="34" y="31524"/>
                </a:lnTo>
                <a:lnTo>
                  <a:pt x="1168" y="25469"/>
                </a:lnTo>
                <a:lnTo>
                  <a:pt x="1168" y="20763"/>
                </a:lnTo>
                <a:lnTo>
                  <a:pt x="0" y="13675"/>
                </a:lnTo>
                <a:lnTo>
                  <a:pt x="1757" y="11158"/>
                </a:lnTo>
                <a:lnTo>
                  <a:pt x="5772" y="12700"/>
                </a:lnTo>
                <a:lnTo>
                  <a:pt x="6600" y="12008"/>
                </a:lnTo>
                <a:lnTo>
                  <a:pt x="7326" y="10920"/>
                </a:lnTo>
                <a:lnTo>
                  <a:pt x="5692" y="7484"/>
                </a:lnTo>
                <a:lnTo>
                  <a:pt x="7507" y="5669"/>
                </a:lnTo>
                <a:lnTo>
                  <a:pt x="10954" y="7291"/>
                </a:lnTo>
                <a:lnTo>
                  <a:pt x="12042" y="6576"/>
                </a:lnTo>
                <a:lnTo>
                  <a:pt x="12575" y="5976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4"/>
                </a:lnTo>
                <a:lnTo>
                  <a:pt x="25514" y="1134"/>
                </a:lnTo>
                <a:lnTo>
                  <a:pt x="31547" y="0"/>
                </a:lnTo>
                <a:lnTo>
                  <a:pt x="34563" y="1508"/>
                </a:lnTo>
                <a:lnTo>
                  <a:pt x="33180" y="5941"/>
                </a:lnTo>
                <a:lnTo>
                  <a:pt x="34563" y="7336"/>
                </a:lnTo>
                <a:lnTo>
                  <a:pt x="38680" y="5703"/>
                </a:lnTo>
                <a:lnTo>
                  <a:pt x="40086" y="7824"/>
                </a:lnTo>
                <a:lnTo>
                  <a:pt x="38577" y="10647"/>
                </a:lnTo>
                <a:lnTo>
                  <a:pt x="39247" y="12008"/>
                </a:lnTo>
                <a:lnTo>
                  <a:pt x="40335" y="12734"/>
                </a:lnTo>
                <a:lnTo>
                  <a:pt x="43783" y="11101"/>
                </a:lnTo>
                <a:lnTo>
                  <a:pt x="45596" y="12915"/>
                </a:lnTo>
                <a:lnTo>
                  <a:pt x="43896" y="16317"/>
                </a:lnTo>
                <a:lnTo>
                  <a:pt x="44678" y="17451"/>
                </a:lnTo>
                <a:lnTo>
                  <a:pt x="44020" y="20921"/>
                </a:lnTo>
                <a:lnTo>
                  <a:pt x="45528" y="24924"/>
                </a:lnTo>
                <a:lnTo>
                  <a:pt x="44440" y="29301"/>
                </a:lnTo>
                <a:lnTo>
                  <a:pt x="45347" y="33112"/>
                </a:lnTo>
                <a:lnTo>
                  <a:pt x="43770" y="34688"/>
                </a:lnTo>
                <a:lnTo>
                  <a:pt x="40312" y="33055"/>
                </a:lnTo>
                <a:lnTo>
                  <a:pt x="39235" y="33781"/>
                </a:lnTo>
                <a:lnTo>
                  <a:pt x="38589" y="35198"/>
                </a:lnTo>
                <a:lnTo>
                  <a:pt x="40040" y="37908"/>
                </a:lnTo>
                <a:lnTo>
                  <a:pt x="38725" y="40063"/>
                </a:lnTo>
                <a:lnTo>
                  <a:pt x="34517" y="38498"/>
                </a:lnTo>
                <a:lnTo>
                  <a:pt x="33043" y="39983"/>
                </a:lnTo>
                <a:lnTo>
                  <a:pt x="34665" y="44088"/>
                </a:lnTo>
                <a:lnTo>
                  <a:pt x="32737" y="45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4" name="object 134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036074" y="9870609"/>
            <a:ext cx="78016" cy="77506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3246560" y="9875417"/>
            <a:ext cx="67538" cy="67606"/>
          </a:xfrm>
          <a:prstGeom prst="rect">
            <a:avLst/>
          </a:prstGeom>
        </p:spPr>
      </p:pic>
      <p:sp>
        <p:nvSpPr>
          <p:cNvPr id="136" name="object 136"/>
          <p:cNvSpPr/>
          <p:nvPr/>
        </p:nvSpPr>
        <p:spPr>
          <a:xfrm>
            <a:off x="6725765" y="988628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66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7" y="44814"/>
                </a:lnTo>
                <a:lnTo>
                  <a:pt x="19300" y="44712"/>
                </a:lnTo>
                <a:lnTo>
                  <a:pt x="16419" y="44712"/>
                </a:lnTo>
                <a:lnTo>
                  <a:pt x="12949" y="45256"/>
                </a:lnTo>
                <a:lnTo>
                  <a:pt x="11248" y="44224"/>
                </a:lnTo>
                <a:lnTo>
                  <a:pt x="12700" y="40017"/>
                </a:lnTo>
                <a:lnTo>
                  <a:pt x="12054" y="39269"/>
                </a:lnTo>
                <a:lnTo>
                  <a:pt x="10681" y="38600"/>
                </a:lnTo>
                <a:lnTo>
                  <a:pt x="7869" y="40108"/>
                </a:lnTo>
                <a:lnTo>
                  <a:pt x="5737" y="38690"/>
                </a:lnTo>
                <a:lnTo>
                  <a:pt x="7370" y="34586"/>
                </a:lnTo>
                <a:lnTo>
                  <a:pt x="5976" y="33191"/>
                </a:lnTo>
                <a:lnTo>
                  <a:pt x="1542" y="34574"/>
                </a:lnTo>
                <a:lnTo>
                  <a:pt x="34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3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42" y="725"/>
                </a:lnTo>
                <a:lnTo>
                  <a:pt x="29392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19" y="12961"/>
                </a:lnTo>
                <a:lnTo>
                  <a:pt x="43986" y="16363"/>
                </a:lnTo>
                <a:lnTo>
                  <a:pt x="44712" y="17497"/>
                </a:lnTo>
                <a:lnTo>
                  <a:pt x="44712" y="29709"/>
                </a:lnTo>
                <a:lnTo>
                  <a:pt x="45222" y="32624"/>
                </a:lnTo>
                <a:lnTo>
                  <a:pt x="44417" y="34517"/>
                </a:lnTo>
                <a:lnTo>
                  <a:pt x="39836" y="33259"/>
                </a:lnTo>
                <a:lnTo>
                  <a:pt x="38611" y="34483"/>
                </a:lnTo>
                <a:lnTo>
                  <a:pt x="40051" y="38861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6" y="39269"/>
                </a:lnTo>
                <a:lnTo>
                  <a:pt x="33100" y="40357"/>
                </a:lnTo>
                <a:lnTo>
                  <a:pt x="34733" y="43804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3596047" y="989833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8" name="object 138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878192" y="10038708"/>
            <a:ext cx="67584" cy="67572"/>
          </a:xfrm>
          <a:prstGeom prst="rect">
            <a:avLst/>
          </a:prstGeom>
        </p:spPr>
      </p:pic>
      <p:sp>
        <p:nvSpPr>
          <p:cNvPr id="139" name="object 139"/>
          <p:cNvSpPr/>
          <p:nvPr/>
        </p:nvSpPr>
        <p:spPr>
          <a:xfrm>
            <a:off x="13415714" y="100443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13" y="55927"/>
                </a:moveTo>
                <a:lnTo>
                  <a:pt x="34699" y="55416"/>
                </a:lnTo>
                <a:lnTo>
                  <a:pt x="21250" y="55416"/>
                </a:lnTo>
                <a:lnTo>
                  <a:pt x="18143" y="55949"/>
                </a:lnTo>
                <a:lnTo>
                  <a:pt x="16340" y="55076"/>
                </a:lnTo>
                <a:lnTo>
                  <a:pt x="17622" y="50609"/>
                </a:lnTo>
                <a:lnTo>
                  <a:pt x="17055" y="49974"/>
                </a:lnTo>
                <a:lnTo>
                  <a:pt x="6157" y="49974"/>
                </a:lnTo>
                <a:lnTo>
                  <a:pt x="6157" y="39087"/>
                </a:lnTo>
                <a:lnTo>
                  <a:pt x="5057" y="38362"/>
                </a:lnTo>
                <a:lnTo>
                  <a:pt x="1620" y="39995"/>
                </a:lnTo>
                <a:lnTo>
                  <a:pt x="45" y="38418"/>
                </a:lnTo>
                <a:lnTo>
                  <a:pt x="952" y="34608"/>
                </a:lnTo>
                <a:lnTo>
                  <a:pt x="0" y="30775"/>
                </a:lnTo>
                <a:lnTo>
                  <a:pt x="804" y="21908"/>
                </a:lnTo>
                <a:lnTo>
                  <a:pt x="158" y="17871"/>
                </a:lnTo>
                <a:lnTo>
                  <a:pt x="1292" y="16748"/>
                </a:lnTo>
                <a:lnTo>
                  <a:pt x="5862" y="17996"/>
                </a:lnTo>
                <a:lnTo>
                  <a:pt x="7461" y="14242"/>
                </a:lnTo>
                <a:lnTo>
                  <a:pt x="5147" y="9627"/>
                </a:lnTo>
                <a:lnTo>
                  <a:pt x="6157" y="6429"/>
                </a:lnTo>
                <a:lnTo>
                  <a:pt x="17043" y="6429"/>
                </a:lnTo>
                <a:lnTo>
                  <a:pt x="17496" y="5907"/>
                </a:lnTo>
                <a:lnTo>
                  <a:pt x="16464" y="1190"/>
                </a:lnTo>
                <a:lnTo>
                  <a:pt x="19821" y="0"/>
                </a:lnTo>
                <a:lnTo>
                  <a:pt x="24935" y="986"/>
                </a:lnTo>
                <a:lnTo>
                  <a:pt x="31150" y="986"/>
                </a:lnTo>
                <a:lnTo>
                  <a:pt x="35708" y="170"/>
                </a:lnTo>
                <a:lnTo>
                  <a:pt x="39315" y="1122"/>
                </a:lnTo>
                <a:lnTo>
                  <a:pt x="38384" y="5987"/>
                </a:lnTo>
                <a:lnTo>
                  <a:pt x="39326" y="6939"/>
                </a:lnTo>
                <a:lnTo>
                  <a:pt x="43453" y="6384"/>
                </a:lnTo>
                <a:lnTo>
                  <a:pt x="45121" y="6474"/>
                </a:lnTo>
                <a:lnTo>
                  <a:pt x="49089" y="5885"/>
                </a:lnTo>
                <a:lnTo>
                  <a:pt x="50586" y="7234"/>
                </a:lnTo>
                <a:lnTo>
                  <a:pt x="48976" y="10863"/>
                </a:lnTo>
                <a:lnTo>
                  <a:pt x="50404" y="12961"/>
                </a:lnTo>
                <a:lnTo>
                  <a:pt x="48783" y="16408"/>
                </a:lnTo>
                <a:lnTo>
                  <a:pt x="50269" y="17893"/>
                </a:lnTo>
                <a:lnTo>
                  <a:pt x="54827" y="16623"/>
                </a:lnTo>
                <a:lnTo>
                  <a:pt x="56210" y="19810"/>
                </a:lnTo>
                <a:lnTo>
                  <a:pt x="55122" y="25446"/>
                </a:lnTo>
                <a:lnTo>
                  <a:pt x="55122" y="30333"/>
                </a:lnTo>
                <a:lnTo>
                  <a:pt x="56290" y="37420"/>
                </a:lnTo>
                <a:lnTo>
                  <a:pt x="54532" y="39938"/>
                </a:lnTo>
                <a:lnTo>
                  <a:pt x="50518" y="38407"/>
                </a:lnTo>
                <a:lnTo>
                  <a:pt x="49690" y="39087"/>
                </a:lnTo>
                <a:lnTo>
                  <a:pt x="48329" y="41049"/>
                </a:lnTo>
                <a:lnTo>
                  <a:pt x="51459" y="48522"/>
                </a:lnTo>
                <a:lnTo>
                  <a:pt x="48601" y="50869"/>
                </a:lnTo>
                <a:lnTo>
                  <a:pt x="45483" y="49270"/>
                </a:lnTo>
                <a:lnTo>
                  <a:pt x="43159" y="50699"/>
                </a:lnTo>
                <a:lnTo>
                  <a:pt x="39711" y="49066"/>
                </a:lnTo>
                <a:lnTo>
                  <a:pt x="38249" y="50541"/>
                </a:lnTo>
                <a:lnTo>
                  <a:pt x="39496" y="55133"/>
                </a:lnTo>
                <a:lnTo>
                  <a:pt x="37613" y="55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574528" y="1006162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1" name="object 14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030597" y="10191384"/>
            <a:ext cx="89344" cy="88823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3241673" y="10196544"/>
            <a:ext cx="77472" cy="78425"/>
          </a:xfrm>
          <a:prstGeom prst="rect">
            <a:avLst/>
          </a:prstGeom>
        </p:spPr>
      </p:pic>
      <p:sp>
        <p:nvSpPr>
          <p:cNvPr id="143" name="object 143"/>
          <p:cNvSpPr/>
          <p:nvPr/>
        </p:nvSpPr>
        <p:spPr>
          <a:xfrm>
            <a:off x="6720787" y="1020749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574"/>
                </a:moveTo>
                <a:lnTo>
                  <a:pt x="16351" y="55225"/>
                </a:lnTo>
                <a:lnTo>
                  <a:pt x="17599" y="50643"/>
                </a:lnTo>
                <a:lnTo>
                  <a:pt x="16113" y="49158"/>
                </a:lnTo>
                <a:lnTo>
                  <a:pt x="12541" y="50972"/>
                </a:lnTo>
                <a:lnTo>
                  <a:pt x="10670" y="49226"/>
                </a:lnTo>
                <a:lnTo>
                  <a:pt x="12484" y="45529"/>
                </a:lnTo>
                <a:lnTo>
                  <a:pt x="10829" y="43873"/>
                </a:lnTo>
                <a:lnTo>
                  <a:pt x="6724" y="45506"/>
                </a:lnTo>
                <a:lnTo>
                  <a:pt x="5306" y="43374"/>
                </a:lnTo>
                <a:lnTo>
                  <a:pt x="6815" y="40562"/>
                </a:lnTo>
                <a:lnTo>
                  <a:pt x="6146" y="39190"/>
                </a:lnTo>
                <a:lnTo>
                  <a:pt x="5057" y="38464"/>
                </a:lnTo>
                <a:lnTo>
                  <a:pt x="1610" y="40097"/>
                </a:lnTo>
                <a:lnTo>
                  <a:pt x="0" y="38487"/>
                </a:lnTo>
                <a:lnTo>
                  <a:pt x="1009" y="34756"/>
                </a:lnTo>
                <a:lnTo>
                  <a:pt x="11" y="31468"/>
                </a:lnTo>
                <a:lnTo>
                  <a:pt x="124" y="25185"/>
                </a:lnTo>
                <a:lnTo>
                  <a:pt x="941" y="21897"/>
                </a:lnTo>
                <a:lnTo>
                  <a:pt x="34" y="18087"/>
                </a:lnTo>
                <a:lnTo>
                  <a:pt x="1610" y="16511"/>
                </a:lnTo>
                <a:lnTo>
                  <a:pt x="5057" y="18143"/>
                </a:lnTo>
                <a:lnTo>
                  <a:pt x="6146" y="17418"/>
                </a:lnTo>
                <a:lnTo>
                  <a:pt x="6871" y="16329"/>
                </a:lnTo>
                <a:lnTo>
                  <a:pt x="5238" y="12882"/>
                </a:lnTo>
                <a:lnTo>
                  <a:pt x="7053" y="11067"/>
                </a:lnTo>
                <a:lnTo>
                  <a:pt x="10681" y="12882"/>
                </a:lnTo>
                <a:lnTo>
                  <a:pt x="12496" y="11067"/>
                </a:lnTo>
                <a:lnTo>
                  <a:pt x="10681" y="7439"/>
                </a:lnTo>
                <a:lnTo>
                  <a:pt x="12496" y="5624"/>
                </a:lnTo>
                <a:lnTo>
                  <a:pt x="15943" y="7257"/>
                </a:lnTo>
                <a:lnTo>
                  <a:pt x="17032" y="6531"/>
                </a:lnTo>
                <a:lnTo>
                  <a:pt x="17678" y="5783"/>
                </a:lnTo>
                <a:lnTo>
                  <a:pt x="16227" y="1576"/>
                </a:lnTo>
                <a:lnTo>
                  <a:pt x="18823" y="0"/>
                </a:lnTo>
                <a:lnTo>
                  <a:pt x="25752" y="964"/>
                </a:lnTo>
                <a:lnTo>
                  <a:pt x="29449" y="1179"/>
                </a:lnTo>
                <a:lnTo>
                  <a:pt x="37965" y="56"/>
                </a:lnTo>
                <a:lnTo>
                  <a:pt x="39700" y="2177"/>
                </a:lnTo>
                <a:lnTo>
                  <a:pt x="38101" y="5307"/>
                </a:lnTo>
                <a:lnTo>
                  <a:pt x="38804" y="6531"/>
                </a:lnTo>
                <a:lnTo>
                  <a:pt x="40165" y="7212"/>
                </a:lnTo>
                <a:lnTo>
                  <a:pt x="43011" y="5692"/>
                </a:lnTo>
                <a:lnTo>
                  <a:pt x="45131" y="7132"/>
                </a:lnTo>
                <a:lnTo>
                  <a:pt x="43476" y="11203"/>
                </a:lnTo>
                <a:lnTo>
                  <a:pt x="45007" y="12734"/>
                </a:lnTo>
                <a:lnTo>
                  <a:pt x="49111" y="11101"/>
                </a:lnTo>
                <a:lnTo>
                  <a:pt x="50472" y="13154"/>
                </a:lnTo>
                <a:lnTo>
                  <a:pt x="48783" y="16340"/>
                </a:lnTo>
                <a:lnTo>
                  <a:pt x="50461" y="18336"/>
                </a:lnTo>
                <a:lnTo>
                  <a:pt x="54271" y="16556"/>
                </a:lnTo>
                <a:lnTo>
                  <a:pt x="56040" y="18325"/>
                </a:lnTo>
                <a:lnTo>
                  <a:pt x="54407" y="21727"/>
                </a:lnTo>
                <a:lnTo>
                  <a:pt x="55133" y="22861"/>
                </a:lnTo>
                <a:lnTo>
                  <a:pt x="54475" y="26331"/>
                </a:lnTo>
                <a:lnTo>
                  <a:pt x="55995" y="30334"/>
                </a:lnTo>
                <a:lnTo>
                  <a:pt x="54895" y="34710"/>
                </a:lnTo>
                <a:lnTo>
                  <a:pt x="55802" y="38521"/>
                </a:lnTo>
                <a:lnTo>
                  <a:pt x="54407" y="39916"/>
                </a:lnTo>
                <a:lnTo>
                  <a:pt x="50211" y="38351"/>
                </a:lnTo>
                <a:lnTo>
                  <a:pt x="49009" y="40290"/>
                </a:lnTo>
                <a:lnTo>
                  <a:pt x="50586" y="43737"/>
                </a:lnTo>
                <a:lnTo>
                  <a:pt x="48930" y="45393"/>
                </a:lnTo>
                <a:lnTo>
                  <a:pt x="44825" y="43760"/>
                </a:lnTo>
                <a:lnTo>
                  <a:pt x="43816" y="45279"/>
                </a:lnTo>
                <a:lnTo>
                  <a:pt x="44870" y="49781"/>
                </a:lnTo>
                <a:lnTo>
                  <a:pt x="42773" y="50779"/>
                </a:lnTo>
                <a:lnTo>
                  <a:pt x="40346" y="49509"/>
                </a:lnTo>
                <a:lnTo>
                  <a:pt x="38804" y="50076"/>
                </a:lnTo>
                <a:lnTo>
                  <a:pt x="38078" y="51165"/>
                </a:lnTo>
                <a:lnTo>
                  <a:pt x="39711" y="54612"/>
                </a:lnTo>
                <a:lnTo>
                  <a:pt x="38293" y="56030"/>
                </a:lnTo>
                <a:lnTo>
                  <a:pt x="34154" y="55474"/>
                </a:lnTo>
                <a:lnTo>
                  <a:pt x="31558" y="55610"/>
                </a:lnTo>
                <a:lnTo>
                  <a:pt x="29732" y="55497"/>
                </a:lnTo>
                <a:lnTo>
                  <a:pt x="25185" y="55553"/>
                </a:lnTo>
                <a:lnTo>
                  <a:pt x="19504" y="56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3583381" y="10213338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5" h="45084">
                <a:moveTo>
                  <a:pt x="19095" y="44939"/>
                </a:moveTo>
                <a:lnTo>
                  <a:pt x="17246" y="43658"/>
                </a:lnTo>
                <a:lnTo>
                  <a:pt x="18777" y="39632"/>
                </a:lnTo>
                <a:lnTo>
                  <a:pt x="18097" y="38793"/>
                </a:lnTo>
                <a:lnTo>
                  <a:pt x="16124" y="37432"/>
                </a:lnTo>
                <a:lnTo>
                  <a:pt x="8663" y="40573"/>
                </a:lnTo>
                <a:lnTo>
                  <a:pt x="6315" y="37704"/>
                </a:lnTo>
                <a:lnTo>
                  <a:pt x="7914" y="34586"/>
                </a:lnTo>
                <a:lnTo>
                  <a:pt x="7211" y="33350"/>
                </a:lnTo>
                <a:lnTo>
                  <a:pt x="6485" y="32261"/>
                </a:lnTo>
                <a:lnTo>
                  <a:pt x="8106" y="28814"/>
                </a:lnTo>
                <a:lnTo>
                  <a:pt x="6303" y="26999"/>
                </a:lnTo>
                <a:lnTo>
                  <a:pt x="2788" y="28587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2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29" y="6849"/>
                </a:lnTo>
                <a:lnTo>
                  <a:pt x="13743" y="5409"/>
                </a:lnTo>
                <a:lnTo>
                  <a:pt x="17190" y="7042"/>
                </a:lnTo>
                <a:lnTo>
                  <a:pt x="18573" y="5658"/>
                </a:lnTo>
                <a:lnTo>
                  <a:pt x="17530" y="873"/>
                </a:lnTo>
                <a:lnTo>
                  <a:pt x="20093" y="56"/>
                </a:lnTo>
                <a:lnTo>
                  <a:pt x="26998" y="0"/>
                </a:lnTo>
                <a:lnTo>
                  <a:pt x="29573" y="895"/>
                </a:lnTo>
                <a:lnTo>
                  <a:pt x="28484" y="5635"/>
                </a:lnTo>
                <a:lnTo>
                  <a:pt x="29493" y="6645"/>
                </a:lnTo>
                <a:lnTo>
                  <a:pt x="33621" y="6101"/>
                </a:lnTo>
                <a:lnTo>
                  <a:pt x="35254" y="6180"/>
                </a:lnTo>
                <a:lnTo>
                  <a:pt x="39303" y="5602"/>
                </a:lnTo>
                <a:lnTo>
                  <a:pt x="40765" y="6985"/>
                </a:lnTo>
                <a:lnTo>
                  <a:pt x="39132" y="10534"/>
                </a:lnTo>
                <a:lnTo>
                  <a:pt x="40572" y="12666"/>
                </a:lnTo>
                <a:lnTo>
                  <a:pt x="38951" y="16113"/>
                </a:lnTo>
                <a:lnTo>
                  <a:pt x="40425" y="17588"/>
                </a:lnTo>
                <a:lnTo>
                  <a:pt x="45006" y="16340"/>
                </a:lnTo>
                <a:lnTo>
                  <a:pt x="45800" y="18200"/>
                </a:lnTo>
                <a:lnTo>
                  <a:pt x="45993" y="26909"/>
                </a:lnTo>
                <a:lnTo>
                  <a:pt x="44700" y="28757"/>
                </a:lnTo>
                <a:lnTo>
                  <a:pt x="40686" y="27226"/>
                </a:lnTo>
                <a:lnTo>
                  <a:pt x="39858" y="27907"/>
                </a:lnTo>
                <a:lnTo>
                  <a:pt x="38497" y="29869"/>
                </a:lnTo>
                <a:lnTo>
                  <a:pt x="41627" y="37341"/>
                </a:lnTo>
                <a:lnTo>
                  <a:pt x="38769" y="39689"/>
                </a:lnTo>
                <a:lnTo>
                  <a:pt x="35651" y="38089"/>
                </a:lnTo>
                <a:lnTo>
                  <a:pt x="34415" y="38793"/>
                </a:lnTo>
                <a:lnTo>
                  <a:pt x="33326" y="39518"/>
                </a:lnTo>
                <a:lnTo>
                  <a:pt x="29891" y="37886"/>
                </a:lnTo>
                <a:lnTo>
                  <a:pt x="28405" y="39371"/>
                </a:lnTo>
                <a:lnTo>
                  <a:pt x="29664" y="43952"/>
                </a:lnTo>
                <a:lnTo>
                  <a:pt x="27804" y="44735"/>
                </a:lnTo>
                <a:lnTo>
                  <a:pt x="19095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5" name="object 145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6439740" y="8753305"/>
            <a:ext cx="818418" cy="750570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18869" y="9316617"/>
            <a:ext cx="409728" cy="375919"/>
          </a:xfrm>
          <a:prstGeom prst="rect">
            <a:avLst/>
          </a:prstGeom>
        </p:spPr>
      </p:pic>
      <p:grpSp>
        <p:nvGrpSpPr>
          <p:cNvPr id="147" name="object 147"/>
          <p:cNvGrpSpPr/>
          <p:nvPr/>
        </p:nvGrpSpPr>
        <p:grpSpPr>
          <a:xfrm>
            <a:off x="296532" y="473969"/>
            <a:ext cx="7844155" cy="5257800"/>
            <a:chOff x="296532" y="473969"/>
            <a:chExt cx="7844155" cy="5257800"/>
          </a:xfrm>
        </p:grpSpPr>
        <p:pic>
          <p:nvPicPr>
            <p:cNvPr id="148" name="object 14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43972" y="521595"/>
              <a:ext cx="7748988" cy="5165803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344157" y="521594"/>
              <a:ext cx="7748905" cy="5162550"/>
            </a:xfrm>
            <a:custGeom>
              <a:avLst/>
              <a:gdLst/>
              <a:ahLst/>
              <a:cxnLst/>
              <a:rect l="l" t="t" r="r" b="b"/>
              <a:pathLst>
                <a:path w="7748905" h="5162550">
                  <a:moveTo>
                    <a:pt x="0" y="5162550"/>
                  </a:moveTo>
                  <a:lnTo>
                    <a:pt x="0" y="0"/>
                  </a:lnTo>
                  <a:lnTo>
                    <a:pt x="7748798" y="0"/>
                  </a:lnTo>
                  <a:lnTo>
                    <a:pt x="7748798" y="5162550"/>
                  </a:lnTo>
                </a:path>
              </a:pathLst>
            </a:custGeom>
            <a:ln w="95250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343972" y="533666"/>
            <a:ext cx="7749540" cy="4880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66875" marR="950594" indent="-708660">
              <a:lnSpc>
                <a:spcPct val="117100"/>
              </a:lnSpc>
              <a:spcBef>
                <a:spcPts val="90"/>
              </a:spcBef>
            </a:pPr>
            <a:r>
              <a:rPr sz="3400" spc="195" dirty="0">
                <a:latin typeface="Times New Roman"/>
                <a:cs typeface="Times New Roman"/>
              </a:rPr>
              <a:t>CREATE</a:t>
            </a:r>
            <a:r>
              <a:rPr sz="3400" spc="25" dirty="0">
                <a:latin typeface="Times New Roman"/>
                <a:cs typeface="Times New Roman"/>
              </a:rPr>
              <a:t> </a:t>
            </a:r>
            <a:r>
              <a:rPr sz="3400" spc="120" dirty="0">
                <a:latin typeface="Times New Roman"/>
                <a:cs typeface="Times New Roman"/>
              </a:rPr>
              <a:t>TABLE</a:t>
            </a:r>
            <a:r>
              <a:rPr sz="3400" spc="30" dirty="0">
                <a:latin typeface="Times New Roman"/>
                <a:cs typeface="Times New Roman"/>
              </a:rPr>
              <a:t> </a:t>
            </a:r>
            <a:r>
              <a:rPr sz="3400" spc="125" dirty="0">
                <a:latin typeface="Times New Roman"/>
                <a:cs typeface="Times New Roman"/>
              </a:rPr>
              <a:t>production</a:t>
            </a:r>
            <a:r>
              <a:rPr sz="3400" spc="30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( </a:t>
            </a:r>
            <a:r>
              <a:rPr sz="3400" spc="125" dirty="0">
                <a:latin typeface="Times New Roman"/>
                <a:cs typeface="Times New Roman"/>
              </a:rPr>
              <a:t>country</a:t>
            </a:r>
            <a:r>
              <a:rPr sz="3400" spc="30" dirty="0">
                <a:latin typeface="Times New Roman"/>
                <a:cs typeface="Times New Roman"/>
              </a:rPr>
              <a:t> </a:t>
            </a:r>
            <a:r>
              <a:rPr sz="3400" spc="70" dirty="0">
                <a:latin typeface="Times New Roman"/>
                <a:cs typeface="Times New Roman"/>
              </a:rPr>
              <a:t>VARCHAR(100),</a:t>
            </a:r>
            <a:endParaRPr sz="3400" dirty="0">
              <a:latin typeface="Times New Roman"/>
              <a:cs typeface="Times New Roman"/>
            </a:endParaRPr>
          </a:p>
          <a:p>
            <a:pPr marL="3196590" marR="1446530" indent="-1306195">
              <a:lnSpc>
                <a:spcPct val="117100"/>
              </a:lnSpc>
              <a:spcBef>
                <a:spcPts val="5"/>
              </a:spcBef>
            </a:pPr>
            <a:r>
              <a:rPr sz="3400" dirty="0">
                <a:latin typeface="Times New Roman"/>
                <a:cs typeface="Times New Roman"/>
              </a:rPr>
              <a:t>energy</a:t>
            </a:r>
            <a:r>
              <a:rPr sz="3400" spc="260" dirty="0">
                <a:latin typeface="Times New Roman"/>
                <a:cs typeface="Times New Roman"/>
              </a:rPr>
              <a:t> </a:t>
            </a:r>
            <a:r>
              <a:rPr sz="3400" spc="75" dirty="0">
                <a:latin typeface="Times New Roman"/>
                <a:cs typeface="Times New Roman"/>
              </a:rPr>
              <a:t>VARCHAR(50), </a:t>
            </a:r>
            <a:r>
              <a:rPr sz="3400" spc="85" dirty="0">
                <a:latin typeface="Times New Roman"/>
                <a:cs typeface="Times New Roman"/>
              </a:rPr>
              <a:t>year</a:t>
            </a:r>
            <a:r>
              <a:rPr sz="3400" spc="10" dirty="0">
                <a:latin typeface="Times New Roman"/>
                <a:cs typeface="Times New Roman"/>
              </a:rPr>
              <a:t> </a:t>
            </a:r>
            <a:r>
              <a:rPr sz="3400" spc="95" dirty="0">
                <a:latin typeface="Times New Roman"/>
                <a:cs typeface="Times New Roman"/>
              </a:rPr>
              <a:t>INT,</a:t>
            </a:r>
            <a:endParaRPr sz="3400" dirty="0">
              <a:latin typeface="Times New Roman"/>
              <a:cs typeface="Times New Roman"/>
            </a:endParaRPr>
          </a:p>
          <a:p>
            <a:pPr marL="1552575" marR="1108710" indent="1013460">
              <a:lnSpc>
                <a:spcPct val="117100"/>
              </a:lnSpc>
            </a:pPr>
            <a:r>
              <a:rPr sz="3400" spc="125" dirty="0">
                <a:latin typeface="Times New Roman"/>
                <a:cs typeface="Times New Roman"/>
              </a:rPr>
              <a:t>production</a:t>
            </a:r>
            <a:r>
              <a:rPr sz="3400" spc="50" dirty="0">
                <a:latin typeface="Times New Roman"/>
                <a:cs typeface="Times New Roman"/>
              </a:rPr>
              <a:t> </a:t>
            </a:r>
            <a:r>
              <a:rPr sz="3400" spc="95" dirty="0">
                <a:latin typeface="Times New Roman"/>
                <a:cs typeface="Times New Roman"/>
              </a:rPr>
              <a:t>INT, </a:t>
            </a:r>
            <a:r>
              <a:rPr sz="3400" spc="295" dirty="0">
                <a:latin typeface="Times New Roman"/>
                <a:cs typeface="Times New Roman"/>
              </a:rPr>
              <a:t>FOREIGN</a:t>
            </a:r>
            <a:r>
              <a:rPr sz="3400" spc="10" dirty="0">
                <a:latin typeface="Times New Roman"/>
                <a:cs typeface="Times New Roman"/>
              </a:rPr>
              <a:t> </a:t>
            </a:r>
            <a:r>
              <a:rPr sz="3400" spc="250" dirty="0">
                <a:latin typeface="Times New Roman"/>
                <a:cs typeface="Times New Roman"/>
              </a:rPr>
              <a:t>KEY</a:t>
            </a:r>
            <a:r>
              <a:rPr sz="3400" spc="15" dirty="0">
                <a:latin typeface="Times New Roman"/>
                <a:cs typeface="Times New Roman"/>
              </a:rPr>
              <a:t> </a:t>
            </a:r>
            <a:r>
              <a:rPr sz="3400" spc="85" dirty="0">
                <a:latin typeface="Times New Roman"/>
                <a:cs typeface="Times New Roman"/>
              </a:rPr>
              <a:t>(country)</a:t>
            </a:r>
            <a:endParaRPr sz="3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sz="3400" spc="250" dirty="0">
                <a:latin typeface="Times New Roman"/>
                <a:cs typeface="Times New Roman"/>
              </a:rPr>
              <a:t>REFERENCES</a:t>
            </a:r>
            <a:r>
              <a:rPr sz="3400" spc="25" dirty="0">
                <a:latin typeface="Times New Roman"/>
                <a:cs typeface="Times New Roman"/>
              </a:rPr>
              <a:t> </a:t>
            </a:r>
            <a:r>
              <a:rPr sz="3400" spc="114" dirty="0">
                <a:latin typeface="Times New Roman"/>
                <a:cs typeface="Times New Roman"/>
              </a:rPr>
              <a:t>country(Country)</a:t>
            </a:r>
            <a:endParaRPr sz="3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3400" spc="-25" dirty="0">
                <a:latin typeface="Times New Roman"/>
                <a:cs typeface="Times New Roman"/>
              </a:rPr>
              <a:t>);</a:t>
            </a:r>
            <a:endParaRPr sz="3400" dirty="0">
              <a:latin typeface="Times New Roman"/>
              <a:cs typeface="Times New Roman"/>
            </a:endParaRPr>
          </a:p>
        </p:txBody>
      </p:sp>
      <p:pic>
        <p:nvPicPr>
          <p:cNvPr id="151" name="object 151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2472457" y="6440003"/>
            <a:ext cx="3858981" cy="1587970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6666189" y="4739351"/>
            <a:ext cx="8924924" cy="5162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16709" cy="38173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002844" y="811303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89" h="33655">
                <a:moveTo>
                  <a:pt x="21839" y="33588"/>
                </a:moveTo>
                <a:lnTo>
                  <a:pt x="17700" y="33032"/>
                </a:lnTo>
                <a:lnTo>
                  <a:pt x="16192" y="33100"/>
                </a:lnTo>
                <a:lnTo>
                  <a:pt x="11951" y="33531"/>
                </a:lnTo>
                <a:lnTo>
                  <a:pt x="10579" y="32205"/>
                </a:lnTo>
                <a:lnTo>
                  <a:pt x="12201" y="28678"/>
                </a:lnTo>
                <a:lnTo>
                  <a:pt x="11475" y="27623"/>
                </a:lnTo>
                <a:lnTo>
                  <a:pt x="10114" y="26954"/>
                </a:lnTo>
                <a:lnTo>
                  <a:pt x="7290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10" y="21659"/>
                </a:lnTo>
                <a:lnTo>
                  <a:pt x="838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410"/>
                </a:lnTo>
                <a:lnTo>
                  <a:pt x="4807" y="12008"/>
                </a:lnTo>
                <a:lnTo>
                  <a:pt x="6043" y="11294"/>
                </a:lnTo>
                <a:lnTo>
                  <a:pt x="6757" y="10205"/>
                </a:lnTo>
                <a:lnTo>
                  <a:pt x="5136" y="6758"/>
                </a:lnTo>
                <a:lnTo>
                  <a:pt x="6950" y="4944"/>
                </a:lnTo>
                <a:lnTo>
                  <a:pt x="10397" y="6577"/>
                </a:lnTo>
                <a:lnTo>
                  <a:pt x="11475" y="5851"/>
                </a:lnTo>
                <a:lnTo>
                  <a:pt x="12201" y="4797"/>
                </a:lnTo>
                <a:lnTo>
                  <a:pt x="10579" y="1270"/>
                </a:lnTo>
                <a:lnTo>
                  <a:pt x="11906" y="0"/>
                </a:lnTo>
                <a:lnTo>
                  <a:pt x="22055" y="22"/>
                </a:lnTo>
                <a:lnTo>
                  <a:pt x="23246" y="1497"/>
                </a:lnTo>
                <a:lnTo>
                  <a:pt x="21658" y="4626"/>
                </a:lnTo>
                <a:lnTo>
                  <a:pt x="22361" y="5851"/>
                </a:lnTo>
                <a:lnTo>
                  <a:pt x="23450" y="6577"/>
                </a:lnTo>
                <a:lnTo>
                  <a:pt x="26897" y="4944"/>
                </a:lnTo>
                <a:lnTo>
                  <a:pt x="28564" y="6611"/>
                </a:lnTo>
                <a:lnTo>
                  <a:pt x="26930" y="10716"/>
                </a:lnTo>
                <a:lnTo>
                  <a:pt x="28428" y="11714"/>
                </a:lnTo>
                <a:lnTo>
                  <a:pt x="32975" y="10704"/>
                </a:lnTo>
                <a:lnTo>
                  <a:pt x="33758" y="12451"/>
                </a:lnTo>
                <a:lnTo>
                  <a:pt x="33236" y="15444"/>
                </a:lnTo>
                <a:lnTo>
                  <a:pt x="33236" y="18075"/>
                </a:lnTo>
                <a:lnTo>
                  <a:pt x="33758" y="20967"/>
                </a:lnTo>
                <a:lnTo>
                  <a:pt x="32964" y="22861"/>
                </a:lnTo>
                <a:lnTo>
                  <a:pt x="28360" y="21614"/>
                </a:lnTo>
                <a:lnTo>
                  <a:pt x="27044" y="22940"/>
                </a:lnTo>
                <a:lnTo>
                  <a:pt x="28677" y="27045"/>
                </a:lnTo>
                <a:lnTo>
                  <a:pt x="26557" y="28417"/>
                </a:lnTo>
                <a:lnTo>
                  <a:pt x="23722" y="26943"/>
                </a:lnTo>
                <a:lnTo>
                  <a:pt x="22349" y="27623"/>
                </a:lnTo>
                <a:lnTo>
                  <a:pt x="21635" y="28712"/>
                </a:lnTo>
                <a:lnTo>
                  <a:pt x="23257" y="32159"/>
                </a:lnTo>
                <a:lnTo>
                  <a:pt x="21839" y="335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5665" y="946574"/>
            <a:ext cx="88289" cy="893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28542" y="963719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28" y="55530"/>
                </a:moveTo>
                <a:lnTo>
                  <a:pt x="24210" y="55428"/>
                </a:lnTo>
                <a:lnTo>
                  <a:pt x="21919" y="54623"/>
                </a:lnTo>
                <a:lnTo>
                  <a:pt x="22951" y="49906"/>
                </a:lnTo>
                <a:lnTo>
                  <a:pt x="22497" y="49384"/>
                </a:lnTo>
                <a:lnTo>
                  <a:pt x="20524" y="48023"/>
                </a:lnTo>
                <a:lnTo>
                  <a:pt x="13063" y="51165"/>
                </a:lnTo>
                <a:lnTo>
                  <a:pt x="10716" y="48295"/>
                </a:lnTo>
                <a:lnTo>
                  <a:pt x="12314" y="45166"/>
                </a:lnTo>
                <a:lnTo>
                  <a:pt x="11611" y="43941"/>
                </a:lnTo>
                <a:lnTo>
                  <a:pt x="10806" y="43272"/>
                </a:lnTo>
                <a:lnTo>
                  <a:pt x="6723" y="44780"/>
                </a:lnTo>
                <a:lnTo>
                  <a:pt x="5590" y="43068"/>
                </a:lnTo>
                <a:lnTo>
                  <a:pt x="6225" y="39587"/>
                </a:lnTo>
                <a:lnTo>
                  <a:pt x="6123" y="37715"/>
                </a:lnTo>
                <a:lnTo>
                  <a:pt x="6690" y="33577"/>
                </a:lnTo>
                <a:lnTo>
                  <a:pt x="5783" y="32681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4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40"/>
                </a:lnTo>
                <a:lnTo>
                  <a:pt x="13063" y="4071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7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7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1"/>
                </a:lnTo>
                <a:lnTo>
                  <a:pt x="45155" y="6940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90"/>
                </a:lnTo>
                <a:lnTo>
                  <a:pt x="50042" y="22906"/>
                </a:lnTo>
                <a:lnTo>
                  <a:pt x="54544" y="21568"/>
                </a:lnTo>
                <a:lnTo>
                  <a:pt x="55666" y="22702"/>
                </a:lnTo>
                <a:lnTo>
                  <a:pt x="55099" y="26830"/>
                </a:lnTo>
                <a:lnTo>
                  <a:pt x="55212" y="28973"/>
                </a:lnTo>
                <a:lnTo>
                  <a:pt x="55587" y="31797"/>
                </a:lnTo>
                <a:lnTo>
                  <a:pt x="54918" y="33622"/>
                </a:lnTo>
                <a:lnTo>
                  <a:pt x="50269" y="32602"/>
                </a:lnTo>
                <a:lnTo>
                  <a:pt x="49690" y="33055"/>
                </a:lnTo>
                <a:lnTo>
                  <a:pt x="48329" y="35017"/>
                </a:lnTo>
                <a:lnTo>
                  <a:pt x="51470" y="42490"/>
                </a:lnTo>
                <a:lnTo>
                  <a:pt x="48601" y="44837"/>
                </a:lnTo>
                <a:lnTo>
                  <a:pt x="45483" y="43238"/>
                </a:lnTo>
                <a:lnTo>
                  <a:pt x="44258" y="43941"/>
                </a:lnTo>
                <a:lnTo>
                  <a:pt x="43532" y="45030"/>
                </a:lnTo>
                <a:lnTo>
                  <a:pt x="45166" y="48477"/>
                </a:lnTo>
                <a:lnTo>
                  <a:pt x="43351" y="50280"/>
                </a:lnTo>
                <a:lnTo>
                  <a:pt x="39904" y="48681"/>
                </a:lnTo>
                <a:lnTo>
                  <a:pt x="37727" y="50087"/>
                </a:lnTo>
                <a:lnTo>
                  <a:pt x="34279" y="48477"/>
                </a:lnTo>
                <a:lnTo>
                  <a:pt x="32805" y="49951"/>
                </a:lnTo>
                <a:lnTo>
                  <a:pt x="34064" y="54532"/>
                </a:lnTo>
                <a:lnTo>
                  <a:pt x="31728" y="55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9411" y="1120818"/>
            <a:ext cx="67538" cy="675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008864" y="1143736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91120" y="1278803"/>
            <a:ext cx="77640" cy="7808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33566" y="129498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33281" y="45211"/>
                </a:moveTo>
                <a:lnTo>
                  <a:pt x="29143" y="44644"/>
                </a:lnTo>
                <a:lnTo>
                  <a:pt x="26546" y="44791"/>
                </a:lnTo>
                <a:lnTo>
                  <a:pt x="24720" y="44587"/>
                </a:lnTo>
                <a:lnTo>
                  <a:pt x="21125" y="44791"/>
                </a:lnTo>
                <a:lnTo>
                  <a:pt x="19277" y="44689"/>
                </a:lnTo>
                <a:lnTo>
                  <a:pt x="16397" y="44689"/>
                </a:lnTo>
                <a:lnTo>
                  <a:pt x="12938" y="45233"/>
                </a:lnTo>
                <a:lnTo>
                  <a:pt x="11249" y="44202"/>
                </a:lnTo>
                <a:lnTo>
                  <a:pt x="12689" y="40006"/>
                </a:lnTo>
                <a:lnTo>
                  <a:pt x="12042" y="39257"/>
                </a:lnTo>
                <a:lnTo>
                  <a:pt x="10682" y="38577"/>
                </a:lnTo>
                <a:lnTo>
                  <a:pt x="7858" y="40085"/>
                </a:lnTo>
                <a:lnTo>
                  <a:pt x="5737" y="38668"/>
                </a:lnTo>
                <a:lnTo>
                  <a:pt x="7371" y="34574"/>
                </a:lnTo>
                <a:lnTo>
                  <a:pt x="5964" y="33179"/>
                </a:lnTo>
                <a:lnTo>
                  <a:pt x="1542" y="34563"/>
                </a:lnTo>
                <a:lnTo>
                  <a:pt x="34" y="31558"/>
                </a:lnTo>
                <a:lnTo>
                  <a:pt x="1168" y="25514"/>
                </a:lnTo>
                <a:lnTo>
                  <a:pt x="1168" y="20797"/>
                </a:lnTo>
                <a:lnTo>
                  <a:pt x="0" y="13709"/>
                </a:lnTo>
                <a:lnTo>
                  <a:pt x="1769" y="11192"/>
                </a:lnTo>
                <a:lnTo>
                  <a:pt x="5772" y="12723"/>
                </a:lnTo>
                <a:lnTo>
                  <a:pt x="6611" y="12042"/>
                </a:lnTo>
                <a:lnTo>
                  <a:pt x="7325" y="10954"/>
                </a:lnTo>
                <a:lnTo>
                  <a:pt x="5703" y="7507"/>
                </a:lnTo>
                <a:lnTo>
                  <a:pt x="7506" y="5692"/>
                </a:lnTo>
                <a:lnTo>
                  <a:pt x="10965" y="7325"/>
                </a:lnTo>
                <a:lnTo>
                  <a:pt x="12042" y="6599"/>
                </a:lnTo>
                <a:lnTo>
                  <a:pt x="12689" y="5851"/>
                </a:lnTo>
                <a:lnTo>
                  <a:pt x="11249" y="1644"/>
                </a:lnTo>
                <a:lnTo>
                  <a:pt x="13970" y="0"/>
                </a:lnTo>
                <a:lnTo>
                  <a:pt x="20615" y="1167"/>
                </a:lnTo>
                <a:lnTo>
                  <a:pt x="24448" y="1167"/>
                </a:lnTo>
                <a:lnTo>
                  <a:pt x="26932" y="725"/>
                </a:lnTo>
                <a:lnTo>
                  <a:pt x="29381" y="1462"/>
                </a:lnTo>
                <a:lnTo>
                  <a:pt x="33112" y="464"/>
                </a:lnTo>
                <a:lnTo>
                  <a:pt x="34711" y="2074"/>
                </a:lnTo>
                <a:lnTo>
                  <a:pt x="33089" y="5522"/>
                </a:lnTo>
                <a:lnTo>
                  <a:pt x="33803" y="6599"/>
                </a:lnTo>
                <a:lnTo>
                  <a:pt x="34892" y="7325"/>
                </a:lnTo>
                <a:lnTo>
                  <a:pt x="38339" y="5703"/>
                </a:lnTo>
                <a:lnTo>
                  <a:pt x="40153" y="7506"/>
                </a:lnTo>
                <a:lnTo>
                  <a:pt x="38339" y="11135"/>
                </a:lnTo>
                <a:lnTo>
                  <a:pt x="40153" y="12950"/>
                </a:lnTo>
                <a:lnTo>
                  <a:pt x="43782" y="11135"/>
                </a:lnTo>
                <a:lnTo>
                  <a:pt x="45585" y="12949"/>
                </a:lnTo>
                <a:lnTo>
                  <a:pt x="43884" y="16351"/>
                </a:lnTo>
                <a:lnTo>
                  <a:pt x="44666" y="17485"/>
                </a:lnTo>
                <a:lnTo>
                  <a:pt x="44666" y="29698"/>
                </a:lnTo>
                <a:lnTo>
                  <a:pt x="45188" y="32623"/>
                </a:lnTo>
                <a:lnTo>
                  <a:pt x="44382" y="34506"/>
                </a:lnTo>
                <a:lnTo>
                  <a:pt x="39790" y="33236"/>
                </a:lnTo>
                <a:lnTo>
                  <a:pt x="38565" y="34472"/>
                </a:lnTo>
                <a:lnTo>
                  <a:pt x="40005" y="38838"/>
                </a:lnTo>
                <a:lnTo>
                  <a:pt x="37817" y="39995"/>
                </a:lnTo>
                <a:lnTo>
                  <a:pt x="35288" y="38645"/>
                </a:lnTo>
                <a:lnTo>
                  <a:pt x="33791" y="39257"/>
                </a:lnTo>
                <a:lnTo>
                  <a:pt x="33077" y="40346"/>
                </a:lnTo>
                <a:lnTo>
                  <a:pt x="34699" y="43782"/>
                </a:lnTo>
                <a:lnTo>
                  <a:pt x="33281" y="4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64842" y="145287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4481" y="56618"/>
                </a:moveTo>
                <a:lnTo>
                  <a:pt x="11316" y="55212"/>
                </a:lnTo>
                <a:lnTo>
                  <a:pt x="12609" y="50665"/>
                </a:lnTo>
                <a:lnTo>
                  <a:pt x="11260" y="49327"/>
                </a:lnTo>
                <a:lnTo>
                  <a:pt x="7155" y="50949"/>
                </a:lnTo>
                <a:lnTo>
                  <a:pt x="5749" y="48828"/>
                </a:lnTo>
                <a:lnTo>
                  <a:pt x="7257" y="46016"/>
                </a:lnTo>
                <a:lnTo>
                  <a:pt x="6588" y="44644"/>
                </a:lnTo>
                <a:lnTo>
                  <a:pt x="5488" y="43930"/>
                </a:lnTo>
                <a:lnTo>
                  <a:pt x="2052" y="45551"/>
                </a:lnTo>
                <a:lnTo>
                  <a:pt x="476" y="43975"/>
                </a:lnTo>
                <a:lnTo>
                  <a:pt x="1383" y="40165"/>
                </a:lnTo>
                <a:lnTo>
                  <a:pt x="442" y="36343"/>
                </a:lnTo>
                <a:lnTo>
                  <a:pt x="816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27"/>
                </a:lnTo>
                <a:lnTo>
                  <a:pt x="2234" y="11112"/>
                </a:lnTo>
                <a:lnTo>
                  <a:pt x="5352" y="12700"/>
                </a:lnTo>
                <a:lnTo>
                  <a:pt x="6588" y="11997"/>
                </a:lnTo>
                <a:lnTo>
                  <a:pt x="7302" y="10908"/>
                </a:lnTo>
                <a:lnTo>
                  <a:pt x="5680" y="7461"/>
                </a:lnTo>
                <a:lnTo>
                  <a:pt x="7483" y="5658"/>
                </a:lnTo>
                <a:lnTo>
                  <a:pt x="10942" y="7280"/>
                </a:lnTo>
                <a:lnTo>
                  <a:pt x="12019" y="6554"/>
                </a:lnTo>
                <a:lnTo>
                  <a:pt x="12541" y="5976"/>
                </a:lnTo>
                <a:lnTo>
                  <a:pt x="11362" y="1395"/>
                </a:lnTo>
                <a:lnTo>
                  <a:pt x="13391" y="544"/>
                </a:lnTo>
                <a:lnTo>
                  <a:pt x="15977" y="1292"/>
                </a:lnTo>
                <a:lnTo>
                  <a:pt x="22327" y="578"/>
                </a:lnTo>
                <a:lnTo>
                  <a:pt x="28938" y="532"/>
                </a:lnTo>
                <a:lnTo>
                  <a:pt x="35413" y="1326"/>
                </a:lnTo>
                <a:lnTo>
                  <a:pt x="43759" y="0"/>
                </a:lnTo>
                <a:lnTo>
                  <a:pt x="45551" y="2211"/>
                </a:lnTo>
                <a:lnTo>
                  <a:pt x="43963" y="5329"/>
                </a:lnTo>
                <a:lnTo>
                  <a:pt x="44667" y="6554"/>
                </a:lnTo>
                <a:lnTo>
                  <a:pt x="45755" y="7280"/>
                </a:lnTo>
                <a:lnTo>
                  <a:pt x="49203" y="5658"/>
                </a:lnTo>
                <a:lnTo>
                  <a:pt x="50858" y="7313"/>
                </a:lnTo>
                <a:lnTo>
                  <a:pt x="49236" y="11430"/>
                </a:lnTo>
                <a:lnTo>
                  <a:pt x="51357" y="12791"/>
                </a:lnTo>
                <a:lnTo>
                  <a:pt x="54192" y="11317"/>
                </a:lnTo>
                <a:lnTo>
                  <a:pt x="55541" y="11997"/>
                </a:lnTo>
                <a:lnTo>
                  <a:pt x="55541" y="40550"/>
                </a:lnTo>
                <a:lnTo>
                  <a:pt x="56051" y="43419"/>
                </a:lnTo>
                <a:lnTo>
                  <a:pt x="55292" y="45290"/>
                </a:lnTo>
                <a:lnTo>
                  <a:pt x="50665" y="44133"/>
                </a:lnTo>
                <a:lnTo>
                  <a:pt x="50109" y="44644"/>
                </a:lnTo>
                <a:lnTo>
                  <a:pt x="49429" y="46005"/>
                </a:lnTo>
                <a:lnTo>
                  <a:pt x="50937" y="48828"/>
                </a:lnTo>
                <a:lnTo>
                  <a:pt x="49520" y="50949"/>
                </a:lnTo>
                <a:lnTo>
                  <a:pt x="45426" y="49327"/>
                </a:lnTo>
                <a:lnTo>
                  <a:pt x="44043" y="50711"/>
                </a:lnTo>
                <a:lnTo>
                  <a:pt x="45415" y="55156"/>
                </a:lnTo>
                <a:lnTo>
                  <a:pt x="43578" y="56052"/>
                </a:lnTo>
                <a:lnTo>
                  <a:pt x="40460" y="55519"/>
                </a:lnTo>
                <a:lnTo>
                  <a:pt x="20184" y="55519"/>
                </a:lnTo>
                <a:lnTo>
                  <a:pt x="14481" y="566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7096" y="146853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8844" y="3141"/>
                </a:move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8844" y="3141"/>
                </a:lnTo>
                <a:close/>
              </a:path>
              <a:path w="24129" h="24130">
                <a:moveTo>
                  <a:pt x="2857" y="18982"/>
                </a:moveTo>
                <a:lnTo>
                  <a:pt x="0" y="16646"/>
                </a:lnTo>
                <a:lnTo>
                  <a:pt x="3140" y="9173"/>
                </a:lnTo>
                <a:lnTo>
                  <a:pt x="1780" y="7212"/>
                </a:lnTo>
                <a:lnTo>
                  <a:pt x="7211" y="7212"/>
                </a:lnTo>
                <a:lnTo>
                  <a:pt x="7211" y="1769"/>
                </a:lnTo>
                <a:lnTo>
                  <a:pt x="9185" y="3141"/>
                </a:lnTo>
                <a:lnTo>
                  <a:pt x="18844" y="3141"/>
                </a:lnTo>
                <a:lnTo>
                  <a:pt x="17395" y="5987"/>
                </a:lnTo>
                <a:lnTo>
                  <a:pt x="18098" y="7212"/>
                </a:lnTo>
                <a:lnTo>
                  <a:pt x="19334" y="7915"/>
                </a:lnTo>
                <a:lnTo>
                  <a:pt x="23926" y="7915"/>
                </a:lnTo>
                <a:lnTo>
                  <a:pt x="23937" y="17383"/>
                </a:lnTo>
                <a:lnTo>
                  <a:pt x="6009" y="17383"/>
                </a:lnTo>
                <a:lnTo>
                  <a:pt x="2857" y="18982"/>
                </a:lnTo>
                <a:close/>
              </a:path>
              <a:path w="24129" h="24130">
                <a:moveTo>
                  <a:pt x="23926" y="7915"/>
                </a:moveTo>
                <a:lnTo>
                  <a:pt x="19334" y="7915"/>
                </a:lnTo>
                <a:lnTo>
                  <a:pt x="22464" y="6327"/>
                </a:lnTo>
                <a:lnTo>
                  <a:pt x="23926" y="7529"/>
                </a:lnTo>
                <a:lnTo>
                  <a:pt x="23926" y="7915"/>
                </a:lnTo>
                <a:close/>
              </a:path>
              <a:path w="24129" h="24130">
                <a:moveTo>
                  <a:pt x="17690" y="23926"/>
                </a:moveTo>
                <a:lnTo>
                  <a:pt x="7529" y="23926"/>
                </a:lnTo>
                <a:lnTo>
                  <a:pt x="6327" y="22441"/>
                </a:lnTo>
                <a:lnTo>
                  <a:pt x="7926" y="19322"/>
                </a:lnTo>
                <a:lnTo>
                  <a:pt x="7211" y="18098"/>
                </a:lnTo>
                <a:lnTo>
                  <a:pt x="5968" y="17383"/>
                </a:lnTo>
                <a:lnTo>
                  <a:pt x="19141" y="17383"/>
                </a:lnTo>
                <a:lnTo>
                  <a:pt x="18098" y="18098"/>
                </a:lnTo>
                <a:lnTo>
                  <a:pt x="17499" y="18982"/>
                </a:lnTo>
                <a:lnTo>
                  <a:pt x="17462" y="19322"/>
                </a:lnTo>
                <a:lnTo>
                  <a:pt x="18896" y="22441"/>
                </a:lnTo>
                <a:lnTo>
                  <a:pt x="19005" y="22679"/>
                </a:lnTo>
                <a:lnTo>
                  <a:pt x="17690" y="23926"/>
                </a:lnTo>
                <a:close/>
              </a:path>
              <a:path w="24129" h="24130">
                <a:moveTo>
                  <a:pt x="22700" y="18982"/>
                </a:moveTo>
                <a:lnTo>
                  <a:pt x="20699" y="18098"/>
                </a:lnTo>
                <a:lnTo>
                  <a:pt x="19141" y="17383"/>
                </a:lnTo>
                <a:lnTo>
                  <a:pt x="23937" y="17383"/>
                </a:lnTo>
                <a:lnTo>
                  <a:pt x="23937" y="17678"/>
                </a:lnTo>
                <a:lnTo>
                  <a:pt x="22700" y="18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90984" y="1605475"/>
            <a:ext cx="77835" cy="7793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838985" y="162699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49" y="33213"/>
                </a:lnTo>
                <a:lnTo>
                  <a:pt x="7291" y="29210"/>
                </a:lnTo>
                <a:lnTo>
                  <a:pt x="6600" y="28371"/>
                </a:lnTo>
                <a:lnTo>
                  <a:pt x="5761" y="27691"/>
                </a:lnTo>
                <a:lnTo>
                  <a:pt x="1746" y="29222"/>
                </a:lnTo>
                <a:lnTo>
                  <a:pt x="0" y="26716"/>
                </a:lnTo>
                <a:lnTo>
                  <a:pt x="1168" y="19617"/>
                </a:lnTo>
                <a:lnTo>
                  <a:pt x="1168" y="6599"/>
                </a:lnTo>
                <a:lnTo>
                  <a:pt x="2257" y="5885"/>
                </a:lnTo>
                <a:lnTo>
                  <a:pt x="5692" y="7506"/>
                </a:lnTo>
                <a:lnTo>
                  <a:pt x="7178" y="6021"/>
                </a:lnTo>
                <a:lnTo>
                  <a:pt x="5908" y="1451"/>
                </a:lnTo>
                <a:lnTo>
                  <a:pt x="9106" y="79"/>
                </a:lnTo>
                <a:lnTo>
                  <a:pt x="14730" y="1167"/>
                </a:lnTo>
                <a:lnTo>
                  <a:pt x="19618" y="1167"/>
                </a:lnTo>
                <a:lnTo>
                  <a:pt x="26705" y="0"/>
                </a:lnTo>
                <a:lnTo>
                  <a:pt x="29166" y="1734"/>
                </a:lnTo>
                <a:lnTo>
                  <a:pt x="27692" y="5817"/>
                </a:lnTo>
                <a:lnTo>
                  <a:pt x="28360" y="6610"/>
                </a:lnTo>
                <a:lnTo>
                  <a:pt x="29109" y="7257"/>
                </a:lnTo>
                <a:lnTo>
                  <a:pt x="33327" y="5816"/>
                </a:lnTo>
                <a:lnTo>
                  <a:pt x="34347" y="7506"/>
                </a:lnTo>
                <a:lnTo>
                  <a:pt x="33803" y="10976"/>
                </a:lnTo>
                <a:lnTo>
                  <a:pt x="33803" y="19617"/>
                </a:lnTo>
                <a:lnTo>
                  <a:pt x="34972" y="26704"/>
                </a:lnTo>
                <a:lnTo>
                  <a:pt x="33202" y="29222"/>
                </a:lnTo>
                <a:lnTo>
                  <a:pt x="29199" y="27691"/>
                </a:lnTo>
                <a:lnTo>
                  <a:pt x="28360" y="28371"/>
                </a:lnTo>
                <a:lnTo>
                  <a:pt x="27714" y="29120"/>
                </a:lnTo>
                <a:lnTo>
                  <a:pt x="29165" y="33338"/>
                </a:lnTo>
                <a:lnTo>
                  <a:pt x="27465" y="34359"/>
                </a:lnTo>
                <a:lnTo>
                  <a:pt x="23995" y="33814"/>
                </a:lnTo>
                <a:lnTo>
                  <a:pt x="15354" y="33814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65251" y="1780196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17" y="55507"/>
                </a:moveTo>
                <a:lnTo>
                  <a:pt x="24199" y="55405"/>
                </a:lnTo>
                <a:lnTo>
                  <a:pt x="21919" y="54589"/>
                </a:lnTo>
                <a:lnTo>
                  <a:pt x="22940" y="49872"/>
                </a:lnTo>
                <a:lnTo>
                  <a:pt x="22486" y="49361"/>
                </a:lnTo>
                <a:lnTo>
                  <a:pt x="20525" y="48001"/>
                </a:lnTo>
                <a:lnTo>
                  <a:pt x="13052" y="51130"/>
                </a:lnTo>
                <a:lnTo>
                  <a:pt x="10715" y="48273"/>
                </a:lnTo>
                <a:lnTo>
                  <a:pt x="12303" y="45154"/>
                </a:lnTo>
                <a:lnTo>
                  <a:pt x="11600" y="43918"/>
                </a:lnTo>
                <a:lnTo>
                  <a:pt x="10795" y="43249"/>
                </a:lnTo>
                <a:lnTo>
                  <a:pt x="6712" y="44757"/>
                </a:lnTo>
                <a:lnTo>
                  <a:pt x="5579" y="43056"/>
                </a:lnTo>
                <a:lnTo>
                  <a:pt x="6225" y="39552"/>
                </a:lnTo>
                <a:lnTo>
                  <a:pt x="6123" y="37693"/>
                </a:lnTo>
                <a:lnTo>
                  <a:pt x="6678" y="33554"/>
                </a:lnTo>
                <a:lnTo>
                  <a:pt x="5772" y="32658"/>
                </a:lnTo>
                <a:lnTo>
                  <a:pt x="804" y="33474"/>
                </a:lnTo>
                <a:lnTo>
                  <a:pt x="487" y="31898"/>
                </a:lnTo>
                <a:lnTo>
                  <a:pt x="0" y="22770"/>
                </a:lnTo>
                <a:lnTo>
                  <a:pt x="1247" y="21738"/>
                </a:lnTo>
                <a:lnTo>
                  <a:pt x="5976" y="22713"/>
                </a:lnTo>
                <a:lnTo>
                  <a:pt x="6996" y="19753"/>
                </a:lnTo>
                <a:lnTo>
                  <a:pt x="4547" y="13120"/>
                </a:lnTo>
                <a:lnTo>
                  <a:pt x="6939" y="10375"/>
                </a:lnTo>
                <a:lnTo>
                  <a:pt x="10625" y="11986"/>
                </a:lnTo>
                <a:lnTo>
                  <a:pt x="11600" y="11271"/>
                </a:lnTo>
                <a:lnTo>
                  <a:pt x="12303" y="10047"/>
                </a:lnTo>
                <a:lnTo>
                  <a:pt x="10715" y="6917"/>
                </a:lnTo>
                <a:lnTo>
                  <a:pt x="13063" y="4059"/>
                </a:lnTo>
                <a:lnTo>
                  <a:pt x="20524" y="7200"/>
                </a:lnTo>
                <a:lnTo>
                  <a:pt x="22486" y="5840"/>
                </a:lnTo>
                <a:lnTo>
                  <a:pt x="23212" y="4774"/>
                </a:lnTo>
                <a:lnTo>
                  <a:pt x="21579" y="1258"/>
                </a:lnTo>
                <a:lnTo>
                  <a:pt x="22906" y="0"/>
                </a:lnTo>
                <a:lnTo>
                  <a:pt x="33055" y="11"/>
                </a:lnTo>
                <a:lnTo>
                  <a:pt x="34268" y="1485"/>
                </a:lnTo>
                <a:lnTo>
                  <a:pt x="32669" y="4604"/>
                </a:lnTo>
                <a:lnTo>
                  <a:pt x="33373" y="5840"/>
                </a:lnTo>
                <a:lnTo>
                  <a:pt x="35334" y="7200"/>
                </a:lnTo>
                <a:lnTo>
                  <a:pt x="42807" y="4059"/>
                </a:lnTo>
                <a:lnTo>
                  <a:pt x="45143" y="6928"/>
                </a:lnTo>
                <a:lnTo>
                  <a:pt x="43556" y="10047"/>
                </a:lnTo>
                <a:lnTo>
                  <a:pt x="44259" y="11271"/>
                </a:lnTo>
                <a:lnTo>
                  <a:pt x="45348" y="11997"/>
                </a:lnTo>
                <a:lnTo>
                  <a:pt x="48795" y="10364"/>
                </a:lnTo>
                <a:lnTo>
                  <a:pt x="50212" y="11793"/>
                </a:lnTo>
                <a:lnTo>
                  <a:pt x="49656" y="15921"/>
                </a:lnTo>
                <a:lnTo>
                  <a:pt x="49770" y="18041"/>
                </a:lnTo>
                <a:lnTo>
                  <a:pt x="49135" y="20967"/>
                </a:lnTo>
                <a:lnTo>
                  <a:pt x="50042" y="22872"/>
                </a:lnTo>
                <a:lnTo>
                  <a:pt x="54533" y="21534"/>
                </a:lnTo>
                <a:lnTo>
                  <a:pt x="55655" y="22668"/>
                </a:lnTo>
                <a:lnTo>
                  <a:pt x="55100" y="26796"/>
                </a:lnTo>
                <a:lnTo>
                  <a:pt x="55213" y="28939"/>
                </a:lnTo>
                <a:lnTo>
                  <a:pt x="55587" y="31751"/>
                </a:lnTo>
                <a:lnTo>
                  <a:pt x="54907" y="33588"/>
                </a:lnTo>
                <a:lnTo>
                  <a:pt x="50257" y="32567"/>
                </a:lnTo>
                <a:lnTo>
                  <a:pt x="49690" y="33032"/>
                </a:lnTo>
                <a:lnTo>
                  <a:pt x="48329" y="34994"/>
                </a:lnTo>
                <a:lnTo>
                  <a:pt x="51459" y="42467"/>
                </a:lnTo>
                <a:lnTo>
                  <a:pt x="48601" y="44814"/>
                </a:lnTo>
                <a:lnTo>
                  <a:pt x="45483" y="43215"/>
                </a:lnTo>
                <a:lnTo>
                  <a:pt x="44247" y="43918"/>
                </a:lnTo>
                <a:lnTo>
                  <a:pt x="43533" y="45007"/>
                </a:lnTo>
                <a:lnTo>
                  <a:pt x="45155" y="48454"/>
                </a:lnTo>
                <a:lnTo>
                  <a:pt x="43352" y="50257"/>
                </a:lnTo>
                <a:lnTo>
                  <a:pt x="39893" y="48658"/>
                </a:lnTo>
                <a:lnTo>
                  <a:pt x="37716" y="50064"/>
                </a:lnTo>
                <a:lnTo>
                  <a:pt x="34268" y="48454"/>
                </a:lnTo>
                <a:lnTo>
                  <a:pt x="32806" y="49928"/>
                </a:lnTo>
                <a:lnTo>
                  <a:pt x="34064" y="54510"/>
                </a:lnTo>
                <a:lnTo>
                  <a:pt x="31717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6767" y="1937953"/>
            <a:ext cx="66234" cy="6660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845574" y="196019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5683" y="21168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60" y="33225"/>
                </a:lnTo>
                <a:lnTo>
                  <a:pt x="7291" y="29210"/>
                </a:lnTo>
                <a:lnTo>
                  <a:pt x="6611" y="28383"/>
                </a:lnTo>
                <a:lnTo>
                  <a:pt x="5772" y="27691"/>
                </a:lnTo>
                <a:lnTo>
                  <a:pt x="1757" y="29233"/>
                </a:lnTo>
                <a:lnTo>
                  <a:pt x="0" y="26716"/>
                </a:lnTo>
                <a:lnTo>
                  <a:pt x="1168" y="19628"/>
                </a:lnTo>
                <a:lnTo>
                  <a:pt x="1168" y="6611"/>
                </a:lnTo>
                <a:lnTo>
                  <a:pt x="2256" y="5885"/>
                </a:lnTo>
                <a:lnTo>
                  <a:pt x="5704" y="7518"/>
                </a:lnTo>
                <a:lnTo>
                  <a:pt x="7189" y="6032"/>
                </a:lnTo>
                <a:lnTo>
                  <a:pt x="5907" y="1462"/>
                </a:lnTo>
                <a:lnTo>
                  <a:pt x="9105" y="90"/>
                </a:lnTo>
                <a:lnTo>
                  <a:pt x="14730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22"/>
                </a:lnTo>
                <a:lnTo>
                  <a:pt x="29120" y="7268"/>
                </a:lnTo>
                <a:lnTo>
                  <a:pt x="33327" y="5816"/>
                </a:lnTo>
                <a:lnTo>
                  <a:pt x="34347" y="7518"/>
                </a:lnTo>
                <a:lnTo>
                  <a:pt x="33803" y="10988"/>
                </a:lnTo>
                <a:lnTo>
                  <a:pt x="33803" y="19628"/>
                </a:lnTo>
                <a:lnTo>
                  <a:pt x="34971" y="26704"/>
                </a:lnTo>
                <a:lnTo>
                  <a:pt x="33213" y="29233"/>
                </a:lnTo>
                <a:lnTo>
                  <a:pt x="29199" y="27691"/>
                </a:lnTo>
                <a:lnTo>
                  <a:pt x="28371" y="28383"/>
                </a:lnTo>
                <a:lnTo>
                  <a:pt x="27725" y="29131"/>
                </a:lnTo>
                <a:lnTo>
                  <a:pt x="29165" y="33349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7607" y="227477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5" h="46355">
                <a:moveTo>
                  <a:pt x="38611" y="6554"/>
                </a:moveTo>
                <a:lnTo>
                  <a:pt x="5964" y="6554"/>
                </a:lnTo>
                <a:lnTo>
                  <a:pt x="6474" y="5976"/>
                </a:lnTo>
                <a:lnTo>
                  <a:pt x="5281" y="1281"/>
                </a:lnTo>
                <a:lnTo>
                  <a:pt x="29562" y="1281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11" y="6554"/>
                </a:lnTo>
                <a:close/>
              </a:path>
              <a:path w="45085" h="46355">
                <a:moveTo>
                  <a:pt x="9911" y="1281"/>
                </a:moveTo>
                <a:lnTo>
                  <a:pt x="5552" y="1281"/>
                </a:lnTo>
                <a:lnTo>
                  <a:pt x="7352" y="532"/>
                </a:lnTo>
                <a:lnTo>
                  <a:pt x="9911" y="1281"/>
                </a:lnTo>
                <a:close/>
              </a:path>
              <a:path w="45085" h="46355">
                <a:moveTo>
                  <a:pt x="29066" y="1281"/>
                </a:moveTo>
                <a:lnTo>
                  <a:pt x="9911" y="1281"/>
                </a:lnTo>
                <a:lnTo>
                  <a:pt x="16670" y="532"/>
                </a:lnTo>
                <a:lnTo>
                  <a:pt x="22872" y="532"/>
                </a:lnTo>
                <a:lnTo>
                  <a:pt x="29066" y="1281"/>
                </a:lnTo>
                <a:close/>
              </a:path>
              <a:path w="45085" h="46355">
                <a:moveTo>
                  <a:pt x="1572" y="40040"/>
                </a:moveTo>
                <a:lnTo>
                  <a:pt x="1360" y="40040"/>
                </a:lnTo>
                <a:lnTo>
                  <a:pt x="0" y="38679"/>
                </a:lnTo>
                <a:lnTo>
                  <a:pt x="491" y="35107"/>
                </a:lnTo>
                <a:lnTo>
                  <a:pt x="521" y="6554"/>
                </a:lnTo>
                <a:lnTo>
                  <a:pt x="44042" y="6554"/>
                </a:lnTo>
                <a:lnTo>
                  <a:pt x="44042" y="35107"/>
                </a:lnTo>
                <a:lnTo>
                  <a:pt x="44552" y="37976"/>
                </a:lnTo>
                <a:lnTo>
                  <a:pt x="44342" y="38486"/>
                </a:lnTo>
                <a:lnTo>
                  <a:pt x="4864" y="38486"/>
                </a:lnTo>
                <a:lnTo>
                  <a:pt x="1572" y="40040"/>
                </a:lnTo>
                <a:close/>
              </a:path>
              <a:path w="45085" h="46355">
                <a:moveTo>
                  <a:pt x="7631" y="45812"/>
                </a:moveTo>
                <a:lnTo>
                  <a:pt x="5114" y="44043"/>
                </a:lnTo>
                <a:lnTo>
                  <a:pt x="6549" y="40289"/>
                </a:lnTo>
                <a:lnTo>
                  <a:pt x="6645" y="40040"/>
                </a:lnTo>
                <a:lnTo>
                  <a:pt x="5964" y="39201"/>
                </a:lnTo>
                <a:lnTo>
                  <a:pt x="4864" y="38486"/>
                </a:lnTo>
                <a:lnTo>
                  <a:pt x="44342" y="38486"/>
                </a:lnTo>
                <a:lnTo>
                  <a:pt x="44263" y="38679"/>
                </a:lnTo>
                <a:lnTo>
                  <a:pt x="39179" y="38679"/>
                </a:lnTo>
                <a:lnTo>
                  <a:pt x="38611" y="39201"/>
                </a:lnTo>
                <a:lnTo>
                  <a:pt x="37885" y="40289"/>
                </a:lnTo>
                <a:lnTo>
                  <a:pt x="39506" y="43737"/>
                </a:lnTo>
                <a:lnTo>
                  <a:pt x="38644" y="44599"/>
                </a:lnTo>
                <a:lnTo>
                  <a:pt x="14981" y="44599"/>
                </a:lnTo>
                <a:lnTo>
                  <a:pt x="7631" y="45812"/>
                </a:lnTo>
                <a:close/>
              </a:path>
              <a:path w="45085" h="46355">
                <a:moveTo>
                  <a:pt x="43781" y="39847"/>
                </a:moveTo>
                <a:lnTo>
                  <a:pt x="39122" y="38679"/>
                </a:lnTo>
                <a:lnTo>
                  <a:pt x="44263" y="38679"/>
                </a:lnTo>
                <a:lnTo>
                  <a:pt x="43781" y="39847"/>
                </a:lnTo>
                <a:close/>
              </a:path>
              <a:path w="45085" h="46355">
                <a:moveTo>
                  <a:pt x="38089" y="45154"/>
                </a:moveTo>
                <a:lnTo>
                  <a:pt x="33962" y="44599"/>
                </a:lnTo>
                <a:lnTo>
                  <a:pt x="38644" y="44599"/>
                </a:lnTo>
                <a:lnTo>
                  <a:pt x="38089" y="45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80514" y="244828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7678" y="23949"/>
                </a:moveTo>
                <a:lnTo>
                  <a:pt x="7529" y="23926"/>
                </a:lnTo>
                <a:lnTo>
                  <a:pt x="6327" y="22452"/>
                </a:lnTo>
                <a:lnTo>
                  <a:pt x="7915" y="19334"/>
                </a:lnTo>
                <a:lnTo>
                  <a:pt x="7211" y="18109"/>
                </a:lnTo>
                <a:lnTo>
                  <a:pt x="5987" y="17395"/>
                </a:lnTo>
                <a:lnTo>
                  <a:pt x="2857" y="18994"/>
                </a:lnTo>
                <a:lnTo>
                  <a:pt x="0" y="16646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29"/>
                </a:lnTo>
                <a:lnTo>
                  <a:pt x="23937" y="17678"/>
                </a:lnTo>
                <a:lnTo>
                  <a:pt x="22679" y="19005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79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18992" y="26133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249564"/>
            <a:ext cx="9525" cy="55880"/>
          </a:xfrm>
          <a:custGeom>
            <a:avLst/>
            <a:gdLst/>
            <a:ahLst/>
            <a:cxnLst/>
            <a:rect l="l" t="t" r="r" b="b"/>
            <a:pathLst>
              <a:path w="9525" h="55879">
                <a:moveTo>
                  <a:pt x="2524" y="55678"/>
                </a:moveTo>
                <a:lnTo>
                  <a:pt x="0" y="55000"/>
                </a:lnTo>
                <a:lnTo>
                  <a:pt x="0" y="581"/>
                </a:lnTo>
                <a:lnTo>
                  <a:pt x="2558" y="0"/>
                </a:lnTo>
                <a:lnTo>
                  <a:pt x="4656" y="5307"/>
                </a:lnTo>
                <a:lnTo>
                  <a:pt x="1333" y="12065"/>
                </a:lnTo>
                <a:lnTo>
                  <a:pt x="3102" y="17927"/>
                </a:lnTo>
                <a:lnTo>
                  <a:pt x="2093" y="21659"/>
                </a:lnTo>
                <a:lnTo>
                  <a:pt x="3091" y="22645"/>
                </a:lnTo>
                <a:lnTo>
                  <a:pt x="8228" y="22089"/>
                </a:lnTo>
                <a:lnTo>
                  <a:pt x="8387" y="24958"/>
                </a:lnTo>
                <a:lnTo>
                  <a:pt x="9248" y="30877"/>
                </a:lnTo>
                <a:lnTo>
                  <a:pt x="7944" y="33939"/>
                </a:lnTo>
                <a:lnTo>
                  <a:pt x="3375" y="32669"/>
                </a:lnTo>
                <a:lnTo>
                  <a:pt x="2195" y="33848"/>
                </a:lnTo>
                <a:lnTo>
                  <a:pt x="2955" y="37772"/>
                </a:lnTo>
                <a:lnTo>
                  <a:pt x="2206" y="42058"/>
                </a:lnTo>
                <a:lnTo>
                  <a:pt x="2796" y="46129"/>
                </a:lnTo>
                <a:lnTo>
                  <a:pt x="2796" y="50903"/>
                </a:lnTo>
                <a:lnTo>
                  <a:pt x="3306" y="53784"/>
                </a:lnTo>
                <a:lnTo>
                  <a:pt x="2524" y="55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789" y="3885821"/>
            <a:ext cx="88371" cy="893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00" y="4060021"/>
            <a:ext cx="67539" cy="67606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236108" y="4229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07"/>
                </a:moveTo>
                <a:lnTo>
                  <a:pt x="24221" y="55405"/>
                </a:lnTo>
                <a:lnTo>
                  <a:pt x="21942" y="54588"/>
                </a:lnTo>
                <a:lnTo>
                  <a:pt x="22963" y="49871"/>
                </a:lnTo>
                <a:lnTo>
                  <a:pt x="22509" y="49361"/>
                </a:lnTo>
                <a:lnTo>
                  <a:pt x="20547" y="48000"/>
                </a:lnTo>
                <a:lnTo>
                  <a:pt x="13074" y="51130"/>
                </a:lnTo>
                <a:lnTo>
                  <a:pt x="10727" y="48272"/>
                </a:lnTo>
                <a:lnTo>
                  <a:pt x="12337" y="45154"/>
                </a:lnTo>
                <a:lnTo>
                  <a:pt x="11623" y="43918"/>
                </a:lnTo>
                <a:lnTo>
                  <a:pt x="10818" y="43249"/>
                </a:lnTo>
                <a:lnTo>
                  <a:pt x="6736" y="44757"/>
                </a:lnTo>
                <a:lnTo>
                  <a:pt x="5602" y="43056"/>
                </a:lnTo>
                <a:lnTo>
                  <a:pt x="6237" y="39552"/>
                </a:lnTo>
                <a:lnTo>
                  <a:pt x="6134" y="37692"/>
                </a:lnTo>
                <a:lnTo>
                  <a:pt x="6690" y="33553"/>
                </a:lnTo>
                <a:lnTo>
                  <a:pt x="5783" y="32658"/>
                </a:lnTo>
                <a:lnTo>
                  <a:pt x="828" y="33474"/>
                </a:lnTo>
                <a:lnTo>
                  <a:pt x="499" y="31898"/>
                </a:lnTo>
                <a:lnTo>
                  <a:pt x="0" y="22770"/>
                </a:lnTo>
                <a:lnTo>
                  <a:pt x="1258" y="21738"/>
                </a:lnTo>
                <a:lnTo>
                  <a:pt x="5987" y="22713"/>
                </a:lnTo>
                <a:lnTo>
                  <a:pt x="7008" y="19753"/>
                </a:lnTo>
                <a:lnTo>
                  <a:pt x="4570" y="13119"/>
                </a:lnTo>
                <a:lnTo>
                  <a:pt x="6951" y="10375"/>
                </a:lnTo>
                <a:lnTo>
                  <a:pt x="10636" y="11985"/>
                </a:lnTo>
                <a:lnTo>
                  <a:pt x="11623" y="11271"/>
                </a:lnTo>
                <a:lnTo>
                  <a:pt x="12326" y="10046"/>
                </a:lnTo>
                <a:lnTo>
                  <a:pt x="10727" y="6917"/>
                </a:lnTo>
                <a:lnTo>
                  <a:pt x="13074" y="4059"/>
                </a:lnTo>
                <a:lnTo>
                  <a:pt x="20547" y="7200"/>
                </a:lnTo>
                <a:lnTo>
                  <a:pt x="22509" y="5839"/>
                </a:lnTo>
                <a:lnTo>
                  <a:pt x="23235" y="4773"/>
                </a:lnTo>
                <a:lnTo>
                  <a:pt x="21602" y="1258"/>
                </a:lnTo>
                <a:lnTo>
                  <a:pt x="22940" y="0"/>
                </a:lnTo>
                <a:lnTo>
                  <a:pt x="33077" y="11"/>
                </a:lnTo>
                <a:lnTo>
                  <a:pt x="34291" y="1485"/>
                </a:lnTo>
                <a:lnTo>
                  <a:pt x="32692" y="4603"/>
                </a:lnTo>
                <a:lnTo>
                  <a:pt x="33395" y="5839"/>
                </a:lnTo>
                <a:lnTo>
                  <a:pt x="35357" y="7200"/>
                </a:lnTo>
                <a:lnTo>
                  <a:pt x="42829" y="4059"/>
                </a:lnTo>
                <a:lnTo>
                  <a:pt x="45177" y="6928"/>
                </a:lnTo>
                <a:lnTo>
                  <a:pt x="43578" y="10046"/>
                </a:lnTo>
                <a:lnTo>
                  <a:pt x="44281" y="11271"/>
                </a:lnTo>
                <a:lnTo>
                  <a:pt x="45370" y="11997"/>
                </a:lnTo>
                <a:lnTo>
                  <a:pt x="48817" y="10363"/>
                </a:lnTo>
                <a:lnTo>
                  <a:pt x="50234" y="11793"/>
                </a:lnTo>
                <a:lnTo>
                  <a:pt x="49690" y="15920"/>
                </a:lnTo>
                <a:lnTo>
                  <a:pt x="49792" y="18040"/>
                </a:lnTo>
                <a:lnTo>
                  <a:pt x="49157" y="20966"/>
                </a:lnTo>
                <a:lnTo>
                  <a:pt x="50076" y="22871"/>
                </a:lnTo>
                <a:lnTo>
                  <a:pt x="54555" y="21533"/>
                </a:lnTo>
                <a:lnTo>
                  <a:pt x="55677" y="22667"/>
                </a:lnTo>
                <a:lnTo>
                  <a:pt x="55133" y="26794"/>
                </a:lnTo>
                <a:lnTo>
                  <a:pt x="55235" y="28938"/>
                </a:lnTo>
                <a:lnTo>
                  <a:pt x="55621" y="31761"/>
                </a:lnTo>
                <a:lnTo>
                  <a:pt x="54940" y="33587"/>
                </a:lnTo>
                <a:lnTo>
                  <a:pt x="50291" y="32566"/>
                </a:lnTo>
                <a:lnTo>
                  <a:pt x="49724" y="33032"/>
                </a:lnTo>
                <a:lnTo>
                  <a:pt x="48364" y="34993"/>
                </a:lnTo>
                <a:lnTo>
                  <a:pt x="51505" y="42466"/>
                </a:lnTo>
                <a:lnTo>
                  <a:pt x="48636" y="44813"/>
                </a:lnTo>
                <a:lnTo>
                  <a:pt x="45517" y="43215"/>
                </a:lnTo>
                <a:lnTo>
                  <a:pt x="44281" y="43918"/>
                </a:lnTo>
                <a:lnTo>
                  <a:pt x="43555" y="45007"/>
                </a:lnTo>
                <a:lnTo>
                  <a:pt x="45188" y="48454"/>
                </a:lnTo>
                <a:lnTo>
                  <a:pt x="43374" y="50256"/>
                </a:lnTo>
                <a:lnTo>
                  <a:pt x="39938" y="48657"/>
                </a:lnTo>
                <a:lnTo>
                  <a:pt x="37749" y="50064"/>
                </a:lnTo>
                <a:lnTo>
                  <a:pt x="34302" y="48453"/>
                </a:lnTo>
                <a:lnTo>
                  <a:pt x="32828" y="49928"/>
                </a:lnTo>
                <a:lnTo>
                  <a:pt x="34075" y="54509"/>
                </a:lnTo>
                <a:lnTo>
                  <a:pt x="31739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9883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675286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001867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66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9005" y="2868"/>
                </a:lnTo>
                <a:lnTo>
                  <a:pt x="18866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66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45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328449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8" y="7926"/>
                </a:lnTo>
                <a:lnTo>
                  <a:pt x="23949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8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8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53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01" y="18993"/>
                </a:moveTo>
                <a:lnTo>
                  <a:pt x="20720" y="18109"/>
                </a:lnTo>
                <a:lnTo>
                  <a:pt x="19153" y="17383"/>
                </a:lnTo>
                <a:lnTo>
                  <a:pt x="23949" y="17383"/>
                </a:lnTo>
                <a:lnTo>
                  <a:pt x="23949" y="17678"/>
                </a:lnTo>
                <a:lnTo>
                  <a:pt x="22701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655031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5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5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5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501109" y="7437393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07" y="44927"/>
                </a:moveTo>
                <a:lnTo>
                  <a:pt x="17259" y="43646"/>
                </a:lnTo>
                <a:lnTo>
                  <a:pt x="18790" y="39620"/>
                </a:lnTo>
                <a:lnTo>
                  <a:pt x="18109" y="38792"/>
                </a:lnTo>
                <a:lnTo>
                  <a:pt x="16148" y="37432"/>
                </a:lnTo>
                <a:lnTo>
                  <a:pt x="8675" y="40573"/>
                </a:lnTo>
                <a:lnTo>
                  <a:pt x="6339" y="37704"/>
                </a:lnTo>
                <a:lnTo>
                  <a:pt x="7938" y="34574"/>
                </a:lnTo>
                <a:lnTo>
                  <a:pt x="6498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01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24"/>
                </a:lnTo>
                <a:lnTo>
                  <a:pt x="5998" y="17723"/>
                </a:lnTo>
                <a:lnTo>
                  <a:pt x="7223" y="17020"/>
                </a:lnTo>
                <a:lnTo>
                  <a:pt x="8595" y="15059"/>
                </a:lnTo>
                <a:lnTo>
                  <a:pt x="5443" y="7586"/>
                </a:lnTo>
                <a:lnTo>
                  <a:pt x="8312" y="5238"/>
                </a:lnTo>
                <a:lnTo>
                  <a:pt x="11442" y="6837"/>
                </a:lnTo>
                <a:lnTo>
                  <a:pt x="13755" y="5409"/>
                </a:lnTo>
                <a:lnTo>
                  <a:pt x="17202" y="7041"/>
                </a:lnTo>
                <a:lnTo>
                  <a:pt x="18586" y="5658"/>
                </a:lnTo>
                <a:lnTo>
                  <a:pt x="17554" y="861"/>
                </a:lnTo>
                <a:lnTo>
                  <a:pt x="20105" y="56"/>
                </a:lnTo>
                <a:lnTo>
                  <a:pt x="27011" y="0"/>
                </a:lnTo>
                <a:lnTo>
                  <a:pt x="29585" y="895"/>
                </a:lnTo>
                <a:lnTo>
                  <a:pt x="28496" y="5635"/>
                </a:lnTo>
                <a:lnTo>
                  <a:pt x="29506" y="6645"/>
                </a:lnTo>
                <a:lnTo>
                  <a:pt x="33645" y="6089"/>
                </a:lnTo>
                <a:lnTo>
                  <a:pt x="35266" y="6180"/>
                </a:lnTo>
                <a:lnTo>
                  <a:pt x="39303" y="5601"/>
                </a:lnTo>
                <a:lnTo>
                  <a:pt x="40777" y="6985"/>
                </a:lnTo>
                <a:lnTo>
                  <a:pt x="39145" y="10534"/>
                </a:lnTo>
                <a:lnTo>
                  <a:pt x="40596" y="12666"/>
                </a:lnTo>
                <a:lnTo>
                  <a:pt x="38963" y="16113"/>
                </a:lnTo>
                <a:lnTo>
                  <a:pt x="40437" y="17587"/>
                </a:lnTo>
                <a:lnTo>
                  <a:pt x="45019" y="16329"/>
                </a:lnTo>
                <a:lnTo>
                  <a:pt x="45812" y="18200"/>
                </a:lnTo>
                <a:lnTo>
                  <a:pt x="46005" y="26897"/>
                </a:lnTo>
                <a:lnTo>
                  <a:pt x="44724" y="28757"/>
                </a:lnTo>
                <a:lnTo>
                  <a:pt x="40698" y="27226"/>
                </a:lnTo>
                <a:lnTo>
                  <a:pt x="39870" y="27906"/>
                </a:lnTo>
                <a:lnTo>
                  <a:pt x="38510" y="29868"/>
                </a:lnTo>
                <a:lnTo>
                  <a:pt x="41651" y="37341"/>
                </a:lnTo>
                <a:lnTo>
                  <a:pt x="38782" y="39688"/>
                </a:lnTo>
                <a:lnTo>
                  <a:pt x="35652" y="38078"/>
                </a:lnTo>
                <a:lnTo>
                  <a:pt x="33338" y="39518"/>
                </a:lnTo>
                <a:lnTo>
                  <a:pt x="29891" y="37885"/>
                </a:lnTo>
                <a:lnTo>
                  <a:pt x="28417" y="39359"/>
                </a:lnTo>
                <a:lnTo>
                  <a:pt x="29676" y="43941"/>
                </a:lnTo>
                <a:lnTo>
                  <a:pt x="27816" y="44734"/>
                </a:lnTo>
                <a:lnTo>
                  <a:pt x="19107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828302" y="743691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415"/>
                </a:moveTo>
                <a:lnTo>
                  <a:pt x="29653" y="44440"/>
                </a:lnTo>
                <a:lnTo>
                  <a:pt x="25129" y="45415"/>
                </a:lnTo>
                <a:lnTo>
                  <a:pt x="20842" y="44712"/>
                </a:lnTo>
                <a:lnTo>
                  <a:pt x="16182" y="44712"/>
                </a:lnTo>
                <a:lnTo>
                  <a:pt x="13245" y="45233"/>
                </a:lnTo>
                <a:lnTo>
                  <a:pt x="11385" y="44428"/>
                </a:lnTo>
                <a:lnTo>
                  <a:pt x="12587" y="39858"/>
                </a:lnTo>
                <a:lnTo>
                  <a:pt x="12054" y="39269"/>
                </a:lnTo>
                <a:lnTo>
                  <a:pt x="10682" y="38600"/>
                </a:lnTo>
                <a:lnTo>
                  <a:pt x="7870" y="40108"/>
                </a:lnTo>
                <a:lnTo>
                  <a:pt x="5737" y="38690"/>
                </a:lnTo>
                <a:lnTo>
                  <a:pt x="7370" y="34585"/>
                </a:lnTo>
                <a:lnTo>
                  <a:pt x="5976" y="33191"/>
                </a:lnTo>
                <a:lnTo>
                  <a:pt x="1542" y="34574"/>
                </a:lnTo>
                <a:lnTo>
                  <a:pt x="33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4"/>
                </a:lnTo>
                <a:lnTo>
                  <a:pt x="7336" y="10965"/>
                </a:lnTo>
                <a:lnTo>
                  <a:pt x="5704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9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81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5" y="7336"/>
                </a:lnTo>
                <a:lnTo>
                  <a:pt x="38362" y="5703"/>
                </a:lnTo>
                <a:lnTo>
                  <a:pt x="40177" y="7518"/>
                </a:lnTo>
                <a:lnTo>
                  <a:pt x="38362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20" y="12961"/>
                </a:lnTo>
                <a:lnTo>
                  <a:pt x="43919" y="16397"/>
                </a:lnTo>
                <a:lnTo>
                  <a:pt x="44712" y="17497"/>
                </a:lnTo>
                <a:lnTo>
                  <a:pt x="44054" y="20966"/>
                </a:lnTo>
                <a:lnTo>
                  <a:pt x="45563" y="24969"/>
                </a:lnTo>
                <a:lnTo>
                  <a:pt x="44474" y="29346"/>
                </a:lnTo>
                <a:lnTo>
                  <a:pt x="45381" y="33157"/>
                </a:lnTo>
                <a:lnTo>
                  <a:pt x="43805" y="34733"/>
                </a:lnTo>
                <a:lnTo>
                  <a:pt x="40358" y="33100"/>
                </a:lnTo>
                <a:lnTo>
                  <a:pt x="39269" y="33826"/>
                </a:lnTo>
                <a:lnTo>
                  <a:pt x="38623" y="35243"/>
                </a:lnTo>
                <a:lnTo>
                  <a:pt x="40074" y="37953"/>
                </a:lnTo>
                <a:lnTo>
                  <a:pt x="38748" y="40108"/>
                </a:lnTo>
                <a:lnTo>
                  <a:pt x="34552" y="38543"/>
                </a:lnTo>
                <a:lnTo>
                  <a:pt x="33066" y="40028"/>
                </a:lnTo>
                <a:lnTo>
                  <a:pt x="34699" y="44133"/>
                </a:lnTo>
                <a:lnTo>
                  <a:pt x="32772" y="454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154884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381"/>
                </a:moveTo>
                <a:lnTo>
                  <a:pt x="29653" y="44406"/>
                </a:lnTo>
                <a:lnTo>
                  <a:pt x="25128" y="45381"/>
                </a:lnTo>
                <a:lnTo>
                  <a:pt x="20842" y="44678"/>
                </a:lnTo>
                <a:lnTo>
                  <a:pt x="16182" y="44678"/>
                </a:lnTo>
                <a:lnTo>
                  <a:pt x="13245" y="45199"/>
                </a:lnTo>
                <a:lnTo>
                  <a:pt x="11385" y="44394"/>
                </a:lnTo>
                <a:lnTo>
                  <a:pt x="12587" y="39824"/>
                </a:lnTo>
                <a:lnTo>
                  <a:pt x="12054" y="39235"/>
                </a:lnTo>
                <a:lnTo>
                  <a:pt x="10682" y="38566"/>
                </a:lnTo>
                <a:lnTo>
                  <a:pt x="7870" y="40074"/>
                </a:lnTo>
                <a:lnTo>
                  <a:pt x="5737" y="38656"/>
                </a:lnTo>
                <a:lnTo>
                  <a:pt x="7370" y="34551"/>
                </a:lnTo>
                <a:lnTo>
                  <a:pt x="5976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611" y="12020"/>
                </a:lnTo>
                <a:lnTo>
                  <a:pt x="7336" y="10931"/>
                </a:lnTo>
                <a:lnTo>
                  <a:pt x="5704" y="7484"/>
                </a:lnTo>
                <a:lnTo>
                  <a:pt x="7518" y="5669"/>
                </a:lnTo>
                <a:lnTo>
                  <a:pt x="10965" y="7302"/>
                </a:lnTo>
                <a:lnTo>
                  <a:pt x="12054" y="6576"/>
                </a:lnTo>
                <a:lnTo>
                  <a:pt x="12587" y="5975"/>
                </a:lnTo>
                <a:lnTo>
                  <a:pt x="11385" y="1417"/>
                </a:lnTo>
                <a:lnTo>
                  <a:pt x="14537" y="45"/>
                </a:lnTo>
                <a:lnTo>
                  <a:pt x="20184" y="1133"/>
                </a:lnTo>
                <a:lnTo>
                  <a:pt x="25525" y="1133"/>
                </a:lnTo>
                <a:lnTo>
                  <a:pt x="31569" y="0"/>
                </a:lnTo>
                <a:lnTo>
                  <a:pt x="34574" y="1508"/>
                </a:lnTo>
                <a:lnTo>
                  <a:pt x="33191" y="5941"/>
                </a:lnTo>
                <a:lnTo>
                  <a:pt x="34585" y="7336"/>
                </a:lnTo>
                <a:lnTo>
                  <a:pt x="38690" y="5703"/>
                </a:lnTo>
                <a:lnTo>
                  <a:pt x="40108" y="7835"/>
                </a:lnTo>
                <a:lnTo>
                  <a:pt x="38600" y="10647"/>
                </a:lnTo>
                <a:lnTo>
                  <a:pt x="39269" y="12020"/>
                </a:lnTo>
                <a:lnTo>
                  <a:pt x="40358" y="12745"/>
                </a:lnTo>
                <a:lnTo>
                  <a:pt x="43805" y="11112"/>
                </a:lnTo>
                <a:lnTo>
                  <a:pt x="45619" y="12927"/>
                </a:lnTo>
                <a:lnTo>
                  <a:pt x="43918" y="16363"/>
                </a:lnTo>
                <a:lnTo>
                  <a:pt x="44712" y="17463"/>
                </a:lnTo>
                <a:lnTo>
                  <a:pt x="44054" y="20932"/>
                </a:lnTo>
                <a:lnTo>
                  <a:pt x="45563" y="24935"/>
                </a:lnTo>
                <a:lnTo>
                  <a:pt x="44474" y="29312"/>
                </a:lnTo>
                <a:lnTo>
                  <a:pt x="45381" y="33123"/>
                </a:lnTo>
                <a:lnTo>
                  <a:pt x="43805" y="34699"/>
                </a:lnTo>
                <a:lnTo>
                  <a:pt x="40358" y="33066"/>
                </a:lnTo>
                <a:lnTo>
                  <a:pt x="39269" y="33792"/>
                </a:lnTo>
                <a:lnTo>
                  <a:pt x="38623" y="35209"/>
                </a:lnTo>
                <a:lnTo>
                  <a:pt x="40085" y="37919"/>
                </a:lnTo>
                <a:lnTo>
                  <a:pt x="38759" y="40074"/>
                </a:lnTo>
                <a:lnTo>
                  <a:pt x="34552" y="38509"/>
                </a:lnTo>
                <a:lnTo>
                  <a:pt x="33066" y="39994"/>
                </a:lnTo>
                <a:lnTo>
                  <a:pt x="34699" y="44099"/>
                </a:lnTo>
                <a:lnTo>
                  <a:pt x="32772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481477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293" y="45188"/>
                </a:moveTo>
                <a:lnTo>
                  <a:pt x="29166" y="44632"/>
                </a:lnTo>
                <a:lnTo>
                  <a:pt x="26557" y="44768"/>
                </a:lnTo>
                <a:lnTo>
                  <a:pt x="24743" y="44576"/>
                </a:lnTo>
                <a:lnTo>
                  <a:pt x="21126" y="44780"/>
                </a:lnTo>
                <a:lnTo>
                  <a:pt x="19288" y="44678"/>
                </a:lnTo>
                <a:lnTo>
                  <a:pt x="16397" y="44678"/>
                </a:lnTo>
                <a:lnTo>
                  <a:pt x="12938" y="45222"/>
                </a:lnTo>
                <a:lnTo>
                  <a:pt x="11237" y="44190"/>
                </a:lnTo>
                <a:lnTo>
                  <a:pt x="12689" y="39983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6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1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302"/>
                </a:lnTo>
                <a:lnTo>
                  <a:pt x="12042" y="6576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45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97" y="7835"/>
                </a:lnTo>
                <a:lnTo>
                  <a:pt x="38588" y="10647"/>
                </a:lnTo>
                <a:lnTo>
                  <a:pt x="39257" y="12020"/>
                </a:lnTo>
                <a:lnTo>
                  <a:pt x="40346" y="12745"/>
                </a:lnTo>
                <a:lnTo>
                  <a:pt x="43793" y="11112"/>
                </a:lnTo>
                <a:lnTo>
                  <a:pt x="45608" y="12927"/>
                </a:lnTo>
                <a:lnTo>
                  <a:pt x="43907" y="16363"/>
                </a:lnTo>
                <a:lnTo>
                  <a:pt x="44701" y="17463"/>
                </a:lnTo>
                <a:lnTo>
                  <a:pt x="44701" y="29675"/>
                </a:lnTo>
                <a:lnTo>
                  <a:pt x="45212" y="32590"/>
                </a:lnTo>
                <a:lnTo>
                  <a:pt x="44406" y="34483"/>
                </a:lnTo>
                <a:lnTo>
                  <a:pt x="39825" y="33225"/>
                </a:lnTo>
                <a:lnTo>
                  <a:pt x="38600" y="34449"/>
                </a:lnTo>
                <a:lnTo>
                  <a:pt x="40029" y="38826"/>
                </a:lnTo>
                <a:lnTo>
                  <a:pt x="37841" y="39983"/>
                </a:lnTo>
                <a:lnTo>
                  <a:pt x="35312" y="38634"/>
                </a:lnTo>
                <a:lnTo>
                  <a:pt x="33815" y="39235"/>
                </a:lnTo>
                <a:lnTo>
                  <a:pt x="33089" y="40323"/>
                </a:lnTo>
                <a:lnTo>
                  <a:pt x="34722" y="43771"/>
                </a:lnTo>
                <a:lnTo>
                  <a:pt x="33293" y="45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813491" y="74423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8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57"/>
                </a:lnTo>
                <a:lnTo>
                  <a:pt x="27702" y="5760"/>
                </a:lnTo>
                <a:lnTo>
                  <a:pt x="28383" y="6611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8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8719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14668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81400" y="7590014"/>
            <a:ext cx="66269" cy="6665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07993" y="7590014"/>
            <a:ext cx="66257" cy="66654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9333486" y="759475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39447" y="1462"/>
                </a:moveTo>
                <a:lnTo>
                  <a:pt x="30912" y="1462"/>
                </a:lnTo>
                <a:lnTo>
                  <a:pt x="36037" y="0"/>
                </a:lnTo>
                <a:lnTo>
                  <a:pt x="39447" y="1462"/>
                </a:lnTo>
                <a:close/>
              </a:path>
              <a:path w="56515" h="57150">
                <a:moveTo>
                  <a:pt x="39507" y="7348"/>
                </a:moveTo>
                <a:lnTo>
                  <a:pt x="15921" y="7348"/>
                </a:lnTo>
                <a:lnTo>
                  <a:pt x="17009" y="6622"/>
                </a:lnTo>
                <a:lnTo>
                  <a:pt x="17390" y="6055"/>
                </a:lnTo>
                <a:lnTo>
                  <a:pt x="16547" y="1462"/>
                </a:lnTo>
                <a:lnTo>
                  <a:pt x="16522" y="1326"/>
                </a:lnTo>
                <a:lnTo>
                  <a:pt x="18461" y="748"/>
                </a:lnTo>
                <a:lnTo>
                  <a:pt x="20933" y="1179"/>
                </a:lnTo>
                <a:lnTo>
                  <a:pt x="27921" y="1179"/>
                </a:lnTo>
                <a:lnTo>
                  <a:pt x="30912" y="1462"/>
                </a:lnTo>
                <a:lnTo>
                  <a:pt x="39476" y="1462"/>
                </a:lnTo>
                <a:lnTo>
                  <a:pt x="38308" y="5715"/>
                </a:lnTo>
                <a:lnTo>
                  <a:pt x="38215" y="6055"/>
                </a:lnTo>
                <a:lnTo>
                  <a:pt x="39507" y="7348"/>
                </a:lnTo>
                <a:close/>
              </a:path>
              <a:path w="56515" h="57150">
                <a:moveTo>
                  <a:pt x="27921" y="1179"/>
                </a:moveTo>
                <a:lnTo>
                  <a:pt x="24233" y="1179"/>
                </a:lnTo>
                <a:lnTo>
                  <a:pt x="26126" y="1009"/>
                </a:lnTo>
                <a:lnTo>
                  <a:pt x="27921" y="1179"/>
                </a:lnTo>
                <a:close/>
              </a:path>
              <a:path w="56515" h="57150">
                <a:moveTo>
                  <a:pt x="15921" y="7348"/>
                </a:moveTo>
                <a:lnTo>
                  <a:pt x="10841" y="7348"/>
                </a:lnTo>
                <a:lnTo>
                  <a:pt x="12473" y="5715"/>
                </a:lnTo>
                <a:lnTo>
                  <a:pt x="15921" y="7348"/>
                </a:lnTo>
                <a:close/>
              </a:path>
              <a:path w="56515" h="57150">
                <a:moveTo>
                  <a:pt x="45009" y="7348"/>
                </a:moveTo>
                <a:lnTo>
                  <a:pt x="40079" y="7348"/>
                </a:lnTo>
                <a:lnTo>
                  <a:pt x="43294" y="5715"/>
                </a:lnTo>
                <a:lnTo>
                  <a:pt x="43624" y="6055"/>
                </a:lnTo>
                <a:lnTo>
                  <a:pt x="45009" y="7348"/>
                </a:lnTo>
                <a:close/>
              </a:path>
              <a:path w="56515" h="57150">
                <a:moveTo>
                  <a:pt x="50273" y="12972"/>
                </a:moveTo>
                <a:lnTo>
                  <a:pt x="10659" y="12972"/>
                </a:lnTo>
                <a:lnTo>
                  <a:pt x="12473" y="11158"/>
                </a:lnTo>
                <a:lnTo>
                  <a:pt x="10568" y="7348"/>
                </a:lnTo>
                <a:lnTo>
                  <a:pt x="45204" y="7348"/>
                </a:lnTo>
                <a:lnTo>
                  <a:pt x="43346" y="11158"/>
                </a:lnTo>
                <a:lnTo>
                  <a:pt x="44984" y="12825"/>
                </a:lnTo>
                <a:lnTo>
                  <a:pt x="50175" y="12825"/>
                </a:lnTo>
                <a:lnTo>
                  <a:pt x="50273" y="12972"/>
                </a:lnTo>
                <a:close/>
              </a:path>
              <a:path w="56515" h="57150">
                <a:moveTo>
                  <a:pt x="50672" y="18177"/>
                </a:moveTo>
                <a:lnTo>
                  <a:pt x="5119" y="18177"/>
                </a:lnTo>
                <a:lnTo>
                  <a:pt x="6123" y="17508"/>
                </a:lnTo>
                <a:lnTo>
                  <a:pt x="6728" y="16601"/>
                </a:lnTo>
                <a:lnTo>
                  <a:pt x="6849" y="16419"/>
                </a:lnTo>
                <a:lnTo>
                  <a:pt x="5216" y="12972"/>
                </a:lnTo>
                <a:lnTo>
                  <a:pt x="7030" y="11158"/>
                </a:lnTo>
                <a:lnTo>
                  <a:pt x="10659" y="12972"/>
                </a:lnTo>
                <a:lnTo>
                  <a:pt x="50273" y="12972"/>
                </a:lnTo>
                <a:lnTo>
                  <a:pt x="50507" y="13324"/>
                </a:lnTo>
                <a:lnTo>
                  <a:pt x="48987" y="16136"/>
                </a:lnTo>
                <a:lnTo>
                  <a:pt x="49668" y="17508"/>
                </a:lnTo>
                <a:lnTo>
                  <a:pt x="50672" y="18177"/>
                </a:lnTo>
                <a:close/>
              </a:path>
              <a:path w="56515" h="57150">
                <a:moveTo>
                  <a:pt x="50175" y="12825"/>
                </a:moveTo>
                <a:lnTo>
                  <a:pt x="44984" y="12825"/>
                </a:lnTo>
                <a:lnTo>
                  <a:pt x="49175" y="11158"/>
                </a:lnTo>
                <a:lnTo>
                  <a:pt x="50175" y="12825"/>
                </a:lnTo>
                <a:close/>
              </a:path>
              <a:path w="56515" h="57150">
                <a:moveTo>
                  <a:pt x="1542" y="40142"/>
                </a:moveTo>
                <a:lnTo>
                  <a:pt x="92" y="38611"/>
                </a:lnTo>
                <a:lnTo>
                  <a:pt x="827" y="34733"/>
                </a:lnTo>
                <a:lnTo>
                  <a:pt x="226" y="31070"/>
                </a:lnTo>
                <a:lnTo>
                  <a:pt x="31" y="26421"/>
                </a:lnTo>
                <a:lnTo>
                  <a:pt x="0" y="25661"/>
                </a:lnTo>
                <a:lnTo>
                  <a:pt x="918" y="21987"/>
                </a:lnTo>
                <a:lnTo>
                  <a:pt x="68" y="18415"/>
                </a:lnTo>
                <a:lnTo>
                  <a:pt x="11" y="18177"/>
                </a:lnTo>
                <a:lnTo>
                  <a:pt x="1587" y="16601"/>
                </a:lnTo>
                <a:lnTo>
                  <a:pt x="4915" y="18177"/>
                </a:lnTo>
                <a:lnTo>
                  <a:pt x="55769" y="18177"/>
                </a:lnTo>
                <a:lnTo>
                  <a:pt x="56007" y="18415"/>
                </a:lnTo>
                <a:lnTo>
                  <a:pt x="54306" y="21851"/>
                </a:lnTo>
                <a:lnTo>
                  <a:pt x="55100" y="22951"/>
                </a:lnTo>
                <a:lnTo>
                  <a:pt x="54442" y="26421"/>
                </a:lnTo>
                <a:lnTo>
                  <a:pt x="55961" y="30424"/>
                </a:lnTo>
                <a:lnTo>
                  <a:pt x="54879" y="34733"/>
                </a:lnTo>
                <a:lnTo>
                  <a:pt x="55709" y="38361"/>
                </a:lnTo>
                <a:lnTo>
                  <a:pt x="5352" y="38361"/>
                </a:lnTo>
                <a:lnTo>
                  <a:pt x="1542" y="40142"/>
                </a:lnTo>
                <a:close/>
              </a:path>
              <a:path w="56515" h="57150">
                <a:moveTo>
                  <a:pt x="55769" y="18177"/>
                </a:moveTo>
                <a:lnTo>
                  <a:pt x="50876" y="18177"/>
                </a:lnTo>
                <a:lnTo>
                  <a:pt x="54192" y="16601"/>
                </a:lnTo>
                <a:lnTo>
                  <a:pt x="55769" y="18177"/>
                </a:lnTo>
                <a:close/>
              </a:path>
              <a:path w="56515" h="57150">
                <a:moveTo>
                  <a:pt x="7272" y="45369"/>
                </a:moveTo>
                <a:lnTo>
                  <a:pt x="6551" y="45369"/>
                </a:lnTo>
                <a:lnTo>
                  <a:pt x="5340" y="43544"/>
                </a:lnTo>
                <a:lnTo>
                  <a:pt x="7030" y="40357"/>
                </a:lnTo>
                <a:lnTo>
                  <a:pt x="5352" y="38361"/>
                </a:lnTo>
                <a:lnTo>
                  <a:pt x="50227" y="38361"/>
                </a:lnTo>
                <a:lnTo>
                  <a:pt x="49001" y="40357"/>
                </a:lnTo>
                <a:lnTo>
                  <a:pt x="50552" y="43827"/>
                </a:lnTo>
                <a:lnTo>
                  <a:pt x="11149" y="43827"/>
                </a:lnTo>
                <a:lnTo>
                  <a:pt x="7272" y="45369"/>
                </a:lnTo>
                <a:close/>
              </a:path>
              <a:path w="56515" h="57150">
                <a:moveTo>
                  <a:pt x="54385" y="40006"/>
                </a:moveTo>
                <a:lnTo>
                  <a:pt x="49965" y="38361"/>
                </a:lnTo>
                <a:lnTo>
                  <a:pt x="55709" y="38361"/>
                </a:lnTo>
                <a:lnTo>
                  <a:pt x="55769" y="38611"/>
                </a:lnTo>
                <a:lnTo>
                  <a:pt x="54385" y="40006"/>
                </a:lnTo>
                <a:close/>
              </a:path>
              <a:path w="56515" h="57150">
                <a:moveTo>
                  <a:pt x="42751" y="50869"/>
                </a:moveTo>
                <a:lnTo>
                  <a:pt x="40107" y="49486"/>
                </a:lnTo>
                <a:lnTo>
                  <a:pt x="10730" y="49486"/>
                </a:lnTo>
                <a:lnTo>
                  <a:pt x="12387" y="45369"/>
                </a:lnTo>
                <a:lnTo>
                  <a:pt x="12212" y="45369"/>
                </a:lnTo>
                <a:lnTo>
                  <a:pt x="10670" y="43827"/>
                </a:lnTo>
                <a:lnTo>
                  <a:pt x="44818" y="43827"/>
                </a:lnTo>
                <a:lnTo>
                  <a:pt x="43794" y="45369"/>
                </a:lnTo>
                <a:lnTo>
                  <a:pt x="44758" y="49486"/>
                </a:lnTo>
                <a:lnTo>
                  <a:pt x="44848" y="49871"/>
                </a:lnTo>
                <a:lnTo>
                  <a:pt x="42751" y="50869"/>
                </a:lnTo>
                <a:close/>
              </a:path>
              <a:path w="56515" h="57150">
                <a:moveTo>
                  <a:pt x="49021" y="45369"/>
                </a:moveTo>
                <a:lnTo>
                  <a:pt x="48623" y="45369"/>
                </a:lnTo>
                <a:lnTo>
                  <a:pt x="44746" y="43827"/>
                </a:lnTo>
                <a:lnTo>
                  <a:pt x="50552" y="43827"/>
                </a:lnTo>
                <a:lnTo>
                  <a:pt x="49021" y="45369"/>
                </a:lnTo>
                <a:close/>
              </a:path>
              <a:path w="56515" h="57150">
                <a:moveTo>
                  <a:pt x="12802" y="51017"/>
                </a:moveTo>
                <a:lnTo>
                  <a:pt x="10560" y="49486"/>
                </a:lnTo>
                <a:lnTo>
                  <a:pt x="15649" y="49486"/>
                </a:lnTo>
                <a:lnTo>
                  <a:pt x="12802" y="51017"/>
                </a:lnTo>
                <a:close/>
              </a:path>
              <a:path w="56515" h="57150">
                <a:moveTo>
                  <a:pt x="17792" y="56573"/>
                </a:moveTo>
                <a:lnTo>
                  <a:pt x="16125" y="54520"/>
                </a:lnTo>
                <a:lnTo>
                  <a:pt x="17723" y="51402"/>
                </a:lnTo>
                <a:lnTo>
                  <a:pt x="17009" y="50166"/>
                </a:lnTo>
                <a:lnTo>
                  <a:pt x="15649" y="49486"/>
                </a:lnTo>
                <a:lnTo>
                  <a:pt x="40632" y="49486"/>
                </a:lnTo>
                <a:lnTo>
                  <a:pt x="38782" y="50166"/>
                </a:lnTo>
                <a:lnTo>
                  <a:pt x="38313" y="50869"/>
                </a:lnTo>
                <a:lnTo>
                  <a:pt x="38215" y="51017"/>
                </a:lnTo>
                <a:lnTo>
                  <a:pt x="38126" y="51402"/>
                </a:lnTo>
                <a:lnTo>
                  <a:pt x="39603" y="54520"/>
                </a:lnTo>
                <a:lnTo>
                  <a:pt x="39689" y="54702"/>
                </a:lnTo>
                <a:lnTo>
                  <a:pt x="38822" y="55575"/>
                </a:lnTo>
                <a:lnTo>
                  <a:pt x="26749" y="55575"/>
                </a:lnTo>
                <a:lnTo>
                  <a:pt x="17792" y="56573"/>
                </a:lnTo>
                <a:close/>
              </a:path>
              <a:path w="56515" h="57150">
                <a:moveTo>
                  <a:pt x="38271" y="56131"/>
                </a:moveTo>
                <a:lnTo>
                  <a:pt x="34132" y="55575"/>
                </a:lnTo>
                <a:lnTo>
                  <a:pt x="38822" y="55575"/>
                </a:lnTo>
                <a:lnTo>
                  <a:pt x="38271" y="56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659563" y="7594810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45807" y="7291"/>
                </a:moveTo>
                <a:lnTo>
                  <a:pt x="10982" y="7291"/>
                </a:lnTo>
                <a:lnTo>
                  <a:pt x="12060" y="6565"/>
                </a:lnTo>
                <a:lnTo>
                  <a:pt x="12581" y="5987"/>
                </a:lnTo>
                <a:lnTo>
                  <a:pt x="11387" y="1292"/>
                </a:lnTo>
                <a:lnTo>
                  <a:pt x="35609" y="1292"/>
                </a:lnTo>
                <a:lnTo>
                  <a:pt x="43799" y="0"/>
                </a:lnTo>
                <a:lnTo>
                  <a:pt x="45614" y="2211"/>
                </a:lnTo>
                <a:lnTo>
                  <a:pt x="44003" y="5329"/>
                </a:lnTo>
                <a:lnTo>
                  <a:pt x="44718" y="6565"/>
                </a:lnTo>
                <a:lnTo>
                  <a:pt x="45807" y="7291"/>
                </a:lnTo>
                <a:close/>
              </a:path>
              <a:path w="56515" h="57150">
                <a:moveTo>
                  <a:pt x="16017" y="1292"/>
                </a:moveTo>
                <a:lnTo>
                  <a:pt x="11655" y="1292"/>
                </a:lnTo>
                <a:lnTo>
                  <a:pt x="13432" y="544"/>
                </a:lnTo>
                <a:lnTo>
                  <a:pt x="16017" y="1292"/>
                </a:lnTo>
                <a:close/>
              </a:path>
              <a:path w="56515" h="57150">
                <a:moveTo>
                  <a:pt x="35274" y="1292"/>
                </a:moveTo>
                <a:lnTo>
                  <a:pt x="16017" y="1292"/>
                </a:lnTo>
                <a:lnTo>
                  <a:pt x="22670" y="544"/>
                </a:lnTo>
                <a:lnTo>
                  <a:pt x="28978" y="544"/>
                </a:lnTo>
                <a:lnTo>
                  <a:pt x="35274" y="1292"/>
                </a:lnTo>
                <a:close/>
              </a:path>
              <a:path w="56515" h="57150">
                <a:moveTo>
                  <a:pt x="51220" y="12711"/>
                </a:moveTo>
                <a:lnTo>
                  <a:pt x="5403" y="12711"/>
                </a:lnTo>
                <a:lnTo>
                  <a:pt x="6628" y="12008"/>
                </a:lnTo>
                <a:lnTo>
                  <a:pt x="7354" y="10920"/>
                </a:lnTo>
                <a:lnTo>
                  <a:pt x="5721" y="7472"/>
                </a:lnTo>
                <a:lnTo>
                  <a:pt x="7535" y="5658"/>
                </a:lnTo>
                <a:lnTo>
                  <a:pt x="10982" y="7291"/>
                </a:lnTo>
                <a:lnTo>
                  <a:pt x="50934" y="7291"/>
                </a:lnTo>
                <a:lnTo>
                  <a:pt x="49491" y="10920"/>
                </a:lnTo>
                <a:lnTo>
                  <a:pt x="49410" y="11124"/>
                </a:lnTo>
                <a:lnTo>
                  <a:pt x="49324" y="11339"/>
                </a:lnTo>
                <a:lnTo>
                  <a:pt x="49151" y="11339"/>
                </a:lnTo>
                <a:lnTo>
                  <a:pt x="51220" y="12711"/>
                </a:lnTo>
                <a:close/>
              </a:path>
              <a:path w="56515" h="57150">
                <a:moveTo>
                  <a:pt x="50887" y="7291"/>
                </a:moveTo>
                <a:lnTo>
                  <a:pt x="45807" y="7291"/>
                </a:lnTo>
                <a:lnTo>
                  <a:pt x="49254" y="5658"/>
                </a:lnTo>
                <a:lnTo>
                  <a:pt x="50887" y="7291"/>
                </a:lnTo>
                <a:close/>
              </a:path>
              <a:path w="56515" h="57150">
                <a:moveTo>
                  <a:pt x="5403" y="12711"/>
                </a:moveTo>
                <a:lnTo>
                  <a:pt x="331" y="12711"/>
                </a:lnTo>
                <a:lnTo>
                  <a:pt x="2273" y="11124"/>
                </a:lnTo>
                <a:lnTo>
                  <a:pt x="5403" y="12711"/>
                </a:lnTo>
                <a:close/>
              </a:path>
              <a:path w="56515" h="57150">
                <a:moveTo>
                  <a:pt x="2092" y="45573"/>
                </a:moveTo>
                <a:lnTo>
                  <a:pt x="1185" y="44666"/>
                </a:lnTo>
                <a:lnTo>
                  <a:pt x="529" y="43941"/>
                </a:lnTo>
                <a:lnTo>
                  <a:pt x="1358" y="40459"/>
                </a:lnTo>
                <a:lnTo>
                  <a:pt x="1423" y="40187"/>
                </a:lnTo>
                <a:lnTo>
                  <a:pt x="470" y="36366"/>
                </a:lnTo>
                <a:lnTo>
                  <a:pt x="856" y="31286"/>
                </a:lnTo>
                <a:lnTo>
                  <a:pt x="1389" y="26546"/>
                </a:lnTo>
                <a:lnTo>
                  <a:pt x="947" y="24675"/>
                </a:lnTo>
                <a:lnTo>
                  <a:pt x="1423" y="21239"/>
                </a:lnTo>
                <a:lnTo>
                  <a:pt x="0" y="12711"/>
                </a:lnTo>
                <a:lnTo>
                  <a:pt x="51644" y="12711"/>
                </a:lnTo>
                <a:lnTo>
                  <a:pt x="54243" y="11339"/>
                </a:lnTo>
                <a:lnTo>
                  <a:pt x="55604" y="12008"/>
                </a:lnTo>
                <a:lnTo>
                  <a:pt x="55604" y="40459"/>
                </a:lnTo>
                <a:lnTo>
                  <a:pt x="56137" y="43578"/>
                </a:lnTo>
                <a:lnTo>
                  <a:pt x="55960" y="43941"/>
                </a:lnTo>
                <a:lnTo>
                  <a:pt x="5539" y="43941"/>
                </a:lnTo>
                <a:lnTo>
                  <a:pt x="2092" y="45573"/>
                </a:lnTo>
                <a:close/>
              </a:path>
              <a:path w="56515" h="57150">
                <a:moveTo>
                  <a:pt x="7281" y="50948"/>
                </a:moveTo>
                <a:lnTo>
                  <a:pt x="7001" y="50688"/>
                </a:lnTo>
                <a:lnTo>
                  <a:pt x="5789" y="48851"/>
                </a:lnTo>
                <a:lnTo>
                  <a:pt x="7297" y="46038"/>
                </a:lnTo>
                <a:lnTo>
                  <a:pt x="6628" y="44666"/>
                </a:lnTo>
                <a:lnTo>
                  <a:pt x="5539" y="43941"/>
                </a:lnTo>
                <a:lnTo>
                  <a:pt x="50887" y="43941"/>
                </a:lnTo>
                <a:lnTo>
                  <a:pt x="49413" y="45415"/>
                </a:lnTo>
                <a:lnTo>
                  <a:pt x="49460" y="45573"/>
                </a:lnTo>
                <a:lnTo>
                  <a:pt x="50962" y="49350"/>
                </a:lnTo>
                <a:lnTo>
                  <a:pt x="11300" y="49350"/>
                </a:lnTo>
                <a:lnTo>
                  <a:pt x="7281" y="50948"/>
                </a:lnTo>
                <a:close/>
              </a:path>
              <a:path w="56515" h="57150">
                <a:moveTo>
                  <a:pt x="55241" y="45415"/>
                </a:moveTo>
                <a:lnTo>
                  <a:pt x="50454" y="43941"/>
                </a:lnTo>
                <a:lnTo>
                  <a:pt x="55960" y="43941"/>
                </a:lnTo>
                <a:lnTo>
                  <a:pt x="55241" y="45415"/>
                </a:lnTo>
                <a:close/>
              </a:path>
              <a:path w="56515" h="57150">
                <a:moveTo>
                  <a:pt x="14373" y="56675"/>
                </a:moveTo>
                <a:lnTo>
                  <a:pt x="11322" y="55201"/>
                </a:lnTo>
                <a:lnTo>
                  <a:pt x="12618" y="50948"/>
                </a:lnTo>
                <a:lnTo>
                  <a:pt x="12638" y="50688"/>
                </a:lnTo>
                <a:lnTo>
                  <a:pt x="11300" y="49350"/>
                </a:lnTo>
                <a:lnTo>
                  <a:pt x="46276" y="49350"/>
                </a:lnTo>
                <a:lnTo>
                  <a:pt x="44718" y="50109"/>
                </a:lnTo>
                <a:lnTo>
                  <a:pt x="44207" y="50688"/>
                </a:lnTo>
                <a:lnTo>
                  <a:pt x="45330" y="55201"/>
                </a:lnTo>
                <a:lnTo>
                  <a:pt x="45573" y="55201"/>
                </a:lnTo>
                <a:lnTo>
                  <a:pt x="44720" y="55552"/>
                </a:lnTo>
                <a:lnTo>
                  <a:pt x="20326" y="55552"/>
                </a:lnTo>
                <a:lnTo>
                  <a:pt x="14373" y="56675"/>
                </a:lnTo>
                <a:close/>
              </a:path>
              <a:path w="56515" h="57150">
                <a:moveTo>
                  <a:pt x="48902" y="50948"/>
                </a:moveTo>
                <a:lnTo>
                  <a:pt x="45921" y="49350"/>
                </a:lnTo>
                <a:lnTo>
                  <a:pt x="51307" y="49350"/>
                </a:lnTo>
                <a:lnTo>
                  <a:pt x="48902" y="50948"/>
                </a:lnTo>
                <a:close/>
              </a:path>
              <a:path w="56515" h="57150">
                <a:moveTo>
                  <a:pt x="43482" y="56063"/>
                </a:moveTo>
                <a:lnTo>
                  <a:pt x="40624" y="55552"/>
                </a:lnTo>
                <a:lnTo>
                  <a:pt x="44720" y="55552"/>
                </a:lnTo>
                <a:lnTo>
                  <a:pt x="43482" y="5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639336" y="759508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9252" y="850"/>
                </a:moveTo>
                <a:lnTo>
                  <a:pt x="31558" y="850"/>
                </a:lnTo>
                <a:lnTo>
                  <a:pt x="36185" y="0"/>
                </a:lnTo>
                <a:lnTo>
                  <a:pt x="39252" y="850"/>
                </a:lnTo>
                <a:close/>
              </a:path>
              <a:path w="56515" h="56515">
                <a:moveTo>
                  <a:pt x="44905" y="1065"/>
                </a:moveTo>
                <a:lnTo>
                  <a:pt x="40454" y="1065"/>
                </a:lnTo>
                <a:lnTo>
                  <a:pt x="43998" y="158"/>
                </a:lnTo>
                <a:lnTo>
                  <a:pt x="44905" y="1065"/>
                </a:lnTo>
                <a:close/>
              </a:path>
              <a:path w="56515" h="56515">
                <a:moveTo>
                  <a:pt x="45415" y="7019"/>
                </a:move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41" y="1065"/>
                </a:lnTo>
                <a:lnTo>
                  <a:pt x="44905" y="1065"/>
                </a:lnTo>
                <a:lnTo>
                  <a:pt x="45596" y="1757"/>
                </a:lnTo>
                <a:lnTo>
                  <a:pt x="43782" y="5386"/>
                </a:lnTo>
                <a:lnTo>
                  <a:pt x="45415" y="7019"/>
                </a:lnTo>
                <a:close/>
              </a:path>
              <a:path w="56515" h="56515">
                <a:moveTo>
                  <a:pt x="40028" y="1065"/>
                </a:moveTo>
                <a:lnTo>
                  <a:pt x="15956" y="1065"/>
                </a:lnTo>
                <a:lnTo>
                  <a:pt x="21334" y="306"/>
                </a:lnTo>
                <a:lnTo>
                  <a:pt x="20476" y="306"/>
                </a:lnTo>
                <a:lnTo>
                  <a:pt x="24856" y="850"/>
                </a:lnTo>
                <a:lnTo>
                  <a:pt x="39252" y="850"/>
                </a:lnTo>
                <a:lnTo>
                  <a:pt x="40028" y="1065"/>
                </a:lnTo>
                <a:close/>
              </a:path>
              <a:path w="56515" h="56515">
                <a:moveTo>
                  <a:pt x="55576" y="12439"/>
                </a:moveTo>
                <a:lnTo>
                  <a:pt x="5352" y="12439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45415" y="7019"/>
                </a:lnTo>
                <a:lnTo>
                  <a:pt x="45596" y="7200"/>
                </a:lnTo>
                <a:lnTo>
                  <a:pt x="51040" y="7200"/>
                </a:lnTo>
                <a:lnTo>
                  <a:pt x="49407" y="10647"/>
                </a:lnTo>
                <a:lnTo>
                  <a:pt x="50133" y="11736"/>
                </a:lnTo>
                <a:lnTo>
                  <a:pt x="55576" y="11736"/>
                </a:lnTo>
                <a:lnTo>
                  <a:pt x="55576" y="12439"/>
                </a:lnTo>
                <a:close/>
              </a:path>
              <a:path w="56515" h="56515">
                <a:moveTo>
                  <a:pt x="51040" y="7200"/>
                </a:moveTo>
                <a:lnTo>
                  <a:pt x="45596" y="7200"/>
                </a:lnTo>
                <a:lnTo>
                  <a:pt x="49225" y="5386"/>
                </a:lnTo>
                <a:lnTo>
                  <a:pt x="51040" y="7200"/>
                </a:lnTo>
                <a:close/>
              </a:path>
              <a:path w="56515" h="56515">
                <a:moveTo>
                  <a:pt x="2052" y="45301"/>
                </a:moveTo>
                <a:lnTo>
                  <a:pt x="635" y="43884"/>
                </a:lnTo>
                <a:lnTo>
                  <a:pt x="611" y="43158"/>
                </a:lnTo>
                <a:lnTo>
                  <a:pt x="1291" y="40301"/>
                </a:lnTo>
                <a:lnTo>
                  <a:pt x="1383" y="39915"/>
                </a:lnTo>
                <a:lnTo>
                  <a:pt x="431" y="36094"/>
                </a:lnTo>
                <a:lnTo>
                  <a:pt x="816" y="31013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4" y="10852"/>
                </a:lnTo>
                <a:lnTo>
                  <a:pt x="5352" y="12439"/>
                </a:lnTo>
                <a:lnTo>
                  <a:pt x="55576" y="12439"/>
                </a:lnTo>
                <a:lnTo>
                  <a:pt x="55576" y="40301"/>
                </a:lnTo>
                <a:lnTo>
                  <a:pt x="56086" y="43158"/>
                </a:lnTo>
                <a:lnTo>
                  <a:pt x="55877" y="43668"/>
                </a:lnTo>
                <a:lnTo>
                  <a:pt x="5499" y="43668"/>
                </a:lnTo>
                <a:lnTo>
                  <a:pt x="2052" y="45301"/>
                </a:lnTo>
                <a:close/>
              </a:path>
              <a:path w="56515" h="56515">
                <a:moveTo>
                  <a:pt x="7167" y="50710"/>
                </a:move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55877" y="43668"/>
                </a:lnTo>
                <a:lnTo>
                  <a:pt x="55789" y="43884"/>
                </a:lnTo>
                <a:lnTo>
                  <a:pt x="50711" y="43884"/>
                </a:lnTo>
                <a:lnTo>
                  <a:pt x="50133" y="44394"/>
                </a:lnTo>
                <a:lnTo>
                  <a:pt x="49464" y="45766"/>
                </a:lnTo>
                <a:lnTo>
                  <a:pt x="50972" y="48578"/>
                </a:lnTo>
                <a:lnTo>
                  <a:pt x="50640" y="49077"/>
                </a:lnTo>
                <a:lnTo>
                  <a:pt x="11272" y="49077"/>
                </a:lnTo>
                <a:lnTo>
                  <a:pt x="7167" y="50710"/>
                </a:lnTo>
                <a:close/>
              </a:path>
              <a:path w="56515" h="56515">
                <a:moveTo>
                  <a:pt x="55315" y="45041"/>
                </a:moveTo>
                <a:lnTo>
                  <a:pt x="50711" y="43884"/>
                </a:lnTo>
                <a:lnTo>
                  <a:pt x="55789" y="43884"/>
                </a:lnTo>
                <a:lnTo>
                  <a:pt x="55315" y="45041"/>
                </a:lnTo>
                <a:close/>
              </a:path>
              <a:path w="56515" h="56515">
                <a:moveTo>
                  <a:pt x="14481" y="56369"/>
                </a:moveTo>
                <a:lnTo>
                  <a:pt x="11200" y="54917"/>
                </a:lnTo>
                <a:lnTo>
                  <a:pt x="11344" y="54917"/>
                </a:lnTo>
                <a:lnTo>
                  <a:pt x="12540" y="50710"/>
                </a:lnTo>
                <a:lnTo>
                  <a:pt x="12621" y="50427"/>
                </a:lnTo>
                <a:lnTo>
                  <a:pt x="11272" y="49077"/>
                </a:lnTo>
                <a:lnTo>
                  <a:pt x="45449" y="49077"/>
                </a:lnTo>
                <a:lnTo>
                  <a:pt x="44100" y="50427"/>
                </a:lnTo>
                <a:lnTo>
                  <a:pt x="44143" y="50710"/>
                </a:lnTo>
                <a:lnTo>
                  <a:pt x="45438" y="54917"/>
                </a:lnTo>
                <a:lnTo>
                  <a:pt x="44694" y="55280"/>
                </a:lnTo>
                <a:lnTo>
                  <a:pt x="20184" y="55280"/>
                </a:lnTo>
                <a:lnTo>
                  <a:pt x="14481" y="56369"/>
                </a:lnTo>
                <a:close/>
              </a:path>
              <a:path w="56515" h="56515">
                <a:moveTo>
                  <a:pt x="49554" y="50710"/>
                </a:moveTo>
                <a:lnTo>
                  <a:pt x="45449" y="49077"/>
                </a:lnTo>
                <a:lnTo>
                  <a:pt x="50640" y="49077"/>
                </a:lnTo>
                <a:lnTo>
                  <a:pt x="49554" y="50710"/>
                </a:lnTo>
                <a:close/>
              </a:path>
              <a:path w="56515" h="56515">
                <a:moveTo>
                  <a:pt x="43601" y="55813"/>
                </a:moveTo>
                <a:lnTo>
                  <a:pt x="40482" y="55280"/>
                </a:lnTo>
                <a:lnTo>
                  <a:pt x="44694" y="55280"/>
                </a:lnTo>
                <a:lnTo>
                  <a:pt x="43601" y="55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966327" y="759552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52"/>
                </a:moveTo>
                <a:lnTo>
                  <a:pt x="24221" y="55439"/>
                </a:lnTo>
                <a:lnTo>
                  <a:pt x="21942" y="54634"/>
                </a:lnTo>
                <a:lnTo>
                  <a:pt x="22963" y="49917"/>
                </a:lnTo>
                <a:lnTo>
                  <a:pt x="22509" y="49395"/>
                </a:lnTo>
                <a:lnTo>
                  <a:pt x="20547" y="48034"/>
                </a:lnTo>
                <a:lnTo>
                  <a:pt x="13074" y="51175"/>
                </a:lnTo>
                <a:lnTo>
                  <a:pt x="10738" y="48306"/>
                </a:lnTo>
                <a:lnTo>
                  <a:pt x="12337" y="45188"/>
                </a:lnTo>
                <a:lnTo>
                  <a:pt x="11623" y="43952"/>
                </a:lnTo>
                <a:lnTo>
                  <a:pt x="10818" y="43283"/>
                </a:lnTo>
                <a:lnTo>
                  <a:pt x="6736" y="44791"/>
                </a:lnTo>
                <a:lnTo>
                  <a:pt x="5602" y="43079"/>
                </a:lnTo>
                <a:lnTo>
                  <a:pt x="6237" y="39586"/>
                </a:lnTo>
                <a:lnTo>
                  <a:pt x="6146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28" y="33497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19" y="19776"/>
                </a:lnTo>
                <a:lnTo>
                  <a:pt x="4570" y="13142"/>
                </a:lnTo>
                <a:lnTo>
                  <a:pt x="6962" y="10398"/>
                </a:lnTo>
                <a:lnTo>
                  <a:pt x="10636" y="12008"/>
                </a:lnTo>
                <a:lnTo>
                  <a:pt x="11623" y="11294"/>
                </a:lnTo>
                <a:lnTo>
                  <a:pt x="12337" y="10058"/>
                </a:lnTo>
                <a:lnTo>
                  <a:pt x="10738" y="6939"/>
                </a:lnTo>
                <a:lnTo>
                  <a:pt x="13074" y="4070"/>
                </a:lnTo>
                <a:lnTo>
                  <a:pt x="20547" y="7212"/>
                </a:lnTo>
                <a:lnTo>
                  <a:pt x="22509" y="5851"/>
                </a:lnTo>
                <a:lnTo>
                  <a:pt x="23235" y="4796"/>
                </a:lnTo>
                <a:lnTo>
                  <a:pt x="21602" y="1270"/>
                </a:lnTo>
                <a:lnTo>
                  <a:pt x="22940" y="0"/>
                </a:lnTo>
                <a:lnTo>
                  <a:pt x="33078" y="22"/>
                </a:lnTo>
                <a:lnTo>
                  <a:pt x="34291" y="1496"/>
                </a:lnTo>
                <a:lnTo>
                  <a:pt x="32692" y="4615"/>
                </a:lnTo>
                <a:lnTo>
                  <a:pt x="33395" y="5851"/>
                </a:lnTo>
                <a:lnTo>
                  <a:pt x="35357" y="7212"/>
                </a:lnTo>
                <a:lnTo>
                  <a:pt x="42829" y="4070"/>
                </a:lnTo>
                <a:lnTo>
                  <a:pt x="45177" y="6939"/>
                </a:lnTo>
                <a:lnTo>
                  <a:pt x="43578" y="10058"/>
                </a:lnTo>
                <a:lnTo>
                  <a:pt x="44281" y="11294"/>
                </a:lnTo>
                <a:lnTo>
                  <a:pt x="45370" y="12020"/>
                </a:lnTo>
                <a:lnTo>
                  <a:pt x="48817" y="10387"/>
                </a:lnTo>
                <a:lnTo>
                  <a:pt x="50234" y="11804"/>
                </a:lnTo>
                <a:lnTo>
                  <a:pt x="49679" y="15943"/>
                </a:lnTo>
                <a:lnTo>
                  <a:pt x="49792" y="18075"/>
                </a:lnTo>
                <a:lnTo>
                  <a:pt x="49157" y="20989"/>
                </a:lnTo>
                <a:lnTo>
                  <a:pt x="50064" y="22906"/>
                </a:lnTo>
                <a:lnTo>
                  <a:pt x="54555" y="21567"/>
                </a:lnTo>
                <a:lnTo>
                  <a:pt x="55677" y="22690"/>
                </a:lnTo>
                <a:lnTo>
                  <a:pt x="55122" y="26829"/>
                </a:lnTo>
                <a:lnTo>
                  <a:pt x="55235" y="28984"/>
                </a:lnTo>
                <a:lnTo>
                  <a:pt x="55609" y="31796"/>
                </a:lnTo>
                <a:lnTo>
                  <a:pt x="54929" y="33633"/>
                </a:lnTo>
                <a:lnTo>
                  <a:pt x="50280" y="32612"/>
                </a:lnTo>
                <a:lnTo>
                  <a:pt x="49724" y="33066"/>
                </a:lnTo>
                <a:lnTo>
                  <a:pt x="48352" y="35028"/>
                </a:lnTo>
                <a:lnTo>
                  <a:pt x="51505" y="42500"/>
                </a:lnTo>
                <a:lnTo>
                  <a:pt x="48636" y="44848"/>
                </a:lnTo>
                <a:lnTo>
                  <a:pt x="45506" y="43249"/>
                </a:lnTo>
                <a:lnTo>
                  <a:pt x="44281" y="43952"/>
                </a:lnTo>
                <a:lnTo>
                  <a:pt x="43556" y="45041"/>
                </a:lnTo>
                <a:lnTo>
                  <a:pt x="45188" y="48488"/>
                </a:lnTo>
                <a:lnTo>
                  <a:pt x="43385" y="50302"/>
                </a:lnTo>
                <a:lnTo>
                  <a:pt x="39938" y="48692"/>
                </a:lnTo>
                <a:lnTo>
                  <a:pt x="37749" y="50098"/>
                </a:lnTo>
                <a:lnTo>
                  <a:pt x="34302" y="48488"/>
                </a:lnTo>
                <a:lnTo>
                  <a:pt x="32828" y="49973"/>
                </a:lnTo>
                <a:lnTo>
                  <a:pt x="34087" y="54543"/>
                </a:lnTo>
                <a:lnTo>
                  <a:pt x="31739" y="55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011849" y="760020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78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6" y="44814"/>
                </a:lnTo>
                <a:lnTo>
                  <a:pt x="19299" y="44712"/>
                </a:lnTo>
                <a:lnTo>
                  <a:pt x="16283" y="44712"/>
                </a:lnTo>
                <a:lnTo>
                  <a:pt x="13119" y="45245"/>
                </a:lnTo>
                <a:lnTo>
                  <a:pt x="11305" y="44337"/>
                </a:lnTo>
                <a:lnTo>
                  <a:pt x="12688" y="39904"/>
                </a:lnTo>
                <a:lnTo>
                  <a:pt x="11294" y="38509"/>
                </a:lnTo>
                <a:lnTo>
                  <a:pt x="7189" y="40142"/>
                </a:lnTo>
                <a:lnTo>
                  <a:pt x="5771" y="38010"/>
                </a:lnTo>
                <a:lnTo>
                  <a:pt x="7280" y="35198"/>
                </a:lnTo>
                <a:lnTo>
                  <a:pt x="6610" y="33826"/>
                </a:lnTo>
                <a:lnTo>
                  <a:pt x="5862" y="33179"/>
                </a:lnTo>
                <a:lnTo>
                  <a:pt x="1655" y="34631"/>
                </a:lnTo>
                <a:lnTo>
                  <a:pt x="0" y="31909"/>
                </a:lnTo>
                <a:lnTo>
                  <a:pt x="1167" y="25264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0" y="12054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3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92" y="1474"/>
                </a:lnTo>
                <a:lnTo>
                  <a:pt x="33122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4" y="11146"/>
                </a:lnTo>
                <a:lnTo>
                  <a:pt x="45619" y="12961"/>
                </a:lnTo>
                <a:lnTo>
                  <a:pt x="43918" y="16397"/>
                </a:lnTo>
                <a:lnTo>
                  <a:pt x="44711" y="17497"/>
                </a:lnTo>
                <a:lnTo>
                  <a:pt x="44711" y="29709"/>
                </a:lnTo>
                <a:lnTo>
                  <a:pt x="45222" y="32624"/>
                </a:lnTo>
                <a:lnTo>
                  <a:pt x="44416" y="34517"/>
                </a:lnTo>
                <a:lnTo>
                  <a:pt x="39835" y="33259"/>
                </a:lnTo>
                <a:lnTo>
                  <a:pt x="38611" y="34483"/>
                </a:lnTo>
                <a:lnTo>
                  <a:pt x="40039" y="38860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5" y="39269"/>
                </a:lnTo>
                <a:lnTo>
                  <a:pt x="33100" y="40357"/>
                </a:lnTo>
                <a:lnTo>
                  <a:pt x="34732" y="43805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297308" y="76006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96" y="44927"/>
                </a:moveTo>
                <a:lnTo>
                  <a:pt x="17247" y="43657"/>
                </a:lnTo>
                <a:lnTo>
                  <a:pt x="18778" y="39620"/>
                </a:lnTo>
                <a:lnTo>
                  <a:pt x="18087" y="38792"/>
                </a:lnTo>
                <a:lnTo>
                  <a:pt x="16125" y="37432"/>
                </a:lnTo>
                <a:lnTo>
                  <a:pt x="8663" y="40573"/>
                </a:lnTo>
                <a:lnTo>
                  <a:pt x="6316" y="37704"/>
                </a:lnTo>
                <a:lnTo>
                  <a:pt x="7915" y="34585"/>
                </a:lnTo>
                <a:lnTo>
                  <a:pt x="6486" y="32261"/>
                </a:lnTo>
                <a:lnTo>
                  <a:pt x="8108" y="28814"/>
                </a:lnTo>
                <a:lnTo>
                  <a:pt x="6294" y="26999"/>
                </a:lnTo>
                <a:lnTo>
                  <a:pt x="2778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36"/>
                </a:lnTo>
                <a:lnTo>
                  <a:pt x="5987" y="17723"/>
                </a:lnTo>
                <a:lnTo>
                  <a:pt x="7212" y="17020"/>
                </a:lnTo>
                <a:lnTo>
                  <a:pt x="8572" y="15059"/>
                </a:lnTo>
                <a:lnTo>
                  <a:pt x="5443" y="7586"/>
                </a:lnTo>
                <a:lnTo>
                  <a:pt x="8300" y="5250"/>
                </a:lnTo>
                <a:lnTo>
                  <a:pt x="11419" y="6837"/>
                </a:lnTo>
                <a:lnTo>
                  <a:pt x="12655" y="6134"/>
                </a:lnTo>
                <a:lnTo>
                  <a:pt x="13744" y="5409"/>
                </a:lnTo>
                <a:lnTo>
                  <a:pt x="17179" y="7041"/>
                </a:lnTo>
                <a:lnTo>
                  <a:pt x="18563" y="5658"/>
                </a:lnTo>
                <a:lnTo>
                  <a:pt x="17531" y="873"/>
                </a:lnTo>
                <a:lnTo>
                  <a:pt x="20094" y="56"/>
                </a:lnTo>
                <a:lnTo>
                  <a:pt x="27000" y="0"/>
                </a:lnTo>
                <a:lnTo>
                  <a:pt x="29574" y="895"/>
                </a:lnTo>
                <a:lnTo>
                  <a:pt x="28474" y="5635"/>
                </a:lnTo>
                <a:lnTo>
                  <a:pt x="29494" y="6645"/>
                </a:lnTo>
                <a:lnTo>
                  <a:pt x="33622" y="6089"/>
                </a:lnTo>
                <a:lnTo>
                  <a:pt x="35244" y="6180"/>
                </a:lnTo>
                <a:lnTo>
                  <a:pt x="39292" y="5601"/>
                </a:lnTo>
                <a:lnTo>
                  <a:pt x="40755" y="6985"/>
                </a:lnTo>
                <a:lnTo>
                  <a:pt x="39133" y="10534"/>
                </a:lnTo>
                <a:lnTo>
                  <a:pt x="40573" y="12666"/>
                </a:lnTo>
                <a:lnTo>
                  <a:pt x="38940" y="16113"/>
                </a:lnTo>
                <a:lnTo>
                  <a:pt x="40426" y="17587"/>
                </a:lnTo>
                <a:lnTo>
                  <a:pt x="44996" y="16340"/>
                </a:lnTo>
                <a:lnTo>
                  <a:pt x="45790" y="18200"/>
                </a:lnTo>
                <a:lnTo>
                  <a:pt x="45994" y="26908"/>
                </a:lnTo>
                <a:lnTo>
                  <a:pt x="44701" y="28757"/>
                </a:lnTo>
                <a:lnTo>
                  <a:pt x="40675" y="27226"/>
                </a:lnTo>
                <a:lnTo>
                  <a:pt x="39847" y="27906"/>
                </a:lnTo>
                <a:lnTo>
                  <a:pt x="38487" y="29868"/>
                </a:lnTo>
                <a:lnTo>
                  <a:pt x="41628" y="37341"/>
                </a:lnTo>
                <a:lnTo>
                  <a:pt x="38759" y="39688"/>
                </a:lnTo>
                <a:lnTo>
                  <a:pt x="35640" y="38089"/>
                </a:lnTo>
                <a:lnTo>
                  <a:pt x="33327" y="39518"/>
                </a:lnTo>
                <a:lnTo>
                  <a:pt x="29880" y="37885"/>
                </a:lnTo>
                <a:lnTo>
                  <a:pt x="28406" y="39371"/>
                </a:lnTo>
                <a:lnTo>
                  <a:pt x="29664" y="43941"/>
                </a:lnTo>
                <a:lnTo>
                  <a:pt x="27793" y="44734"/>
                </a:lnTo>
                <a:lnTo>
                  <a:pt x="19096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697321" y="76122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634788" y="7610481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2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12" y="7223"/>
                </a:lnTo>
                <a:lnTo>
                  <a:pt x="7212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4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2464" y="6338"/>
                </a:lnTo>
                <a:lnTo>
                  <a:pt x="23926" y="7540"/>
                </a:lnTo>
                <a:lnTo>
                  <a:pt x="23949" y="17689"/>
                </a:lnTo>
                <a:lnTo>
                  <a:pt x="22679" y="19016"/>
                </a:lnTo>
                <a:lnTo>
                  <a:pt x="19153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85958" y="7747181"/>
            <a:ext cx="77518" cy="7842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812438" y="7747317"/>
            <a:ext cx="77700" cy="7810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139031" y="7747317"/>
            <a:ext cx="77677" cy="7810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465217" y="7747816"/>
            <a:ext cx="77995" cy="7748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792059" y="7747510"/>
            <a:ext cx="77892" cy="77835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164277" y="7752590"/>
            <a:ext cx="67606" cy="6764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124447" y="7753305"/>
            <a:ext cx="66246" cy="66643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8843568" y="775823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02" y="55915"/>
                </a:moveTo>
                <a:lnTo>
                  <a:pt x="34699" y="55405"/>
                </a:lnTo>
                <a:lnTo>
                  <a:pt x="21239" y="55405"/>
                </a:lnTo>
                <a:lnTo>
                  <a:pt x="18143" y="55927"/>
                </a:lnTo>
                <a:lnTo>
                  <a:pt x="16340" y="55065"/>
                </a:lnTo>
                <a:lnTo>
                  <a:pt x="17610" y="50597"/>
                </a:lnTo>
                <a:lnTo>
                  <a:pt x="17043" y="49962"/>
                </a:lnTo>
                <a:lnTo>
                  <a:pt x="6157" y="49962"/>
                </a:lnTo>
                <a:lnTo>
                  <a:pt x="6157" y="39076"/>
                </a:lnTo>
                <a:lnTo>
                  <a:pt x="5068" y="38350"/>
                </a:lnTo>
                <a:lnTo>
                  <a:pt x="1621" y="39983"/>
                </a:lnTo>
                <a:lnTo>
                  <a:pt x="45" y="38407"/>
                </a:lnTo>
                <a:lnTo>
                  <a:pt x="952" y="34597"/>
                </a:lnTo>
                <a:lnTo>
                  <a:pt x="0" y="30764"/>
                </a:lnTo>
                <a:lnTo>
                  <a:pt x="805" y="21908"/>
                </a:lnTo>
                <a:lnTo>
                  <a:pt x="158" y="17859"/>
                </a:lnTo>
                <a:lnTo>
                  <a:pt x="1292" y="16737"/>
                </a:lnTo>
                <a:lnTo>
                  <a:pt x="5873" y="17995"/>
                </a:lnTo>
                <a:lnTo>
                  <a:pt x="7472" y="14231"/>
                </a:lnTo>
                <a:lnTo>
                  <a:pt x="5148" y="9615"/>
                </a:lnTo>
                <a:lnTo>
                  <a:pt x="6157" y="6418"/>
                </a:lnTo>
                <a:lnTo>
                  <a:pt x="17043" y="6418"/>
                </a:lnTo>
                <a:lnTo>
                  <a:pt x="17497" y="5896"/>
                </a:lnTo>
                <a:lnTo>
                  <a:pt x="16476" y="1179"/>
                </a:lnTo>
                <a:lnTo>
                  <a:pt x="19833" y="0"/>
                </a:lnTo>
                <a:lnTo>
                  <a:pt x="24935" y="975"/>
                </a:lnTo>
                <a:lnTo>
                  <a:pt x="31161" y="975"/>
                </a:lnTo>
                <a:lnTo>
                  <a:pt x="35708" y="158"/>
                </a:lnTo>
                <a:lnTo>
                  <a:pt x="39314" y="1111"/>
                </a:lnTo>
                <a:lnTo>
                  <a:pt x="38384" y="5987"/>
                </a:lnTo>
                <a:lnTo>
                  <a:pt x="39326" y="6928"/>
                </a:lnTo>
                <a:lnTo>
                  <a:pt x="43465" y="6372"/>
                </a:lnTo>
                <a:lnTo>
                  <a:pt x="45131" y="6463"/>
                </a:lnTo>
                <a:lnTo>
                  <a:pt x="49089" y="5873"/>
                </a:lnTo>
                <a:lnTo>
                  <a:pt x="50597" y="7223"/>
                </a:lnTo>
                <a:lnTo>
                  <a:pt x="48987" y="10863"/>
                </a:lnTo>
                <a:lnTo>
                  <a:pt x="50427" y="12949"/>
                </a:lnTo>
                <a:lnTo>
                  <a:pt x="48794" y="16397"/>
                </a:lnTo>
                <a:lnTo>
                  <a:pt x="50279" y="17882"/>
                </a:lnTo>
                <a:lnTo>
                  <a:pt x="54849" y="16612"/>
                </a:lnTo>
                <a:lnTo>
                  <a:pt x="56221" y="19799"/>
                </a:lnTo>
                <a:lnTo>
                  <a:pt x="55144" y="25434"/>
                </a:lnTo>
                <a:lnTo>
                  <a:pt x="55144" y="30322"/>
                </a:lnTo>
                <a:lnTo>
                  <a:pt x="56312" y="37409"/>
                </a:lnTo>
                <a:lnTo>
                  <a:pt x="54555" y="39926"/>
                </a:lnTo>
                <a:lnTo>
                  <a:pt x="50540" y="38395"/>
                </a:lnTo>
                <a:lnTo>
                  <a:pt x="49701" y="39076"/>
                </a:lnTo>
                <a:lnTo>
                  <a:pt x="48341" y="41038"/>
                </a:lnTo>
                <a:lnTo>
                  <a:pt x="51482" y="48510"/>
                </a:lnTo>
                <a:lnTo>
                  <a:pt x="48613" y="50858"/>
                </a:lnTo>
                <a:lnTo>
                  <a:pt x="45483" y="49259"/>
                </a:lnTo>
                <a:lnTo>
                  <a:pt x="43170" y="50688"/>
                </a:lnTo>
                <a:lnTo>
                  <a:pt x="39723" y="49055"/>
                </a:lnTo>
                <a:lnTo>
                  <a:pt x="38248" y="50529"/>
                </a:lnTo>
                <a:lnTo>
                  <a:pt x="39496" y="55121"/>
                </a:lnTo>
                <a:lnTo>
                  <a:pt x="37602" y="559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456234" y="775880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5"/>
                </a:lnTo>
                <a:lnTo>
                  <a:pt x="10727" y="48306"/>
                </a:lnTo>
                <a:lnTo>
                  <a:pt x="12315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4" y="44791"/>
                </a:lnTo>
                <a:lnTo>
                  <a:pt x="5590" y="43079"/>
                </a:lnTo>
                <a:lnTo>
                  <a:pt x="6225" y="39597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8" y="19776"/>
                </a:lnTo>
                <a:lnTo>
                  <a:pt x="4558" y="13153"/>
                </a:lnTo>
                <a:lnTo>
                  <a:pt x="6951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5" y="10069"/>
                </a:lnTo>
                <a:lnTo>
                  <a:pt x="10727" y="6939"/>
                </a:lnTo>
                <a:lnTo>
                  <a:pt x="13063" y="4070"/>
                </a:lnTo>
                <a:lnTo>
                  <a:pt x="20536" y="7211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80" y="4626"/>
                </a:lnTo>
                <a:lnTo>
                  <a:pt x="33383" y="5851"/>
                </a:lnTo>
                <a:lnTo>
                  <a:pt x="35345" y="7211"/>
                </a:lnTo>
                <a:lnTo>
                  <a:pt x="42818" y="4070"/>
                </a:lnTo>
                <a:lnTo>
                  <a:pt x="45154" y="6939"/>
                </a:lnTo>
                <a:lnTo>
                  <a:pt x="43566" y="10058"/>
                </a:lnTo>
                <a:lnTo>
                  <a:pt x="44269" y="11294"/>
                </a:lnTo>
                <a:lnTo>
                  <a:pt x="45358" y="12019"/>
                </a:lnTo>
                <a:lnTo>
                  <a:pt x="48805" y="10387"/>
                </a:lnTo>
                <a:lnTo>
                  <a:pt x="50223" y="11804"/>
                </a:lnTo>
                <a:lnTo>
                  <a:pt x="49667" y="15943"/>
                </a:lnTo>
                <a:lnTo>
                  <a:pt x="49780" y="18075"/>
                </a:lnTo>
                <a:lnTo>
                  <a:pt x="49145" y="20989"/>
                </a:lnTo>
                <a:lnTo>
                  <a:pt x="50053" y="22906"/>
                </a:lnTo>
                <a:lnTo>
                  <a:pt x="54543" y="21567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44"/>
                </a:lnTo>
                <a:lnTo>
                  <a:pt x="50268" y="32612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48"/>
                </a:lnTo>
                <a:lnTo>
                  <a:pt x="45483" y="43249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5" y="48488"/>
                </a:lnTo>
                <a:lnTo>
                  <a:pt x="43362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99"/>
                </a:lnTo>
                <a:lnTo>
                  <a:pt x="32805" y="49973"/>
                </a:lnTo>
                <a:lnTo>
                  <a:pt x="34075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521364" y="776396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8"/>
                </a:moveTo>
                <a:lnTo>
                  <a:pt x="17258" y="43657"/>
                </a:lnTo>
                <a:lnTo>
                  <a:pt x="18789" y="39620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3"/>
                </a:lnTo>
                <a:lnTo>
                  <a:pt x="6315" y="26999"/>
                </a:lnTo>
                <a:lnTo>
                  <a:pt x="2800" y="28632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4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6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6" y="10534"/>
                </a:lnTo>
                <a:lnTo>
                  <a:pt x="40606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5" y="44734"/>
                </a:lnTo>
                <a:lnTo>
                  <a:pt x="19118" y="44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793826" y="7769566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21840" y="33712"/>
                </a:moveTo>
                <a:lnTo>
                  <a:pt x="17713" y="33157"/>
                </a:lnTo>
                <a:lnTo>
                  <a:pt x="16193" y="33225"/>
                </a:lnTo>
                <a:lnTo>
                  <a:pt x="11952" y="33656"/>
                </a:lnTo>
                <a:lnTo>
                  <a:pt x="10569" y="32329"/>
                </a:lnTo>
                <a:lnTo>
                  <a:pt x="12201" y="28802"/>
                </a:lnTo>
                <a:lnTo>
                  <a:pt x="11476" y="27748"/>
                </a:lnTo>
                <a:lnTo>
                  <a:pt x="10115" y="27079"/>
                </a:lnTo>
                <a:lnTo>
                  <a:pt x="7291" y="28587"/>
                </a:lnTo>
                <a:lnTo>
                  <a:pt x="5171" y="27169"/>
                </a:lnTo>
                <a:lnTo>
                  <a:pt x="6792" y="23064"/>
                </a:lnTo>
                <a:lnTo>
                  <a:pt x="5511" y="21783"/>
                </a:lnTo>
                <a:lnTo>
                  <a:pt x="828" y="22928"/>
                </a:lnTo>
                <a:lnTo>
                  <a:pt x="260" y="21375"/>
                </a:lnTo>
                <a:lnTo>
                  <a:pt x="0" y="11906"/>
                </a:lnTo>
                <a:lnTo>
                  <a:pt x="1689" y="10534"/>
                </a:lnTo>
                <a:lnTo>
                  <a:pt x="4808" y="12133"/>
                </a:lnTo>
                <a:lnTo>
                  <a:pt x="6044" y="11419"/>
                </a:lnTo>
                <a:lnTo>
                  <a:pt x="6758" y="10330"/>
                </a:lnTo>
                <a:lnTo>
                  <a:pt x="5137" y="6883"/>
                </a:lnTo>
                <a:lnTo>
                  <a:pt x="6940" y="5068"/>
                </a:lnTo>
                <a:lnTo>
                  <a:pt x="10398" y="6701"/>
                </a:lnTo>
                <a:lnTo>
                  <a:pt x="11476" y="5976"/>
                </a:lnTo>
                <a:lnTo>
                  <a:pt x="12088" y="5284"/>
                </a:lnTo>
                <a:lnTo>
                  <a:pt x="10727" y="941"/>
                </a:lnTo>
                <a:lnTo>
                  <a:pt x="12485" y="0"/>
                </a:lnTo>
                <a:lnTo>
                  <a:pt x="15751" y="532"/>
                </a:lnTo>
                <a:lnTo>
                  <a:pt x="18200" y="532"/>
                </a:lnTo>
                <a:lnTo>
                  <a:pt x="21194" y="11"/>
                </a:lnTo>
                <a:lnTo>
                  <a:pt x="23054" y="850"/>
                </a:lnTo>
                <a:lnTo>
                  <a:pt x="21761" y="5386"/>
                </a:lnTo>
                <a:lnTo>
                  <a:pt x="23110" y="6735"/>
                </a:lnTo>
                <a:lnTo>
                  <a:pt x="27215" y="5102"/>
                </a:lnTo>
                <a:lnTo>
                  <a:pt x="28621" y="7234"/>
                </a:lnTo>
                <a:lnTo>
                  <a:pt x="27113" y="10046"/>
                </a:lnTo>
                <a:lnTo>
                  <a:pt x="27794" y="11419"/>
                </a:lnTo>
                <a:lnTo>
                  <a:pt x="28882" y="12144"/>
                </a:lnTo>
                <a:lnTo>
                  <a:pt x="32318" y="10511"/>
                </a:lnTo>
                <a:lnTo>
                  <a:pt x="33747" y="11929"/>
                </a:lnTo>
                <a:lnTo>
                  <a:pt x="33180" y="16068"/>
                </a:lnTo>
                <a:lnTo>
                  <a:pt x="33293" y="18188"/>
                </a:lnTo>
                <a:lnTo>
                  <a:pt x="33690" y="21080"/>
                </a:lnTo>
                <a:lnTo>
                  <a:pt x="32987" y="22928"/>
                </a:lnTo>
                <a:lnTo>
                  <a:pt x="28304" y="21783"/>
                </a:lnTo>
                <a:lnTo>
                  <a:pt x="27034" y="23064"/>
                </a:lnTo>
                <a:lnTo>
                  <a:pt x="28655" y="27169"/>
                </a:lnTo>
                <a:lnTo>
                  <a:pt x="26546" y="28598"/>
                </a:lnTo>
                <a:lnTo>
                  <a:pt x="23711" y="27079"/>
                </a:lnTo>
                <a:lnTo>
                  <a:pt x="22350" y="27748"/>
                </a:lnTo>
                <a:lnTo>
                  <a:pt x="21636" y="28836"/>
                </a:lnTo>
                <a:lnTo>
                  <a:pt x="23257" y="32283"/>
                </a:lnTo>
                <a:lnTo>
                  <a:pt x="2184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205668" y="777377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40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23" y="18109"/>
                </a:lnTo>
                <a:lnTo>
                  <a:pt x="5987" y="17406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8993" y="2868"/>
                </a:lnTo>
                <a:lnTo>
                  <a:pt x="17406" y="5998"/>
                </a:lnTo>
                <a:lnTo>
                  <a:pt x="18109" y="7223"/>
                </a:lnTo>
                <a:lnTo>
                  <a:pt x="19334" y="7937"/>
                </a:lnTo>
                <a:lnTo>
                  <a:pt x="22463" y="6338"/>
                </a:lnTo>
                <a:lnTo>
                  <a:pt x="23937" y="7540"/>
                </a:lnTo>
                <a:lnTo>
                  <a:pt x="23960" y="17689"/>
                </a:lnTo>
                <a:lnTo>
                  <a:pt x="22690" y="19016"/>
                </a:lnTo>
                <a:lnTo>
                  <a:pt x="19164" y="17383"/>
                </a:lnTo>
                <a:lnTo>
                  <a:pt x="18109" y="18109"/>
                </a:lnTo>
                <a:lnTo>
                  <a:pt x="17383" y="19163"/>
                </a:lnTo>
                <a:lnTo>
                  <a:pt x="19016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316691" y="7905290"/>
            <a:ext cx="89323" cy="8883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950009" y="7904972"/>
            <a:ext cx="88336" cy="89378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995565" y="7911118"/>
            <a:ext cx="78027" cy="77495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282181" y="7910460"/>
            <a:ext cx="77473" cy="78436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74506" y="7916028"/>
            <a:ext cx="67436" cy="67425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11619104" y="792139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333" y="56664"/>
                </a:moveTo>
                <a:lnTo>
                  <a:pt x="11294" y="55178"/>
                </a:lnTo>
                <a:lnTo>
                  <a:pt x="12643" y="50722"/>
                </a:lnTo>
                <a:lnTo>
                  <a:pt x="11272" y="49338"/>
                </a:lnTo>
                <a:lnTo>
                  <a:pt x="7155" y="50971"/>
                </a:lnTo>
                <a:lnTo>
                  <a:pt x="5749" y="48839"/>
                </a:lnTo>
                <a:lnTo>
                  <a:pt x="7257" y="46027"/>
                </a:lnTo>
                <a:lnTo>
                  <a:pt x="6588" y="44655"/>
                </a:lnTo>
                <a:lnTo>
                  <a:pt x="5499" y="43929"/>
                </a:lnTo>
                <a:lnTo>
                  <a:pt x="2052" y="45562"/>
                </a:lnTo>
                <a:lnTo>
                  <a:pt x="476" y="43986"/>
                </a:lnTo>
                <a:lnTo>
                  <a:pt x="1383" y="40176"/>
                </a:lnTo>
                <a:lnTo>
                  <a:pt x="442" y="36343"/>
                </a:lnTo>
                <a:lnTo>
                  <a:pt x="827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38"/>
                </a:lnTo>
                <a:lnTo>
                  <a:pt x="2234" y="11112"/>
                </a:lnTo>
                <a:lnTo>
                  <a:pt x="5363" y="12711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3" y="7280"/>
                </a:lnTo>
                <a:lnTo>
                  <a:pt x="12031" y="6554"/>
                </a:lnTo>
                <a:lnTo>
                  <a:pt x="12542" y="5975"/>
                </a:lnTo>
                <a:lnTo>
                  <a:pt x="11373" y="1383"/>
                </a:lnTo>
                <a:lnTo>
                  <a:pt x="13392" y="532"/>
                </a:lnTo>
                <a:lnTo>
                  <a:pt x="15977" y="1281"/>
                </a:lnTo>
                <a:lnTo>
                  <a:pt x="22328" y="578"/>
                </a:lnTo>
                <a:lnTo>
                  <a:pt x="28939" y="532"/>
                </a:lnTo>
                <a:lnTo>
                  <a:pt x="35414" y="1315"/>
                </a:lnTo>
                <a:lnTo>
                  <a:pt x="43760" y="0"/>
                </a:lnTo>
                <a:lnTo>
                  <a:pt x="45563" y="2199"/>
                </a:lnTo>
                <a:lnTo>
                  <a:pt x="43964" y="5329"/>
                </a:lnTo>
                <a:lnTo>
                  <a:pt x="44678" y="6554"/>
                </a:lnTo>
                <a:lnTo>
                  <a:pt x="45767" y="7280"/>
                </a:lnTo>
                <a:lnTo>
                  <a:pt x="49202" y="5647"/>
                </a:lnTo>
                <a:lnTo>
                  <a:pt x="50869" y="7314"/>
                </a:lnTo>
                <a:lnTo>
                  <a:pt x="49237" y="11419"/>
                </a:lnTo>
                <a:lnTo>
                  <a:pt x="51357" y="12847"/>
                </a:lnTo>
                <a:lnTo>
                  <a:pt x="54192" y="11339"/>
                </a:lnTo>
                <a:lnTo>
                  <a:pt x="55553" y="11997"/>
                </a:lnTo>
                <a:lnTo>
                  <a:pt x="55553" y="40437"/>
                </a:lnTo>
                <a:lnTo>
                  <a:pt x="56086" y="43566"/>
                </a:lnTo>
                <a:lnTo>
                  <a:pt x="55190" y="45392"/>
                </a:lnTo>
                <a:lnTo>
                  <a:pt x="50734" y="44031"/>
                </a:lnTo>
                <a:lnTo>
                  <a:pt x="49351" y="45415"/>
                </a:lnTo>
                <a:lnTo>
                  <a:pt x="50983" y="49520"/>
                </a:lnTo>
                <a:lnTo>
                  <a:pt x="48863" y="50937"/>
                </a:lnTo>
                <a:lnTo>
                  <a:pt x="46039" y="49429"/>
                </a:lnTo>
                <a:lnTo>
                  <a:pt x="44678" y="50098"/>
                </a:lnTo>
                <a:lnTo>
                  <a:pt x="44157" y="50665"/>
                </a:lnTo>
                <a:lnTo>
                  <a:pt x="45314" y="55280"/>
                </a:lnTo>
                <a:lnTo>
                  <a:pt x="43442" y="56040"/>
                </a:lnTo>
                <a:lnTo>
                  <a:pt x="40585" y="55541"/>
                </a:lnTo>
                <a:lnTo>
                  <a:pt x="20298" y="55541"/>
                </a:lnTo>
                <a:lnTo>
                  <a:pt x="14333" y="56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359343" y="792683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23"/>
                </a:moveTo>
                <a:lnTo>
                  <a:pt x="5102" y="44054"/>
                </a:lnTo>
                <a:lnTo>
                  <a:pt x="6633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17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60" y="26972"/>
                </a:lnTo>
                <a:lnTo>
                  <a:pt x="596" y="13351"/>
                </a:lnTo>
                <a:lnTo>
                  <a:pt x="510" y="6554"/>
                </a:lnTo>
                <a:lnTo>
                  <a:pt x="5953" y="6554"/>
                </a:lnTo>
                <a:lnTo>
                  <a:pt x="6463" y="5975"/>
                </a:lnTo>
                <a:lnTo>
                  <a:pt x="5306" y="1383"/>
                </a:lnTo>
                <a:lnTo>
                  <a:pt x="7325" y="532"/>
                </a:lnTo>
                <a:lnTo>
                  <a:pt x="9899" y="1281"/>
                </a:lnTo>
                <a:lnTo>
                  <a:pt x="16260" y="578"/>
                </a:lnTo>
                <a:lnTo>
                  <a:pt x="22871" y="532"/>
                </a:lnTo>
                <a:lnTo>
                  <a:pt x="29358" y="1315"/>
                </a:lnTo>
                <a:lnTo>
                  <a:pt x="37692" y="0"/>
                </a:lnTo>
                <a:lnTo>
                  <a:pt x="39507" y="2199"/>
                </a:lnTo>
                <a:lnTo>
                  <a:pt x="37908" y="5329"/>
                </a:lnTo>
                <a:lnTo>
                  <a:pt x="38611" y="6554"/>
                </a:lnTo>
                <a:lnTo>
                  <a:pt x="44054" y="6554"/>
                </a:lnTo>
                <a:lnTo>
                  <a:pt x="44054" y="35118"/>
                </a:lnTo>
                <a:lnTo>
                  <a:pt x="44564" y="37976"/>
                </a:lnTo>
                <a:lnTo>
                  <a:pt x="43793" y="39847"/>
                </a:lnTo>
                <a:lnTo>
                  <a:pt x="39189" y="38702"/>
                </a:lnTo>
                <a:lnTo>
                  <a:pt x="38611" y="39212"/>
                </a:lnTo>
                <a:lnTo>
                  <a:pt x="37885" y="40301"/>
                </a:lnTo>
                <a:lnTo>
                  <a:pt x="39518" y="43748"/>
                </a:lnTo>
                <a:lnTo>
                  <a:pt x="38101" y="45165"/>
                </a:lnTo>
                <a:lnTo>
                  <a:pt x="33962" y="44610"/>
                </a:lnTo>
                <a:lnTo>
                  <a:pt x="31365" y="44746"/>
                </a:lnTo>
                <a:lnTo>
                  <a:pt x="29539" y="44576"/>
                </a:lnTo>
                <a:lnTo>
                  <a:pt x="27725" y="44655"/>
                </a:lnTo>
                <a:lnTo>
                  <a:pt x="14707" y="44655"/>
                </a:lnTo>
                <a:lnTo>
                  <a:pt x="7620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950484" y="7927266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84" y="44916"/>
                </a:moveTo>
                <a:lnTo>
                  <a:pt x="17236" y="43634"/>
                </a:lnTo>
                <a:lnTo>
                  <a:pt x="18767" y="39609"/>
                </a:lnTo>
                <a:lnTo>
                  <a:pt x="18087" y="38781"/>
                </a:lnTo>
                <a:lnTo>
                  <a:pt x="16113" y="37409"/>
                </a:lnTo>
                <a:lnTo>
                  <a:pt x="8652" y="40561"/>
                </a:lnTo>
                <a:lnTo>
                  <a:pt x="6305" y="37692"/>
                </a:lnTo>
                <a:lnTo>
                  <a:pt x="7904" y="34563"/>
                </a:lnTo>
                <a:lnTo>
                  <a:pt x="6475" y="32249"/>
                </a:lnTo>
                <a:lnTo>
                  <a:pt x="8108" y="28802"/>
                </a:lnTo>
                <a:lnTo>
                  <a:pt x="6294" y="26999"/>
                </a:lnTo>
                <a:lnTo>
                  <a:pt x="2891" y="28632"/>
                </a:lnTo>
                <a:lnTo>
                  <a:pt x="1768" y="27895"/>
                </a:lnTo>
                <a:lnTo>
                  <a:pt x="3129" y="25933"/>
                </a:lnTo>
                <a:lnTo>
                  <a:pt x="0" y="18460"/>
                </a:lnTo>
                <a:lnTo>
                  <a:pt x="2857" y="16124"/>
                </a:lnTo>
                <a:lnTo>
                  <a:pt x="5987" y="17723"/>
                </a:lnTo>
                <a:lnTo>
                  <a:pt x="7212" y="17009"/>
                </a:lnTo>
                <a:lnTo>
                  <a:pt x="8572" y="15047"/>
                </a:lnTo>
                <a:lnTo>
                  <a:pt x="5431" y="7574"/>
                </a:lnTo>
                <a:lnTo>
                  <a:pt x="8300" y="5238"/>
                </a:lnTo>
                <a:lnTo>
                  <a:pt x="11419" y="6837"/>
                </a:lnTo>
                <a:lnTo>
                  <a:pt x="13732" y="5397"/>
                </a:lnTo>
                <a:lnTo>
                  <a:pt x="17179" y="7030"/>
                </a:lnTo>
                <a:lnTo>
                  <a:pt x="18563" y="5647"/>
                </a:lnTo>
                <a:lnTo>
                  <a:pt x="17520" y="861"/>
                </a:lnTo>
                <a:lnTo>
                  <a:pt x="20082" y="56"/>
                </a:lnTo>
                <a:lnTo>
                  <a:pt x="26988" y="0"/>
                </a:lnTo>
                <a:lnTo>
                  <a:pt x="29562" y="884"/>
                </a:lnTo>
                <a:lnTo>
                  <a:pt x="28462" y="5624"/>
                </a:lnTo>
                <a:lnTo>
                  <a:pt x="29483" y="6645"/>
                </a:lnTo>
                <a:lnTo>
                  <a:pt x="33610" y="6089"/>
                </a:lnTo>
                <a:lnTo>
                  <a:pt x="35243" y="6168"/>
                </a:lnTo>
                <a:lnTo>
                  <a:pt x="39292" y="5590"/>
                </a:lnTo>
                <a:lnTo>
                  <a:pt x="40754" y="6973"/>
                </a:lnTo>
                <a:lnTo>
                  <a:pt x="39122" y="10523"/>
                </a:lnTo>
                <a:lnTo>
                  <a:pt x="40562" y="12655"/>
                </a:lnTo>
                <a:lnTo>
                  <a:pt x="38940" y="16102"/>
                </a:lnTo>
                <a:lnTo>
                  <a:pt x="40414" y="17587"/>
                </a:lnTo>
                <a:lnTo>
                  <a:pt x="44996" y="16329"/>
                </a:lnTo>
                <a:lnTo>
                  <a:pt x="45790" y="18188"/>
                </a:lnTo>
                <a:lnTo>
                  <a:pt x="45982" y="26897"/>
                </a:lnTo>
                <a:lnTo>
                  <a:pt x="44689" y="28745"/>
                </a:lnTo>
                <a:lnTo>
                  <a:pt x="40675" y="27215"/>
                </a:lnTo>
                <a:lnTo>
                  <a:pt x="39847" y="27895"/>
                </a:lnTo>
                <a:lnTo>
                  <a:pt x="38487" y="29857"/>
                </a:lnTo>
                <a:lnTo>
                  <a:pt x="41616" y="37330"/>
                </a:lnTo>
                <a:lnTo>
                  <a:pt x="38759" y="39666"/>
                </a:lnTo>
                <a:lnTo>
                  <a:pt x="35640" y="38067"/>
                </a:lnTo>
                <a:lnTo>
                  <a:pt x="33316" y="39507"/>
                </a:lnTo>
                <a:lnTo>
                  <a:pt x="29880" y="37874"/>
                </a:lnTo>
                <a:lnTo>
                  <a:pt x="28394" y="39348"/>
                </a:lnTo>
                <a:lnTo>
                  <a:pt x="29653" y="43929"/>
                </a:lnTo>
                <a:lnTo>
                  <a:pt x="27793" y="44723"/>
                </a:lnTo>
                <a:lnTo>
                  <a:pt x="19084" y="44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044157" y="793883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827240" y="8068285"/>
            <a:ext cx="88528" cy="8898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113527" y="8068422"/>
            <a:ext cx="88279" cy="8883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440176" y="8068716"/>
            <a:ext cx="88461" cy="8878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505998" y="8074114"/>
            <a:ext cx="77869" cy="77846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776975" y="8079217"/>
            <a:ext cx="67539" cy="67595"/>
          </a:xfrm>
          <a:prstGeom prst="rect">
            <a:avLst/>
          </a:prstGeom>
        </p:spPr>
      </p:pic>
      <p:sp>
        <p:nvSpPr>
          <p:cNvPr id="74" name="object 74"/>
          <p:cNvSpPr/>
          <p:nvPr/>
        </p:nvSpPr>
        <p:spPr>
          <a:xfrm>
            <a:off x="8190439" y="808463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91" y="56550"/>
                </a:moveTo>
                <a:lnTo>
                  <a:pt x="16113" y="54509"/>
                </a:lnTo>
                <a:lnTo>
                  <a:pt x="17712" y="51380"/>
                </a:lnTo>
                <a:lnTo>
                  <a:pt x="17009" y="50155"/>
                </a:lnTo>
                <a:lnTo>
                  <a:pt x="15648" y="49475"/>
                </a:lnTo>
                <a:lnTo>
                  <a:pt x="12802" y="50994"/>
                </a:lnTo>
                <a:lnTo>
                  <a:pt x="10681" y="49554"/>
                </a:lnTo>
                <a:lnTo>
                  <a:pt x="12337" y="45483"/>
                </a:lnTo>
                <a:lnTo>
                  <a:pt x="10806" y="43952"/>
                </a:lnTo>
                <a:lnTo>
                  <a:pt x="6701" y="45585"/>
                </a:lnTo>
                <a:lnTo>
                  <a:pt x="5329" y="43533"/>
                </a:lnTo>
                <a:lnTo>
                  <a:pt x="7030" y="40346"/>
                </a:lnTo>
                <a:lnTo>
                  <a:pt x="5352" y="38350"/>
                </a:lnTo>
                <a:lnTo>
                  <a:pt x="1542" y="40131"/>
                </a:lnTo>
                <a:lnTo>
                  <a:pt x="79" y="38668"/>
                </a:lnTo>
                <a:lnTo>
                  <a:pt x="827" y="34722"/>
                </a:lnTo>
                <a:lnTo>
                  <a:pt x="226" y="31047"/>
                </a:lnTo>
                <a:lnTo>
                  <a:pt x="0" y="25650"/>
                </a:lnTo>
                <a:lnTo>
                  <a:pt x="918" y="21976"/>
                </a:lnTo>
                <a:lnTo>
                  <a:pt x="11" y="18166"/>
                </a:lnTo>
                <a:lnTo>
                  <a:pt x="1587" y="16589"/>
                </a:lnTo>
                <a:lnTo>
                  <a:pt x="5034" y="18222"/>
                </a:lnTo>
                <a:lnTo>
                  <a:pt x="6123" y="17497"/>
                </a:lnTo>
                <a:lnTo>
                  <a:pt x="6849" y="16408"/>
                </a:lnTo>
                <a:lnTo>
                  <a:pt x="5216" y="12961"/>
                </a:lnTo>
                <a:lnTo>
                  <a:pt x="7030" y="11146"/>
                </a:lnTo>
                <a:lnTo>
                  <a:pt x="10659" y="12961"/>
                </a:lnTo>
                <a:lnTo>
                  <a:pt x="12473" y="11146"/>
                </a:lnTo>
                <a:lnTo>
                  <a:pt x="10659" y="7518"/>
                </a:lnTo>
                <a:lnTo>
                  <a:pt x="12473" y="5703"/>
                </a:lnTo>
                <a:lnTo>
                  <a:pt x="15920" y="7336"/>
                </a:lnTo>
                <a:lnTo>
                  <a:pt x="17009" y="6610"/>
                </a:lnTo>
                <a:lnTo>
                  <a:pt x="17406" y="6134"/>
                </a:lnTo>
                <a:lnTo>
                  <a:pt x="16510" y="1315"/>
                </a:lnTo>
                <a:lnTo>
                  <a:pt x="18460" y="737"/>
                </a:lnTo>
                <a:lnTo>
                  <a:pt x="20921" y="1179"/>
                </a:lnTo>
                <a:lnTo>
                  <a:pt x="24232" y="1179"/>
                </a:lnTo>
                <a:lnTo>
                  <a:pt x="26126" y="1009"/>
                </a:lnTo>
                <a:lnTo>
                  <a:pt x="30900" y="1462"/>
                </a:lnTo>
                <a:lnTo>
                  <a:pt x="36037" y="0"/>
                </a:lnTo>
                <a:lnTo>
                  <a:pt x="39461" y="1462"/>
                </a:lnTo>
                <a:lnTo>
                  <a:pt x="38214" y="6043"/>
                </a:lnTo>
                <a:lnTo>
                  <a:pt x="39699" y="7529"/>
                </a:lnTo>
                <a:lnTo>
                  <a:pt x="43271" y="5726"/>
                </a:lnTo>
                <a:lnTo>
                  <a:pt x="45142" y="7472"/>
                </a:lnTo>
                <a:lnTo>
                  <a:pt x="43328" y="11169"/>
                </a:lnTo>
                <a:lnTo>
                  <a:pt x="44984" y="12813"/>
                </a:lnTo>
                <a:lnTo>
                  <a:pt x="49089" y="11180"/>
                </a:lnTo>
                <a:lnTo>
                  <a:pt x="50506" y="13301"/>
                </a:lnTo>
                <a:lnTo>
                  <a:pt x="48998" y="16124"/>
                </a:lnTo>
                <a:lnTo>
                  <a:pt x="49667" y="17497"/>
                </a:lnTo>
                <a:lnTo>
                  <a:pt x="50755" y="18222"/>
                </a:lnTo>
                <a:lnTo>
                  <a:pt x="54203" y="16589"/>
                </a:lnTo>
                <a:lnTo>
                  <a:pt x="56017" y="18392"/>
                </a:lnTo>
                <a:lnTo>
                  <a:pt x="54316" y="21851"/>
                </a:lnTo>
                <a:lnTo>
                  <a:pt x="55110" y="22940"/>
                </a:lnTo>
                <a:lnTo>
                  <a:pt x="54452" y="26410"/>
                </a:lnTo>
                <a:lnTo>
                  <a:pt x="55960" y="30412"/>
                </a:lnTo>
                <a:lnTo>
                  <a:pt x="54872" y="34790"/>
                </a:lnTo>
                <a:lnTo>
                  <a:pt x="55779" y="38600"/>
                </a:lnTo>
                <a:lnTo>
                  <a:pt x="54384" y="39995"/>
                </a:lnTo>
                <a:lnTo>
                  <a:pt x="50188" y="38430"/>
                </a:lnTo>
                <a:lnTo>
                  <a:pt x="48987" y="40369"/>
                </a:lnTo>
                <a:lnTo>
                  <a:pt x="50563" y="43816"/>
                </a:lnTo>
                <a:lnTo>
                  <a:pt x="48907" y="45472"/>
                </a:lnTo>
                <a:lnTo>
                  <a:pt x="44802" y="43839"/>
                </a:lnTo>
                <a:lnTo>
                  <a:pt x="43793" y="45358"/>
                </a:lnTo>
                <a:lnTo>
                  <a:pt x="44847" y="49860"/>
                </a:lnTo>
                <a:lnTo>
                  <a:pt x="42750" y="50858"/>
                </a:lnTo>
                <a:lnTo>
                  <a:pt x="40323" y="49588"/>
                </a:lnTo>
                <a:lnTo>
                  <a:pt x="38781" y="50155"/>
                </a:lnTo>
                <a:lnTo>
                  <a:pt x="38055" y="51244"/>
                </a:lnTo>
                <a:lnTo>
                  <a:pt x="39688" y="54691"/>
                </a:lnTo>
                <a:lnTo>
                  <a:pt x="38271" y="56108"/>
                </a:lnTo>
                <a:lnTo>
                  <a:pt x="34132" y="55553"/>
                </a:lnTo>
                <a:lnTo>
                  <a:pt x="31535" y="55689"/>
                </a:lnTo>
                <a:lnTo>
                  <a:pt x="26443" y="55598"/>
                </a:lnTo>
                <a:lnTo>
                  <a:pt x="17791" y="56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2114409" y="809011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37" y="45381"/>
                </a:moveTo>
                <a:lnTo>
                  <a:pt x="29630" y="44406"/>
                </a:lnTo>
                <a:lnTo>
                  <a:pt x="25106" y="45381"/>
                </a:lnTo>
                <a:lnTo>
                  <a:pt x="20819" y="44678"/>
                </a:lnTo>
                <a:lnTo>
                  <a:pt x="16170" y="44678"/>
                </a:lnTo>
                <a:lnTo>
                  <a:pt x="13222" y="45188"/>
                </a:lnTo>
                <a:lnTo>
                  <a:pt x="11373" y="44383"/>
                </a:lnTo>
                <a:lnTo>
                  <a:pt x="12575" y="39824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37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80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291"/>
                </a:lnTo>
                <a:lnTo>
                  <a:pt x="12042" y="6577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85" y="7824"/>
                </a:lnTo>
                <a:lnTo>
                  <a:pt x="38577" y="10647"/>
                </a:lnTo>
                <a:lnTo>
                  <a:pt x="39246" y="12020"/>
                </a:lnTo>
                <a:lnTo>
                  <a:pt x="40346" y="12745"/>
                </a:lnTo>
                <a:lnTo>
                  <a:pt x="43782" y="11112"/>
                </a:lnTo>
                <a:lnTo>
                  <a:pt x="45596" y="12915"/>
                </a:lnTo>
                <a:lnTo>
                  <a:pt x="43895" y="16374"/>
                </a:lnTo>
                <a:lnTo>
                  <a:pt x="44678" y="17463"/>
                </a:lnTo>
                <a:lnTo>
                  <a:pt x="44020" y="20932"/>
                </a:lnTo>
                <a:lnTo>
                  <a:pt x="45529" y="24935"/>
                </a:lnTo>
                <a:lnTo>
                  <a:pt x="44440" y="29312"/>
                </a:lnTo>
                <a:lnTo>
                  <a:pt x="45347" y="33123"/>
                </a:lnTo>
                <a:lnTo>
                  <a:pt x="43771" y="34699"/>
                </a:lnTo>
                <a:lnTo>
                  <a:pt x="40324" y="33066"/>
                </a:lnTo>
                <a:lnTo>
                  <a:pt x="39235" y="33792"/>
                </a:lnTo>
                <a:lnTo>
                  <a:pt x="38588" y="35209"/>
                </a:lnTo>
                <a:lnTo>
                  <a:pt x="40040" y="37919"/>
                </a:lnTo>
                <a:lnTo>
                  <a:pt x="38725" y="40074"/>
                </a:lnTo>
                <a:lnTo>
                  <a:pt x="34518" y="38509"/>
                </a:lnTo>
                <a:lnTo>
                  <a:pt x="33044" y="39995"/>
                </a:lnTo>
                <a:lnTo>
                  <a:pt x="34676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875027" y="8096147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47" y="33712"/>
                </a:moveTo>
                <a:lnTo>
                  <a:pt x="17519" y="33157"/>
                </a:lnTo>
                <a:lnTo>
                  <a:pt x="15410" y="33270"/>
                </a:lnTo>
                <a:lnTo>
                  <a:pt x="12507" y="33667"/>
                </a:lnTo>
                <a:lnTo>
                  <a:pt x="10659" y="32964"/>
                </a:lnTo>
                <a:lnTo>
                  <a:pt x="11815" y="28281"/>
                </a:lnTo>
                <a:lnTo>
                  <a:pt x="10534" y="26999"/>
                </a:lnTo>
                <a:lnTo>
                  <a:pt x="6429" y="28632"/>
                </a:lnTo>
                <a:lnTo>
                  <a:pt x="5011" y="26500"/>
                </a:lnTo>
                <a:lnTo>
                  <a:pt x="6520" y="23688"/>
                </a:lnTo>
                <a:lnTo>
                  <a:pt x="5851" y="22316"/>
                </a:lnTo>
                <a:lnTo>
                  <a:pt x="4796" y="21590"/>
                </a:lnTo>
                <a:lnTo>
                  <a:pt x="1269" y="23223"/>
                </a:lnTo>
                <a:lnTo>
                  <a:pt x="0" y="21885"/>
                </a:lnTo>
                <a:lnTo>
                  <a:pt x="22" y="11747"/>
                </a:lnTo>
                <a:lnTo>
                  <a:pt x="1496" y="10534"/>
                </a:lnTo>
                <a:lnTo>
                  <a:pt x="4626" y="12133"/>
                </a:lnTo>
                <a:lnTo>
                  <a:pt x="5851" y="11430"/>
                </a:lnTo>
                <a:lnTo>
                  <a:pt x="6576" y="10341"/>
                </a:lnTo>
                <a:lnTo>
                  <a:pt x="4943" y="6894"/>
                </a:lnTo>
                <a:lnTo>
                  <a:pt x="6758" y="5080"/>
                </a:lnTo>
                <a:lnTo>
                  <a:pt x="10205" y="6713"/>
                </a:lnTo>
                <a:lnTo>
                  <a:pt x="11294" y="5987"/>
                </a:lnTo>
                <a:lnTo>
                  <a:pt x="11895" y="5295"/>
                </a:lnTo>
                <a:lnTo>
                  <a:pt x="10534" y="952"/>
                </a:lnTo>
                <a:lnTo>
                  <a:pt x="12303" y="0"/>
                </a:lnTo>
                <a:lnTo>
                  <a:pt x="15557" y="544"/>
                </a:lnTo>
                <a:lnTo>
                  <a:pt x="18018" y="544"/>
                </a:lnTo>
                <a:lnTo>
                  <a:pt x="21012" y="22"/>
                </a:lnTo>
                <a:lnTo>
                  <a:pt x="22871" y="861"/>
                </a:lnTo>
                <a:lnTo>
                  <a:pt x="21579" y="5397"/>
                </a:lnTo>
                <a:lnTo>
                  <a:pt x="22928" y="6747"/>
                </a:lnTo>
                <a:lnTo>
                  <a:pt x="27033" y="5114"/>
                </a:lnTo>
                <a:lnTo>
                  <a:pt x="28451" y="7246"/>
                </a:lnTo>
                <a:lnTo>
                  <a:pt x="26942" y="10058"/>
                </a:lnTo>
                <a:lnTo>
                  <a:pt x="27611" y="11430"/>
                </a:lnTo>
                <a:lnTo>
                  <a:pt x="28700" y="12156"/>
                </a:lnTo>
                <a:lnTo>
                  <a:pt x="32147" y="10523"/>
                </a:lnTo>
                <a:lnTo>
                  <a:pt x="33565" y="11940"/>
                </a:lnTo>
                <a:lnTo>
                  <a:pt x="33009" y="16079"/>
                </a:lnTo>
                <a:lnTo>
                  <a:pt x="33122" y="18188"/>
                </a:lnTo>
                <a:lnTo>
                  <a:pt x="33519" y="21091"/>
                </a:lnTo>
                <a:lnTo>
                  <a:pt x="32816" y="22940"/>
                </a:lnTo>
                <a:lnTo>
                  <a:pt x="28133" y="21794"/>
                </a:lnTo>
                <a:lnTo>
                  <a:pt x="26852" y="23076"/>
                </a:lnTo>
                <a:lnTo>
                  <a:pt x="28484" y="27181"/>
                </a:lnTo>
                <a:lnTo>
                  <a:pt x="26364" y="28587"/>
                </a:lnTo>
                <a:lnTo>
                  <a:pt x="23529" y="27090"/>
                </a:lnTo>
                <a:lnTo>
                  <a:pt x="22168" y="27759"/>
                </a:lnTo>
                <a:lnTo>
                  <a:pt x="21443" y="28848"/>
                </a:lnTo>
                <a:lnTo>
                  <a:pt x="23076" y="32295"/>
                </a:lnTo>
                <a:lnTo>
                  <a:pt x="21647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451243" y="8100354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3" y="7926"/>
                </a:lnTo>
                <a:lnTo>
                  <a:pt x="22463" y="6327"/>
                </a:lnTo>
                <a:lnTo>
                  <a:pt x="23926" y="7540"/>
                </a:lnTo>
                <a:lnTo>
                  <a:pt x="23949" y="17678"/>
                </a:lnTo>
                <a:lnTo>
                  <a:pt x="22679" y="19016"/>
                </a:lnTo>
                <a:lnTo>
                  <a:pt x="19152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4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8" name="object 7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664153" y="8231713"/>
            <a:ext cx="88301" cy="888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42402" y="8237700"/>
            <a:ext cx="78050" cy="7738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935130" y="8237269"/>
            <a:ext cx="77835" cy="77982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8026683" y="824824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786" y="56278"/>
                </a:moveTo>
                <a:lnTo>
                  <a:pt x="11452" y="55065"/>
                </a:lnTo>
                <a:lnTo>
                  <a:pt x="12496" y="50370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36"/>
                </a:lnTo>
                <a:lnTo>
                  <a:pt x="1145" y="36162"/>
                </a:lnTo>
                <a:lnTo>
                  <a:pt x="1145" y="31728"/>
                </a:lnTo>
                <a:lnTo>
                  <a:pt x="997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40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64" y="1077"/>
                </a:lnTo>
                <a:lnTo>
                  <a:pt x="20932" y="362"/>
                </a:lnTo>
                <a:lnTo>
                  <a:pt x="24856" y="850"/>
                </a:lnTo>
                <a:lnTo>
                  <a:pt x="31546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5" y="43158"/>
                </a:lnTo>
                <a:lnTo>
                  <a:pt x="55314" y="45029"/>
                </a:lnTo>
                <a:lnTo>
                  <a:pt x="50699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9"/>
                </a:lnTo>
                <a:lnTo>
                  <a:pt x="49554" y="50711"/>
                </a:lnTo>
                <a:lnTo>
                  <a:pt x="45449" y="49078"/>
                </a:lnTo>
                <a:lnTo>
                  <a:pt x="44065" y="50461"/>
                </a:lnTo>
                <a:lnTo>
                  <a:pt x="45426" y="54918"/>
                </a:lnTo>
                <a:lnTo>
                  <a:pt x="43600" y="55813"/>
                </a:lnTo>
                <a:lnTo>
                  <a:pt x="40471" y="55280"/>
                </a:lnTo>
                <a:lnTo>
                  <a:pt x="19957" y="55280"/>
                </a:lnTo>
                <a:lnTo>
                  <a:pt x="14786" y="562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2272688" y="8248687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53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6"/>
                </a:lnTo>
                <a:lnTo>
                  <a:pt x="10727" y="48307"/>
                </a:lnTo>
                <a:lnTo>
                  <a:pt x="12314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69"/>
                </a:lnTo>
                <a:lnTo>
                  <a:pt x="816" y="33497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7" y="19776"/>
                </a:lnTo>
                <a:lnTo>
                  <a:pt x="4558" y="13142"/>
                </a:lnTo>
                <a:lnTo>
                  <a:pt x="6950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58"/>
                </a:lnTo>
                <a:lnTo>
                  <a:pt x="10727" y="6939"/>
                </a:lnTo>
                <a:lnTo>
                  <a:pt x="13063" y="4071"/>
                </a:lnTo>
                <a:lnTo>
                  <a:pt x="20535" y="7212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11"/>
                </a:lnTo>
                <a:lnTo>
                  <a:pt x="34268" y="1496"/>
                </a:lnTo>
                <a:lnTo>
                  <a:pt x="32681" y="4615"/>
                </a:lnTo>
                <a:lnTo>
                  <a:pt x="33384" y="5851"/>
                </a:lnTo>
                <a:lnTo>
                  <a:pt x="35345" y="7212"/>
                </a:lnTo>
                <a:lnTo>
                  <a:pt x="42818" y="4071"/>
                </a:lnTo>
                <a:lnTo>
                  <a:pt x="45155" y="6939"/>
                </a:lnTo>
                <a:lnTo>
                  <a:pt x="43567" y="10058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4"/>
                </a:lnTo>
                <a:lnTo>
                  <a:pt x="49668" y="15943"/>
                </a:lnTo>
                <a:lnTo>
                  <a:pt x="49781" y="18075"/>
                </a:lnTo>
                <a:lnTo>
                  <a:pt x="49146" y="20989"/>
                </a:lnTo>
                <a:lnTo>
                  <a:pt x="50053" y="22906"/>
                </a:lnTo>
                <a:lnTo>
                  <a:pt x="54544" y="21568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33"/>
                </a:lnTo>
                <a:lnTo>
                  <a:pt x="50269" y="32613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1"/>
                </a:lnTo>
                <a:lnTo>
                  <a:pt x="48601" y="44848"/>
                </a:lnTo>
                <a:lnTo>
                  <a:pt x="45483" y="43238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6" y="48488"/>
                </a:lnTo>
                <a:lnTo>
                  <a:pt x="43363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75" y="54543"/>
                </a:lnTo>
                <a:lnTo>
                  <a:pt x="31728" y="55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711531" y="8259574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12768" y="33758"/>
                </a:moveTo>
                <a:lnTo>
                  <a:pt x="10738" y="32658"/>
                </a:lnTo>
                <a:lnTo>
                  <a:pt x="12088" y="28315"/>
                </a:lnTo>
                <a:lnTo>
                  <a:pt x="11487" y="27623"/>
                </a:lnTo>
                <a:lnTo>
                  <a:pt x="10115" y="26954"/>
                </a:lnTo>
                <a:lnTo>
                  <a:pt x="7302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22" y="21658"/>
                </a:lnTo>
                <a:lnTo>
                  <a:pt x="839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398"/>
                </a:lnTo>
                <a:lnTo>
                  <a:pt x="4819" y="11997"/>
                </a:lnTo>
                <a:lnTo>
                  <a:pt x="6044" y="11294"/>
                </a:lnTo>
                <a:lnTo>
                  <a:pt x="6769" y="10205"/>
                </a:lnTo>
                <a:lnTo>
                  <a:pt x="5136" y="6758"/>
                </a:lnTo>
                <a:lnTo>
                  <a:pt x="6951" y="4944"/>
                </a:lnTo>
                <a:lnTo>
                  <a:pt x="10398" y="6577"/>
                </a:lnTo>
                <a:lnTo>
                  <a:pt x="11487" y="5851"/>
                </a:lnTo>
                <a:lnTo>
                  <a:pt x="12212" y="4796"/>
                </a:lnTo>
                <a:lnTo>
                  <a:pt x="10579" y="1270"/>
                </a:lnTo>
                <a:lnTo>
                  <a:pt x="11918" y="0"/>
                </a:lnTo>
                <a:lnTo>
                  <a:pt x="22055" y="11"/>
                </a:lnTo>
                <a:lnTo>
                  <a:pt x="23269" y="1496"/>
                </a:lnTo>
                <a:lnTo>
                  <a:pt x="21670" y="4615"/>
                </a:lnTo>
                <a:lnTo>
                  <a:pt x="22373" y="5851"/>
                </a:lnTo>
                <a:lnTo>
                  <a:pt x="23461" y="6577"/>
                </a:lnTo>
                <a:lnTo>
                  <a:pt x="26909" y="4944"/>
                </a:lnTo>
                <a:lnTo>
                  <a:pt x="28576" y="6611"/>
                </a:lnTo>
                <a:lnTo>
                  <a:pt x="26943" y="10716"/>
                </a:lnTo>
                <a:lnTo>
                  <a:pt x="28439" y="11714"/>
                </a:lnTo>
                <a:lnTo>
                  <a:pt x="32998" y="10693"/>
                </a:lnTo>
                <a:lnTo>
                  <a:pt x="33780" y="12451"/>
                </a:lnTo>
                <a:lnTo>
                  <a:pt x="33259" y="15444"/>
                </a:lnTo>
                <a:lnTo>
                  <a:pt x="33259" y="17905"/>
                </a:lnTo>
                <a:lnTo>
                  <a:pt x="33803" y="21171"/>
                </a:lnTo>
                <a:lnTo>
                  <a:pt x="32805" y="22928"/>
                </a:lnTo>
                <a:lnTo>
                  <a:pt x="28496" y="21568"/>
                </a:lnTo>
                <a:lnTo>
                  <a:pt x="27816" y="22180"/>
                </a:lnTo>
                <a:lnTo>
                  <a:pt x="27237" y="23711"/>
                </a:lnTo>
                <a:lnTo>
                  <a:pt x="28542" y="26171"/>
                </a:lnTo>
                <a:lnTo>
                  <a:pt x="27442" y="28371"/>
                </a:lnTo>
                <a:lnTo>
                  <a:pt x="23008" y="26988"/>
                </a:lnTo>
                <a:lnTo>
                  <a:pt x="21806" y="28190"/>
                </a:lnTo>
                <a:lnTo>
                  <a:pt x="23064" y="32771"/>
                </a:lnTo>
                <a:lnTo>
                  <a:pt x="21023" y="33644"/>
                </a:lnTo>
                <a:lnTo>
                  <a:pt x="12768" y="33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614533" y="826364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40"/>
                </a:lnTo>
                <a:lnTo>
                  <a:pt x="23937" y="17678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5" name="object 8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174325" y="8395310"/>
            <a:ext cx="88516" cy="88801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2098635" y="8400344"/>
            <a:ext cx="77473" cy="78436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1766713" y="8395003"/>
            <a:ext cx="88268" cy="88846"/>
          </a:xfrm>
          <a:prstGeom prst="rect">
            <a:avLst/>
          </a:prstGeom>
        </p:spPr>
      </p:pic>
      <p:sp>
        <p:nvSpPr>
          <p:cNvPr id="88" name="object 88"/>
          <p:cNvSpPr/>
          <p:nvPr/>
        </p:nvSpPr>
        <p:spPr>
          <a:xfrm>
            <a:off x="7863392" y="84115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571" y="56346"/>
                </a:moveTo>
                <a:lnTo>
                  <a:pt x="11384" y="55008"/>
                </a:lnTo>
                <a:lnTo>
                  <a:pt x="12552" y="50416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47"/>
                </a:lnTo>
                <a:lnTo>
                  <a:pt x="1145" y="36162"/>
                </a:lnTo>
                <a:lnTo>
                  <a:pt x="1145" y="31728"/>
                </a:lnTo>
                <a:lnTo>
                  <a:pt x="986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2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62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187"/>
                </a:lnTo>
                <a:lnTo>
                  <a:pt x="56108" y="43306"/>
                </a:lnTo>
                <a:lnTo>
                  <a:pt x="55212" y="45143"/>
                </a:lnTo>
                <a:lnTo>
                  <a:pt x="50756" y="43771"/>
                </a:lnTo>
                <a:lnTo>
                  <a:pt x="49372" y="45154"/>
                </a:lnTo>
                <a:lnTo>
                  <a:pt x="51005" y="49259"/>
                </a:lnTo>
                <a:lnTo>
                  <a:pt x="48873" y="50676"/>
                </a:lnTo>
                <a:lnTo>
                  <a:pt x="46050" y="49168"/>
                </a:lnTo>
                <a:lnTo>
                  <a:pt x="44689" y="49837"/>
                </a:lnTo>
                <a:lnTo>
                  <a:pt x="44179" y="50416"/>
                </a:lnTo>
                <a:lnTo>
                  <a:pt x="45324" y="55020"/>
                </a:lnTo>
                <a:lnTo>
                  <a:pt x="43453" y="55791"/>
                </a:lnTo>
                <a:lnTo>
                  <a:pt x="40595" y="55280"/>
                </a:lnTo>
                <a:lnTo>
                  <a:pt x="20116" y="55280"/>
                </a:lnTo>
                <a:lnTo>
                  <a:pt x="14571" y="56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436037" y="841129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7780" y="56483"/>
                </a:moveTo>
                <a:lnTo>
                  <a:pt x="16113" y="54430"/>
                </a:lnTo>
                <a:lnTo>
                  <a:pt x="17700" y="51312"/>
                </a:lnTo>
                <a:lnTo>
                  <a:pt x="16997" y="50076"/>
                </a:lnTo>
                <a:lnTo>
                  <a:pt x="15648" y="49395"/>
                </a:lnTo>
                <a:lnTo>
                  <a:pt x="12802" y="50926"/>
                </a:lnTo>
                <a:lnTo>
                  <a:pt x="10681" y="49486"/>
                </a:lnTo>
                <a:lnTo>
                  <a:pt x="12325" y="45404"/>
                </a:lnTo>
                <a:lnTo>
                  <a:pt x="10806" y="43873"/>
                </a:lnTo>
                <a:lnTo>
                  <a:pt x="6689" y="45506"/>
                </a:lnTo>
                <a:lnTo>
                  <a:pt x="5341" y="43453"/>
                </a:lnTo>
                <a:lnTo>
                  <a:pt x="7030" y="40267"/>
                </a:lnTo>
                <a:lnTo>
                  <a:pt x="5352" y="38271"/>
                </a:lnTo>
                <a:lnTo>
                  <a:pt x="1541" y="40051"/>
                </a:lnTo>
                <a:lnTo>
                  <a:pt x="79" y="38588"/>
                </a:lnTo>
                <a:lnTo>
                  <a:pt x="838" y="34642"/>
                </a:lnTo>
                <a:lnTo>
                  <a:pt x="238" y="30980"/>
                </a:lnTo>
                <a:lnTo>
                  <a:pt x="0" y="25571"/>
                </a:lnTo>
                <a:lnTo>
                  <a:pt x="918" y="21897"/>
                </a:lnTo>
                <a:lnTo>
                  <a:pt x="10" y="18086"/>
                </a:lnTo>
                <a:lnTo>
                  <a:pt x="1587" y="16510"/>
                </a:lnTo>
                <a:lnTo>
                  <a:pt x="5046" y="18143"/>
                </a:lnTo>
                <a:lnTo>
                  <a:pt x="6123" y="17417"/>
                </a:lnTo>
                <a:lnTo>
                  <a:pt x="6849" y="16329"/>
                </a:lnTo>
                <a:lnTo>
                  <a:pt x="5215" y="12881"/>
                </a:lnTo>
                <a:lnTo>
                  <a:pt x="7030" y="11067"/>
                </a:lnTo>
                <a:lnTo>
                  <a:pt x="10659" y="12881"/>
                </a:lnTo>
                <a:lnTo>
                  <a:pt x="12461" y="11067"/>
                </a:lnTo>
                <a:lnTo>
                  <a:pt x="10658" y="7438"/>
                </a:lnTo>
                <a:lnTo>
                  <a:pt x="12461" y="5624"/>
                </a:lnTo>
                <a:lnTo>
                  <a:pt x="15920" y="7257"/>
                </a:lnTo>
                <a:lnTo>
                  <a:pt x="16997" y="6531"/>
                </a:lnTo>
                <a:lnTo>
                  <a:pt x="17644" y="5783"/>
                </a:lnTo>
                <a:lnTo>
                  <a:pt x="16192" y="1576"/>
                </a:lnTo>
                <a:lnTo>
                  <a:pt x="18789" y="0"/>
                </a:lnTo>
                <a:lnTo>
                  <a:pt x="25717" y="963"/>
                </a:lnTo>
                <a:lnTo>
                  <a:pt x="29426" y="1179"/>
                </a:lnTo>
                <a:lnTo>
                  <a:pt x="37930" y="56"/>
                </a:lnTo>
                <a:lnTo>
                  <a:pt x="39654" y="2177"/>
                </a:lnTo>
                <a:lnTo>
                  <a:pt x="38067" y="5295"/>
                </a:lnTo>
                <a:lnTo>
                  <a:pt x="38770" y="6531"/>
                </a:lnTo>
                <a:lnTo>
                  <a:pt x="40119" y="7212"/>
                </a:lnTo>
                <a:lnTo>
                  <a:pt x="42977" y="5692"/>
                </a:lnTo>
                <a:lnTo>
                  <a:pt x="45086" y="7132"/>
                </a:lnTo>
                <a:lnTo>
                  <a:pt x="43442" y="11203"/>
                </a:lnTo>
                <a:lnTo>
                  <a:pt x="44961" y="12734"/>
                </a:lnTo>
                <a:lnTo>
                  <a:pt x="49077" y="11101"/>
                </a:lnTo>
                <a:lnTo>
                  <a:pt x="50426" y="13154"/>
                </a:lnTo>
                <a:lnTo>
                  <a:pt x="48737" y="16340"/>
                </a:lnTo>
                <a:lnTo>
                  <a:pt x="50415" y="18336"/>
                </a:lnTo>
                <a:lnTo>
                  <a:pt x="54225" y="16556"/>
                </a:lnTo>
                <a:lnTo>
                  <a:pt x="55995" y="18325"/>
                </a:lnTo>
                <a:lnTo>
                  <a:pt x="54293" y="21726"/>
                </a:lnTo>
                <a:lnTo>
                  <a:pt x="55075" y="22860"/>
                </a:lnTo>
                <a:lnTo>
                  <a:pt x="54418" y="26330"/>
                </a:lnTo>
                <a:lnTo>
                  <a:pt x="55926" y="30333"/>
                </a:lnTo>
                <a:lnTo>
                  <a:pt x="54837" y="34710"/>
                </a:lnTo>
                <a:lnTo>
                  <a:pt x="55745" y="38520"/>
                </a:lnTo>
                <a:lnTo>
                  <a:pt x="54349" y="39915"/>
                </a:lnTo>
                <a:lnTo>
                  <a:pt x="50143" y="38350"/>
                </a:lnTo>
                <a:lnTo>
                  <a:pt x="48952" y="40289"/>
                </a:lnTo>
                <a:lnTo>
                  <a:pt x="50528" y="43737"/>
                </a:lnTo>
                <a:lnTo>
                  <a:pt x="48873" y="45392"/>
                </a:lnTo>
                <a:lnTo>
                  <a:pt x="44768" y="43759"/>
                </a:lnTo>
                <a:lnTo>
                  <a:pt x="43770" y="45279"/>
                </a:lnTo>
                <a:lnTo>
                  <a:pt x="44824" y="49781"/>
                </a:lnTo>
                <a:lnTo>
                  <a:pt x="42727" y="50779"/>
                </a:lnTo>
                <a:lnTo>
                  <a:pt x="40289" y="49509"/>
                </a:lnTo>
                <a:lnTo>
                  <a:pt x="38758" y="50076"/>
                </a:lnTo>
                <a:lnTo>
                  <a:pt x="38044" y="51164"/>
                </a:lnTo>
                <a:lnTo>
                  <a:pt x="39665" y="54612"/>
                </a:lnTo>
                <a:lnTo>
                  <a:pt x="38236" y="56040"/>
                </a:lnTo>
                <a:lnTo>
                  <a:pt x="34109" y="55485"/>
                </a:lnTo>
                <a:lnTo>
                  <a:pt x="31523" y="55609"/>
                </a:lnTo>
                <a:lnTo>
                  <a:pt x="26432" y="55519"/>
                </a:lnTo>
                <a:lnTo>
                  <a:pt x="17780" y="56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47674" y="8422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7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34"/>
                </a:lnTo>
                <a:lnTo>
                  <a:pt x="27702" y="5817"/>
                </a:lnTo>
                <a:lnTo>
                  <a:pt x="28383" y="6610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7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777824" y="8426936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66" y="23960"/>
                </a:moveTo>
                <a:lnTo>
                  <a:pt x="7518" y="23949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75" y="17406"/>
                </a:lnTo>
                <a:lnTo>
                  <a:pt x="2846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35" y="0"/>
                </a:lnTo>
                <a:lnTo>
                  <a:pt x="18982" y="2868"/>
                </a:lnTo>
                <a:lnTo>
                  <a:pt x="17383" y="5998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38"/>
                </a:lnTo>
                <a:lnTo>
                  <a:pt x="23926" y="7540"/>
                </a:lnTo>
                <a:lnTo>
                  <a:pt x="23938" y="17689"/>
                </a:lnTo>
                <a:lnTo>
                  <a:pt x="22668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72" y="19164"/>
                </a:lnTo>
                <a:lnTo>
                  <a:pt x="18993" y="22690"/>
                </a:lnTo>
                <a:lnTo>
                  <a:pt x="17666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" name="object 9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010797" y="8558135"/>
            <a:ext cx="88346" cy="89368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2261429" y="8564281"/>
            <a:ext cx="77971" cy="77484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695338" y="8569759"/>
            <a:ext cx="66257" cy="66643"/>
          </a:xfrm>
          <a:prstGeom prst="rect">
            <a:avLst/>
          </a:prstGeom>
        </p:spPr>
      </p:pic>
      <p:sp>
        <p:nvSpPr>
          <p:cNvPr id="95" name="object 95"/>
          <p:cNvSpPr/>
          <p:nvPr/>
        </p:nvSpPr>
        <p:spPr>
          <a:xfrm>
            <a:off x="12599338" y="8574499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80" y="56562"/>
                </a:moveTo>
                <a:lnTo>
                  <a:pt x="16102" y="54521"/>
                </a:lnTo>
                <a:lnTo>
                  <a:pt x="17700" y="51391"/>
                </a:lnTo>
                <a:lnTo>
                  <a:pt x="16997" y="50166"/>
                </a:lnTo>
                <a:lnTo>
                  <a:pt x="15637" y="49486"/>
                </a:lnTo>
                <a:lnTo>
                  <a:pt x="12791" y="51017"/>
                </a:lnTo>
                <a:lnTo>
                  <a:pt x="10681" y="49577"/>
                </a:lnTo>
                <a:lnTo>
                  <a:pt x="12325" y="45494"/>
                </a:lnTo>
                <a:lnTo>
                  <a:pt x="10794" y="43963"/>
                </a:lnTo>
                <a:lnTo>
                  <a:pt x="6689" y="45596"/>
                </a:lnTo>
                <a:lnTo>
                  <a:pt x="5329" y="43544"/>
                </a:lnTo>
                <a:lnTo>
                  <a:pt x="7018" y="40357"/>
                </a:lnTo>
                <a:lnTo>
                  <a:pt x="5352" y="38362"/>
                </a:lnTo>
                <a:lnTo>
                  <a:pt x="1541" y="40142"/>
                </a:lnTo>
                <a:lnTo>
                  <a:pt x="79" y="38679"/>
                </a:lnTo>
                <a:lnTo>
                  <a:pt x="827" y="34733"/>
                </a:lnTo>
                <a:lnTo>
                  <a:pt x="227" y="31070"/>
                </a:lnTo>
                <a:lnTo>
                  <a:pt x="0" y="25673"/>
                </a:lnTo>
                <a:lnTo>
                  <a:pt x="918" y="21987"/>
                </a:lnTo>
                <a:lnTo>
                  <a:pt x="10" y="18177"/>
                </a:lnTo>
                <a:lnTo>
                  <a:pt x="1587" y="16601"/>
                </a:lnTo>
                <a:lnTo>
                  <a:pt x="5034" y="18234"/>
                </a:lnTo>
                <a:lnTo>
                  <a:pt x="6123" y="17508"/>
                </a:lnTo>
                <a:lnTo>
                  <a:pt x="6837" y="16419"/>
                </a:lnTo>
                <a:lnTo>
                  <a:pt x="5215" y="12972"/>
                </a:lnTo>
                <a:lnTo>
                  <a:pt x="7018" y="11158"/>
                </a:lnTo>
                <a:lnTo>
                  <a:pt x="10647" y="12972"/>
                </a:lnTo>
                <a:lnTo>
                  <a:pt x="12462" y="11158"/>
                </a:lnTo>
                <a:lnTo>
                  <a:pt x="10647" y="7529"/>
                </a:lnTo>
                <a:lnTo>
                  <a:pt x="12462" y="5715"/>
                </a:lnTo>
                <a:lnTo>
                  <a:pt x="15908" y="7348"/>
                </a:lnTo>
                <a:lnTo>
                  <a:pt x="16997" y="6622"/>
                </a:lnTo>
                <a:lnTo>
                  <a:pt x="17383" y="6146"/>
                </a:lnTo>
                <a:lnTo>
                  <a:pt x="16498" y="1326"/>
                </a:lnTo>
                <a:lnTo>
                  <a:pt x="18449" y="748"/>
                </a:lnTo>
                <a:lnTo>
                  <a:pt x="20909" y="1179"/>
                </a:lnTo>
                <a:lnTo>
                  <a:pt x="24198" y="1179"/>
                </a:lnTo>
                <a:lnTo>
                  <a:pt x="26103" y="1009"/>
                </a:lnTo>
                <a:lnTo>
                  <a:pt x="30888" y="1462"/>
                </a:lnTo>
                <a:lnTo>
                  <a:pt x="36014" y="0"/>
                </a:lnTo>
                <a:lnTo>
                  <a:pt x="39438" y="1474"/>
                </a:lnTo>
                <a:lnTo>
                  <a:pt x="38179" y="6055"/>
                </a:lnTo>
                <a:lnTo>
                  <a:pt x="39676" y="7540"/>
                </a:lnTo>
                <a:lnTo>
                  <a:pt x="43248" y="5737"/>
                </a:lnTo>
                <a:lnTo>
                  <a:pt x="45108" y="7472"/>
                </a:lnTo>
                <a:lnTo>
                  <a:pt x="43305" y="11169"/>
                </a:lnTo>
                <a:lnTo>
                  <a:pt x="44950" y="12825"/>
                </a:lnTo>
                <a:lnTo>
                  <a:pt x="49055" y="11192"/>
                </a:lnTo>
                <a:lnTo>
                  <a:pt x="50460" y="13324"/>
                </a:lnTo>
                <a:lnTo>
                  <a:pt x="48952" y="16136"/>
                </a:lnTo>
                <a:lnTo>
                  <a:pt x="49633" y="17508"/>
                </a:lnTo>
                <a:lnTo>
                  <a:pt x="50721" y="18234"/>
                </a:lnTo>
                <a:lnTo>
                  <a:pt x="54157" y="16601"/>
                </a:lnTo>
                <a:lnTo>
                  <a:pt x="55972" y="18415"/>
                </a:lnTo>
                <a:lnTo>
                  <a:pt x="54270" y="21817"/>
                </a:lnTo>
                <a:lnTo>
                  <a:pt x="55064" y="22951"/>
                </a:lnTo>
                <a:lnTo>
                  <a:pt x="54407" y="26421"/>
                </a:lnTo>
                <a:lnTo>
                  <a:pt x="55915" y="30424"/>
                </a:lnTo>
                <a:lnTo>
                  <a:pt x="54826" y="34801"/>
                </a:lnTo>
                <a:lnTo>
                  <a:pt x="55734" y="38611"/>
                </a:lnTo>
                <a:lnTo>
                  <a:pt x="54350" y="40006"/>
                </a:lnTo>
                <a:lnTo>
                  <a:pt x="50132" y="38441"/>
                </a:lnTo>
                <a:lnTo>
                  <a:pt x="48952" y="40380"/>
                </a:lnTo>
                <a:lnTo>
                  <a:pt x="50517" y="43827"/>
                </a:lnTo>
                <a:lnTo>
                  <a:pt x="48873" y="45483"/>
                </a:lnTo>
                <a:lnTo>
                  <a:pt x="44768" y="43850"/>
                </a:lnTo>
                <a:lnTo>
                  <a:pt x="43759" y="45370"/>
                </a:lnTo>
                <a:lnTo>
                  <a:pt x="44825" y="49871"/>
                </a:lnTo>
                <a:lnTo>
                  <a:pt x="42716" y="50869"/>
                </a:lnTo>
                <a:lnTo>
                  <a:pt x="40289" y="49599"/>
                </a:lnTo>
                <a:lnTo>
                  <a:pt x="38758" y="50166"/>
                </a:lnTo>
                <a:lnTo>
                  <a:pt x="38032" y="51255"/>
                </a:lnTo>
                <a:lnTo>
                  <a:pt x="39665" y="54702"/>
                </a:lnTo>
                <a:lnTo>
                  <a:pt x="38236" y="56120"/>
                </a:lnTo>
                <a:lnTo>
                  <a:pt x="34109" y="55564"/>
                </a:lnTo>
                <a:lnTo>
                  <a:pt x="31512" y="55700"/>
                </a:lnTo>
                <a:lnTo>
                  <a:pt x="26432" y="55609"/>
                </a:lnTo>
                <a:lnTo>
                  <a:pt x="17780" y="56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85131" y="8586031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70" y="33712"/>
                </a:moveTo>
                <a:lnTo>
                  <a:pt x="17531" y="33157"/>
                </a:lnTo>
                <a:lnTo>
                  <a:pt x="15410" y="33259"/>
                </a:lnTo>
                <a:lnTo>
                  <a:pt x="12519" y="33656"/>
                </a:lnTo>
                <a:lnTo>
                  <a:pt x="10670" y="32953"/>
                </a:lnTo>
                <a:lnTo>
                  <a:pt x="11816" y="28269"/>
                </a:lnTo>
                <a:lnTo>
                  <a:pt x="10534" y="26988"/>
                </a:lnTo>
                <a:lnTo>
                  <a:pt x="6429" y="28621"/>
                </a:lnTo>
                <a:lnTo>
                  <a:pt x="5012" y="26500"/>
                </a:lnTo>
                <a:lnTo>
                  <a:pt x="6520" y="23677"/>
                </a:lnTo>
                <a:lnTo>
                  <a:pt x="5851" y="22305"/>
                </a:lnTo>
                <a:lnTo>
                  <a:pt x="4796" y="21579"/>
                </a:lnTo>
                <a:lnTo>
                  <a:pt x="1270" y="23212"/>
                </a:lnTo>
                <a:lnTo>
                  <a:pt x="0" y="21885"/>
                </a:lnTo>
                <a:lnTo>
                  <a:pt x="11" y="11736"/>
                </a:lnTo>
                <a:lnTo>
                  <a:pt x="1496" y="10534"/>
                </a:lnTo>
                <a:lnTo>
                  <a:pt x="4615" y="12133"/>
                </a:lnTo>
                <a:lnTo>
                  <a:pt x="5851" y="11419"/>
                </a:lnTo>
                <a:lnTo>
                  <a:pt x="6577" y="10330"/>
                </a:lnTo>
                <a:lnTo>
                  <a:pt x="4944" y="6883"/>
                </a:lnTo>
                <a:lnTo>
                  <a:pt x="6758" y="5068"/>
                </a:lnTo>
                <a:lnTo>
                  <a:pt x="10205" y="6701"/>
                </a:lnTo>
                <a:lnTo>
                  <a:pt x="11294" y="5975"/>
                </a:lnTo>
                <a:lnTo>
                  <a:pt x="11895" y="5284"/>
                </a:lnTo>
                <a:lnTo>
                  <a:pt x="10545" y="941"/>
                </a:lnTo>
                <a:lnTo>
                  <a:pt x="12303" y="0"/>
                </a:lnTo>
                <a:lnTo>
                  <a:pt x="15569" y="532"/>
                </a:lnTo>
                <a:lnTo>
                  <a:pt x="18030" y="532"/>
                </a:lnTo>
                <a:lnTo>
                  <a:pt x="21012" y="11"/>
                </a:lnTo>
                <a:lnTo>
                  <a:pt x="22883" y="850"/>
                </a:lnTo>
                <a:lnTo>
                  <a:pt x="21590" y="5386"/>
                </a:lnTo>
                <a:lnTo>
                  <a:pt x="22940" y="6735"/>
                </a:lnTo>
                <a:lnTo>
                  <a:pt x="27045" y="5102"/>
                </a:lnTo>
                <a:lnTo>
                  <a:pt x="28462" y="7234"/>
                </a:lnTo>
                <a:lnTo>
                  <a:pt x="26954" y="10046"/>
                </a:lnTo>
                <a:lnTo>
                  <a:pt x="27623" y="11419"/>
                </a:lnTo>
                <a:lnTo>
                  <a:pt x="28712" y="12144"/>
                </a:lnTo>
                <a:lnTo>
                  <a:pt x="32159" y="10511"/>
                </a:lnTo>
                <a:lnTo>
                  <a:pt x="33576" y="11929"/>
                </a:lnTo>
                <a:lnTo>
                  <a:pt x="33021" y="16068"/>
                </a:lnTo>
                <a:lnTo>
                  <a:pt x="33134" y="18188"/>
                </a:lnTo>
                <a:lnTo>
                  <a:pt x="33531" y="21080"/>
                </a:lnTo>
                <a:lnTo>
                  <a:pt x="32828" y="22928"/>
                </a:lnTo>
                <a:lnTo>
                  <a:pt x="28145" y="21783"/>
                </a:lnTo>
                <a:lnTo>
                  <a:pt x="26863" y="23064"/>
                </a:lnTo>
                <a:lnTo>
                  <a:pt x="28496" y="27169"/>
                </a:lnTo>
                <a:lnTo>
                  <a:pt x="26364" y="28542"/>
                </a:lnTo>
                <a:lnTo>
                  <a:pt x="23552" y="27067"/>
                </a:lnTo>
                <a:lnTo>
                  <a:pt x="22180" y="27748"/>
                </a:lnTo>
                <a:lnTo>
                  <a:pt x="21454" y="28836"/>
                </a:lnTo>
                <a:lnTo>
                  <a:pt x="23087" y="32284"/>
                </a:lnTo>
                <a:lnTo>
                  <a:pt x="2167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2941116" y="859022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98"/>
                </a:lnTo>
                <a:lnTo>
                  <a:pt x="18098" y="7223"/>
                </a:lnTo>
                <a:lnTo>
                  <a:pt x="19334" y="7937"/>
                </a:lnTo>
                <a:lnTo>
                  <a:pt x="22464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8" name="object 9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847494" y="8721460"/>
            <a:ext cx="88528" cy="8899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2424730" y="8727573"/>
            <a:ext cx="77970" cy="77494"/>
          </a:xfrm>
          <a:prstGeom prst="rect">
            <a:avLst/>
          </a:prstGeom>
        </p:spPr>
      </p:pic>
      <p:sp>
        <p:nvSpPr>
          <p:cNvPr id="100" name="object 100"/>
          <p:cNvSpPr/>
          <p:nvPr/>
        </p:nvSpPr>
        <p:spPr>
          <a:xfrm>
            <a:off x="7536810" y="873811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480" y="56369"/>
                </a:moveTo>
                <a:lnTo>
                  <a:pt x="11328" y="54963"/>
                </a:lnTo>
                <a:lnTo>
                  <a:pt x="12621" y="50415"/>
                </a:lnTo>
                <a:lnTo>
                  <a:pt x="11271" y="49077"/>
                </a:lnTo>
                <a:lnTo>
                  <a:pt x="7166" y="50710"/>
                </a:ln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2052" y="45301"/>
                </a:lnTo>
                <a:lnTo>
                  <a:pt x="476" y="43725"/>
                </a:lnTo>
                <a:lnTo>
                  <a:pt x="1383" y="39915"/>
                </a:lnTo>
                <a:lnTo>
                  <a:pt x="430" y="36082"/>
                </a:lnTo>
                <a:lnTo>
                  <a:pt x="816" y="31002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1"/>
                </a:lnTo>
                <a:lnTo>
                  <a:pt x="5352" y="12450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74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6" y="43158"/>
                </a:lnTo>
                <a:lnTo>
                  <a:pt x="55314" y="45029"/>
                </a:lnTo>
                <a:lnTo>
                  <a:pt x="50711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8"/>
                </a:lnTo>
                <a:lnTo>
                  <a:pt x="49554" y="50710"/>
                </a:lnTo>
                <a:lnTo>
                  <a:pt x="45449" y="49077"/>
                </a:lnTo>
                <a:lnTo>
                  <a:pt x="44065" y="50461"/>
                </a:lnTo>
                <a:lnTo>
                  <a:pt x="45438" y="54906"/>
                </a:lnTo>
                <a:lnTo>
                  <a:pt x="43601" y="55813"/>
                </a:lnTo>
                <a:lnTo>
                  <a:pt x="40482" y="55280"/>
                </a:lnTo>
                <a:lnTo>
                  <a:pt x="20184" y="55280"/>
                </a:lnTo>
                <a:lnTo>
                  <a:pt x="14480" y="56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2762561" y="8738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19" y="54634"/>
                </a:lnTo>
                <a:lnTo>
                  <a:pt x="22951" y="49916"/>
                </a:lnTo>
                <a:lnTo>
                  <a:pt x="22497" y="49395"/>
                </a:lnTo>
                <a:lnTo>
                  <a:pt x="20524" y="48034"/>
                </a:lnTo>
                <a:lnTo>
                  <a:pt x="13063" y="51175"/>
                </a:lnTo>
                <a:lnTo>
                  <a:pt x="10716" y="48306"/>
                </a:lnTo>
                <a:lnTo>
                  <a:pt x="12314" y="45177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23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3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39"/>
                </a:lnTo>
                <a:lnTo>
                  <a:pt x="13063" y="4070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69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0"/>
                </a:lnTo>
                <a:lnTo>
                  <a:pt x="45155" y="6939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19"/>
                </a:lnTo>
                <a:lnTo>
                  <a:pt x="48806" y="10386"/>
                </a:lnTo>
                <a:lnTo>
                  <a:pt x="50224" y="1181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89"/>
                </a:lnTo>
                <a:lnTo>
                  <a:pt x="50042" y="22905"/>
                </a:lnTo>
                <a:lnTo>
                  <a:pt x="54544" y="21567"/>
                </a:lnTo>
                <a:lnTo>
                  <a:pt x="55666" y="22701"/>
                </a:lnTo>
                <a:lnTo>
                  <a:pt x="55099" y="26829"/>
                </a:lnTo>
                <a:lnTo>
                  <a:pt x="55212" y="28972"/>
                </a:lnTo>
                <a:lnTo>
                  <a:pt x="55587" y="31796"/>
                </a:lnTo>
                <a:lnTo>
                  <a:pt x="54918" y="33621"/>
                </a:lnTo>
                <a:lnTo>
                  <a:pt x="50269" y="32601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36"/>
                </a:lnTo>
                <a:lnTo>
                  <a:pt x="45483" y="43237"/>
                </a:lnTo>
                <a:lnTo>
                  <a:pt x="44258" y="43952"/>
                </a:lnTo>
                <a:lnTo>
                  <a:pt x="43532" y="45040"/>
                </a:lnTo>
                <a:lnTo>
                  <a:pt x="45166" y="48488"/>
                </a:lnTo>
                <a:lnTo>
                  <a:pt x="43351" y="50291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64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221647" y="8749458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90" h="33654">
                <a:moveTo>
                  <a:pt x="21863" y="33565"/>
                </a:moveTo>
                <a:lnTo>
                  <a:pt x="17723" y="33009"/>
                </a:lnTo>
                <a:lnTo>
                  <a:pt x="16204" y="33089"/>
                </a:lnTo>
                <a:lnTo>
                  <a:pt x="11963" y="33508"/>
                </a:lnTo>
                <a:lnTo>
                  <a:pt x="10579" y="32193"/>
                </a:lnTo>
                <a:lnTo>
                  <a:pt x="12212" y="28666"/>
                </a:lnTo>
                <a:lnTo>
                  <a:pt x="11487" y="27612"/>
                </a:lnTo>
                <a:lnTo>
                  <a:pt x="10115" y="26931"/>
                </a:lnTo>
                <a:lnTo>
                  <a:pt x="7291" y="28451"/>
                </a:lnTo>
                <a:lnTo>
                  <a:pt x="5170" y="27033"/>
                </a:lnTo>
                <a:lnTo>
                  <a:pt x="6803" y="22928"/>
                </a:lnTo>
                <a:lnTo>
                  <a:pt x="5522" y="21647"/>
                </a:lnTo>
                <a:lnTo>
                  <a:pt x="839" y="22804"/>
                </a:lnTo>
                <a:lnTo>
                  <a:pt x="249" y="21250"/>
                </a:lnTo>
                <a:lnTo>
                  <a:pt x="0" y="11781"/>
                </a:lnTo>
                <a:lnTo>
                  <a:pt x="1689" y="10398"/>
                </a:lnTo>
                <a:lnTo>
                  <a:pt x="4808" y="11997"/>
                </a:lnTo>
                <a:lnTo>
                  <a:pt x="6044" y="11282"/>
                </a:lnTo>
                <a:lnTo>
                  <a:pt x="6769" y="10194"/>
                </a:lnTo>
                <a:lnTo>
                  <a:pt x="5136" y="6747"/>
                </a:lnTo>
                <a:lnTo>
                  <a:pt x="6951" y="4932"/>
                </a:lnTo>
                <a:lnTo>
                  <a:pt x="10398" y="6565"/>
                </a:lnTo>
                <a:lnTo>
                  <a:pt x="11487" y="5839"/>
                </a:lnTo>
                <a:lnTo>
                  <a:pt x="12212" y="4785"/>
                </a:lnTo>
                <a:lnTo>
                  <a:pt x="10579" y="1258"/>
                </a:lnTo>
                <a:lnTo>
                  <a:pt x="11906" y="0"/>
                </a:lnTo>
                <a:lnTo>
                  <a:pt x="22055" y="11"/>
                </a:lnTo>
                <a:lnTo>
                  <a:pt x="23257" y="1485"/>
                </a:lnTo>
                <a:lnTo>
                  <a:pt x="21658" y="4615"/>
                </a:lnTo>
                <a:lnTo>
                  <a:pt x="22373" y="5839"/>
                </a:lnTo>
                <a:lnTo>
                  <a:pt x="23461" y="6565"/>
                </a:lnTo>
                <a:lnTo>
                  <a:pt x="26909" y="4932"/>
                </a:lnTo>
                <a:lnTo>
                  <a:pt x="28576" y="6599"/>
                </a:lnTo>
                <a:lnTo>
                  <a:pt x="26943" y="10704"/>
                </a:lnTo>
                <a:lnTo>
                  <a:pt x="28439" y="11702"/>
                </a:lnTo>
                <a:lnTo>
                  <a:pt x="32987" y="10693"/>
                </a:lnTo>
                <a:lnTo>
                  <a:pt x="33780" y="12450"/>
                </a:lnTo>
                <a:lnTo>
                  <a:pt x="33259" y="15433"/>
                </a:lnTo>
                <a:lnTo>
                  <a:pt x="33259" y="18063"/>
                </a:lnTo>
                <a:lnTo>
                  <a:pt x="33769" y="20955"/>
                </a:lnTo>
                <a:lnTo>
                  <a:pt x="32975" y="22837"/>
                </a:lnTo>
                <a:lnTo>
                  <a:pt x="28383" y="21590"/>
                </a:lnTo>
                <a:lnTo>
                  <a:pt x="27056" y="22917"/>
                </a:lnTo>
                <a:lnTo>
                  <a:pt x="28689" y="27022"/>
                </a:lnTo>
                <a:lnTo>
                  <a:pt x="26557" y="28394"/>
                </a:lnTo>
                <a:lnTo>
                  <a:pt x="23745" y="26920"/>
                </a:lnTo>
                <a:lnTo>
                  <a:pt x="22373" y="27612"/>
                </a:lnTo>
                <a:lnTo>
                  <a:pt x="21647" y="28700"/>
                </a:lnTo>
                <a:lnTo>
                  <a:pt x="23280" y="32147"/>
                </a:lnTo>
                <a:lnTo>
                  <a:pt x="21863" y="3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3104406" y="875351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7678" y="23949"/>
                </a:moveTo>
                <a:lnTo>
                  <a:pt x="7529" y="23937"/>
                </a:lnTo>
                <a:lnTo>
                  <a:pt x="6316" y="22463"/>
                </a:lnTo>
                <a:lnTo>
                  <a:pt x="7914" y="19334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52"/>
                </a:lnTo>
                <a:lnTo>
                  <a:pt x="16635" y="0"/>
                </a:lnTo>
                <a:lnTo>
                  <a:pt x="18982" y="2868"/>
                </a:lnTo>
                <a:lnTo>
                  <a:pt x="17394" y="5998"/>
                </a:lnTo>
                <a:lnTo>
                  <a:pt x="18098" y="7223"/>
                </a:lnTo>
                <a:lnTo>
                  <a:pt x="19322" y="7937"/>
                </a:lnTo>
                <a:lnTo>
                  <a:pt x="22452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94"/>
                </a:lnTo>
                <a:lnTo>
                  <a:pt x="18098" y="18109"/>
                </a:lnTo>
                <a:lnTo>
                  <a:pt x="17372" y="19164"/>
                </a:lnTo>
                <a:lnTo>
                  <a:pt x="19005" y="22690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4" name="object 10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684191" y="8884729"/>
            <a:ext cx="88347" cy="89356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2588509" y="8890229"/>
            <a:ext cx="77472" cy="78413"/>
          </a:xfrm>
          <a:prstGeom prst="rect">
            <a:avLst/>
          </a:prstGeom>
        </p:spPr>
      </p:pic>
      <p:sp>
        <p:nvSpPr>
          <p:cNvPr id="106" name="object 106"/>
          <p:cNvSpPr/>
          <p:nvPr/>
        </p:nvSpPr>
        <p:spPr>
          <a:xfrm>
            <a:off x="7373508" y="890114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571" y="56607"/>
                </a:moveTo>
                <a:lnTo>
                  <a:pt x="11385" y="55269"/>
                </a:lnTo>
                <a:lnTo>
                  <a:pt x="12541" y="50676"/>
                </a:lnTo>
                <a:lnTo>
                  <a:pt x="12031" y="50098"/>
                </a:lnTo>
                <a:lnTo>
                  <a:pt x="10942" y="49372"/>
                </a:lnTo>
                <a:lnTo>
                  <a:pt x="7495" y="51005"/>
                </a:lnTo>
                <a:lnTo>
                  <a:pt x="5828" y="49338"/>
                </a:lnTo>
                <a:lnTo>
                  <a:pt x="7461" y="45233"/>
                </a:lnTo>
                <a:lnTo>
                  <a:pt x="5941" y="44224"/>
                </a:lnTo>
                <a:lnTo>
                  <a:pt x="1440" y="45279"/>
                </a:lnTo>
                <a:lnTo>
                  <a:pt x="33" y="42297"/>
                </a:lnTo>
                <a:lnTo>
                  <a:pt x="1145" y="36411"/>
                </a:lnTo>
                <a:lnTo>
                  <a:pt x="1145" y="31977"/>
                </a:lnTo>
                <a:lnTo>
                  <a:pt x="986" y="30106"/>
                </a:lnTo>
                <a:lnTo>
                  <a:pt x="1304" y="26534"/>
                </a:lnTo>
                <a:lnTo>
                  <a:pt x="895" y="24652"/>
                </a:lnTo>
                <a:lnTo>
                  <a:pt x="1372" y="21227"/>
                </a:lnTo>
                <a:lnTo>
                  <a:pt x="0" y="12927"/>
                </a:lnTo>
                <a:lnTo>
                  <a:pt x="2233" y="11101"/>
                </a:lnTo>
                <a:lnTo>
                  <a:pt x="5352" y="12700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2" y="7280"/>
                </a:lnTo>
                <a:lnTo>
                  <a:pt x="12031" y="6554"/>
                </a:lnTo>
                <a:lnTo>
                  <a:pt x="12541" y="5976"/>
                </a:lnTo>
                <a:lnTo>
                  <a:pt x="11385" y="1383"/>
                </a:lnTo>
                <a:lnTo>
                  <a:pt x="13403" y="544"/>
                </a:lnTo>
                <a:lnTo>
                  <a:pt x="15977" y="1281"/>
                </a:lnTo>
                <a:lnTo>
                  <a:pt x="22339" y="578"/>
                </a:lnTo>
                <a:lnTo>
                  <a:pt x="28950" y="532"/>
                </a:lnTo>
                <a:lnTo>
                  <a:pt x="35436" y="1315"/>
                </a:lnTo>
                <a:lnTo>
                  <a:pt x="43771" y="0"/>
                </a:lnTo>
                <a:lnTo>
                  <a:pt x="45574" y="2211"/>
                </a:lnTo>
                <a:lnTo>
                  <a:pt x="43986" y="5329"/>
                </a:lnTo>
                <a:lnTo>
                  <a:pt x="44689" y="6554"/>
                </a:lnTo>
                <a:lnTo>
                  <a:pt x="45778" y="7280"/>
                </a:lnTo>
                <a:lnTo>
                  <a:pt x="49225" y="5647"/>
                </a:lnTo>
                <a:lnTo>
                  <a:pt x="50892" y="7314"/>
                </a:lnTo>
                <a:lnTo>
                  <a:pt x="49259" y="11419"/>
                </a:lnTo>
                <a:lnTo>
                  <a:pt x="51391" y="12791"/>
                </a:lnTo>
                <a:lnTo>
                  <a:pt x="54203" y="11316"/>
                </a:lnTo>
                <a:lnTo>
                  <a:pt x="55575" y="11997"/>
                </a:lnTo>
                <a:lnTo>
                  <a:pt x="55575" y="40437"/>
                </a:lnTo>
                <a:lnTo>
                  <a:pt x="56108" y="43567"/>
                </a:lnTo>
                <a:lnTo>
                  <a:pt x="55212" y="45392"/>
                </a:lnTo>
                <a:lnTo>
                  <a:pt x="50756" y="44031"/>
                </a:lnTo>
                <a:lnTo>
                  <a:pt x="49372" y="45415"/>
                </a:lnTo>
                <a:lnTo>
                  <a:pt x="51005" y="49520"/>
                </a:lnTo>
                <a:lnTo>
                  <a:pt x="48874" y="50937"/>
                </a:lnTo>
                <a:lnTo>
                  <a:pt x="46061" y="49429"/>
                </a:lnTo>
                <a:lnTo>
                  <a:pt x="44689" y="50098"/>
                </a:lnTo>
                <a:lnTo>
                  <a:pt x="44179" y="50665"/>
                </a:lnTo>
                <a:lnTo>
                  <a:pt x="45324" y="55280"/>
                </a:lnTo>
                <a:lnTo>
                  <a:pt x="43453" y="56051"/>
                </a:lnTo>
                <a:lnTo>
                  <a:pt x="40596" y="55541"/>
                </a:lnTo>
                <a:lnTo>
                  <a:pt x="20116" y="55541"/>
                </a:lnTo>
                <a:lnTo>
                  <a:pt x="14571" y="56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2931499" y="890659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31" y="45823"/>
                </a:moveTo>
                <a:lnTo>
                  <a:pt x="5114" y="44065"/>
                </a:lnTo>
                <a:lnTo>
                  <a:pt x="6645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29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70" y="26971"/>
                </a:lnTo>
                <a:lnTo>
                  <a:pt x="603" y="13351"/>
                </a:lnTo>
                <a:lnTo>
                  <a:pt x="521" y="6554"/>
                </a:lnTo>
                <a:lnTo>
                  <a:pt x="5953" y="6554"/>
                </a:lnTo>
                <a:lnTo>
                  <a:pt x="6475" y="5976"/>
                </a:lnTo>
                <a:lnTo>
                  <a:pt x="5307" y="1383"/>
                </a:lnTo>
                <a:lnTo>
                  <a:pt x="7325" y="544"/>
                </a:lnTo>
                <a:lnTo>
                  <a:pt x="9911" y="1281"/>
                </a:lnTo>
                <a:lnTo>
                  <a:pt x="16261" y="578"/>
                </a:lnTo>
                <a:lnTo>
                  <a:pt x="22872" y="533"/>
                </a:lnTo>
                <a:lnTo>
                  <a:pt x="29347" y="1315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00" y="6554"/>
                </a:lnTo>
                <a:lnTo>
                  <a:pt x="44043" y="6554"/>
                </a:lnTo>
                <a:lnTo>
                  <a:pt x="44043" y="35118"/>
                </a:lnTo>
                <a:lnTo>
                  <a:pt x="44553" y="37976"/>
                </a:lnTo>
                <a:lnTo>
                  <a:pt x="43782" y="39847"/>
                </a:lnTo>
                <a:lnTo>
                  <a:pt x="39167" y="38702"/>
                </a:lnTo>
                <a:lnTo>
                  <a:pt x="38600" y="39212"/>
                </a:lnTo>
                <a:lnTo>
                  <a:pt x="37886" y="40300"/>
                </a:lnTo>
                <a:lnTo>
                  <a:pt x="39508" y="43748"/>
                </a:lnTo>
                <a:lnTo>
                  <a:pt x="38090" y="45165"/>
                </a:lnTo>
                <a:lnTo>
                  <a:pt x="33962" y="44610"/>
                </a:lnTo>
                <a:lnTo>
                  <a:pt x="31355" y="44746"/>
                </a:lnTo>
                <a:lnTo>
                  <a:pt x="29540" y="44575"/>
                </a:lnTo>
                <a:lnTo>
                  <a:pt x="27726" y="44655"/>
                </a:lnTo>
                <a:lnTo>
                  <a:pt x="14708" y="44655"/>
                </a:lnTo>
                <a:lnTo>
                  <a:pt x="7631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064401" y="8918589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9" name="object 10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751584" y="9053724"/>
            <a:ext cx="77835" cy="77982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7521150" y="9048474"/>
            <a:ext cx="88529" cy="88800"/>
          </a:xfrm>
          <a:prstGeom prst="rect">
            <a:avLst/>
          </a:prstGeom>
        </p:spPr>
      </p:pic>
      <p:sp>
        <p:nvSpPr>
          <p:cNvPr id="111" name="object 111"/>
          <p:cNvSpPr/>
          <p:nvPr/>
        </p:nvSpPr>
        <p:spPr>
          <a:xfrm>
            <a:off x="7210659" y="906437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675"/>
                </a:moveTo>
                <a:lnTo>
                  <a:pt x="16340" y="55314"/>
                </a:lnTo>
                <a:lnTo>
                  <a:pt x="17599" y="50733"/>
                </a:lnTo>
                <a:lnTo>
                  <a:pt x="16113" y="49247"/>
                </a:lnTo>
                <a:lnTo>
                  <a:pt x="12541" y="51062"/>
                </a:lnTo>
                <a:lnTo>
                  <a:pt x="10670" y="49315"/>
                </a:lnTo>
                <a:lnTo>
                  <a:pt x="12473" y="45619"/>
                </a:lnTo>
                <a:lnTo>
                  <a:pt x="10829" y="43963"/>
                </a:lnTo>
                <a:lnTo>
                  <a:pt x="6724" y="45596"/>
                </a:lnTo>
                <a:lnTo>
                  <a:pt x="5306" y="43464"/>
                </a:lnTo>
                <a:lnTo>
                  <a:pt x="6815" y="40652"/>
                </a:lnTo>
                <a:lnTo>
                  <a:pt x="6146" y="39280"/>
                </a:lnTo>
                <a:lnTo>
                  <a:pt x="5057" y="38554"/>
                </a:lnTo>
                <a:lnTo>
                  <a:pt x="1610" y="40187"/>
                </a:lnTo>
                <a:lnTo>
                  <a:pt x="0" y="38577"/>
                </a:lnTo>
                <a:lnTo>
                  <a:pt x="1009" y="34846"/>
                </a:lnTo>
                <a:lnTo>
                  <a:pt x="11" y="31558"/>
                </a:lnTo>
                <a:lnTo>
                  <a:pt x="124" y="25275"/>
                </a:lnTo>
                <a:lnTo>
                  <a:pt x="941" y="21987"/>
                </a:lnTo>
                <a:lnTo>
                  <a:pt x="34" y="18177"/>
                </a:lnTo>
                <a:lnTo>
                  <a:pt x="1610" y="16601"/>
                </a:lnTo>
                <a:lnTo>
                  <a:pt x="5057" y="18233"/>
                </a:lnTo>
                <a:lnTo>
                  <a:pt x="6146" y="17508"/>
                </a:lnTo>
                <a:lnTo>
                  <a:pt x="6871" y="16419"/>
                </a:lnTo>
                <a:lnTo>
                  <a:pt x="5238" y="12972"/>
                </a:lnTo>
                <a:lnTo>
                  <a:pt x="7053" y="11158"/>
                </a:lnTo>
                <a:lnTo>
                  <a:pt x="10681" y="12972"/>
                </a:lnTo>
                <a:lnTo>
                  <a:pt x="12496" y="11158"/>
                </a:lnTo>
                <a:lnTo>
                  <a:pt x="10681" y="7529"/>
                </a:lnTo>
                <a:lnTo>
                  <a:pt x="12496" y="5715"/>
                </a:lnTo>
                <a:lnTo>
                  <a:pt x="15943" y="7348"/>
                </a:lnTo>
                <a:lnTo>
                  <a:pt x="17032" y="6622"/>
                </a:lnTo>
                <a:lnTo>
                  <a:pt x="17429" y="6145"/>
                </a:lnTo>
                <a:lnTo>
                  <a:pt x="16533" y="1326"/>
                </a:lnTo>
                <a:lnTo>
                  <a:pt x="18483" y="737"/>
                </a:lnTo>
                <a:lnTo>
                  <a:pt x="20944" y="1179"/>
                </a:lnTo>
                <a:lnTo>
                  <a:pt x="24255" y="1179"/>
                </a:lnTo>
                <a:lnTo>
                  <a:pt x="26149" y="1009"/>
                </a:lnTo>
                <a:lnTo>
                  <a:pt x="30923" y="1462"/>
                </a:lnTo>
                <a:lnTo>
                  <a:pt x="36060" y="0"/>
                </a:lnTo>
                <a:lnTo>
                  <a:pt x="39484" y="1474"/>
                </a:lnTo>
                <a:lnTo>
                  <a:pt x="38226" y="6044"/>
                </a:lnTo>
                <a:lnTo>
                  <a:pt x="39722" y="7540"/>
                </a:lnTo>
                <a:lnTo>
                  <a:pt x="43294" y="5726"/>
                </a:lnTo>
                <a:lnTo>
                  <a:pt x="45165" y="7472"/>
                </a:lnTo>
                <a:lnTo>
                  <a:pt x="43351" y="11169"/>
                </a:lnTo>
                <a:lnTo>
                  <a:pt x="45007" y="12825"/>
                </a:lnTo>
                <a:lnTo>
                  <a:pt x="49112" y="11192"/>
                </a:lnTo>
                <a:lnTo>
                  <a:pt x="50529" y="13323"/>
                </a:lnTo>
                <a:lnTo>
                  <a:pt x="49021" y="16136"/>
                </a:lnTo>
                <a:lnTo>
                  <a:pt x="49690" y="17508"/>
                </a:lnTo>
                <a:lnTo>
                  <a:pt x="50779" y="18233"/>
                </a:lnTo>
                <a:lnTo>
                  <a:pt x="54226" y="16601"/>
                </a:lnTo>
                <a:lnTo>
                  <a:pt x="56040" y="18415"/>
                </a:lnTo>
                <a:lnTo>
                  <a:pt x="54407" y="21817"/>
                </a:lnTo>
                <a:lnTo>
                  <a:pt x="55133" y="22951"/>
                </a:lnTo>
                <a:lnTo>
                  <a:pt x="54475" y="26421"/>
                </a:lnTo>
                <a:lnTo>
                  <a:pt x="55984" y="30424"/>
                </a:lnTo>
                <a:lnTo>
                  <a:pt x="54895" y="34801"/>
                </a:lnTo>
                <a:lnTo>
                  <a:pt x="55802" y="38611"/>
                </a:lnTo>
                <a:lnTo>
                  <a:pt x="54407" y="40006"/>
                </a:lnTo>
                <a:lnTo>
                  <a:pt x="50212" y="38441"/>
                </a:lnTo>
                <a:lnTo>
                  <a:pt x="49010" y="40380"/>
                </a:lnTo>
                <a:lnTo>
                  <a:pt x="50586" y="43827"/>
                </a:lnTo>
                <a:lnTo>
                  <a:pt x="48930" y="45483"/>
                </a:lnTo>
                <a:lnTo>
                  <a:pt x="44825" y="43850"/>
                </a:lnTo>
                <a:lnTo>
                  <a:pt x="43816" y="45369"/>
                </a:lnTo>
                <a:lnTo>
                  <a:pt x="44871" y="49871"/>
                </a:lnTo>
                <a:lnTo>
                  <a:pt x="42773" y="50869"/>
                </a:lnTo>
                <a:lnTo>
                  <a:pt x="40346" y="49599"/>
                </a:lnTo>
                <a:lnTo>
                  <a:pt x="38804" y="50166"/>
                </a:lnTo>
                <a:lnTo>
                  <a:pt x="38078" y="51254"/>
                </a:lnTo>
                <a:lnTo>
                  <a:pt x="39711" y="54702"/>
                </a:lnTo>
                <a:lnTo>
                  <a:pt x="38282" y="56119"/>
                </a:lnTo>
                <a:lnTo>
                  <a:pt x="34155" y="55575"/>
                </a:lnTo>
                <a:lnTo>
                  <a:pt x="31558" y="55700"/>
                </a:lnTo>
                <a:lnTo>
                  <a:pt x="29721" y="55586"/>
                </a:lnTo>
                <a:lnTo>
                  <a:pt x="25185" y="55643"/>
                </a:lnTo>
                <a:lnTo>
                  <a:pt x="19504" y="566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3094166" y="906986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81"/>
                </a:moveTo>
                <a:lnTo>
                  <a:pt x="29630" y="44406"/>
                </a:lnTo>
                <a:lnTo>
                  <a:pt x="25105" y="45381"/>
                </a:lnTo>
                <a:lnTo>
                  <a:pt x="20819" y="44678"/>
                </a:lnTo>
                <a:lnTo>
                  <a:pt x="16158" y="44678"/>
                </a:lnTo>
                <a:lnTo>
                  <a:pt x="13210" y="45199"/>
                </a:lnTo>
                <a:lnTo>
                  <a:pt x="11361" y="44394"/>
                </a:lnTo>
                <a:lnTo>
                  <a:pt x="12575" y="39824"/>
                </a:lnTo>
                <a:lnTo>
                  <a:pt x="12031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5" y="38656"/>
                </a:lnTo>
                <a:lnTo>
                  <a:pt x="7359" y="34552"/>
                </a:lnTo>
                <a:lnTo>
                  <a:pt x="5952" y="33157"/>
                </a:lnTo>
                <a:lnTo>
                  <a:pt x="1530" y="34540"/>
                </a:lnTo>
                <a:lnTo>
                  <a:pt x="22" y="31535"/>
                </a:lnTo>
                <a:lnTo>
                  <a:pt x="1156" y="25491"/>
                </a:lnTo>
                <a:lnTo>
                  <a:pt x="1156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60" y="12700"/>
                </a:lnTo>
                <a:lnTo>
                  <a:pt x="6599" y="12020"/>
                </a:lnTo>
                <a:lnTo>
                  <a:pt x="7313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3" y="7302"/>
                </a:lnTo>
                <a:lnTo>
                  <a:pt x="12031" y="6577"/>
                </a:lnTo>
                <a:lnTo>
                  <a:pt x="12563" y="5976"/>
                </a:lnTo>
                <a:lnTo>
                  <a:pt x="11361" y="1417"/>
                </a:lnTo>
                <a:lnTo>
                  <a:pt x="14525" y="45"/>
                </a:lnTo>
                <a:lnTo>
                  <a:pt x="20173" y="1134"/>
                </a:lnTo>
                <a:lnTo>
                  <a:pt x="25514" y="1134"/>
                </a:lnTo>
                <a:lnTo>
                  <a:pt x="31546" y="0"/>
                </a:lnTo>
                <a:lnTo>
                  <a:pt x="34563" y="1508"/>
                </a:lnTo>
                <a:lnTo>
                  <a:pt x="33168" y="5941"/>
                </a:lnTo>
                <a:lnTo>
                  <a:pt x="34563" y="7336"/>
                </a:lnTo>
                <a:lnTo>
                  <a:pt x="38679" y="5703"/>
                </a:lnTo>
                <a:lnTo>
                  <a:pt x="40085" y="7835"/>
                </a:lnTo>
                <a:lnTo>
                  <a:pt x="38566" y="10647"/>
                </a:lnTo>
                <a:lnTo>
                  <a:pt x="39246" y="12020"/>
                </a:lnTo>
                <a:lnTo>
                  <a:pt x="40335" y="12745"/>
                </a:lnTo>
                <a:lnTo>
                  <a:pt x="43782" y="11112"/>
                </a:lnTo>
                <a:lnTo>
                  <a:pt x="45585" y="12927"/>
                </a:lnTo>
                <a:lnTo>
                  <a:pt x="43884" y="16329"/>
                </a:lnTo>
                <a:lnTo>
                  <a:pt x="44666" y="17463"/>
                </a:lnTo>
                <a:lnTo>
                  <a:pt x="44020" y="20933"/>
                </a:lnTo>
                <a:lnTo>
                  <a:pt x="45528" y="24935"/>
                </a:lnTo>
                <a:lnTo>
                  <a:pt x="44428" y="29313"/>
                </a:lnTo>
                <a:lnTo>
                  <a:pt x="45335" y="33123"/>
                </a:lnTo>
                <a:lnTo>
                  <a:pt x="43770" y="34699"/>
                </a:lnTo>
                <a:lnTo>
                  <a:pt x="40312" y="33066"/>
                </a:lnTo>
                <a:lnTo>
                  <a:pt x="39234" y="33792"/>
                </a:lnTo>
                <a:lnTo>
                  <a:pt x="38577" y="35209"/>
                </a:lnTo>
                <a:lnTo>
                  <a:pt x="40039" y="37919"/>
                </a:lnTo>
                <a:lnTo>
                  <a:pt x="38712" y="40074"/>
                </a:lnTo>
                <a:lnTo>
                  <a:pt x="34517" y="38509"/>
                </a:lnTo>
                <a:lnTo>
                  <a:pt x="33043" y="39995"/>
                </a:lnTo>
                <a:lnTo>
                  <a:pt x="34664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99330" y="90801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89" y="23960"/>
                </a:moveTo>
                <a:lnTo>
                  <a:pt x="7540" y="23937"/>
                </a:lnTo>
                <a:lnTo>
                  <a:pt x="6338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98" y="17394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9005" y="2868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2463" y="6327"/>
                </a:lnTo>
                <a:lnTo>
                  <a:pt x="23949" y="7540"/>
                </a:lnTo>
                <a:lnTo>
                  <a:pt x="23960" y="17678"/>
                </a:lnTo>
                <a:lnTo>
                  <a:pt x="22690" y="19016"/>
                </a:lnTo>
                <a:lnTo>
                  <a:pt x="19163" y="17383"/>
                </a:lnTo>
                <a:lnTo>
                  <a:pt x="18109" y="18109"/>
                </a:lnTo>
                <a:lnTo>
                  <a:pt x="17395" y="19164"/>
                </a:lnTo>
                <a:lnTo>
                  <a:pt x="19016" y="22690"/>
                </a:lnTo>
                <a:lnTo>
                  <a:pt x="17689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4" name="object 11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362645" y="9217445"/>
            <a:ext cx="78028" cy="77506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2920023" y="9222208"/>
            <a:ext cx="67527" cy="67618"/>
          </a:xfrm>
          <a:prstGeom prst="rect">
            <a:avLst/>
          </a:prstGeom>
        </p:spPr>
      </p:pic>
      <p:sp>
        <p:nvSpPr>
          <p:cNvPr id="116" name="object 116"/>
          <p:cNvSpPr/>
          <p:nvPr/>
        </p:nvSpPr>
        <p:spPr>
          <a:xfrm>
            <a:off x="7053005" y="923316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34"/>
                </a:moveTo>
                <a:lnTo>
                  <a:pt x="5102" y="44076"/>
                </a:lnTo>
                <a:lnTo>
                  <a:pt x="6633" y="40062"/>
                </a:lnTo>
                <a:lnTo>
                  <a:pt x="5953" y="39223"/>
                </a:lnTo>
                <a:lnTo>
                  <a:pt x="4864" y="38497"/>
                </a:lnTo>
                <a:lnTo>
                  <a:pt x="1417" y="40130"/>
                </a:lnTo>
                <a:lnTo>
                  <a:pt x="0" y="38713"/>
                </a:lnTo>
                <a:lnTo>
                  <a:pt x="555" y="34574"/>
                </a:lnTo>
                <a:lnTo>
                  <a:pt x="360" y="26983"/>
                </a:lnTo>
                <a:lnTo>
                  <a:pt x="596" y="13362"/>
                </a:lnTo>
                <a:lnTo>
                  <a:pt x="510" y="6565"/>
                </a:lnTo>
                <a:lnTo>
                  <a:pt x="5953" y="6565"/>
                </a:lnTo>
                <a:lnTo>
                  <a:pt x="6474" y="5987"/>
                </a:lnTo>
                <a:lnTo>
                  <a:pt x="5306" y="1394"/>
                </a:lnTo>
                <a:lnTo>
                  <a:pt x="7325" y="544"/>
                </a:lnTo>
                <a:lnTo>
                  <a:pt x="9910" y="1292"/>
                </a:lnTo>
                <a:lnTo>
                  <a:pt x="16261" y="578"/>
                </a:lnTo>
                <a:lnTo>
                  <a:pt x="22872" y="544"/>
                </a:lnTo>
                <a:lnTo>
                  <a:pt x="29358" y="1315"/>
                </a:lnTo>
                <a:lnTo>
                  <a:pt x="37692" y="0"/>
                </a:lnTo>
                <a:lnTo>
                  <a:pt x="39495" y="2211"/>
                </a:lnTo>
                <a:lnTo>
                  <a:pt x="37897" y="5340"/>
                </a:lnTo>
                <a:lnTo>
                  <a:pt x="38611" y="6565"/>
                </a:lnTo>
                <a:lnTo>
                  <a:pt x="44054" y="6565"/>
                </a:lnTo>
                <a:lnTo>
                  <a:pt x="44054" y="35130"/>
                </a:lnTo>
                <a:lnTo>
                  <a:pt x="44553" y="37998"/>
                </a:lnTo>
                <a:lnTo>
                  <a:pt x="43793" y="39870"/>
                </a:lnTo>
                <a:lnTo>
                  <a:pt x="39178" y="38713"/>
                </a:lnTo>
                <a:lnTo>
                  <a:pt x="38611" y="39223"/>
                </a:lnTo>
                <a:lnTo>
                  <a:pt x="37885" y="40312"/>
                </a:lnTo>
                <a:lnTo>
                  <a:pt x="39518" y="43759"/>
                </a:lnTo>
                <a:lnTo>
                  <a:pt x="38089" y="45176"/>
                </a:lnTo>
                <a:lnTo>
                  <a:pt x="33962" y="44632"/>
                </a:lnTo>
                <a:lnTo>
                  <a:pt x="31354" y="44757"/>
                </a:lnTo>
                <a:lnTo>
                  <a:pt x="29528" y="44598"/>
                </a:lnTo>
                <a:lnTo>
                  <a:pt x="27725" y="44666"/>
                </a:lnTo>
                <a:lnTo>
                  <a:pt x="14707" y="44666"/>
                </a:lnTo>
                <a:lnTo>
                  <a:pt x="7620" y="458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3262866" y="92385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89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2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79" y="19628"/>
                </a:lnTo>
                <a:lnTo>
                  <a:pt x="1179" y="6610"/>
                </a:lnTo>
                <a:lnTo>
                  <a:pt x="2268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11"/>
                </a:lnTo>
                <a:lnTo>
                  <a:pt x="29120" y="7257"/>
                </a:lnTo>
                <a:lnTo>
                  <a:pt x="33338" y="5806"/>
                </a:lnTo>
                <a:lnTo>
                  <a:pt x="34358" y="7506"/>
                </a:lnTo>
                <a:lnTo>
                  <a:pt x="33814" y="10976"/>
                </a:lnTo>
                <a:lnTo>
                  <a:pt x="33814" y="19628"/>
                </a:lnTo>
                <a:lnTo>
                  <a:pt x="34983" y="26716"/>
                </a:lnTo>
                <a:lnTo>
                  <a:pt x="33213" y="29233"/>
                </a:lnTo>
                <a:lnTo>
                  <a:pt x="29199" y="27702"/>
                </a:lnTo>
                <a:lnTo>
                  <a:pt x="28371" y="28383"/>
                </a:lnTo>
                <a:lnTo>
                  <a:pt x="27725" y="29131"/>
                </a:lnTo>
                <a:lnTo>
                  <a:pt x="29176" y="33338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89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8" name="object 118"/>
          <p:cNvGrpSpPr/>
          <p:nvPr/>
        </p:nvGrpSpPr>
        <p:grpSpPr>
          <a:xfrm>
            <a:off x="7188434" y="7899551"/>
            <a:ext cx="5973445" cy="2387600"/>
            <a:chOff x="7188434" y="7899551"/>
            <a:chExt cx="5973445" cy="2387600"/>
          </a:xfrm>
        </p:grpSpPr>
        <p:pic>
          <p:nvPicPr>
            <p:cNvPr id="119" name="object 11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745813" y="9374907"/>
              <a:ext cx="89310" cy="8885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188434" y="7899551"/>
              <a:ext cx="5973271" cy="2387447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199660" y="9380294"/>
              <a:ext cx="77880" cy="77971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3083950" y="9386213"/>
              <a:ext cx="66234" cy="66643"/>
            </a:xfrm>
            <a:prstGeom prst="rect">
              <a:avLst/>
            </a:prstGeom>
          </p:spPr>
        </p:pic>
      </p:grpSp>
      <p:sp>
        <p:nvSpPr>
          <p:cNvPr id="123" name="object 123"/>
          <p:cNvSpPr/>
          <p:nvPr/>
        </p:nvSpPr>
        <p:spPr>
          <a:xfrm>
            <a:off x="6888443" y="93968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9"/>
                </a:moveTo>
                <a:lnTo>
                  <a:pt x="17258" y="43657"/>
                </a:lnTo>
                <a:lnTo>
                  <a:pt x="18789" y="39631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68" y="28587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4" y="15059"/>
                </a:lnTo>
                <a:lnTo>
                  <a:pt x="5443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5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7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7" y="10534"/>
                </a:lnTo>
                <a:lnTo>
                  <a:pt x="40607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6" y="44735"/>
                </a:lnTo>
                <a:lnTo>
                  <a:pt x="19118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3432756" y="94084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5" name="object 12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357802" y="9538028"/>
            <a:ext cx="88313" cy="88845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2909546" y="9537881"/>
            <a:ext cx="88301" cy="89367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041585" y="9548948"/>
            <a:ext cx="67436" cy="67414"/>
          </a:xfrm>
          <a:prstGeom prst="rect">
            <a:avLst/>
          </a:prstGeom>
        </p:spPr>
      </p:pic>
      <p:sp>
        <p:nvSpPr>
          <p:cNvPr id="128" name="object 128"/>
          <p:cNvSpPr/>
          <p:nvPr/>
        </p:nvSpPr>
        <p:spPr>
          <a:xfrm>
            <a:off x="13252468" y="9554335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492" y="56561"/>
                </a:moveTo>
                <a:lnTo>
                  <a:pt x="16329" y="55212"/>
                </a:lnTo>
                <a:lnTo>
                  <a:pt x="17599" y="50631"/>
                </a:lnTo>
                <a:lnTo>
                  <a:pt x="16102" y="49145"/>
                </a:lnTo>
                <a:lnTo>
                  <a:pt x="12530" y="50948"/>
                </a:lnTo>
                <a:lnTo>
                  <a:pt x="10659" y="49202"/>
                </a:lnTo>
                <a:lnTo>
                  <a:pt x="12473" y="45517"/>
                </a:lnTo>
                <a:lnTo>
                  <a:pt x="10828" y="43861"/>
                </a:lnTo>
                <a:lnTo>
                  <a:pt x="6712" y="45494"/>
                </a:lnTo>
                <a:lnTo>
                  <a:pt x="5307" y="43373"/>
                </a:lnTo>
                <a:lnTo>
                  <a:pt x="6815" y="40550"/>
                </a:lnTo>
                <a:lnTo>
                  <a:pt x="6146" y="39189"/>
                </a:lnTo>
                <a:lnTo>
                  <a:pt x="5057" y="38463"/>
                </a:lnTo>
                <a:lnTo>
                  <a:pt x="1609" y="40096"/>
                </a:lnTo>
                <a:lnTo>
                  <a:pt x="0" y="38486"/>
                </a:lnTo>
                <a:lnTo>
                  <a:pt x="1009" y="34744"/>
                </a:lnTo>
                <a:lnTo>
                  <a:pt x="11" y="31467"/>
                </a:lnTo>
                <a:lnTo>
                  <a:pt x="124" y="25185"/>
                </a:lnTo>
                <a:lnTo>
                  <a:pt x="941" y="21896"/>
                </a:lnTo>
                <a:lnTo>
                  <a:pt x="33" y="18086"/>
                </a:lnTo>
                <a:lnTo>
                  <a:pt x="1610" y="16510"/>
                </a:lnTo>
                <a:lnTo>
                  <a:pt x="5069" y="18143"/>
                </a:lnTo>
                <a:lnTo>
                  <a:pt x="6146" y="17417"/>
                </a:lnTo>
                <a:lnTo>
                  <a:pt x="6872" y="16328"/>
                </a:lnTo>
                <a:lnTo>
                  <a:pt x="5238" y="12881"/>
                </a:lnTo>
                <a:lnTo>
                  <a:pt x="7053" y="11067"/>
                </a:lnTo>
                <a:lnTo>
                  <a:pt x="10682" y="12881"/>
                </a:lnTo>
                <a:lnTo>
                  <a:pt x="12484" y="11067"/>
                </a:lnTo>
                <a:lnTo>
                  <a:pt x="10681" y="7438"/>
                </a:lnTo>
                <a:lnTo>
                  <a:pt x="12484" y="5624"/>
                </a:lnTo>
                <a:lnTo>
                  <a:pt x="15942" y="7257"/>
                </a:lnTo>
                <a:lnTo>
                  <a:pt x="17020" y="6531"/>
                </a:lnTo>
                <a:lnTo>
                  <a:pt x="17667" y="5783"/>
                </a:lnTo>
                <a:lnTo>
                  <a:pt x="16215" y="1576"/>
                </a:lnTo>
                <a:lnTo>
                  <a:pt x="18812" y="0"/>
                </a:lnTo>
                <a:lnTo>
                  <a:pt x="25740" y="963"/>
                </a:lnTo>
                <a:lnTo>
                  <a:pt x="29448" y="1179"/>
                </a:lnTo>
                <a:lnTo>
                  <a:pt x="37953" y="56"/>
                </a:lnTo>
                <a:lnTo>
                  <a:pt x="39677" y="2177"/>
                </a:lnTo>
                <a:lnTo>
                  <a:pt x="38089" y="5306"/>
                </a:lnTo>
                <a:lnTo>
                  <a:pt x="38793" y="6531"/>
                </a:lnTo>
                <a:lnTo>
                  <a:pt x="40142" y="7211"/>
                </a:lnTo>
                <a:lnTo>
                  <a:pt x="42999" y="5692"/>
                </a:lnTo>
                <a:lnTo>
                  <a:pt x="45109" y="7132"/>
                </a:lnTo>
                <a:lnTo>
                  <a:pt x="43464" y="11203"/>
                </a:lnTo>
                <a:lnTo>
                  <a:pt x="44984" y="12734"/>
                </a:lnTo>
                <a:lnTo>
                  <a:pt x="49100" y="11101"/>
                </a:lnTo>
                <a:lnTo>
                  <a:pt x="50449" y="13153"/>
                </a:lnTo>
                <a:lnTo>
                  <a:pt x="48760" y="16340"/>
                </a:lnTo>
                <a:lnTo>
                  <a:pt x="50438" y="18335"/>
                </a:lnTo>
                <a:lnTo>
                  <a:pt x="54248" y="16555"/>
                </a:lnTo>
                <a:lnTo>
                  <a:pt x="56017" y="18324"/>
                </a:lnTo>
                <a:lnTo>
                  <a:pt x="54316" y="21726"/>
                </a:lnTo>
                <a:lnTo>
                  <a:pt x="55098" y="22860"/>
                </a:lnTo>
                <a:lnTo>
                  <a:pt x="54429" y="26330"/>
                </a:lnTo>
                <a:lnTo>
                  <a:pt x="55949" y="30333"/>
                </a:lnTo>
                <a:lnTo>
                  <a:pt x="54860" y="34710"/>
                </a:lnTo>
                <a:lnTo>
                  <a:pt x="55768" y="38531"/>
                </a:lnTo>
                <a:lnTo>
                  <a:pt x="54372" y="39903"/>
                </a:lnTo>
                <a:lnTo>
                  <a:pt x="50166" y="38350"/>
                </a:lnTo>
                <a:lnTo>
                  <a:pt x="48975" y="40289"/>
                </a:lnTo>
                <a:lnTo>
                  <a:pt x="50540" y="43736"/>
                </a:lnTo>
                <a:lnTo>
                  <a:pt x="48895" y="45381"/>
                </a:lnTo>
                <a:lnTo>
                  <a:pt x="44791" y="43748"/>
                </a:lnTo>
                <a:lnTo>
                  <a:pt x="43793" y="45278"/>
                </a:lnTo>
                <a:lnTo>
                  <a:pt x="44847" y="49769"/>
                </a:lnTo>
                <a:lnTo>
                  <a:pt x="42750" y="50767"/>
                </a:lnTo>
                <a:lnTo>
                  <a:pt x="40312" y="49497"/>
                </a:lnTo>
                <a:lnTo>
                  <a:pt x="38781" y="50064"/>
                </a:lnTo>
                <a:lnTo>
                  <a:pt x="38067" y="51152"/>
                </a:lnTo>
                <a:lnTo>
                  <a:pt x="39688" y="54600"/>
                </a:lnTo>
                <a:lnTo>
                  <a:pt x="38259" y="56017"/>
                </a:lnTo>
                <a:lnTo>
                  <a:pt x="34132" y="55461"/>
                </a:lnTo>
                <a:lnTo>
                  <a:pt x="31535" y="55597"/>
                </a:lnTo>
                <a:lnTo>
                  <a:pt x="29709" y="55484"/>
                </a:lnTo>
                <a:lnTo>
                  <a:pt x="25173" y="55541"/>
                </a:lnTo>
                <a:lnTo>
                  <a:pt x="19492" y="56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737819" y="957175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0" name="object 130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3078383" y="9706683"/>
            <a:ext cx="77482" cy="78402"/>
          </a:xfrm>
          <a:prstGeom prst="rect">
            <a:avLst/>
          </a:prstGeom>
        </p:spPr>
      </p:pic>
      <p:pic>
        <p:nvPicPr>
          <p:cNvPr id="131" name="object 131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7194319" y="9701206"/>
            <a:ext cx="88528" cy="88970"/>
          </a:xfrm>
          <a:prstGeom prst="rect">
            <a:avLst/>
          </a:prstGeom>
        </p:spPr>
      </p:pic>
      <p:sp>
        <p:nvSpPr>
          <p:cNvPr id="132" name="object 132"/>
          <p:cNvSpPr/>
          <p:nvPr/>
        </p:nvSpPr>
        <p:spPr>
          <a:xfrm>
            <a:off x="6884066" y="971773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24947" y="986"/>
                </a:moveTo>
                <a:lnTo>
                  <a:pt x="17025" y="986"/>
                </a:lnTo>
                <a:lnTo>
                  <a:pt x="19833" y="0"/>
                </a:lnTo>
                <a:lnTo>
                  <a:pt x="24947" y="986"/>
                </a:lnTo>
                <a:close/>
              </a:path>
              <a:path w="56515" h="56515">
                <a:moveTo>
                  <a:pt x="38815" y="986"/>
                </a:moveTo>
                <a:lnTo>
                  <a:pt x="31161" y="986"/>
                </a:lnTo>
                <a:lnTo>
                  <a:pt x="35708" y="170"/>
                </a:lnTo>
                <a:lnTo>
                  <a:pt x="38815" y="986"/>
                </a:lnTo>
                <a:close/>
              </a:path>
              <a:path w="56515" h="56515">
                <a:moveTo>
                  <a:pt x="50268" y="17860"/>
                </a:moveTo>
                <a:lnTo>
                  <a:pt x="5920" y="17860"/>
                </a:lnTo>
                <a:lnTo>
                  <a:pt x="7472" y="14242"/>
                </a:lnTo>
                <a:lnTo>
                  <a:pt x="5148" y="9616"/>
                </a:lnTo>
                <a:lnTo>
                  <a:pt x="6168" y="6384"/>
                </a:lnTo>
                <a:lnTo>
                  <a:pt x="17073" y="6384"/>
                </a:lnTo>
                <a:lnTo>
                  <a:pt x="17492" y="5874"/>
                </a:lnTo>
                <a:lnTo>
                  <a:pt x="16434" y="986"/>
                </a:lnTo>
                <a:lnTo>
                  <a:pt x="39338" y="986"/>
                </a:lnTo>
                <a:lnTo>
                  <a:pt x="38406" y="5874"/>
                </a:lnTo>
                <a:lnTo>
                  <a:pt x="38271" y="5874"/>
                </a:lnTo>
                <a:lnTo>
                  <a:pt x="39337" y="6940"/>
                </a:lnTo>
                <a:lnTo>
                  <a:pt x="50283" y="6940"/>
                </a:lnTo>
                <a:lnTo>
                  <a:pt x="50597" y="7223"/>
                </a:lnTo>
                <a:lnTo>
                  <a:pt x="48975" y="10863"/>
                </a:lnTo>
                <a:lnTo>
                  <a:pt x="49701" y="11861"/>
                </a:lnTo>
                <a:lnTo>
                  <a:pt x="50416" y="12949"/>
                </a:lnTo>
                <a:lnTo>
                  <a:pt x="48794" y="16397"/>
                </a:lnTo>
                <a:lnTo>
                  <a:pt x="50268" y="17860"/>
                </a:lnTo>
                <a:close/>
              </a:path>
              <a:path w="56515" h="56515">
                <a:moveTo>
                  <a:pt x="50283" y="6940"/>
                </a:moveTo>
                <a:lnTo>
                  <a:pt x="39337" y="6940"/>
                </a:lnTo>
                <a:lnTo>
                  <a:pt x="43464" y="6384"/>
                </a:lnTo>
                <a:lnTo>
                  <a:pt x="45666" y="6384"/>
                </a:lnTo>
                <a:lnTo>
                  <a:pt x="49100" y="5874"/>
                </a:lnTo>
                <a:lnTo>
                  <a:pt x="50283" y="6940"/>
                </a:lnTo>
                <a:close/>
              </a:path>
              <a:path w="56515" h="56515">
                <a:moveTo>
                  <a:pt x="55380" y="17860"/>
                </a:moveTo>
                <a:lnTo>
                  <a:pt x="50320" y="17860"/>
                </a:lnTo>
                <a:lnTo>
                  <a:pt x="54849" y="16601"/>
                </a:lnTo>
                <a:lnTo>
                  <a:pt x="55380" y="17860"/>
                </a:lnTo>
                <a:close/>
              </a:path>
              <a:path w="56515" h="56515">
                <a:moveTo>
                  <a:pt x="1765" y="39915"/>
                </a:moveTo>
                <a:lnTo>
                  <a:pt x="1553" y="39915"/>
                </a:lnTo>
                <a:lnTo>
                  <a:pt x="703" y="39065"/>
                </a:lnTo>
                <a:lnTo>
                  <a:pt x="58" y="38350"/>
                </a:lnTo>
                <a:lnTo>
                  <a:pt x="952" y="34597"/>
                </a:lnTo>
                <a:lnTo>
                  <a:pt x="0" y="30753"/>
                </a:lnTo>
                <a:lnTo>
                  <a:pt x="396" y="25707"/>
                </a:lnTo>
                <a:lnTo>
                  <a:pt x="714" y="22747"/>
                </a:lnTo>
                <a:lnTo>
                  <a:pt x="805" y="21897"/>
                </a:lnTo>
                <a:lnTo>
                  <a:pt x="158" y="17860"/>
                </a:lnTo>
                <a:lnTo>
                  <a:pt x="1281" y="16737"/>
                </a:lnTo>
                <a:lnTo>
                  <a:pt x="5366" y="17860"/>
                </a:lnTo>
                <a:lnTo>
                  <a:pt x="55380" y="17860"/>
                </a:lnTo>
                <a:lnTo>
                  <a:pt x="56221" y="19787"/>
                </a:lnTo>
                <a:lnTo>
                  <a:pt x="55133" y="25423"/>
                </a:lnTo>
                <a:lnTo>
                  <a:pt x="55206" y="30753"/>
                </a:lnTo>
                <a:lnTo>
                  <a:pt x="56301" y="37398"/>
                </a:lnTo>
                <a:lnTo>
                  <a:pt x="55636" y="38350"/>
                </a:lnTo>
                <a:lnTo>
                  <a:pt x="5068" y="38350"/>
                </a:lnTo>
                <a:lnTo>
                  <a:pt x="1765" y="39915"/>
                </a:lnTo>
                <a:close/>
              </a:path>
              <a:path w="56515" h="56515">
                <a:moveTo>
                  <a:pt x="18275" y="55904"/>
                </a:moveTo>
                <a:lnTo>
                  <a:pt x="18096" y="55904"/>
                </a:lnTo>
                <a:lnTo>
                  <a:pt x="16340" y="55054"/>
                </a:lnTo>
                <a:lnTo>
                  <a:pt x="17536" y="50847"/>
                </a:lnTo>
                <a:lnTo>
                  <a:pt x="17549" y="50518"/>
                </a:lnTo>
                <a:lnTo>
                  <a:pt x="17043" y="49951"/>
                </a:lnTo>
                <a:lnTo>
                  <a:pt x="6157" y="49951"/>
                </a:lnTo>
                <a:lnTo>
                  <a:pt x="6140" y="39065"/>
                </a:lnTo>
                <a:lnTo>
                  <a:pt x="5068" y="38350"/>
                </a:lnTo>
                <a:lnTo>
                  <a:pt x="50570" y="38350"/>
                </a:lnTo>
                <a:lnTo>
                  <a:pt x="49701" y="39065"/>
                </a:lnTo>
                <a:lnTo>
                  <a:pt x="48329" y="41027"/>
                </a:lnTo>
                <a:lnTo>
                  <a:pt x="51481" y="48499"/>
                </a:lnTo>
                <a:lnTo>
                  <a:pt x="50816" y="49044"/>
                </a:lnTo>
                <a:lnTo>
                  <a:pt x="39722" y="49044"/>
                </a:lnTo>
                <a:lnTo>
                  <a:pt x="38248" y="50518"/>
                </a:lnTo>
                <a:lnTo>
                  <a:pt x="39480" y="55054"/>
                </a:lnTo>
                <a:lnTo>
                  <a:pt x="39630" y="55054"/>
                </a:lnTo>
                <a:lnTo>
                  <a:pt x="38823" y="55394"/>
                </a:lnTo>
                <a:lnTo>
                  <a:pt x="21239" y="55394"/>
                </a:lnTo>
                <a:lnTo>
                  <a:pt x="18275" y="55904"/>
                </a:lnTo>
                <a:close/>
              </a:path>
              <a:path w="56515" h="56515">
                <a:moveTo>
                  <a:pt x="54543" y="39915"/>
                </a:moveTo>
                <a:lnTo>
                  <a:pt x="50439" y="38350"/>
                </a:lnTo>
                <a:lnTo>
                  <a:pt x="55636" y="38350"/>
                </a:lnTo>
                <a:lnTo>
                  <a:pt x="54543" y="39915"/>
                </a:lnTo>
                <a:close/>
              </a:path>
              <a:path w="56515" h="56515">
                <a:moveTo>
                  <a:pt x="43408" y="50518"/>
                </a:moveTo>
                <a:lnTo>
                  <a:pt x="42834" y="50518"/>
                </a:lnTo>
                <a:lnTo>
                  <a:pt x="39722" y="49044"/>
                </a:lnTo>
                <a:lnTo>
                  <a:pt x="50816" y="49044"/>
                </a:lnTo>
                <a:lnTo>
                  <a:pt x="50580" y="49237"/>
                </a:lnTo>
                <a:lnTo>
                  <a:pt x="45483" y="49237"/>
                </a:lnTo>
                <a:lnTo>
                  <a:pt x="44258" y="49951"/>
                </a:lnTo>
                <a:lnTo>
                  <a:pt x="43408" y="50518"/>
                </a:lnTo>
                <a:close/>
              </a:path>
              <a:path w="56515" h="56515">
                <a:moveTo>
                  <a:pt x="48613" y="50847"/>
                </a:moveTo>
                <a:lnTo>
                  <a:pt x="45483" y="49237"/>
                </a:lnTo>
                <a:lnTo>
                  <a:pt x="50580" y="49237"/>
                </a:lnTo>
                <a:lnTo>
                  <a:pt x="48613" y="50847"/>
                </a:lnTo>
                <a:close/>
              </a:path>
              <a:path w="56515" h="56515">
                <a:moveTo>
                  <a:pt x="37613" y="55904"/>
                </a:moveTo>
                <a:lnTo>
                  <a:pt x="34710" y="55394"/>
                </a:lnTo>
                <a:lnTo>
                  <a:pt x="38823" y="55394"/>
                </a:lnTo>
                <a:lnTo>
                  <a:pt x="37613" y="55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3420737" y="972303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70"/>
                </a:moveTo>
                <a:lnTo>
                  <a:pt x="29630" y="44394"/>
                </a:lnTo>
                <a:lnTo>
                  <a:pt x="25106" y="45370"/>
                </a:lnTo>
                <a:lnTo>
                  <a:pt x="20820" y="44666"/>
                </a:lnTo>
                <a:lnTo>
                  <a:pt x="16170" y="44666"/>
                </a:lnTo>
                <a:lnTo>
                  <a:pt x="13222" y="45177"/>
                </a:lnTo>
                <a:lnTo>
                  <a:pt x="11362" y="44372"/>
                </a:lnTo>
                <a:lnTo>
                  <a:pt x="12575" y="39813"/>
                </a:lnTo>
                <a:lnTo>
                  <a:pt x="12042" y="39224"/>
                </a:lnTo>
                <a:lnTo>
                  <a:pt x="10671" y="38554"/>
                </a:lnTo>
                <a:lnTo>
                  <a:pt x="7847" y="40063"/>
                </a:lnTo>
                <a:lnTo>
                  <a:pt x="5726" y="38645"/>
                </a:lnTo>
                <a:lnTo>
                  <a:pt x="7359" y="34540"/>
                </a:lnTo>
                <a:lnTo>
                  <a:pt x="5964" y="33146"/>
                </a:lnTo>
                <a:lnTo>
                  <a:pt x="1542" y="34529"/>
                </a:lnTo>
                <a:lnTo>
                  <a:pt x="34" y="31524"/>
                </a:lnTo>
                <a:lnTo>
                  <a:pt x="1168" y="25469"/>
                </a:lnTo>
                <a:lnTo>
                  <a:pt x="1168" y="20763"/>
                </a:lnTo>
                <a:lnTo>
                  <a:pt x="0" y="13675"/>
                </a:lnTo>
                <a:lnTo>
                  <a:pt x="1757" y="11158"/>
                </a:lnTo>
                <a:lnTo>
                  <a:pt x="5772" y="12700"/>
                </a:lnTo>
                <a:lnTo>
                  <a:pt x="6600" y="12008"/>
                </a:lnTo>
                <a:lnTo>
                  <a:pt x="7326" y="10920"/>
                </a:lnTo>
                <a:lnTo>
                  <a:pt x="5692" y="7484"/>
                </a:lnTo>
                <a:lnTo>
                  <a:pt x="7507" y="5669"/>
                </a:lnTo>
                <a:lnTo>
                  <a:pt x="10954" y="7291"/>
                </a:lnTo>
                <a:lnTo>
                  <a:pt x="12042" y="6576"/>
                </a:lnTo>
                <a:lnTo>
                  <a:pt x="12575" y="5976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4"/>
                </a:lnTo>
                <a:lnTo>
                  <a:pt x="25514" y="1134"/>
                </a:lnTo>
                <a:lnTo>
                  <a:pt x="31547" y="0"/>
                </a:lnTo>
                <a:lnTo>
                  <a:pt x="34563" y="1508"/>
                </a:lnTo>
                <a:lnTo>
                  <a:pt x="33180" y="5941"/>
                </a:lnTo>
                <a:lnTo>
                  <a:pt x="34563" y="7336"/>
                </a:lnTo>
                <a:lnTo>
                  <a:pt x="38680" y="5703"/>
                </a:lnTo>
                <a:lnTo>
                  <a:pt x="40086" y="7824"/>
                </a:lnTo>
                <a:lnTo>
                  <a:pt x="38577" y="10647"/>
                </a:lnTo>
                <a:lnTo>
                  <a:pt x="39247" y="12008"/>
                </a:lnTo>
                <a:lnTo>
                  <a:pt x="40335" y="12734"/>
                </a:lnTo>
                <a:lnTo>
                  <a:pt x="43783" y="11101"/>
                </a:lnTo>
                <a:lnTo>
                  <a:pt x="45596" y="12915"/>
                </a:lnTo>
                <a:lnTo>
                  <a:pt x="43896" y="16317"/>
                </a:lnTo>
                <a:lnTo>
                  <a:pt x="44678" y="17451"/>
                </a:lnTo>
                <a:lnTo>
                  <a:pt x="44020" y="20921"/>
                </a:lnTo>
                <a:lnTo>
                  <a:pt x="45528" y="24924"/>
                </a:lnTo>
                <a:lnTo>
                  <a:pt x="44440" y="29301"/>
                </a:lnTo>
                <a:lnTo>
                  <a:pt x="45347" y="33112"/>
                </a:lnTo>
                <a:lnTo>
                  <a:pt x="43770" y="34688"/>
                </a:lnTo>
                <a:lnTo>
                  <a:pt x="40312" y="33055"/>
                </a:lnTo>
                <a:lnTo>
                  <a:pt x="39235" y="33781"/>
                </a:lnTo>
                <a:lnTo>
                  <a:pt x="38589" y="35198"/>
                </a:lnTo>
                <a:lnTo>
                  <a:pt x="40040" y="37908"/>
                </a:lnTo>
                <a:lnTo>
                  <a:pt x="38725" y="40063"/>
                </a:lnTo>
                <a:lnTo>
                  <a:pt x="34517" y="38498"/>
                </a:lnTo>
                <a:lnTo>
                  <a:pt x="33043" y="39983"/>
                </a:lnTo>
                <a:lnTo>
                  <a:pt x="34665" y="44088"/>
                </a:lnTo>
                <a:lnTo>
                  <a:pt x="32737" y="45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4" name="object 134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036074" y="9870609"/>
            <a:ext cx="78016" cy="77506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3246560" y="9875417"/>
            <a:ext cx="67538" cy="67606"/>
          </a:xfrm>
          <a:prstGeom prst="rect">
            <a:avLst/>
          </a:prstGeom>
        </p:spPr>
      </p:pic>
      <p:sp>
        <p:nvSpPr>
          <p:cNvPr id="136" name="object 136"/>
          <p:cNvSpPr/>
          <p:nvPr/>
        </p:nvSpPr>
        <p:spPr>
          <a:xfrm>
            <a:off x="6725765" y="988628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66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7" y="44814"/>
                </a:lnTo>
                <a:lnTo>
                  <a:pt x="19300" y="44712"/>
                </a:lnTo>
                <a:lnTo>
                  <a:pt x="16419" y="44712"/>
                </a:lnTo>
                <a:lnTo>
                  <a:pt x="12949" y="45256"/>
                </a:lnTo>
                <a:lnTo>
                  <a:pt x="11248" y="44224"/>
                </a:lnTo>
                <a:lnTo>
                  <a:pt x="12700" y="40017"/>
                </a:lnTo>
                <a:lnTo>
                  <a:pt x="12054" y="39269"/>
                </a:lnTo>
                <a:lnTo>
                  <a:pt x="10681" y="38600"/>
                </a:lnTo>
                <a:lnTo>
                  <a:pt x="7869" y="40108"/>
                </a:lnTo>
                <a:lnTo>
                  <a:pt x="5737" y="38690"/>
                </a:lnTo>
                <a:lnTo>
                  <a:pt x="7370" y="34586"/>
                </a:lnTo>
                <a:lnTo>
                  <a:pt x="5976" y="33191"/>
                </a:lnTo>
                <a:lnTo>
                  <a:pt x="1542" y="34574"/>
                </a:lnTo>
                <a:lnTo>
                  <a:pt x="34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3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42" y="725"/>
                </a:lnTo>
                <a:lnTo>
                  <a:pt x="29392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19" y="12961"/>
                </a:lnTo>
                <a:lnTo>
                  <a:pt x="43986" y="16363"/>
                </a:lnTo>
                <a:lnTo>
                  <a:pt x="44712" y="17497"/>
                </a:lnTo>
                <a:lnTo>
                  <a:pt x="44712" y="29709"/>
                </a:lnTo>
                <a:lnTo>
                  <a:pt x="45222" y="32624"/>
                </a:lnTo>
                <a:lnTo>
                  <a:pt x="44417" y="34517"/>
                </a:lnTo>
                <a:lnTo>
                  <a:pt x="39836" y="33259"/>
                </a:lnTo>
                <a:lnTo>
                  <a:pt x="38611" y="34483"/>
                </a:lnTo>
                <a:lnTo>
                  <a:pt x="40051" y="38861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6" y="39269"/>
                </a:lnTo>
                <a:lnTo>
                  <a:pt x="33100" y="40357"/>
                </a:lnTo>
                <a:lnTo>
                  <a:pt x="34733" y="43804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3596047" y="989833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8" name="object 138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878192" y="10038708"/>
            <a:ext cx="67584" cy="67572"/>
          </a:xfrm>
          <a:prstGeom prst="rect">
            <a:avLst/>
          </a:prstGeom>
        </p:spPr>
      </p:pic>
      <p:sp>
        <p:nvSpPr>
          <p:cNvPr id="139" name="object 139"/>
          <p:cNvSpPr/>
          <p:nvPr/>
        </p:nvSpPr>
        <p:spPr>
          <a:xfrm>
            <a:off x="13415714" y="100443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13" y="55927"/>
                </a:moveTo>
                <a:lnTo>
                  <a:pt x="34699" y="55416"/>
                </a:lnTo>
                <a:lnTo>
                  <a:pt x="21250" y="55416"/>
                </a:lnTo>
                <a:lnTo>
                  <a:pt x="18143" y="55949"/>
                </a:lnTo>
                <a:lnTo>
                  <a:pt x="16340" y="55076"/>
                </a:lnTo>
                <a:lnTo>
                  <a:pt x="17622" y="50609"/>
                </a:lnTo>
                <a:lnTo>
                  <a:pt x="17055" y="49974"/>
                </a:lnTo>
                <a:lnTo>
                  <a:pt x="6157" y="49974"/>
                </a:lnTo>
                <a:lnTo>
                  <a:pt x="6157" y="39087"/>
                </a:lnTo>
                <a:lnTo>
                  <a:pt x="5057" y="38362"/>
                </a:lnTo>
                <a:lnTo>
                  <a:pt x="1620" y="39995"/>
                </a:lnTo>
                <a:lnTo>
                  <a:pt x="45" y="38418"/>
                </a:lnTo>
                <a:lnTo>
                  <a:pt x="952" y="34608"/>
                </a:lnTo>
                <a:lnTo>
                  <a:pt x="0" y="30775"/>
                </a:lnTo>
                <a:lnTo>
                  <a:pt x="804" y="21908"/>
                </a:lnTo>
                <a:lnTo>
                  <a:pt x="158" y="17871"/>
                </a:lnTo>
                <a:lnTo>
                  <a:pt x="1292" y="16748"/>
                </a:lnTo>
                <a:lnTo>
                  <a:pt x="5862" y="17996"/>
                </a:lnTo>
                <a:lnTo>
                  <a:pt x="7461" y="14242"/>
                </a:lnTo>
                <a:lnTo>
                  <a:pt x="5147" y="9627"/>
                </a:lnTo>
                <a:lnTo>
                  <a:pt x="6157" y="6429"/>
                </a:lnTo>
                <a:lnTo>
                  <a:pt x="17043" y="6429"/>
                </a:lnTo>
                <a:lnTo>
                  <a:pt x="17496" y="5907"/>
                </a:lnTo>
                <a:lnTo>
                  <a:pt x="16464" y="1190"/>
                </a:lnTo>
                <a:lnTo>
                  <a:pt x="19821" y="0"/>
                </a:lnTo>
                <a:lnTo>
                  <a:pt x="24935" y="986"/>
                </a:lnTo>
                <a:lnTo>
                  <a:pt x="31150" y="986"/>
                </a:lnTo>
                <a:lnTo>
                  <a:pt x="35708" y="170"/>
                </a:lnTo>
                <a:lnTo>
                  <a:pt x="39315" y="1122"/>
                </a:lnTo>
                <a:lnTo>
                  <a:pt x="38384" y="5987"/>
                </a:lnTo>
                <a:lnTo>
                  <a:pt x="39326" y="6939"/>
                </a:lnTo>
                <a:lnTo>
                  <a:pt x="43453" y="6384"/>
                </a:lnTo>
                <a:lnTo>
                  <a:pt x="45121" y="6474"/>
                </a:lnTo>
                <a:lnTo>
                  <a:pt x="49089" y="5885"/>
                </a:lnTo>
                <a:lnTo>
                  <a:pt x="50586" y="7234"/>
                </a:lnTo>
                <a:lnTo>
                  <a:pt x="48976" y="10863"/>
                </a:lnTo>
                <a:lnTo>
                  <a:pt x="50404" y="12961"/>
                </a:lnTo>
                <a:lnTo>
                  <a:pt x="48783" y="16408"/>
                </a:lnTo>
                <a:lnTo>
                  <a:pt x="50269" y="17893"/>
                </a:lnTo>
                <a:lnTo>
                  <a:pt x="54827" y="16623"/>
                </a:lnTo>
                <a:lnTo>
                  <a:pt x="56210" y="19810"/>
                </a:lnTo>
                <a:lnTo>
                  <a:pt x="55122" y="25446"/>
                </a:lnTo>
                <a:lnTo>
                  <a:pt x="55122" y="30333"/>
                </a:lnTo>
                <a:lnTo>
                  <a:pt x="56290" y="37420"/>
                </a:lnTo>
                <a:lnTo>
                  <a:pt x="54532" y="39938"/>
                </a:lnTo>
                <a:lnTo>
                  <a:pt x="50518" y="38407"/>
                </a:lnTo>
                <a:lnTo>
                  <a:pt x="49690" y="39087"/>
                </a:lnTo>
                <a:lnTo>
                  <a:pt x="48329" y="41049"/>
                </a:lnTo>
                <a:lnTo>
                  <a:pt x="51459" y="48522"/>
                </a:lnTo>
                <a:lnTo>
                  <a:pt x="48601" y="50869"/>
                </a:lnTo>
                <a:lnTo>
                  <a:pt x="45483" y="49270"/>
                </a:lnTo>
                <a:lnTo>
                  <a:pt x="43159" y="50699"/>
                </a:lnTo>
                <a:lnTo>
                  <a:pt x="39711" y="49066"/>
                </a:lnTo>
                <a:lnTo>
                  <a:pt x="38249" y="50541"/>
                </a:lnTo>
                <a:lnTo>
                  <a:pt x="39496" y="55133"/>
                </a:lnTo>
                <a:lnTo>
                  <a:pt x="37613" y="55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574528" y="1006162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1" name="object 14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030597" y="10191384"/>
            <a:ext cx="89344" cy="88823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3241673" y="10196544"/>
            <a:ext cx="77472" cy="78425"/>
          </a:xfrm>
          <a:prstGeom prst="rect">
            <a:avLst/>
          </a:prstGeom>
        </p:spPr>
      </p:pic>
      <p:sp>
        <p:nvSpPr>
          <p:cNvPr id="143" name="object 143"/>
          <p:cNvSpPr/>
          <p:nvPr/>
        </p:nvSpPr>
        <p:spPr>
          <a:xfrm>
            <a:off x="6720787" y="1020749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574"/>
                </a:moveTo>
                <a:lnTo>
                  <a:pt x="16351" y="55225"/>
                </a:lnTo>
                <a:lnTo>
                  <a:pt x="17599" y="50643"/>
                </a:lnTo>
                <a:lnTo>
                  <a:pt x="16113" y="49158"/>
                </a:lnTo>
                <a:lnTo>
                  <a:pt x="12541" y="50972"/>
                </a:lnTo>
                <a:lnTo>
                  <a:pt x="10670" y="49226"/>
                </a:lnTo>
                <a:lnTo>
                  <a:pt x="12484" y="45529"/>
                </a:lnTo>
                <a:lnTo>
                  <a:pt x="10829" y="43873"/>
                </a:lnTo>
                <a:lnTo>
                  <a:pt x="6724" y="45506"/>
                </a:lnTo>
                <a:lnTo>
                  <a:pt x="5306" y="43374"/>
                </a:lnTo>
                <a:lnTo>
                  <a:pt x="6815" y="40562"/>
                </a:lnTo>
                <a:lnTo>
                  <a:pt x="6146" y="39190"/>
                </a:lnTo>
                <a:lnTo>
                  <a:pt x="5057" y="38464"/>
                </a:lnTo>
                <a:lnTo>
                  <a:pt x="1610" y="40097"/>
                </a:lnTo>
                <a:lnTo>
                  <a:pt x="0" y="38487"/>
                </a:lnTo>
                <a:lnTo>
                  <a:pt x="1009" y="34756"/>
                </a:lnTo>
                <a:lnTo>
                  <a:pt x="11" y="31468"/>
                </a:lnTo>
                <a:lnTo>
                  <a:pt x="124" y="25185"/>
                </a:lnTo>
                <a:lnTo>
                  <a:pt x="941" y="21897"/>
                </a:lnTo>
                <a:lnTo>
                  <a:pt x="34" y="18087"/>
                </a:lnTo>
                <a:lnTo>
                  <a:pt x="1610" y="16511"/>
                </a:lnTo>
                <a:lnTo>
                  <a:pt x="5057" y="18143"/>
                </a:lnTo>
                <a:lnTo>
                  <a:pt x="6146" y="17418"/>
                </a:lnTo>
                <a:lnTo>
                  <a:pt x="6871" y="16329"/>
                </a:lnTo>
                <a:lnTo>
                  <a:pt x="5238" y="12882"/>
                </a:lnTo>
                <a:lnTo>
                  <a:pt x="7053" y="11067"/>
                </a:lnTo>
                <a:lnTo>
                  <a:pt x="10681" y="12882"/>
                </a:lnTo>
                <a:lnTo>
                  <a:pt x="12496" y="11067"/>
                </a:lnTo>
                <a:lnTo>
                  <a:pt x="10681" y="7439"/>
                </a:lnTo>
                <a:lnTo>
                  <a:pt x="12496" y="5624"/>
                </a:lnTo>
                <a:lnTo>
                  <a:pt x="15943" y="7257"/>
                </a:lnTo>
                <a:lnTo>
                  <a:pt x="17032" y="6531"/>
                </a:lnTo>
                <a:lnTo>
                  <a:pt x="17678" y="5783"/>
                </a:lnTo>
                <a:lnTo>
                  <a:pt x="16227" y="1576"/>
                </a:lnTo>
                <a:lnTo>
                  <a:pt x="18823" y="0"/>
                </a:lnTo>
                <a:lnTo>
                  <a:pt x="25752" y="964"/>
                </a:lnTo>
                <a:lnTo>
                  <a:pt x="29449" y="1179"/>
                </a:lnTo>
                <a:lnTo>
                  <a:pt x="37965" y="56"/>
                </a:lnTo>
                <a:lnTo>
                  <a:pt x="39700" y="2177"/>
                </a:lnTo>
                <a:lnTo>
                  <a:pt x="38101" y="5307"/>
                </a:lnTo>
                <a:lnTo>
                  <a:pt x="38804" y="6531"/>
                </a:lnTo>
                <a:lnTo>
                  <a:pt x="40165" y="7212"/>
                </a:lnTo>
                <a:lnTo>
                  <a:pt x="43011" y="5692"/>
                </a:lnTo>
                <a:lnTo>
                  <a:pt x="45131" y="7132"/>
                </a:lnTo>
                <a:lnTo>
                  <a:pt x="43476" y="11203"/>
                </a:lnTo>
                <a:lnTo>
                  <a:pt x="45007" y="12734"/>
                </a:lnTo>
                <a:lnTo>
                  <a:pt x="49111" y="11101"/>
                </a:lnTo>
                <a:lnTo>
                  <a:pt x="50472" y="13154"/>
                </a:lnTo>
                <a:lnTo>
                  <a:pt x="48783" y="16340"/>
                </a:lnTo>
                <a:lnTo>
                  <a:pt x="50461" y="18336"/>
                </a:lnTo>
                <a:lnTo>
                  <a:pt x="54271" y="16556"/>
                </a:lnTo>
                <a:lnTo>
                  <a:pt x="56040" y="18325"/>
                </a:lnTo>
                <a:lnTo>
                  <a:pt x="54407" y="21727"/>
                </a:lnTo>
                <a:lnTo>
                  <a:pt x="55133" y="22861"/>
                </a:lnTo>
                <a:lnTo>
                  <a:pt x="54475" y="26331"/>
                </a:lnTo>
                <a:lnTo>
                  <a:pt x="55995" y="30334"/>
                </a:lnTo>
                <a:lnTo>
                  <a:pt x="54895" y="34710"/>
                </a:lnTo>
                <a:lnTo>
                  <a:pt x="55802" y="38521"/>
                </a:lnTo>
                <a:lnTo>
                  <a:pt x="54407" y="39916"/>
                </a:lnTo>
                <a:lnTo>
                  <a:pt x="50211" y="38351"/>
                </a:lnTo>
                <a:lnTo>
                  <a:pt x="49009" y="40290"/>
                </a:lnTo>
                <a:lnTo>
                  <a:pt x="50586" y="43737"/>
                </a:lnTo>
                <a:lnTo>
                  <a:pt x="48930" y="45393"/>
                </a:lnTo>
                <a:lnTo>
                  <a:pt x="44825" y="43760"/>
                </a:lnTo>
                <a:lnTo>
                  <a:pt x="43816" y="45279"/>
                </a:lnTo>
                <a:lnTo>
                  <a:pt x="44870" y="49781"/>
                </a:lnTo>
                <a:lnTo>
                  <a:pt x="42773" y="50779"/>
                </a:lnTo>
                <a:lnTo>
                  <a:pt x="40346" y="49509"/>
                </a:lnTo>
                <a:lnTo>
                  <a:pt x="38804" y="50076"/>
                </a:lnTo>
                <a:lnTo>
                  <a:pt x="38078" y="51165"/>
                </a:lnTo>
                <a:lnTo>
                  <a:pt x="39711" y="54612"/>
                </a:lnTo>
                <a:lnTo>
                  <a:pt x="38293" y="56030"/>
                </a:lnTo>
                <a:lnTo>
                  <a:pt x="34154" y="55474"/>
                </a:lnTo>
                <a:lnTo>
                  <a:pt x="31558" y="55610"/>
                </a:lnTo>
                <a:lnTo>
                  <a:pt x="29732" y="55497"/>
                </a:lnTo>
                <a:lnTo>
                  <a:pt x="25185" y="55553"/>
                </a:lnTo>
                <a:lnTo>
                  <a:pt x="19504" y="56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3583381" y="10213338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5" h="45084">
                <a:moveTo>
                  <a:pt x="19095" y="44939"/>
                </a:moveTo>
                <a:lnTo>
                  <a:pt x="17246" y="43658"/>
                </a:lnTo>
                <a:lnTo>
                  <a:pt x="18777" y="39632"/>
                </a:lnTo>
                <a:lnTo>
                  <a:pt x="18097" y="38793"/>
                </a:lnTo>
                <a:lnTo>
                  <a:pt x="16124" y="37432"/>
                </a:lnTo>
                <a:lnTo>
                  <a:pt x="8663" y="40573"/>
                </a:lnTo>
                <a:lnTo>
                  <a:pt x="6315" y="37704"/>
                </a:lnTo>
                <a:lnTo>
                  <a:pt x="7914" y="34586"/>
                </a:lnTo>
                <a:lnTo>
                  <a:pt x="7211" y="33350"/>
                </a:lnTo>
                <a:lnTo>
                  <a:pt x="6485" y="32261"/>
                </a:lnTo>
                <a:lnTo>
                  <a:pt x="8106" y="28814"/>
                </a:lnTo>
                <a:lnTo>
                  <a:pt x="6303" y="26999"/>
                </a:lnTo>
                <a:lnTo>
                  <a:pt x="2788" y="28587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2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29" y="6849"/>
                </a:lnTo>
                <a:lnTo>
                  <a:pt x="13743" y="5409"/>
                </a:lnTo>
                <a:lnTo>
                  <a:pt x="17190" y="7042"/>
                </a:lnTo>
                <a:lnTo>
                  <a:pt x="18573" y="5658"/>
                </a:lnTo>
                <a:lnTo>
                  <a:pt x="17530" y="873"/>
                </a:lnTo>
                <a:lnTo>
                  <a:pt x="20093" y="56"/>
                </a:lnTo>
                <a:lnTo>
                  <a:pt x="26998" y="0"/>
                </a:lnTo>
                <a:lnTo>
                  <a:pt x="29573" y="895"/>
                </a:lnTo>
                <a:lnTo>
                  <a:pt x="28484" y="5635"/>
                </a:lnTo>
                <a:lnTo>
                  <a:pt x="29493" y="6645"/>
                </a:lnTo>
                <a:lnTo>
                  <a:pt x="33621" y="6101"/>
                </a:lnTo>
                <a:lnTo>
                  <a:pt x="35254" y="6180"/>
                </a:lnTo>
                <a:lnTo>
                  <a:pt x="39303" y="5602"/>
                </a:lnTo>
                <a:lnTo>
                  <a:pt x="40765" y="6985"/>
                </a:lnTo>
                <a:lnTo>
                  <a:pt x="39132" y="10534"/>
                </a:lnTo>
                <a:lnTo>
                  <a:pt x="40572" y="12666"/>
                </a:lnTo>
                <a:lnTo>
                  <a:pt x="38951" y="16113"/>
                </a:lnTo>
                <a:lnTo>
                  <a:pt x="40425" y="17588"/>
                </a:lnTo>
                <a:lnTo>
                  <a:pt x="45006" y="16340"/>
                </a:lnTo>
                <a:lnTo>
                  <a:pt x="45800" y="18200"/>
                </a:lnTo>
                <a:lnTo>
                  <a:pt x="45993" y="26909"/>
                </a:lnTo>
                <a:lnTo>
                  <a:pt x="44700" y="28757"/>
                </a:lnTo>
                <a:lnTo>
                  <a:pt x="40686" y="27226"/>
                </a:lnTo>
                <a:lnTo>
                  <a:pt x="39858" y="27907"/>
                </a:lnTo>
                <a:lnTo>
                  <a:pt x="38497" y="29869"/>
                </a:lnTo>
                <a:lnTo>
                  <a:pt x="41627" y="37341"/>
                </a:lnTo>
                <a:lnTo>
                  <a:pt x="38769" y="39689"/>
                </a:lnTo>
                <a:lnTo>
                  <a:pt x="35651" y="38089"/>
                </a:lnTo>
                <a:lnTo>
                  <a:pt x="34415" y="38793"/>
                </a:lnTo>
                <a:lnTo>
                  <a:pt x="33326" y="39518"/>
                </a:lnTo>
                <a:lnTo>
                  <a:pt x="29891" y="37886"/>
                </a:lnTo>
                <a:lnTo>
                  <a:pt x="28405" y="39371"/>
                </a:lnTo>
                <a:lnTo>
                  <a:pt x="29664" y="43952"/>
                </a:lnTo>
                <a:lnTo>
                  <a:pt x="27804" y="44735"/>
                </a:lnTo>
                <a:lnTo>
                  <a:pt x="19095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5" name="object 145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6439740" y="8753305"/>
            <a:ext cx="818418" cy="750570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18869" y="9316617"/>
            <a:ext cx="409728" cy="375919"/>
          </a:xfrm>
          <a:prstGeom prst="rect">
            <a:avLst/>
          </a:prstGeom>
        </p:spPr>
      </p:pic>
      <p:grpSp>
        <p:nvGrpSpPr>
          <p:cNvPr id="147" name="object 147"/>
          <p:cNvGrpSpPr/>
          <p:nvPr/>
        </p:nvGrpSpPr>
        <p:grpSpPr>
          <a:xfrm>
            <a:off x="297172" y="-47624"/>
            <a:ext cx="7981950" cy="5105400"/>
            <a:chOff x="297172" y="-47624"/>
            <a:chExt cx="7981950" cy="5105400"/>
          </a:xfrm>
        </p:grpSpPr>
        <p:pic>
          <p:nvPicPr>
            <p:cNvPr id="148" name="object 14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44679" y="0"/>
              <a:ext cx="7890465" cy="5012019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344797" y="0"/>
              <a:ext cx="7886700" cy="5010150"/>
            </a:xfrm>
            <a:custGeom>
              <a:avLst/>
              <a:gdLst/>
              <a:ahLst/>
              <a:cxnLst/>
              <a:rect l="l" t="t" r="r" b="b"/>
              <a:pathLst>
                <a:path w="7886700" h="5010150">
                  <a:moveTo>
                    <a:pt x="0" y="5010149"/>
                  </a:moveTo>
                  <a:lnTo>
                    <a:pt x="0" y="0"/>
                  </a:lnTo>
                  <a:lnTo>
                    <a:pt x="7886653" y="0"/>
                  </a:lnTo>
                </a:path>
              </a:pathLst>
            </a:custGeom>
            <a:ln w="95249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0" name="object 150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3437341" y="5561416"/>
            <a:ext cx="2939479" cy="1578234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8513971" y="4739351"/>
            <a:ext cx="5981699" cy="5181599"/>
          </a:xfrm>
          <a:prstGeom prst="rect">
            <a:avLst/>
          </a:prstGeom>
        </p:spPr>
      </p:pic>
      <p:sp>
        <p:nvSpPr>
          <p:cNvPr id="152" name="object 152"/>
          <p:cNvSpPr txBox="1"/>
          <p:nvPr/>
        </p:nvSpPr>
        <p:spPr>
          <a:xfrm>
            <a:off x="691787" y="13542"/>
            <a:ext cx="7034530" cy="4640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52195" marR="570865" indent="-205104">
              <a:lnSpc>
                <a:spcPct val="116900"/>
              </a:lnSpc>
              <a:spcBef>
                <a:spcPts val="95"/>
              </a:spcBef>
            </a:pPr>
            <a:r>
              <a:rPr sz="3700" spc="185" dirty="0">
                <a:latin typeface="Times New Roman"/>
                <a:cs typeface="Times New Roman"/>
              </a:rPr>
              <a:t>CREATE</a:t>
            </a:r>
            <a:r>
              <a:rPr sz="3700" spc="20" dirty="0">
                <a:latin typeface="Times New Roman"/>
                <a:cs typeface="Times New Roman"/>
              </a:rPr>
              <a:t> </a:t>
            </a:r>
            <a:r>
              <a:rPr sz="3700" spc="114" dirty="0">
                <a:latin typeface="Times New Roman"/>
                <a:cs typeface="Times New Roman"/>
              </a:rPr>
              <a:t>TABLE</a:t>
            </a:r>
            <a:r>
              <a:rPr sz="3700" spc="20" dirty="0">
                <a:latin typeface="Times New Roman"/>
                <a:cs typeface="Times New Roman"/>
              </a:rPr>
              <a:t> </a:t>
            </a:r>
            <a:r>
              <a:rPr sz="3700" spc="75" dirty="0">
                <a:latin typeface="Times New Roman"/>
                <a:cs typeface="Times New Roman"/>
              </a:rPr>
              <a:t>gdp_3</a:t>
            </a:r>
            <a:r>
              <a:rPr sz="3700" spc="20" dirty="0">
                <a:latin typeface="Times New Roman"/>
                <a:cs typeface="Times New Roman"/>
              </a:rPr>
              <a:t> </a:t>
            </a:r>
            <a:r>
              <a:rPr sz="3700" spc="-50" dirty="0">
                <a:latin typeface="Times New Roman"/>
                <a:cs typeface="Times New Roman"/>
              </a:rPr>
              <a:t>( </a:t>
            </a:r>
            <a:r>
              <a:rPr sz="3700" spc="170" dirty="0">
                <a:latin typeface="Times New Roman"/>
                <a:cs typeface="Times New Roman"/>
              </a:rPr>
              <a:t>Country</a:t>
            </a:r>
            <a:r>
              <a:rPr sz="3700" spc="5" dirty="0">
                <a:latin typeface="Times New Roman"/>
                <a:cs typeface="Times New Roman"/>
              </a:rPr>
              <a:t> </a:t>
            </a:r>
            <a:r>
              <a:rPr sz="3700" spc="-400" dirty="0">
                <a:latin typeface="Times New Roman"/>
                <a:cs typeface="Times New Roman"/>
              </a:rPr>
              <a:t>V</a:t>
            </a:r>
            <a:r>
              <a:rPr sz="3700" spc="125" dirty="0">
                <a:latin typeface="Times New Roman"/>
                <a:cs typeface="Times New Roman"/>
              </a:rPr>
              <a:t>A</a:t>
            </a:r>
            <a:r>
              <a:rPr sz="3700" spc="-130" dirty="0">
                <a:latin typeface="Times New Roman"/>
                <a:cs typeface="Times New Roman"/>
              </a:rPr>
              <a:t>R</a:t>
            </a:r>
            <a:r>
              <a:rPr sz="3700" spc="125" dirty="0">
                <a:latin typeface="Times New Roman"/>
                <a:cs typeface="Times New Roman"/>
              </a:rPr>
              <a:t>CHAR(100)</a:t>
            </a:r>
            <a:r>
              <a:rPr sz="3700" spc="130" dirty="0">
                <a:latin typeface="Times New Roman"/>
                <a:cs typeface="Times New Roman"/>
              </a:rPr>
              <a:t>,</a:t>
            </a:r>
            <a:endParaRPr sz="3700">
              <a:latin typeface="Times New Roman"/>
              <a:cs typeface="Times New Roman"/>
            </a:endParaRPr>
          </a:p>
          <a:p>
            <a:pPr marL="2023745" marR="1542415" indent="756285">
              <a:lnSpc>
                <a:spcPct val="116900"/>
              </a:lnSpc>
            </a:pPr>
            <a:r>
              <a:rPr sz="3700" spc="85" dirty="0">
                <a:latin typeface="Times New Roman"/>
                <a:cs typeface="Times New Roman"/>
              </a:rPr>
              <a:t>year</a:t>
            </a:r>
            <a:r>
              <a:rPr sz="3700" spc="15" dirty="0">
                <a:latin typeface="Times New Roman"/>
                <a:cs typeface="Times New Roman"/>
              </a:rPr>
              <a:t> </a:t>
            </a:r>
            <a:r>
              <a:rPr sz="3700" spc="90" dirty="0">
                <a:latin typeface="Times New Roman"/>
                <a:cs typeface="Times New Roman"/>
              </a:rPr>
              <a:t>INT, </a:t>
            </a:r>
            <a:r>
              <a:rPr sz="3700" dirty="0">
                <a:latin typeface="Times New Roman"/>
                <a:cs typeface="Times New Roman"/>
              </a:rPr>
              <a:t>Value</a:t>
            </a:r>
            <a:r>
              <a:rPr sz="3700" spc="-70" dirty="0">
                <a:latin typeface="Times New Roman"/>
                <a:cs typeface="Times New Roman"/>
              </a:rPr>
              <a:t> </a:t>
            </a:r>
            <a:r>
              <a:rPr sz="3700" spc="190" dirty="0">
                <a:latin typeface="Times New Roman"/>
                <a:cs typeface="Times New Roman"/>
              </a:rPr>
              <a:t>DOUBLE,</a:t>
            </a:r>
            <a:endParaRPr sz="3700">
              <a:latin typeface="Times New Roman"/>
              <a:cs typeface="Times New Roman"/>
            </a:endParaRPr>
          </a:p>
          <a:p>
            <a:pPr marL="12700" marR="5080" indent="915669">
              <a:lnSpc>
                <a:spcPct val="116900"/>
              </a:lnSpc>
            </a:pPr>
            <a:r>
              <a:rPr sz="3700" spc="300" dirty="0">
                <a:latin typeface="Times New Roman"/>
                <a:cs typeface="Times New Roman"/>
              </a:rPr>
              <a:t>FOREIGN</a:t>
            </a:r>
            <a:r>
              <a:rPr sz="3700" spc="10" dirty="0">
                <a:latin typeface="Times New Roman"/>
                <a:cs typeface="Times New Roman"/>
              </a:rPr>
              <a:t> </a:t>
            </a:r>
            <a:r>
              <a:rPr sz="3700" spc="250" dirty="0">
                <a:latin typeface="Times New Roman"/>
                <a:cs typeface="Times New Roman"/>
              </a:rPr>
              <a:t>KEY</a:t>
            </a:r>
            <a:r>
              <a:rPr sz="3700" spc="15" dirty="0">
                <a:latin typeface="Times New Roman"/>
                <a:cs typeface="Times New Roman"/>
              </a:rPr>
              <a:t> </a:t>
            </a:r>
            <a:r>
              <a:rPr sz="3700" spc="120" dirty="0">
                <a:latin typeface="Times New Roman"/>
                <a:cs typeface="Times New Roman"/>
              </a:rPr>
              <a:t>(Country) </a:t>
            </a:r>
            <a:r>
              <a:rPr sz="3700" spc="250" dirty="0">
                <a:latin typeface="Times New Roman"/>
                <a:cs typeface="Times New Roman"/>
              </a:rPr>
              <a:t>REFERENCES</a:t>
            </a:r>
            <a:r>
              <a:rPr sz="3700" spc="25" dirty="0">
                <a:latin typeface="Times New Roman"/>
                <a:cs typeface="Times New Roman"/>
              </a:rPr>
              <a:t> </a:t>
            </a:r>
            <a:r>
              <a:rPr sz="3700" spc="120" dirty="0">
                <a:latin typeface="Times New Roman"/>
                <a:cs typeface="Times New Roman"/>
              </a:rPr>
              <a:t>country(Country)</a:t>
            </a:r>
            <a:endParaRPr sz="3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3700" spc="-25" dirty="0">
                <a:latin typeface="Times New Roman"/>
                <a:cs typeface="Times New Roman"/>
              </a:rPr>
              <a:t>);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2844" y="811303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89" h="33655">
                <a:moveTo>
                  <a:pt x="21839" y="33588"/>
                </a:moveTo>
                <a:lnTo>
                  <a:pt x="17700" y="33032"/>
                </a:lnTo>
                <a:lnTo>
                  <a:pt x="16192" y="33100"/>
                </a:lnTo>
                <a:lnTo>
                  <a:pt x="11951" y="33531"/>
                </a:lnTo>
                <a:lnTo>
                  <a:pt x="10579" y="32205"/>
                </a:lnTo>
                <a:lnTo>
                  <a:pt x="12201" y="28678"/>
                </a:lnTo>
                <a:lnTo>
                  <a:pt x="11475" y="27623"/>
                </a:lnTo>
                <a:lnTo>
                  <a:pt x="10114" y="26954"/>
                </a:lnTo>
                <a:lnTo>
                  <a:pt x="7290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10" y="21659"/>
                </a:lnTo>
                <a:lnTo>
                  <a:pt x="838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410"/>
                </a:lnTo>
                <a:lnTo>
                  <a:pt x="4807" y="12008"/>
                </a:lnTo>
                <a:lnTo>
                  <a:pt x="6043" y="11294"/>
                </a:lnTo>
                <a:lnTo>
                  <a:pt x="6757" y="10205"/>
                </a:lnTo>
                <a:lnTo>
                  <a:pt x="5136" y="6758"/>
                </a:lnTo>
                <a:lnTo>
                  <a:pt x="6950" y="4944"/>
                </a:lnTo>
                <a:lnTo>
                  <a:pt x="10397" y="6577"/>
                </a:lnTo>
                <a:lnTo>
                  <a:pt x="11475" y="5851"/>
                </a:lnTo>
                <a:lnTo>
                  <a:pt x="12201" y="4797"/>
                </a:lnTo>
                <a:lnTo>
                  <a:pt x="10579" y="1270"/>
                </a:lnTo>
                <a:lnTo>
                  <a:pt x="11906" y="0"/>
                </a:lnTo>
                <a:lnTo>
                  <a:pt x="22055" y="22"/>
                </a:lnTo>
                <a:lnTo>
                  <a:pt x="23246" y="1497"/>
                </a:lnTo>
                <a:lnTo>
                  <a:pt x="21658" y="4626"/>
                </a:lnTo>
                <a:lnTo>
                  <a:pt x="22361" y="5851"/>
                </a:lnTo>
                <a:lnTo>
                  <a:pt x="23450" y="6577"/>
                </a:lnTo>
                <a:lnTo>
                  <a:pt x="26897" y="4944"/>
                </a:lnTo>
                <a:lnTo>
                  <a:pt x="28564" y="6611"/>
                </a:lnTo>
                <a:lnTo>
                  <a:pt x="26930" y="10716"/>
                </a:lnTo>
                <a:lnTo>
                  <a:pt x="28428" y="11714"/>
                </a:lnTo>
                <a:lnTo>
                  <a:pt x="32975" y="10704"/>
                </a:lnTo>
                <a:lnTo>
                  <a:pt x="33758" y="12451"/>
                </a:lnTo>
                <a:lnTo>
                  <a:pt x="33236" y="15444"/>
                </a:lnTo>
                <a:lnTo>
                  <a:pt x="33236" y="18075"/>
                </a:lnTo>
                <a:lnTo>
                  <a:pt x="33758" y="20967"/>
                </a:lnTo>
                <a:lnTo>
                  <a:pt x="32964" y="22861"/>
                </a:lnTo>
                <a:lnTo>
                  <a:pt x="28360" y="21614"/>
                </a:lnTo>
                <a:lnTo>
                  <a:pt x="27044" y="22940"/>
                </a:lnTo>
                <a:lnTo>
                  <a:pt x="28677" y="27045"/>
                </a:lnTo>
                <a:lnTo>
                  <a:pt x="26557" y="28417"/>
                </a:lnTo>
                <a:lnTo>
                  <a:pt x="23722" y="26943"/>
                </a:lnTo>
                <a:lnTo>
                  <a:pt x="22349" y="27623"/>
                </a:lnTo>
                <a:lnTo>
                  <a:pt x="21635" y="28712"/>
                </a:lnTo>
                <a:lnTo>
                  <a:pt x="23257" y="32159"/>
                </a:lnTo>
                <a:lnTo>
                  <a:pt x="21839" y="335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5665" y="946574"/>
            <a:ext cx="88289" cy="893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16709" cy="381737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28542" y="963719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28" y="55530"/>
                </a:moveTo>
                <a:lnTo>
                  <a:pt x="24210" y="55428"/>
                </a:lnTo>
                <a:lnTo>
                  <a:pt x="21919" y="54623"/>
                </a:lnTo>
                <a:lnTo>
                  <a:pt x="22951" y="49906"/>
                </a:lnTo>
                <a:lnTo>
                  <a:pt x="22497" y="49384"/>
                </a:lnTo>
                <a:lnTo>
                  <a:pt x="20524" y="48023"/>
                </a:lnTo>
                <a:lnTo>
                  <a:pt x="13063" y="51165"/>
                </a:lnTo>
                <a:lnTo>
                  <a:pt x="10716" y="48295"/>
                </a:lnTo>
                <a:lnTo>
                  <a:pt x="12314" y="45166"/>
                </a:lnTo>
                <a:lnTo>
                  <a:pt x="11611" y="43941"/>
                </a:lnTo>
                <a:lnTo>
                  <a:pt x="10806" y="43272"/>
                </a:lnTo>
                <a:lnTo>
                  <a:pt x="6723" y="44780"/>
                </a:lnTo>
                <a:lnTo>
                  <a:pt x="5590" y="43068"/>
                </a:lnTo>
                <a:lnTo>
                  <a:pt x="6225" y="39587"/>
                </a:lnTo>
                <a:lnTo>
                  <a:pt x="6123" y="37715"/>
                </a:lnTo>
                <a:lnTo>
                  <a:pt x="6690" y="33577"/>
                </a:lnTo>
                <a:lnTo>
                  <a:pt x="5783" y="32681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4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40"/>
                </a:lnTo>
                <a:lnTo>
                  <a:pt x="13063" y="4071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7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7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1"/>
                </a:lnTo>
                <a:lnTo>
                  <a:pt x="45155" y="6940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90"/>
                </a:lnTo>
                <a:lnTo>
                  <a:pt x="50042" y="22906"/>
                </a:lnTo>
                <a:lnTo>
                  <a:pt x="54544" y="21568"/>
                </a:lnTo>
                <a:lnTo>
                  <a:pt x="55666" y="22702"/>
                </a:lnTo>
                <a:lnTo>
                  <a:pt x="55099" y="26830"/>
                </a:lnTo>
                <a:lnTo>
                  <a:pt x="55212" y="28973"/>
                </a:lnTo>
                <a:lnTo>
                  <a:pt x="55587" y="31797"/>
                </a:lnTo>
                <a:lnTo>
                  <a:pt x="54918" y="33622"/>
                </a:lnTo>
                <a:lnTo>
                  <a:pt x="50269" y="32602"/>
                </a:lnTo>
                <a:lnTo>
                  <a:pt x="49690" y="33055"/>
                </a:lnTo>
                <a:lnTo>
                  <a:pt x="48329" y="35017"/>
                </a:lnTo>
                <a:lnTo>
                  <a:pt x="51470" y="42490"/>
                </a:lnTo>
                <a:lnTo>
                  <a:pt x="48601" y="44837"/>
                </a:lnTo>
                <a:lnTo>
                  <a:pt x="45483" y="43238"/>
                </a:lnTo>
                <a:lnTo>
                  <a:pt x="44258" y="43941"/>
                </a:lnTo>
                <a:lnTo>
                  <a:pt x="43532" y="45030"/>
                </a:lnTo>
                <a:lnTo>
                  <a:pt x="45166" y="48477"/>
                </a:lnTo>
                <a:lnTo>
                  <a:pt x="43351" y="50280"/>
                </a:lnTo>
                <a:lnTo>
                  <a:pt x="39904" y="48681"/>
                </a:lnTo>
                <a:lnTo>
                  <a:pt x="37727" y="50087"/>
                </a:lnTo>
                <a:lnTo>
                  <a:pt x="34279" y="48477"/>
                </a:lnTo>
                <a:lnTo>
                  <a:pt x="32805" y="49951"/>
                </a:lnTo>
                <a:lnTo>
                  <a:pt x="34064" y="54532"/>
                </a:lnTo>
                <a:lnTo>
                  <a:pt x="31728" y="55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9411" y="1120818"/>
            <a:ext cx="67538" cy="675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008864" y="1143736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91120" y="1278803"/>
            <a:ext cx="77640" cy="7808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33566" y="129498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33281" y="45211"/>
                </a:moveTo>
                <a:lnTo>
                  <a:pt x="29143" y="44644"/>
                </a:lnTo>
                <a:lnTo>
                  <a:pt x="26546" y="44791"/>
                </a:lnTo>
                <a:lnTo>
                  <a:pt x="24720" y="44587"/>
                </a:lnTo>
                <a:lnTo>
                  <a:pt x="21125" y="44791"/>
                </a:lnTo>
                <a:lnTo>
                  <a:pt x="19277" y="44689"/>
                </a:lnTo>
                <a:lnTo>
                  <a:pt x="16397" y="44689"/>
                </a:lnTo>
                <a:lnTo>
                  <a:pt x="12938" y="45233"/>
                </a:lnTo>
                <a:lnTo>
                  <a:pt x="11249" y="44202"/>
                </a:lnTo>
                <a:lnTo>
                  <a:pt x="12689" y="40006"/>
                </a:lnTo>
                <a:lnTo>
                  <a:pt x="12042" y="39257"/>
                </a:lnTo>
                <a:lnTo>
                  <a:pt x="10682" y="38577"/>
                </a:lnTo>
                <a:lnTo>
                  <a:pt x="7858" y="40085"/>
                </a:lnTo>
                <a:lnTo>
                  <a:pt x="5737" y="38668"/>
                </a:lnTo>
                <a:lnTo>
                  <a:pt x="7371" y="34574"/>
                </a:lnTo>
                <a:lnTo>
                  <a:pt x="5964" y="33179"/>
                </a:lnTo>
                <a:lnTo>
                  <a:pt x="1542" y="34563"/>
                </a:lnTo>
                <a:lnTo>
                  <a:pt x="34" y="31558"/>
                </a:lnTo>
                <a:lnTo>
                  <a:pt x="1168" y="25514"/>
                </a:lnTo>
                <a:lnTo>
                  <a:pt x="1168" y="20797"/>
                </a:lnTo>
                <a:lnTo>
                  <a:pt x="0" y="13709"/>
                </a:lnTo>
                <a:lnTo>
                  <a:pt x="1769" y="11192"/>
                </a:lnTo>
                <a:lnTo>
                  <a:pt x="5772" y="12723"/>
                </a:lnTo>
                <a:lnTo>
                  <a:pt x="6611" y="12042"/>
                </a:lnTo>
                <a:lnTo>
                  <a:pt x="7325" y="10954"/>
                </a:lnTo>
                <a:lnTo>
                  <a:pt x="5703" y="7507"/>
                </a:lnTo>
                <a:lnTo>
                  <a:pt x="7506" y="5692"/>
                </a:lnTo>
                <a:lnTo>
                  <a:pt x="10965" y="7325"/>
                </a:lnTo>
                <a:lnTo>
                  <a:pt x="12042" y="6599"/>
                </a:lnTo>
                <a:lnTo>
                  <a:pt x="12689" y="5851"/>
                </a:lnTo>
                <a:lnTo>
                  <a:pt x="11249" y="1644"/>
                </a:lnTo>
                <a:lnTo>
                  <a:pt x="13970" y="0"/>
                </a:lnTo>
                <a:lnTo>
                  <a:pt x="20615" y="1167"/>
                </a:lnTo>
                <a:lnTo>
                  <a:pt x="24448" y="1167"/>
                </a:lnTo>
                <a:lnTo>
                  <a:pt x="26932" y="725"/>
                </a:lnTo>
                <a:lnTo>
                  <a:pt x="29381" y="1462"/>
                </a:lnTo>
                <a:lnTo>
                  <a:pt x="33112" y="464"/>
                </a:lnTo>
                <a:lnTo>
                  <a:pt x="34711" y="2074"/>
                </a:lnTo>
                <a:lnTo>
                  <a:pt x="33089" y="5522"/>
                </a:lnTo>
                <a:lnTo>
                  <a:pt x="33803" y="6599"/>
                </a:lnTo>
                <a:lnTo>
                  <a:pt x="34892" y="7325"/>
                </a:lnTo>
                <a:lnTo>
                  <a:pt x="38339" y="5703"/>
                </a:lnTo>
                <a:lnTo>
                  <a:pt x="40153" y="7506"/>
                </a:lnTo>
                <a:lnTo>
                  <a:pt x="38339" y="11135"/>
                </a:lnTo>
                <a:lnTo>
                  <a:pt x="40153" y="12950"/>
                </a:lnTo>
                <a:lnTo>
                  <a:pt x="43782" y="11135"/>
                </a:lnTo>
                <a:lnTo>
                  <a:pt x="45585" y="12949"/>
                </a:lnTo>
                <a:lnTo>
                  <a:pt x="43884" y="16351"/>
                </a:lnTo>
                <a:lnTo>
                  <a:pt x="44666" y="17485"/>
                </a:lnTo>
                <a:lnTo>
                  <a:pt x="44666" y="29698"/>
                </a:lnTo>
                <a:lnTo>
                  <a:pt x="45188" y="32623"/>
                </a:lnTo>
                <a:lnTo>
                  <a:pt x="44382" y="34506"/>
                </a:lnTo>
                <a:lnTo>
                  <a:pt x="39790" y="33236"/>
                </a:lnTo>
                <a:lnTo>
                  <a:pt x="38565" y="34472"/>
                </a:lnTo>
                <a:lnTo>
                  <a:pt x="40005" y="38838"/>
                </a:lnTo>
                <a:lnTo>
                  <a:pt x="37817" y="39995"/>
                </a:lnTo>
                <a:lnTo>
                  <a:pt x="35288" y="38645"/>
                </a:lnTo>
                <a:lnTo>
                  <a:pt x="33791" y="39257"/>
                </a:lnTo>
                <a:lnTo>
                  <a:pt x="33077" y="40346"/>
                </a:lnTo>
                <a:lnTo>
                  <a:pt x="34699" y="43782"/>
                </a:lnTo>
                <a:lnTo>
                  <a:pt x="33281" y="4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64842" y="145287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4" h="57150">
                <a:moveTo>
                  <a:pt x="14481" y="56618"/>
                </a:moveTo>
                <a:lnTo>
                  <a:pt x="11316" y="55212"/>
                </a:lnTo>
                <a:lnTo>
                  <a:pt x="12609" y="50665"/>
                </a:lnTo>
                <a:lnTo>
                  <a:pt x="11260" y="49327"/>
                </a:lnTo>
                <a:lnTo>
                  <a:pt x="7155" y="50949"/>
                </a:lnTo>
                <a:lnTo>
                  <a:pt x="5749" y="48828"/>
                </a:lnTo>
                <a:lnTo>
                  <a:pt x="7257" y="46016"/>
                </a:lnTo>
                <a:lnTo>
                  <a:pt x="6588" y="44644"/>
                </a:lnTo>
                <a:lnTo>
                  <a:pt x="5488" y="43930"/>
                </a:lnTo>
                <a:lnTo>
                  <a:pt x="2052" y="45551"/>
                </a:lnTo>
                <a:lnTo>
                  <a:pt x="476" y="43975"/>
                </a:lnTo>
                <a:lnTo>
                  <a:pt x="1383" y="40165"/>
                </a:lnTo>
                <a:lnTo>
                  <a:pt x="442" y="36343"/>
                </a:lnTo>
                <a:lnTo>
                  <a:pt x="816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27"/>
                </a:lnTo>
                <a:lnTo>
                  <a:pt x="2234" y="11112"/>
                </a:lnTo>
                <a:lnTo>
                  <a:pt x="5352" y="12700"/>
                </a:lnTo>
                <a:lnTo>
                  <a:pt x="6588" y="11997"/>
                </a:lnTo>
                <a:lnTo>
                  <a:pt x="7302" y="10908"/>
                </a:lnTo>
                <a:lnTo>
                  <a:pt x="5680" y="7461"/>
                </a:lnTo>
                <a:lnTo>
                  <a:pt x="7483" y="5658"/>
                </a:lnTo>
                <a:lnTo>
                  <a:pt x="10942" y="7280"/>
                </a:lnTo>
                <a:lnTo>
                  <a:pt x="12019" y="6554"/>
                </a:lnTo>
                <a:lnTo>
                  <a:pt x="12541" y="5976"/>
                </a:lnTo>
                <a:lnTo>
                  <a:pt x="11362" y="1395"/>
                </a:lnTo>
                <a:lnTo>
                  <a:pt x="13391" y="544"/>
                </a:lnTo>
                <a:lnTo>
                  <a:pt x="15977" y="1292"/>
                </a:lnTo>
                <a:lnTo>
                  <a:pt x="22327" y="578"/>
                </a:lnTo>
                <a:lnTo>
                  <a:pt x="28938" y="532"/>
                </a:lnTo>
                <a:lnTo>
                  <a:pt x="35413" y="1326"/>
                </a:lnTo>
                <a:lnTo>
                  <a:pt x="43759" y="0"/>
                </a:lnTo>
                <a:lnTo>
                  <a:pt x="45551" y="2211"/>
                </a:lnTo>
                <a:lnTo>
                  <a:pt x="43963" y="5329"/>
                </a:lnTo>
                <a:lnTo>
                  <a:pt x="44667" y="6554"/>
                </a:lnTo>
                <a:lnTo>
                  <a:pt x="45755" y="7280"/>
                </a:lnTo>
                <a:lnTo>
                  <a:pt x="49203" y="5658"/>
                </a:lnTo>
                <a:lnTo>
                  <a:pt x="50858" y="7313"/>
                </a:lnTo>
                <a:lnTo>
                  <a:pt x="49236" y="11430"/>
                </a:lnTo>
                <a:lnTo>
                  <a:pt x="51357" y="12791"/>
                </a:lnTo>
                <a:lnTo>
                  <a:pt x="54192" y="11317"/>
                </a:lnTo>
                <a:lnTo>
                  <a:pt x="55541" y="11997"/>
                </a:lnTo>
                <a:lnTo>
                  <a:pt x="55541" y="40550"/>
                </a:lnTo>
                <a:lnTo>
                  <a:pt x="56051" y="43419"/>
                </a:lnTo>
                <a:lnTo>
                  <a:pt x="55292" y="45290"/>
                </a:lnTo>
                <a:lnTo>
                  <a:pt x="50665" y="44133"/>
                </a:lnTo>
                <a:lnTo>
                  <a:pt x="50109" y="44644"/>
                </a:lnTo>
                <a:lnTo>
                  <a:pt x="49429" y="46005"/>
                </a:lnTo>
                <a:lnTo>
                  <a:pt x="50937" y="48828"/>
                </a:lnTo>
                <a:lnTo>
                  <a:pt x="49520" y="50949"/>
                </a:lnTo>
                <a:lnTo>
                  <a:pt x="45426" y="49327"/>
                </a:lnTo>
                <a:lnTo>
                  <a:pt x="44043" y="50711"/>
                </a:lnTo>
                <a:lnTo>
                  <a:pt x="45415" y="55156"/>
                </a:lnTo>
                <a:lnTo>
                  <a:pt x="43578" y="56052"/>
                </a:lnTo>
                <a:lnTo>
                  <a:pt x="40460" y="55519"/>
                </a:lnTo>
                <a:lnTo>
                  <a:pt x="20184" y="55519"/>
                </a:lnTo>
                <a:lnTo>
                  <a:pt x="14481" y="566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7096" y="146853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8844" y="3141"/>
                </a:move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8844" y="3141"/>
                </a:lnTo>
                <a:close/>
              </a:path>
              <a:path w="24129" h="24130">
                <a:moveTo>
                  <a:pt x="2857" y="18982"/>
                </a:moveTo>
                <a:lnTo>
                  <a:pt x="0" y="16646"/>
                </a:lnTo>
                <a:lnTo>
                  <a:pt x="3140" y="9173"/>
                </a:lnTo>
                <a:lnTo>
                  <a:pt x="1780" y="7212"/>
                </a:lnTo>
                <a:lnTo>
                  <a:pt x="7211" y="7212"/>
                </a:lnTo>
                <a:lnTo>
                  <a:pt x="7211" y="1769"/>
                </a:lnTo>
                <a:lnTo>
                  <a:pt x="9185" y="3141"/>
                </a:lnTo>
                <a:lnTo>
                  <a:pt x="18844" y="3141"/>
                </a:lnTo>
                <a:lnTo>
                  <a:pt x="17395" y="5987"/>
                </a:lnTo>
                <a:lnTo>
                  <a:pt x="18098" y="7212"/>
                </a:lnTo>
                <a:lnTo>
                  <a:pt x="19334" y="7915"/>
                </a:lnTo>
                <a:lnTo>
                  <a:pt x="23926" y="7915"/>
                </a:lnTo>
                <a:lnTo>
                  <a:pt x="23937" y="17383"/>
                </a:lnTo>
                <a:lnTo>
                  <a:pt x="6009" y="17383"/>
                </a:lnTo>
                <a:lnTo>
                  <a:pt x="2857" y="18982"/>
                </a:lnTo>
                <a:close/>
              </a:path>
              <a:path w="24129" h="24130">
                <a:moveTo>
                  <a:pt x="23926" y="7915"/>
                </a:moveTo>
                <a:lnTo>
                  <a:pt x="19334" y="7915"/>
                </a:lnTo>
                <a:lnTo>
                  <a:pt x="22464" y="6327"/>
                </a:lnTo>
                <a:lnTo>
                  <a:pt x="23926" y="7529"/>
                </a:lnTo>
                <a:lnTo>
                  <a:pt x="23926" y="7915"/>
                </a:lnTo>
                <a:close/>
              </a:path>
              <a:path w="24129" h="24130">
                <a:moveTo>
                  <a:pt x="17690" y="23926"/>
                </a:moveTo>
                <a:lnTo>
                  <a:pt x="7529" y="23926"/>
                </a:lnTo>
                <a:lnTo>
                  <a:pt x="6327" y="22441"/>
                </a:lnTo>
                <a:lnTo>
                  <a:pt x="7926" y="19322"/>
                </a:lnTo>
                <a:lnTo>
                  <a:pt x="7211" y="18098"/>
                </a:lnTo>
                <a:lnTo>
                  <a:pt x="5968" y="17383"/>
                </a:lnTo>
                <a:lnTo>
                  <a:pt x="19141" y="17383"/>
                </a:lnTo>
                <a:lnTo>
                  <a:pt x="18098" y="18098"/>
                </a:lnTo>
                <a:lnTo>
                  <a:pt x="17499" y="18982"/>
                </a:lnTo>
                <a:lnTo>
                  <a:pt x="17462" y="19322"/>
                </a:lnTo>
                <a:lnTo>
                  <a:pt x="18896" y="22441"/>
                </a:lnTo>
                <a:lnTo>
                  <a:pt x="19005" y="22679"/>
                </a:lnTo>
                <a:lnTo>
                  <a:pt x="17690" y="23926"/>
                </a:lnTo>
                <a:close/>
              </a:path>
              <a:path w="24129" h="24130">
                <a:moveTo>
                  <a:pt x="22700" y="18982"/>
                </a:moveTo>
                <a:lnTo>
                  <a:pt x="20699" y="18098"/>
                </a:lnTo>
                <a:lnTo>
                  <a:pt x="19141" y="17383"/>
                </a:lnTo>
                <a:lnTo>
                  <a:pt x="23937" y="17383"/>
                </a:lnTo>
                <a:lnTo>
                  <a:pt x="23937" y="17678"/>
                </a:lnTo>
                <a:lnTo>
                  <a:pt x="22700" y="18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90984" y="1605475"/>
            <a:ext cx="77835" cy="7793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838985" y="162699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49" y="33213"/>
                </a:lnTo>
                <a:lnTo>
                  <a:pt x="7291" y="29210"/>
                </a:lnTo>
                <a:lnTo>
                  <a:pt x="6600" y="28371"/>
                </a:lnTo>
                <a:lnTo>
                  <a:pt x="5761" y="27691"/>
                </a:lnTo>
                <a:lnTo>
                  <a:pt x="1746" y="29222"/>
                </a:lnTo>
                <a:lnTo>
                  <a:pt x="0" y="26716"/>
                </a:lnTo>
                <a:lnTo>
                  <a:pt x="1168" y="19617"/>
                </a:lnTo>
                <a:lnTo>
                  <a:pt x="1168" y="6599"/>
                </a:lnTo>
                <a:lnTo>
                  <a:pt x="2257" y="5885"/>
                </a:lnTo>
                <a:lnTo>
                  <a:pt x="5692" y="7506"/>
                </a:lnTo>
                <a:lnTo>
                  <a:pt x="7178" y="6021"/>
                </a:lnTo>
                <a:lnTo>
                  <a:pt x="5908" y="1451"/>
                </a:lnTo>
                <a:lnTo>
                  <a:pt x="9106" y="79"/>
                </a:lnTo>
                <a:lnTo>
                  <a:pt x="14730" y="1167"/>
                </a:lnTo>
                <a:lnTo>
                  <a:pt x="19618" y="1167"/>
                </a:lnTo>
                <a:lnTo>
                  <a:pt x="26705" y="0"/>
                </a:lnTo>
                <a:lnTo>
                  <a:pt x="29166" y="1734"/>
                </a:lnTo>
                <a:lnTo>
                  <a:pt x="27692" y="5817"/>
                </a:lnTo>
                <a:lnTo>
                  <a:pt x="28360" y="6610"/>
                </a:lnTo>
                <a:lnTo>
                  <a:pt x="29109" y="7257"/>
                </a:lnTo>
                <a:lnTo>
                  <a:pt x="33327" y="5816"/>
                </a:lnTo>
                <a:lnTo>
                  <a:pt x="34347" y="7506"/>
                </a:lnTo>
                <a:lnTo>
                  <a:pt x="33803" y="10976"/>
                </a:lnTo>
                <a:lnTo>
                  <a:pt x="33803" y="19617"/>
                </a:lnTo>
                <a:lnTo>
                  <a:pt x="34972" y="26704"/>
                </a:lnTo>
                <a:lnTo>
                  <a:pt x="33202" y="29222"/>
                </a:lnTo>
                <a:lnTo>
                  <a:pt x="29199" y="27691"/>
                </a:lnTo>
                <a:lnTo>
                  <a:pt x="28360" y="28371"/>
                </a:lnTo>
                <a:lnTo>
                  <a:pt x="27714" y="29120"/>
                </a:lnTo>
                <a:lnTo>
                  <a:pt x="29165" y="33338"/>
                </a:lnTo>
                <a:lnTo>
                  <a:pt x="27465" y="34359"/>
                </a:lnTo>
                <a:lnTo>
                  <a:pt x="23995" y="33814"/>
                </a:lnTo>
                <a:lnTo>
                  <a:pt x="15354" y="33814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65251" y="1780196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80">
                <a:moveTo>
                  <a:pt x="31717" y="55507"/>
                </a:moveTo>
                <a:lnTo>
                  <a:pt x="24199" y="55405"/>
                </a:lnTo>
                <a:lnTo>
                  <a:pt x="21919" y="54589"/>
                </a:lnTo>
                <a:lnTo>
                  <a:pt x="22940" y="49872"/>
                </a:lnTo>
                <a:lnTo>
                  <a:pt x="22486" y="49361"/>
                </a:lnTo>
                <a:lnTo>
                  <a:pt x="20525" y="48001"/>
                </a:lnTo>
                <a:lnTo>
                  <a:pt x="13052" y="51130"/>
                </a:lnTo>
                <a:lnTo>
                  <a:pt x="10715" y="48273"/>
                </a:lnTo>
                <a:lnTo>
                  <a:pt x="12303" y="45154"/>
                </a:lnTo>
                <a:lnTo>
                  <a:pt x="11600" y="43918"/>
                </a:lnTo>
                <a:lnTo>
                  <a:pt x="10795" y="43249"/>
                </a:lnTo>
                <a:lnTo>
                  <a:pt x="6712" y="44757"/>
                </a:lnTo>
                <a:lnTo>
                  <a:pt x="5579" y="43056"/>
                </a:lnTo>
                <a:lnTo>
                  <a:pt x="6225" y="39552"/>
                </a:lnTo>
                <a:lnTo>
                  <a:pt x="6123" y="37693"/>
                </a:lnTo>
                <a:lnTo>
                  <a:pt x="6678" y="33554"/>
                </a:lnTo>
                <a:lnTo>
                  <a:pt x="5772" y="32658"/>
                </a:lnTo>
                <a:lnTo>
                  <a:pt x="804" y="33474"/>
                </a:lnTo>
                <a:lnTo>
                  <a:pt x="487" y="31898"/>
                </a:lnTo>
                <a:lnTo>
                  <a:pt x="0" y="22770"/>
                </a:lnTo>
                <a:lnTo>
                  <a:pt x="1247" y="21738"/>
                </a:lnTo>
                <a:lnTo>
                  <a:pt x="5976" y="22713"/>
                </a:lnTo>
                <a:lnTo>
                  <a:pt x="6996" y="19753"/>
                </a:lnTo>
                <a:lnTo>
                  <a:pt x="4547" y="13120"/>
                </a:lnTo>
                <a:lnTo>
                  <a:pt x="6939" y="10375"/>
                </a:lnTo>
                <a:lnTo>
                  <a:pt x="10625" y="11986"/>
                </a:lnTo>
                <a:lnTo>
                  <a:pt x="11600" y="11271"/>
                </a:lnTo>
                <a:lnTo>
                  <a:pt x="12303" y="10047"/>
                </a:lnTo>
                <a:lnTo>
                  <a:pt x="10715" y="6917"/>
                </a:lnTo>
                <a:lnTo>
                  <a:pt x="13063" y="4059"/>
                </a:lnTo>
                <a:lnTo>
                  <a:pt x="20524" y="7200"/>
                </a:lnTo>
                <a:lnTo>
                  <a:pt x="22486" y="5840"/>
                </a:lnTo>
                <a:lnTo>
                  <a:pt x="23212" y="4774"/>
                </a:lnTo>
                <a:lnTo>
                  <a:pt x="21579" y="1258"/>
                </a:lnTo>
                <a:lnTo>
                  <a:pt x="22906" y="0"/>
                </a:lnTo>
                <a:lnTo>
                  <a:pt x="33055" y="11"/>
                </a:lnTo>
                <a:lnTo>
                  <a:pt x="34268" y="1485"/>
                </a:lnTo>
                <a:lnTo>
                  <a:pt x="32669" y="4604"/>
                </a:lnTo>
                <a:lnTo>
                  <a:pt x="33373" y="5840"/>
                </a:lnTo>
                <a:lnTo>
                  <a:pt x="35334" y="7200"/>
                </a:lnTo>
                <a:lnTo>
                  <a:pt x="42807" y="4059"/>
                </a:lnTo>
                <a:lnTo>
                  <a:pt x="45143" y="6928"/>
                </a:lnTo>
                <a:lnTo>
                  <a:pt x="43556" y="10047"/>
                </a:lnTo>
                <a:lnTo>
                  <a:pt x="44259" y="11271"/>
                </a:lnTo>
                <a:lnTo>
                  <a:pt x="45348" y="11997"/>
                </a:lnTo>
                <a:lnTo>
                  <a:pt x="48795" y="10364"/>
                </a:lnTo>
                <a:lnTo>
                  <a:pt x="50212" y="11793"/>
                </a:lnTo>
                <a:lnTo>
                  <a:pt x="49656" y="15921"/>
                </a:lnTo>
                <a:lnTo>
                  <a:pt x="49770" y="18041"/>
                </a:lnTo>
                <a:lnTo>
                  <a:pt x="49135" y="20967"/>
                </a:lnTo>
                <a:lnTo>
                  <a:pt x="50042" y="22872"/>
                </a:lnTo>
                <a:lnTo>
                  <a:pt x="54533" y="21534"/>
                </a:lnTo>
                <a:lnTo>
                  <a:pt x="55655" y="22668"/>
                </a:lnTo>
                <a:lnTo>
                  <a:pt x="55100" y="26796"/>
                </a:lnTo>
                <a:lnTo>
                  <a:pt x="55213" y="28939"/>
                </a:lnTo>
                <a:lnTo>
                  <a:pt x="55587" y="31751"/>
                </a:lnTo>
                <a:lnTo>
                  <a:pt x="54907" y="33588"/>
                </a:lnTo>
                <a:lnTo>
                  <a:pt x="50257" y="32567"/>
                </a:lnTo>
                <a:lnTo>
                  <a:pt x="49690" y="33032"/>
                </a:lnTo>
                <a:lnTo>
                  <a:pt x="48329" y="34994"/>
                </a:lnTo>
                <a:lnTo>
                  <a:pt x="51459" y="42467"/>
                </a:lnTo>
                <a:lnTo>
                  <a:pt x="48601" y="44814"/>
                </a:lnTo>
                <a:lnTo>
                  <a:pt x="45483" y="43215"/>
                </a:lnTo>
                <a:lnTo>
                  <a:pt x="44247" y="43918"/>
                </a:lnTo>
                <a:lnTo>
                  <a:pt x="43533" y="45007"/>
                </a:lnTo>
                <a:lnTo>
                  <a:pt x="45155" y="48454"/>
                </a:lnTo>
                <a:lnTo>
                  <a:pt x="43352" y="50257"/>
                </a:lnTo>
                <a:lnTo>
                  <a:pt x="39893" y="48658"/>
                </a:lnTo>
                <a:lnTo>
                  <a:pt x="37716" y="50064"/>
                </a:lnTo>
                <a:lnTo>
                  <a:pt x="34268" y="48454"/>
                </a:lnTo>
                <a:lnTo>
                  <a:pt x="32806" y="49928"/>
                </a:lnTo>
                <a:lnTo>
                  <a:pt x="34064" y="54510"/>
                </a:lnTo>
                <a:lnTo>
                  <a:pt x="31717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6767" y="1937953"/>
            <a:ext cx="66234" cy="6660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845574" y="196019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5683" y="21168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8278" y="34982"/>
                </a:moveTo>
                <a:lnTo>
                  <a:pt x="5760" y="33225"/>
                </a:lnTo>
                <a:lnTo>
                  <a:pt x="7291" y="29210"/>
                </a:lnTo>
                <a:lnTo>
                  <a:pt x="6611" y="28383"/>
                </a:lnTo>
                <a:lnTo>
                  <a:pt x="5772" y="27691"/>
                </a:lnTo>
                <a:lnTo>
                  <a:pt x="1757" y="29233"/>
                </a:lnTo>
                <a:lnTo>
                  <a:pt x="0" y="26716"/>
                </a:lnTo>
                <a:lnTo>
                  <a:pt x="1168" y="19628"/>
                </a:lnTo>
                <a:lnTo>
                  <a:pt x="1168" y="6611"/>
                </a:lnTo>
                <a:lnTo>
                  <a:pt x="2256" y="5885"/>
                </a:lnTo>
                <a:lnTo>
                  <a:pt x="5704" y="7518"/>
                </a:lnTo>
                <a:lnTo>
                  <a:pt x="7189" y="6032"/>
                </a:lnTo>
                <a:lnTo>
                  <a:pt x="5907" y="1462"/>
                </a:lnTo>
                <a:lnTo>
                  <a:pt x="9105" y="90"/>
                </a:lnTo>
                <a:lnTo>
                  <a:pt x="14730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22"/>
                </a:lnTo>
                <a:lnTo>
                  <a:pt x="29120" y="7268"/>
                </a:lnTo>
                <a:lnTo>
                  <a:pt x="33327" y="5816"/>
                </a:lnTo>
                <a:lnTo>
                  <a:pt x="34347" y="7518"/>
                </a:lnTo>
                <a:lnTo>
                  <a:pt x="33803" y="10988"/>
                </a:lnTo>
                <a:lnTo>
                  <a:pt x="33803" y="19628"/>
                </a:lnTo>
                <a:lnTo>
                  <a:pt x="34971" y="26704"/>
                </a:lnTo>
                <a:lnTo>
                  <a:pt x="33213" y="29233"/>
                </a:lnTo>
                <a:lnTo>
                  <a:pt x="29199" y="27691"/>
                </a:lnTo>
                <a:lnTo>
                  <a:pt x="28371" y="28383"/>
                </a:lnTo>
                <a:lnTo>
                  <a:pt x="27725" y="29131"/>
                </a:lnTo>
                <a:lnTo>
                  <a:pt x="29165" y="33349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78" y="3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7607" y="227477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5" h="46355">
                <a:moveTo>
                  <a:pt x="38611" y="6554"/>
                </a:moveTo>
                <a:lnTo>
                  <a:pt x="5964" y="6554"/>
                </a:lnTo>
                <a:lnTo>
                  <a:pt x="6474" y="5976"/>
                </a:lnTo>
                <a:lnTo>
                  <a:pt x="5281" y="1281"/>
                </a:lnTo>
                <a:lnTo>
                  <a:pt x="29562" y="1281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11" y="6554"/>
                </a:lnTo>
                <a:close/>
              </a:path>
              <a:path w="45085" h="46355">
                <a:moveTo>
                  <a:pt x="9911" y="1281"/>
                </a:moveTo>
                <a:lnTo>
                  <a:pt x="5552" y="1281"/>
                </a:lnTo>
                <a:lnTo>
                  <a:pt x="7352" y="532"/>
                </a:lnTo>
                <a:lnTo>
                  <a:pt x="9911" y="1281"/>
                </a:lnTo>
                <a:close/>
              </a:path>
              <a:path w="45085" h="46355">
                <a:moveTo>
                  <a:pt x="29066" y="1281"/>
                </a:moveTo>
                <a:lnTo>
                  <a:pt x="9911" y="1281"/>
                </a:lnTo>
                <a:lnTo>
                  <a:pt x="16670" y="532"/>
                </a:lnTo>
                <a:lnTo>
                  <a:pt x="22872" y="532"/>
                </a:lnTo>
                <a:lnTo>
                  <a:pt x="29066" y="1281"/>
                </a:lnTo>
                <a:close/>
              </a:path>
              <a:path w="45085" h="46355">
                <a:moveTo>
                  <a:pt x="1572" y="40040"/>
                </a:moveTo>
                <a:lnTo>
                  <a:pt x="1360" y="40040"/>
                </a:lnTo>
                <a:lnTo>
                  <a:pt x="0" y="38679"/>
                </a:lnTo>
                <a:lnTo>
                  <a:pt x="491" y="35107"/>
                </a:lnTo>
                <a:lnTo>
                  <a:pt x="521" y="6554"/>
                </a:lnTo>
                <a:lnTo>
                  <a:pt x="44042" y="6554"/>
                </a:lnTo>
                <a:lnTo>
                  <a:pt x="44042" y="35107"/>
                </a:lnTo>
                <a:lnTo>
                  <a:pt x="44552" y="37976"/>
                </a:lnTo>
                <a:lnTo>
                  <a:pt x="44342" y="38486"/>
                </a:lnTo>
                <a:lnTo>
                  <a:pt x="4864" y="38486"/>
                </a:lnTo>
                <a:lnTo>
                  <a:pt x="1572" y="40040"/>
                </a:lnTo>
                <a:close/>
              </a:path>
              <a:path w="45085" h="46355">
                <a:moveTo>
                  <a:pt x="7631" y="45812"/>
                </a:moveTo>
                <a:lnTo>
                  <a:pt x="5114" y="44043"/>
                </a:lnTo>
                <a:lnTo>
                  <a:pt x="6549" y="40289"/>
                </a:lnTo>
                <a:lnTo>
                  <a:pt x="6645" y="40040"/>
                </a:lnTo>
                <a:lnTo>
                  <a:pt x="5964" y="39201"/>
                </a:lnTo>
                <a:lnTo>
                  <a:pt x="4864" y="38486"/>
                </a:lnTo>
                <a:lnTo>
                  <a:pt x="44342" y="38486"/>
                </a:lnTo>
                <a:lnTo>
                  <a:pt x="44263" y="38679"/>
                </a:lnTo>
                <a:lnTo>
                  <a:pt x="39179" y="38679"/>
                </a:lnTo>
                <a:lnTo>
                  <a:pt x="38611" y="39201"/>
                </a:lnTo>
                <a:lnTo>
                  <a:pt x="37885" y="40289"/>
                </a:lnTo>
                <a:lnTo>
                  <a:pt x="39506" y="43737"/>
                </a:lnTo>
                <a:lnTo>
                  <a:pt x="38644" y="44599"/>
                </a:lnTo>
                <a:lnTo>
                  <a:pt x="14981" y="44599"/>
                </a:lnTo>
                <a:lnTo>
                  <a:pt x="7631" y="45812"/>
                </a:lnTo>
                <a:close/>
              </a:path>
              <a:path w="45085" h="46355">
                <a:moveTo>
                  <a:pt x="43781" y="39847"/>
                </a:moveTo>
                <a:lnTo>
                  <a:pt x="39122" y="38679"/>
                </a:lnTo>
                <a:lnTo>
                  <a:pt x="44263" y="38679"/>
                </a:lnTo>
                <a:lnTo>
                  <a:pt x="43781" y="39847"/>
                </a:lnTo>
                <a:close/>
              </a:path>
              <a:path w="45085" h="46355">
                <a:moveTo>
                  <a:pt x="38089" y="45154"/>
                </a:moveTo>
                <a:lnTo>
                  <a:pt x="33962" y="44599"/>
                </a:lnTo>
                <a:lnTo>
                  <a:pt x="38644" y="44599"/>
                </a:lnTo>
                <a:lnTo>
                  <a:pt x="38089" y="45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80514" y="244828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7678" y="23949"/>
                </a:moveTo>
                <a:lnTo>
                  <a:pt x="7529" y="23926"/>
                </a:lnTo>
                <a:lnTo>
                  <a:pt x="6327" y="22452"/>
                </a:lnTo>
                <a:lnTo>
                  <a:pt x="7915" y="19334"/>
                </a:lnTo>
                <a:lnTo>
                  <a:pt x="7211" y="18109"/>
                </a:lnTo>
                <a:lnTo>
                  <a:pt x="5987" y="17395"/>
                </a:lnTo>
                <a:lnTo>
                  <a:pt x="2857" y="18994"/>
                </a:lnTo>
                <a:lnTo>
                  <a:pt x="0" y="16646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82" y="2869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29"/>
                </a:lnTo>
                <a:lnTo>
                  <a:pt x="23937" y="17678"/>
                </a:lnTo>
                <a:lnTo>
                  <a:pt x="22679" y="19005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79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18992" y="26133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249564"/>
            <a:ext cx="9525" cy="55880"/>
          </a:xfrm>
          <a:custGeom>
            <a:avLst/>
            <a:gdLst/>
            <a:ahLst/>
            <a:cxnLst/>
            <a:rect l="l" t="t" r="r" b="b"/>
            <a:pathLst>
              <a:path w="9525" h="55879">
                <a:moveTo>
                  <a:pt x="2524" y="55678"/>
                </a:moveTo>
                <a:lnTo>
                  <a:pt x="0" y="55000"/>
                </a:lnTo>
                <a:lnTo>
                  <a:pt x="0" y="581"/>
                </a:lnTo>
                <a:lnTo>
                  <a:pt x="2558" y="0"/>
                </a:lnTo>
                <a:lnTo>
                  <a:pt x="4656" y="5307"/>
                </a:lnTo>
                <a:lnTo>
                  <a:pt x="1333" y="12065"/>
                </a:lnTo>
                <a:lnTo>
                  <a:pt x="3102" y="17927"/>
                </a:lnTo>
                <a:lnTo>
                  <a:pt x="2093" y="21659"/>
                </a:lnTo>
                <a:lnTo>
                  <a:pt x="3091" y="22645"/>
                </a:lnTo>
                <a:lnTo>
                  <a:pt x="8228" y="22089"/>
                </a:lnTo>
                <a:lnTo>
                  <a:pt x="8387" y="24958"/>
                </a:lnTo>
                <a:lnTo>
                  <a:pt x="9248" y="30877"/>
                </a:lnTo>
                <a:lnTo>
                  <a:pt x="7944" y="33939"/>
                </a:lnTo>
                <a:lnTo>
                  <a:pt x="3375" y="32669"/>
                </a:lnTo>
                <a:lnTo>
                  <a:pt x="2195" y="33848"/>
                </a:lnTo>
                <a:lnTo>
                  <a:pt x="2955" y="37772"/>
                </a:lnTo>
                <a:lnTo>
                  <a:pt x="2206" y="42058"/>
                </a:lnTo>
                <a:lnTo>
                  <a:pt x="2796" y="46129"/>
                </a:lnTo>
                <a:lnTo>
                  <a:pt x="2796" y="50903"/>
                </a:lnTo>
                <a:lnTo>
                  <a:pt x="3306" y="53784"/>
                </a:lnTo>
                <a:lnTo>
                  <a:pt x="2524" y="55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789" y="3885821"/>
            <a:ext cx="88371" cy="893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00" y="4060021"/>
            <a:ext cx="67539" cy="6760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3581" y="4060021"/>
            <a:ext cx="67528" cy="67606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236108" y="4229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07"/>
                </a:moveTo>
                <a:lnTo>
                  <a:pt x="24221" y="55405"/>
                </a:lnTo>
                <a:lnTo>
                  <a:pt x="21942" y="54588"/>
                </a:lnTo>
                <a:lnTo>
                  <a:pt x="22963" y="49871"/>
                </a:lnTo>
                <a:lnTo>
                  <a:pt x="22509" y="49361"/>
                </a:lnTo>
                <a:lnTo>
                  <a:pt x="20547" y="48000"/>
                </a:lnTo>
                <a:lnTo>
                  <a:pt x="13074" y="51130"/>
                </a:lnTo>
                <a:lnTo>
                  <a:pt x="10727" y="48272"/>
                </a:lnTo>
                <a:lnTo>
                  <a:pt x="12337" y="45154"/>
                </a:lnTo>
                <a:lnTo>
                  <a:pt x="11623" y="43918"/>
                </a:lnTo>
                <a:lnTo>
                  <a:pt x="10818" y="43249"/>
                </a:lnTo>
                <a:lnTo>
                  <a:pt x="6736" y="44757"/>
                </a:lnTo>
                <a:lnTo>
                  <a:pt x="5602" y="43056"/>
                </a:lnTo>
                <a:lnTo>
                  <a:pt x="6237" y="39552"/>
                </a:lnTo>
                <a:lnTo>
                  <a:pt x="6134" y="37692"/>
                </a:lnTo>
                <a:lnTo>
                  <a:pt x="6690" y="33553"/>
                </a:lnTo>
                <a:lnTo>
                  <a:pt x="5783" y="32658"/>
                </a:lnTo>
                <a:lnTo>
                  <a:pt x="828" y="33474"/>
                </a:lnTo>
                <a:lnTo>
                  <a:pt x="499" y="31898"/>
                </a:lnTo>
                <a:lnTo>
                  <a:pt x="0" y="22770"/>
                </a:lnTo>
                <a:lnTo>
                  <a:pt x="1258" y="21738"/>
                </a:lnTo>
                <a:lnTo>
                  <a:pt x="5987" y="22713"/>
                </a:lnTo>
                <a:lnTo>
                  <a:pt x="7008" y="19753"/>
                </a:lnTo>
                <a:lnTo>
                  <a:pt x="4570" y="13119"/>
                </a:lnTo>
                <a:lnTo>
                  <a:pt x="6951" y="10375"/>
                </a:lnTo>
                <a:lnTo>
                  <a:pt x="10636" y="11985"/>
                </a:lnTo>
                <a:lnTo>
                  <a:pt x="11623" y="11271"/>
                </a:lnTo>
                <a:lnTo>
                  <a:pt x="12326" y="10046"/>
                </a:lnTo>
                <a:lnTo>
                  <a:pt x="10727" y="6917"/>
                </a:lnTo>
                <a:lnTo>
                  <a:pt x="13074" y="4059"/>
                </a:lnTo>
                <a:lnTo>
                  <a:pt x="20547" y="7200"/>
                </a:lnTo>
                <a:lnTo>
                  <a:pt x="22509" y="5839"/>
                </a:lnTo>
                <a:lnTo>
                  <a:pt x="23235" y="4773"/>
                </a:lnTo>
                <a:lnTo>
                  <a:pt x="21602" y="1258"/>
                </a:lnTo>
                <a:lnTo>
                  <a:pt x="22940" y="0"/>
                </a:lnTo>
                <a:lnTo>
                  <a:pt x="33077" y="11"/>
                </a:lnTo>
                <a:lnTo>
                  <a:pt x="34291" y="1485"/>
                </a:lnTo>
                <a:lnTo>
                  <a:pt x="32692" y="4603"/>
                </a:lnTo>
                <a:lnTo>
                  <a:pt x="33395" y="5839"/>
                </a:lnTo>
                <a:lnTo>
                  <a:pt x="35357" y="7200"/>
                </a:lnTo>
                <a:lnTo>
                  <a:pt x="42829" y="4059"/>
                </a:lnTo>
                <a:lnTo>
                  <a:pt x="45177" y="6928"/>
                </a:lnTo>
                <a:lnTo>
                  <a:pt x="43578" y="10046"/>
                </a:lnTo>
                <a:lnTo>
                  <a:pt x="44281" y="11271"/>
                </a:lnTo>
                <a:lnTo>
                  <a:pt x="45370" y="11997"/>
                </a:lnTo>
                <a:lnTo>
                  <a:pt x="48817" y="10363"/>
                </a:lnTo>
                <a:lnTo>
                  <a:pt x="50234" y="11793"/>
                </a:lnTo>
                <a:lnTo>
                  <a:pt x="49690" y="15920"/>
                </a:lnTo>
                <a:lnTo>
                  <a:pt x="49792" y="18040"/>
                </a:lnTo>
                <a:lnTo>
                  <a:pt x="49157" y="20966"/>
                </a:lnTo>
                <a:lnTo>
                  <a:pt x="50076" y="22871"/>
                </a:lnTo>
                <a:lnTo>
                  <a:pt x="54555" y="21533"/>
                </a:lnTo>
                <a:lnTo>
                  <a:pt x="55677" y="22667"/>
                </a:lnTo>
                <a:lnTo>
                  <a:pt x="55133" y="26794"/>
                </a:lnTo>
                <a:lnTo>
                  <a:pt x="55235" y="28938"/>
                </a:lnTo>
                <a:lnTo>
                  <a:pt x="55621" y="31761"/>
                </a:lnTo>
                <a:lnTo>
                  <a:pt x="54940" y="33587"/>
                </a:lnTo>
                <a:lnTo>
                  <a:pt x="50291" y="32566"/>
                </a:lnTo>
                <a:lnTo>
                  <a:pt x="49724" y="33032"/>
                </a:lnTo>
                <a:lnTo>
                  <a:pt x="48364" y="34993"/>
                </a:lnTo>
                <a:lnTo>
                  <a:pt x="51505" y="42466"/>
                </a:lnTo>
                <a:lnTo>
                  <a:pt x="48636" y="44813"/>
                </a:lnTo>
                <a:lnTo>
                  <a:pt x="45517" y="43215"/>
                </a:lnTo>
                <a:lnTo>
                  <a:pt x="44281" y="43918"/>
                </a:lnTo>
                <a:lnTo>
                  <a:pt x="43555" y="45007"/>
                </a:lnTo>
                <a:lnTo>
                  <a:pt x="45188" y="48454"/>
                </a:lnTo>
                <a:lnTo>
                  <a:pt x="43374" y="50256"/>
                </a:lnTo>
                <a:lnTo>
                  <a:pt x="39938" y="48657"/>
                </a:lnTo>
                <a:lnTo>
                  <a:pt x="37749" y="50064"/>
                </a:lnTo>
                <a:lnTo>
                  <a:pt x="34302" y="48453"/>
                </a:lnTo>
                <a:lnTo>
                  <a:pt x="32828" y="49928"/>
                </a:lnTo>
                <a:lnTo>
                  <a:pt x="34075" y="54509"/>
                </a:lnTo>
                <a:lnTo>
                  <a:pt x="31739" y="55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883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6465" y="440955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1"/>
                </a:moveTo>
                <a:lnTo>
                  <a:pt x="0" y="21771"/>
                </a:lnTo>
                <a:lnTo>
                  <a:pt x="0" y="0"/>
                </a:lnTo>
                <a:lnTo>
                  <a:pt x="21772" y="0"/>
                </a:lnTo>
                <a:lnTo>
                  <a:pt x="21772" y="2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675286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001867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66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9005" y="2868"/>
                </a:lnTo>
                <a:lnTo>
                  <a:pt x="18866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66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45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328449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4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4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4" y="3141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8" y="7926"/>
                </a:lnTo>
                <a:lnTo>
                  <a:pt x="23949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8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8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53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01" y="18993"/>
                </a:moveTo>
                <a:lnTo>
                  <a:pt x="20720" y="18109"/>
                </a:lnTo>
                <a:lnTo>
                  <a:pt x="19153" y="17383"/>
                </a:lnTo>
                <a:lnTo>
                  <a:pt x="23949" y="17383"/>
                </a:lnTo>
                <a:lnTo>
                  <a:pt x="23949" y="17678"/>
                </a:lnTo>
                <a:lnTo>
                  <a:pt x="22701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655031" y="72839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8855" y="3141"/>
                </a:moveTo>
                <a:lnTo>
                  <a:pt x="9185" y="3141"/>
                </a:lnTo>
                <a:lnTo>
                  <a:pt x="16658" y="0"/>
                </a:lnTo>
                <a:lnTo>
                  <a:pt x="18994" y="2868"/>
                </a:lnTo>
                <a:lnTo>
                  <a:pt x="18855" y="3141"/>
                </a:lnTo>
                <a:close/>
              </a:path>
              <a:path w="24129" h="24129">
                <a:moveTo>
                  <a:pt x="2869" y="18993"/>
                </a:move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8855" y="3141"/>
                </a:lnTo>
                <a:lnTo>
                  <a:pt x="17406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3939" y="7926"/>
                </a:lnTo>
                <a:lnTo>
                  <a:pt x="23960" y="17383"/>
                </a:lnTo>
                <a:lnTo>
                  <a:pt x="6009" y="17383"/>
                </a:lnTo>
                <a:lnTo>
                  <a:pt x="2869" y="18993"/>
                </a:lnTo>
                <a:close/>
              </a:path>
              <a:path w="24129" h="24129">
                <a:moveTo>
                  <a:pt x="23939" y="7926"/>
                </a:moveTo>
                <a:lnTo>
                  <a:pt x="19334" y="7926"/>
                </a:lnTo>
                <a:lnTo>
                  <a:pt x="22464" y="6327"/>
                </a:lnTo>
                <a:lnTo>
                  <a:pt x="23938" y="7540"/>
                </a:lnTo>
                <a:lnTo>
                  <a:pt x="23939" y="7926"/>
                </a:lnTo>
                <a:close/>
              </a:path>
              <a:path w="24129" h="24129">
                <a:moveTo>
                  <a:pt x="17702" y="23937"/>
                </a:moveTo>
                <a:lnTo>
                  <a:pt x="7540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23" y="18109"/>
                </a:lnTo>
                <a:lnTo>
                  <a:pt x="5967" y="17383"/>
                </a:lnTo>
                <a:lnTo>
                  <a:pt x="19164" y="17383"/>
                </a:lnTo>
                <a:lnTo>
                  <a:pt x="18109" y="18109"/>
                </a:lnTo>
                <a:lnTo>
                  <a:pt x="17500" y="18993"/>
                </a:lnTo>
                <a:lnTo>
                  <a:pt x="17462" y="19334"/>
                </a:lnTo>
                <a:lnTo>
                  <a:pt x="18911" y="22463"/>
                </a:lnTo>
                <a:lnTo>
                  <a:pt x="19016" y="22690"/>
                </a:lnTo>
                <a:lnTo>
                  <a:pt x="17702" y="23937"/>
                </a:lnTo>
                <a:close/>
              </a:path>
              <a:path w="24129" h="24129">
                <a:moveTo>
                  <a:pt x="22712" y="18993"/>
                </a:moveTo>
                <a:lnTo>
                  <a:pt x="20731" y="18109"/>
                </a:lnTo>
                <a:lnTo>
                  <a:pt x="19164" y="17383"/>
                </a:lnTo>
                <a:lnTo>
                  <a:pt x="23960" y="17383"/>
                </a:lnTo>
                <a:lnTo>
                  <a:pt x="23961" y="17678"/>
                </a:lnTo>
                <a:lnTo>
                  <a:pt x="22712" y="1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01109" y="7437393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07" y="44927"/>
                </a:moveTo>
                <a:lnTo>
                  <a:pt x="17259" y="43646"/>
                </a:lnTo>
                <a:lnTo>
                  <a:pt x="18790" y="39620"/>
                </a:lnTo>
                <a:lnTo>
                  <a:pt x="18109" y="38792"/>
                </a:lnTo>
                <a:lnTo>
                  <a:pt x="16148" y="37432"/>
                </a:lnTo>
                <a:lnTo>
                  <a:pt x="8675" y="40573"/>
                </a:lnTo>
                <a:lnTo>
                  <a:pt x="6339" y="37704"/>
                </a:lnTo>
                <a:lnTo>
                  <a:pt x="7938" y="34574"/>
                </a:lnTo>
                <a:lnTo>
                  <a:pt x="6498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01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24"/>
                </a:lnTo>
                <a:lnTo>
                  <a:pt x="5998" y="17723"/>
                </a:lnTo>
                <a:lnTo>
                  <a:pt x="7223" y="17020"/>
                </a:lnTo>
                <a:lnTo>
                  <a:pt x="8595" y="15059"/>
                </a:lnTo>
                <a:lnTo>
                  <a:pt x="5443" y="7586"/>
                </a:lnTo>
                <a:lnTo>
                  <a:pt x="8312" y="5238"/>
                </a:lnTo>
                <a:lnTo>
                  <a:pt x="11442" y="6837"/>
                </a:lnTo>
                <a:lnTo>
                  <a:pt x="13755" y="5409"/>
                </a:lnTo>
                <a:lnTo>
                  <a:pt x="17202" y="7041"/>
                </a:lnTo>
                <a:lnTo>
                  <a:pt x="18586" y="5658"/>
                </a:lnTo>
                <a:lnTo>
                  <a:pt x="17554" y="861"/>
                </a:lnTo>
                <a:lnTo>
                  <a:pt x="20105" y="56"/>
                </a:lnTo>
                <a:lnTo>
                  <a:pt x="27011" y="0"/>
                </a:lnTo>
                <a:lnTo>
                  <a:pt x="29585" y="895"/>
                </a:lnTo>
                <a:lnTo>
                  <a:pt x="28496" y="5635"/>
                </a:lnTo>
                <a:lnTo>
                  <a:pt x="29506" y="6645"/>
                </a:lnTo>
                <a:lnTo>
                  <a:pt x="33645" y="6089"/>
                </a:lnTo>
                <a:lnTo>
                  <a:pt x="35266" y="6180"/>
                </a:lnTo>
                <a:lnTo>
                  <a:pt x="39303" y="5601"/>
                </a:lnTo>
                <a:lnTo>
                  <a:pt x="40777" y="6985"/>
                </a:lnTo>
                <a:lnTo>
                  <a:pt x="39145" y="10534"/>
                </a:lnTo>
                <a:lnTo>
                  <a:pt x="40596" y="12666"/>
                </a:lnTo>
                <a:lnTo>
                  <a:pt x="38963" y="16113"/>
                </a:lnTo>
                <a:lnTo>
                  <a:pt x="40437" y="17587"/>
                </a:lnTo>
                <a:lnTo>
                  <a:pt x="45019" y="16329"/>
                </a:lnTo>
                <a:lnTo>
                  <a:pt x="45812" y="18200"/>
                </a:lnTo>
                <a:lnTo>
                  <a:pt x="46005" y="26897"/>
                </a:lnTo>
                <a:lnTo>
                  <a:pt x="44724" y="28757"/>
                </a:lnTo>
                <a:lnTo>
                  <a:pt x="40698" y="27226"/>
                </a:lnTo>
                <a:lnTo>
                  <a:pt x="39870" y="27906"/>
                </a:lnTo>
                <a:lnTo>
                  <a:pt x="38510" y="29868"/>
                </a:lnTo>
                <a:lnTo>
                  <a:pt x="41651" y="37341"/>
                </a:lnTo>
                <a:lnTo>
                  <a:pt x="38782" y="39688"/>
                </a:lnTo>
                <a:lnTo>
                  <a:pt x="35652" y="38078"/>
                </a:lnTo>
                <a:lnTo>
                  <a:pt x="33338" y="39518"/>
                </a:lnTo>
                <a:lnTo>
                  <a:pt x="29891" y="37885"/>
                </a:lnTo>
                <a:lnTo>
                  <a:pt x="28417" y="39359"/>
                </a:lnTo>
                <a:lnTo>
                  <a:pt x="29676" y="43941"/>
                </a:lnTo>
                <a:lnTo>
                  <a:pt x="27816" y="44734"/>
                </a:lnTo>
                <a:lnTo>
                  <a:pt x="19107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828302" y="743691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415"/>
                </a:moveTo>
                <a:lnTo>
                  <a:pt x="29653" y="44440"/>
                </a:lnTo>
                <a:lnTo>
                  <a:pt x="25129" y="45415"/>
                </a:lnTo>
                <a:lnTo>
                  <a:pt x="20842" y="44712"/>
                </a:lnTo>
                <a:lnTo>
                  <a:pt x="16182" y="44712"/>
                </a:lnTo>
                <a:lnTo>
                  <a:pt x="13245" y="45233"/>
                </a:lnTo>
                <a:lnTo>
                  <a:pt x="11385" y="44428"/>
                </a:lnTo>
                <a:lnTo>
                  <a:pt x="12587" y="39858"/>
                </a:lnTo>
                <a:lnTo>
                  <a:pt x="12054" y="39269"/>
                </a:lnTo>
                <a:lnTo>
                  <a:pt x="10682" y="38600"/>
                </a:lnTo>
                <a:lnTo>
                  <a:pt x="7870" y="40108"/>
                </a:lnTo>
                <a:lnTo>
                  <a:pt x="5737" y="38690"/>
                </a:lnTo>
                <a:lnTo>
                  <a:pt x="7370" y="34585"/>
                </a:lnTo>
                <a:lnTo>
                  <a:pt x="5976" y="33191"/>
                </a:lnTo>
                <a:lnTo>
                  <a:pt x="1542" y="34574"/>
                </a:lnTo>
                <a:lnTo>
                  <a:pt x="33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4"/>
                </a:lnTo>
                <a:lnTo>
                  <a:pt x="7336" y="10965"/>
                </a:lnTo>
                <a:lnTo>
                  <a:pt x="5704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9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81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5" y="7336"/>
                </a:lnTo>
                <a:lnTo>
                  <a:pt x="38362" y="5703"/>
                </a:lnTo>
                <a:lnTo>
                  <a:pt x="40177" y="7518"/>
                </a:lnTo>
                <a:lnTo>
                  <a:pt x="38362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20" y="12961"/>
                </a:lnTo>
                <a:lnTo>
                  <a:pt x="43919" y="16397"/>
                </a:lnTo>
                <a:lnTo>
                  <a:pt x="44712" y="17497"/>
                </a:lnTo>
                <a:lnTo>
                  <a:pt x="44054" y="20966"/>
                </a:lnTo>
                <a:lnTo>
                  <a:pt x="45563" y="24969"/>
                </a:lnTo>
                <a:lnTo>
                  <a:pt x="44474" y="29346"/>
                </a:lnTo>
                <a:lnTo>
                  <a:pt x="45381" y="33157"/>
                </a:lnTo>
                <a:lnTo>
                  <a:pt x="43805" y="34733"/>
                </a:lnTo>
                <a:lnTo>
                  <a:pt x="40358" y="33100"/>
                </a:lnTo>
                <a:lnTo>
                  <a:pt x="39269" y="33826"/>
                </a:lnTo>
                <a:lnTo>
                  <a:pt x="38623" y="35243"/>
                </a:lnTo>
                <a:lnTo>
                  <a:pt x="40074" y="37953"/>
                </a:lnTo>
                <a:lnTo>
                  <a:pt x="38748" y="40108"/>
                </a:lnTo>
                <a:lnTo>
                  <a:pt x="34552" y="38543"/>
                </a:lnTo>
                <a:lnTo>
                  <a:pt x="33066" y="40028"/>
                </a:lnTo>
                <a:lnTo>
                  <a:pt x="34699" y="44133"/>
                </a:lnTo>
                <a:lnTo>
                  <a:pt x="32772" y="454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154884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72" y="45381"/>
                </a:moveTo>
                <a:lnTo>
                  <a:pt x="29653" y="44406"/>
                </a:lnTo>
                <a:lnTo>
                  <a:pt x="25128" y="45381"/>
                </a:lnTo>
                <a:lnTo>
                  <a:pt x="20842" y="44678"/>
                </a:lnTo>
                <a:lnTo>
                  <a:pt x="16182" y="44678"/>
                </a:lnTo>
                <a:lnTo>
                  <a:pt x="13245" y="45199"/>
                </a:lnTo>
                <a:lnTo>
                  <a:pt x="11385" y="44394"/>
                </a:lnTo>
                <a:lnTo>
                  <a:pt x="12587" y="39824"/>
                </a:lnTo>
                <a:lnTo>
                  <a:pt x="12054" y="39235"/>
                </a:lnTo>
                <a:lnTo>
                  <a:pt x="10682" y="38566"/>
                </a:lnTo>
                <a:lnTo>
                  <a:pt x="7870" y="40074"/>
                </a:lnTo>
                <a:lnTo>
                  <a:pt x="5737" y="38656"/>
                </a:lnTo>
                <a:lnTo>
                  <a:pt x="7370" y="34551"/>
                </a:lnTo>
                <a:lnTo>
                  <a:pt x="5976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611" y="12020"/>
                </a:lnTo>
                <a:lnTo>
                  <a:pt x="7336" y="10931"/>
                </a:lnTo>
                <a:lnTo>
                  <a:pt x="5704" y="7484"/>
                </a:lnTo>
                <a:lnTo>
                  <a:pt x="7518" y="5669"/>
                </a:lnTo>
                <a:lnTo>
                  <a:pt x="10965" y="7302"/>
                </a:lnTo>
                <a:lnTo>
                  <a:pt x="12054" y="6576"/>
                </a:lnTo>
                <a:lnTo>
                  <a:pt x="12587" y="5975"/>
                </a:lnTo>
                <a:lnTo>
                  <a:pt x="11385" y="1417"/>
                </a:lnTo>
                <a:lnTo>
                  <a:pt x="14537" y="45"/>
                </a:lnTo>
                <a:lnTo>
                  <a:pt x="20184" y="1133"/>
                </a:lnTo>
                <a:lnTo>
                  <a:pt x="25525" y="1133"/>
                </a:lnTo>
                <a:lnTo>
                  <a:pt x="31569" y="0"/>
                </a:lnTo>
                <a:lnTo>
                  <a:pt x="34574" y="1508"/>
                </a:lnTo>
                <a:lnTo>
                  <a:pt x="33191" y="5941"/>
                </a:lnTo>
                <a:lnTo>
                  <a:pt x="34585" y="7336"/>
                </a:lnTo>
                <a:lnTo>
                  <a:pt x="38690" y="5703"/>
                </a:lnTo>
                <a:lnTo>
                  <a:pt x="40108" y="7835"/>
                </a:lnTo>
                <a:lnTo>
                  <a:pt x="38600" y="10647"/>
                </a:lnTo>
                <a:lnTo>
                  <a:pt x="39269" y="12020"/>
                </a:lnTo>
                <a:lnTo>
                  <a:pt x="40358" y="12745"/>
                </a:lnTo>
                <a:lnTo>
                  <a:pt x="43805" y="11112"/>
                </a:lnTo>
                <a:lnTo>
                  <a:pt x="45619" y="12927"/>
                </a:lnTo>
                <a:lnTo>
                  <a:pt x="43918" y="16363"/>
                </a:lnTo>
                <a:lnTo>
                  <a:pt x="44712" y="17463"/>
                </a:lnTo>
                <a:lnTo>
                  <a:pt x="44054" y="20932"/>
                </a:lnTo>
                <a:lnTo>
                  <a:pt x="45563" y="24935"/>
                </a:lnTo>
                <a:lnTo>
                  <a:pt x="44474" y="29312"/>
                </a:lnTo>
                <a:lnTo>
                  <a:pt x="45381" y="33123"/>
                </a:lnTo>
                <a:lnTo>
                  <a:pt x="43805" y="34699"/>
                </a:lnTo>
                <a:lnTo>
                  <a:pt x="40358" y="33066"/>
                </a:lnTo>
                <a:lnTo>
                  <a:pt x="39269" y="33792"/>
                </a:lnTo>
                <a:lnTo>
                  <a:pt x="38623" y="35209"/>
                </a:lnTo>
                <a:lnTo>
                  <a:pt x="40085" y="37919"/>
                </a:lnTo>
                <a:lnTo>
                  <a:pt x="38759" y="40074"/>
                </a:lnTo>
                <a:lnTo>
                  <a:pt x="34552" y="38509"/>
                </a:lnTo>
                <a:lnTo>
                  <a:pt x="33066" y="39994"/>
                </a:lnTo>
                <a:lnTo>
                  <a:pt x="34699" y="44099"/>
                </a:lnTo>
                <a:lnTo>
                  <a:pt x="32772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481477" y="74369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293" y="45188"/>
                </a:moveTo>
                <a:lnTo>
                  <a:pt x="29166" y="44632"/>
                </a:lnTo>
                <a:lnTo>
                  <a:pt x="26557" y="44768"/>
                </a:lnTo>
                <a:lnTo>
                  <a:pt x="24743" y="44576"/>
                </a:lnTo>
                <a:lnTo>
                  <a:pt x="21126" y="44780"/>
                </a:lnTo>
                <a:lnTo>
                  <a:pt x="19288" y="44678"/>
                </a:lnTo>
                <a:lnTo>
                  <a:pt x="16397" y="44678"/>
                </a:lnTo>
                <a:lnTo>
                  <a:pt x="12938" y="45222"/>
                </a:lnTo>
                <a:lnTo>
                  <a:pt x="11237" y="44190"/>
                </a:lnTo>
                <a:lnTo>
                  <a:pt x="12689" y="39983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6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1" y="34540"/>
                </a:lnTo>
                <a:lnTo>
                  <a:pt x="33" y="31535"/>
                </a:lnTo>
                <a:lnTo>
                  <a:pt x="1167" y="25491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302"/>
                </a:lnTo>
                <a:lnTo>
                  <a:pt x="12042" y="6576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45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97" y="7835"/>
                </a:lnTo>
                <a:lnTo>
                  <a:pt x="38588" y="10647"/>
                </a:lnTo>
                <a:lnTo>
                  <a:pt x="39257" y="12020"/>
                </a:lnTo>
                <a:lnTo>
                  <a:pt x="40346" y="12745"/>
                </a:lnTo>
                <a:lnTo>
                  <a:pt x="43793" y="11112"/>
                </a:lnTo>
                <a:lnTo>
                  <a:pt x="45608" y="12927"/>
                </a:lnTo>
                <a:lnTo>
                  <a:pt x="43907" y="16363"/>
                </a:lnTo>
                <a:lnTo>
                  <a:pt x="44701" y="17463"/>
                </a:lnTo>
                <a:lnTo>
                  <a:pt x="44701" y="29675"/>
                </a:lnTo>
                <a:lnTo>
                  <a:pt x="45212" y="32590"/>
                </a:lnTo>
                <a:lnTo>
                  <a:pt x="44406" y="34483"/>
                </a:lnTo>
                <a:lnTo>
                  <a:pt x="39825" y="33225"/>
                </a:lnTo>
                <a:lnTo>
                  <a:pt x="38600" y="34449"/>
                </a:lnTo>
                <a:lnTo>
                  <a:pt x="40029" y="38826"/>
                </a:lnTo>
                <a:lnTo>
                  <a:pt x="37841" y="39983"/>
                </a:lnTo>
                <a:lnTo>
                  <a:pt x="35312" y="38634"/>
                </a:lnTo>
                <a:lnTo>
                  <a:pt x="33815" y="39235"/>
                </a:lnTo>
                <a:lnTo>
                  <a:pt x="33089" y="40323"/>
                </a:lnTo>
                <a:lnTo>
                  <a:pt x="34722" y="43771"/>
                </a:lnTo>
                <a:lnTo>
                  <a:pt x="33293" y="45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813491" y="74423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8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57"/>
                </a:lnTo>
                <a:lnTo>
                  <a:pt x="27702" y="5760"/>
                </a:lnTo>
                <a:lnTo>
                  <a:pt x="28383" y="6611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8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18719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146684" y="744897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81400" y="7590014"/>
            <a:ext cx="66269" cy="6665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07993" y="7590014"/>
            <a:ext cx="66257" cy="66654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9333486" y="759475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39447" y="1462"/>
                </a:moveTo>
                <a:lnTo>
                  <a:pt x="30912" y="1462"/>
                </a:lnTo>
                <a:lnTo>
                  <a:pt x="36037" y="0"/>
                </a:lnTo>
                <a:lnTo>
                  <a:pt x="39447" y="1462"/>
                </a:lnTo>
                <a:close/>
              </a:path>
              <a:path w="56515" h="57150">
                <a:moveTo>
                  <a:pt x="39507" y="7348"/>
                </a:moveTo>
                <a:lnTo>
                  <a:pt x="15921" y="7348"/>
                </a:lnTo>
                <a:lnTo>
                  <a:pt x="17009" y="6622"/>
                </a:lnTo>
                <a:lnTo>
                  <a:pt x="17390" y="6055"/>
                </a:lnTo>
                <a:lnTo>
                  <a:pt x="16547" y="1462"/>
                </a:lnTo>
                <a:lnTo>
                  <a:pt x="16522" y="1326"/>
                </a:lnTo>
                <a:lnTo>
                  <a:pt x="18461" y="748"/>
                </a:lnTo>
                <a:lnTo>
                  <a:pt x="20933" y="1179"/>
                </a:lnTo>
                <a:lnTo>
                  <a:pt x="27921" y="1179"/>
                </a:lnTo>
                <a:lnTo>
                  <a:pt x="30912" y="1462"/>
                </a:lnTo>
                <a:lnTo>
                  <a:pt x="39476" y="1462"/>
                </a:lnTo>
                <a:lnTo>
                  <a:pt x="38308" y="5715"/>
                </a:lnTo>
                <a:lnTo>
                  <a:pt x="38215" y="6055"/>
                </a:lnTo>
                <a:lnTo>
                  <a:pt x="39507" y="7348"/>
                </a:lnTo>
                <a:close/>
              </a:path>
              <a:path w="56515" h="57150">
                <a:moveTo>
                  <a:pt x="27921" y="1179"/>
                </a:moveTo>
                <a:lnTo>
                  <a:pt x="24233" y="1179"/>
                </a:lnTo>
                <a:lnTo>
                  <a:pt x="26126" y="1009"/>
                </a:lnTo>
                <a:lnTo>
                  <a:pt x="27921" y="1179"/>
                </a:lnTo>
                <a:close/>
              </a:path>
              <a:path w="56515" h="57150">
                <a:moveTo>
                  <a:pt x="15921" y="7348"/>
                </a:moveTo>
                <a:lnTo>
                  <a:pt x="10841" y="7348"/>
                </a:lnTo>
                <a:lnTo>
                  <a:pt x="12473" y="5715"/>
                </a:lnTo>
                <a:lnTo>
                  <a:pt x="15921" y="7348"/>
                </a:lnTo>
                <a:close/>
              </a:path>
              <a:path w="56515" h="57150">
                <a:moveTo>
                  <a:pt x="45009" y="7348"/>
                </a:moveTo>
                <a:lnTo>
                  <a:pt x="40079" y="7348"/>
                </a:lnTo>
                <a:lnTo>
                  <a:pt x="43294" y="5715"/>
                </a:lnTo>
                <a:lnTo>
                  <a:pt x="43624" y="6055"/>
                </a:lnTo>
                <a:lnTo>
                  <a:pt x="45009" y="7348"/>
                </a:lnTo>
                <a:close/>
              </a:path>
              <a:path w="56515" h="57150">
                <a:moveTo>
                  <a:pt x="50273" y="12972"/>
                </a:moveTo>
                <a:lnTo>
                  <a:pt x="10659" y="12972"/>
                </a:lnTo>
                <a:lnTo>
                  <a:pt x="12473" y="11158"/>
                </a:lnTo>
                <a:lnTo>
                  <a:pt x="10568" y="7348"/>
                </a:lnTo>
                <a:lnTo>
                  <a:pt x="45204" y="7348"/>
                </a:lnTo>
                <a:lnTo>
                  <a:pt x="43346" y="11158"/>
                </a:lnTo>
                <a:lnTo>
                  <a:pt x="44984" y="12825"/>
                </a:lnTo>
                <a:lnTo>
                  <a:pt x="50175" y="12825"/>
                </a:lnTo>
                <a:lnTo>
                  <a:pt x="50273" y="12972"/>
                </a:lnTo>
                <a:close/>
              </a:path>
              <a:path w="56515" h="57150">
                <a:moveTo>
                  <a:pt x="50672" y="18177"/>
                </a:moveTo>
                <a:lnTo>
                  <a:pt x="5119" y="18177"/>
                </a:lnTo>
                <a:lnTo>
                  <a:pt x="6123" y="17508"/>
                </a:lnTo>
                <a:lnTo>
                  <a:pt x="6728" y="16601"/>
                </a:lnTo>
                <a:lnTo>
                  <a:pt x="6849" y="16419"/>
                </a:lnTo>
                <a:lnTo>
                  <a:pt x="5216" y="12972"/>
                </a:lnTo>
                <a:lnTo>
                  <a:pt x="7030" y="11158"/>
                </a:lnTo>
                <a:lnTo>
                  <a:pt x="10659" y="12972"/>
                </a:lnTo>
                <a:lnTo>
                  <a:pt x="50273" y="12972"/>
                </a:lnTo>
                <a:lnTo>
                  <a:pt x="50507" y="13324"/>
                </a:lnTo>
                <a:lnTo>
                  <a:pt x="48987" y="16136"/>
                </a:lnTo>
                <a:lnTo>
                  <a:pt x="49668" y="17508"/>
                </a:lnTo>
                <a:lnTo>
                  <a:pt x="50672" y="18177"/>
                </a:lnTo>
                <a:close/>
              </a:path>
              <a:path w="56515" h="57150">
                <a:moveTo>
                  <a:pt x="50175" y="12825"/>
                </a:moveTo>
                <a:lnTo>
                  <a:pt x="44984" y="12825"/>
                </a:lnTo>
                <a:lnTo>
                  <a:pt x="49175" y="11158"/>
                </a:lnTo>
                <a:lnTo>
                  <a:pt x="50175" y="12825"/>
                </a:lnTo>
                <a:close/>
              </a:path>
              <a:path w="56515" h="57150">
                <a:moveTo>
                  <a:pt x="1542" y="40142"/>
                </a:moveTo>
                <a:lnTo>
                  <a:pt x="92" y="38611"/>
                </a:lnTo>
                <a:lnTo>
                  <a:pt x="827" y="34733"/>
                </a:lnTo>
                <a:lnTo>
                  <a:pt x="226" y="31070"/>
                </a:lnTo>
                <a:lnTo>
                  <a:pt x="31" y="26421"/>
                </a:lnTo>
                <a:lnTo>
                  <a:pt x="0" y="25661"/>
                </a:lnTo>
                <a:lnTo>
                  <a:pt x="918" y="21987"/>
                </a:lnTo>
                <a:lnTo>
                  <a:pt x="68" y="18415"/>
                </a:lnTo>
                <a:lnTo>
                  <a:pt x="11" y="18177"/>
                </a:lnTo>
                <a:lnTo>
                  <a:pt x="1587" y="16601"/>
                </a:lnTo>
                <a:lnTo>
                  <a:pt x="4915" y="18177"/>
                </a:lnTo>
                <a:lnTo>
                  <a:pt x="55769" y="18177"/>
                </a:lnTo>
                <a:lnTo>
                  <a:pt x="56007" y="18415"/>
                </a:lnTo>
                <a:lnTo>
                  <a:pt x="54306" y="21851"/>
                </a:lnTo>
                <a:lnTo>
                  <a:pt x="55100" y="22951"/>
                </a:lnTo>
                <a:lnTo>
                  <a:pt x="54442" y="26421"/>
                </a:lnTo>
                <a:lnTo>
                  <a:pt x="55961" y="30424"/>
                </a:lnTo>
                <a:lnTo>
                  <a:pt x="54879" y="34733"/>
                </a:lnTo>
                <a:lnTo>
                  <a:pt x="55709" y="38361"/>
                </a:lnTo>
                <a:lnTo>
                  <a:pt x="5352" y="38361"/>
                </a:lnTo>
                <a:lnTo>
                  <a:pt x="1542" y="40142"/>
                </a:lnTo>
                <a:close/>
              </a:path>
              <a:path w="56515" h="57150">
                <a:moveTo>
                  <a:pt x="55769" y="18177"/>
                </a:moveTo>
                <a:lnTo>
                  <a:pt x="50876" y="18177"/>
                </a:lnTo>
                <a:lnTo>
                  <a:pt x="54192" y="16601"/>
                </a:lnTo>
                <a:lnTo>
                  <a:pt x="55769" y="18177"/>
                </a:lnTo>
                <a:close/>
              </a:path>
              <a:path w="56515" h="57150">
                <a:moveTo>
                  <a:pt x="7272" y="45369"/>
                </a:moveTo>
                <a:lnTo>
                  <a:pt x="6551" y="45369"/>
                </a:lnTo>
                <a:lnTo>
                  <a:pt x="5340" y="43544"/>
                </a:lnTo>
                <a:lnTo>
                  <a:pt x="7030" y="40357"/>
                </a:lnTo>
                <a:lnTo>
                  <a:pt x="5352" y="38361"/>
                </a:lnTo>
                <a:lnTo>
                  <a:pt x="50227" y="38361"/>
                </a:lnTo>
                <a:lnTo>
                  <a:pt x="49001" y="40357"/>
                </a:lnTo>
                <a:lnTo>
                  <a:pt x="50552" y="43827"/>
                </a:lnTo>
                <a:lnTo>
                  <a:pt x="11149" y="43827"/>
                </a:lnTo>
                <a:lnTo>
                  <a:pt x="7272" y="45369"/>
                </a:lnTo>
                <a:close/>
              </a:path>
              <a:path w="56515" h="57150">
                <a:moveTo>
                  <a:pt x="54385" y="40006"/>
                </a:moveTo>
                <a:lnTo>
                  <a:pt x="49965" y="38361"/>
                </a:lnTo>
                <a:lnTo>
                  <a:pt x="55709" y="38361"/>
                </a:lnTo>
                <a:lnTo>
                  <a:pt x="55769" y="38611"/>
                </a:lnTo>
                <a:lnTo>
                  <a:pt x="54385" y="40006"/>
                </a:lnTo>
                <a:close/>
              </a:path>
              <a:path w="56515" h="57150">
                <a:moveTo>
                  <a:pt x="42751" y="50869"/>
                </a:moveTo>
                <a:lnTo>
                  <a:pt x="40107" y="49486"/>
                </a:lnTo>
                <a:lnTo>
                  <a:pt x="10730" y="49486"/>
                </a:lnTo>
                <a:lnTo>
                  <a:pt x="12387" y="45369"/>
                </a:lnTo>
                <a:lnTo>
                  <a:pt x="12212" y="45369"/>
                </a:lnTo>
                <a:lnTo>
                  <a:pt x="10670" y="43827"/>
                </a:lnTo>
                <a:lnTo>
                  <a:pt x="44818" y="43827"/>
                </a:lnTo>
                <a:lnTo>
                  <a:pt x="43794" y="45369"/>
                </a:lnTo>
                <a:lnTo>
                  <a:pt x="44758" y="49486"/>
                </a:lnTo>
                <a:lnTo>
                  <a:pt x="44848" y="49871"/>
                </a:lnTo>
                <a:lnTo>
                  <a:pt x="42751" y="50869"/>
                </a:lnTo>
                <a:close/>
              </a:path>
              <a:path w="56515" h="57150">
                <a:moveTo>
                  <a:pt x="49021" y="45369"/>
                </a:moveTo>
                <a:lnTo>
                  <a:pt x="48623" y="45369"/>
                </a:lnTo>
                <a:lnTo>
                  <a:pt x="44746" y="43827"/>
                </a:lnTo>
                <a:lnTo>
                  <a:pt x="50552" y="43827"/>
                </a:lnTo>
                <a:lnTo>
                  <a:pt x="49021" y="45369"/>
                </a:lnTo>
                <a:close/>
              </a:path>
              <a:path w="56515" h="57150">
                <a:moveTo>
                  <a:pt x="12802" y="51017"/>
                </a:moveTo>
                <a:lnTo>
                  <a:pt x="10560" y="49486"/>
                </a:lnTo>
                <a:lnTo>
                  <a:pt x="15649" y="49486"/>
                </a:lnTo>
                <a:lnTo>
                  <a:pt x="12802" y="51017"/>
                </a:lnTo>
                <a:close/>
              </a:path>
              <a:path w="56515" h="57150">
                <a:moveTo>
                  <a:pt x="17792" y="56573"/>
                </a:moveTo>
                <a:lnTo>
                  <a:pt x="16125" y="54520"/>
                </a:lnTo>
                <a:lnTo>
                  <a:pt x="17723" y="51402"/>
                </a:lnTo>
                <a:lnTo>
                  <a:pt x="17009" y="50166"/>
                </a:lnTo>
                <a:lnTo>
                  <a:pt x="15649" y="49486"/>
                </a:lnTo>
                <a:lnTo>
                  <a:pt x="40632" y="49486"/>
                </a:lnTo>
                <a:lnTo>
                  <a:pt x="38782" y="50166"/>
                </a:lnTo>
                <a:lnTo>
                  <a:pt x="38313" y="50869"/>
                </a:lnTo>
                <a:lnTo>
                  <a:pt x="38215" y="51017"/>
                </a:lnTo>
                <a:lnTo>
                  <a:pt x="38126" y="51402"/>
                </a:lnTo>
                <a:lnTo>
                  <a:pt x="39603" y="54520"/>
                </a:lnTo>
                <a:lnTo>
                  <a:pt x="39689" y="54702"/>
                </a:lnTo>
                <a:lnTo>
                  <a:pt x="38822" y="55575"/>
                </a:lnTo>
                <a:lnTo>
                  <a:pt x="26749" y="55575"/>
                </a:lnTo>
                <a:lnTo>
                  <a:pt x="17792" y="56573"/>
                </a:lnTo>
                <a:close/>
              </a:path>
              <a:path w="56515" h="57150">
                <a:moveTo>
                  <a:pt x="38271" y="56131"/>
                </a:moveTo>
                <a:lnTo>
                  <a:pt x="34132" y="55575"/>
                </a:lnTo>
                <a:lnTo>
                  <a:pt x="38822" y="55575"/>
                </a:lnTo>
                <a:lnTo>
                  <a:pt x="38271" y="56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659563" y="7594810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45807" y="7291"/>
                </a:moveTo>
                <a:lnTo>
                  <a:pt x="10982" y="7291"/>
                </a:lnTo>
                <a:lnTo>
                  <a:pt x="12060" y="6565"/>
                </a:lnTo>
                <a:lnTo>
                  <a:pt x="12581" y="5987"/>
                </a:lnTo>
                <a:lnTo>
                  <a:pt x="11387" y="1292"/>
                </a:lnTo>
                <a:lnTo>
                  <a:pt x="35609" y="1292"/>
                </a:lnTo>
                <a:lnTo>
                  <a:pt x="43799" y="0"/>
                </a:lnTo>
                <a:lnTo>
                  <a:pt x="45614" y="2211"/>
                </a:lnTo>
                <a:lnTo>
                  <a:pt x="44003" y="5329"/>
                </a:lnTo>
                <a:lnTo>
                  <a:pt x="44718" y="6565"/>
                </a:lnTo>
                <a:lnTo>
                  <a:pt x="45807" y="7291"/>
                </a:lnTo>
                <a:close/>
              </a:path>
              <a:path w="56515" h="57150">
                <a:moveTo>
                  <a:pt x="16017" y="1292"/>
                </a:moveTo>
                <a:lnTo>
                  <a:pt x="11655" y="1292"/>
                </a:lnTo>
                <a:lnTo>
                  <a:pt x="13432" y="544"/>
                </a:lnTo>
                <a:lnTo>
                  <a:pt x="16017" y="1292"/>
                </a:lnTo>
                <a:close/>
              </a:path>
              <a:path w="56515" h="57150">
                <a:moveTo>
                  <a:pt x="35274" y="1292"/>
                </a:moveTo>
                <a:lnTo>
                  <a:pt x="16017" y="1292"/>
                </a:lnTo>
                <a:lnTo>
                  <a:pt x="22670" y="544"/>
                </a:lnTo>
                <a:lnTo>
                  <a:pt x="28978" y="544"/>
                </a:lnTo>
                <a:lnTo>
                  <a:pt x="35274" y="1292"/>
                </a:lnTo>
                <a:close/>
              </a:path>
              <a:path w="56515" h="57150">
                <a:moveTo>
                  <a:pt x="51220" y="12711"/>
                </a:moveTo>
                <a:lnTo>
                  <a:pt x="5403" y="12711"/>
                </a:lnTo>
                <a:lnTo>
                  <a:pt x="6628" y="12008"/>
                </a:lnTo>
                <a:lnTo>
                  <a:pt x="7354" y="10920"/>
                </a:lnTo>
                <a:lnTo>
                  <a:pt x="5721" y="7472"/>
                </a:lnTo>
                <a:lnTo>
                  <a:pt x="7535" y="5658"/>
                </a:lnTo>
                <a:lnTo>
                  <a:pt x="10982" y="7291"/>
                </a:lnTo>
                <a:lnTo>
                  <a:pt x="50934" y="7291"/>
                </a:lnTo>
                <a:lnTo>
                  <a:pt x="49491" y="10920"/>
                </a:lnTo>
                <a:lnTo>
                  <a:pt x="49410" y="11124"/>
                </a:lnTo>
                <a:lnTo>
                  <a:pt x="49324" y="11339"/>
                </a:lnTo>
                <a:lnTo>
                  <a:pt x="49151" y="11339"/>
                </a:lnTo>
                <a:lnTo>
                  <a:pt x="51220" y="12711"/>
                </a:lnTo>
                <a:close/>
              </a:path>
              <a:path w="56515" h="57150">
                <a:moveTo>
                  <a:pt x="50887" y="7291"/>
                </a:moveTo>
                <a:lnTo>
                  <a:pt x="45807" y="7291"/>
                </a:lnTo>
                <a:lnTo>
                  <a:pt x="49254" y="5658"/>
                </a:lnTo>
                <a:lnTo>
                  <a:pt x="50887" y="7291"/>
                </a:lnTo>
                <a:close/>
              </a:path>
              <a:path w="56515" h="57150">
                <a:moveTo>
                  <a:pt x="5403" y="12711"/>
                </a:moveTo>
                <a:lnTo>
                  <a:pt x="331" y="12711"/>
                </a:lnTo>
                <a:lnTo>
                  <a:pt x="2273" y="11124"/>
                </a:lnTo>
                <a:lnTo>
                  <a:pt x="5403" y="12711"/>
                </a:lnTo>
                <a:close/>
              </a:path>
              <a:path w="56515" h="57150">
                <a:moveTo>
                  <a:pt x="2092" y="45573"/>
                </a:moveTo>
                <a:lnTo>
                  <a:pt x="1185" y="44666"/>
                </a:lnTo>
                <a:lnTo>
                  <a:pt x="529" y="43941"/>
                </a:lnTo>
                <a:lnTo>
                  <a:pt x="1358" y="40459"/>
                </a:lnTo>
                <a:lnTo>
                  <a:pt x="1423" y="40187"/>
                </a:lnTo>
                <a:lnTo>
                  <a:pt x="470" y="36366"/>
                </a:lnTo>
                <a:lnTo>
                  <a:pt x="856" y="31286"/>
                </a:lnTo>
                <a:lnTo>
                  <a:pt x="1389" y="26546"/>
                </a:lnTo>
                <a:lnTo>
                  <a:pt x="947" y="24675"/>
                </a:lnTo>
                <a:lnTo>
                  <a:pt x="1423" y="21239"/>
                </a:lnTo>
                <a:lnTo>
                  <a:pt x="0" y="12711"/>
                </a:lnTo>
                <a:lnTo>
                  <a:pt x="51644" y="12711"/>
                </a:lnTo>
                <a:lnTo>
                  <a:pt x="54243" y="11339"/>
                </a:lnTo>
                <a:lnTo>
                  <a:pt x="55604" y="12008"/>
                </a:lnTo>
                <a:lnTo>
                  <a:pt x="55604" y="40459"/>
                </a:lnTo>
                <a:lnTo>
                  <a:pt x="56137" y="43578"/>
                </a:lnTo>
                <a:lnTo>
                  <a:pt x="55960" y="43941"/>
                </a:lnTo>
                <a:lnTo>
                  <a:pt x="5539" y="43941"/>
                </a:lnTo>
                <a:lnTo>
                  <a:pt x="2092" y="45573"/>
                </a:lnTo>
                <a:close/>
              </a:path>
              <a:path w="56515" h="57150">
                <a:moveTo>
                  <a:pt x="7281" y="50948"/>
                </a:moveTo>
                <a:lnTo>
                  <a:pt x="7001" y="50688"/>
                </a:lnTo>
                <a:lnTo>
                  <a:pt x="5789" y="48851"/>
                </a:lnTo>
                <a:lnTo>
                  <a:pt x="7297" y="46038"/>
                </a:lnTo>
                <a:lnTo>
                  <a:pt x="6628" y="44666"/>
                </a:lnTo>
                <a:lnTo>
                  <a:pt x="5539" y="43941"/>
                </a:lnTo>
                <a:lnTo>
                  <a:pt x="50887" y="43941"/>
                </a:lnTo>
                <a:lnTo>
                  <a:pt x="49413" y="45415"/>
                </a:lnTo>
                <a:lnTo>
                  <a:pt x="49460" y="45573"/>
                </a:lnTo>
                <a:lnTo>
                  <a:pt x="50962" y="49350"/>
                </a:lnTo>
                <a:lnTo>
                  <a:pt x="11300" y="49350"/>
                </a:lnTo>
                <a:lnTo>
                  <a:pt x="7281" y="50948"/>
                </a:lnTo>
                <a:close/>
              </a:path>
              <a:path w="56515" h="57150">
                <a:moveTo>
                  <a:pt x="55241" y="45415"/>
                </a:moveTo>
                <a:lnTo>
                  <a:pt x="50454" y="43941"/>
                </a:lnTo>
                <a:lnTo>
                  <a:pt x="55960" y="43941"/>
                </a:lnTo>
                <a:lnTo>
                  <a:pt x="55241" y="45415"/>
                </a:lnTo>
                <a:close/>
              </a:path>
              <a:path w="56515" h="57150">
                <a:moveTo>
                  <a:pt x="14373" y="56675"/>
                </a:moveTo>
                <a:lnTo>
                  <a:pt x="11322" y="55201"/>
                </a:lnTo>
                <a:lnTo>
                  <a:pt x="12618" y="50948"/>
                </a:lnTo>
                <a:lnTo>
                  <a:pt x="12638" y="50688"/>
                </a:lnTo>
                <a:lnTo>
                  <a:pt x="11300" y="49350"/>
                </a:lnTo>
                <a:lnTo>
                  <a:pt x="46276" y="49350"/>
                </a:lnTo>
                <a:lnTo>
                  <a:pt x="44718" y="50109"/>
                </a:lnTo>
                <a:lnTo>
                  <a:pt x="44207" y="50688"/>
                </a:lnTo>
                <a:lnTo>
                  <a:pt x="45330" y="55201"/>
                </a:lnTo>
                <a:lnTo>
                  <a:pt x="45573" y="55201"/>
                </a:lnTo>
                <a:lnTo>
                  <a:pt x="44720" y="55552"/>
                </a:lnTo>
                <a:lnTo>
                  <a:pt x="20326" y="55552"/>
                </a:lnTo>
                <a:lnTo>
                  <a:pt x="14373" y="56675"/>
                </a:lnTo>
                <a:close/>
              </a:path>
              <a:path w="56515" h="57150">
                <a:moveTo>
                  <a:pt x="48902" y="50948"/>
                </a:moveTo>
                <a:lnTo>
                  <a:pt x="45921" y="49350"/>
                </a:lnTo>
                <a:lnTo>
                  <a:pt x="51307" y="49350"/>
                </a:lnTo>
                <a:lnTo>
                  <a:pt x="48902" y="50948"/>
                </a:lnTo>
                <a:close/>
              </a:path>
              <a:path w="56515" h="57150">
                <a:moveTo>
                  <a:pt x="43482" y="56063"/>
                </a:moveTo>
                <a:lnTo>
                  <a:pt x="40624" y="55552"/>
                </a:lnTo>
                <a:lnTo>
                  <a:pt x="44720" y="55552"/>
                </a:lnTo>
                <a:lnTo>
                  <a:pt x="43482" y="5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639336" y="759508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9252" y="850"/>
                </a:moveTo>
                <a:lnTo>
                  <a:pt x="31558" y="850"/>
                </a:lnTo>
                <a:lnTo>
                  <a:pt x="36185" y="0"/>
                </a:lnTo>
                <a:lnTo>
                  <a:pt x="39252" y="850"/>
                </a:lnTo>
                <a:close/>
              </a:path>
              <a:path w="56515" h="56515">
                <a:moveTo>
                  <a:pt x="44905" y="1065"/>
                </a:moveTo>
                <a:lnTo>
                  <a:pt x="40454" y="1065"/>
                </a:lnTo>
                <a:lnTo>
                  <a:pt x="43998" y="158"/>
                </a:lnTo>
                <a:lnTo>
                  <a:pt x="44905" y="1065"/>
                </a:lnTo>
                <a:close/>
              </a:path>
              <a:path w="56515" h="56515">
                <a:moveTo>
                  <a:pt x="45415" y="7019"/>
                </a:move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41" y="1065"/>
                </a:lnTo>
                <a:lnTo>
                  <a:pt x="44905" y="1065"/>
                </a:lnTo>
                <a:lnTo>
                  <a:pt x="45596" y="1757"/>
                </a:lnTo>
                <a:lnTo>
                  <a:pt x="43782" y="5386"/>
                </a:lnTo>
                <a:lnTo>
                  <a:pt x="45415" y="7019"/>
                </a:lnTo>
                <a:close/>
              </a:path>
              <a:path w="56515" h="56515">
                <a:moveTo>
                  <a:pt x="40028" y="1065"/>
                </a:moveTo>
                <a:lnTo>
                  <a:pt x="15956" y="1065"/>
                </a:lnTo>
                <a:lnTo>
                  <a:pt x="21334" y="306"/>
                </a:lnTo>
                <a:lnTo>
                  <a:pt x="20476" y="306"/>
                </a:lnTo>
                <a:lnTo>
                  <a:pt x="24856" y="850"/>
                </a:lnTo>
                <a:lnTo>
                  <a:pt x="39252" y="850"/>
                </a:lnTo>
                <a:lnTo>
                  <a:pt x="40028" y="1065"/>
                </a:lnTo>
                <a:close/>
              </a:path>
              <a:path w="56515" h="56515">
                <a:moveTo>
                  <a:pt x="55576" y="12439"/>
                </a:moveTo>
                <a:lnTo>
                  <a:pt x="5352" y="12439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45415" y="7019"/>
                </a:lnTo>
                <a:lnTo>
                  <a:pt x="45596" y="7200"/>
                </a:lnTo>
                <a:lnTo>
                  <a:pt x="51040" y="7200"/>
                </a:lnTo>
                <a:lnTo>
                  <a:pt x="49407" y="10647"/>
                </a:lnTo>
                <a:lnTo>
                  <a:pt x="50133" y="11736"/>
                </a:lnTo>
                <a:lnTo>
                  <a:pt x="55576" y="11736"/>
                </a:lnTo>
                <a:lnTo>
                  <a:pt x="55576" y="12439"/>
                </a:lnTo>
                <a:close/>
              </a:path>
              <a:path w="56515" h="56515">
                <a:moveTo>
                  <a:pt x="51040" y="7200"/>
                </a:moveTo>
                <a:lnTo>
                  <a:pt x="45596" y="7200"/>
                </a:lnTo>
                <a:lnTo>
                  <a:pt x="49225" y="5386"/>
                </a:lnTo>
                <a:lnTo>
                  <a:pt x="51040" y="7200"/>
                </a:lnTo>
                <a:close/>
              </a:path>
              <a:path w="56515" h="56515">
                <a:moveTo>
                  <a:pt x="2052" y="45301"/>
                </a:moveTo>
                <a:lnTo>
                  <a:pt x="635" y="43884"/>
                </a:lnTo>
                <a:lnTo>
                  <a:pt x="611" y="43158"/>
                </a:lnTo>
                <a:lnTo>
                  <a:pt x="1291" y="40301"/>
                </a:lnTo>
                <a:lnTo>
                  <a:pt x="1383" y="39915"/>
                </a:lnTo>
                <a:lnTo>
                  <a:pt x="431" y="36094"/>
                </a:lnTo>
                <a:lnTo>
                  <a:pt x="816" y="31013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4" y="10852"/>
                </a:lnTo>
                <a:lnTo>
                  <a:pt x="5352" y="12439"/>
                </a:lnTo>
                <a:lnTo>
                  <a:pt x="55576" y="12439"/>
                </a:lnTo>
                <a:lnTo>
                  <a:pt x="55576" y="40301"/>
                </a:lnTo>
                <a:lnTo>
                  <a:pt x="56086" y="43158"/>
                </a:lnTo>
                <a:lnTo>
                  <a:pt x="55877" y="43668"/>
                </a:lnTo>
                <a:lnTo>
                  <a:pt x="5499" y="43668"/>
                </a:lnTo>
                <a:lnTo>
                  <a:pt x="2052" y="45301"/>
                </a:lnTo>
                <a:close/>
              </a:path>
              <a:path w="56515" h="56515">
                <a:moveTo>
                  <a:pt x="7167" y="50710"/>
                </a:move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55877" y="43668"/>
                </a:lnTo>
                <a:lnTo>
                  <a:pt x="55789" y="43884"/>
                </a:lnTo>
                <a:lnTo>
                  <a:pt x="50711" y="43884"/>
                </a:lnTo>
                <a:lnTo>
                  <a:pt x="50133" y="44394"/>
                </a:lnTo>
                <a:lnTo>
                  <a:pt x="49464" y="45766"/>
                </a:lnTo>
                <a:lnTo>
                  <a:pt x="50972" y="48578"/>
                </a:lnTo>
                <a:lnTo>
                  <a:pt x="50640" y="49077"/>
                </a:lnTo>
                <a:lnTo>
                  <a:pt x="11272" y="49077"/>
                </a:lnTo>
                <a:lnTo>
                  <a:pt x="7167" y="50710"/>
                </a:lnTo>
                <a:close/>
              </a:path>
              <a:path w="56515" h="56515">
                <a:moveTo>
                  <a:pt x="55315" y="45041"/>
                </a:moveTo>
                <a:lnTo>
                  <a:pt x="50711" y="43884"/>
                </a:lnTo>
                <a:lnTo>
                  <a:pt x="55789" y="43884"/>
                </a:lnTo>
                <a:lnTo>
                  <a:pt x="55315" y="45041"/>
                </a:lnTo>
                <a:close/>
              </a:path>
              <a:path w="56515" h="56515">
                <a:moveTo>
                  <a:pt x="14481" y="56369"/>
                </a:moveTo>
                <a:lnTo>
                  <a:pt x="11200" y="54917"/>
                </a:lnTo>
                <a:lnTo>
                  <a:pt x="11344" y="54917"/>
                </a:lnTo>
                <a:lnTo>
                  <a:pt x="12540" y="50710"/>
                </a:lnTo>
                <a:lnTo>
                  <a:pt x="12621" y="50427"/>
                </a:lnTo>
                <a:lnTo>
                  <a:pt x="11272" y="49077"/>
                </a:lnTo>
                <a:lnTo>
                  <a:pt x="45449" y="49077"/>
                </a:lnTo>
                <a:lnTo>
                  <a:pt x="44100" y="50427"/>
                </a:lnTo>
                <a:lnTo>
                  <a:pt x="44143" y="50710"/>
                </a:lnTo>
                <a:lnTo>
                  <a:pt x="45438" y="54917"/>
                </a:lnTo>
                <a:lnTo>
                  <a:pt x="44694" y="55280"/>
                </a:lnTo>
                <a:lnTo>
                  <a:pt x="20184" y="55280"/>
                </a:lnTo>
                <a:lnTo>
                  <a:pt x="14481" y="56369"/>
                </a:lnTo>
                <a:close/>
              </a:path>
              <a:path w="56515" h="56515">
                <a:moveTo>
                  <a:pt x="49554" y="50710"/>
                </a:moveTo>
                <a:lnTo>
                  <a:pt x="45449" y="49077"/>
                </a:lnTo>
                <a:lnTo>
                  <a:pt x="50640" y="49077"/>
                </a:lnTo>
                <a:lnTo>
                  <a:pt x="49554" y="50710"/>
                </a:lnTo>
                <a:close/>
              </a:path>
              <a:path w="56515" h="56515">
                <a:moveTo>
                  <a:pt x="43601" y="55813"/>
                </a:moveTo>
                <a:lnTo>
                  <a:pt x="40482" y="55280"/>
                </a:lnTo>
                <a:lnTo>
                  <a:pt x="44694" y="55280"/>
                </a:lnTo>
                <a:lnTo>
                  <a:pt x="43601" y="55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966327" y="759552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39" y="55552"/>
                </a:moveTo>
                <a:lnTo>
                  <a:pt x="24221" y="55439"/>
                </a:lnTo>
                <a:lnTo>
                  <a:pt x="21942" y="54634"/>
                </a:lnTo>
                <a:lnTo>
                  <a:pt x="22963" y="49917"/>
                </a:lnTo>
                <a:lnTo>
                  <a:pt x="22509" y="49395"/>
                </a:lnTo>
                <a:lnTo>
                  <a:pt x="20547" y="48034"/>
                </a:lnTo>
                <a:lnTo>
                  <a:pt x="13074" y="51175"/>
                </a:lnTo>
                <a:lnTo>
                  <a:pt x="10738" y="48306"/>
                </a:lnTo>
                <a:lnTo>
                  <a:pt x="12337" y="45188"/>
                </a:lnTo>
                <a:lnTo>
                  <a:pt x="11623" y="43952"/>
                </a:lnTo>
                <a:lnTo>
                  <a:pt x="10818" y="43283"/>
                </a:lnTo>
                <a:lnTo>
                  <a:pt x="6736" y="44791"/>
                </a:lnTo>
                <a:lnTo>
                  <a:pt x="5602" y="43079"/>
                </a:lnTo>
                <a:lnTo>
                  <a:pt x="6237" y="39586"/>
                </a:lnTo>
                <a:lnTo>
                  <a:pt x="6146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28" y="33497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19" y="19776"/>
                </a:lnTo>
                <a:lnTo>
                  <a:pt x="4570" y="13142"/>
                </a:lnTo>
                <a:lnTo>
                  <a:pt x="6962" y="10398"/>
                </a:lnTo>
                <a:lnTo>
                  <a:pt x="10636" y="12008"/>
                </a:lnTo>
                <a:lnTo>
                  <a:pt x="11623" y="11294"/>
                </a:lnTo>
                <a:lnTo>
                  <a:pt x="12337" y="10058"/>
                </a:lnTo>
                <a:lnTo>
                  <a:pt x="10738" y="6939"/>
                </a:lnTo>
                <a:lnTo>
                  <a:pt x="13074" y="4070"/>
                </a:lnTo>
                <a:lnTo>
                  <a:pt x="20547" y="7212"/>
                </a:lnTo>
                <a:lnTo>
                  <a:pt x="22509" y="5851"/>
                </a:lnTo>
                <a:lnTo>
                  <a:pt x="23235" y="4796"/>
                </a:lnTo>
                <a:lnTo>
                  <a:pt x="21602" y="1270"/>
                </a:lnTo>
                <a:lnTo>
                  <a:pt x="22940" y="0"/>
                </a:lnTo>
                <a:lnTo>
                  <a:pt x="33078" y="22"/>
                </a:lnTo>
                <a:lnTo>
                  <a:pt x="34291" y="1496"/>
                </a:lnTo>
                <a:lnTo>
                  <a:pt x="32692" y="4615"/>
                </a:lnTo>
                <a:lnTo>
                  <a:pt x="33395" y="5851"/>
                </a:lnTo>
                <a:lnTo>
                  <a:pt x="35357" y="7212"/>
                </a:lnTo>
                <a:lnTo>
                  <a:pt x="42829" y="4070"/>
                </a:lnTo>
                <a:lnTo>
                  <a:pt x="45177" y="6939"/>
                </a:lnTo>
                <a:lnTo>
                  <a:pt x="43578" y="10058"/>
                </a:lnTo>
                <a:lnTo>
                  <a:pt x="44281" y="11294"/>
                </a:lnTo>
                <a:lnTo>
                  <a:pt x="45370" y="12020"/>
                </a:lnTo>
                <a:lnTo>
                  <a:pt x="48817" y="10387"/>
                </a:lnTo>
                <a:lnTo>
                  <a:pt x="50234" y="11804"/>
                </a:lnTo>
                <a:lnTo>
                  <a:pt x="49679" y="15943"/>
                </a:lnTo>
                <a:lnTo>
                  <a:pt x="49792" y="18075"/>
                </a:lnTo>
                <a:lnTo>
                  <a:pt x="49157" y="20989"/>
                </a:lnTo>
                <a:lnTo>
                  <a:pt x="50064" y="22906"/>
                </a:lnTo>
                <a:lnTo>
                  <a:pt x="54555" y="21567"/>
                </a:lnTo>
                <a:lnTo>
                  <a:pt x="55677" y="22690"/>
                </a:lnTo>
                <a:lnTo>
                  <a:pt x="55122" y="26829"/>
                </a:lnTo>
                <a:lnTo>
                  <a:pt x="55235" y="28984"/>
                </a:lnTo>
                <a:lnTo>
                  <a:pt x="55609" y="31796"/>
                </a:lnTo>
                <a:lnTo>
                  <a:pt x="54929" y="33633"/>
                </a:lnTo>
                <a:lnTo>
                  <a:pt x="50280" y="32612"/>
                </a:lnTo>
                <a:lnTo>
                  <a:pt x="49724" y="33066"/>
                </a:lnTo>
                <a:lnTo>
                  <a:pt x="48352" y="35028"/>
                </a:lnTo>
                <a:lnTo>
                  <a:pt x="51505" y="42500"/>
                </a:lnTo>
                <a:lnTo>
                  <a:pt x="48636" y="44848"/>
                </a:lnTo>
                <a:lnTo>
                  <a:pt x="45506" y="43249"/>
                </a:lnTo>
                <a:lnTo>
                  <a:pt x="44281" y="43952"/>
                </a:lnTo>
                <a:lnTo>
                  <a:pt x="43556" y="45041"/>
                </a:lnTo>
                <a:lnTo>
                  <a:pt x="45188" y="48488"/>
                </a:lnTo>
                <a:lnTo>
                  <a:pt x="43385" y="50302"/>
                </a:lnTo>
                <a:lnTo>
                  <a:pt x="39938" y="48692"/>
                </a:lnTo>
                <a:lnTo>
                  <a:pt x="37749" y="50098"/>
                </a:lnTo>
                <a:lnTo>
                  <a:pt x="34302" y="48488"/>
                </a:lnTo>
                <a:lnTo>
                  <a:pt x="32828" y="49973"/>
                </a:lnTo>
                <a:lnTo>
                  <a:pt x="34087" y="54543"/>
                </a:lnTo>
                <a:lnTo>
                  <a:pt x="31739" y="55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011849" y="760020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78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6" y="44814"/>
                </a:lnTo>
                <a:lnTo>
                  <a:pt x="19299" y="44712"/>
                </a:lnTo>
                <a:lnTo>
                  <a:pt x="16283" y="44712"/>
                </a:lnTo>
                <a:lnTo>
                  <a:pt x="13119" y="45245"/>
                </a:lnTo>
                <a:lnTo>
                  <a:pt x="11305" y="44337"/>
                </a:lnTo>
                <a:lnTo>
                  <a:pt x="12688" y="39904"/>
                </a:lnTo>
                <a:lnTo>
                  <a:pt x="11294" y="38509"/>
                </a:lnTo>
                <a:lnTo>
                  <a:pt x="7189" y="40142"/>
                </a:lnTo>
                <a:lnTo>
                  <a:pt x="5771" y="38010"/>
                </a:lnTo>
                <a:lnTo>
                  <a:pt x="7280" y="35198"/>
                </a:lnTo>
                <a:lnTo>
                  <a:pt x="6610" y="33826"/>
                </a:lnTo>
                <a:lnTo>
                  <a:pt x="5862" y="33179"/>
                </a:lnTo>
                <a:lnTo>
                  <a:pt x="1655" y="34631"/>
                </a:lnTo>
                <a:lnTo>
                  <a:pt x="0" y="31909"/>
                </a:lnTo>
                <a:lnTo>
                  <a:pt x="1167" y="25264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0" y="12054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3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31" y="725"/>
                </a:lnTo>
                <a:lnTo>
                  <a:pt x="29392" y="1474"/>
                </a:lnTo>
                <a:lnTo>
                  <a:pt x="33122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4" y="11146"/>
                </a:lnTo>
                <a:lnTo>
                  <a:pt x="45619" y="12961"/>
                </a:lnTo>
                <a:lnTo>
                  <a:pt x="43918" y="16397"/>
                </a:lnTo>
                <a:lnTo>
                  <a:pt x="44711" y="17497"/>
                </a:lnTo>
                <a:lnTo>
                  <a:pt x="44711" y="29709"/>
                </a:lnTo>
                <a:lnTo>
                  <a:pt x="45222" y="32624"/>
                </a:lnTo>
                <a:lnTo>
                  <a:pt x="44416" y="34517"/>
                </a:lnTo>
                <a:lnTo>
                  <a:pt x="39835" y="33259"/>
                </a:lnTo>
                <a:lnTo>
                  <a:pt x="38611" y="34483"/>
                </a:lnTo>
                <a:lnTo>
                  <a:pt x="40039" y="38860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5" y="39269"/>
                </a:lnTo>
                <a:lnTo>
                  <a:pt x="33100" y="40357"/>
                </a:lnTo>
                <a:lnTo>
                  <a:pt x="34732" y="43805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297308" y="76006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96" y="44927"/>
                </a:moveTo>
                <a:lnTo>
                  <a:pt x="17247" y="43657"/>
                </a:lnTo>
                <a:lnTo>
                  <a:pt x="18778" y="39620"/>
                </a:lnTo>
                <a:lnTo>
                  <a:pt x="18087" y="38792"/>
                </a:lnTo>
                <a:lnTo>
                  <a:pt x="16125" y="37432"/>
                </a:lnTo>
                <a:lnTo>
                  <a:pt x="8663" y="40573"/>
                </a:lnTo>
                <a:lnTo>
                  <a:pt x="6316" y="37704"/>
                </a:lnTo>
                <a:lnTo>
                  <a:pt x="7915" y="34585"/>
                </a:lnTo>
                <a:lnTo>
                  <a:pt x="6486" y="32261"/>
                </a:lnTo>
                <a:lnTo>
                  <a:pt x="8108" y="28814"/>
                </a:lnTo>
                <a:lnTo>
                  <a:pt x="6294" y="26999"/>
                </a:lnTo>
                <a:lnTo>
                  <a:pt x="2778" y="28632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9" y="16136"/>
                </a:lnTo>
                <a:lnTo>
                  <a:pt x="5987" y="17723"/>
                </a:lnTo>
                <a:lnTo>
                  <a:pt x="7212" y="17020"/>
                </a:lnTo>
                <a:lnTo>
                  <a:pt x="8572" y="15059"/>
                </a:lnTo>
                <a:lnTo>
                  <a:pt x="5443" y="7586"/>
                </a:lnTo>
                <a:lnTo>
                  <a:pt x="8300" y="5250"/>
                </a:lnTo>
                <a:lnTo>
                  <a:pt x="11419" y="6837"/>
                </a:lnTo>
                <a:lnTo>
                  <a:pt x="12655" y="6134"/>
                </a:lnTo>
                <a:lnTo>
                  <a:pt x="13744" y="5409"/>
                </a:lnTo>
                <a:lnTo>
                  <a:pt x="17179" y="7041"/>
                </a:lnTo>
                <a:lnTo>
                  <a:pt x="18563" y="5658"/>
                </a:lnTo>
                <a:lnTo>
                  <a:pt x="17531" y="873"/>
                </a:lnTo>
                <a:lnTo>
                  <a:pt x="20094" y="56"/>
                </a:lnTo>
                <a:lnTo>
                  <a:pt x="27000" y="0"/>
                </a:lnTo>
                <a:lnTo>
                  <a:pt x="29574" y="895"/>
                </a:lnTo>
                <a:lnTo>
                  <a:pt x="28474" y="5635"/>
                </a:lnTo>
                <a:lnTo>
                  <a:pt x="29494" y="6645"/>
                </a:lnTo>
                <a:lnTo>
                  <a:pt x="33622" y="6089"/>
                </a:lnTo>
                <a:lnTo>
                  <a:pt x="35244" y="6180"/>
                </a:lnTo>
                <a:lnTo>
                  <a:pt x="39292" y="5601"/>
                </a:lnTo>
                <a:lnTo>
                  <a:pt x="40755" y="6985"/>
                </a:lnTo>
                <a:lnTo>
                  <a:pt x="39133" y="10534"/>
                </a:lnTo>
                <a:lnTo>
                  <a:pt x="40573" y="12666"/>
                </a:lnTo>
                <a:lnTo>
                  <a:pt x="38940" y="16113"/>
                </a:lnTo>
                <a:lnTo>
                  <a:pt x="40426" y="17587"/>
                </a:lnTo>
                <a:lnTo>
                  <a:pt x="44996" y="16340"/>
                </a:lnTo>
                <a:lnTo>
                  <a:pt x="45790" y="18200"/>
                </a:lnTo>
                <a:lnTo>
                  <a:pt x="45994" y="26908"/>
                </a:lnTo>
                <a:lnTo>
                  <a:pt x="44701" y="28757"/>
                </a:lnTo>
                <a:lnTo>
                  <a:pt x="40675" y="27226"/>
                </a:lnTo>
                <a:lnTo>
                  <a:pt x="39847" y="27906"/>
                </a:lnTo>
                <a:lnTo>
                  <a:pt x="38487" y="29868"/>
                </a:lnTo>
                <a:lnTo>
                  <a:pt x="41628" y="37341"/>
                </a:lnTo>
                <a:lnTo>
                  <a:pt x="38759" y="39688"/>
                </a:lnTo>
                <a:lnTo>
                  <a:pt x="35640" y="38089"/>
                </a:lnTo>
                <a:lnTo>
                  <a:pt x="33327" y="39518"/>
                </a:lnTo>
                <a:lnTo>
                  <a:pt x="29880" y="37885"/>
                </a:lnTo>
                <a:lnTo>
                  <a:pt x="28406" y="39371"/>
                </a:lnTo>
                <a:lnTo>
                  <a:pt x="29664" y="43941"/>
                </a:lnTo>
                <a:lnTo>
                  <a:pt x="27793" y="44734"/>
                </a:lnTo>
                <a:lnTo>
                  <a:pt x="19096" y="4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697321" y="76122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1634788" y="7610481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2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12" y="7223"/>
                </a:lnTo>
                <a:lnTo>
                  <a:pt x="7212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4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4" y="7926"/>
                </a:lnTo>
                <a:lnTo>
                  <a:pt x="22464" y="6338"/>
                </a:lnTo>
                <a:lnTo>
                  <a:pt x="23926" y="7540"/>
                </a:lnTo>
                <a:lnTo>
                  <a:pt x="23949" y="17689"/>
                </a:lnTo>
                <a:lnTo>
                  <a:pt x="22679" y="19016"/>
                </a:lnTo>
                <a:lnTo>
                  <a:pt x="19153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85958" y="7747181"/>
            <a:ext cx="77518" cy="7842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812438" y="7747317"/>
            <a:ext cx="77700" cy="7810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139031" y="7747317"/>
            <a:ext cx="77677" cy="7810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465217" y="7747816"/>
            <a:ext cx="77995" cy="7748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792059" y="7747510"/>
            <a:ext cx="77892" cy="7783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64277" y="7752590"/>
            <a:ext cx="67606" cy="6764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124447" y="7753305"/>
            <a:ext cx="66246" cy="66643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8843568" y="775823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02" y="55915"/>
                </a:moveTo>
                <a:lnTo>
                  <a:pt x="34699" y="55405"/>
                </a:lnTo>
                <a:lnTo>
                  <a:pt x="21239" y="55405"/>
                </a:lnTo>
                <a:lnTo>
                  <a:pt x="18143" y="55927"/>
                </a:lnTo>
                <a:lnTo>
                  <a:pt x="16340" y="55065"/>
                </a:lnTo>
                <a:lnTo>
                  <a:pt x="17610" y="50597"/>
                </a:lnTo>
                <a:lnTo>
                  <a:pt x="17043" y="49962"/>
                </a:lnTo>
                <a:lnTo>
                  <a:pt x="6157" y="49962"/>
                </a:lnTo>
                <a:lnTo>
                  <a:pt x="6157" y="39076"/>
                </a:lnTo>
                <a:lnTo>
                  <a:pt x="5068" y="38350"/>
                </a:lnTo>
                <a:lnTo>
                  <a:pt x="1621" y="39983"/>
                </a:lnTo>
                <a:lnTo>
                  <a:pt x="45" y="38407"/>
                </a:lnTo>
                <a:lnTo>
                  <a:pt x="952" y="34597"/>
                </a:lnTo>
                <a:lnTo>
                  <a:pt x="0" y="30764"/>
                </a:lnTo>
                <a:lnTo>
                  <a:pt x="805" y="21908"/>
                </a:lnTo>
                <a:lnTo>
                  <a:pt x="158" y="17859"/>
                </a:lnTo>
                <a:lnTo>
                  <a:pt x="1292" y="16737"/>
                </a:lnTo>
                <a:lnTo>
                  <a:pt x="5873" y="17995"/>
                </a:lnTo>
                <a:lnTo>
                  <a:pt x="7472" y="14231"/>
                </a:lnTo>
                <a:lnTo>
                  <a:pt x="5148" y="9615"/>
                </a:lnTo>
                <a:lnTo>
                  <a:pt x="6157" y="6418"/>
                </a:lnTo>
                <a:lnTo>
                  <a:pt x="17043" y="6418"/>
                </a:lnTo>
                <a:lnTo>
                  <a:pt x="17497" y="5896"/>
                </a:lnTo>
                <a:lnTo>
                  <a:pt x="16476" y="1179"/>
                </a:lnTo>
                <a:lnTo>
                  <a:pt x="19833" y="0"/>
                </a:lnTo>
                <a:lnTo>
                  <a:pt x="24935" y="975"/>
                </a:lnTo>
                <a:lnTo>
                  <a:pt x="31161" y="975"/>
                </a:lnTo>
                <a:lnTo>
                  <a:pt x="35708" y="158"/>
                </a:lnTo>
                <a:lnTo>
                  <a:pt x="39314" y="1111"/>
                </a:lnTo>
                <a:lnTo>
                  <a:pt x="38384" y="5987"/>
                </a:lnTo>
                <a:lnTo>
                  <a:pt x="39326" y="6928"/>
                </a:lnTo>
                <a:lnTo>
                  <a:pt x="43465" y="6372"/>
                </a:lnTo>
                <a:lnTo>
                  <a:pt x="45131" y="6463"/>
                </a:lnTo>
                <a:lnTo>
                  <a:pt x="49089" y="5873"/>
                </a:lnTo>
                <a:lnTo>
                  <a:pt x="50597" y="7223"/>
                </a:lnTo>
                <a:lnTo>
                  <a:pt x="48987" y="10863"/>
                </a:lnTo>
                <a:lnTo>
                  <a:pt x="50427" y="12949"/>
                </a:lnTo>
                <a:lnTo>
                  <a:pt x="48794" y="16397"/>
                </a:lnTo>
                <a:lnTo>
                  <a:pt x="50279" y="17882"/>
                </a:lnTo>
                <a:lnTo>
                  <a:pt x="54849" y="16612"/>
                </a:lnTo>
                <a:lnTo>
                  <a:pt x="56221" y="19799"/>
                </a:lnTo>
                <a:lnTo>
                  <a:pt x="55144" y="25434"/>
                </a:lnTo>
                <a:lnTo>
                  <a:pt x="55144" y="30322"/>
                </a:lnTo>
                <a:lnTo>
                  <a:pt x="56312" y="37409"/>
                </a:lnTo>
                <a:lnTo>
                  <a:pt x="54555" y="39926"/>
                </a:lnTo>
                <a:lnTo>
                  <a:pt x="50540" y="38395"/>
                </a:lnTo>
                <a:lnTo>
                  <a:pt x="49701" y="39076"/>
                </a:lnTo>
                <a:lnTo>
                  <a:pt x="48341" y="41038"/>
                </a:lnTo>
                <a:lnTo>
                  <a:pt x="51482" y="48510"/>
                </a:lnTo>
                <a:lnTo>
                  <a:pt x="48613" y="50858"/>
                </a:lnTo>
                <a:lnTo>
                  <a:pt x="45483" y="49259"/>
                </a:lnTo>
                <a:lnTo>
                  <a:pt x="43170" y="50688"/>
                </a:lnTo>
                <a:lnTo>
                  <a:pt x="39723" y="49055"/>
                </a:lnTo>
                <a:lnTo>
                  <a:pt x="38248" y="50529"/>
                </a:lnTo>
                <a:lnTo>
                  <a:pt x="39496" y="55121"/>
                </a:lnTo>
                <a:lnTo>
                  <a:pt x="37602" y="559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456234" y="7758804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5"/>
                </a:lnTo>
                <a:lnTo>
                  <a:pt x="10727" y="48306"/>
                </a:lnTo>
                <a:lnTo>
                  <a:pt x="12315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4" y="44791"/>
                </a:lnTo>
                <a:lnTo>
                  <a:pt x="5590" y="43079"/>
                </a:lnTo>
                <a:lnTo>
                  <a:pt x="6225" y="39597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8" y="19776"/>
                </a:lnTo>
                <a:lnTo>
                  <a:pt x="4558" y="13153"/>
                </a:lnTo>
                <a:lnTo>
                  <a:pt x="6951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5" y="10069"/>
                </a:lnTo>
                <a:lnTo>
                  <a:pt x="10727" y="6939"/>
                </a:lnTo>
                <a:lnTo>
                  <a:pt x="13063" y="4070"/>
                </a:lnTo>
                <a:lnTo>
                  <a:pt x="20536" y="7211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80" y="4626"/>
                </a:lnTo>
                <a:lnTo>
                  <a:pt x="33383" y="5851"/>
                </a:lnTo>
                <a:lnTo>
                  <a:pt x="35345" y="7211"/>
                </a:lnTo>
                <a:lnTo>
                  <a:pt x="42818" y="4070"/>
                </a:lnTo>
                <a:lnTo>
                  <a:pt x="45154" y="6939"/>
                </a:lnTo>
                <a:lnTo>
                  <a:pt x="43566" y="10058"/>
                </a:lnTo>
                <a:lnTo>
                  <a:pt x="44269" y="11294"/>
                </a:lnTo>
                <a:lnTo>
                  <a:pt x="45358" y="12019"/>
                </a:lnTo>
                <a:lnTo>
                  <a:pt x="48805" y="10387"/>
                </a:lnTo>
                <a:lnTo>
                  <a:pt x="50223" y="11804"/>
                </a:lnTo>
                <a:lnTo>
                  <a:pt x="49667" y="15943"/>
                </a:lnTo>
                <a:lnTo>
                  <a:pt x="49780" y="18075"/>
                </a:lnTo>
                <a:lnTo>
                  <a:pt x="49145" y="20989"/>
                </a:lnTo>
                <a:lnTo>
                  <a:pt x="50053" y="22906"/>
                </a:lnTo>
                <a:lnTo>
                  <a:pt x="54543" y="21567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44"/>
                </a:lnTo>
                <a:lnTo>
                  <a:pt x="50268" y="32612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48"/>
                </a:lnTo>
                <a:lnTo>
                  <a:pt x="45483" y="43249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5" y="48488"/>
                </a:lnTo>
                <a:lnTo>
                  <a:pt x="43362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99"/>
                </a:lnTo>
                <a:lnTo>
                  <a:pt x="32805" y="49973"/>
                </a:lnTo>
                <a:lnTo>
                  <a:pt x="34075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521364" y="776396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8"/>
                </a:moveTo>
                <a:lnTo>
                  <a:pt x="17258" y="43657"/>
                </a:lnTo>
                <a:lnTo>
                  <a:pt x="18789" y="39620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3"/>
                </a:lnTo>
                <a:lnTo>
                  <a:pt x="6315" y="26999"/>
                </a:lnTo>
                <a:lnTo>
                  <a:pt x="2800" y="28632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4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6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6" y="10534"/>
                </a:lnTo>
                <a:lnTo>
                  <a:pt x="40606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5" y="44734"/>
                </a:lnTo>
                <a:lnTo>
                  <a:pt x="19118" y="44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793826" y="7769566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21840" y="33712"/>
                </a:moveTo>
                <a:lnTo>
                  <a:pt x="17713" y="33157"/>
                </a:lnTo>
                <a:lnTo>
                  <a:pt x="16193" y="33225"/>
                </a:lnTo>
                <a:lnTo>
                  <a:pt x="11952" y="33656"/>
                </a:lnTo>
                <a:lnTo>
                  <a:pt x="10569" y="32329"/>
                </a:lnTo>
                <a:lnTo>
                  <a:pt x="12201" y="28802"/>
                </a:lnTo>
                <a:lnTo>
                  <a:pt x="11476" y="27748"/>
                </a:lnTo>
                <a:lnTo>
                  <a:pt x="10115" y="27079"/>
                </a:lnTo>
                <a:lnTo>
                  <a:pt x="7291" y="28587"/>
                </a:lnTo>
                <a:lnTo>
                  <a:pt x="5171" y="27169"/>
                </a:lnTo>
                <a:lnTo>
                  <a:pt x="6792" y="23064"/>
                </a:lnTo>
                <a:lnTo>
                  <a:pt x="5511" y="21783"/>
                </a:lnTo>
                <a:lnTo>
                  <a:pt x="828" y="22928"/>
                </a:lnTo>
                <a:lnTo>
                  <a:pt x="260" y="21375"/>
                </a:lnTo>
                <a:lnTo>
                  <a:pt x="0" y="11906"/>
                </a:lnTo>
                <a:lnTo>
                  <a:pt x="1689" y="10534"/>
                </a:lnTo>
                <a:lnTo>
                  <a:pt x="4808" y="12133"/>
                </a:lnTo>
                <a:lnTo>
                  <a:pt x="6044" y="11419"/>
                </a:lnTo>
                <a:lnTo>
                  <a:pt x="6758" y="10330"/>
                </a:lnTo>
                <a:lnTo>
                  <a:pt x="5137" y="6883"/>
                </a:lnTo>
                <a:lnTo>
                  <a:pt x="6940" y="5068"/>
                </a:lnTo>
                <a:lnTo>
                  <a:pt x="10398" y="6701"/>
                </a:lnTo>
                <a:lnTo>
                  <a:pt x="11476" y="5976"/>
                </a:lnTo>
                <a:lnTo>
                  <a:pt x="12088" y="5284"/>
                </a:lnTo>
                <a:lnTo>
                  <a:pt x="10727" y="941"/>
                </a:lnTo>
                <a:lnTo>
                  <a:pt x="12485" y="0"/>
                </a:lnTo>
                <a:lnTo>
                  <a:pt x="15751" y="532"/>
                </a:lnTo>
                <a:lnTo>
                  <a:pt x="18200" y="532"/>
                </a:lnTo>
                <a:lnTo>
                  <a:pt x="21194" y="11"/>
                </a:lnTo>
                <a:lnTo>
                  <a:pt x="23054" y="850"/>
                </a:lnTo>
                <a:lnTo>
                  <a:pt x="21761" y="5386"/>
                </a:lnTo>
                <a:lnTo>
                  <a:pt x="23110" y="6735"/>
                </a:lnTo>
                <a:lnTo>
                  <a:pt x="27215" y="5102"/>
                </a:lnTo>
                <a:lnTo>
                  <a:pt x="28621" y="7234"/>
                </a:lnTo>
                <a:lnTo>
                  <a:pt x="27113" y="10046"/>
                </a:lnTo>
                <a:lnTo>
                  <a:pt x="27794" y="11419"/>
                </a:lnTo>
                <a:lnTo>
                  <a:pt x="28882" y="12144"/>
                </a:lnTo>
                <a:lnTo>
                  <a:pt x="32318" y="10511"/>
                </a:lnTo>
                <a:lnTo>
                  <a:pt x="33747" y="11929"/>
                </a:lnTo>
                <a:lnTo>
                  <a:pt x="33180" y="16068"/>
                </a:lnTo>
                <a:lnTo>
                  <a:pt x="33293" y="18188"/>
                </a:lnTo>
                <a:lnTo>
                  <a:pt x="33690" y="21080"/>
                </a:lnTo>
                <a:lnTo>
                  <a:pt x="32987" y="22928"/>
                </a:lnTo>
                <a:lnTo>
                  <a:pt x="28304" y="21783"/>
                </a:lnTo>
                <a:lnTo>
                  <a:pt x="27034" y="23064"/>
                </a:lnTo>
                <a:lnTo>
                  <a:pt x="28655" y="27169"/>
                </a:lnTo>
                <a:lnTo>
                  <a:pt x="26546" y="28598"/>
                </a:lnTo>
                <a:lnTo>
                  <a:pt x="23711" y="27079"/>
                </a:lnTo>
                <a:lnTo>
                  <a:pt x="22350" y="27748"/>
                </a:lnTo>
                <a:lnTo>
                  <a:pt x="21636" y="28836"/>
                </a:lnTo>
                <a:lnTo>
                  <a:pt x="23257" y="32283"/>
                </a:lnTo>
                <a:lnTo>
                  <a:pt x="2184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205668" y="777377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40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23" y="18109"/>
                </a:lnTo>
                <a:lnTo>
                  <a:pt x="5987" y="17406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8993" y="2868"/>
                </a:lnTo>
                <a:lnTo>
                  <a:pt x="17406" y="5998"/>
                </a:lnTo>
                <a:lnTo>
                  <a:pt x="18109" y="7223"/>
                </a:lnTo>
                <a:lnTo>
                  <a:pt x="19334" y="7937"/>
                </a:lnTo>
                <a:lnTo>
                  <a:pt x="22463" y="6338"/>
                </a:lnTo>
                <a:lnTo>
                  <a:pt x="23937" y="7540"/>
                </a:lnTo>
                <a:lnTo>
                  <a:pt x="23960" y="17689"/>
                </a:lnTo>
                <a:lnTo>
                  <a:pt x="22690" y="19016"/>
                </a:lnTo>
                <a:lnTo>
                  <a:pt x="19164" y="17383"/>
                </a:lnTo>
                <a:lnTo>
                  <a:pt x="18109" y="18109"/>
                </a:lnTo>
                <a:lnTo>
                  <a:pt x="17383" y="19163"/>
                </a:lnTo>
                <a:lnTo>
                  <a:pt x="19016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object 6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316691" y="7905290"/>
            <a:ext cx="89323" cy="8883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50009" y="7904972"/>
            <a:ext cx="88336" cy="89378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995565" y="7911118"/>
            <a:ext cx="78027" cy="7749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282181" y="7910460"/>
            <a:ext cx="77473" cy="78436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674506" y="7916028"/>
            <a:ext cx="67436" cy="67425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11619104" y="792139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333" y="56664"/>
                </a:moveTo>
                <a:lnTo>
                  <a:pt x="11294" y="55178"/>
                </a:lnTo>
                <a:lnTo>
                  <a:pt x="12643" y="50722"/>
                </a:lnTo>
                <a:lnTo>
                  <a:pt x="11272" y="49338"/>
                </a:lnTo>
                <a:lnTo>
                  <a:pt x="7155" y="50971"/>
                </a:lnTo>
                <a:lnTo>
                  <a:pt x="5749" y="48839"/>
                </a:lnTo>
                <a:lnTo>
                  <a:pt x="7257" y="46027"/>
                </a:lnTo>
                <a:lnTo>
                  <a:pt x="6588" y="44655"/>
                </a:lnTo>
                <a:lnTo>
                  <a:pt x="5499" y="43929"/>
                </a:lnTo>
                <a:lnTo>
                  <a:pt x="2052" y="45562"/>
                </a:lnTo>
                <a:lnTo>
                  <a:pt x="476" y="43986"/>
                </a:lnTo>
                <a:lnTo>
                  <a:pt x="1383" y="40176"/>
                </a:lnTo>
                <a:lnTo>
                  <a:pt x="442" y="36343"/>
                </a:lnTo>
                <a:lnTo>
                  <a:pt x="827" y="31263"/>
                </a:lnTo>
                <a:lnTo>
                  <a:pt x="1349" y="26534"/>
                </a:lnTo>
                <a:lnTo>
                  <a:pt x="907" y="24663"/>
                </a:lnTo>
                <a:lnTo>
                  <a:pt x="1383" y="21227"/>
                </a:lnTo>
                <a:lnTo>
                  <a:pt x="0" y="12938"/>
                </a:lnTo>
                <a:lnTo>
                  <a:pt x="2234" y="11112"/>
                </a:lnTo>
                <a:lnTo>
                  <a:pt x="5363" y="12711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3" y="7280"/>
                </a:lnTo>
                <a:lnTo>
                  <a:pt x="12031" y="6554"/>
                </a:lnTo>
                <a:lnTo>
                  <a:pt x="12542" y="5975"/>
                </a:lnTo>
                <a:lnTo>
                  <a:pt x="11373" y="1383"/>
                </a:lnTo>
                <a:lnTo>
                  <a:pt x="13392" y="532"/>
                </a:lnTo>
                <a:lnTo>
                  <a:pt x="15977" y="1281"/>
                </a:lnTo>
                <a:lnTo>
                  <a:pt x="22328" y="578"/>
                </a:lnTo>
                <a:lnTo>
                  <a:pt x="28939" y="532"/>
                </a:lnTo>
                <a:lnTo>
                  <a:pt x="35414" y="1315"/>
                </a:lnTo>
                <a:lnTo>
                  <a:pt x="43760" y="0"/>
                </a:lnTo>
                <a:lnTo>
                  <a:pt x="45563" y="2199"/>
                </a:lnTo>
                <a:lnTo>
                  <a:pt x="43964" y="5329"/>
                </a:lnTo>
                <a:lnTo>
                  <a:pt x="44678" y="6554"/>
                </a:lnTo>
                <a:lnTo>
                  <a:pt x="45767" y="7280"/>
                </a:lnTo>
                <a:lnTo>
                  <a:pt x="49202" y="5647"/>
                </a:lnTo>
                <a:lnTo>
                  <a:pt x="50869" y="7314"/>
                </a:lnTo>
                <a:lnTo>
                  <a:pt x="49237" y="11419"/>
                </a:lnTo>
                <a:lnTo>
                  <a:pt x="51357" y="12847"/>
                </a:lnTo>
                <a:lnTo>
                  <a:pt x="54192" y="11339"/>
                </a:lnTo>
                <a:lnTo>
                  <a:pt x="55553" y="11997"/>
                </a:lnTo>
                <a:lnTo>
                  <a:pt x="55553" y="40437"/>
                </a:lnTo>
                <a:lnTo>
                  <a:pt x="56086" y="43566"/>
                </a:lnTo>
                <a:lnTo>
                  <a:pt x="55190" y="45392"/>
                </a:lnTo>
                <a:lnTo>
                  <a:pt x="50734" y="44031"/>
                </a:lnTo>
                <a:lnTo>
                  <a:pt x="49351" y="45415"/>
                </a:lnTo>
                <a:lnTo>
                  <a:pt x="50983" y="49520"/>
                </a:lnTo>
                <a:lnTo>
                  <a:pt x="48863" y="50937"/>
                </a:lnTo>
                <a:lnTo>
                  <a:pt x="46039" y="49429"/>
                </a:lnTo>
                <a:lnTo>
                  <a:pt x="44678" y="50098"/>
                </a:lnTo>
                <a:lnTo>
                  <a:pt x="44157" y="50665"/>
                </a:lnTo>
                <a:lnTo>
                  <a:pt x="45314" y="55280"/>
                </a:lnTo>
                <a:lnTo>
                  <a:pt x="43442" y="56040"/>
                </a:lnTo>
                <a:lnTo>
                  <a:pt x="40585" y="55541"/>
                </a:lnTo>
                <a:lnTo>
                  <a:pt x="20298" y="55541"/>
                </a:lnTo>
                <a:lnTo>
                  <a:pt x="14333" y="56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359343" y="7926835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23"/>
                </a:moveTo>
                <a:lnTo>
                  <a:pt x="5102" y="44054"/>
                </a:lnTo>
                <a:lnTo>
                  <a:pt x="6633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17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60" y="26972"/>
                </a:lnTo>
                <a:lnTo>
                  <a:pt x="596" y="13351"/>
                </a:lnTo>
                <a:lnTo>
                  <a:pt x="510" y="6554"/>
                </a:lnTo>
                <a:lnTo>
                  <a:pt x="5953" y="6554"/>
                </a:lnTo>
                <a:lnTo>
                  <a:pt x="6463" y="5975"/>
                </a:lnTo>
                <a:lnTo>
                  <a:pt x="5306" y="1383"/>
                </a:lnTo>
                <a:lnTo>
                  <a:pt x="7325" y="532"/>
                </a:lnTo>
                <a:lnTo>
                  <a:pt x="9899" y="1281"/>
                </a:lnTo>
                <a:lnTo>
                  <a:pt x="16260" y="578"/>
                </a:lnTo>
                <a:lnTo>
                  <a:pt x="22871" y="532"/>
                </a:lnTo>
                <a:lnTo>
                  <a:pt x="29358" y="1315"/>
                </a:lnTo>
                <a:lnTo>
                  <a:pt x="37692" y="0"/>
                </a:lnTo>
                <a:lnTo>
                  <a:pt x="39507" y="2199"/>
                </a:lnTo>
                <a:lnTo>
                  <a:pt x="37908" y="5329"/>
                </a:lnTo>
                <a:lnTo>
                  <a:pt x="38611" y="6554"/>
                </a:lnTo>
                <a:lnTo>
                  <a:pt x="44054" y="6554"/>
                </a:lnTo>
                <a:lnTo>
                  <a:pt x="44054" y="35118"/>
                </a:lnTo>
                <a:lnTo>
                  <a:pt x="44564" y="37976"/>
                </a:lnTo>
                <a:lnTo>
                  <a:pt x="43793" y="39847"/>
                </a:lnTo>
                <a:lnTo>
                  <a:pt x="39189" y="38702"/>
                </a:lnTo>
                <a:lnTo>
                  <a:pt x="38611" y="39212"/>
                </a:lnTo>
                <a:lnTo>
                  <a:pt x="37885" y="40301"/>
                </a:lnTo>
                <a:lnTo>
                  <a:pt x="39518" y="43748"/>
                </a:lnTo>
                <a:lnTo>
                  <a:pt x="38101" y="45165"/>
                </a:lnTo>
                <a:lnTo>
                  <a:pt x="33962" y="44610"/>
                </a:lnTo>
                <a:lnTo>
                  <a:pt x="31365" y="44746"/>
                </a:lnTo>
                <a:lnTo>
                  <a:pt x="29539" y="44576"/>
                </a:lnTo>
                <a:lnTo>
                  <a:pt x="27725" y="44655"/>
                </a:lnTo>
                <a:lnTo>
                  <a:pt x="14707" y="44655"/>
                </a:lnTo>
                <a:lnTo>
                  <a:pt x="7620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1950484" y="7927266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084" y="44916"/>
                </a:moveTo>
                <a:lnTo>
                  <a:pt x="17236" y="43634"/>
                </a:lnTo>
                <a:lnTo>
                  <a:pt x="18767" y="39609"/>
                </a:lnTo>
                <a:lnTo>
                  <a:pt x="18087" y="38781"/>
                </a:lnTo>
                <a:lnTo>
                  <a:pt x="16113" y="37409"/>
                </a:lnTo>
                <a:lnTo>
                  <a:pt x="8652" y="40561"/>
                </a:lnTo>
                <a:lnTo>
                  <a:pt x="6305" y="37692"/>
                </a:lnTo>
                <a:lnTo>
                  <a:pt x="7904" y="34563"/>
                </a:lnTo>
                <a:lnTo>
                  <a:pt x="6475" y="32249"/>
                </a:lnTo>
                <a:lnTo>
                  <a:pt x="8108" y="28802"/>
                </a:lnTo>
                <a:lnTo>
                  <a:pt x="6294" y="26999"/>
                </a:lnTo>
                <a:lnTo>
                  <a:pt x="2891" y="28632"/>
                </a:lnTo>
                <a:lnTo>
                  <a:pt x="1768" y="27895"/>
                </a:lnTo>
                <a:lnTo>
                  <a:pt x="3129" y="25933"/>
                </a:lnTo>
                <a:lnTo>
                  <a:pt x="0" y="18460"/>
                </a:lnTo>
                <a:lnTo>
                  <a:pt x="2857" y="16124"/>
                </a:lnTo>
                <a:lnTo>
                  <a:pt x="5987" y="17723"/>
                </a:lnTo>
                <a:lnTo>
                  <a:pt x="7212" y="17009"/>
                </a:lnTo>
                <a:lnTo>
                  <a:pt x="8572" y="15047"/>
                </a:lnTo>
                <a:lnTo>
                  <a:pt x="5431" y="7574"/>
                </a:lnTo>
                <a:lnTo>
                  <a:pt x="8300" y="5238"/>
                </a:lnTo>
                <a:lnTo>
                  <a:pt x="11419" y="6837"/>
                </a:lnTo>
                <a:lnTo>
                  <a:pt x="13732" y="5397"/>
                </a:lnTo>
                <a:lnTo>
                  <a:pt x="17179" y="7030"/>
                </a:lnTo>
                <a:lnTo>
                  <a:pt x="18563" y="5647"/>
                </a:lnTo>
                <a:lnTo>
                  <a:pt x="17520" y="861"/>
                </a:lnTo>
                <a:lnTo>
                  <a:pt x="20082" y="56"/>
                </a:lnTo>
                <a:lnTo>
                  <a:pt x="26988" y="0"/>
                </a:lnTo>
                <a:lnTo>
                  <a:pt x="29562" y="884"/>
                </a:lnTo>
                <a:lnTo>
                  <a:pt x="28462" y="5624"/>
                </a:lnTo>
                <a:lnTo>
                  <a:pt x="29483" y="6645"/>
                </a:lnTo>
                <a:lnTo>
                  <a:pt x="33610" y="6089"/>
                </a:lnTo>
                <a:lnTo>
                  <a:pt x="35243" y="6168"/>
                </a:lnTo>
                <a:lnTo>
                  <a:pt x="39292" y="5590"/>
                </a:lnTo>
                <a:lnTo>
                  <a:pt x="40754" y="6973"/>
                </a:lnTo>
                <a:lnTo>
                  <a:pt x="39122" y="10523"/>
                </a:lnTo>
                <a:lnTo>
                  <a:pt x="40562" y="12655"/>
                </a:lnTo>
                <a:lnTo>
                  <a:pt x="38940" y="16102"/>
                </a:lnTo>
                <a:lnTo>
                  <a:pt x="40414" y="17587"/>
                </a:lnTo>
                <a:lnTo>
                  <a:pt x="44996" y="16329"/>
                </a:lnTo>
                <a:lnTo>
                  <a:pt x="45790" y="18188"/>
                </a:lnTo>
                <a:lnTo>
                  <a:pt x="45982" y="26897"/>
                </a:lnTo>
                <a:lnTo>
                  <a:pt x="44689" y="28745"/>
                </a:lnTo>
                <a:lnTo>
                  <a:pt x="40675" y="27215"/>
                </a:lnTo>
                <a:lnTo>
                  <a:pt x="39847" y="27895"/>
                </a:lnTo>
                <a:lnTo>
                  <a:pt x="38487" y="29857"/>
                </a:lnTo>
                <a:lnTo>
                  <a:pt x="41616" y="37330"/>
                </a:lnTo>
                <a:lnTo>
                  <a:pt x="38759" y="39666"/>
                </a:lnTo>
                <a:lnTo>
                  <a:pt x="35640" y="38067"/>
                </a:lnTo>
                <a:lnTo>
                  <a:pt x="33316" y="39507"/>
                </a:lnTo>
                <a:lnTo>
                  <a:pt x="29880" y="37874"/>
                </a:lnTo>
                <a:lnTo>
                  <a:pt x="28394" y="39348"/>
                </a:lnTo>
                <a:lnTo>
                  <a:pt x="29653" y="43929"/>
                </a:lnTo>
                <a:lnTo>
                  <a:pt x="27793" y="44723"/>
                </a:lnTo>
                <a:lnTo>
                  <a:pt x="19084" y="44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044157" y="793883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827240" y="8068285"/>
            <a:ext cx="88528" cy="88982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113527" y="8068422"/>
            <a:ext cx="88279" cy="888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440176" y="8068716"/>
            <a:ext cx="88461" cy="8878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505998" y="8074114"/>
            <a:ext cx="77869" cy="778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776975" y="8079217"/>
            <a:ext cx="67539" cy="67595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8190439" y="808463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91" y="56550"/>
                </a:moveTo>
                <a:lnTo>
                  <a:pt x="16113" y="54509"/>
                </a:lnTo>
                <a:lnTo>
                  <a:pt x="17712" y="51380"/>
                </a:lnTo>
                <a:lnTo>
                  <a:pt x="17009" y="50155"/>
                </a:lnTo>
                <a:lnTo>
                  <a:pt x="15648" y="49475"/>
                </a:lnTo>
                <a:lnTo>
                  <a:pt x="12802" y="50994"/>
                </a:lnTo>
                <a:lnTo>
                  <a:pt x="10681" y="49554"/>
                </a:lnTo>
                <a:lnTo>
                  <a:pt x="12337" y="45483"/>
                </a:lnTo>
                <a:lnTo>
                  <a:pt x="10806" y="43952"/>
                </a:lnTo>
                <a:lnTo>
                  <a:pt x="6701" y="45585"/>
                </a:lnTo>
                <a:lnTo>
                  <a:pt x="5329" y="43533"/>
                </a:lnTo>
                <a:lnTo>
                  <a:pt x="7030" y="40346"/>
                </a:lnTo>
                <a:lnTo>
                  <a:pt x="5352" y="38350"/>
                </a:lnTo>
                <a:lnTo>
                  <a:pt x="1542" y="40131"/>
                </a:lnTo>
                <a:lnTo>
                  <a:pt x="79" y="38668"/>
                </a:lnTo>
                <a:lnTo>
                  <a:pt x="827" y="34722"/>
                </a:lnTo>
                <a:lnTo>
                  <a:pt x="226" y="31047"/>
                </a:lnTo>
                <a:lnTo>
                  <a:pt x="0" y="25650"/>
                </a:lnTo>
                <a:lnTo>
                  <a:pt x="918" y="21976"/>
                </a:lnTo>
                <a:lnTo>
                  <a:pt x="11" y="18166"/>
                </a:lnTo>
                <a:lnTo>
                  <a:pt x="1587" y="16589"/>
                </a:lnTo>
                <a:lnTo>
                  <a:pt x="5034" y="18222"/>
                </a:lnTo>
                <a:lnTo>
                  <a:pt x="6123" y="17497"/>
                </a:lnTo>
                <a:lnTo>
                  <a:pt x="6849" y="16408"/>
                </a:lnTo>
                <a:lnTo>
                  <a:pt x="5216" y="12961"/>
                </a:lnTo>
                <a:lnTo>
                  <a:pt x="7030" y="11146"/>
                </a:lnTo>
                <a:lnTo>
                  <a:pt x="10659" y="12961"/>
                </a:lnTo>
                <a:lnTo>
                  <a:pt x="12473" y="11146"/>
                </a:lnTo>
                <a:lnTo>
                  <a:pt x="10659" y="7518"/>
                </a:lnTo>
                <a:lnTo>
                  <a:pt x="12473" y="5703"/>
                </a:lnTo>
                <a:lnTo>
                  <a:pt x="15920" y="7336"/>
                </a:lnTo>
                <a:lnTo>
                  <a:pt x="17009" y="6610"/>
                </a:lnTo>
                <a:lnTo>
                  <a:pt x="17406" y="6134"/>
                </a:lnTo>
                <a:lnTo>
                  <a:pt x="16510" y="1315"/>
                </a:lnTo>
                <a:lnTo>
                  <a:pt x="18460" y="737"/>
                </a:lnTo>
                <a:lnTo>
                  <a:pt x="20921" y="1179"/>
                </a:lnTo>
                <a:lnTo>
                  <a:pt x="24232" y="1179"/>
                </a:lnTo>
                <a:lnTo>
                  <a:pt x="26126" y="1009"/>
                </a:lnTo>
                <a:lnTo>
                  <a:pt x="30900" y="1462"/>
                </a:lnTo>
                <a:lnTo>
                  <a:pt x="36037" y="0"/>
                </a:lnTo>
                <a:lnTo>
                  <a:pt x="39461" y="1462"/>
                </a:lnTo>
                <a:lnTo>
                  <a:pt x="38214" y="6043"/>
                </a:lnTo>
                <a:lnTo>
                  <a:pt x="39699" y="7529"/>
                </a:lnTo>
                <a:lnTo>
                  <a:pt x="43271" y="5726"/>
                </a:lnTo>
                <a:lnTo>
                  <a:pt x="45142" y="7472"/>
                </a:lnTo>
                <a:lnTo>
                  <a:pt x="43328" y="11169"/>
                </a:lnTo>
                <a:lnTo>
                  <a:pt x="44984" y="12813"/>
                </a:lnTo>
                <a:lnTo>
                  <a:pt x="49089" y="11180"/>
                </a:lnTo>
                <a:lnTo>
                  <a:pt x="50506" y="13301"/>
                </a:lnTo>
                <a:lnTo>
                  <a:pt x="48998" y="16124"/>
                </a:lnTo>
                <a:lnTo>
                  <a:pt x="49667" y="17497"/>
                </a:lnTo>
                <a:lnTo>
                  <a:pt x="50755" y="18222"/>
                </a:lnTo>
                <a:lnTo>
                  <a:pt x="54203" y="16589"/>
                </a:lnTo>
                <a:lnTo>
                  <a:pt x="56017" y="18392"/>
                </a:lnTo>
                <a:lnTo>
                  <a:pt x="54316" y="21851"/>
                </a:lnTo>
                <a:lnTo>
                  <a:pt x="55110" y="22940"/>
                </a:lnTo>
                <a:lnTo>
                  <a:pt x="54452" y="26410"/>
                </a:lnTo>
                <a:lnTo>
                  <a:pt x="55960" y="30412"/>
                </a:lnTo>
                <a:lnTo>
                  <a:pt x="54872" y="34790"/>
                </a:lnTo>
                <a:lnTo>
                  <a:pt x="55779" y="38600"/>
                </a:lnTo>
                <a:lnTo>
                  <a:pt x="54384" y="39995"/>
                </a:lnTo>
                <a:lnTo>
                  <a:pt x="50188" y="38430"/>
                </a:lnTo>
                <a:lnTo>
                  <a:pt x="48987" y="40369"/>
                </a:lnTo>
                <a:lnTo>
                  <a:pt x="50563" y="43816"/>
                </a:lnTo>
                <a:lnTo>
                  <a:pt x="48907" y="45472"/>
                </a:lnTo>
                <a:lnTo>
                  <a:pt x="44802" y="43839"/>
                </a:lnTo>
                <a:lnTo>
                  <a:pt x="43793" y="45358"/>
                </a:lnTo>
                <a:lnTo>
                  <a:pt x="44847" y="49860"/>
                </a:lnTo>
                <a:lnTo>
                  <a:pt x="42750" y="50858"/>
                </a:lnTo>
                <a:lnTo>
                  <a:pt x="40323" y="49588"/>
                </a:lnTo>
                <a:lnTo>
                  <a:pt x="38781" y="50155"/>
                </a:lnTo>
                <a:lnTo>
                  <a:pt x="38055" y="51244"/>
                </a:lnTo>
                <a:lnTo>
                  <a:pt x="39688" y="54691"/>
                </a:lnTo>
                <a:lnTo>
                  <a:pt x="38271" y="56108"/>
                </a:lnTo>
                <a:lnTo>
                  <a:pt x="34132" y="55553"/>
                </a:lnTo>
                <a:lnTo>
                  <a:pt x="31535" y="55689"/>
                </a:lnTo>
                <a:lnTo>
                  <a:pt x="26443" y="55598"/>
                </a:lnTo>
                <a:lnTo>
                  <a:pt x="17791" y="56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114409" y="809011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2737" y="45381"/>
                </a:moveTo>
                <a:lnTo>
                  <a:pt x="29630" y="44406"/>
                </a:lnTo>
                <a:lnTo>
                  <a:pt x="25106" y="45381"/>
                </a:lnTo>
                <a:lnTo>
                  <a:pt x="20819" y="44678"/>
                </a:lnTo>
                <a:lnTo>
                  <a:pt x="16170" y="44678"/>
                </a:lnTo>
                <a:lnTo>
                  <a:pt x="13222" y="45188"/>
                </a:lnTo>
                <a:lnTo>
                  <a:pt x="11373" y="44383"/>
                </a:lnTo>
                <a:lnTo>
                  <a:pt x="12575" y="39824"/>
                </a:lnTo>
                <a:lnTo>
                  <a:pt x="12042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37" y="38656"/>
                </a:lnTo>
                <a:lnTo>
                  <a:pt x="7359" y="34551"/>
                </a:lnTo>
                <a:lnTo>
                  <a:pt x="5964" y="33157"/>
                </a:lnTo>
                <a:lnTo>
                  <a:pt x="1542" y="34540"/>
                </a:lnTo>
                <a:lnTo>
                  <a:pt x="33" y="31535"/>
                </a:lnTo>
                <a:lnTo>
                  <a:pt x="1167" y="25480"/>
                </a:lnTo>
                <a:lnTo>
                  <a:pt x="1167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71" y="12700"/>
                </a:lnTo>
                <a:lnTo>
                  <a:pt x="6599" y="12020"/>
                </a:lnTo>
                <a:lnTo>
                  <a:pt x="7325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4" y="7291"/>
                </a:lnTo>
                <a:lnTo>
                  <a:pt x="12042" y="6577"/>
                </a:lnTo>
                <a:lnTo>
                  <a:pt x="12575" y="5975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3"/>
                </a:lnTo>
                <a:lnTo>
                  <a:pt x="25514" y="1133"/>
                </a:lnTo>
                <a:lnTo>
                  <a:pt x="31558" y="0"/>
                </a:lnTo>
                <a:lnTo>
                  <a:pt x="34563" y="1508"/>
                </a:lnTo>
                <a:lnTo>
                  <a:pt x="33179" y="5941"/>
                </a:lnTo>
                <a:lnTo>
                  <a:pt x="34574" y="7336"/>
                </a:lnTo>
                <a:lnTo>
                  <a:pt x="38679" y="5703"/>
                </a:lnTo>
                <a:lnTo>
                  <a:pt x="40085" y="7824"/>
                </a:lnTo>
                <a:lnTo>
                  <a:pt x="38577" y="10647"/>
                </a:lnTo>
                <a:lnTo>
                  <a:pt x="39246" y="12020"/>
                </a:lnTo>
                <a:lnTo>
                  <a:pt x="40346" y="12745"/>
                </a:lnTo>
                <a:lnTo>
                  <a:pt x="43782" y="11112"/>
                </a:lnTo>
                <a:lnTo>
                  <a:pt x="45596" y="12915"/>
                </a:lnTo>
                <a:lnTo>
                  <a:pt x="43895" y="16374"/>
                </a:lnTo>
                <a:lnTo>
                  <a:pt x="44678" y="17463"/>
                </a:lnTo>
                <a:lnTo>
                  <a:pt x="44020" y="20932"/>
                </a:lnTo>
                <a:lnTo>
                  <a:pt x="45529" y="24935"/>
                </a:lnTo>
                <a:lnTo>
                  <a:pt x="44440" y="29312"/>
                </a:lnTo>
                <a:lnTo>
                  <a:pt x="45347" y="33123"/>
                </a:lnTo>
                <a:lnTo>
                  <a:pt x="43771" y="34699"/>
                </a:lnTo>
                <a:lnTo>
                  <a:pt x="40324" y="33066"/>
                </a:lnTo>
                <a:lnTo>
                  <a:pt x="39235" y="33792"/>
                </a:lnTo>
                <a:lnTo>
                  <a:pt x="38588" y="35209"/>
                </a:lnTo>
                <a:lnTo>
                  <a:pt x="40040" y="37919"/>
                </a:lnTo>
                <a:lnTo>
                  <a:pt x="38725" y="40074"/>
                </a:lnTo>
                <a:lnTo>
                  <a:pt x="34518" y="38509"/>
                </a:lnTo>
                <a:lnTo>
                  <a:pt x="33044" y="39995"/>
                </a:lnTo>
                <a:lnTo>
                  <a:pt x="34676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875027" y="8096147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47" y="33712"/>
                </a:moveTo>
                <a:lnTo>
                  <a:pt x="17519" y="33157"/>
                </a:lnTo>
                <a:lnTo>
                  <a:pt x="15410" y="33270"/>
                </a:lnTo>
                <a:lnTo>
                  <a:pt x="12507" y="33667"/>
                </a:lnTo>
                <a:lnTo>
                  <a:pt x="10659" y="32964"/>
                </a:lnTo>
                <a:lnTo>
                  <a:pt x="11815" y="28281"/>
                </a:lnTo>
                <a:lnTo>
                  <a:pt x="10534" y="26999"/>
                </a:lnTo>
                <a:lnTo>
                  <a:pt x="6429" y="28632"/>
                </a:lnTo>
                <a:lnTo>
                  <a:pt x="5011" y="26500"/>
                </a:lnTo>
                <a:lnTo>
                  <a:pt x="6520" y="23688"/>
                </a:lnTo>
                <a:lnTo>
                  <a:pt x="5851" y="22316"/>
                </a:lnTo>
                <a:lnTo>
                  <a:pt x="4796" y="21590"/>
                </a:lnTo>
                <a:lnTo>
                  <a:pt x="1269" y="23223"/>
                </a:lnTo>
                <a:lnTo>
                  <a:pt x="0" y="21885"/>
                </a:lnTo>
                <a:lnTo>
                  <a:pt x="22" y="11747"/>
                </a:lnTo>
                <a:lnTo>
                  <a:pt x="1496" y="10534"/>
                </a:lnTo>
                <a:lnTo>
                  <a:pt x="4626" y="12133"/>
                </a:lnTo>
                <a:lnTo>
                  <a:pt x="5851" y="11430"/>
                </a:lnTo>
                <a:lnTo>
                  <a:pt x="6576" y="10341"/>
                </a:lnTo>
                <a:lnTo>
                  <a:pt x="4943" y="6894"/>
                </a:lnTo>
                <a:lnTo>
                  <a:pt x="6758" y="5080"/>
                </a:lnTo>
                <a:lnTo>
                  <a:pt x="10205" y="6713"/>
                </a:lnTo>
                <a:lnTo>
                  <a:pt x="11294" y="5987"/>
                </a:lnTo>
                <a:lnTo>
                  <a:pt x="11895" y="5295"/>
                </a:lnTo>
                <a:lnTo>
                  <a:pt x="10534" y="952"/>
                </a:lnTo>
                <a:lnTo>
                  <a:pt x="12303" y="0"/>
                </a:lnTo>
                <a:lnTo>
                  <a:pt x="15557" y="544"/>
                </a:lnTo>
                <a:lnTo>
                  <a:pt x="18018" y="544"/>
                </a:lnTo>
                <a:lnTo>
                  <a:pt x="21012" y="22"/>
                </a:lnTo>
                <a:lnTo>
                  <a:pt x="22871" y="861"/>
                </a:lnTo>
                <a:lnTo>
                  <a:pt x="21579" y="5397"/>
                </a:lnTo>
                <a:lnTo>
                  <a:pt x="22928" y="6747"/>
                </a:lnTo>
                <a:lnTo>
                  <a:pt x="27033" y="5114"/>
                </a:lnTo>
                <a:lnTo>
                  <a:pt x="28451" y="7246"/>
                </a:lnTo>
                <a:lnTo>
                  <a:pt x="26942" y="10058"/>
                </a:lnTo>
                <a:lnTo>
                  <a:pt x="27611" y="11430"/>
                </a:lnTo>
                <a:lnTo>
                  <a:pt x="28700" y="12156"/>
                </a:lnTo>
                <a:lnTo>
                  <a:pt x="32147" y="10523"/>
                </a:lnTo>
                <a:lnTo>
                  <a:pt x="33565" y="11940"/>
                </a:lnTo>
                <a:lnTo>
                  <a:pt x="33009" y="16079"/>
                </a:lnTo>
                <a:lnTo>
                  <a:pt x="33122" y="18188"/>
                </a:lnTo>
                <a:lnTo>
                  <a:pt x="33519" y="21091"/>
                </a:lnTo>
                <a:lnTo>
                  <a:pt x="32816" y="22940"/>
                </a:lnTo>
                <a:lnTo>
                  <a:pt x="28133" y="21794"/>
                </a:lnTo>
                <a:lnTo>
                  <a:pt x="26852" y="23076"/>
                </a:lnTo>
                <a:lnTo>
                  <a:pt x="28484" y="27181"/>
                </a:lnTo>
                <a:lnTo>
                  <a:pt x="26364" y="28587"/>
                </a:lnTo>
                <a:lnTo>
                  <a:pt x="23529" y="27090"/>
                </a:lnTo>
                <a:lnTo>
                  <a:pt x="22168" y="27759"/>
                </a:lnTo>
                <a:lnTo>
                  <a:pt x="21443" y="28848"/>
                </a:lnTo>
                <a:lnTo>
                  <a:pt x="23076" y="32295"/>
                </a:lnTo>
                <a:lnTo>
                  <a:pt x="21647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2451243" y="8100354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26" y="19334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109" y="7223"/>
                </a:lnTo>
                <a:lnTo>
                  <a:pt x="19333" y="7926"/>
                </a:lnTo>
                <a:lnTo>
                  <a:pt x="22463" y="6327"/>
                </a:lnTo>
                <a:lnTo>
                  <a:pt x="23926" y="7540"/>
                </a:lnTo>
                <a:lnTo>
                  <a:pt x="23949" y="17678"/>
                </a:lnTo>
                <a:lnTo>
                  <a:pt x="22679" y="19016"/>
                </a:lnTo>
                <a:lnTo>
                  <a:pt x="19152" y="17383"/>
                </a:lnTo>
                <a:lnTo>
                  <a:pt x="18109" y="18109"/>
                </a:lnTo>
                <a:lnTo>
                  <a:pt x="17383" y="19164"/>
                </a:lnTo>
                <a:lnTo>
                  <a:pt x="19004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664153" y="8231713"/>
            <a:ext cx="88301" cy="888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342402" y="8237700"/>
            <a:ext cx="78050" cy="77382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935130" y="8237269"/>
            <a:ext cx="77835" cy="77982"/>
          </a:xfrm>
          <a:prstGeom prst="rect">
            <a:avLst/>
          </a:prstGeom>
        </p:spPr>
      </p:pic>
      <p:sp>
        <p:nvSpPr>
          <p:cNvPr id="83" name="object 83"/>
          <p:cNvSpPr/>
          <p:nvPr/>
        </p:nvSpPr>
        <p:spPr>
          <a:xfrm>
            <a:off x="8026683" y="824824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786" y="56278"/>
                </a:moveTo>
                <a:lnTo>
                  <a:pt x="11452" y="55065"/>
                </a:lnTo>
                <a:lnTo>
                  <a:pt x="12496" y="50370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36"/>
                </a:lnTo>
                <a:lnTo>
                  <a:pt x="1145" y="36162"/>
                </a:lnTo>
                <a:lnTo>
                  <a:pt x="1145" y="31728"/>
                </a:lnTo>
                <a:lnTo>
                  <a:pt x="997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40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64" y="1077"/>
                </a:lnTo>
                <a:lnTo>
                  <a:pt x="20932" y="362"/>
                </a:lnTo>
                <a:lnTo>
                  <a:pt x="24856" y="850"/>
                </a:lnTo>
                <a:lnTo>
                  <a:pt x="31546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5" y="43158"/>
                </a:lnTo>
                <a:lnTo>
                  <a:pt x="55314" y="45029"/>
                </a:lnTo>
                <a:lnTo>
                  <a:pt x="50699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9"/>
                </a:lnTo>
                <a:lnTo>
                  <a:pt x="49554" y="50711"/>
                </a:lnTo>
                <a:lnTo>
                  <a:pt x="45449" y="49078"/>
                </a:lnTo>
                <a:lnTo>
                  <a:pt x="44065" y="50461"/>
                </a:lnTo>
                <a:lnTo>
                  <a:pt x="45426" y="54918"/>
                </a:lnTo>
                <a:lnTo>
                  <a:pt x="43600" y="55813"/>
                </a:lnTo>
                <a:lnTo>
                  <a:pt x="40471" y="55280"/>
                </a:lnTo>
                <a:lnTo>
                  <a:pt x="19957" y="55280"/>
                </a:lnTo>
                <a:lnTo>
                  <a:pt x="14786" y="562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272688" y="8248687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53"/>
                </a:moveTo>
                <a:lnTo>
                  <a:pt x="24210" y="55439"/>
                </a:lnTo>
                <a:lnTo>
                  <a:pt x="21931" y="54634"/>
                </a:lnTo>
                <a:lnTo>
                  <a:pt x="22951" y="49917"/>
                </a:lnTo>
                <a:lnTo>
                  <a:pt x="22497" y="49395"/>
                </a:lnTo>
                <a:lnTo>
                  <a:pt x="20536" y="48034"/>
                </a:lnTo>
                <a:lnTo>
                  <a:pt x="13063" y="51176"/>
                </a:lnTo>
                <a:lnTo>
                  <a:pt x="10727" y="48307"/>
                </a:lnTo>
                <a:lnTo>
                  <a:pt x="12314" y="45188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34" y="37715"/>
                </a:lnTo>
                <a:lnTo>
                  <a:pt x="6690" y="33576"/>
                </a:lnTo>
                <a:lnTo>
                  <a:pt x="5783" y="32669"/>
                </a:lnTo>
                <a:lnTo>
                  <a:pt x="816" y="33497"/>
                </a:lnTo>
                <a:lnTo>
                  <a:pt x="498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7007" y="19776"/>
                </a:lnTo>
                <a:lnTo>
                  <a:pt x="4558" y="13142"/>
                </a:lnTo>
                <a:lnTo>
                  <a:pt x="6950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58"/>
                </a:lnTo>
                <a:lnTo>
                  <a:pt x="10727" y="6939"/>
                </a:lnTo>
                <a:lnTo>
                  <a:pt x="13063" y="4071"/>
                </a:lnTo>
                <a:lnTo>
                  <a:pt x="20535" y="7212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70"/>
                </a:lnTo>
                <a:lnTo>
                  <a:pt x="22917" y="0"/>
                </a:lnTo>
                <a:lnTo>
                  <a:pt x="33066" y="11"/>
                </a:lnTo>
                <a:lnTo>
                  <a:pt x="34268" y="1496"/>
                </a:lnTo>
                <a:lnTo>
                  <a:pt x="32681" y="4615"/>
                </a:lnTo>
                <a:lnTo>
                  <a:pt x="33384" y="5851"/>
                </a:lnTo>
                <a:lnTo>
                  <a:pt x="35345" y="7212"/>
                </a:lnTo>
                <a:lnTo>
                  <a:pt x="42818" y="4071"/>
                </a:lnTo>
                <a:lnTo>
                  <a:pt x="45155" y="6939"/>
                </a:lnTo>
                <a:lnTo>
                  <a:pt x="43567" y="10058"/>
                </a:lnTo>
                <a:lnTo>
                  <a:pt x="44270" y="11294"/>
                </a:lnTo>
                <a:lnTo>
                  <a:pt x="45359" y="12020"/>
                </a:lnTo>
                <a:lnTo>
                  <a:pt x="48806" y="10387"/>
                </a:lnTo>
                <a:lnTo>
                  <a:pt x="50224" y="11804"/>
                </a:lnTo>
                <a:lnTo>
                  <a:pt x="49668" y="15943"/>
                </a:lnTo>
                <a:lnTo>
                  <a:pt x="49781" y="18075"/>
                </a:lnTo>
                <a:lnTo>
                  <a:pt x="49146" y="20989"/>
                </a:lnTo>
                <a:lnTo>
                  <a:pt x="50053" y="22906"/>
                </a:lnTo>
                <a:lnTo>
                  <a:pt x="54544" y="21568"/>
                </a:lnTo>
                <a:lnTo>
                  <a:pt x="55666" y="22690"/>
                </a:lnTo>
                <a:lnTo>
                  <a:pt x="55099" y="26829"/>
                </a:lnTo>
                <a:lnTo>
                  <a:pt x="55212" y="28984"/>
                </a:lnTo>
                <a:lnTo>
                  <a:pt x="55587" y="31796"/>
                </a:lnTo>
                <a:lnTo>
                  <a:pt x="54918" y="33633"/>
                </a:lnTo>
                <a:lnTo>
                  <a:pt x="50269" y="32613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1"/>
                </a:lnTo>
                <a:lnTo>
                  <a:pt x="48601" y="44848"/>
                </a:lnTo>
                <a:lnTo>
                  <a:pt x="45483" y="43238"/>
                </a:lnTo>
                <a:lnTo>
                  <a:pt x="44258" y="43952"/>
                </a:lnTo>
                <a:lnTo>
                  <a:pt x="43544" y="45041"/>
                </a:lnTo>
                <a:lnTo>
                  <a:pt x="45166" y="48488"/>
                </a:lnTo>
                <a:lnTo>
                  <a:pt x="43363" y="50302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75" y="54543"/>
                </a:lnTo>
                <a:lnTo>
                  <a:pt x="31728" y="55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711531" y="8259574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90" h="34290">
                <a:moveTo>
                  <a:pt x="12768" y="33758"/>
                </a:moveTo>
                <a:lnTo>
                  <a:pt x="10738" y="32658"/>
                </a:lnTo>
                <a:lnTo>
                  <a:pt x="12088" y="28315"/>
                </a:lnTo>
                <a:lnTo>
                  <a:pt x="11487" y="27623"/>
                </a:lnTo>
                <a:lnTo>
                  <a:pt x="10115" y="26954"/>
                </a:lnTo>
                <a:lnTo>
                  <a:pt x="7302" y="28462"/>
                </a:lnTo>
                <a:lnTo>
                  <a:pt x="5170" y="27045"/>
                </a:lnTo>
                <a:lnTo>
                  <a:pt x="6803" y="22940"/>
                </a:lnTo>
                <a:lnTo>
                  <a:pt x="5522" y="21658"/>
                </a:lnTo>
                <a:lnTo>
                  <a:pt x="839" y="22804"/>
                </a:lnTo>
                <a:lnTo>
                  <a:pt x="260" y="21250"/>
                </a:lnTo>
                <a:lnTo>
                  <a:pt x="0" y="11782"/>
                </a:lnTo>
                <a:lnTo>
                  <a:pt x="1689" y="10398"/>
                </a:lnTo>
                <a:lnTo>
                  <a:pt x="4819" y="11997"/>
                </a:lnTo>
                <a:lnTo>
                  <a:pt x="6044" y="11294"/>
                </a:lnTo>
                <a:lnTo>
                  <a:pt x="6769" y="10205"/>
                </a:lnTo>
                <a:lnTo>
                  <a:pt x="5136" y="6758"/>
                </a:lnTo>
                <a:lnTo>
                  <a:pt x="6951" y="4944"/>
                </a:lnTo>
                <a:lnTo>
                  <a:pt x="10398" y="6577"/>
                </a:lnTo>
                <a:lnTo>
                  <a:pt x="11487" y="5851"/>
                </a:lnTo>
                <a:lnTo>
                  <a:pt x="12212" y="4796"/>
                </a:lnTo>
                <a:lnTo>
                  <a:pt x="10579" y="1270"/>
                </a:lnTo>
                <a:lnTo>
                  <a:pt x="11918" y="0"/>
                </a:lnTo>
                <a:lnTo>
                  <a:pt x="22055" y="11"/>
                </a:lnTo>
                <a:lnTo>
                  <a:pt x="23269" y="1496"/>
                </a:lnTo>
                <a:lnTo>
                  <a:pt x="21670" y="4615"/>
                </a:lnTo>
                <a:lnTo>
                  <a:pt x="22373" y="5851"/>
                </a:lnTo>
                <a:lnTo>
                  <a:pt x="23461" y="6577"/>
                </a:lnTo>
                <a:lnTo>
                  <a:pt x="26909" y="4944"/>
                </a:lnTo>
                <a:lnTo>
                  <a:pt x="28576" y="6611"/>
                </a:lnTo>
                <a:lnTo>
                  <a:pt x="26943" y="10716"/>
                </a:lnTo>
                <a:lnTo>
                  <a:pt x="28439" y="11714"/>
                </a:lnTo>
                <a:lnTo>
                  <a:pt x="32998" y="10693"/>
                </a:lnTo>
                <a:lnTo>
                  <a:pt x="33780" y="12451"/>
                </a:lnTo>
                <a:lnTo>
                  <a:pt x="33259" y="15444"/>
                </a:lnTo>
                <a:lnTo>
                  <a:pt x="33259" y="17905"/>
                </a:lnTo>
                <a:lnTo>
                  <a:pt x="33803" y="21171"/>
                </a:lnTo>
                <a:lnTo>
                  <a:pt x="32805" y="22928"/>
                </a:lnTo>
                <a:lnTo>
                  <a:pt x="28496" y="21568"/>
                </a:lnTo>
                <a:lnTo>
                  <a:pt x="27816" y="22180"/>
                </a:lnTo>
                <a:lnTo>
                  <a:pt x="27237" y="23711"/>
                </a:lnTo>
                <a:lnTo>
                  <a:pt x="28542" y="26171"/>
                </a:lnTo>
                <a:lnTo>
                  <a:pt x="27442" y="28371"/>
                </a:lnTo>
                <a:lnTo>
                  <a:pt x="23008" y="26988"/>
                </a:lnTo>
                <a:lnTo>
                  <a:pt x="21806" y="28190"/>
                </a:lnTo>
                <a:lnTo>
                  <a:pt x="23064" y="32771"/>
                </a:lnTo>
                <a:lnTo>
                  <a:pt x="21023" y="33644"/>
                </a:lnTo>
                <a:lnTo>
                  <a:pt x="12768" y="33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2614533" y="826364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37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87" y="17394"/>
                </a:lnTo>
                <a:lnTo>
                  <a:pt x="2857" y="18993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85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87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27"/>
                </a:lnTo>
                <a:lnTo>
                  <a:pt x="23926" y="7540"/>
                </a:lnTo>
                <a:lnTo>
                  <a:pt x="23937" y="17678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7" name="object 8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174325" y="8395310"/>
            <a:ext cx="88516" cy="88801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2098635" y="8400344"/>
            <a:ext cx="77473" cy="78436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766713" y="8395003"/>
            <a:ext cx="88268" cy="88846"/>
          </a:xfrm>
          <a:prstGeom prst="rect">
            <a:avLst/>
          </a:prstGeom>
        </p:spPr>
      </p:pic>
      <p:sp>
        <p:nvSpPr>
          <p:cNvPr id="90" name="object 90"/>
          <p:cNvSpPr/>
          <p:nvPr/>
        </p:nvSpPr>
        <p:spPr>
          <a:xfrm>
            <a:off x="7863392" y="84115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571" y="56346"/>
                </a:moveTo>
                <a:lnTo>
                  <a:pt x="11384" y="55008"/>
                </a:lnTo>
                <a:lnTo>
                  <a:pt x="12552" y="50416"/>
                </a:lnTo>
                <a:lnTo>
                  <a:pt x="12031" y="49837"/>
                </a:lnTo>
                <a:lnTo>
                  <a:pt x="10942" y="49112"/>
                </a:lnTo>
                <a:lnTo>
                  <a:pt x="7495" y="50745"/>
                </a:lnTo>
                <a:lnTo>
                  <a:pt x="5828" y="49078"/>
                </a:lnTo>
                <a:lnTo>
                  <a:pt x="7461" y="44973"/>
                </a:lnTo>
                <a:lnTo>
                  <a:pt x="5941" y="43963"/>
                </a:lnTo>
                <a:lnTo>
                  <a:pt x="1440" y="45018"/>
                </a:lnTo>
                <a:lnTo>
                  <a:pt x="33" y="42047"/>
                </a:lnTo>
                <a:lnTo>
                  <a:pt x="1145" y="36162"/>
                </a:lnTo>
                <a:lnTo>
                  <a:pt x="1145" y="31728"/>
                </a:lnTo>
                <a:lnTo>
                  <a:pt x="986" y="29846"/>
                </a:lnTo>
                <a:lnTo>
                  <a:pt x="1304" y="26274"/>
                </a:lnTo>
                <a:lnTo>
                  <a:pt x="907" y="24403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2"/>
                </a:lnTo>
                <a:lnTo>
                  <a:pt x="5363" y="12439"/>
                </a:lnTo>
                <a:lnTo>
                  <a:pt x="6588" y="11736"/>
                </a:lnTo>
                <a:lnTo>
                  <a:pt x="7313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2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62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187"/>
                </a:lnTo>
                <a:lnTo>
                  <a:pt x="56108" y="43306"/>
                </a:lnTo>
                <a:lnTo>
                  <a:pt x="55212" y="45143"/>
                </a:lnTo>
                <a:lnTo>
                  <a:pt x="50756" y="43771"/>
                </a:lnTo>
                <a:lnTo>
                  <a:pt x="49372" y="45154"/>
                </a:lnTo>
                <a:lnTo>
                  <a:pt x="51005" y="49259"/>
                </a:lnTo>
                <a:lnTo>
                  <a:pt x="48873" y="50676"/>
                </a:lnTo>
                <a:lnTo>
                  <a:pt x="46050" y="49168"/>
                </a:lnTo>
                <a:lnTo>
                  <a:pt x="44689" y="49837"/>
                </a:lnTo>
                <a:lnTo>
                  <a:pt x="44179" y="50416"/>
                </a:lnTo>
                <a:lnTo>
                  <a:pt x="45324" y="55020"/>
                </a:lnTo>
                <a:lnTo>
                  <a:pt x="43453" y="55791"/>
                </a:lnTo>
                <a:lnTo>
                  <a:pt x="40595" y="55280"/>
                </a:lnTo>
                <a:lnTo>
                  <a:pt x="20116" y="55280"/>
                </a:lnTo>
                <a:lnTo>
                  <a:pt x="14571" y="56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436037" y="841129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7780" y="56483"/>
                </a:moveTo>
                <a:lnTo>
                  <a:pt x="16113" y="54430"/>
                </a:lnTo>
                <a:lnTo>
                  <a:pt x="17700" y="51312"/>
                </a:lnTo>
                <a:lnTo>
                  <a:pt x="16997" y="50076"/>
                </a:lnTo>
                <a:lnTo>
                  <a:pt x="15648" y="49395"/>
                </a:lnTo>
                <a:lnTo>
                  <a:pt x="12802" y="50926"/>
                </a:lnTo>
                <a:lnTo>
                  <a:pt x="10681" y="49486"/>
                </a:lnTo>
                <a:lnTo>
                  <a:pt x="12325" y="45404"/>
                </a:lnTo>
                <a:lnTo>
                  <a:pt x="10806" y="43873"/>
                </a:lnTo>
                <a:lnTo>
                  <a:pt x="6689" y="45506"/>
                </a:lnTo>
                <a:lnTo>
                  <a:pt x="5341" y="43453"/>
                </a:lnTo>
                <a:lnTo>
                  <a:pt x="7030" y="40267"/>
                </a:lnTo>
                <a:lnTo>
                  <a:pt x="5352" y="38271"/>
                </a:lnTo>
                <a:lnTo>
                  <a:pt x="1541" y="40051"/>
                </a:lnTo>
                <a:lnTo>
                  <a:pt x="79" y="38588"/>
                </a:lnTo>
                <a:lnTo>
                  <a:pt x="838" y="34642"/>
                </a:lnTo>
                <a:lnTo>
                  <a:pt x="238" y="30980"/>
                </a:lnTo>
                <a:lnTo>
                  <a:pt x="0" y="25571"/>
                </a:lnTo>
                <a:lnTo>
                  <a:pt x="918" y="21897"/>
                </a:lnTo>
                <a:lnTo>
                  <a:pt x="10" y="18086"/>
                </a:lnTo>
                <a:lnTo>
                  <a:pt x="1587" y="16510"/>
                </a:lnTo>
                <a:lnTo>
                  <a:pt x="5046" y="18143"/>
                </a:lnTo>
                <a:lnTo>
                  <a:pt x="6123" y="17417"/>
                </a:lnTo>
                <a:lnTo>
                  <a:pt x="6849" y="16329"/>
                </a:lnTo>
                <a:lnTo>
                  <a:pt x="5215" y="12881"/>
                </a:lnTo>
                <a:lnTo>
                  <a:pt x="7030" y="11067"/>
                </a:lnTo>
                <a:lnTo>
                  <a:pt x="10659" y="12881"/>
                </a:lnTo>
                <a:lnTo>
                  <a:pt x="12461" y="11067"/>
                </a:lnTo>
                <a:lnTo>
                  <a:pt x="10658" y="7438"/>
                </a:lnTo>
                <a:lnTo>
                  <a:pt x="12461" y="5624"/>
                </a:lnTo>
                <a:lnTo>
                  <a:pt x="15920" y="7257"/>
                </a:lnTo>
                <a:lnTo>
                  <a:pt x="16997" y="6531"/>
                </a:lnTo>
                <a:lnTo>
                  <a:pt x="17644" y="5783"/>
                </a:lnTo>
                <a:lnTo>
                  <a:pt x="16192" y="1576"/>
                </a:lnTo>
                <a:lnTo>
                  <a:pt x="18789" y="0"/>
                </a:lnTo>
                <a:lnTo>
                  <a:pt x="25717" y="963"/>
                </a:lnTo>
                <a:lnTo>
                  <a:pt x="29426" y="1179"/>
                </a:lnTo>
                <a:lnTo>
                  <a:pt x="37930" y="56"/>
                </a:lnTo>
                <a:lnTo>
                  <a:pt x="39654" y="2177"/>
                </a:lnTo>
                <a:lnTo>
                  <a:pt x="38067" y="5295"/>
                </a:lnTo>
                <a:lnTo>
                  <a:pt x="38770" y="6531"/>
                </a:lnTo>
                <a:lnTo>
                  <a:pt x="40119" y="7212"/>
                </a:lnTo>
                <a:lnTo>
                  <a:pt x="42977" y="5692"/>
                </a:lnTo>
                <a:lnTo>
                  <a:pt x="45086" y="7132"/>
                </a:lnTo>
                <a:lnTo>
                  <a:pt x="43442" y="11203"/>
                </a:lnTo>
                <a:lnTo>
                  <a:pt x="44961" y="12734"/>
                </a:lnTo>
                <a:lnTo>
                  <a:pt x="49077" y="11101"/>
                </a:lnTo>
                <a:lnTo>
                  <a:pt x="50426" y="13154"/>
                </a:lnTo>
                <a:lnTo>
                  <a:pt x="48737" y="16340"/>
                </a:lnTo>
                <a:lnTo>
                  <a:pt x="50415" y="18336"/>
                </a:lnTo>
                <a:lnTo>
                  <a:pt x="54225" y="16556"/>
                </a:lnTo>
                <a:lnTo>
                  <a:pt x="55995" y="18325"/>
                </a:lnTo>
                <a:lnTo>
                  <a:pt x="54293" y="21726"/>
                </a:lnTo>
                <a:lnTo>
                  <a:pt x="55075" y="22860"/>
                </a:lnTo>
                <a:lnTo>
                  <a:pt x="54418" y="26330"/>
                </a:lnTo>
                <a:lnTo>
                  <a:pt x="55926" y="30333"/>
                </a:lnTo>
                <a:lnTo>
                  <a:pt x="54837" y="34710"/>
                </a:lnTo>
                <a:lnTo>
                  <a:pt x="55745" y="38520"/>
                </a:lnTo>
                <a:lnTo>
                  <a:pt x="54349" y="39915"/>
                </a:lnTo>
                <a:lnTo>
                  <a:pt x="50143" y="38350"/>
                </a:lnTo>
                <a:lnTo>
                  <a:pt x="48952" y="40289"/>
                </a:lnTo>
                <a:lnTo>
                  <a:pt x="50528" y="43737"/>
                </a:lnTo>
                <a:lnTo>
                  <a:pt x="48873" y="45392"/>
                </a:lnTo>
                <a:lnTo>
                  <a:pt x="44768" y="43759"/>
                </a:lnTo>
                <a:lnTo>
                  <a:pt x="43770" y="45279"/>
                </a:lnTo>
                <a:lnTo>
                  <a:pt x="44824" y="49781"/>
                </a:lnTo>
                <a:lnTo>
                  <a:pt x="42727" y="50779"/>
                </a:lnTo>
                <a:lnTo>
                  <a:pt x="40289" y="49509"/>
                </a:lnTo>
                <a:lnTo>
                  <a:pt x="38758" y="50076"/>
                </a:lnTo>
                <a:lnTo>
                  <a:pt x="38044" y="51164"/>
                </a:lnTo>
                <a:lnTo>
                  <a:pt x="39665" y="54612"/>
                </a:lnTo>
                <a:lnTo>
                  <a:pt x="38236" y="56040"/>
                </a:lnTo>
                <a:lnTo>
                  <a:pt x="34109" y="55485"/>
                </a:lnTo>
                <a:lnTo>
                  <a:pt x="31523" y="55609"/>
                </a:lnTo>
                <a:lnTo>
                  <a:pt x="26432" y="55519"/>
                </a:lnTo>
                <a:lnTo>
                  <a:pt x="17780" y="56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547674" y="8422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77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1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67" y="19628"/>
                </a:lnTo>
                <a:lnTo>
                  <a:pt x="1167" y="6611"/>
                </a:lnTo>
                <a:lnTo>
                  <a:pt x="2256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8" y="1167"/>
                </a:lnTo>
                <a:lnTo>
                  <a:pt x="26716" y="0"/>
                </a:lnTo>
                <a:lnTo>
                  <a:pt x="29176" y="1734"/>
                </a:lnTo>
                <a:lnTo>
                  <a:pt x="27702" y="5817"/>
                </a:lnTo>
                <a:lnTo>
                  <a:pt x="28383" y="6610"/>
                </a:lnTo>
                <a:lnTo>
                  <a:pt x="29131" y="7257"/>
                </a:lnTo>
                <a:lnTo>
                  <a:pt x="33338" y="5805"/>
                </a:lnTo>
                <a:lnTo>
                  <a:pt x="34370" y="7506"/>
                </a:lnTo>
                <a:lnTo>
                  <a:pt x="33826" y="10976"/>
                </a:lnTo>
                <a:lnTo>
                  <a:pt x="33826" y="19628"/>
                </a:lnTo>
                <a:lnTo>
                  <a:pt x="34994" y="26716"/>
                </a:lnTo>
                <a:lnTo>
                  <a:pt x="33236" y="29233"/>
                </a:lnTo>
                <a:lnTo>
                  <a:pt x="29222" y="27702"/>
                </a:lnTo>
                <a:lnTo>
                  <a:pt x="28383" y="28383"/>
                </a:lnTo>
                <a:lnTo>
                  <a:pt x="27736" y="29131"/>
                </a:lnTo>
                <a:lnTo>
                  <a:pt x="29188" y="33338"/>
                </a:lnTo>
                <a:lnTo>
                  <a:pt x="27487" y="34370"/>
                </a:lnTo>
                <a:lnTo>
                  <a:pt x="24017" y="33826"/>
                </a:lnTo>
                <a:lnTo>
                  <a:pt x="15365" y="33826"/>
                </a:lnTo>
                <a:lnTo>
                  <a:pt x="8277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2777824" y="8426936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66" y="23960"/>
                </a:moveTo>
                <a:lnTo>
                  <a:pt x="7518" y="23949"/>
                </a:lnTo>
                <a:lnTo>
                  <a:pt x="6327" y="22463"/>
                </a:lnTo>
                <a:lnTo>
                  <a:pt x="7915" y="19345"/>
                </a:lnTo>
                <a:lnTo>
                  <a:pt x="7211" y="18109"/>
                </a:lnTo>
                <a:lnTo>
                  <a:pt x="5975" y="17406"/>
                </a:lnTo>
                <a:lnTo>
                  <a:pt x="2846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35" y="0"/>
                </a:lnTo>
                <a:lnTo>
                  <a:pt x="18982" y="2868"/>
                </a:lnTo>
                <a:lnTo>
                  <a:pt x="17383" y="5998"/>
                </a:lnTo>
                <a:lnTo>
                  <a:pt x="18098" y="7223"/>
                </a:lnTo>
                <a:lnTo>
                  <a:pt x="19322" y="7926"/>
                </a:lnTo>
                <a:lnTo>
                  <a:pt x="22452" y="6338"/>
                </a:lnTo>
                <a:lnTo>
                  <a:pt x="23926" y="7540"/>
                </a:lnTo>
                <a:lnTo>
                  <a:pt x="23938" y="17689"/>
                </a:lnTo>
                <a:lnTo>
                  <a:pt x="22668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72" y="19164"/>
                </a:lnTo>
                <a:lnTo>
                  <a:pt x="18993" y="22690"/>
                </a:lnTo>
                <a:lnTo>
                  <a:pt x="17666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4" name="object 9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010797" y="8558135"/>
            <a:ext cx="88346" cy="8936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2261429" y="8564281"/>
            <a:ext cx="77971" cy="77484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695338" y="8569759"/>
            <a:ext cx="66257" cy="66643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12599338" y="8574499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7780" y="56562"/>
                </a:moveTo>
                <a:lnTo>
                  <a:pt x="16102" y="54521"/>
                </a:lnTo>
                <a:lnTo>
                  <a:pt x="17700" y="51391"/>
                </a:lnTo>
                <a:lnTo>
                  <a:pt x="16997" y="50166"/>
                </a:lnTo>
                <a:lnTo>
                  <a:pt x="15637" y="49486"/>
                </a:lnTo>
                <a:lnTo>
                  <a:pt x="12791" y="51017"/>
                </a:lnTo>
                <a:lnTo>
                  <a:pt x="10681" y="49577"/>
                </a:lnTo>
                <a:lnTo>
                  <a:pt x="12325" y="45494"/>
                </a:lnTo>
                <a:lnTo>
                  <a:pt x="10794" y="43963"/>
                </a:lnTo>
                <a:lnTo>
                  <a:pt x="6689" y="45596"/>
                </a:lnTo>
                <a:lnTo>
                  <a:pt x="5329" y="43544"/>
                </a:lnTo>
                <a:lnTo>
                  <a:pt x="7018" y="40357"/>
                </a:lnTo>
                <a:lnTo>
                  <a:pt x="5352" y="38362"/>
                </a:lnTo>
                <a:lnTo>
                  <a:pt x="1541" y="40142"/>
                </a:lnTo>
                <a:lnTo>
                  <a:pt x="79" y="38679"/>
                </a:lnTo>
                <a:lnTo>
                  <a:pt x="827" y="34733"/>
                </a:lnTo>
                <a:lnTo>
                  <a:pt x="227" y="31070"/>
                </a:lnTo>
                <a:lnTo>
                  <a:pt x="0" y="25673"/>
                </a:lnTo>
                <a:lnTo>
                  <a:pt x="918" y="21987"/>
                </a:lnTo>
                <a:lnTo>
                  <a:pt x="10" y="18177"/>
                </a:lnTo>
                <a:lnTo>
                  <a:pt x="1587" y="16601"/>
                </a:lnTo>
                <a:lnTo>
                  <a:pt x="5034" y="18234"/>
                </a:lnTo>
                <a:lnTo>
                  <a:pt x="6123" y="17508"/>
                </a:lnTo>
                <a:lnTo>
                  <a:pt x="6837" y="16419"/>
                </a:lnTo>
                <a:lnTo>
                  <a:pt x="5215" y="12972"/>
                </a:lnTo>
                <a:lnTo>
                  <a:pt x="7018" y="11158"/>
                </a:lnTo>
                <a:lnTo>
                  <a:pt x="10647" y="12972"/>
                </a:lnTo>
                <a:lnTo>
                  <a:pt x="12462" y="11158"/>
                </a:lnTo>
                <a:lnTo>
                  <a:pt x="10647" y="7529"/>
                </a:lnTo>
                <a:lnTo>
                  <a:pt x="12462" y="5715"/>
                </a:lnTo>
                <a:lnTo>
                  <a:pt x="15908" y="7348"/>
                </a:lnTo>
                <a:lnTo>
                  <a:pt x="16997" y="6622"/>
                </a:lnTo>
                <a:lnTo>
                  <a:pt x="17383" y="6146"/>
                </a:lnTo>
                <a:lnTo>
                  <a:pt x="16498" y="1326"/>
                </a:lnTo>
                <a:lnTo>
                  <a:pt x="18449" y="748"/>
                </a:lnTo>
                <a:lnTo>
                  <a:pt x="20909" y="1179"/>
                </a:lnTo>
                <a:lnTo>
                  <a:pt x="24198" y="1179"/>
                </a:lnTo>
                <a:lnTo>
                  <a:pt x="26103" y="1009"/>
                </a:lnTo>
                <a:lnTo>
                  <a:pt x="30888" y="1462"/>
                </a:lnTo>
                <a:lnTo>
                  <a:pt x="36014" y="0"/>
                </a:lnTo>
                <a:lnTo>
                  <a:pt x="39438" y="1474"/>
                </a:lnTo>
                <a:lnTo>
                  <a:pt x="38179" y="6055"/>
                </a:lnTo>
                <a:lnTo>
                  <a:pt x="39676" y="7540"/>
                </a:lnTo>
                <a:lnTo>
                  <a:pt x="43248" y="5737"/>
                </a:lnTo>
                <a:lnTo>
                  <a:pt x="45108" y="7472"/>
                </a:lnTo>
                <a:lnTo>
                  <a:pt x="43305" y="11169"/>
                </a:lnTo>
                <a:lnTo>
                  <a:pt x="44950" y="12825"/>
                </a:lnTo>
                <a:lnTo>
                  <a:pt x="49055" y="11192"/>
                </a:lnTo>
                <a:lnTo>
                  <a:pt x="50460" y="13324"/>
                </a:lnTo>
                <a:lnTo>
                  <a:pt x="48952" y="16136"/>
                </a:lnTo>
                <a:lnTo>
                  <a:pt x="49633" y="17508"/>
                </a:lnTo>
                <a:lnTo>
                  <a:pt x="50721" y="18234"/>
                </a:lnTo>
                <a:lnTo>
                  <a:pt x="54157" y="16601"/>
                </a:lnTo>
                <a:lnTo>
                  <a:pt x="55972" y="18415"/>
                </a:lnTo>
                <a:lnTo>
                  <a:pt x="54270" y="21817"/>
                </a:lnTo>
                <a:lnTo>
                  <a:pt x="55064" y="22951"/>
                </a:lnTo>
                <a:lnTo>
                  <a:pt x="54407" y="26421"/>
                </a:lnTo>
                <a:lnTo>
                  <a:pt x="55915" y="30424"/>
                </a:lnTo>
                <a:lnTo>
                  <a:pt x="54826" y="34801"/>
                </a:lnTo>
                <a:lnTo>
                  <a:pt x="55734" y="38611"/>
                </a:lnTo>
                <a:lnTo>
                  <a:pt x="54350" y="40006"/>
                </a:lnTo>
                <a:lnTo>
                  <a:pt x="50132" y="38441"/>
                </a:lnTo>
                <a:lnTo>
                  <a:pt x="48952" y="40380"/>
                </a:lnTo>
                <a:lnTo>
                  <a:pt x="50517" y="43827"/>
                </a:lnTo>
                <a:lnTo>
                  <a:pt x="48873" y="45483"/>
                </a:lnTo>
                <a:lnTo>
                  <a:pt x="44768" y="43850"/>
                </a:lnTo>
                <a:lnTo>
                  <a:pt x="43759" y="45370"/>
                </a:lnTo>
                <a:lnTo>
                  <a:pt x="44825" y="49871"/>
                </a:lnTo>
                <a:lnTo>
                  <a:pt x="42716" y="50869"/>
                </a:lnTo>
                <a:lnTo>
                  <a:pt x="40289" y="49599"/>
                </a:lnTo>
                <a:lnTo>
                  <a:pt x="38758" y="50166"/>
                </a:lnTo>
                <a:lnTo>
                  <a:pt x="38032" y="51255"/>
                </a:lnTo>
                <a:lnTo>
                  <a:pt x="39665" y="54702"/>
                </a:lnTo>
                <a:lnTo>
                  <a:pt x="38236" y="56120"/>
                </a:lnTo>
                <a:lnTo>
                  <a:pt x="34109" y="55564"/>
                </a:lnTo>
                <a:lnTo>
                  <a:pt x="31512" y="55700"/>
                </a:lnTo>
                <a:lnTo>
                  <a:pt x="26432" y="55609"/>
                </a:lnTo>
                <a:lnTo>
                  <a:pt x="17780" y="56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385131" y="8586031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90">
                <a:moveTo>
                  <a:pt x="21670" y="33712"/>
                </a:moveTo>
                <a:lnTo>
                  <a:pt x="17531" y="33157"/>
                </a:lnTo>
                <a:lnTo>
                  <a:pt x="15410" y="33259"/>
                </a:lnTo>
                <a:lnTo>
                  <a:pt x="12519" y="33656"/>
                </a:lnTo>
                <a:lnTo>
                  <a:pt x="10670" y="32953"/>
                </a:lnTo>
                <a:lnTo>
                  <a:pt x="11816" y="28269"/>
                </a:lnTo>
                <a:lnTo>
                  <a:pt x="10534" y="26988"/>
                </a:lnTo>
                <a:lnTo>
                  <a:pt x="6429" y="28621"/>
                </a:lnTo>
                <a:lnTo>
                  <a:pt x="5012" y="26500"/>
                </a:lnTo>
                <a:lnTo>
                  <a:pt x="6520" y="23677"/>
                </a:lnTo>
                <a:lnTo>
                  <a:pt x="5851" y="22305"/>
                </a:lnTo>
                <a:lnTo>
                  <a:pt x="4796" y="21579"/>
                </a:lnTo>
                <a:lnTo>
                  <a:pt x="1270" y="23212"/>
                </a:lnTo>
                <a:lnTo>
                  <a:pt x="0" y="21885"/>
                </a:lnTo>
                <a:lnTo>
                  <a:pt x="11" y="11736"/>
                </a:lnTo>
                <a:lnTo>
                  <a:pt x="1496" y="10534"/>
                </a:lnTo>
                <a:lnTo>
                  <a:pt x="4615" y="12133"/>
                </a:lnTo>
                <a:lnTo>
                  <a:pt x="5851" y="11419"/>
                </a:lnTo>
                <a:lnTo>
                  <a:pt x="6577" y="10330"/>
                </a:lnTo>
                <a:lnTo>
                  <a:pt x="4944" y="6883"/>
                </a:lnTo>
                <a:lnTo>
                  <a:pt x="6758" y="5068"/>
                </a:lnTo>
                <a:lnTo>
                  <a:pt x="10205" y="6701"/>
                </a:lnTo>
                <a:lnTo>
                  <a:pt x="11294" y="5975"/>
                </a:lnTo>
                <a:lnTo>
                  <a:pt x="11895" y="5284"/>
                </a:lnTo>
                <a:lnTo>
                  <a:pt x="10545" y="941"/>
                </a:lnTo>
                <a:lnTo>
                  <a:pt x="12303" y="0"/>
                </a:lnTo>
                <a:lnTo>
                  <a:pt x="15569" y="532"/>
                </a:lnTo>
                <a:lnTo>
                  <a:pt x="18030" y="532"/>
                </a:lnTo>
                <a:lnTo>
                  <a:pt x="21012" y="11"/>
                </a:lnTo>
                <a:lnTo>
                  <a:pt x="22883" y="850"/>
                </a:lnTo>
                <a:lnTo>
                  <a:pt x="21590" y="5386"/>
                </a:lnTo>
                <a:lnTo>
                  <a:pt x="22940" y="6735"/>
                </a:lnTo>
                <a:lnTo>
                  <a:pt x="27045" y="5102"/>
                </a:lnTo>
                <a:lnTo>
                  <a:pt x="28462" y="7234"/>
                </a:lnTo>
                <a:lnTo>
                  <a:pt x="26954" y="10046"/>
                </a:lnTo>
                <a:lnTo>
                  <a:pt x="27623" y="11419"/>
                </a:lnTo>
                <a:lnTo>
                  <a:pt x="28712" y="12144"/>
                </a:lnTo>
                <a:lnTo>
                  <a:pt x="32159" y="10511"/>
                </a:lnTo>
                <a:lnTo>
                  <a:pt x="33576" y="11929"/>
                </a:lnTo>
                <a:lnTo>
                  <a:pt x="33021" y="16068"/>
                </a:lnTo>
                <a:lnTo>
                  <a:pt x="33134" y="18188"/>
                </a:lnTo>
                <a:lnTo>
                  <a:pt x="33531" y="21080"/>
                </a:lnTo>
                <a:lnTo>
                  <a:pt x="32828" y="22928"/>
                </a:lnTo>
                <a:lnTo>
                  <a:pt x="28145" y="21783"/>
                </a:lnTo>
                <a:lnTo>
                  <a:pt x="26863" y="23064"/>
                </a:lnTo>
                <a:lnTo>
                  <a:pt x="28496" y="27169"/>
                </a:lnTo>
                <a:lnTo>
                  <a:pt x="26364" y="28542"/>
                </a:lnTo>
                <a:lnTo>
                  <a:pt x="23552" y="27067"/>
                </a:lnTo>
                <a:lnTo>
                  <a:pt x="22180" y="27748"/>
                </a:lnTo>
                <a:lnTo>
                  <a:pt x="21454" y="28836"/>
                </a:lnTo>
                <a:lnTo>
                  <a:pt x="23087" y="32284"/>
                </a:lnTo>
                <a:lnTo>
                  <a:pt x="21670" y="33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2941116" y="8590227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78" y="23960"/>
                </a:moveTo>
                <a:lnTo>
                  <a:pt x="7529" y="23949"/>
                </a:lnTo>
                <a:lnTo>
                  <a:pt x="6327" y="22463"/>
                </a:lnTo>
                <a:lnTo>
                  <a:pt x="7926" y="19345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40" y="9185"/>
                </a:lnTo>
                <a:lnTo>
                  <a:pt x="1780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41"/>
                </a:lnTo>
                <a:lnTo>
                  <a:pt x="16646" y="0"/>
                </a:lnTo>
                <a:lnTo>
                  <a:pt x="18993" y="2868"/>
                </a:lnTo>
                <a:lnTo>
                  <a:pt x="17395" y="5998"/>
                </a:lnTo>
                <a:lnTo>
                  <a:pt x="18098" y="7223"/>
                </a:lnTo>
                <a:lnTo>
                  <a:pt x="19334" y="7937"/>
                </a:lnTo>
                <a:lnTo>
                  <a:pt x="22464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83"/>
                </a:lnTo>
                <a:lnTo>
                  <a:pt x="18098" y="18109"/>
                </a:lnTo>
                <a:lnTo>
                  <a:pt x="17383" y="19164"/>
                </a:lnTo>
                <a:lnTo>
                  <a:pt x="19005" y="22690"/>
                </a:lnTo>
                <a:lnTo>
                  <a:pt x="17678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0" name="object 10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847494" y="8721460"/>
            <a:ext cx="88528" cy="88993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2424730" y="8727573"/>
            <a:ext cx="77970" cy="77494"/>
          </a:xfrm>
          <a:prstGeom prst="rect">
            <a:avLst/>
          </a:prstGeom>
        </p:spPr>
      </p:pic>
      <p:sp>
        <p:nvSpPr>
          <p:cNvPr id="102" name="object 102"/>
          <p:cNvSpPr/>
          <p:nvPr/>
        </p:nvSpPr>
        <p:spPr>
          <a:xfrm>
            <a:off x="7536810" y="873811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14480" y="56369"/>
                </a:moveTo>
                <a:lnTo>
                  <a:pt x="11328" y="54963"/>
                </a:lnTo>
                <a:lnTo>
                  <a:pt x="12621" y="50415"/>
                </a:lnTo>
                <a:lnTo>
                  <a:pt x="11271" y="49077"/>
                </a:lnTo>
                <a:lnTo>
                  <a:pt x="7166" y="50710"/>
                </a:lnTo>
                <a:lnTo>
                  <a:pt x="5749" y="48578"/>
                </a:lnTo>
                <a:lnTo>
                  <a:pt x="7257" y="45766"/>
                </a:lnTo>
                <a:lnTo>
                  <a:pt x="6588" y="44394"/>
                </a:lnTo>
                <a:lnTo>
                  <a:pt x="5499" y="43668"/>
                </a:lnTo>
                <a:lnTo>
                  <a:pt x="2052" y="45301"/>
                </a:lnTo>
                <a:lnTo>
                  <a:pt x="476" y="43725"/>
                </a:lnTo>
                <a:lnTo>
                  <a:pt x="1383" y="39915"/>
                </a:lnTo>
                <a:lnTo>
                  <a:pt x="430" y="36082"/>
                </a:lnTo>
                <a:lnTo>
                  <a:pt x="816" y="31002"/>
                </a:lnTo>
                <a:lnTo>
                  <a:pt x="1349" y="26273"/>
                </a:lnTo>
                <a:lnTo>
                  <a:pt x="895" y="24402"/>
                </a:lnTo>
                <a:lnTo>
                  <a:pt x="1383" y="20966"/>
                </a:lnTo>
                <a:lnTo>
                  <a:pt x="0" y="12677"/>
                </a:lnTo>
                <a:lnTo>
                  <a:pt x="2233" y="10851"/>
                </a:lnTo>
                <a:lnTo>
                  <a:pt x="5352" y="12450"/>
                </a:lnTo>
                <a:lnTo>
                  <a:pt x="6588" y="11736"/>
                </a:lnTo>
                <a:lnTo>
                  <a:pt x="7314" y="10647"/>
                </a:lnTo>
                <a:lnTo>
                  <a:pt x="5681" y="7200"/>
                </a:lnTo>
                <a:lnTo>
                  <a:pt x="7495" y="5386"/>
                </a:lnTo>
                <a:lnTo>
                  <a:pt x="10942" y="7019"/>
                </a:lnTo>
                <a:lnTo>
                  <a:pt x="12031" y="6293"/>
                </a:lnTo>
                <a:lnTo>
                  <a:pt x="12496" y="5760"/>
                </a:lnTo>
                <a:lnTo>
                  <a:pt x="11453" y="1065"/>
                </a:lnTo>
                <a:lnTo>
                  <a:pt x="13539" y="306"/>
                </a:lnTo>
                <a:lnTo>
                  <a:pt x="15875" y="1077"/>
                </a:lnTo>
                <a:lnTo>
                  <a:pt x="20944" y="374"/>
                </a:lnTo>
                <a:lnTo>
                  <a:pt x="24856" y="850"/>
                </a:lnTo>
                <a:lnTo>
                  <a:pt x="31558" y="850"/>
                </a:lnTo>
                <a:lnTo>
                  <a:pt x="36184" y="0"/>
                </a:lnTo>
                <a:lnTo>
                  <a:pt x="40233" y="1122"/>
                </a:lnTo>
                <a:lnTo>
                  <a:pt x="43997" y="158"/>
                </a:lnTo>
                <a:lnTo>
                  <a:pt x="45596" y="1757"/>
                </a:lnTo>
                <a:lnTo>
                  <a:pt x="43782" y="5386"/>
                </a:lnTo>
                <a:lnTo>
                  <a:pt x="45596" y="7200"/>
                </a:lnTo>
                <a:lnTo>
                  <a:pt x="49225" y="5386"/>
                </a:lnTo>
                <a:lnTo>
                  <a:pt x="51039" y="7200"/>
                </a:lnTo>
                <a:lnTo>
                  <a:pt x="49406" y="10647"/>
                </a:lnTo>
                <a:lnTo>
                  <a:pt x="50132" y="11736"/>
                </a:lnTo>
                <a:lnTo>
                  <a:pt x="55575" y="11736"/>
                </a:lnTo>
                <a:lnTo>
                  <a:pt x="55575" y="40301"/>
                </a:lnTo>
                <a:lnTo>
                  <a:pt x="56086" y="43158"/>
                </a:lnTo>
                <a:lnTo>
                  <a:pt x="55314" y="45029"/>
                </a:lnTo>
                <a:lnTo>
                  <a:pt x="50711" y="43884"/>
                </a:lnTo>
                <a:lnTo>
                  <a:pt x="50132" y="44394"/>
                </a:lnTo>
                <a:lnTo>
                  <a:pt x="49463" y="45766"/>
                </a:lnTo>
                <a:lnTo>
                  <a:pt x="50971" y="48578"/>
                </a:lnTo>
                <a:lnTo>
                  <a:pt x="49554" y="50710"/>
                </a:lnTo>
                <a:lnTo>
                  <a:pt x="45449" y="49077"/>
                </a:lnTo>
                <a:lnTo>
                  <a:pt x="44065" y="50461"/>
                </a:lnTo>
                <a:lnTo>
                  <a:pt x="45438" y="54906"/>
                </a:lnTo>
                <a:lnTo>
                  <a:pt x="43601" y="55813"/>
                </a:lnTo>
                <a:lnTo>
                  <a:pt x="40482" y="55280"/>
                </a:lnTo>
                <a:lnTo>
                  <a:pt x="20184" y="55280"/>
                </a:lnTo>
                <a:lnTo>
                  <a:pt x="14480" y="56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2762561" y="8738561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79" h="55879">
                <a:moveTo>
                  <a:pt x="31728" y="55541"/>
                </a:moveTo>
                <a:lnTo>
                  <a:pt x="24210" y="55439"/>
                </a:lnTo>
                <a:lnTo>
                  <a:pt x="21919" y="54634"/>
                </a:lnTo>
                <a:lnTo>
                  <a:pt x="22951" y="49916"/>
                </a:lnTo>
                <a:lnTo>
                  <a:pt x="22497" y="49395"/>
                </a:lnTo>
                <a:lnTo>
                  <a:pt x="20524" y="48034"/>
                </a:lnTo>
                <a:lnTo>
                  <a:pt x="13063" y="51175"/>
                </a:lnTo>
                <a:lnTo>
                  <a:pt x="10716" y="48306"/>
                </a:lnTo>
                <a:lnTo>
                  <a:pt x="12314" y="45177"/>
                </a:lnTo>
                <a:lnTo>
                  <a:pt x="11611" y="43952"/>
                </a:lnTo>
                <a:lnTo>
                  <a:pt x="10806" y="43283"/>
                </a:lnTo>
                <a:lnTo>
                  <a:pt x="6723" y="44791"/>
                </a:lnTo>
                <a:lnTo>
                  <a:pt x="5590" y="43079"/>
                </a:lnTo>
                <a:lnTo>
                  <a:pt x="6225" y="39586"/>
                </a:lnTo>
                <a:lnTo>
                  <a:pt x="6123" y="37715"/>
                </a:lnTo>
                <a:lnTo>
                  <a:pt x="6690" y="33576"/>
                </a:lnTo>
                <a:lnTo>
                  <a:pt x="5783" y="32680"/>
                </a:lnTo>
                <a:lnTo>
                  <a:pt x="816" y="33508"/>
                </a:lnTo>
                <a:lnTo>
                  <a:pt x="499" y="31921"/>
                </a:lnTo>
                <a:lnTo>
                  <a:pt x="0" y="22781"/>
                </a:lnTo>
                <a:lnTo>
                  <a:pt x="1258" y="21749"/>
                </a:lnTo>
                <a:lnTo>
                  <a:pt x="5987" y="22724"/>
                </a:lnTo>
                <a:lnTo>
                  <a:pt x="6996" y="19776"/>
                </a:lnTo>
                <a:lnTo>
                  <a:pt x="4558" y="13153"/>
                </a:lnTo>
                <a:lnTo>
                  <a:pt x="6939" y="10398"/>
                </a:lnTo>
                <a:lnTo>
                  <a:pt x="10636" y="12008"/>
                </a:lnTo>
                <a:lnTo>
                  <a:pt x="11611" y="11294"/>
                </a:lnTo>
                <a:lnTo>
                  <a:pt x="12314" y="10069"/>
                </a:lnTo>
                <a:lnTo>
                  <a:pt x="10716" y="6939"/>
                </a:lnTo>
                <a:lnTo>
                  <a:pt x="13063" y="4070"/>
                </a:lnTo>
                <a:lnTo>
                  <a:pt x="20524" y="7223"/>
                </a:lnTo>
                <a:lnTo>
                  <a:pt x="22497" y="5851"/>
                </a:lnTo>
                <a:lnTo>
                  <a:pt x="23212" y="4796"/>
                </a:lnTo>
                <a:lnTo>
                  <a:pt x="21590" y="1269"/>
                </a:lnTo>
                <a:lnTo>
                  <a:pt x="22917" y="0"/>
                </a:lnTo>
                <a:lnTo>
                  <a:pt x="33066" y="22"/>
                </a:lnTo>
                <a:lnTo>
                  <a:pt x="34268" y="1496"/>
                </a:lnTo>
                <a:lnTo>
                  <a:pt x="32669" y="4626"/>
                </a:lnTo>
                <a:lnTo>
                  <a:pt x="33384" y="5851"/>
                </a:lnTo>
                <a:lnTo>
                  <a:pt x="35345" y="7223"/>
                </a:lnTo>
                <a:lnTo>
                  <a:pt x="42807" y="4070"/>
                </a:lnTo>
                <a:lnTo>
                  <a:pt x="45155" y="6939"/>
                </a:lnTo>
                <a:lnTo>
                  <a:pt x="43567" y="10069"/>
                </a:lnTo>
                <a:lnTo>
                  <a:pt x="44270" y="11294"/>
                </a:lnTo>
                <a:lnTo>
                  <a:pt x="45359" y="12019"/>
                </a:lnTo>
                <a:lnTo>
                  <a:pt x="48806" y="10386"/>
                </a:lnTo>
                <a:lnTo>
                  <a:pt x="50224" y="11815"/>
                </a:lnTo>
                <a:lnTo>
                  <a:pt x="49668" y="15943"/>
                </a:lnTo>
                <a:lnTo>
                  <a:pt x="49781" y="18075"/>
                </a:lnTo>
                <a:lnTo>
                  <a:pt x="49135" y="20989"/>
                </a:lnTo>
                <a:lnTo>
                  <a:pt x="50042" y="22905"/>
                </a:lnTo>
                <a:lnTo>
                  <a:pt x="54544" y="21567"/>
                </a:lnTo>
                <a:lnTo>
                  <a:pt x="55666" y="22701"/>
                </a:lnTo>
                <a:lnTo>
                  <a:pt x="55099" y="26829"/>
                </a:lnTo>
                <a:lnTo>
                  <a:pt x="55212" y="28972"/>
                </a:lnTo>
                <a:lnTo>
                  <a:pt x="55587" y="31796"/>
                </a:lnTo>
                <a:lnTo>
                  <a:pt x="54918" y="33621"/>
                </a:lnTo>
                <a:lnTo>
                  <a:pt x="50269" y="32601"/>
                </a:lnTo>
                <a:lnTo>
                  <a:pt x="49690" y="33066"/>
                </a:lnTo>
                <a:lnTo>
                  <a:pt x="48329" y="35028"/>
                </a:lnTo>
                <a:lnTo>
                  <a:pt x="51470" y="42500"/>
                </a:lnTo>
                <a:lnTo>
                  <a:pt x="48601" y="44836"/>
                </a:lnTo>
                <a:lnTo>
                  <a:pt x="45483" y="43237"/>
                </a:lnTo>
                <a:lnTo>
                  <a:pt x="44258" y="43952"/>
                </a:lnTo>
                <a:lnTo>
                  <a:pt x="43532" y="45040"/>
                </a:lnTo>
                <a:lnTo>
                  <a:pt x="45166" y="48488"/>
                </a:lnTo>
                <a:lnTo>
                  <a:pt x="43351" y="50291"/>
                </a:lnTo>
                <a:lnTo>
                  <a:pt x="39904" y="48692"/>
                </a:lnTo>
                <a:lnTo>
                  <a:pt x="37727" y="50098"/>
                </a:lnTo>
                <a:lnTo>
                  <a:pt x="34279" y="48488"/>
                </a:lnTo>
                <a:lnTo>
                  <a:pt x="32805" y="49962"/>
                </a:lnTo>
                <a:lnTo>
                  <a:pt x="34064" y="54543"/>
                </a:lnTo>
                <a:lnTo>
                  <a:pt x="31728" y="55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221647" y="8749458"/>
            <a:ext cx="34290" cy="33655"/>
          </a:xfrm>
          <a:custGeom>
            <a:avLst/>
            <a:gdLst/>
            <a:ahLst/>
            <a:cxnLst/>
            <a:rect l="l" t="t" r="r" b="b"/>
            <a:pathLst>
              <a:path w="34290" h="33654">
                <a:moveTo>
                  <a:pt x="21863" y="33565"/>
                </a:moveTo>
                <a:lnTo>
                  <a:pt x="17723" y="33009"/>
                </a:lnTo>
                <a:lnTo>
                  <a:pt x="16204" y="33089"/>
                </a:lnTo>
                <a:lnTo>
                  <a:pt x="11963" y="33508"/>
                </a:lnTo>
                <a:lnTo>
                  <a:pt x="10579" y="32193"/>
                </a:lnTo>
                <a:lnTo>
                  <a:pt x="12212" y="28666"/>
                </a:lnTo>
                <a:lnTo>
                  <a:pt x="11487" y="27612"/>
                </a:lnTo>
                <a:lnTo>
                  <a:pt x="10115" y="26931"/>
                </a:lnTo>
                <a:lnTo>
                  <a:pt x="7291" y="28451"/>
                </a:lnTo>
                <a:lnTo>
                  <a:pt x="5170" y="27033"/>
                </a:lnTo>
                <a:lnTo>
                  <a:pt x="6803" y="22928"/>
                </a:lnTo>
                <a:lnTo>
                  <a:pt x="5522" y="21647"/>
                </a:lnTo>
                <a:lnTo>
                  <a:pt x="839" y="22804"/>
                </a:lnTo>
                <a:lnTo>
                  <a:pt x="249" y="21250"/>
                </a:lnTo>
                <a:lnTo>
                  <a:pt x="0" y="11781"/>
                </a:lnTo>
                <a:lnTo>
                  <a:pt x="1689" y="10398"/>
                </a:lnTo>
                <a:lnTo>
                  <a:pt x="4808" y="11997"/>
                </a:lnTo>
                <a:lnTo>
                  <a:pt x="6044" y="11282"/>
                </a:lnTo>
                <a:lnTo>
                  <a:pt x="6769" y="10194"/>
                </a:lnTo>
                <a:lnTo>
                  <a:pt x="5136" y="6747"/>
                </a:lnTo>
                <a:lnTo>
                  <a:pt x="6951" y="4932"/>
                </a:lnTo>
                <a:lnTo>
                  <a:pt x="10398" y="6565"/>
                </a:lnTo>
                <a:lnTo>
                  <a:pt x="11487" y="5839"/>
                </a:lnTo>
                <a:lnTo>
                  <a:pt x="12212" y="4785"/>
                </a:lnTo>
                <a:lnTo>
                  <a:pt x="10579" y="1258"/>
                </a:lnTo>
                <a:lnTo>
                  <a:pt x="11906" y="0"/>
                </a:lnTo>
                <a:lnTo>
                  <a:pt x="22055" y="11"/>
                </a:lnTo>
                <a:lnTo>
                  <a:pt x="23257" y="1485"/>
                </a:lnTo>
                <a:lnTo>
                  <a:pt x="21658" y="4615"/>
                </a:lnTo>
                <a:lnTo>
                  <a:pt x="22373" y="5839"/>
                </a:lnTo>
                <a:lnTo>
                  <a:pt x="23461" y="6565"/>
                </a:lnTo>
                <a:lnTo>
                  <a:pt x="26909" y="4932"/>
                </a:lnTo>
                <a:lnTo>
                  <a:pt x="28576" y="6599"/>
                </a:lnTo>
                <a:lnTo>
                  <a:pt x="26943" y="10704"/>
                </a:lnTo>
                <a:lnTo>
                  <a:pt x="28439" y="11702"/>
                </a:lnTo>
                <a:lnTo>
                  <a:pt x="32987" y="10693"/>
                </a:lnTo>
                <a:lnTo>
                  <a:pt x="33780" y="12450"/>
                </a:lnTo>
                <a:lnTo>
                  <a:pt x="33259" y="15433"/>
                </a:lnTo>
                <a:lnTo>
                  <a:pt x="33259" y="18063"/>
                </a:lnTo>
                <a:lnTo>
                  <a:pt x="33769" y="20955"/>
                </a:lnTo>
                <a:lnTo>
                  <a:pt x="32975" y="22837"/>
                </a:lnTo>
                <a:lnTo>
                  <a:pt x="28383" y="21590"/>
                </a:lnTo>
                <a:lnTo>
                  <a:pt x="27056" y="22917"/>
                </a:lnTo>
                <a:lnTo>
                  <a:pt x="28689" y="27022"/>
                </a:lnTo>
                <a:lnTo>
                  <a:pt x="26557" y="28394"/>
                </a:lnTo>
                <a:lnTo>
                  <a:pt x="23745" y="26920"/>
                </a:lnTo>
                <a:lnTo>
                  <a:pt x="22373" y="27612"/>
                </a:lnTo>
                <a:lnTo>
                  <a:pt x="21647" y="28700"/>
                </a:lnTo>
                <a:lnTo>
                  <a:pt x="23280" y="32147"/>
                </a:lnTo>
                <a:lnTo>
                  <a:pt x="21863" y="3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3104406" y="8753518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29">
                <a:moveTo>
                  <a:pt x="17678" y="23949"/>
                </a:moveTo>
                <a:lnTo>
                  <a:pt x="7529" y="23937"/>
                </a:lnTo>
                <a:lnTo>
                  <a:pt x="6316" y="22463"/>
                </a:lnTo>
                <a:lnTo>
                  <a:pt x="7914" y="19334"/>
                </a:lnTo>
                <a:lnTo>
                  <a:pt x="7211" y="18109"/>
                </a:lnTo>
                <a:lnTo>
                  <a:pt x="5987" y="17406"/>
                </a:lnTo>
                <a:lnTo>
                  <a:pt x="2857" y="19005"/>
                </a:lnTo>
                <a:lnTo>
                  <a:pt x="0" y="16657"/>
                </a:lnTo>
                <a:lnTo>
                  <a:pt x="3129" y="9185"/>
                </a:lnTo>
                <a:lnTo>
                  <a:pt x="1768" y="7223"/>
                </a:lnTo>
                <a:lnTo>
                  <a:pt x="7211" y="7223"/>
                </a:lnTo>
                <a:lnTo>
                  <a:pt x="7211" y="1780"/>
                </a:lnTo>
                <a:lnTo>
                  <a:pt x="9173" y="3152"/>
                </a:lnTo>
                <a:lnTo>
                  <a:pt x="16635" y="0"/>
                </a:lnTo>
                <a:lnTo>
                  <a:pt x="18982" y="2868"/>
                </a:lnTo>
                <a:lnTo>
                  <a:pt x="17394" y="5998"/>
                </a:lnTo>
                <a:lnTo>
                  <a:pt x="18098" y="7223"/>
                </a:lnTo>
                <a:lnTo>
                  <a:pt x="19322" y="7937"/>
                </a:lnTo>
                <a:lnTo>
                  <a:pt x="22452" y="6338"/>
                </a:lnTo>
                <a:lnTo>
                  <a:pt x="23926" y="7540"/>
                </a:lnTo>
                <a:lnTo>
                  <a:pt x="23937" y="17689"/>
                </a:lnTo>
                <a:lnTo>
                  <a:pt x="22679" y="19016"/>
                </a:lnTo>
                <a:lnTo>
                  <a:pt x="19141" y="17394"/>
                </a:lnTo>
                <a:lnTo>
                  <a:pt x="18098" y="18109"/>
                </a:lnTo>
                <a:lnTo>
                  <a:pt x="17372" y="19164"/>
                </a:lnTo>
                <a:lnTo>
                  <a:pt x="19005" y="22690"/>
                </a:lnTo>
                <a:lnTo>
                  <a:pt x="17678" y="23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6" name="object 10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684191" y="8884729"/>
            <a:ext cx="88347" cy="89356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588509" y="8890229"/>
            <a:ext cx="77472" cy="78413"/>
          </a:xfrm>
          <a:prstGeom prst="rect">
            <a:avLst/>
          </a:prstGeom>
        </p:spPr>
      </p:pic>
      <p:sp>
        <p:nvSpPr>
          <p:cNvPr id="108" name="object 108"/>
          <p:cNvSpPr/>
          <p:nvPr/>
        </p:nvSpPr>
        <p:spPr>
          <a:xfrm>
            <a:off x="7373508" y="890114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4571" y="56607"/>
                </a:moveTo>
                <a:lnTo>
                  <a:pt x="11385" y="55269"/>
                </a:lnTo>
                <a:lnTo>
                  <a:pt x="12541" y="50676"/>
                </a:lnTo>
                <a:lnTo>
                  <a:pt x="12031" y="50098"/>
                </a:lnTo>
                <a:lnTo>
                  <a:pt x="10942" y="49372"/>
                </a:lnTo>
                <a:lnTo>
                  <a:pt x="7495" y="51005"/>
                </a:lnTo>
                <a:lnTo>
                  <a:pt x="5828" y="49338"/>
                </a:lnTo>
                <a:lnTo>
                  <a:pt x="7461" y="45233"/>
                </a:lnTo>
                <a:lnTo>
                  <a:pt x="5941" y="44224"/>
                </a:lnTo>
                <a:lnTo>
                  <a:pt x="1440" y="45279"/>
                </a:lnTo>
                <a:lnTo>
                  <a:pt x="33" y="42297"/>
                </a:lnTo>
                <a:lnTo>
                  <a:pt x="1145" y="36411"/>
                </a:lnTo>
                <a:lnTo>
                  <a:pt x="1145" y="31977"/>
                </a:lnTo>
                <a:lnTo>
                  <a:pt x="986" y="30106"/>
                </a:lnTo>
                <a:lnTo>
                  <a:pt x="1304" y="26534"/>
                </a:lnTo>
                <a:lnTo>
                  <a:pt x="895" y="24652"/>
                </a:lnTo>
                <a:lnTo>
                  <a:pt x="1372" y="21227"/>
                </a:lnTo>
                <a:lnTo>
                  <a:pt x="0" y="12927"/>
                </a:lnTo>
                <a:lnTo>
                  <a:pt x="2233" y="11101"/>
                </a:lnTo>
                <a:lnTo>
                  <a:pt x="5352" y="12700"/>
                </a:lnTo>
                <a:lnTo>
                  <a:pt x="6588" y="11997"/>
                </a:lnTo>
                <a:lnTo>
                  <a:pt x="7314" y="10908"/>
                </a:lnTo>
                <a:lnTo>
                  <a:pt x="5681" y="7461"/>
                </a:lnTo>
                <a:lnTo>
                  <a:pt x="7495" y="5647"/>
                </a:lnTo>
                <a:lnTo>
                  <a:pt x="10942" y="7280"/>
                </a:lnTo>
                <a:lnTo>
                  <a:pt x="12031" y="6554"/>
                </a:lnTo>
                <a:lnTo>
                  <a:pt x="12541" y="5976"/>
                </a:lnTo>
                <a:lnTo>
                  <a:pt x="11385" y="1383"/>
                </a:lnTo>
                <a:lnTo>
                  <a:pt x="13403" y="544"/>
                </a:lnTo>
                <a:lnTo>
                  <a:pt x="15977" y="1281"/>
                </a:lnTo>
                <a:lnTo>
                  <a:pt x="22339" y="578"/>
                </a:lnTo>
                <a:lnTo>
                  <a:pt x="28950" y="532"/>
                </a:lnTo>
                <a:lnTo>
                  <a:pt x="35436" y="1315"/>
                </a:lnTo>
                <a:lnTo>
                  <a:pt x="43771" y="0"/>
                </a:lnTo>
                <a:lnTo>
                  <a:pt x="45574" y="2211"/>
                </a:lnTo>
                <a:lnTo>
                  <a:pt x="43986" y="5329"/>
                </a:lnTo>
                <a:lnTo>
                  <a:pt x="44689" y="6554"/>
                </a:lnTo>
                <a:lnTo>
                  <a:pt x="45778" y="7280"/>
                </a:lnTo>
                <a:lnTo>
                  <a:pt x="49225" y="5647"/>
                </a:lnTo>
                <a:lnTo>
                  <a:pt x="50892" y="7314"/>
                </a:lnTo>
                <a:lnTo>
                  <a:pt x="49259" y="11419"/>
                </a:lnTo>
                <a:lnTo>
                  <a:pt x="51391" y="12791"/>
                </a:lnTo>
                <a:lnTo>
                  <a:pt x="54203" y="11316"/>
                </a:lnTo>
                <a:lnTo>
                  <a:pt x="55575" y="11997"/>
                </a:lnTo>
                <a:lnTo>
                  <a:pt x="55575" y="40437"/>
                </a:lnTo>
                <a:lnTo>
                  <a:pt x="56108" y="43567"/>
                </a:lnTo>
                <a:lnTo>
                  <a:pt x="55212" y="45392"/>
                </a:lnTo>
                <a:lnTo>
                  <a:pt x="50756" y="44031"/>
                </a:lnTo>
                <a:lnTo>
                  <a:pt x="49372" y="45415"/>
                </a:lnTo>
                <a:lnTo>
                  <a:pt x="51005" y="49520"/>
                </a:lnTo>
                <a:lnTo>
                  <a:pt x="48874" y="50937"/>
                </a:lnTo>
                <a:lnTo>
                  <a:pt x="46061" y="49429"/>
                </a:lnTo>
                <a:lnTo>
                  <a:pt x="44689" y="50098"/>
                </a:lnTo>
                <a:lnTo>
                  <a:pt x="44179" y="50665"/>
                </a:lnTo>
                <a:lnTo>
                  <a:pt x="45324" y="55280"/>
                </a:lnTo>
                <a:lnTo>
                  <a:pt x="43453" y="56051"/>
                </a:lnTo>
                <a:lnTo>
                  <a:pt x="40596" y="55541"/>
                </a:lnTo>
                <a:lnTo>
                  <a:pt x="20116" y="55541"/>
                </a:lnTo>
                <a:lnTo>
                  <a:pt x="14571" y="56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2931499" y="890659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31" y="45823"/>
                </a:moveTo>
                <a:lnTo>
                  <a:pt x="5114" y="44065"/>
                </a:lnTo>
                <a:lnTo>
                  <a:pt x="6645" y="40051"/>
                </a:lnTo>
                <a:lnTo>
                  <a:pt x="5953" y="39212"/>
                </a:lnTo>
                <a:lnTo>
                  <a:pt x="4864" y="38486"/>
                </a:lnTo>
                <a:lnTo>
                  <a:pt x="1429" y="40119"/>
                </a:lnTo>
                <a:lnTo>
                  <a:pt x="0" y="38690"/>
                </a:lnTo>
                <a:lnTo>
                  <a:pt x="555" y="34563"/>
                </a:lnTo>
                <a:lnTo>
                  <a:pt x="370" y="26971"/>
                </a:lnTo>
                <a:lnTo>
                  <a:pt x="603" y="13351"/>
                </a:lnTo>
                <a:lnTo>
                  <a:pt x="521" y="6554"/>
                </a:lnTo>
                <a:lnTo>
                  <a:pt x="5953" y="6554"/>
                </a:lnTo>
                <a:lnTo>
                  <a:pt x="6475" y="5976"/>
                </a:lnTo>
                <a:lnTo>
                  <a:pt x="5307" y="1383"/>
                </a:lnTo>
                <a:lnTo>
                  <a:pt x="7325" y="544"/>
                </a:lnTo>
                <a:lnTo>
                  <a:pt x="9911" y="1281"/>
                </a:lnTo>
                <a:lnTo>
                  <a:pt x="16261" y="578"/>
                </a:lnTo>
                <a:lnTo>
                  <a:pt x="22872" y="533"/>
                </a:lnTo>
                <a:lnTo>
                  <a:pt x="29347" y="1315"/>
                </a:lnTo>
                <a:lnTo>
                  <a:pt x="37693" y="0"/>
                </a:lnTo>
                <a:lnTo>
                  <a:pt x="39496" y="2199"/>
                </a:lnTo>
                <a:lnTo>
                  <a:pt x="37897" y="5329"/>
                </a:lnTo>
                <a:lnTo>
                  <a:pt x="38600" y="6554"/>
                </a:lnTo>
                <a:lnTo>
                  <a:pt x="44043" y="6554"/>
                </a:lnTo>
                <a:lnTo>
                  <a:pt x="44043" y="35118"/>
                </a:lnTo>
                <a:lnTo>
                  <a:pt x="44553" y="37976"/>
                </a:lnTo>
                <a:lnTo>
                  <a:pt x="43782" y="39847"/>
                </a:lnTo>
                <a:lnTo>
                  <a:pt x="39167" y="38702"/>
                </a:lnTo>
                <a:lnTo>
                  <a:pt x="38600" y="39212"/>
                </a:lnTo>
                <a:lnTo>
                  <a:pt x="37886" y="40300"/>
                </a:lnTo>
                <a:lnTo>
                  <a:pt x="39508" y="43748"/>
                </a:lnTo>
                <a:lnTo>
                  <a:pt x="38090" y="45165"/>
                </a:lnTo>
                <a:lnTo>
                  <a:pt x="33962" y="44610"/>
                </a:lnTo>
                <a:lnTo>
                  <a:pt x="31355" y="44746"/>
                </a:lnTo>
                <a:lnTo>
                  <a:pt x="29540" y="44575"/>
                </a:lnTo>
                <a:lnTo>
                  <a:pt x="27726" y="44655"/>
                </a:lnTo>
                <a:lnTo>
                  <a:pt x="14708" y="44655"/>
                </a:lnTo>
                <a:lnTo>
                  <a:pt x="7631" y="45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064401" y="8918589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0" y="0"/>
                </a:moveTo>
                <a:lnTo>
                  <a:pt x="21772" y="0"/>
                </a:lnTo>
                <a:lnTo>
                  <a:pt x="21772" y="21772"/>
                </a:lnTo>
                <a:lnTo>
                  <a:pt x="0" y="2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1" name="object 11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2751584" y="9053724"/>
            <a:ext cx="77835" cy="77982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521150" y="9048474"/>
            <a:ext cx="88529" cy="88800"/>
          </a:xfrm>
          <a:prstGeom prst="rect">
            <a:avLst/>
          </a:prstGeom>
        </p:spPr>
      </p:pic>
      <p:sp>
        <p:nvSpPr>
          <p:cNvPr id="113" name="object 113"/>
          <p:cNvSpPr/>
          <p:nvPr/>
        </p:nvSpPr>
        <p:spPr>
          <a:xfrm>
            <a:off x="7210659" y="906437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675"/>
                </a:moveTo>
                <a:lnTo>
                  <a:pt x="16340" y="55314"/>
                </a:lnTo>
                <a:lnTo>
                  <a:pt x="17599" y="50733"/>
                </a:lnTo>
                <a:lnTo>
                  <a:pt x="16113" y="49247"/>
                </a:lnTo>
                <a:lnTo>
                  <a:pt x="12541" y="51062"/>
                </a:lnTo>
                <a:lnTo>
                  <a:pt x="10670" y="49315"/>
                </a:lnTo>
                <a:lnTo>
                  <a:pt x="12473" y="45619"/>
                </a:lnTo>
                <a:lnTo>
                  <a:pt x="10829" y="43963"/>
                </a:lnTo>
                <a:lnTo>
                  <a:pt x="6724" y="45596"/>
                </a:lnTo>
                <a:lnTo>
                  <a:pt x="5306" y="43464"/>
                </a:lnTo>
                <a:lnTo>
                  <a:pt x="6815" y="40652"/>
                </a:lnTo>
                <a:lnTo>
                  <a:pt x="6146" y="39280"/>
                </a:lnTo>
                <a:lnTo>
                  <a:pt x="5057" y="38554"/>
                </a:lnTo>
                <a:lnTo>
                  <a:pt x="1610" y="40187"/>
                </a:lnTo>
                <a:lnTo>
                  <a:pt x="0" y="38577"/>
                </a:lnTo>
                <a:lnTo>
                  <a:pt x="1009" y="34846"/>
                </a:lnTo>
                <a:lnTo>
                  <a:pt x="11" y="31558"/>
                </a:lnTo>
                <a:lnTo>
                  <a:pt x="124" y="25275"/>
                </a:lnTo>
                <a:lnTo>
                  <a:pt x="941" y="21987"/>
                </a:lnTo>
                <a:lnTo>
                  <a:pt x="34" y="18177"/>
                </a:lnTo>
                <a:lnTo>
                  <a:pt x="1610" y="16601"/>
                </a:lnTo>
                <a:lnTo>
                  <a:pt x="5057" y="18233"/>
                </a:lnTo>
                <a:lnTo>
                  <a:pt x="6146" y="17508"/>
                </a:lnTo>
                <a:lnTo>
                  <a:pt x="6871" y="16419"/>
                </a:lnTo>
                <a:lnTo>
                  <a:pt x="5238" y="12972"/>
                </a:lnTo>
                <a:lnTo>
                  <a:pt x="7053" y="11158"/>
                </a:lnTo>
                <a:lnTo>
                  <a:pt x="10681" y="12972"/>
                </a:lnTo>
                <a:lnTo>
                  <a:pt x="12496" y="11158"/>
                </a:lnTo>
                <a:lnTo>
                  <a:pt x="10681" y="7529"/>
                </a:lnTo>
                <a:lnTo>
                  <a:pt x="12496" y="5715"/>
                </a:lnTo>
                <a:lnTo>
                  <a:pt x="15943" y="7348"/>
                </a:lnTo>
                <a:lnTo>
                  <a:pt x="17032" y="6622"/>
                </a:lnTo>
                <a:lnTo>
                  <a:pt x="17429" y="6145"/>
                </a:lnTo>
                <a:lnTo>
                  <a:pt x="16533" y="1326"/>
                </a:lnTo>
                <a:lnTo>
                  <a:pt x="18483" y="737"/>
                </a:lnTo>
                <a:lnTo>
                  <a:pt x="20944" y="1179"/>
                </a:lnTo>
                <a:lnTo>
                  <a:pt x="24255" y="1179"/>
                </a:lnTo>
                <a:lnTo>
                  <a:pt x="26149" y="1009"/>
                </a:lnTo>
                <a:lnTo>
                  <a:pt x="30923" y="1462"/>
                </a:lnTo>
                <a:lnTo>
                  <a:pt x="36060" y="0"/>
                </a:lnTo>
                <a:lnTo>
                  <a:pt x="39484" y="1474"/>
                </a:lnTo>
                <a:lnTo>
                  <a:pt x="38226" y="6044"/>
                </a:lnTo>
                <a:lnTo>
                  <a:pt x="39722" y="7540"/>
                </a:lnTo>
                <a:lnTo>
                  <a:pt x="43294" y="5726"/>
                </a:lnTo>
                <a:lnTo>
                  <a:pt x="45165" y="7472"/>
                </a:lnTo>
                <a:lnTo>
                  <a:pt x="43351" y="11169"/>
                </a:lnTo>
                <a:lnTo>
                  <a:pt x="45007" y="12825"/>
                </a:lnTo>
                <a:lnTo>
                  <a:pt x="49112" y="11192"/>
                </a:lnTo>
                <a:lnTo>
                  <a:pt x="50529" y="13323"/>
                </a:lnTo>
                <a:lnTo>
                  <a:pt x="49021" y="16136"/>
                </a:lnTo>
                <a:lnTo>
                  <a:pt x="49690" y="17508"/>
                </a:lnTo>
                <a:lnTo>
                  <a:pt x="50779" y="18233"/>
                </a:lnTo>
                <a:lnTo>
                  <a:pt x="54226" y="16601"/>
                </a:lnTo>
                <a:lnTo>
                  <a:pt x="56040" y="18415"/>
                </a:lnTo>
                <a:lnTo>
                  <a:pt x="54407" y="21817"/>
                </a:lnTo>
                <a:lnTo>
                  <a:pt x="55133" y="22951"/>
                </a:lnTo>
                <a:lnTo>
                  <a:pt x="54475" y="26421"/>
                </a:lnTo>
                <a:lnTo>
                  <a:pt x="55984" y="30424"/>
                </a:lnTo>
                <a:lnTo>
                  <a:pt x="54895" y="34801"/>
                </a:lnTo>
                <a:lnTo>
                  <a:pt x="55802" y="38611"/>
                </a:lnTo>
                <a:lnTo>
                  <a:pt x="54407" y="40006"/>
                </a:lnTo>
                <a:lnTo>
                  <a:pt x="50212" y="38441"/>
                </a:lnTo>
                <a:lnTo>
                  <a:pt x="49010" y="40380"/>
                </a:lnTo>
                <a:lnTo>
                  <a:pt x="50586" y="43827"/>
                </a:lnTo>
                <a:lnTo>
                  <a:pt x="48930" y="45483"/>
                </a:lnTo>
                <a:lnTo>
                  <a:pt x="44825" y="43850"/>
                </a:lnTo>
                <a:lnTo>
                  <a:pt x="43816" y="45369"/>
                </a:lnTo>
                <a:lnTo>
                  <a:pt x="44871" y="49871"/>
                </a:lnTo>
                <a:lnTo>
                  <a:pt x="42773" y="50869"/>
                </a:lnTo>
                <a:lnTo>
                  <a:pt x="40346" y="49599"/>
                </a:lnTo>
                <a:lnTo>
                  <a:pt x="38804" y="50166"/>
                </a:lnTo>
                <a:lnTo>
                  <a:pt x="38078" y="51254"/>
                </a:lnTo>
                <a:lnTo>
                  <a:pt x="39711" y="54702"/>
                </a:lnTo>
                <a:lnTo>
                  <a:pt x="38282" y="56119"/>
                </a:lnTo>
                <a:lnTo>
                  <a:pt x="34155" y="55575"/>
                </a:lnTo>
                <a:lnTo>
                  <a:pt x="31558" y="55700"/>
                </a:lnTo>
                <a:lnTo>
                  <a:pt x="29721" y="55586"/>
                </a:lnTo>
                <a:lnTo>
                  <a:pt x="25185" y="55643"/>
                </a:lnTo>
                <a:lnTo>
                  <a:pt x="19504" y="566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3094166" y="906986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81"/>
                </a:moveTo>
                <a:lnTo>
                  <a:pt x="29630" y="44406"/>
                </a:lnTo>
                <a:lnTo>
                  <a:pt x="25105" y="45381"/>
                </a:lnTo>
                <a:lnTo>
                  <a:pt x="20819" y="44678"/>
                </a:lnTo>
                <a:lnTo>
                  <a:pt x="16158" y="44678"/>
                </a:lnTo>
                <a:lnTo>
                  <a:pt x="13210" y="45199"/>
                </a:lnTo>
                <a:lnTo>
                  <a:pt x="11361" y="44394"/>
                </a:lnTo>
                <a:lnTo>
                  <a:pt x="12575" y="39824"/>
                </a:lnTo>
                <a:lnTo>
                  <a:pt x="12031" y="39235"/>
                </a:lnTo>
                <a:lnTo>
                  <a:pt x="10670" y="38566"/>
                </a:lnTo>
                <a:lnTo>
                  <a:pt x="7858" y="40074"/>
                </a:lnTo>
                <a:lnTo>
                  <a:pt x="5725" y="38656"/>
                </a:lnTo>
                <a:lnTo>
                  <a:pt x="7359" y="34552"/>
                </a:lnTo>
                <a:lnTo>
                  <a:pt x="5952" y="33157"/>
                </a:lnTo>
                <a:lnTo>
                  <a:pt x="1530" y="34540"/>
                </a:lnTo>
                <a:lnTo>
                  <a:pt x="22" y="31535"/>
                </a:lnTo>
                <a:lnTo>
                  <a:pt x="1156" y="25491"/>
                </a:lnTo>
                <a:lnTo>
                  <a:pt x="1156" y="20774"/>
                </a:lnTo>
                <a:lnTo>
                  <a:pt x="0" y="13686"/>
                </a:lnTo>
                <a:lnTo>
                  <a:pt x="1757" y="11169"/>
                </a:lnTo>
                <a:lnTo>
                  <a:pt x="5760" y="12700"/>
                </a:lnTo>
                <a:lnTo>
                  <a:pt x="6599" y="12020"/>
                </a:lnTo>
                <a:lnTo>
                  <a:pt x="7313" y="10931"/>
                </a:lnTo>
                <a:lnTo>
                  <a:pt x="5692" y="7484"/>
                </a:lnTo>
                <a:lnTo>
                  <a:pt x="7506" y="5669"/>
                </a:lnTo>
                <a:lnTo>
                  <a:pt x="10953" y="7302"/>
                </a:lnTo>
                <a:lnTo>
                  <a:pt x="12031" y="6577"/>
                </a:lnTo>
                <a:lnTo>
                  <a:pt x="12563" y="5976"/>
                </a:lnTo>
                <a:lnTo>
                  <a:pt x="11361" y="1417"/>
                </a:lnTo>
                <a:lnTo>
                  <a:pt x="14525" y="45"/>
                </a:lnTo>
                <a:lnTo>
                  <a:pt x="20173" y="1134"/>
                </a:lnTo>
                <a:lnTo>
                  <a:pt x="25514" y="1134"/>
                </a:lnTo>
                <a:lnTo>
                  <a:pt x="31546" y="0"/>
                </a:lnTo>
                <a:lnTo>
                  <a:pt x="34563" y="1508"/>
                </a:lnTo>
                <a:lnTo>
                  <a:pt x="33168" y="5941"/>
                </a:lnTo>
                <a:lnTo>
                  <a:pt x="34563" y="7336"/>
                </a:lnTo>
                <a:lnTo>
                  <a:pt x="38679" y="5703"/>
                </a:lnTo>
                <a:lnTo>
                  <a:pt x="40085" y="7835"/>
                </a:lnTo>
                <a:lnTo>
                  <a:pt x="38566" y="10647"/>
                </a:lnTo>
                <a:lnTo>
                  <a:pt x="39246" y="12020"/>
                </a:lnTo>
                <a:lnTo>
                  <a:pt x="40335" y="12745"/>
                </a:lnTo>
                <a:lnTo>
                  <a:pt x="43782" y="11112"/>
                </a:lnTo>
                <a:lnTo>
                  <a:pt x="45585" y="12927"/>
                </a:lnTo>
                <a:lnTo>
                  <a:pt x="43884" y="16329"/>
                </a:lnTo>
                <a:lnTo>
                  <a:pt x="44666" y="17463"/>
                </a:lnTo>
                <a:lnTo>
                  <a:pt x="44020" y="20933"/>
                </a:lnTo>
                <a:lnTo>
                  <a:pt x="45528" y="24935"/>
                </a:lnTo>
                <a:lnTo>
                  <a:pt x="44428" y="29313"/>
                </a:lnTo>
                <a:lnTo>
                  <a:pt x="45335" y="33123"/>
                </a:lnTo>
                <a:lnTo>
                  <a:pt x="43770" y="34699"/>
                </a:lnTo>
                <a:lnTo>
                  <a:pt x="40312" y="33066"/>
                </a:lnTo>
                <a:lnTo>
                  <a:pt x="39234" y="33792"/>
                </a:lnTo>
                <a:lnTo>
                  <a:pt x="38577" y="35209"/>
                </a:lnTo>
                <a:lnTo>
                  <a:pt x="40039" y="37919"/>
                </a:lnTo>
                <a:lnTo>
                  <a:pt x="38712" y="40074"/>
                </a:lnTo>
                <a:lnTo>
                  <a:pt x="34517" y="38509"/>
                </a:lnTo>
                <a:lnTo>
                  <a:pt x="33043" y="39995"/>
                </a:lnTo>
                <a:lnTo>
                  <a:pt x="34664" y="44099"/>
                </a:lnTo>
                <a:lnTo>
                  <a:pt x="32737" y="4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899330" y="908010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7689" y="23960"/>
                </a:moveTo>
                <a:lnTo>
                  <a:pt x="7540" y="23937"/>
                </a:lnTo>
                <a:lnTo>
                  <a:pt x="6338" y="22463"/>
                </a:lnTo>
                <a:lnTo>
                  <a:pt x="7937" y="19334"/>
                </a:lnTo>
                <a:lnTo>
                  <a:pt x="7223" y="18109"/>
                </a:lnTo>
                <a:lnTo>
                  <a:pt x="5998" y="17394"/>
                </a:lnTo>
                <a:lnTo>
                  <a:pt x="2868" y="19005"/>
                </a:lnTo>
                <a:lnTo>
                  <a:pt x="0" y="16657"/>
                </a:lnTo>
                <a:lnTo>
                  <a:pt x="3141" y="9185"/>
                </a:lnTo>
                <a:lnTo>
                  <a:pt x="1780" y="7223"/>
                </a:lnTo>
                <a:lnTo>
                  <a:pt x="7223" y="7223"/>
                </a:lnTo>
                <a:lnTo>
                  <a:pt x="7223" y="1780"/>
                </a:lnTo>
                <a:lnTo>
                  <a:pt x="9185" y="3141"/>
                </a:lnTo>
                <a:lnTo>
                  <a:pt x="16657" y="0"/>
                </a:lnTo>
                <a:lnTo>
                  <a:pt x="19005" y="2868"/>
                </a:lnTo>
                <a:lnTo>
                  <a:pt x="17406" y="5987"/>
                </a:lnTo>
                <a:lnTo>
                  <a:pt x="18109" y="7223"/>
                </a:lnTo>
                <a:lnTo>
                  <a:pt x="19345" y="7926"/>
                </a:lnTo>
                <a:lnTo>
                  <a:pt x="22463" y="6327"/>
                </a:lnTo>
                <a:lnTo>
                  <a:pt x="23949" y="7540"/>
                </a:lnTo>
                <a:lnTo>
                  <a:pt x="23960" y="17678"/>
                </a:lnTo>
                <a:lnTo>
                  <a:pt x="22690" y="19016"/>
                </a:lnTo>
                <a:lnTo>
                  <a:pt x="19163" y="17383"/>
                </a:lnTo>
                <a:lnTo>
                  <a:pt x="18109" y="18109"/>
                </a:lnTo>
                <a:lnTo>
                  <a:pt x="17395" y="19164"/>
                </a:lnTo>
                <a:lnTo>
                  <a:pt x="19016" y="22690"/>
                </a:lnTo>
                <a:lnTo>
                  <a:pt x="17689" y="23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6" name="object 11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362645" y="9217445"/>
            <a:ext cx="78028" cy="77506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2920023" y="9222208"/>
            <a:ext cx="67527" cy="67618"/>
          </a:xfrm>
          <a:prstGeom prst="rect">
            <a:avLst/>
          </a:prstGeom>
        </p:spPr>
      </p:pic>
      <p:sp>
        <p:nvSpPr>
          <p:cNvPr id="118" name="object 118"/>
          <p:cNvSpPr/>
          <p:nvPr/>
        </p:nvSpPr>
        <p:spPr>
          <a:xfrm>
            <a:off x="7053005" y="9233162"/>
            <a:ext cx="45085" cy="46355"/>
          </a:xfrm>
          <a:custGeom>
            <a:avLst/>
            <a:gdLst/>
            <a:ahLst/>
            <a:cxnLst/>
            <a:rect l="l" t="t" r="r" b="b"/>
            <a:pathLst>
              <a:path w="45084" h="46354">
                <a:moveTo>
                  <a:pt x="7620" y="45834"/>
                </a:moveTo>
                <a:lnTo>
                  <a:pt x="5102" y="44076"/>
                </a:lnTo>
                <a:lnTo>
                  <a:pt x="6633" y="40062"/>
                </a:lnTo>
                <a:lnTo>
                  <a:pt x="5953" y="39223"/>
                </a:lnTo>
                <a:lnTo>
                  <a:pt x="4864" y="38497"/>
                </a:lnTo>
                <a:lnTo>
                  <a:pt x="1417" y="40130"/>
                </a:lnTo>
                <a:lnTo>
                  <a:pt x="0" y="38713"/>
                </a:lnTo>
                <a:lnTo>
                  <a:pt x="555" y="34574"/>
                </a:lnTo>
                <a:lnTo>
                  <a:pt x="360" y="26983"/>
                </a:lnTo>
                <a:lnTo>
                  <a:pt x="596" y="13362"/>
                </a:lnTo>
                <a:lnTo>
                  <a:pt x="510" y="6565"/>
                </a:lnTo>
                <a:lnTo>
                  <a:pt x="5953" y="6565"/>
                </a:lnTo>
                <a:lnTo>
                  <a:pt x="6474" y="5987"/>
                </a:lnTo>
                <a:lnTo>
                  <a:pt x="5306" y="1394"/>
                </a:lnTo>
                <a:lnTo>
                  <a:pt x="7325" y="544"/>
                </a:lnTo>
                <a:lnTo>
                  <a:pt x="9910" y="1292"/>
                </a:lnTo>
                <a:lnTo>
                  <a:pt x="16261" y="578"/>
                </a:lnTo>
                <a:lnTo>
                  <a:pt x="22872" y="544"/>
                </a:lnTo>
                <a:lnTo>
                  <a:pt x="29358" y="1315"/>
                </a:lnTo>
                <a:lnTo>
                  <a:pt x="37692" y="0"/>
                </a:lnTo>
                <a:lnTo>
                  <a:pt x="39495" y="2211"/>
                </a:lnTo>
                <a:lnTo>
                  <a:pt x="37897" y="5340"/>
                </a:lnTo>
                <a:lnTo>
                  <a:pt x="38611" y="6565"/>
                </a:lnTo>
                <a:lnTo>
                  <a:pt x="44054" y="6565"/>
                </a:lnTo>
                <a:lnTo>
                  <a:pt x="44054" y="35130"/>
                </a:lnTo>
                <a:lnTo>
                  <a:pt x="44553" y="37998"/>
                </a:lnTo>
                <a:lnTo>
                  <a:pt x="43793" y="39870"/>
                </a:lnTo>
                <a:lnTo>
                  <a:pt x="39178" y="38713"/>
                </a:lnTo>
                <a:lnTo>
                  <a:pt x="38611" y="39223"/>
                </a:lnTo>
                <a:lnTo>
                  <a:pt x="37885" y="40312"/>
                </a:lnTo>
                <a:lnTo>
                  <a:pt x="39518" y="43759"/>
                </a:lnTo>
                <a:lnTo>
                  <a:pt x="38089" y="45176"/>
                </a:lnTo>
                <a:lnTo>
                  <a:pt x="33962" y="44632"/>
                </a:lnTo>
                <a:lnTo>
                  <a:pt x="31354" y="44757"/>
                </a:lnTo>
                <a:lnTo>
                  <a:pt x="29528" y="44598"/>
                </a:lnTo>
                <a:lnTo>
                  <a:pt x="27725" y="44666"/>
                </a:lnTo>
                <a:lnTo>
                  <a:pt x="14707" y="44666"/>
                </a:lnTo>
                <a:lnTo>
                  <a:pt x="7620" y="458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262866" y="92385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8289" y="34994"/>
                </a:moveTo>
                <a:lnTo>
                  <a:pt x="5760" y="33236"/>
                </a:lnTo>
                <a:lnTo>
                  <a:pt x="7291" y="29222"/>
                </a:lnTo>
                <a:lnTo>
                  <a:pt x="6611" y="28383"/>
                </a:lnTo>
                <a:lnTo>
                  <a:pt x="5772" y="27702"/>
                </a:lnTo>
                <a:lnTo>
                  <a:pt x="1757" y="29233"/>
                </a:lnTo>
                <a:lnTo>
                  <a:pt x="0" y="26716"/>
                </a:lnTo>
                <a:lnTo>
                  <a:pt x="1179" y="19628"/>
                </a:lnTo>
                <a:lnTo>
                  <a:pt x="1179" y="6610"/>
                </a:lnTo>
                <a:lnTo>
                  <a:pt x="2268" y="5885"/>
                </a:lnTo>
                <a:lnTo>
                  <a:pt x="5703" y="7518"/>
                </a:lnTo>
                <a:lnTo>
                  <a:pt x="7189" y="6032"/>
                </a:lnTo>
                <a:lnTo>
                  <a:pt x="5919" y="1462"/>
                </a:lnTo>
                <a:lnTo>
                  <a:pt x="9105" y="90"/>
                </a:lnTo>
                <a:lnTo>
                  <a:pt x="14741" y="1167"/>
                </a:lnTo>
                <a:lnTo>
                  <a:pt x="19629" y="1167"/>
                </a:lnTo>
                <a:lnTo>
                  <a:pt x="26705" y="0"/>
                </a:lnTo>
                <a:lnTo>
                  <a:pt x="29177" y="1734"/>
                </a:lnTo>
                <a:lnTo>
                  <a:pt x="27703" y="5817"/>
                </a:lnTo>
                <a:lnTo>
                  <a:pt x="28371" y="6611"/>
                </a:lnTo>
                <a:lnTo>
                  <a:pt x="29120" y="7257"/>
                </a:lnTo>
                <a:lnTo>
                  <a:pt x="33338" y="5806"/>
                </a:lnTo>
                <a:lnTo>
                  <a:pt x="34358" y="7506"/>
                </a:lnTo>
                <a:lnTo>
                  <a:pt x="33814" y="10976"/>
                </a:lnTo>
                <a:lnTo>
                  <a:pt x="33814" y="19628"/>
                </a:lnTo>
                <a:lnTo>
                  <a:pt x="34983" y="26716"/>
                </a:lnTo>
                <a:lnTo>
                  <a:pt x="33213" y="29233"/>
                </a:lnTo>
                <a:lnTo>
                  <a:pt x="29199" y="27702"/>
                </a:lnTo>
                <a:lnTo>
                  <a:pt x="28371" y="28383"/>
                </a:lnTo>
                <a:lnTo>
                  <a:pt x="27725" y="29131"/>
                </a:lnTo>
                <a:lnTo>
                  <a:pt x="29176" y="33338"/>
                </a:lnTo>
                <a:lnTo>
                  <a:pt x="27476" y="34370"/>
                </a:lnTo>
                <a:lnTo>
                  <a:pt x="24006" y="33826"/>
                </a:lnTo>
                <a:lnTo>
                  <a:pt x="15365" y="33826"/>
                </a:lnTo>
                <a:lnTo>
                  <a:pt x="8289" y="3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0" name="object 120"/>
          <p:cNvGrpSpPr/>
          <p:nvPr/>
        </p:nvGrpSpPr>
        <p:grpSpPr>
          <a:xfrm>
            <a:off x="7188434" y="7899551"/>
            <a:ext cx="5973445" cy="2387600"/>
            <a:chOff x="7188434" y="7899551"/>
            <a:chExt cx="5973445" cy="2387600"/>
          </a:xfrm>
        </p:grpSpPr>
        <p:pic>
          <p:nvPicPr>
            <p:cNvPr id="121" name="object 12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745813" y="9374907"/>
              <a:ext cx="89310" cy="88857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188434" y="7899551"/>
              <a:ext cx="5973271" cy="2387447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199660" y="9380294"/>
              <a:ext cx="77880" cy="7797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3083950" y="9386213"/>
              <a:ext cx="66234" cy="66643"/>
            </a:xfrm>
            <a:prstGeom prst="rect">
              <a:avLst/>
            </a:prstGeom>
          </p:spPr>
        </p:pic>
      </p:grpSp>
      <p:sp>
        <p:nvSpPr>
          <p:cNvPr id="125" name="object 125"/>
          <p:cNvSpPr/>
          <p:nvPr/>
        </p:nvSpPr>
        <p:spPr>
          <a:xfrm>
            <a:off x="6888443" y="9396884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4" h="45084">
                <a:moveTo>
                  <a:pt x="19118" y="44939"/>
                </a:moveTo>
                <a:lnTo>
                  <a:pt x="17258" y="43657"/>
                </a:lnTo>
                <a:lnTo>
                  <a:pt x="18789" y="39631"/>
                </a:lnTo>
                <a:lnTo>
                  <a:pt x="18109" y="38792"/>
                </a:lnTo>
                <a:lnTo>
                  <a:pt x="16147" y="37432"/>
                </a:lnTo>
                <a:lnTo>
                  <a:pt x="8674" y="40573"/>
                </a:lnTo>
                <a:lnTo>
                  <a:pt x="6338" y="37704"/>
                </a:lnTo>
                <a:lnTo>
                  <a:pt x="7937" y="34585"/>
                </a:lnTo>
                <a:lnTo>
                  <a:pt x="6497" y="32261"/>
                </a:lnTo>
                <a:lnTo>
                  <a:pt x="8130" y="28814"/>
                </a:lnTo>
                <a:lnTo>
                  <a:pt x="6316" y="26999"/>
                </a:lnTo>
                <a:lnTo>
                  <a:pt x="2868" y="28587"/>
                </a:lnTo>
                <a:lnTo>
                  <a:pt x="1780" y="27906"/>
                </a:lnTo>
                <a:lnTo>
                  <a:pt x="3141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3" y="17020"/>
                </a:lnTo>
                <a:lnTo>
                  <a:pt x="8584" y="15059"/>
                </a:lnTo>
                <a:lnTo>
                  <a:pt x="5443" y="7586"/>
                </a:lnTo>
                <a:lnTo>
                  <a:pt x="8311" y="5250"/>
                </a:lnTo>
                <a:lnTo>
                  <a:pt x="11441" y="6849"/>
                </a:lnTo>
                <a:lnTo>
                  <a:pt x="13755" y="5409"/>
                </a:lnTo>
                <a:lnTo>
                  <a:pt x="17202" y="7041"/>
                </a:lnTo>
                <a:lnTo>
                  <a:pt x="18585" y="5658"/>
                </a:lnTo>
                <a:lnTo>
                  <a:pt x="17553" y="873"/>
                </a:lnTo>
                <a:lnTo>
                  <a:pt x="20116" y="56"/>
                </a:lnTo>
                <a:lnTo>
                  <a:pt x="27022" y="0"/>
                </a:lnTo>
                <a:lnTo>
                  <a:pt x="29596" y="895"/>
                </a:lnTo>
                <a:lnTo>
                  <a:pt x="28496" y="5635"/>
                </a:lnTo>
                <a:lnTo>
                  <a:pt x="29517" y="6645"/>
                </a:lnTo>
                <a:lnTo>
                  <a:pt x="33644" y="6100"/>
                </a:lnTo>
                <a:lnTo>
                  <a:pt x="35277" y="6180"/>
                </a:lnTo>
                <a:lnTo>
                  <a:pt x="39314" y="5601"/>
                </a:lnTo>
                <a:lnTo>
                  <a:pt x="40788" y="6985"/>
                </a:lnTo>
                <a:lnTo>
                  <a:pt x="39167" y="10534"/>
                </a:lnTo>
                <a:lnTo>
                  <a:pt x="40607" y="12666"/>
                </a:lnTo>
                <a:lnTo>
                  <a:pt x="38974" y="16113"/>
                </a:lnTo>
                <a:lnTo>
                  <a:pt x="40459" y="17587"/>
                </a:lnTo>
                <a:lnTo>
                  <a:pt x="45029" y="16340"/>
                </a:lnTo>
                <a:lnTo>
                  <a:pt x="45823" y="18200"/>
                </a:lnTo>
                <a:lnTo>
                  <a:pt x="46016" y="26908"/>
                </a:lnTo>
                <a:lnTo>
                  <a:pt x="44734" y="28757"/>
                </a:lnTo>
                <a:lnTo>
                  <a:pt x="40709" y="27226"/>
                </a:lnTo>
                <a:lnTo>
                  <a:pt x="39881" y="27906"/>
                </a:lnTo>
                <a:lnTo>
                  <a:pt x="38520" y="29868"/>
                </a:lnTo>
                <a:lnTo>
                  <a:pt x="41661" y="37341"/>
                </a:lnTo>
                <a:lnTo>
                  <a:pt x="38792" y="39688"/>
                </a:lnTo>
                <a:lnTo>
                  <a:pt x="35674" y="38089"/>
                </a:lnTo>
                <a:lnTo>
                  <a:pt x="34438" y="38792"/>
                </a:lnTo>
                <a:lnTo>
                  <a:pt x="33349" y="39518"/>
                </a:lnTo>
                <a:lnTo>
                  <a:pt x="29902" y="37885"/>
                </a:lnTo>
                <a:lnTo>
                  <a:pt x="28428" y="39371"/>
                </a:lnTo>
                <a:lnTo>
                  <a:pt x="29687" y="43952"/>
                </a:lnTo>
                <a:lnTo>
                  <a:pt x="27816" y="44735"/>
                </a:lnTo>
                <a:lnTo>
                  <a:pt x="19118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3432756" y="940846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7" name="object 127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357802" y="9538028"/>
            <a:ext cx="88313" cy="88845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2909546" y="9537881"/>
            <a:ext cx="88301" cy="89367"/>
          </a:xfrm>
          <a:prstGeom prst="rect">
            <a:avLst/>
          </a:prstGeom>
        </p:spPr>
      </p:pic>
      <p:pic>
        <p:nvPicPr>
          <p:cNvPr id="129" name="object 12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7041585" y="9548948"/>
            <a:ext cx="67436" cy="67414"/>
          </a:xfrm>
          <a:prstGeom prst="rect">
            <a:avLst/>
          </a:prstGeom>
        </p:spPr>
      </p:pic>
      <p:sp>
        <p:nvSpPr>
          <p:cNvPr id="130" name="object 130"/>
          <p:cNvSpPr/>
          <p:nvPr/>
        </p:nvSpPr>
        <p:spPr>
          <a:xfrm>
            <a:off x="13252468" y="9554335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492" y="56561"/>
                </a:moveTo>
                <a:lnTo>
                  <a:pt x="16329" y="55212"/>
                </a:lnTo>
                <a:lnTo>
                  <a:pt x="17599" y="50631"/>
                </a:lnTo>
                <a:lnTo>
                  <a:pt x="16102" y="49145"/>
                </a:lnTo>
                <a:lnTo>
                  <a:pt x="12530" y="50948"/>
                </a:lnTo>
                <a:lnTo>
                  <a:pt x="10659" y="49202"/>
                </a:lnTo>
                <a:lnTo>
                  <a:pt x="12473" y="45517"/>
                </a:lnTo>
                <a:lnTo>
                  <a:pt x="10828" y="43861"/>
                </a:lnTo>
                <a:lnTo>
                  <a:pt x="6712" y="45494"/>
                </a:lnTo>
                <a:lnTo>
                  <a:pt x="5307" y="43373"/>
                </a:lnTo>
                <a:lnTo>
                  <a:pt x="6815" y="40550"/>
                </a:lnTo>
                <a:lnTo>
                  <a:pt x="6146" y="39189"/>
                </a:lnTo>
                <a:lnTo>
                  <a:pt x="5057" y="38463"/>
                </a:lnTo>
                <a:lnTo>
                  <a:pt x="1609" y="40096"/>
                </a:lnTo>
                <a:lnTo>
                  <a:pt x="0" y="38486"/>
                </a:lnTo>
                <a:lnTo>
                  <a:pt x="1009" y="34744"/>
                </a:lnTo>
                <a:lnTo>
                  <a:pt x="11" y="31467"/>
                </a:lnTo>
                <a:lnTo>
                  <a:pt x="124" y="25185"/>
                </a:lnTo>
                <a:lnTo>
                  <a:pt x="941" y="21896"/>
                </a:lnTo>
                <a:lnTo>
                  <a:pt x="33" y="18086"/>
                </a:lnTo>
                <a:lnTo>
                  <a:pt x="1610" y="16510"/>
                </a:lnTo>
                <a:lnTo>
                  <a:pt x="5069" y="18143"/>
                </a:lnTo>
                <a:lnTo>
                  <a:pt x="6146" y="17417"/>
                </a:lnTo>
                <a:lnTo>
                  <a:pt x="6872" y="16328"/>
                </a:lnTo>
                <a:lnTo>
                  <a:pt x="5238" y="12881"/>
                </a:lnTo>
                <a:lnTo>
                  <a:pt x="7053" y="11067"/>
                </a:lnTo>
                <a:lnTo>
                  <a:pt x="10682" y="12881"/>
                </a:lnTo>
                <a:lnTo>
                  <a:pt x="12484" y="11067"/>
                </a:lnTo>
                <a:lnTo>
                  <a:pt x="10681" y="7438"/>
                </a:lnTo>
                <a:lnTo>
                  <a:pt x="12484" y="5624"/>
                </a:lnTo>
                <a:lnTo>
                  <a:pt x="15942" y="7257"/>
                </a:lnTo>
                <a:lnTo>
                  <a:pt x="17020" y="6531"/>
                </a:lnTo>
                <a:lnTo>
                  <a:pt x="17667" y="5783"/>
                </a:lnTo>
                <a:lnTo>
                  <a:pt x="16215" y="1576"/>
                </a:lnTo>
                <a:lnTo>
                  <a:pt x="18812" y="0"/>
                </a:lnTo>
                <a:lnTo>
                  <a:pt x="25740" y="963"/>
                </a:lnTo>
                <a:lnTo>
                  <a:pt x="29448" y="1179"/>
                </a:lnTo>
                <a:lnTo>
                  <a:pt x="37953" y="56"/>
                </a:lnTo>
                <a:lnTo>
                  <a:pt x="39677" y="2177"/>
                </a:lnTo>
                <a:lnTo>
                  <a:pt x="38089" y="5306"/>
                </a:lnTo>
                <a:lnTo>
                  <a:pt x="38793" y="6531"/>
                </a:lnTo>
                <a:lnTo>
                  <a:pt x="40142" y="7211"/>
                </a:lnTo>
                <a:lnTo>
                  <a:pt x="42999" y="5692"/>
                </a:lnTo>
                <a:lnTo>
                  <a:pt x="45109" y="7132"/>
                </a:lnTo>
                <a:lnTo>
                  <a:pt x="43464" y="11203"/>
                </a:lnTo>
                <a:lnTo>
                  <a:pt x="44984" y="12734"/>
                </a:lnTo>
                <a:lnTo>
                  <a:pt x="49100" y="11101"/>
                </a:lnTo>
                <a:lnTo>
                  <a:pt x="50449" y="13153"/>
                </a:lnTo>
                <a:lnTo>
                  <a:pt x="48760" y="16340"/>
                </a:lnTo>
                <a:lnTo>
                  <a:pt x="50438" y="18335"/>
                </a:lnTo>
                <a:lnTo>
                  <a:pt x="54248" y="16555"/>
                </a:lnTo>
                <a:lnTo>
                  <a:pt x="56017" y="18324"/>
                </a:lnTo>
                <a:lnTo>
                  <a:pt x="54316" y="21726"/>
                </a:lnTo>
                <a:lnTo>
                  <a:pt x="55098" y="22860"/>
                </a:lnTo>
                <a:lnTo>
                  <a:pt x="54429" y="26330"/>
                </a:lnTo>
                <a:lnTo>
                  <a:pt x="55949" y="30333"/>
                </a:lnTo>
                <a:lnTo>
                  <a:pt x="54860" y="34710"/>
                </a:lnTo>
                <a:lnTo>
                  <a:pt x="55768" y="38531"/>
                </a:lnTo>
                <a:lnTo>
                  <a:pt x="54372" y="39903"/>
                </a:lnTo>
                <a:lnTo>
                  <a:pt x="50166" y="38350"/>
                </a:lnTo>
                <a:lnTo>
                  <a:pt x="48975" y="40289"/>
                </a:lnTo>
                <a:lnTo>
                  <a:pt x="50540" y="43736"/>
                </a:lnTo>
                <a:lnTo>
                  <a:pt x="48895" y="45381"/>
                </a:lnTo>
                <a:lnTo>
                  <a:pt x="44791" y="43748"/>
                </a:lnTo>
                <a:lnTo>
                  <a:pt x="43793" y="45278"/>
                </a:lnTo>
                <a:lnTo>
                  <a:pt x="44847" y="49769"/>
                </a:lnTo>
                <a:lnTo>
                  <a:pt x="42750" y="50767"/>
                </a:lnTo>
                <a:lnTo>
                  <a:pt x="40312" y="49497"/>
                </a:lnTo>
                <a:lnTo>
                  <a:pt x="38781" y="50064"/>
                </a:lnTo>
                <a:lnTo>
                  <a:pt x="38067" y="51152"/>
                </a:lnTo>
                <a:lnTo>
                  <a:pt x="39688" y="54600"/>
                </a:lnTo>
                <a:lnTo>
                  <a:pt x="38259" y="56017"/>
                </a:lnTo>
                <a:lnTo>
                  <a:pt x="34132" y="55461"/>
                </a:lnTo>
                <a:lnTo>
                  <a:pt x="31535" y="55597"/>
                </a:lnTo>
                <a:lnTo>
                  <a:pt x="29709" y="55484"/>
                </a:lnTo>
                <a:lnTo>
                  <a:pt x="25173" y="55541"/>
                </a:lnTo>
                <a:lnTo>
                  <a:pt x="19492" y="56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737819" y="957175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2" name="object 132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3078383" y="9706683"/>
            <a:ext cx="77482" cy="78402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194319" y="9701206"/>
            <a:ext cx="88528" cy="88970"/>
          </a:xfrm>
          <a:prstGeom prst="rect">
            <a:avLst/>
          </a:prstGeom>
        </p:spPr>
      </p:pic>
      <p:sp>
        <p:nvSpPr>
          <p:cNvPr id="134" name="object 134"/>
          <p:cNvSpPr/>
          <p:nvPr/>
        </p:nvSpPr>
        <p:spPr>
          <a:xfrm>
            <a:off x="6884066" y="971773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24947" y="986"/>
                </a:moveTo>
                <a:lnTo>
                  <a:pt x="17025" y="986"/>
                </a:lnTo>
                <a:lnTo>
                  <a:pt x="19833" y="0"/>
                </a:lnTo>
                <a:lnTo>
                  <a:pt x="24947" y="986"/>
                </a:lnTo>
                <a:close/>
              </a:path>
              <a:path w="56515" h="56515">
                <a:moveTo>
                  <a:pt x="38815" y="986"/>
                </a:moveTo>
                <a:lnTo>
                  <a:pt x="31161" y="986"/>
                </a:lnTo>
                <a:lnTo>
                  <a:pt x="35708" y="170"/>
                </a:lnTo>
                <a:lnTo>
                  <a:pt x="38815" y="986"/>
                </a:lnTo>
                <a:close/>
              </a:path>
              <a:path w="56515" h="56515">
                <a:moveTo>
                  <a:pt x="50268" y="17860"/>
                </a:moveTo>
                <a:lnTo>
                  <a:pt x="5920" y="17860"/>
                </a:lnTo>
                <a:lnTo>
                  <a:pt x="7472" y="14242"/>
                </a:lnTo>
                <a:lnTo>
                  <a:pt x="5148" y="9616"/>
                </a:lnTo>
                <a:lnTo>
                  <a:pt x="6168" y="6384"/>
                </a:lnTo>
                <a:lnTo>
                  <a:pt x="17073" y="6384"/>
                </a:lnTo>
                <a:lnTo>
                  <a:pt x="17492" y="5874"/>
                </a:lnTo>
                <a:lnTo>
                  <a:pt x="16434" y="986"/>
                </a:lnTo>
                <a:lnTo>
                  <a:pt x="39338" y="986"/>
                </a:lnTo>
                <a:lnTo>
                  <a:pt x="38406" y="5874"/>
                </a:lnTo>
                <a:lnTo>
                  <a:pt x="38271" y="5874"/>
                </a:lnTo>
                <a:lnTo>
                  <a:pt x="39337" y="6940"/>
                </a:lnTo>
                <a:lnTo>
                  <a:pt x="50283" y="6940"/>
                </a:lnTo>
                <a:lnTo>
                  <a:pt x="50597" y="7223"/>
                </a:lnTo>
                <a:lnTo>
                  <a:pt x="48975" y="10863"/>
                </a:lnTo>
                <a:lnTo>
                  <a:pt x="49701" y="11861"/>
                </a:lnTo>
                <a:lnTo>
                  <a:pt x="50416" y="12949"/>
                </a:lnTo>
                <a:lnTo>
                  <a:pt x="48794" y="16397"/>
                </a:lnTo>
                <a:lnTo>
                  <a:pt x="50268" y="17860"/>
                </a:lnTo>
                <a:close/>
              </a:path>
              <a:path w="56515" h="56515">
                <a:moveTo>
                  <a:pt x="50283" y="6940"/>
                </a:moveTo>
                <a:lnTo>
                  <a:pt x="39337" y="6940"/>
                </a:lnTo>
                <a:lnTo>
                  <a:pt x="43464" y="6384"/>
                </a:lnTo>
                <a:lnTo>
                  <a:pt x="45666" y="6384"/>
                </a:lnTo>
                <a:lnTo>
                  <a:pt x="49100" y="5874"/>
                </a:lnTo>
                <a:lnTo>
                  <a:pt x="50283" y="6940"/>
                </a:lnTo>
                <a:close/>
              </a:path>
              <a:path w="56515" h="56515">
                <a:moveTo>
                  <a:pt x="55380" y="17860"/>
                </a:moveTo>
                <a:lnTo>
                  <a:pt x="50320" y="17860"/>
                </a:lnTo>
                <a:lnTo>
                  <a:pt x="54849" y="16601"/>
                </a:lnTo>
                <a:lnTo>
                  <a:pt x="55380" y="17860"/>
                </a:lnTo>
                <a:close/>
              </a:path>
              <a:path w="56515" h="56515">
                <a:moveTo>
                  <a:pt x="1765" y="39915"/>
                </a:moveTo>
                <a:lnTo>
                  <a:pt x="1553" y="39915"/>
                </a:lnTo>
                <a:lnTo>
                  <a:pt x="703" y="39065"/>
                </a:lnTo>
                <a:lnTo>
                  <a:pt x="58" y="38350"/>
                </a:lnTo>
                <a:lnTo>
                  <a:pt x="952" y="34597"/>
                </a:lnTo>
                <a:lnTo>
                  <a:pt x="0" y="30753"/>
                </a:lnTo>
                <a:lnTo>
                  <a:pt x="396" y="25707"/>
                </a:lnTo>
                <a:lnTo>
                  <a:pt x="714" y="22747"/>
                </a:lnTo>
                <a:lnTo>
                  <a:pt x="805" y="21897"/>
                </a:lnTo>
                <a:lnTo>
                  <a:pt x="158" y="17860"/>
                </a:lnTo>
                <a:lnTo>
                  <a:pt x="1281" y="16737"/>
                </a:lnTo>
                <a:lnTo>
                  <a:pt x="5366" y="17860"/>
                </a:lnTo>
                <a:lnTo>
                  <a:pt x="55380" y="17860"/>
                </a:lnTo>
                <a:lnTo>
                  <a:pt x="56221" y="19787"/>
                </a:lnTo>
                <a:lnTo>
                  <a:pt x="55133" y="25423"/>
                </a:lnTo>
                <a:lnTo>
                  <a:pt x="55206" y="30753"/>
                </a:lnTo>
                <a:lnTo>
                  <a:pt x="56301" y="37398"/>
                </a:lnTo>
                <a:lnTo>
                  <a:pt x="55636" y="38350"/>
                </a:lnTo>
                <a:lnTo>
                  <a:pt x="5068" y="38350"/>
                </a:lnTo>
                <a:lnTo>
                  <a:pt x="1765" y="39915"/>
                </a:lnTo>
                <a:close/>
              </a:path>
              <a:path w="56515" h="56515">
                <a:moveTo>
                  <a:pt x="18275" y="55904"/>
                </a:moveTo>
                <a:lnTo>
                  <a:pt x="18096" y="55904"/>
                </a:lnTo>
                <a:lnTo>
                  <a:pt x="16340" y="55054"/>
                </a:lnTo>
                <a:lnTo>
                  <a:pt x="17536" y="50847"/>
                </a:lnTo>
                <a:lnTo>
                  <a:pt x="17549" y="50518"/>
                </a:lnTo>
                <a:lnTo>
                  <a:pt x="17043" y="49951"/>
                </a:lnTo>
                <a:lnTo>
                  <a:pt x="6157" y="49951"/>
                </a:lnTo>
                <a:lnTo>
                  <a:pt x="6140" y="39065"/>
                </a:lnTo>
                <a:lnTo>
                  <a:pt x="5068" y="38350"/>
                </a:lnTo>
                <a:lnTo>
                  <a:pt x="50570" y="38350"/>
                </a:lnTo>
                <a:lnTo>
                  <a:pt x="49701" y="39065"/>
                </a:lnTo>
                <a:lnTo>
                  <a:pt x="48329" y="41027"/>
                </a:lnTo>
                <a:lnTo>
                  <a:pt x="51481" y="48499"/>
                </a:lnTo>
                <a:lnTo>
                  <a:pt x="50816" y="49044"/>
                </a:lnTo>
                <a:lnTo>
                  <a:pt x="39722" y="49044"/>
                </a:lnTo>
                <a:lnTo>
                  <a:pt x="38248" y="50518"/>
                </a:lnTo>
                <a:lnTo>
                  <a:pt x="39480" y="55054"/>
                </a:lnTo>
                <a:lnTo>
                  <a:pt x="39630" y="55054"/>
                </a:lnTo>
                <a:lnTo>
                  <a:pt x="38823" y="55394"/>
                </a:lnTo>
                <a:lnTo>
                  <a:pt x="21239" y="55394"/>
                </a:lnTo>
                <a:lnTo>
                  <a:pt x="18275" y="55904"/>
                </a:lnTo>
                <a:close/>
              </a:path>
              <a:path w="56515" h="56515">
                <a:moveTo>
                  <a:pt x="54543" y="39915"/>
                </a:moveTo>
                <a:lnTo>
                  <a:pt x="50439" y="38350"/>
                </a:lnTo>
                <a:lnTo>
                  <a:pt x="55636" y="38350"/>
                </a:lnTo>
                <a:lnTo>
                  <a:pt x="54543" y="39915"/>
                </a:lnTo>
                <a:close/>
              </a:path>
              <a:path w="56515" h="56515">
                <a:moveTo>
                  <a:pt x="43408" y="50518"/>
                </a:moveTo>
                <a:lnTo>
                  <a:pt x="42834" y="50518"/>
                </a:lnTo>
                <a:lnTo>
                  <a:pt x="39722" y="49044"/>
                </a:lnTo>
                <a:lnTo>
                  <a:pt x="50816" y="49044"/>
                </a:lnTo>
                <a:lnTo>
                  <a:pt x="50580" y="49237"/>
                </a:lnTo>
                <a:lnTo>
                  <a:pt x="45483" y="49237"/>
                </a:lnTo>
                <a:lnTo>
                  <a:pt x="44258" y="49951"/>
                </a:lnTo>
                <a:lnTo>
                  <a:pt x="43408" y="50518"/>
                </a:lnTo>
                <a:close/>
              </a:path>
              <a:path w="56515" h="56515">
                <a:moveTo>
                  <a:pt x="48613" y="50847"/>
                </a:moveTo>
                <a:lnTo>
                  <a:pt x="45483" y="49237"/>
                </a:lnTo>
                <a:lnTo>
                  <a:pt x="50580" y="49237"/>
                </a:lnTo>
                <a:lnTo>
                  <a:pt x="48613" y="50847"/>
                </a:lnTo>
                <a:close/>
              </a:path>
              <a:path w="56515" h="56515">
                <a:moveTo>
                  <a:pt x="37613" y="55904"/>
                </a:moveTo>
                <a:lnTo>
                  <a:pt x="34710" y="55394"/>
                </a:lnTo>
                <a:lnTo>
                  <a:pt x="38823" y="55394"/>
                </a:lnTo>
                <a:lnTo>
                  <a:pt x="37613" y="55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3420737" y="972303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32737" y="45370"/>
                </a:moveTo>
                <a:lnTo>
                  <a:pt x="29630" y="44394"/>
                </a:lnTo>
                <a:lnTo>
                  <a:pt x="25106" y="45370"/>
                </a:lnTo>
                <a:lnTo>
                  <a:pt x="20820" y="44666"/>
                </a:lnTo>
                <a:lnTo>
                  <a:pt x="16170" y="44666"/>
                </a:lnTo>
                <a:lnTo>
                  <a:pt x="13222" y="45177"/>
                </a:lnTo>
                <a:lnTo>
                  <a:pt x="11362" y="44372"/>
                </a:lnTo>
                <a:lnTo>
                  <a:pt x="12575" y="39813"/>
                </a:lnTo>
                <a:lnTo>
                  <a:pt x="12042" y="39224"/>
                </a:lnTo>
                <a:lnTo>
                  <a:pt x="10671" y="38554"/>
                </a:lnTo>
                <a:lnTo>
                  <a:pt x="7847" y="40063"/>
                </a:lnTo>
                <a:lnTo>
                  <a:pt x="5726" y="38645"/>
                </a:lnTo>
                <a:lnTo>
                  <a:pt x="7359" y="34540"/>
                </a:lnTo>
                <a:lnTo>
                  <a:pt x="5964" y="33146"/>
                </a:lnTo>
                <a:lnTo>
                  <a:pt x="1542" y="34529"/>
                </a:lnTo>
                <a:lnTo>
                  <a:pt x="34" y="31524"/>
                </a:lnTo>
                <a:lnTo>
                  <a:pt x="1168" y="25469"/>
                </a:lnTo>
                <a:lnTo>
                  <a:pt x="1168" y="20763"/>
                </a:lnTo>
                <a:lnTo>
                  <a:pt x="0" y="13675"/>
                </a:lnTo>
                <a:lnTo>
                  <a:pt x="1757" y="11158"/>
                </a:lnTo>
                <a:lnTo>
                  <a:pt x="5772" y="12700"/>
                </a:lnTo>
                <a:lnTo>
                  <a:pt x="6600" y="12008"/>
                </a:lnTo>
                <a:lnTo>
                  <a:pt x="7326" y="10920"/>
                </a:lnTo>
                <a:lnTo>
                  <a:pt x="5692" y="7484"/>
                </a:lnTo>
                <a:lnTo>
                  <a:pt x="7507" y="5669"/>
                </a:lnTo>
                <a:lnTo>
                  <a:pt x="10954" y="7291"/>
                </a:lnTo>
                <a:lnTo>
                  <a:pt x="12042" y="6576"/>
                </a:lnTo>
                <a:lnTo>
                  <a:pt x="12575" y="5976"/>
                </a:lnTo>
                <a:lnTo>
                  <a:pt x="11373" y="1417"/>
                </a:lnTo>
                <a:lnTo>
                  <a:pt x="14526" y="56"/>
                </a:lnTo>
                <a:lnTo>
                  <a:pt x="20173" y="1134"/>
                </a:lnTo>
                <a:lnTo>
                  <a:pt x="25514" y="1134"/>
                </a:lnTo>
                <a:lnTo>
                  <a:pt x="31547" y="0"/>
                </a:lnTo>
                <a:lnTo>
                  <a:pt x="34563" y="1508"/>
                </a:lnTo>
                <a:lnTo>
                  <a:pt x="33180" y="5941"/>
                </a:lnTo>
                <a:lnTo>
                  <a:pt x="34563" y="7336"/>
                </a:lnTo>
                <a:lnTo>
                  <a:pt x="38680" y="5703"/>
                </a:lnTo>
                <a:lnTo>
                  <a:pt x="40086" y="7824"/>
                </a:lnTo>
                <a:lnTo>
                  <a:pt x="38577" y="10647"/>
                </a:lnTo>
                <a:lnTo>
                  <a:pt x="39247" y="12008"/>
                </a:lnTo>
                <a:lnTo>
                  <a:pt x="40335" y="12734"/>
                </a:lnTo>
                <a:lnTo>
                  <a:pt x="43783" y="11101"/>
                </a:lnTo>
                <a:lnTo>
                  <a:pt x="45596" y="12915"/>
                </a:lnTo>
                <a:lnTo>
                  <a:pt x="43896" y="16317"/>
                </a:lnTo>
                <a:lnTo>
                  <a:pt x="44678" y="17451"/>
                </a:lnTo>
                <a:lnTo>
                  <a:pt x="44020" y="20921"/>
                </a:lnTo>
                <a:lnTo>
                  <a:pt x="45528" y="24924"/>
                </a:lnTo>
                <a:lnTo>
                  <a:pt x="44440" y="29301"/>
                </a:lnTo>
                <a:lnTo>
                  <a:pt x="45347" y="33112"/>
                </a:lnTo>
                <a:lnTo>
                  <a:pt x="43770" y="34688"/>
                </a:lnTo>
                <a:lnTo>
                  <a:pt x="40312" y="33055"/>
                </a:lnTo>
                <a:lnTo>
                  <a:pt x="39235" y="33781"/>
                </a:lnTo>
                <a:lnTo>
                  <a:pt x="38589" y="35198"/>
                </a:lnTo>
                <a:lnTo>
                  <a:pt x="40040" y="37908"/>
                </a:lnTo>
                <a:lnTo>
                  <a:pt x="38725" y="40063"/>
                </a:lnTo>
                <a:lnTo>
                  <a:pt x="34517" y="38498"/>
                </a:lnTo>
                <a:lnTo>
                  <a:pt x="33043" y="39983"/>
                </a:lnTo>
                <a:lnTo>
                  <a:pt x="34665" y="44088"/>
                </a:lnTo>
                <a:lnTo>
                  <a:pt x="32737" y="45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6" name="object 13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7036074" y="9870609"/>
            <a:ext cx="78016" cy="77506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3246560" y="9875417"/>
            <a:ext cx="67538" cy="67606"/>
          </a:xfrm>
          <a:prstGeom prst="rect">
            <a:avLst/>
          </a:prstGeom>
        </p:spPr>
      </p:pic>
      <p:sp>
        <p:nvSpPr>
          <p:cNvPr id="138" name="object 138"/>
          <p:cNvSpPr/>
          <p:nvPr/>
        </p:nvSpPr>
        <p:spPr>
          <a:xfrm>
            <a:off x="6725765" y="988628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33315" y="45222"/>
                </a:moveTo>
                <a:lnTo>
                  <a:pt x="29176" y="44666"/>
                </a:lnTo>
                <a:lnTo>
                  <a:pt x="26568" y="44802"/>
                </a:lnTo>
                <a:lnTo>
                  <a:pt x="24754" y="44610"/>
                </a:lnTo>
                <a:lnTo>
                  <a:pt x="21137" y="44814"/>
                </a:lnTo>
                <a:lnTo>
                  <a:pt x="19300" y="44712"/>
                </a:lnTo>
                <a:lnTo>
                  <a:pt x="16419" y="44712"/>
                </a:lnTo>
                <a:lnTo>
                  <a:pt x="12949" y="45256"/>
                </a:lnTo>
                <a:lnTo>
                  <a:pt x="11248" y="44224"/>
                </a:lnTo>
                <a:lnTo>
                  <a:pt x="12700" y="40017"/>
                </a:lnTo>
                <a:lnTo>
                  <a:pt x="12054" y="39269"/>
                </a:lnTo>
                <a:lnTo>
                  <a:pt x="10681" y="38600"/>
                </a:lnTo>
                <a:lnTo>
                  <a:pt x="7869" y="40108"/>
                </a:lnTo>
                <a:lnTo>
                  <a:pt x="5737" y="38690"/>
                </a:lnTo>
                <a:lnTo>
                  <a:pt x="7370" y="34586"/>
                </a:lnTo>
                <a:lnTo>
                  <a:pt x="5976" y="33191"/>
                </a:lnTo>
                <a:lnTo>
                  <a:pt x="1542" y="34574"/>
                </a:lnTo>
                <a:lnTo>
                  <a:pt x="34" y="31569"/>
                </a:lnTo>
                <a:lnTo>
                  <a:pt x="1167" y="25525"/>
                </a:lnTo>
                <a:lnTo>
                  <a:pt x="1167" y="20808"/>
                </a:lnTo>
                <a:lnTo>
                  <a:pt x="0" y="13720"/>
                </a:lnTo>
                <a:lnTo>
                  <a:pt x="1757" y="11203"/>
                </a:lnTo>
                <a:lnTo>
                  <a:pt x="5771" y="12734"/>
                </a:lnTo>
                <a:lnTo>
                  <a:pt x="6611" y="12053"/>
                </a:lnTo>
                <a:lnTo>
                  <a:pt x="7336" y="10965"/>
                </a:lnTo>
                <a:lnTo>
                  <a:pt x="5703" y="7518"/>
                </a:lnTo>
                <a:lnTo>
                  <a:pt x="7518" y="5703"/>
                </a:lnTo>
                <a:lnTo>
                  <a:pt x="10965" y="7336"/>
                </a:lnTo>
                <a:lnTo>
                  <a:pt x="12054" y="6611"/>
                </a:lnTo>
                <a:lnTo>
                  <a:pt x="12700" y="5862"/>
                </a:lnTo>
                <a:lnTo>
                  <a:pt x="11248" y="1655"/>
                </a:lnTo>
                <a:lnTo>
                  <a:pt x="13970" y="0"/>
                </a:lnTo>
                <a:lnTo>
                  <a:pt x="20615" y="1167"/>
                </a:lnTo>
                <a:lnTo>
                  <a:pt x="24459" y="1167"/>
                </a:lnTo>
                <a:lnTo>
                  <a:pt x="26942" y="725"/>
                </a:lnTo>
                <a:lnTo>
                  <a:pt x="29392" y="1474"/>
                </a:lnTo>
                <a:lnTo>
                  <a:pt x="33123" y="464"/>
                </a:lnTo>
                <a:lnTo>
                  <a:pt x="34733" y="2075"/>
                </a:lnTo>
                <a:lnTo>
                  <a:pt x="33100" y="5522"/>
                </a:lnTo>
                <a:lnTo>
                  <a:pt x="33826" y="6611"/>
                </a:lnTo>
                <a:lnTo>
                  <a:pt x="34914" y="7336"/>
                </a:lnTo>
                <a:lnTo>
                  <a:pt x="38361" y="5703"/>
                </a:lnTo>
                <a:lnTo>
                  <a:pt x="40176" y="7518"/>
                </a:lnTo>
                <a:lnTo>
                  <a:pt x="38361" y="11146"/>
                </a:lnTo>
                <a:lnTo>
                  <a:pt x="40176" y="12961"/>
                </a:lnTo>
                <a:lnTo>
                  <a:pt x="43805" y="11146"/>
                </a:lnTo>
                <a:lnTo>
                  <a:pt x="45619" y="12961"/>
                </a:lnTo>
                <a:lnTo>
                  <a:pt x="43986" y="16363"/>
                </a:lnTo>
                <a:lnTo>
                  <a:pt x="44712" y="17497"/>
                </a:lnTo>
                <a:lnTo>
                  <a:pt x="44712" y="29709"/>
                </a:lnTo>
                <a:lnTo>
                  <a:pt x="45222" y="32624"/>
                </a:lnTo>
                <a:lnTo>
                  <a:pt x="44417" y="34517"/>
                </a:lnTo>
                <a:lnTo>
                  <a:pt x="39836" y="33259"/>
                </a:lnTo>
                <a:lnTo>
                  <a:pt x="38611" y="34483"/>
                </a:lnTo>
                <a:lnTo>
                  <a:pt x="40051" y="38861"/>
                </a:lnTo>
                <a:lnTo>
                  <a:pt x="37851" y="40017"/>
                </a:lnTo>
                <a:lnTo>
                  <a:pt x="35322" y="38668"/>
                </a:lnTo>
                <a:lnTo>
                  <a:pt x="33826" y="39269"/>
                </a:lnTo>
                <a:lnTo>
                  <a:pt x="33100" y="40357"/>
                </a:lnTo>
                <a:lnTo>
                  <a:pt x="34733" y="43804"/>
                </a:lnTo>
                <a:lnTo>
                  <a:pt x="33315" y="45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3596047" y="989833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1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1" y="0"/>
                </a:lnTo>
                <a:lnTo>
                  <a:pt x="21771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0" name="object 14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878192" y="10038708"/>
            <a:ext cx="67584" cy="67572"/>
          </a:xfrm>
          <a:prstGeom prst="rect">
            <a:avLst/>
          </a:prstGeom>
        </p:spPr>
      </p:pic>
      <p:sp>
        <p:nvSpPr>
          <p:cNvPr id="141" name="object 141"/>
          <p:cNvSpPr/>
          <p:nvPr/>
        </p:nvSpPr>
        <p:spPr>
          <a:xfrm>
            <a:off x="13415714" y="100443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7613" y="55927"/>
                </a:moveTo>
                <a:lnTo>
                  <a:pt x="34699" y="55416"/>
                </a:lnTo>
                <a:lnTo>
                  <a:pt x="21250" y="55416"/>
                </a:lnTo>
                <a:lnTo>
                  <a:pt x="18143" y="55949"/>
                </a:lnTo>
                <a:lnTo>
                  <a:pt x="16340" y="55076"/>
                </a:lnTo>
                <a:lnTo>
                  <a:pt x="17622" y="50609"/>
                </a:lnTo>
                <a:lnTo>
                  <a:pt x="17055" y="49974"/>
                </a:lnTo>
                <a:lnTo>
                  <a:pt x="6157" y="49974"/>
                </a:lnTo>
                <a:lnTo>
                  <a:pt x="6157" y="39087"/>
                </a:lnTo>
                <a:lnTo>
                  <a:pt x="5057" y="38362"/>
                </a:lnTo>
                <a:lnTo>
                  <a:pt x="1620" y="39995"/>
                </a:lnTo>
                <a:lnTo>
                  <a:pt x="45" y="38418"/>
                </a:lnTo>
                <a:lnTo>
                  <a:pt x="952" y="34608"/>
                </a:lnTo>
                <a:lnTo>
                  <a:pt x="0" y="30775"/>
                </a:lnTo>
                <a:lnTo>
                  <a:pt x="804" y="21908"/>
                </a:lnTo>
                <a:lnTo>
                  <a:pt x="158" y="17871"/>
                </a:lnTo>
                <a:lnTo>
                  <a:pt x="1292" y="16748"/>
                </a:lnTo>
                <a:lnTo>
                  <a:pt x="5862" y="17996"/>
                </a:lnTo>
                <a:lnTo>
                  <a:pt x="7461" y="14242"/>
                </a:lnTo>
                <a:lnTo>
                  <a:pt x="5147" y="9627"/>
                </a:lnTo>
                <a:lnTo>
                  <a:pt x="6157" y="6429"/>
                </a:lnTo>
                <a:lnTo>
                  <a:pt x="17043" y="6429"/>
                </a:lnTo>
                <a:lnTo>
                  <a:pt x="17496" y="5907"/>
                </a:lnTo>
                <a:lnTo>
                  <a:pt x="16464" y="1190"/>
                </a:lnTo>
                <a:lnTo>
                  <a:pt x="19821" y="0"/>
                </a:lnTo>
                <a:lnTo>
                  <a:pt x="24935" y="986"/>
                </a:lnTo>
                <a:lnTo>
                  <a:pt x="31150" y="986"/>
                </a:lnTo>
                <a:lnTo>
                  <a:pt x="35708" y="170"/>
                </a:lnTo>
                <a:lnTo>
                  <a:pt x="39315" y="1122"/>
                </a:lnTo>
                <a:lnTo>
                  <a:pt x="38384" y="5987"/>
                </a:lnTo>
                <a:lnTo>
                  <a:pt x="39326" y="6939"/>
                </a:lnTo>
                <a:lnTo>
                  <a:pt x="43453" y="6384"/>
                </a:lnTo>
                <a:lnTo>
                  <a:pt x="45121" y="6474"/>
                </a:lnTo>
                <a:lnTo>
                  <a:pt x="49089" y="5885"/>
                </a:lnTo>
                <a:lnTo>
                  <a:pt x="50586" y="7234"/>
                </a:lnTo>
                <a:lnTo>
                  <a:pt x="48976" y="10863"/>
                </a:lnTo>
                <a:lnTo>
                  <a:pt x="50404" y="12961"/>
                </a:lnTo>
                <a:lnTo>
                  <a:pt x="48783" y="16408"/>
                </a:lnTo>
                <a:lnTo>
                  <a:pt x="50269" y="17893"/>
                </a:lnTo>
                <a:lnTo>
                  <a:pt x="54827" y="16623"/>
                </a:lnTo>
                <a:lnTo>
                  <a:pt x="56210" y="19810"/>
                </a:lnTo>
                <a:lnTo>
                  <a:pt x="55122" y="25446"/>
                </a:lnTo>
                <a:lnTo>
                  <a:pt x="55122" y="30333"/>
                </a:lnTo>
                <a:lnTo>
                  <a:pt x="56290" y="37420"/>
                </a:lnTo>
                <a:lnTo>
                  <a:pt x="54532" y="39938"/>
                </a:lnTo>
                <a:lnTo>
                  <a:pt x="50518" y="38407"/>
                </a:lnTo>
                <a:lnTo>
                  <a:pt x="49690" y="39087"/>
                </a:lnTo>
                <a:lnTo>
                  <a:pt x="48329" y="41049"/>
                </a:lnTo>
                <a:lnTo>
                  <a:pt x="51459" y="48522"/>
                </a:lnTo>
                <a:lnTo>
                  <a:pt x="48601" y="50869"/>
                </a:lnTo>
                <a:lnTo>
                  <a:pt x="45483" y="49270"/>
                </a:lnTo>
                <a:lnTo>
                  <a:pt x="43159" y="50699"/>
                </a:lnTo>
                <a:lnTo>
                  <a:pt x="39711" y="49066"/>
                </a:lnTo>
                <a:lnTo>
                  <a:pt x="38249" y="50541"/>
                </a:lnTo>
                <a:lnTo>
                  <a:pt x="39496" y="55133"/>
                </a:lnTo>
                <a:lnTo>
                  <a:pt x="37613" y="55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574528" y="1006162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772" y="21772"/>
                </a:moveTo>
                <a:lnTo>
                  <a:pt x="0" y="21772"/>
                </a:lnTo>
                <a:lnTo>
                  <a:pt x="0" y="0"/>
                </a:lnTo>
                <a:lnTo>
                  <a:pt x="21772" y="0"/>
                </a:lnTo>
                <a:lnTo>
                  <a:pt x="21772" y="21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3" name="object 143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030597" y="10191384"/>
            <a:ext cx="89344" cy="88823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3241673" y="10196544"/>
            <a:ext cx="77472" cy="78425"/>
          </a:xfrm>
          <a:prstGeom prst="rect">
            <a:avLst/>
          </a:prstGeom>
        </p:spPr>
      </p:pic>
      <p:sp>
        <p:nvSpPr>
          <p:cNvPr id="145" name="object 145"/>
          <p:cNvSpPr/>
          <p:nvPr/>
        </p:nvSpPr>
        <p:spPr>
          <a:xfrm>
            <a:off x="6720787" y="10207498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19504" y="56574"/>
                </a:moveTo>
                <a:lnTo>
                  <a:pt x="16351" y="55225"/>
                </a:lnTo>
                <a:lnTo>
                  <a:pt x="17599" y="50643"/>
                </a:lnTo>
                <a:lnTo>
                  <a:pt x="16113" y="49158"/>
                </a:lnTo>
                <a:lnTo>
                  <a:pt x="12541" y="50972"/>
                </a:lnTo>
                <a:lnTo>
                  <a:pt x="10670" y="49226"/>
                </a:lnTo>
                <a:lnTo>
                  <a:pt x="12484" y="45529"/>
                </a:lnTo>
                <a:lnTo>
                  <a:pt x="10829" y="43873"/>
                </a:lnTo>
                <a:lnTo>
                  <a:pt x="6724" y="45506"/>
                </a:lnTo>
                <a:lnTo>
                  <a:pt x="5306" y="43374"/>
                </a:lnTo>
                <a:lnTo>
                  <a:pt x="6815" y="40562"/>
                </a:lnTo>
                <a:lnTo>
                  <a:pt x="6146" y="39190"/>
                </a:lnTo>
                <a:lnTo>
                  <a:pt x="5057" y="38464"/>
                </a:lnTo>
                <a:lnTo>
                  <a:pt x="1610" y="40097"/>
                </a:lnTo>
                <a:lnTo>
                  <a:pt x="0" y="38487"/>
                </a:lnTo>
                <a:lnTo>
                  <a:pt x="1009" y="34756"/>
                </a:lnTo>
                <a:lnTo>
                  <a:pt x="11" y="31468"/>
                </a:lnTo>
                <a:lnTo>
                  <a:pt x="124" y="25185"/>
                </a:lnTo>
                <a:lnTo>
                  <a:pt x="941" y="21897"/>
                </a:lnTo>
                <a:lnTo>
                  <a:pt x="34" y="18087"/>
                </a:lnTo>
                <a:lnTo>
                  <a:pt x="1610" y="16511"/>
                </a:lnTo>
                <a:lnTo>
                  <a:pt x="5057" y="18143"/>
                </a:lnTo>
                <a:lnTo>
                  <a:pt x="6146" y="17418"/>
                </a:lnTo>
                <a:lnTo>
                  <a:pt x="6871" y="16329"/>
                </a:lnTo>
                <a:lnTo>
                  <a:pt x="5238" y="12882"/>
                </a:lnTo>
                <a:lnTo>
                  <a:pt x="7053" y="11067"/>
                </a:lnTo>
                <a:lnTo>
                  <a:pt x="10681" y="12882"/>
                </a:lnTo>
                <a:lnTo>
                  <a:pt x="12496" y="11067"/>
                </a:lnTo>
                <a:lnTo>
                  <a:pt x="10681" y="7439"/>
                </a:lnTo>
                <a:lnTo>
                  <a:pt x="12496" y="5624"/>
                </a:lnTo>
                <a:lnTo>
                  <a:pt x="15943" y="7257"/>
                </a:lnTo>
                <a:lnTo>
                  <a:pt x="17032" y="6531"/>
                </a:lnTo>
                <a:lnTo>
                  <a:pt x="17678" y="5783"/>
                </a:lnTo>
                <a:lnTo>
                  <a:pt x="16227" y="1576"/>
                </a:lnTo>
                <a:lnTo>
                  <a:pt x="18823" y="0"/>
                </a:lnTo>
                <a:lnTo>
                  <a:pt x="25752" y="964"/>
                </a:lnTo>
                <a:lnTo>
                  <a:pt x="29449" y="1179"/>
                </a:lnTo>
                <a:lnTo>
                  <a:pt x="37965" y="56"/>
                </a:lnTo>
                <a:lnTo>
                  <a:pt x="39700" y="2177"/>
                </a:lnTo>
                <a:lnTo>
                  <a:pt x="38101" y="5307"/>
                </a:lnTo>
                <a:lnTo>
                  <a:pt x="38804" y="6531"/>
                </a:lnTo>
                <a:lnTo>
                  <a:pt x="40165" y="7212"/>
                </a:lnTo>
                <a:lnTo>
                  <a:pt x="43011" y="5692"/>
                </a:lnTo>
                <a:lnTo>
                  <a:pt x="45131" y="7132"/>
                </a:lnTo>
                <a:lnTo>
                  <a:pt x="43476" y="11203"/>
                </a:lnTo>
                <a:lnTo>
                  <a:pt x="45007" y="12734"/>
                </a:lnTo>
                <a:lnTo>
                  <a:pt x="49111" y="11101"/>
                </a:lnTo>
                <a:lnTo>
                  <a:pt x="50472" y="13154"/>
                </a:lnTo>
                <a:lnTo>
                  <a:pt x="48783" y="16340"/>
                </a:lnTo>
                <a:lnTo>
                  <a:pt x="50461" y="18336"/>
                </a:lnTo>
                <a:lnTo>
                  <a:pt x="54271" y="16556"/>
                </a:lnTo>
                <a:lnTo>
                  <a:pt x="56040" y="18325"/>
                </a:lnTo>
                <a:lnTo>
                  <a:pt x="54407" y="21727"/>
                </a:lnTo>
                <a:lnTo>
                  <a:pt x="55133" y="22861"/>
                </a:lnTo>
                <a:lnTo>
                  <a:pt x="54475" y="26331"/>
                </a:lnTo>
                <a:lnTo>
                  <a:pt x="55995" y="30334"/>
                </a:lnTo>
                <a:lnTo>
                  <a:pt x="54895" y="34710"/>
                </a:lnTo>
                <a:lnTo>
                  <a:pt x="55802" y="38521"/>
                </a:lnTo>
                <a:lnTo>
                  <a:pt x="54407" y="39916"/>
                </a:lnTo>
                <a:lnTo>
                  <a:pt x="50211" y="38351"/>
                </a:lnTo>
                <a:lnTo>
                  <a:pt x="49009" y="40290"/>
                </a:lnTo>
                <a:lnTo>
                  <a:pt x="50586" y="43737"/>
                </a:lnTo>
                <a:lnTo>
                  <a:pt x="48930" y="45393"/>
                </a:lnTo>
                <a:lnTo>
                  <a:pt x="44825" y="43760"/>
                </a:lnTo>
                <a:lnTo>
                  <a:pt x="43816" y="45279"/>
                </a:lnTo>
                <a:lnTo>
                  <a:pt x="44870" y="49781"/>
                </a:lnTo>
                <a:lnTo>
                  <a:pt x="42773" y="50779"/>
                </a:lnTo>
                <a:lnTo>
                  <a:pt x="40346" y="49509"/>
                </a:lnTo>
                <a:lnTo>
                  <a:pt x="38804" y="50076"/>
                </a:lnTo>
                <a:lnTo>
                  <a:pt x="38078" y="51165"/>
                </a:lnTo>
                <a:lnTo>
                  <a:pt x="39711" y="54612"/>
                </a:lnTo>
                <a:lnTo>
                  <a:pt x="38293" y="56030"/>
                </a:lnTo>
                <a:lnTo>
                  <a:pt x="34154" y="55474"/>
                </a:lnTo>
                <a:lnTo>
                  <a:pt x="31558" y="55610"/>
                </a:lnTo>
                <a:lnTo>
                  <a:pt x="29732" y="55497"/>
                </a:lnTo>
                <a:lnTo>
                  <a:pt x="25185" y="55553"/>
                </a:lnTo>
                <a:lnTo>
                  <a:pt x="19504" y="56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3583381" y="10213338"/>
            <a:ext cx="46355" cy="45085"/>
          </a:xfrm>
          <a:custGeom>
            <a:avLst/>
            <a:gdLst/>
            <a:ahLst/>
            <a:cxnLst/>
            <a:rect l="l" t="t" r="r" b="b"/>
            <a:pathLst>
              <a:path w="46355" h="45084">
                <a:moveTo>
                  <a:pt x="19095" y="44939"/>
                </a:moveTo>
                <a:lnTo>
                  <a:pt x="17246" y="43658"/>
                </a:lnTo>
                <a:lnTo>
                  <a:pt x="18777" y="39632"/>
                </a:lnTo>
                <a:lnTo>
                  <a:pt x="18097" y="38793"/>
                </a:lnTo>
                <a:lnTo>
                  <a:pt x="16124" y="37432"/>
                </a:lnTo>
                <a:lnTo>
                  <a:pt x="8663" y="40573"/>
                </a:lnTo>
                <a:lnTo>
                  <a:pt x="6315" y="37704"/>
                </a:lnTo>
                <a:lnTo>
                  <a:pt x="7914" y="34586"/>
                </a:lnTo>
                <a:lnTo>
                  <a:pt x="7211" y="33350"/>
                </a:lnTo>
                <a:lnTo>
                  <a:pt x="6485" y="32261"/>
                </a:lnTo>
                <a:lnTo>
                  <a:pt x="8106" y="28814"/>
                </a:lnTo>
                <a:lnTo>
                  <a:pt x="6303" y="26999"/>
                </a:lnTo>
                <a:lnTo>
                  <a:pt x="2788" y="28587"/>
                </a:lnTo>
                <a:lnTo>
                  <a:pt x="1780" y="27906"/>
                </a:lnTo>
                <a:lnTo>
                  <a:pt x="3140" y="25945"/>
                </a:lnTo>
                <a:lnTo>
                  <a:pt x="0" y="18472"/>
                </a:lnTo>
                <a:lnTo>
                  <a:pt x="2868" y="16136"/>
                </a:lnTo>
                <a:lnTo>
                  <a:pt x="5998" y="17735"/>
                </a:lnTo>
                <a:lnTo>
                  <a:pt x="7222" y="17020"/>
                </a:lnTo>
                <a:lnTo>
                  <a:pt x="8583" y="15059"/>
                </a:lnTo>
                <a:lnTo>
                  <a:pt x="5442" y="7586"/>
                </a:lnTo>
                <a:lnTo>
                  <a:pt x="8311" y="5250"/>
                </a:lnTo>
                <a:lnTo>
                  <a:pt x="11429" y="6849"/>
                </a:lnTo>
                <a:lnTo>
                  <a:pt x="13743" y="5409"/>
                </a:lnTo>
                <a:lnTo>
                  <a:pt x="17190" y="7042"/>
                </a:lnTo>
                <a:lnTo>
                  <a:pt x="18573" y="5658"/>
                </a:lnTo>
                <a:lnTo>
                  <a:pt x="17530" y="873"/>
                </a:lnTo>
                <a:lnTo>
                  <a:pt x="20093" y="56"/>
                </a:lnTo>
                <a:lnTo>
                  <a:pt x="26998" y="0"/>
                </a:lnTo>
                <a:lnTo>
                  <a:pt x="29573" y="895"/>
                </a:lnTo>
                <a:lnTo>
                  <a:pt x="28484" y="5635"/>
                </a:lnTo>
                <a:lnTo>
                  <a:pt x="29493" y="6645"/>
                </a:lnTo>
                <a:lnTo>
                  <a:pt x="33621" y="6101"/>
                </a:lnTo>
                <a:lnTo>
                  <a:pt x="35254" y="6180"/>
                </a:lnTo>
                <a:lnTo>
                  <a:pt x="39303" y="5602"/>
                </a:lnTo>
                <a:lnTo>
                  <a:pt x="40765" y="6985"/>
                </a:lnTo>
                <a:lnTo>
                  <a:pt x="39132" y="10534"/>
                </a:lnTo>
                <a:lnTo>
                  <a:pt x="40572" y="12666"/>
                </a:lnTo>
                <a:lnTo>
                  <a:pt x="38951" y="16113"/>
                </a:lnTo>
                <a:lnTo>
                  <a:pt x="40425" y="17588"/>
                </a:lnTo>
                <a:lnTo>
                  <a:pt x="45006" y="16340"/>
                </a:lnTo>
                <a:lnTo>
                  <a:pt x="45800" y="18200"/>
                </a:lnTo>
                <a:lnTo>
                  <a:pt x="45993" y="26909"/>
                </a:lnTo>
                <a:lnTo>
                  <a:pt x="44700" y="28757"/>
                </a:lnTo>
                <a:lnTo>
                  <a:pt x="40686" y="27226"/>
                </a:lnTo>
                <a:lnTo>
                  <a:pt x="39858" y="27907"/>
                </a:lnTo>
                <a:lnTo>
                  <a:pt x="38497" y="29869"/>
                </a:lnTo>
                <a:lnTo>
                  <a:pt x="41627" y="37341"/>
                </a:lnTo>
                <a:lnTo>
                  <a:pt x="38769" y="39689"/>
                </a:lnTo>
                <a:lnTo>
                  <a:pt x="35651" y="38089"/>
                </a:lnTo>
                <a:lnTo>
                  <a:pt x="34415" y="38793"/>
                </a:lnTo>
                <a:lnTo>
                  <a:pt x="33326" y="39518"/>
                </a:lnTo>
                <a:lnTo>
                  <a:pt x="29891" y="37886"/>
                </a:lnTo>
                <a:lnTo>
                  <a:pt x="28405" y="39371"/>
                </a:lnTo>
                <a:lnTo>
                  <a:pt x="29664" y="43952"/>
                </a:lnTo>
                <a:lnTo>
                  <a:pt x="27804" y="44735"/>
                </a:lnTo>
                <a:lnTo>
                  <a:pt x="19095" y="4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7" name="object 147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6439740" y="8753305"/>
            <a:ext cx="818418" cy="750570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18869" y="9316617"/>
            <a:ext cx="409728" cy="375919"/>
          </a:xfrm>
          <a:prstGeom prst="rect">
            <a:avLst/>
          </a:prstGeom>
        </p:spPr>
      </p:pic>
      <p:grpSp>
        <p:nvGrpSpPr>
          <p:cNvPr id="149" name="object 149"/>
          <p:cNvGrpSpPr/>
          <p:nvPr/>
        </p:nvGrpSpPr>
        <p:grpSpPr>
          <a:xfrm>
            <a:off x="479778" y="315887"/>
            <a:ext cx="6419850" cy="4321175"/>
            <a:chOff x="479778" y="315887"/>
            <a:chExt cx="6419850" cy="4321175"/>
          </a:xfrm>
        </p:grpSpPr>
        <p:pic>
          <p:nvPicPr>
            <p:cNvPr id="150" name="object 15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27343" y="363512"/>
              <a:ext cx="6324260" cy="4225968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527403" y="363512"/>
              <a:ext cx="6324600" cy="4225925"/>
            </a:xfrm>
            <a:custGeom>
              <a:avLst/>
              <a:gdLst/>
              <a:ahLst/>
              <a:cxnLst/>
              <a:rect l="l" t="t" r="r" b="b"/>
              <a:pathLst>
                <a:path w="6324600" h="4225925">
                  <a:moveTo>
                    <a:pt x="0" y="0"/>
                  </a:moveTo>
                  <a:lnTo>
                    <a:pt x="6324044" y="0"/>
                  </a:lnTo>
                  <a:lnTo>
                    <a:pt x="6324044" y="4225825"/>
                  </a:lnTo>
                  <a:lnTo>
                    <a:pt x="0" y="4225825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2" name="object 152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2874915" y="5145803"/>
            <a:ext cx="3215663" cy="2355908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851607" y="4739351"/>
            <a:ext cx="8801099" cy="5181599"/>
          </a:xfrm>
          <a:prstGeom prst="rect">
            <a:avLst/>
          </a:prstGeom>
        </p:spPr>
      </p:pic>
      <p:sp>
        <p:nvSpPr>
          <p:cNvPr id="154" name="object 154"/>
          <p:cNvSpPr txBox="1"/>
          <p:nvPr/>
        </p:nvSpPr>
        <p:spPr>
          <a:xfrm>
            <a:off x="527403" y="411137"/>
            <a:ext cx="6324600" cy="415480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396365" marR="471805" indent="-749935">
              <a:lnSpc>
                <a:spcPct val="117000"/>
              </a:lnSpc>
              <a:spcBef>
                <a:spcPts val="275"/>
              </a:spcBef>
            </a:pPr>
            <a:r>
              <a:rPr sz="2850" spc="150" dirty="0">
                <a:latin typeface="Times New Roman"/>
                <a:cs typeface="Times New Roman"/>
              </a:rPr>
              <a:t>CREATE</a:t>
            </a:r>
            <a:r>
              <a:rPr sz="2850" spc="30" dirty="0">
                <a:latin typeface="Times New Roman"/>
                <a:cs typeface="Times New Roman"/>
              </a:rPr>
              <a:t> </a:t>
            </a:r>
            <a:r>
              <a:rPr sz="2850" spc="95" dirty="0">
                <a:latin typeface="Times New Roman"/>
                <a:cs typeface="Times New Roman"/>
              </a:rPr>
              <a:t>TABLE</a:t>
            </a:r>
            <a:r>
              <a:rPr sz="2850" spc="35" dirty="0">
                <a:latin typeface="Times New Roman"/>
                <a:cs typeface="Times New Roman"/>
              </a:rPr>
              <a:t> </a:t>
            </a:r>
            <a:r>
              <a:rPr sz="2850" spc="105" dirty="0">
                <a:latin typeface="Times New Roman"/>
                <a:cs typeface="Times New Roman"/>
              </a:rPr>
              <a:t>consumption</a:t>
            </a:r>
            <a:r>
              <a:rPr sz="2850" spc="35" dirty="0">
                <a:latin typeface="Times New Roman"/>
                <a:cs typeface="Times New Roman"/>
              </a:rPr>
              <a:t> </a:t>
            </a:r>
            <a:r>
              <a:rPr sz="2850" spc="-50" dirty="0">
                <a:latin typeface="Times New Roman"/>
                <a:cs typeface="Times New Roman"/>
              </a:rPr>
              <a:t>( </a:t>
            </a:r>
            <a:r>
              <a:rPr sz="2850" spc="105" dirty="0">
                <a:latin typeface="Times New Roman"/>
                <a:cs typeface="Times New Roman"/>
              </a:rPr>
              <a:t>country</a:t>
            </a:r>
            <a:r>
              <a:rPr sz="2850" spc="15" dirty="0">
                <a:latin typeface="Times New Roman"/>
                <a:cs typeface="Times New Roman"/>
              </a:rPr>
              <a:t> </a:t>
            </a:r>
            <a:r>
              <a:rPr sz="2850" spc="45" dirty="0">
                <a:latin typeface="Times New Roman"/>
                <a:cs typeface="Times New Roman"/>
              </a:rPr>
              <a:t>VARCHAR(100), </a:t>
            </a:r>
            <a:r>
              <a:rPr sz="2850" dirty="0">
                <a:latin typeface="Times New Roman"/>
                <a:cs typeface="Times New Roman"/>
              </a:rPr>
              <a:t>energy</a:t>
            </a:r>
            <a:r>
              <a:rPr sz="2850" spc="180" dirty="0">
                <a:latin typeface="Times New Roman"/>
                <a:cs typeface="Times New Roman"/>
              </a:rPr>
              <a:t> </a:t>
            </a:r>
            <a:r>
              <a:rPr sz="2850" spc="50" dirty="0">
                <a:latin typeface="Times New Roman"/>
                <a:cs typeface="Times New Roman"/>
              </a:rPr>
              <a:t>VARCHAR(50),</a:t>
            </a:r>
            <a:endParaRPr sz="2850">
              <a:latin typeface="Times New Roman"/>
              <a:cs typeface="Times New Roman"/>
            </a:endParaRPr>
          </a:p>
          <a:p>
            <a:pPr marL="1993264" marR="1452880" indent="683895">
              <a:lnSpc>
                <a:spcPct val="117000"/>
              </a:lnSpc>
            </a:pPr>
            <a:r>
              <a:rPr sz="2850" spc="65" dirty="0">
                <a:latin typeface="Times New Roman"/>
                <a:cs typeface="Times New Roman"/>
              </a:rPr>
              <a:t>year</a:t>
            </a:r>
            <a:r>
              <a:rPr sz="2850" spc="10" dirty="0">
                <a:latin typeface="Times New Roman"/>
                <a:cs typeface="Times New Roman"/>
              </a:rPr>
              <a:t> </a:t>
            </a:r>
            <a:r>
              <a:rPr sz="2850" spc="70" dirty="0">
                <a:latin typeface="Times New Roman"/>
                <a:cs typeface="Times New Roman"/>
              </a:rPr>
              <a:t>INT, </a:t>
            </a:r>
            <a:r>
              <a:rPr sz="2850" spc="105" dirty="0">
                <a:latin typeface="Times New Roman"/>
                <a:cs typeface="Times New Roman"/>
              </a:rPr>
              <a:t>consumption</a:t>
            </a:r>
            <a:r>
              <a:rPr sz="2850" spc="40" dirty="0">
                <a:latin typeface="Times New Roman"/>
                <a:cs typeface="Times New Roman"/>
              </a:rPr>
              <a:t> </a:t>
            </a:r>
            <a:r>
              <a:rPr sz="2850" spc="70" dirty="0">
                <a:latin typeface="Times New Roman"/>
                <a:cs typeface="Times New Roman"/>
              </a:rPr>
              <a:t>INT,</a:t>
            </a:r>
            <a:endParaRPr sz="2850">
              <a:latin typeface="Times New Roman"/>
              <a:cs typeface="Times New Roman"/>
            </a:endParaRPr>
          </a:p>
          <a:p>
            <a:pPr marL="542925" marR="368300" indent="756920">
              <a:lnSpc>
                <a:spcPct val="117000"/>
              </a:lnSpc>
              <a:spcBef>
                <a:spcPts val="5"/>
              </a:spcBef>
            </a:pPr>
            <a:r>
              <a:rPr sz="2850" spc="229" dirty="0">
                <a:latin typeface="Times New Roman"/>
                <a:cs typeface="Times New Roman"/>
              </a:rPr>
              <a:t>FOREIGN</a:t>
            </a:r>
            <a:r>
              <a:rPr sz="2850" spc="25" dirty="0">
                <a:latin typeface="Times New Roman"/>
                <a:cs typeface="Times New Roman"/>
              </a:rPr>
              <a:t> </a:t>
            </a:r>
            <a:r>
              <a:rPr sz="2850" spc="195" dirty="0">
                <a:latin typeface="Times New Roman"/>
                <a:cs typeface="Times New Roman"/>
              </a:rPr>
              <a:t>KEY</a:t>
            </a:r>
            <a:r>
              <a:rPr sz="2850" spc="30" dirty="0">
                <a:latin typeface="Times New Roman"/>
                <a:cs typeface="Times New Roman"/>
              </a:rPr>
              <a:t> </a:t>
            </a:r>
            <a:r>
              <a:rPr sz="2850" spc="70" dirty="0">
                <a:latin typeface="Times New Roman"/>
                <a:cs typeface="Times New Roman"/>
              </a:rPr>
              <a:t>(country) </a:t>
            </a:r>
            <a:r>
              <a:rPr sz="2850" spc="200" dirty="0">
                <a:latin typeface="Times New Roman"/>
                <a:cs typeface="Times New Roman"/>
              </a:rPr>
              <a:t>REFERENCES</a:t>
            </a:r>
            <a:r>
              <a:rPr sz="2850" spc="20" dirty="0">
                <a:latin typeface="Times New Roman"/>
                <a:cs typeface="Times New Roman"/>
              </a:rPr>
              <a:t> </a:t>
            </a:r>
            <a:r>
              <a:rPr sz="2850" spc="90" dirty="0">
                <a:latin typeface="Times New Roman"/>
                <a:cs typeface="Times New Roman"/>
              </a:rPr>
              <a:t>country(Country)</a:t>
            </a:r>
            <a:endParaRPr sz="2850">
              <a:latin typeface="Times New Roman"/>
              <a:cs typeface="Times New Roman"/>
            </a:endParaRPr>
          </a:p>
          <a:p>
            <a:pPr marL="166370" algn="ctr">
              <a:lnSpc>
                <a:spcPct val="100000"/>
              </a:lnSpc>
              <a:spcBef>
                <a:spcPts val="580"/>
              </a:spcBef>
            </a:pPr>
            <a:r>
              <a:rPr sz="2850" spc="-25" dirty="0">
                <a:latin typeface="Times New Roman"/>
                <a:cs typeface="Times New Roman"/>
              </a:rPr>
              <a:t>);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36942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2F1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6986589" y="7427518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52" y="2024"/>
                </a:moveTo>
                <a:lnTo>
                  <a:pt x="5920" y="2024"/>
                </a:lnTo>
                <a:lnTo>
                  <a:pt x="10736" y="0"/>
                </a:lnTo>
                <a:lnTo>
                  <a:pt x="12242" y="1849"/>
                </a:lnTo>
                <a:lnTo>
                  <a:pt x="12152" y="2024"/>
                </a:lnTo>
                <a:close/>
              </a:path>
              <a:path w="15875" h="15875">
                <a:moveTo>
                  <a:pt x="1849" y="12241"/>
                </a:moveTo>
                <a:lnTo>
                  <a:pt x="0" y="10736"/>
                </a:lnTo>
                <a:lnTo>
                  <a:pt x="2024" y="5919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20" y="2024"/>
                </a:lnTo>
                <a:lnTo>
                  <a:pt x="12152" y="2024"/>
                </a:lnTo>
                <a:lnTo>
                  <a:pt x="11211" y="3858"/>
                </a:lnTo>
                <a:lnTo>
                  <a:pt x="11672" y="4655"/>
                </a:lnTo>
                <a:lnTo>
                  <a:pt x="12461" y="5108"/>
                </a:lnTo>
                <a:lnTo>
                  <a:pt x="15429" y="5108"/>
                </a:lnTo>
                <a:lnTo>
                  <a:pt x="15442" y="11204"/>
                </a:lnTo>
                <a:lnTo>
                  <a:pt x="3873" y="11204"/>
                </a:lnTo>
                <a:lnTo>
                  <a:pt x="1849" y="12241"/>
                </a:lnTo>
                <a:close/>
              </a:path>
              <a:path w="15875" h="15875">
                <a:moveTo>
                  <a:pt x="15429" y="5108"/>
                </a:moveTo>
                <a:lnTo>
                  <a:pt x="12461" y="5108"/>
                </a:lnTo>
                <a:lnTo>
                  <a:pt x="14478" y="4078"/>
                </a:lnTo>
                <a:lnTo>
                  <a:pt x="15428" y="4860"/>
                </a:lnTo>
                <a:lnTo>
                  <a:pt x="15429" y="5108"/>
                </a:lnTo>
                <a:close/>
              </a:path>
              <a:path w="15875" h="15875">
                <a:moveTo>
                  <a:pt x="11409" y="15428"/>
                </a:moveTo>
                <a:lnTo>
                  <a:pt x="4860" y="15428"/>
                </a:lnTo>
                <a:lnTo>
                  <a:pt x="4198" y="14624"/>
                </a:lnTo>
                <a:lnTo>
                  <a:pt x="4078" y="14478"/>
                </a:lnTo>
                <a:lnTo>
                  <a:pt x="5221" y="12241"/>
                </a:lnTo>
                <a:lnTo>
                  <a:pt x="4983" y="12241"/>
                </a:lnTo>
                <a:lnTo>
                  <a:pt x="4655" y="11671"/>
                </a:lnTo>
                <a:lnTo>
                  <a:pt x="3846" y="11204"/>
                </a:lnTo>
                <a:lnTo>
                  <a:pt x="12351" y="11204"/>
                </a:lnTo>
                <a:lnTo>
                  <a:pt x="11672" y="11671"/>
                </a:lnTo>
                <a:lnTo>
                  <a:pt x="11279" y="12241"/>
                </a:lnTo>
                <a:lnTo>
                  <a:pt x="12188" y="14478"/>
                </a:lnTo>
                <a:lnTo>
                  <a:pt x="12256" y="14624"/>
                </a:lnTo>
                <a:lnTo>
                  <a:pt x="11409" y="15428"/>
                </a:lnTo>
                <a:close/>
              </a:path>
              <a:path w="15875" h="15875">
                <a:moveTo>
                  <a:pt x="14638" y="12241"/>
                </a:moveTo>
                <a:lnTo>
                  <a:pt x="12351" y="11204"/>
                </a:lnTo>
                <a:lnTo>
                  <a:pt x="15442" y="11204"/>
                </a:lnTo>
                <a:lnTo>
                  <a:pt x="15443" y="11394"/>
                </a:lnTo>
                <a:lnTo>
                  <a:pt x="14638" y="12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97077" y="7427518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59" y="2024"/>
                </a:moveTo>
                <a:lnTo>
                  <a:pt x="5920" y="2024"/>
                </a:lnTo>
                <a:lnTo>
                  <a:pt x="10736" y="0"/>
                </a:lnTo>
                <a:lnTo>
                  <a:pt x="12249" y="1849"/>
                </a:lnTo>
                <a:lnTo>
                  <a:pt x="12159" y="2024"/>
                </a:lnTo>
                <a:close/>
              </a:path>
              <a:path w="15875" h="15875">
                <a:moveTo>
                  <a:pt x="1849" y="12241"/>
                </a:moveTo>
                <a:lnTo>
                  <a:pt x="0" y="10736"/>
                </a:lnTo>
                <a:lnTo>
                  <a:pt x="2024" y="5919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20" y="2024"/>
                </a:lnTo>
                <a:lnTo>
                  <a:pt x="12159" y="2024"/>
                </a:lnTo>
                <a:lnTo>
                  <a:pt x="11218" y="3858"/>
                </a:lnTo>
                <a:lnTo>
                  <a:pt x="11672" y="4655"/>
                </a:lnTo>
                <a:lnTo>
                  <a:pt x="12468" y="5108"/>
                </a:lnTo>
                <a:lnTo>
                  <a:pt x="15429" y="5108"/>
                </a:lnTo>
                <a:lnTo>
                  <a:pt x="15442" y="11204"/>
                </a:lnTo>
                <a:lnTo>
                  <a:pt x="3873" y="11204"/>
                </a:lnTo>
                <a:lnTo>
                  <a:pt x="1849" y="12241"/>
                </a:lnTo>
                <a:close/>
              </a:path>
              <a:path w="15875" h="15875">
                <a:moveTo>
                  <a:pt x="15429" y="5108"/>
                </a:moveTo>
                <a:lnTo>
                  <a:pt x="12468" y="5108"/>
                </a:lnTo>
                <a:lnTo>
                  <a:pt x="14478" y="4078"/>
                </a:lnTo>
                <a:lnTo>
                  <a:pt x="15428" y="4860"/>
                </a:lnTo>
                <a:lnTo>
                  <a:pt x="15429" y="5108"/>
                </a:lnTo>
                <a:close/>
              </a:path>
              <a:path w="15875" h="15875">
                <a:moveTo>
                  <a:pt x="11409" y="15428"/>
                </a:moveTo>
                <a:lnTo>
                  <a:pt x="4860" y="15428"/>
                </a:lnTo>
                <a:lnTo>
                  <a:pt x="4198" y="14624"/>
                </a:lnTo>
                <a:lnTo>
                  <a:pt x="4078" y="14478"/>
                </a:lnTo>
                <a:lnTo>
                  <a:pt x="5228" y="12241"/>
                </a:lnTo>
                <a:lnTo>
                  <a:pt x="4988" y="12241"/>
                </a:lnTo>
                <a:lnTo>
                  <a:pt x="4655" y="11671"/>
                </a:lnTo>
                <a:lnTo>
                  <a:pt x="3846" y="11204"/>
                </a:lnTo>
                <a:lnTo>
                  <a:pt x="12351" y="11204"/>
                </a:lnTo>
                <a:lnTo>
                  <a:pt x="11672" y="11671"/>
                </a:lnTo>
                <a:lnTo>
                  <a:pt x="11279" y="12241"/>
                </a:lnTo>
                <a:lnTo>
                  <a:pt x="12188" y="14478"/>
                </a:lnTo>
                <a:lnTo>
                  <a:pt x="12256" y="14624"/>
                </a:lnTo>
                <a:lnTo>
                  <a:pt x="11409" y="15428"/>
                </a:lnTo>
                <a:close/>
              </a:path>
              <a:path w="15875" h="15875">
                <a:moveTo>
                  <a:pt x="14638" y="12241"/>
                </a:moveTo>
                <a:lnTo>
                  <a:pt x="12351" y="11204"/>
                </a:lnTo>
                <a:lnTo>
                  <a:pt x="15442" y="11204"/>
                </a:lnTo>
                <a:lnTo>
                  <a:pt x="15443" y="11394"/>
                </a:lnTo>
                <a:lnTo>
                  <a:pt x="14638" y="12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07566" y="7427518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52" y="2024"/>
                </a:moveTo>
                <a:lnTo>
                  <a:pt x="5920" y="2024"/>
                </a:lnTo>
                <a:lnTo>
                  <a:pt x="10736" y="0"/>
                </a:lnTo>
                <a:lnTo>
                  <a:pt x="12242" y="1849"/>
                </a:lnTo>
                <a:lnTo>
                  <a:pt x="12152" y="2024"/>
                </a:lnTo>
                <a:close/>
              </a:path>
              <a:path w="15875" h="15875">
                <a:moveTo>
                  <a:pt x="1849" y="12241"/>
                </a:moveTo>
                <a:lnTo>
                  <a:pt x="0" y="10736"/>
                </a:lnTo>
                <a:lnTo>
                  <a:pt x="2024" y="5919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20" y="2024"/>
                </a:lnTo>
                <a:lnTo>
                  <a:pt x="12152" y="2024"/>
                </a:lnTo>
                <a:lnTo>
                  <a:pt x="11211" y="3858"/>
                </a:lnTo>
                <a:lnTo>
                  <a:pt x="11672" y="4655"/>
                </a:lnTo>
                <a:lnTo>
                  <a:pt x="12461" y="5108"/>
                </a:lnTo>
                <a:lnTo>
                  <a:pt x="15428" y="5108"/>
                </a:lnTo>
                <a:lnTo>
                  <a:pt x="15435" y="11204"/>
                </a:lnTo>
                <a:lnTo>
                  <a:pt x="3873" y="11204"/>
                </a:lnTo>
                <a:lnTo>
                  <a:pt x="1849" y="12241"/>
                </a:lnTo>
                <a:close/>
              </a:path>
              <a:path w="15875" h="15875">
                <a:moveTo>
                  <a:pt x="15428" y="5108"/>
                </a:moveTo>
                <a:lnTo>
                  <a:pt x="12461" y="5108"/>
                </a:lnTo>
                <a:lnTo>
                  <a:pt x="14478" y="4078"/>
                </a:lnTo>
                <a:lnTo>
                  <a:pt x="15428" y="4860"/>
                </a:lnTo>
                <a:lnTo>
                  <a:pt x="15428" y="5108"/>
                </a:lnTo>
                <a:close/>
              </a:path>
              <a:path w="15875" h="15875">
                <a:moveTo>
                  <a:pt x="11409" y="15428"/>
                </a:moveTo>
                <a:lnTo>
                  <a:pt x="4860" y="15428"/>
                </a:lnTo>
                <a:lnTo>
                  <a:pt x="4198" y="14624"/>
                </a:lnTo>
                <a:lnTo>
                  <a:pt x="4078" y="14478"/>
                </a:lnTo>
                <a:lnTo>
                  <a:pt x="5221" y="12241"/>
                </a:lnTo>
                <a:lnTo>
                  <a:pt x="4983" y="12241"/>
                </a:lnTo>
                <a:lnTo>
                  <a:pt x="4655" y="11671"/>
                </a:lnTo>
                <a:lnTo>
                  <a:pt x="3846" y="11204"/>
                </a:lnTo>
                <a:lnTo>
                  <a:pt x="12344" y="11204"/>
                </a:lnTo>
                <a:lnTo>
                  <a:pt x="11672" y="11671"/>
                </a:lnTo>
                <a:lnTo>
                  <a:pt x="11279" y="12241"/>
                </a:lnTo>
                <a:lnTo>
                  <a:pt x="12188" y="14478"/>
                </a:lnTo>
                <a:lnTo>
                  <a:pt x="12256" y="14624"/>
                </a:lnTo>
                <a:lnTo>
                  <a:pt x="11409" y="15428"/>
                </a:lnTo>
                <a:close/>
              </a:path>
              <a:path w="15875" h="15875">
                <a:moveTo>
                  <a:pt x="14631" y="12241"/>
                </a:moveTo>
                <a:lnTo>
                  <a:pt x="12344" y="11204"/>
                </a:lnTo>
                <a:lnTo>
                  <a:pt x="15435" y="11204"/>
                </a:lnTo>
                <a:lnTo>
                  <a:pt x="15436" y="11394"/>
                </a:lnTo>
                <a:lnTo>
                  <a:pt x="14631" y="12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618054" y="7427518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52" y="2024"/>
                </a:moveTo>
                <a:lnTo>
                  <a:pt x="5920" y="2024"/>
                </a:lnTo>
                <a:lnTo>
                  <a:pt x="10736" y="0"/>
                </a:lnTo>
                <a:lnTo>
                  <a:pt x="12242" y="1849"/>
                </a:lnTo>
                <a:lnTo>
                  <a:pt x="12152" y="2024"/>
                </a:lnTo>
                <a:close/>
              </a:path>
              <a:path w="15875" h="15875">
                <a:moveTo>
                  <a:pt x="1849" y="12241"/>
                </a:moveTo>
                <a:lnTo>
                  <a:pt x="0" y="10736"/>
                </a:lnTo>
                <a:lnTo>
                  <a:pt x="2024" y="5919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20" y="2024"/>
                </a:lnTo>
                <a:lnTo>
                  <a:pt x="12152" y="2024"/>
                </a:lnTo>
                <a:lnTo>
                  <a:pt x="11218" y="3858"/>
                </a:lnTo>
                <a:lnTo>
                  <a:pt x="11671" y="4655"/>
                </a:lnTo>
                <a:lnTo>
                  <a:pt x="12461" y="5108"/>
                </a:lnTo>
                <a:lnTo>
                  <a:pt x="15429" y="5108"/>
                </a:lnTo>
                <a:lnTo>
                  <a:pt x="15442" y="11204"/>
                </a:lnTo>
                <a:lnTo>
                  <a:pt x="3873" y="11204"/>
                </a:lnTo>
                <a:lnTo>
                  <a:pt x="1849" y="12241"/>
                </a:lnTo>
                <a:close/>
              </a:path>
              <a:path w="15875" h="15875">
                <a:moveTo>
                  <a:pt x="15429" y="5108"/>
                </a:moveTo>
                <a:lnTo>
                  <a:pt x="12461" y="5108"/>
                </a:lnTo>
                <a:lnTo>
                  <a:pt x="14478" y="4078"/>
                </a:lnTo>
                <a:lnTo>
                  <a:pt x="15428" y="4860"/>
                </a:lnTo>
                <a:lnTo>
                  <a:pt x="15429" y="5108"/>
                </a:lnTo>
                <a:close/>
              </a:path>
              <a:path w="15875" h="15875">
                <a:moveTo>
                  <a:pt x="11409" y="15428"/>
                </a:moveTo>
                <a:lnTo>
                  <a:pt x="4860" y="15428"/>
                </a:lnTo>
                <a:lnTo>
                  <a:pt x="4198" y="14624"/>
                </a:lnTo>
                <a:lnTo>
                  <a:pt x="4078" y="14478"/>
                </a:lnTo>
                <a:lnTo>
                  <a:pt x="5220" y="12241"/>
                </a:lnTo>
                <a:lnTo>
                  <a:pt x="4983" y="12241"/>
                </a:lnTo>
                <a:lnTo>
                  <a:pt x="4655" y="11671"/>
                </a:lnTo>
                <a:lnTo>
                  <a:pt x="3846" y="11204"/>
                </a:lnTo>
                <a:lnTo>
                  <a:pt x="12351" y="11204"/>
                </a:lnTo>
                <a:lnTo>
                  <a:pt x="11671" y="11671"/>
                </a:lnTo>
                <a:lnTo>
                  <a:pt x="11279" y="12241"/>
                </a:lnTo>
                <a:lnTo>
                  <a:pt x="12188" y="14478"/>
                </a:lnTo>
                <a:lnTo>
                  <a:pt x="12256" y="14624"/>
                </a:lnTo>
                <a:lnTo>
                  <a:pt x="11409" y="15428"/>
                </a:lnTo>
                <a:close/>
              </a:path>
              <a:path w="15875" h="15875">
                <a:moveTo>
                  <a:pt x="14638" y="12241"/>
                </a:moveTo>
                <a:lnTo>
                  <a:pt x="12351" y="11204"/>
                </a:lnTo>
                <a:lnTo>
                  <a:pt x="15442" y="11204"/>
                </a:lnTo>
                <a:lnTo>
                  <a:pt x="15443" y="11394"/>
                </a:lnTo>
                <a:lnTo>
                  <a:pt x="14638" y="12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874329" y="7526448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12315" y="28956"/>
                </a:moveTo>
                <a:lnTo>
                  <a:pt x="11123" y="28130"/>
                </a:lnTo>
                <a:lnTo>
                  <a:pt x="12110" y="25536"/>
                </a:lnTo>
                <a:lnTo>
                  <a:pt x="11672" y="25002"/>
                </a:lnTo>
                <a:lnTo>
                  <a:pt x="10407" y="24125"/>
                </a:lnTo>
                <a:lnTo>
                  <a:pt x="5591" y="26150"/>
                </a:lnTo>
                <a:lnTo>
                  <a:pt x="4085" y="24301"/>
                </a:lnTo>
                <a:lnTo>
                  <a:pt x="5116" y="22283"/>
                </a:lnTo>
                <a:lnTo>
                  <a:pt x="4188" y="20793"/>
                </a:lnTo>
                <a:lnTo>
                  <a:pt x="5240" y="18571"/>
                </a:lnTo>
                <a:lnTo>
                  <a:pt x="4071" y="17401"/>
                </a:lnTo>
                <a:lnTo>
                  <a:pt x="1805" y="18454"/>
                </a:lnTo>
                <a:lnTo>
                  <a:pt x="1147" y="17986"/>
                </a:lnTo>
                <a:lnTo>
                  <a:pt x="2024" y="16722"/>
                </a:lnTo>
                <a:lnTo>
                  <a:pt x="0" y="11905"/>
                </a:lnTo>
                <a:lnTo>
                  <a:pt x="1849" y="10392"/>
                </a:lnTo>
                <a:lnTo>
                  <a:pt x="3866" y="11423"/>
                </a:lnTo>
                <a:lnTo>
                  <a:pt x="4655" y="10970"/>
                </a:lnTo>
                <a:lnTo>
                  <a:pt x="5540" y="9705"/>
                </a:lnTo>
                <a:lnTo>
                  <a:pt x="3508" y="4889"/>
                </a:lnTo>
                <a:lnTo>
                  <a:pt x="5357" y="3376"/>
                </a:lnTo>
                <a:lnTo>
                  <a:pt x="7374" y="4407"/>
                </a:lnTo>
                <a:lnTo>
                  <a:pt x="8865" y="3486"/>
                </a:lnTo>
                <a:lnTo>
                  <a:pt x="11087" y="4538"/>
                </a:lnTo>
                <a:lnTo>
                  <a:pt x="11979" y="3647"/>
                </a:lnTo>
                <a:lnTo>
                  <a:pt x="11313" y="555"/>
                </a:lnTo>
                <a:lnTo>
                  <a:pt x="12958" y="36"/>
                </a:lnTo>
                <a:lnTo>
                  <a:pt x="17409" y="0"/>
                </a:lnTo>
                <a:lnTo>
                  <a:pt x="19068" y="577"/>
                </a:lnTo>
                <a:lnTo>
                  <a:pt x="18366" y="3632"/>
                </a:lnTo>
                <a:lnTo>
                  <a:pt x="19017" y="4282"/>
                </a:lnTo>
                <a:lnTo>
                  <a:pt x="21684" y="3924"/>
                </a:lnTo>
                <a:lnTo>
                  <a:pt x="22730" y="3983"/>
                </a:lnTo>
                <a:lnTo>
                  <a:pt x="25331" y="3610"/>
                </a:lnTo>
                <a:lnTo>
                  <a:pt x="26282" y="4502"/>
                </a:lnTo>
                <a:lnTo>
                  <a:pt x="25229" y="6789"/>
                </a:lnTo>
                <a:lnTo>
                  <a:pt x="26165" y="8163"/>
                </a:lnTo>
                <a:lnTo>
                  <a:pt x="25112" y="10385"/>
                </a:lnTo>
                <a:lnTo>
                  <a:pt x="26062" y="11335"/>
                </a:lnTo>
                <a:lnTo>
                  <a:pt x="29015" y="10524"/>
                </a:lnTo>
                <a:lnTo>
                  <a:pt x="29527" y="11730"/>
                </a:lnTo>
                <a:lnTo>
                  <a:pt x="29651" y="17336"/>
                </a:lnTo>
                <a:lnTo>
                  <a:pt x="28825" y="18534"/>
                </a:lnTo>
                <a:lnTo>
                  <a:pt x="26231" y="17547"/>
                </a:lnTo>
                <a:lnTo>
                  <a:pt x="25697" y="17986"/>
                </a:lnTo>
                <a:lnTo>
                  <a:pt x="24820" y="19250"/>
                </a:lnTo>
                <a:lnTo>
                  <a:pt x="26845" y="24067"/>
                </a:lnTo>
                <a:lnTo>
                  <a:pt x="24995" y="25580"/>
                </a:lnTo>
                <a:lnTo>
                  <a:pt x="22978" y="24542"/>
                </a:lnTo>
                <a:lnTo>
                  <a:pt x="21487" y="25470"/>
                </a:lnTo>
                <a:lnTo>
                  <a:pt x="19265" y="24418"/>
                </a:lnTo>
                <a:lnTo>
                  <a:pt x="18315" y="25368"/>
                </a:lnTo>
                <a:lnTo>
                  <a:pt x="19126" y="28320"/>
                </a:lnTo>
                <a:lnTo>
                  <a:pt x="17928" y="28832"/>
                </a:lnTo>
                <a:lnTo>
                  <a:pt x="12315" y="28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85211" y="752614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1122" y="29271"/>
                </a:moveTo>
                <a:lnTo>
                  <a:pt x="19112" y="28642"/>
                </a:lnTo>
                <a:lnTo>
                  <a:pt x="16196" y="29271"/>
                </a:lnTo>
                <a:lnTo>
                  <a:pt x="13433" y="28817"/>
                </a:lnTo>
                <a:lnTo>
                  <a:pt x="10429" y="28817"/>
                </a:lnTo>
                <a:lnTo>
                  <a:pt x="8536" y="29154"/>
                </a:lnTo>
                <a:lnTo>
                  <a:pt x="7338" y="28635"/>
                </a:lnTo>
                <a:lnTo>
                  <a:pt x="8112" y="25689"/>
                </a:lnTo>
                <a:lnTo>
                  <a:pt x="7769" y="25309"/>
                </a:lnTo>
                <a:lnTo>
                  <a:pt x="6884" y="24878"/>
                </a:lnTo>
                <a:lnTo>
                  <a:pt x="5072" y="25850"/>
                </a:lnTo>
                <a:lnTo>
                  <a:pt x="3698" y="24937"/>
                </a:lnTo>
                <a:lnTo>
                  <a:pt x="4750" y="22291"/>
                </a:lnTo>
                <a:lnTo>
                  <a:pt x="3851" y="21392"/>
                </a:lnTo>
                <a:lnTo>
                  <a:pt x="994" y="22283"/>
                </a:lnTo>
                <a:lnTo>
                  <a:pt x="21" y="20347"/>
                </a:lnTo>
                <a:lnTo>
                  <a:pt x="752" y="16451"/>
                </a:lnTo>
                <a:lnTo>
                  <a:pt x="752" y="13411"/>
                </a:lnTo>
                <a:lnTo>
                  <a:pt x="0" y="8843"/>
                </a:lnTo>
                <a:lnTo>
                  <a:pt x="1132" y="7220"/>
                </a:lnTo>
                <a:lnTo>
                  <a:pt x="3720" y="8207"/>
                </a:lnTo>
                <a:lnTo>
                  <a:pt x="4261" y="7769"/>
                </a:lnTo>
                <a:lnTo>
                  <a:pt x="4728" y="7067"/>
                </a:lnTo>
                <a:lnTo>
                  <a:pt x="3676" y="4845"/>
                </a:lnTo>
                <a:lnTo>
                  <a:pt x="4845" y="3676"/>
                </a:lnTo>
                <a:lnTo>
                  <a:pt x="7067" y="4728"/>
                </a:lnTo>
                <a:lnTo>
                  <a:pt x="7769" y="4260"/>
                </a:lnTo>
                <a:lnTo>
                  <a:pt x="8185" y="3778"/>
                </a:lnTo>
                <a:lnTo>
                  <a:pt x="7250" y="1067"/>
                </a:lnTo>
                <a:lnTo>
                  <a:pt x="9004" y="0"/>
                </a:lnTo>
                <a:lnTo>
                  <a:pt x="13287" y="752"/>
                </a:lnTo>
                <a:lnTo>
                  <a:pt x="15764" y="752"/>
                </a:lnTo>
                <a:lnTo>
                  <a:pt x="17357" y="467"/>
                </a:lnTo>
                <a:lnTo>
                  <a:pt x="18936" y="950"/>
                </a:lnTo>
                <a:lnTo>
                  <a:pt x="21348" y="299"/>
                </a:lnTo>
                <a:lnTo>
                  <a:pt x="22386" y="1337"/>
                </a:lnTo>
                <a:lnTo>
                  <a:pt x="21334" y="3559"/>
                </a:lnTo>
                <a:lnTo>
                  <a:pt x="21801" y="4260"/>
                </a:lnTo>
                <a:lnTo>
                  <a:pt x="22503" y="4728"/>
                </a:lnTo>
                <a:lnTo>
                  <a:pt x="24725" y="3676"/>
                </a:lnTo>
                <a:lnTo>
                  <a:pt x="25894" y="4845"/>
                </a:lnTo>
                <a:lnTo>
                  <a:pt x="24725" y="7184"/>
                </a:lnTo>
                <a:lnTo>
                  <a:pt x="25894" y="8353"/>
                </a:lnTo>
                <a:lnTo>
                  <a:pt x="28233" y="7184"/>
                </a:lnTo>
                <a:lnTo>
                  <a:pt x="29403" y="8353"/>
                </a:lnTo>
                <a:lnTo>
                  <a:pt x="28306" y="10568"/>
                </a:lnTo>
                <a:lnTo>
                  <a:pt x="28818" y="11277"/>
                </a:lnTo>
                <a:lnTo>
                  <a:pt x="28394" y="13513"/>
                </a:lnTo>
                <a:lnTo>
                  <a:pt x="29366" y="16093"/>
                </a:lnTo>
                <a:lnTo>
                  <a:pt x="28664" y="18914"/>
                </a:lnTo>
                <a:lnTo>
                  <a:pt x="29249" y="21370"/>
                </a:lnTo>
                <a:lnTo>
                  <a:pt x="28233" y="22386"/>
                </a:lnTo>
                <a:lnTo>
                  <a:pt x="26011" y="21333"/>
                </a:lnTo>
                <a:lnTo>
                  <a:pt x="25310" y="21801"/>
                </a:lnTo>
                <a:lnTo>
                  <a:pt x="24893" y="22715"/>
                </a:lnTo>
                <a:lnTo>
                  <a:pt x="25829" y="24461"/>
                </a:lnTo>
                <a:lnTo>
                  <a:pt x="24974" y="25850"/>
                </a:lnTo>
                <a:lnTo>
                  <a:pt x="22269" y="24842"/>
                </a:lnTo>
                <a:lnTo>
                  <a:pt x="21312" y="25799"/>
                </a:lnTo>
                <a:lnTo>
                  <a:pt x="22364" y="28445"/>
                </a:lnTo>
                <a:lnTo>
                  <a:pt x="21122" y="292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295700" y="752616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1122" y="29249"/>
                </a:moveTo>
                <a:lnTo>
                  <a:pt x="19112" y="28620"/>
                </a:lnTo>
                <a:lnTo>
                  <a:pt x="16196" y="29249"/>
                </a:lnTo>
                <a:lnTo>
                  <a:pt x="13433" y="28795"/>
                </a:lnTo>
                <a:lnTo>
                  <a:pt x="10429" y="28795"/>
                </a:lnTo>
                <a:lnTo>
                  <a:pt x="8536" y="29132"/>
                </a:lnTo>
                <a:lnTo>
                  <a:pt x="7338" y="28613"/>
                </a:lnTo>
                <a:lnTo>
                  <a:pt x="8112" y="25667"/>
                </a:lnTo>
                <a:lnTo>
                  <a:pt x="7769" y="25287"/>
                </a:lnTo>
                <a:lnTo>
                  <a:pt x="6884" y="24856"/>
                </a:lnTo>
                <a:lnTo>
                  <a:pt x="5072" y="25828"/>
                </a:lnTo>
                <a:lnTo>
                  <a:pt x="3698" y="24915"/>
                </a:lnTo>
                <a:lnTo>
                  <a:pt x="4750" y="22269"/>
                </a:lnTo>
                <a:lnTo>
                  <a:pt x="3851" y="21370"/>
                </a:lnTo>
                <a:lnTo>
                  <a:pt x="994" y="22262"/>
                </a:lnTo>
                <a:lnTo>
                  <a:pt x="21" y="20325"/>
                </a:lnTo>
                <a:lnTo>
                  <a:pt x="752" y="16429"/>
                </a:lnTo>
                <a:lnTo>
                  <a:pt x="752" y="13389"/>
                </a:lnTo>
                <a:lnTo>
                  <a:pt x="0" y="8821"/>
                </a:lnTo>
                <a:lnTo>
                  <a:pt x="1132" y="7198"/>
                </a:lnTo>
                <a:lnTo>
                  <a:pt x="3720" y="8185"/>
                </a:lnTo>
                <a:lnTo>
                  <a:pt x="4261" y="7747"/>
                </a:lnTo>
                <a:lnTo>
                  <a:pt x="4728" y="7045"/>
                </a:lnTo>
                <a:lnTo>
                  <a:pt x="3676" y="4823"/>
                </a:lnTo>
                <a:lnTo>
                  <a:pt x="4845" y="3654"/>
                </a:lnTo>
                <a:lnTo>
                  <a:pt x="7067" y="4706"/>
                </a:lnTo>
                <a:lnTo>
                  <a:pt x="7769" y="4239"/>
                </a:lnTo>
                <a:lnTo>
                  <a:pt x="8112" y="3851"/>
                </a:lnTo>
                <a:lnTo>
                  <a:pt x="7338" y="913"/>
                </a:lnTo>
                <a:lnTo>
                  <a:pt x="9369" y="29"/>
                </a:lnTo>
                <a:lnTo>
                  <a:pt x="13009" y="730"/>
                </a:lnTo>
                <a:lnTo>
                  <a:pt x="16451" y="730"/>
                </a:lnTo>
                <a:lnTo>
                  <a:pt x="20347" y="0"/>
                </a:lnTo>
                <a:lnTo>
                  <a:pt x="22284" y="972"/>
                </a:lnTo>
                <a:lnTo>
                  <a:pt x="21392" y="3829"/>
                </a:lnTo>
                <a:lnTo>
                  <a:pt x="22291" y="4728"/>
                </a:lnTo>
                <a:lnTo>
                  <a:pt x="24936" y="3676"/>
                </a:lnTo>
                <a:lnTo>
                  <a:pt x="25850" y="5050"/>
                </a:lnTo>
                <a:lnTo>
                  <a:pt x="24878" y="6862"/>
                </a:lnTo>
                <a:lnTo>
                  <a:pt x="25309" y="7747"/>
                </a:lnTo>
                <a:lnTo>
                  <a:pt x="26011" y="8214"/>
                </a:lnTo>
                <a:lnTo>
                  <a:pt x="28233" y="7162"/>
                </a:lnTo>
                <a:lnTo>
                  <a:pt x="29402" y="8331"/>
                </a:lnTo>
                <a:lnTo>
                  <a:pt x="28306" y="10546"/>
                </a:lnTo>
                <a:lnTo>
                  <a:pt x="28818" y="11255"/>
                </a:lnTo>
                <a:lnTo>
                  <a:pt x="28394" y="13491"/>
                </a:lnTo>
                <a:lnTo>
                  <a:pt x="29366" y="16071"/>
                </a:lnTo>
                <a:lnTo>
                  <a:pt x="28664" y="18892"/>
                </a:lnTo>
                <a:lnTo>
                  <a:pt x="29249" y="21348"/>
                </a:lnTo>
                <a:lnTo>
                  <a:pt x="28233" y="22364"/>
                </a:lnTo>
                <a:lnTo>
                  <a:pt x="26011" y="21311"/>
                </a:lnTo>
                <a:lnTo>
                  <a:pt x="25310" y="21779"/>
                </a:lnTo>
                <a:lnTo>
                  <a:pt x="24893" y="22693"/>
                </a:lnTo>
                <a:lnTo>
                  <a:pt x="25836" y="24440"/>
                </a:lnTo>
                <a:lnTo>
                  <a:pt x="24981" y="25828"/>
                </a:lnTo>
                <a:lnTo>
                  <a:pt x="22269" y="24820"/>
                </a:lnTo>
                <a:lnTo>
                  <a:pt x="21312" y="25777"/>
                </a:lnTo>
                <a:lnTo>
                  <a:pt x="22364" y="28423"/>
                </a:lnTo>
                <a:lnTo>
                  <a:pt x="21122" y="292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506196" y="7526163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21458" y="29124"/>
                </a:moveTo>
                <a:lnTo>
                  <a:pt x="18798" y="28766"/>
                </a:lnTo>
                <a:lnTo>
                  <a:pt x="17117" y="28854"/>
                </a:lnTo>
                <a:lnTo>
                  <a:pt x="15947" y="28730"/>
                </a:lnTo>
                <a:lnTo>
                  <a:pt x="13616" y="28861"/>
                </a:lnTo>
                <a:lnTo>
                  <a:pt x="12432" y="28795"/>
                </a:lnTo>
                <a:lnTo>
                  <a:pt x="10568" y="28795"/>
                </a:lnTo>
                <a:lnTo>
                  <a:pt x="8339" y="29146"/>
                </a:lnTo>
                <a:lnTo>
                  <a:pt x="7242" y="28481"/>
                </a:lnTo>
                <a:lnTo>
                  <a:pt x="8178" y="25770"/>
                </a:lnTo>
                <a:lnTo>
                  <a:pt x="7761" y="25287"/>
                </a:lnTo>
                <a:lnTo>
                  <a:pt x="6877" y="24856"/>
                </a:lnTo>
                <a:lnTo>
                  <a:pt x="5065" y="25828"/>
                </a:lnTo>
                <a:lnTo>
                  <a:pt x="3690" y="24915"/>
                </a:lnTo>
                <a:lnTo>
                  <a:pt x="4743" y="22269"/>
                </a:lnTo>
                <a:lnTo>
                  <a:pt x="3844" y="21370"/>
                </a:lnTo>
                <a:lnTo>
                  <a:pt x="993" y="22262"/>
                </a:lnTo>
                <a:lnTo>
                  <a:pt x="21" y="20325"/>
                </a:lnTo>
                <a:lnTo>
                  <a:pt x="752" y="16429"/>
                </a:lnTo>
                <a:lnTo>
                  <a:pt x="752" y="13389"/>
                </a:lnTo>
                <a:lnTo>
                  <a:pt x="0" y="8821"/>
                </a:lnTo>
                <a:lnTo>
                  <a:pt x="1132" y="7198"/>
                </a:lnTo>
                <a:lnTo>
                  <a:pt x="3720" y="8185"/>
                </a:lnTo>
                <a:lnTo>
                  <a:pt x="4253" y="7747"/>
                </a:lnTo>
                <a:lnTo>
                  <a:pt x="4721" y="7045"/>
                </a:lnTo>
                <a:lnTo>
                  <a:pt x="3669" y="4823"/>
                </a:lnTo>
                <a:lnTo>
                  <a:pt x="4838" y="3654"/>
                </a:lnTo>
                <a:lnTo>
                  <a:pt x="7060" y="4706"/>
                </a:lnTo>
                <a:lnTo>
                  <a:pt x="7761" y="4239"/>
                </a:lnTo>
                <a:lnTo>
                  <a:pt x="8105" y="3851"/>
                </a:lnTo>
                <a:lnTo>
                  <a:pt x="7330" y="913"/>
                </a:lnTo>
                <a:lnTo>
                  <a:pt x="9362" y="29"/>
                </a:lnTo>
                <a:lnTo>
                  <a:pt x="13002" y="730"/>
                </a:lnTo>
                <a:lnTo>
                  <a:pt x="16444" y="730"/>
                </a:lnTo>
                <a:lnTo>
                  <a:pt x="20339" y="0"/>
                </a:lnTo>
                <a:lnTo>
                  <a:pt x="22276" y="972"/>
                </a:lnTo>
                <a:lnTo>
                  <a:pt x="21384" y="3829"/>
                </a:lnTo>
                <a:lnTo>
                  <a:pt x="22283" y="4728"/>
                </a:lnTo>
                <a:lnTo>
                  <a:pt x="24929" y="3676"/>
                </a:lnTo>
                <a:lnTo>
                  <a:pt x="25843" y="5050"/>
                </a:lnTo>
                <a:lnTo>
                  <a:pt x="24871" y="6862"/>
                </a:lnTo>
                <a:lnTo>
                  <a:pt x="25302" y="7747"/>
                </a:lnTo>
                <a:lnTo>
                  <a:pt x="26004" y="8214"/>
                </a:lnTo>
                <a:lnTo>
                  <a:pt x="28225" y="7162"/>
                </a:lnTo>
                <a:lnTo>
                  <a:pt x="29395" y="8331"/>
                </a:lnTo>
                <a:lnTo>
                  <a:pt x="28299" y="10546"/>
                </a:lnTo>
                <a:lnTo>
                  <a:pt x="28811" y="11255"/>
                </a:lnTo>
                <a:lnTo>
                  <a:pt x="28811" y="19126"/>
                </a:lnTo>
                <a:lnTo>
                  <a:pt x="29140" y="21004"/>
                </a:lnTo>
                <a:lnTo>
                  <a:pt x="28621" y="22225"/>
                </a:lnTo>
                <a:lnTo>
                  <a:pt x="25668" y="21414"/>
                </a:lnTo>
                <a:lnTo>
                  <a:pt x="24878" y="22203"/>
                </a:lnTo>
                <a:lnTo>
                  <a:pt x="25799" y="25024"/>
                </a:lnTo>
                <a:lnTo>
                  <a:pt x="24389" y="25770"/>
                </a:lnTo>
                <a:lnTo>
                  <a:pt x="22759" y="24900"/>
                </a:lnTo>
                <a:lnTo>
                  <a:pt x="21794" y="25287"/>
                </a:lnTo>
                <a:lnTo>
                  <a:pt x="21327" y="25989"/>
                </a:lnTo>
                <a:lnTo>
                  <a:pt x="22379" y="28211"/>
                </a:lnTo>
                <a:lnTo>
                  <a:pt x="21458" y="29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720185" y="7529649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59" h="22859">
                <a:moveTo>
                  <a:pt x="5335" y="22554"/>
                </a:moveTo>
                <a:lnTo>
                  <a:pt x="3712" y="21421"/>
                </a:lnTo>
                <a:lnTo>
                  <a:pt x="4699" y="18834"/>
                </a:lnTo>
                <a:lnTo>
                  <a:pt x="4261" y="18293"/>
                </a:lnTo>
                <a:lnTo>
                  <a:pt x="3720" y="17854"/>
                </a:lnTo>
                <a:lnTo>
                  <a:pt x="1132" y="18841"/>
                </a:lnTo>
                <a:lnTo>
                  <a:pt x="0" y="17219"/>
                </a:lnTo>
                <a:lnTo>
                  <a:pt x="752" y="12651"/>
                </a:lnTo>
                <a:lnTo>
                  <a:pt x="752" y="4260"/>
                </a:lnTo>
                <a:lnTo>
                  <a:pt x="1454" y="3793"/>
                </a:lnTo>
                <a:lnTo>
                  <a:pt x="3676" y="4845"/>
                </a:lnTo>
                <a:lnTo>
                  <a:pt x="4633" y="3888"/>
                </a:lnTo>
                <a:lnTo>
                  <a:pt x="3815" y="942"/>
                </a:lnTo>
                <a:lnTo>
                  <a:pt x="5868" y="58"/>
                </a:lnTo>
                <a:lnTo>
                  <a:pt x="9501" y="752"/>
                </a:lnTo>
                <a:lnTo>
                  <a:pt x="12651" y="752"/>
                </a:lnTo>
                <a:lnTo>
                  <a:pt x="17219" y="0"/>
                </a:lnTo>
                <a:lnTo>
                  <a:pt x="18805" y="1132"/>
                </a:lnTo>
                <a:lnTo>
                  <a:pt x="17854" y="3712"/>
                </a:lnTo>
                <a:lnTo>
                  <a:pt x="18293" y="4260"/>
                </a:lnTo>
                <a:lnTo>
                  <a:pt x="18776" y="4677"/>
                </a:lnTo>
                <a:lnTo>
                  <a:pt x="21487" y="3742"/>
                </a:lnTo>
                <a:lnTo>
                  <a:pt x="22152" y="4838"/>
                </a:lnTo>
                <a:lnTo>
                  <a:pt x="21801" y="7074"/>
                </a:lnTo>
                <a:lnTo>
                  <a:pt x="21801" y="12651"/>
                </a:lnTo>
                <a:lnTo>
                  <a:pt x="22554" y="17219"/>
                </a:lnTo>
                <a:lnTo>
                  <a:pt x="21421" y="18841"/>
                </a:lnTo>
                <a:lnTo>
                  <a:pt x="18834" y="17854"/>
                </a:lnTo>
                <a:lnTo>
                  <a:pt x="18293" y="18293"/>
                </a:lnTo>
                <a:lnTo>
                  <a:pt x="17876" y="18775"/>
                </a:lnTo>
                <a:lnTo>
                  <a:pt x="18812" y="21487"/>
                </a:lnTo>
                <a:lnTo>
                  <a:pt x="17716" y="22152"/>
                </a:lnTo>
                <a:lnTo>
                  <a:pt x="15479" y="21801"/>
                </a:lnTo>
                <a:lnTo>
                  <a:pt x="9903" y="21801"/>
                </a:lnTo>
                <a:lnTo>
                  <a:pt x="5335" y="225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672004" y="753391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0" y="0"/>
                </a:moveTo>
                <a:lnTo>
                  <a:pt x="14032" y="0"/>
                </a:lnTo>
                <a:lnTo>
                  <a:pt x="14032" y="14032"/>
                </a:lnTo>
                <a:lnTo>
                  <a:pt x="0" y="14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934934" y="753391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0" y="0"/>
                </a:moveTo>
                <a:lnTo>
                  <a:pt x="14032" y="0"/>
                </a:lnTo>
                <a:lnTo>
                  <a:pt x="14032" y="14032"/>
                </a:lnTo>
                <a:lnTo>
                  <a:pt x="0" y="14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183885" y="7624815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0427" y="306"/>
                </a:moveTo>
                <a:lnTo>
                  <a:pt x="17851" y="306"/>
                </a:lnTo>
                <a:lnTo>
                  <a:pt x="18717" y="0"/>
                </a:lnTo>
                <a:lnTo>
                  <a:pt x="20427" y="306"/>
                </a:lnTo>
                <a:close/>
              </a:path>
              <a:path w="43180" h="43179">
                <a:moveTo>
                  <a:pt x="24864" y="306"/>
                </a:moveTo>
                <a:lnTo>
                  <a:pt x="22488" y="306"/>
                </a:lnTo>
                <a:lnTo>
                  <a:pt x="23738" y="168"/>
                </a:lnTo>
                <a:lnTo>
                  <a:pt x="24864" y="306"/>
                </a:lnTo>
                <a:close/>
              </a:path>
              <a:path w="43180" h="43179">
                <a:moveTo>
                  <a:pt x="24623" y="3661"/>
                </a:moveTo>
                <a:lnTo>
                  <a:pt x="18218" y="3661"/>
                </a:lnTo>
                <a:lnTo>
                  <a:pt x="17427" y="306"/>
                </a:lnTo>
                <a:lnTo>
                  <a:pt x="25102" y="306"/>
                </a:lnTo>
                <a:lnTo>
                  <a:pt x="24736" y="2864"/>
                </a:lnTo>
                <a:lnTo>
                  <a:pt x="24623" y="3661"/>
                </a:lnTo>
                <a:close/>
              </a:path>
              <a:path w="43180" h="43179">
                <a:moveTo>
                  <a:pt x="38978" y="7754"/>
                </a:moveTo>
                <a:lnTo>
                  <a:pt x="6676" y="7754"/>
                </a:lnTo>
                <a:lnTo>
                  <a:pt x="7323" y="7323"/>
                </a:lnTo>
                <a:lnTo>
                  <a:pt x="7927" y="6621"/>
                </a:lnTo>
                <a:lnTo>
                  <a:pt x="7656" y="6621"/>
                </a:lnTo>
                <a:lnTo>
                  <a:pt x="6979" y="4611"/>
                </a:lnTo>
                <a:lnTo>
                  <a:pt x="6856" y="4246"/>
                </a:lnTo>
                <a:lnTo>
                  <a:pt x="6811" y="4114"/>
                </a:lnTo>
                <a:lnTo>
                  <a:pt x="8938" y="2864"/>
                </a:lnTo>
                <a:lnTo>
                  <a:pt x="12416" y="4246"/>
                </a:lnTo>
                <a:lnTo>
                  <a:pt x="25947" y="4246"/>
                </a:lnTo>
                <a:lnTo>
                  <a:pt x="26859" y="4611"/>
                </a:lnTo>
                <a:lnTo>
                  <a:pt x="35872" y="4611"/>
                </a:lnTo>
                <a:lnTo>
                  <a:pt x="34920" y="6621"/>
                </a:lnTo>
                <a:lnTo>
                  <a:pt x="35388" y="7323"/>
                </a:lnTo>
                <a:lnTo>
                  <a:pt x="38896" y="7323"/>
                </a:lnTo>
                <a:lnTo>
                  <a:pt x="38978" y="7754"/>
                </a:lnTo>
                <a:close/>
              </a:path>
              <a:path w="43180" h="43179">
                <a:moveTo>
                  <a:pt x="35872" y="4611"/>
                </a:moveTo>
                <a:lnTo>
                  <a:pt x="26859" y="4611"/>
                </a:lnTo>
                <a:lnTo>
                  <a:pt x="29782" y="3288"/>
                </a:lnTo>
                <a:lnTo>
                  <a:pt x="32501" y="3968"/>
                </a:lnTo>
                <a:lnTo>
                  <a:pt x="35542" y="3968"/>
                </a:lnTo>
                <a:lnTo>
                  <a:pt x="35819" y="4246"/>
                </a:lnTo>
                <a:lnTo>
                  <a:pt x="36045" y="4246"/>
                </a:lnTo>
                <a:lnTo>
                  <a:pt x="35872" y="4611"/>
                </a:lnTo>
                <a:close/>
              </a:path>
              <a:path w="43180" h="43179">
                <a:moveTo>
                  <a:pt x="35542" y="3968"/>
                </a:moveTo>
                <a:lnTo>
                  <a:pt x="32501" y="3968"/>
                </a:lnTo>
                <a:lnTo>
                  <a:pt x="35356" y="3288"/>
                </a:lnTo>
                <a:lnTo>
                  <a:pt x="34862" y="3288"/>
                </a:lnTo>
                <a:lnTo>
                  <a:pt x="35542" y="3968"/>
                </a:lnTo>
                <a:close/>
              </a:path>
              <a:path w="43180" h="43179">
                <a:moveTo>
                  <a:pt x="17416" y="4246"/>
                </a:moveTo>
                <a:lnTo>
                  <a:pt x="12608" y="4246"/>
                </a:lnTo>
                <a:lnTo>
                  <a:pt x="14960" y="3661"/>
                </a:lnTo>
                <a:lnTo>
                  <a:pt x="17416" y="4246"/>
                </a:lnTo>
                <a:close/>
              </a:path>
              <a:path w="43180" h="43179">
                <a:moveTo>
                  <a:pt x="25947" y="4246"/>
                </a:moveTo>
                <a:lnTo>
                  <a:pt x="17416" y="4246"/>
                </a:lnTo>
                <a:lnTo>
                  <a:pt x="18001" y="3661"/>
                </a:lnTo>
                <a:lnTo>
                  <a:pt x="24488" y="3661"/>
                </a:lnTo>
                <a:lnTo>
                  <a:pt x="25947" y="4246"/>
                </a:lnTo>
                <a:close/>
              </a:path>
              <a:path w="43180" h="43179">
                <a:moveTo>
                  <a:pt x="39145" y="18096"/>
                </a:moveTo>
                <a:lnTo>
                  <a:pt x="3712" y="18096"/>
                </a:lnTo>
                <a:lnTo>
                  <a:pt x="4611" y="15852"/>
                </a:lnTo>
                <a:lnTo>
                  <a:pt x="3288" y="12928"/>
                </a:lnTo>
                <a:lnTo>
                  <a:pt x="3968" y="10210"/>
                </a:lnTo>
                <a:lnTo>
                  <a:pt x="3383" y="7754"/>
                </a:lnTo>
                <a:lnTo>
                  <a:pt x="4516" y="6621"/>
                </a:lnTo>
                <a:lnTo>
                  <a:pt x="4152" y="6621"/>
                </a:lnTo>
                <a:lnTo>
                  <a:pt x="6544" y="7754"/>
                </a:lnTo>
                <a:lnTo>
                  <a:pt x="38978" y="7754"/>
                </a:lnTo>
                <a:lnTo>
                  <a:pt x="39320" y="9559"/>
                </a:lnTo>
                <a:lnTo>
                  <a:pt x="38348" y="12139"/>
                </a:lnTo>
                <a:lnTo>
                  <a:pt x="39050" y="14960"/>
                </a:lnTo>
                <a:lnTo>
                  <a:pt x="38465" y="17416"/>
                </a:lnTo>
                <a:lnTo>
                  <a:pt x="39145" y="18096"/>
                </a:lnTo>
                <a:close/>
              </a:path>
              <a:path w="43180" h="43179">
                <a:moveTo>
                  <a:pt x="42491" y="18096"/>
                </a:moveTo>
                <a:lnTo>
                  <a:pt x="39566" y="18096"/>
                </a:lnTo>
                <a:lnTo>
                  <a:pt x="42452" y="17416"/>
                </a:lnTo>
                <a:lnTo>
                  <a:pt x="42250" y="17416"/>
                </a:lnTo>
                <a:lnTo>
                  <a:pt x="42320" y="17613"/>
                </a:lnTo>
                <a:lnTo>
                  <a:pt x="42403" y="17847"/>
                </a:lnTo>
                <a:lnTo>
                  <a:pt x="42491" y="18096"/>
                </a:lnTo>
                <a:close/>
              </a:path>
              <a:path w="43180" h="43179">
                <a:moveTo>
                  <a:pt x="445" y="25251"/>
                </a:moveTo>
                <a:lnTo>
                  <a:pt x="0" y="23994"/>
                </a:lnTo>
                <a:lnTo>
                  <a:pt x="270" y="22488"/>
                </a:lnTo>
                <a:lnTo>
                  <a:pt x="336" y="17613"/>
                </a:lnTo>
                <a:lnTo>
                  <a:pt x="3712" y="18096"/>
                </a:lnTo>
                <a:lnTo>
                  <a:pt x="42491" y="18096"/>
                </a:lnTo>
                <a:lnTo>
                  <a:pt x="42711" y="18717"/>
                </a:lnTo>
                <a:lnTo>
                  <a:pt x="42441" y="20222"/>
                </a:lnTo>
                <a:lnTo>
                  <a:pt x="42445" y="24535"/>
                </a:lnTo>
                <a:lnTo>
                  <a:pt x="3486" y="24535"/>
                </a:lnTo>
                <a:lnTo>
                  <a:pt x="445" y="25251"/>
                </a:lnTo>
                <a:close/>
              </a:path>
              <a:path w="43180" h="43179">
                <a:moveTo>
                  <a:pt x="4223" y="35863"/>
                </a:moveTo>
                <a:lnTo>
                  <a:pt x="4093" y="35863"/>
                </a:lnTo>
                <a:lnTo>
                  <a:pt x="2864" y="33773"/>
                </a:lnTo>
                <a:lnTo>
                  <a:pt x="4275" y="30221"/>
                </a:lnTo>
                <a:lnTo>
                  <a:pt x="3661" y="27750"/>
                </a:lnTo>
                <a:lnTo>
                  <a:pt x="3873" y="26859"/>
                </a:lnTo>
                <a:lnTo>
                  <a:pt x="4202" y="25251"/>
                </a:lnTo>
                <a:lnTo>
                  <a:pt x="3486" y="24535"/>
                </a:lnTo>
                <a:lnTo>
                  <a:pt x="39031" y="24535"/>
                </a:lnTo>
                <a:lnTo>
                  <a:pt x="38099" y="26859"/>
                </a:lnTo>
                <a:lnTo>
                  <a:pt x="39422" y="29782"/>
                </a:lnTo>
                <a:lnTo>
                  <a:pt x="38743" y="32501"/>
                </a:lnTo>
                <a:lnTo>
                  <a:pt x="39319" y="34920"/>
                </a:lnTo>
                <a:lnTo>
                  <a:pt x="7021" y="34920"/>
                </a:lnTo>
                <a:lnTo>
                  <a:pt x="4223" y="35863"/>
                </a:lnTo>
                <a:close/>
              </a:path>
              <a:path w="43180" h="43179">
                <a:moveTo>
                  <a:pt x="42375" y="25097"/>
                </a:moveTo>
                <a:lnTo>
                  <a:pt x="38436" y="24535"/>
                </a:lnTo>
                <a:lnTo>
                  <a:pt x="42445" y="24535"/>
                </a:lnTo>
                <a:lnTo>
                  <a:pt x="42375" y="25097"/>
                </a:lnTo>
                <a:close/>
              </a:path>
              <a:path w="43180" h="43179">
                <a:moveTo>
                  <a:pt x="7915" y="39247"/>
                </a:moveTo>
                <a:lnTo>
                  <a:pt x="6811" y="38596"/>
                </a:lnTo>
                <a:lnTo>
                  <a:pt x="7732" y="35863"/>
                </a:lnTo>
                <a:lnTo>
                  <a:pt x="7323" y="35388"/>
                </a:lnTo>
                <a:lnTo>
                  <a:pt x="6780" y="34920"/>
                </a:lnTo>
                <a:lnTo>
                  <a:pt x="36090" y="34920"/>
                </a:lnTo>
                <a:lnTo>
                  <a:pt x="35388" y="35388"/>
                </a:lnTo>
                <a:lnTo>
                  <a:pt x="34979" y="35863"/>
                </a:lnTo>
                <a:lnTo>
                  <a:pt x="35818" y="38355"/>
                </a:lnTo>
                <a:lnTo>
                  <a:pt x="15867" y="38355"/>
                </a:lnTo>
                <a:lnTo>
                  <a:pt x="12899" y="38896"/>
                </a:lnTo>
                <a:lnTo>
                  <a:pt x="10122" y="38896"/>
                </a:lnTo>
                <a:lnTo>
                  <a:pt x="7915" y="39247"/>
                </a:lnTo>
                <a:close/>
              </a:path>
              <a:path w="43180" h="43179">
                <a:moveTo>
                  <a:pt x="38421" y="35863"/>
                </a:moveTo>
                <a:lnTo>
                  <a:pt x="38080" y="35863"/>
                </a:lnTo>
                <a:lnTo>
                  <a:pt x="36090" y="34920"/>
                </a:lnTo>
                <a:lnTo>
                  <a:pt x="39364" y="34920"/>
                </a:lnTo>
                <a:lnTo>
                  <a:pt x="38421" y="35863"/>
                </a:lnTo>
                <a:close/>
              </a:path>
              <a:path w="43180" h="43179">
                <a:moveTo>
                  <a:pt x="18300" y="42960"/>
                </a:moveTo>
                <a:lnTo>
                  <a:pt x="17606" y="42104"/>
                </a:lnTo>
                <a:lnTo>
                  <a:pt x="18002" y="39846"/>
                </a:lnTo>
                <a:lnTo>
                  <a:pt x="18107" y="39247"/>
                </a:lnTo>
                <a:lnTo>
                  <a:pt x="18168" y="38896"/>
                </a:lnTo>
                <a:lnTo>
                  <a:pt x="17858" y="38896"/>
                </a:lnTo>
                <a:lnTo>
                  <a:pt x="15867" y="38355"/>
                </a:lnTo>
                <a:lnTo>
                  <a:pt x="25403" y="38355"/>
                </a:lnTo>
                <a:lnTo>
                  <a:pt x="24522" y="39247"/>
                </a:lnTo>
                <a:lnTo>
                  <a:pt x="24684" y="39247"/>
                </a:lnTo>
                <a:lnTo>
                  <a:pt x="25027" y="42104"/>
                </a:lnTo>
                <a:lnTo>
                  <a:pt x="25061" y="42390"/>
                </a:lnTo>
                <a:lnTo>
                  <a:pt x="18300" y="42960"/>
                </a:lnTo>
                <a:close/>
              </a:path>
              <a:path w="43180" h="43179">
                <a:moveTo>
                  <a:pt x="28368" y="38896"/>
                </a:moveTo>
                <a:lnTo>
                  <a:pt x="27106" y="38896"/>
                </a:lnTo>
                <a:lnTo>
                  <a:pt x="24834" y="38355"/>
                </a:lnTo>
                <a:lnTo>
                  <a:pt x="30544" y="38355"/>
                </a:lnTo>
                <a:lnTo>
                  <a:pt x="28368" y="38896"/>
                </a:lnTo>
                <a:close/>
              </a:path>
              <a:path w="43180" h="43179">
                <a:moveTo>
                  <a:pt x="33773" y="39846"/>
                </a:moveTo>
                <a:lnTo>
                  <a:pt x="30018" y="38355"/>
                </a:lnTo>
                <a:lnTo>
                  <a:pt x="35818" y="38355"/>
                </a:lnTo>
                <a:lnTo>
                  <a:pt x="35900" y="38596"/>
                </a:lnTo>
                <a:lnTo>
                  <a:pt x="33773" y="398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394381" y="7624815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0427" y="306"/>
                </a:moveTo>
                <a:lnTo>
                  <a:pt x="17844" y="306"/>
                </a:lnTo>
                <a:lnTo>
                  <a:pt x="18710" y="0"/>
                </a:lnTo>
                <a:lnTo>
                  <a:pt x="20427" y="306"/>
                </a:lnTo>
                <a:close/>
              </a:path>
              <a:path w="43180" h="43179">
                <a:moveTo>
                  <a:pt x="24856" y="306"/>
                </a:moveTo>
                <a:lnTo>
                  <a:pt x="22481" y="306"/>
                </a:lnTo>
                <a:lnTo>
                  <a:pt x="23738" y="168"/>
                </a:lnTo>
                <a:lnTo>
                  <a:pt x="24856" y="306"/>
                </a:lnTo>
                <a:close/>
              </a:path>
              <a:path w="43180" h="43179">
                <a:moveTo>
                  <a:pt x="24608" y="3661"/>
                </a:moveTo>
                <a:lnTo>
                  <a:pt x="18210" y="3661"/>
                </a:lnTo>
                <a:lnTo>
                  <a:pt x="17420" y="306"/>
                </a:lnTo>
                <a:lnTo>
                  <a:pt x="25095" y="306"/>
                </a:lnTo>
                <a:lnTo>
                  <a:pt x="24723" y="2864"/>
                </a:lnTo>
                <a:lnTo>
                  <a:pt x="24608" y="3661"/>
                </a:lnTo>
                <a:close/>
              </a:path>
              <a:path w="43180" h="43179">
                <a:moveTo>
                  <a:pt x="38971" y="7754"/>
                </a:moveTo>
                <a:lnTo>
                  <a:pt x="6676" y="7754"/>
                </a:lnTo>
                <a:lnTo>
                  <a:pt x="7323" y="7323"/>
                </a:lnTo>
                <a:lnTo>
                  <a:pt x="7927" y="6621"/>
                </a:lnTo>
                <a:lnTo>
                  <a:pt x="7656" y="6621"/>
                </a:lnTo>
                <a:lnTo>
                  <a:pt x="6979" y="4611"/>
                </a:lnTo>
                <a:lnTo>
                  <a:pt x="6855" y="4246"/>
                </a:lnTo>
                <a:lnTo>
                  <a:pt x="6811" y="4114"/>
                </a:lnTo>
                <a:lnTo>
                  <a:pt x="8938" y="2864"/>
                </a:lnTo>
                <a:lnTo>
                  <a:pt x="12416" y="4246"/>
                </a:lnTo>
                <a:lnTo>
                  <a:pt x="25937" y="4246"/>
                </a:lnTo>
                <a:lnTo>
                  <a:pt x="26852" y="4611"/>
                </a:lnTo>
                <a:lnTo>
                  <a:pt x="35865" y="4611"/>
                </a:lnTo>
                <a:lnTo>
                  <a:pt x="34913" y="6621"/>
                </a:lnTo>
                <a:lnTo>
                  <a:pt x="35381" y="7323"/>
                </a:lnTo>
                <a:lnTo>
                  <a:pt x="38889" y="7323"/>
                </a:lnTo>
                <a:lnTo>
                  <a:pt x="38971" y="7754"/>
                </a:lnTo>
                <a:close/>
              </a:path>
              <a:path w="43180" h="43179">
                <a:moveTo>
                  <a:pt x="35865" y="4611"/>
                </a:moveTo>
                <a:lnTo>
                  <a:pt x="26852" y="4611"/>
                </a:lnTo>
                <a:lnTo>
                  <a:pt x="29775" y="3288"/>
                </a:lnTo>
                <a:lnTo>
                  <a:pt x="32494" y="3968"/>
                </a:lnTo>
                <a:lnTo>
                  <a:pt x="35534" y="3968"/>
                </a:lnTo>
                <a:lnTo>
                  <a:pt x="35812" y="4246"/>
                </a:lnTo>
                <a:lnTo>
                  <a:pt x="36038" y="4246"/>
                </a:lnTo>
                <a:lnTo>
                  <a:pt x="35865" y="4611"/>
                </a:lnTo>
                <a:close/>
              </a:path>
              <a:path w="43180" h="43179">
                <a:moveTo>
                  <a:pt x="35534" y="3968"/>
                </a:moveTo>
                <a:lnTo>
                  <a:pt x="32494" y="3968"/>
                </a:lnTo>
                <a:lnTo>
                  <a:pt x="35349" y="3288"/>
                </a:lnTo>
                <a:lnTo>
                  <a:pt x="34854" y="3288"/>
                </a:lnTo>
                <a:lnTo>
                  <a:pt x="35534" y="3968"/>
                </a:lnTo>
                <a:close/>
              </a:path>
              <a:path w="43180" h="43179">
                <a:moveTo>
                  <a:pt x="17416" y="4246"/>
                </a:moveTo>
                <a:lnTo>
                  <a:pt x="12608" y="4246"/>
                </a:lnTo>
                <a:lnTo>
                  <a:pt x="14960" y="3661"/>
                </a:lnTo>
                <a:lnTo>
                  <a:pt x="17416" y="4246"/>
                </a:lnTo>
                <a:close/>
              </a:path>
              <a:path w="43180" h="43179">
                <a:moveTo>
                  <a:pt x="25937" y="4246"/>
                </a:moveTo>
                <a:lnTo>
                  <a:pt x="17416" y="4246"/>
                </a:lnTo>
                <a:lnTo>
                  <a:pt x="17995" y="3661"/>
                </a:lnTo>
                <a:lnTo>
                  <a:pt x="24472" y="3661"/>
                </a:lnTo>
                <a:lnTo>
                  <a:pt x="25937" y="4246"/>
                </a:lnTo>
                <a:close/>
              </a:path>
              <a:path w="43180" h="43179">
                <a:moveTo>
                  <a:pt x="39137" y="18096"/>
                </a:moveTo>
                <a:lnTo>
                  <a:pt x="3712" y="18096"/>
                </a:lnTo>
                <a:lnTo>
                  <a:pt x="4611" y="15852"/>
                </a:lnTo>
                <a:lnTo>
                  <a:pt x="3288" y="12928"/>
                </a:lnTo>
                <a:lnTo>
                  <a:pt x="3968" y="10210"/>
                </a:lnTo>
                <a:lnTo>
                  <a:pt x="3383" y="7754"/>
                </a:lnTo>
                <a:lnTo>
                  <a:pt x="4516" y="6621"/>
                </a:lnTo>
                <a:lnTo>
                  <a:pt x="4152" y="6621"/>
                </a:lnTo>
                <a:lnTo>
                  <a:pt x="6544" y="7754"/>
                </a:lnTo>
                <a:lnTo>
                  <a:pt x="38971" y="7754"/>
                </a:lnTo>
                <a:lnTo>
                  <a:pt x="39313" y="9559"/>
                </a:lnTo>
                <a:lnTo>
                  <a:pt x="38341" y="12139"/>
                </a:lnTo>
                <a:lnTo>
                  <a:pt x="39042" y="14960"/>
                </a:lnTo>
                <a:lnTo>
                  <a:pt x="38458" y="17416"/>
                </a:lnTo>
                <a:lnTo>
                  <a:pt x="39137" y="18096"/>
                </a:lnTo>
                <a:close/>
              </a:path>
              <a:path w="43180" h="43179">
                <a:moveTo>
                  <a:pt x="42484" y="18096"/>
                </a:moveTo>
                <a:lnTo>
                  <a:pt x="39559" y="18096"/>
                </a:lnTo>
                <a:lnTo>
                  <a:pt x="42444" y="17416"/>
                </a:lnTo>
                <a:lnTo>
                  <a:pt x="42242" y="17416"/>
                </a:lnTo>
                <a:lnTo>
                  <a:pt x="42312" y="17613"/>
                </a:lnTo>
                <a:lnTo>
                  <a:pt x="42395" y="17847"/>
                </a:lnTo>
                <a:lnTo>
                  <a:pt x="42484" y="18096"/>
                </a:lnTo>
                <a:close/>
              </a:path>
              <a:path w="43180" h="43179">
                <a:moveTo>
                  <a:pt x="445" y="25251"/>
                </a:moveTo>
                <a:lnTo>
                  <a:pt x="0" y="23994"/>
                </a:lnTo>
                <a:lnTo>
                  <a:pt x="270" y="22488"/>
                </a:lnTo>
                <a:lnTo>
                  <a:pt x="336" y="17613"/>
                </a:lnTo>
                <a:lnTo>
                  <a:pt x="3712" y="18096"/>
                </a:lnTo>
                <a:lnTo>
                  <a:pt x="42484" y="18096"/>
                </a:lnTo>
                <a:lnTo>
                  <a:pt x="42704" y="18717"/>
                </a:lnTo>
                <a:lnTo>
                  <a:pt x="42434" y="20222"/>
                </a:lnTo>
                <a:lnTo>
                  <a:pt x="42438" y="24535"/>
                </a:lnTo>
                <a:lnTo>
                  <a:pt x="3486" y="24535"/>
                </a:lnTo>
                <a:lnTo>
                  <a:pt x="445" y="25251"/>
                </a:lnTo>
                <a:close/>
              </a:path>
              <a:path w="43180" h="43179">
                <a:moveTo>
                  <a:pt x="4223" y="35863"/>
                </a:moveTo>
                <a:lnTo>
                  <a:pt x="4093" y="35863"/>
                </a:lnTo>
                <a:lnTo>
                  <a:pt x="2864" y="33773"/>
                </a:lnTo>
                <a:lnTo>
                  <a:pt x="4275" y="30221"/>
                </a:lnTo>
                <a:lnTo>
                  <a:pt x="3661" y="27750"/>
                </a:lnTo>
                <a:lnTo>
                  <a:pt x="3873" y="26859"/>
                </a:lnTo>
                <a:lnTo>
                  <a:pt x="4202" y="25251"/>
                </a:lnTo>
                <a:lnTo>
                  <a:pt x="3486" y="24535"/>
                </a:lnTo>
                <a:lnTo>
                  <a:pt x="39023" y="24535"/>
                </a:lnTo>
                <a:lnTo>
                  <a:pt x="38092" y="26859"/>
                </a:lnTo>
                <a:lnTo>
                  <a:pt x="39415" y="29782"/>
                </a:lnTo>
                <a:lnTo>
                  <a:pt x="38735" y="32501"/>
                </a:lnTo>
                <a:lnTo>
                  <a:pt x="39311" y="34920"/>
                </a:lnTo>
                <a:lnTo>
                  <a:pt x="7029" y="34920"/>
                </a:lnTo>
                <a:lnTo>
                  <a:pt x="4223" y="35863"/>
                </a:lnTo>
                <a:close/>
              </a:path>
              <a:path w="43180" h="43179">
                <a:moveTo>
                  <a:pt x="42368" y="25097"/>
                </a:moveTo>
                <a:lnTo>
                  <a:pt x="38428" y="24535"/>
                </a:lnTo>
                <a:lnTo>
                  <a:pt x="42438" y="24535"/>
                </a:lnTo>
                <a:lnTo>
                  <a:pt x="42368" y="25097"/>
                </a:lnTo>
                <a:close/>
              </a:path>
              <a:path w="43180" h="43179">
                <a:moveTo>
                  <a:pt x="7922" y="39247"/>
                </a:moveTo>
                <a:lnTo>
                  <a:pt x="6811" y="38596"/>
                </a:lnTo>
                <a:lnTo>
                  <a:pt x="7732" y="35863"/>
                </a:lnTo>
                <a:lnTo>
                  <a:pt x="7323" y="35388"/>
                </a:lnTo>
                <a:lnTo>
                  <a:pt x="6788" y="34920"/>
                </a:lnTo>
                <a:lnTo>
                  <a:pt x="36082" y="34920"/>
                </a:lnTo>
                <a:lnTo>
                  <a:pt x="35381" y="35388"/>
                </a:lnTo>
                <a:lnTo>
                  <a:pt x="34971" y="35863"/>
                </a:lnTo>
                <a:lnTo>
                  <a:pt x="35811" y="38355"/>
                </a:lnTo>
                <a:lnTo>
                  <a:pt x="15867" y="38355"/>
                </a:lnTo>
                <a:lnTo>
                  <a:pt x="12892" y="38896"/>
                </a:lnTo>
                <a:lnTo>
                  <a:pt x="10122" y="38896"/>
                </a:lnTo>
                <a:lnTo>
                  <a:pt x="7922" y="39247"/>
                </a:lnTo>
                <a:close/>
              </a:path>
              <a:path w="43180" h="43179">
                <a:moveTo>
                  <a:pt x="38414" y="35863"/>
                </a:moveTo>
                <a:lnTo>
                  <a:pt x="38073" y="35863"/>
                </a:lnTo>
                <a:lnTo>
                  <a:pt x="36082" y="34920"/>
                </a:lnTo>
                <a:lnTo>
                  <a:pt x="39356" y="34920"/>
                </a:lnTo>
                <a:lnTo>
                  <a:pt x="38414" y="35863"/>
                </a:lnTo>
                <a:close/>
              </a:path>
              <a:path w="43180" h="43179">
                <a:moveTo>
                  <a:pt x="18300" y="42960"/>
                </a:moveTo>
                <a:lnTo>
                  <a:pt x="17599" y="42104"/>
                </a:lnTo>
                <a:lnTo>
                  <a:pt x="17994" y="39846"/>
                </a:lnTo>
                <a:lnTo>
                  <a:pt x="18099" y="39247"/>
                </a:lnTo>
                <a:lnTo>
                  <a:pt x="18161" y="38896"/>
                </a:lnTo>
                <a:lnTo>
                  <a:pt x="17852" y="38896"/>
                </a:lnTo>
                <a:lnTo>
                  <a:pt x="15867" y="38355"/>
                </a:lnTo>
                <a:lnTo>
                  <a:pt x="25396" y="38355"/>
                </a:lnTo>
                <a:lnTo>
                  <a:pt x="24514" y="39247"/>
                </a:lnTo>
                <a:lnTo>
                  <a:pt x="24676" y="39247"/>
                </a:lnTo>
                <a:lnTo>
                  <a:pt x="25019" y="42104"/>
                </a:lnTo>
                <a:lnTo>
                  <a:pt x="25053" y="42390"/>
                </a:lnTo>
                <a:lnTo>
                  <a:pt x="18300" y="42960"/>
                </a:lnTo>
                <a:close/>
              </a:path>
              <a:path w="43180" h="43179">
                <a:moveTo>
                  <a:pt x="28361" y="38896"/>
                </a:moveTo>
                <a:lnTo>
                  <a:pt x="27099" y="38896"/>
                </a:lnTo>
                <a:lnTo>
                  <a:pt x="24827" y="38355"/>
                </a:lnTo>
                <a:lnTo>
                  <a:pt x="30537" y="38355"/>
                </a:lnTo>
                <a:lnTo>
                  <a:pt x="28361" y="38896"/>
                </a:lnTo>
                <a:close/>
              </a:path>
              <a:path w="43180" h="43179">
                <a:moveTo>
                  <a:pt x="33765" y="39846"/>
                </a:moveTo>
                <a:lnTo>
                  <a:pt x="30011" y="38355"/>
                </a:lnTo>
                <a:lnTo>
                  <a:pt x="35811" y="38355"/>
                </a:lnTo>
                <a:lnTo>
                  <a:pt x="35892" y="38596"/>
                </a:lnTo>
                <a:lnTo>
                  <a:pt x="33765" y="398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6139" y="762787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30" h="36829">
                <a:moveTo>
                  <a:pt x="25152" y="760"/>
                </a:moveTo>
                <a:lnTo>
                  <a:pt x="20717" y="760"/>
                </a:lnTo>
                <a:lnTo>
                  <a:pt x="23380" y="0"/>
                </a:lnTo>
                <a:lnTo>
                  <a:pt x="25152" y="760"/>
                </a:lnTo>
                <a:close/>
              </a:path>
              <a:path w="36830" h="36829">
                <a:moveTo>
                  <a:pt x="13645" y="760"/>
                </a:moveTo>
                <a:lnTo>
                  <a:pt x="11121" y="760"/>
                </a:lnTo>
                <a:lnTo>
                  <a:pt x="12052" y="482"/>
                </a:lnTo>
                <a:lnTo>
                  <a:pt x="13645" y="760"/>
                </a:lnTo>
                <a:close/>
              </a:path>
              <a:path w="36830" h="36829">
                <a:moveTo>
                  <a:pt x="25617" y="4735"/>
                </a:moveTo>
                <a:lnTo>
                  <a:pt x="10415" y="4735"/>
                </a:lnTo>
                <a:lnTo>
                  <a:pt x="11116" y="4268"/>
                </a:lnTo>
                <a:lnTo>
                  <a:pt x="11361" y="3902"/>
                </a:lnTo>
                <a:lnTo>
                  <a:pt x="10785" y="760"/>
                </a:lnTo>
                <a:lnTo>
                  <a:pt x="25647" y="760"/>
                </a:lnTo>
                <a:lnTo>
                  <a:pt x="24844" y="3683"/>
                </a:lnTo>
                <a:lnTo>
                  <a:pt x="24784" y="3902"/>
                </a:lnTo>
                <a:lnTo>
                  <a:pt x="25617" y="4735"/>
                </a:lnTo>
                <a:close/>
              </a:path>
              <a:path w="36830" h="36829">
                <a:moveTo>
                  <a:pt x="10415" y="4735"/>
                </a:moveTo>
                <a:lnTo>
                  <a:pt x="7140" y="4735"/>
                </a:lnTo>
                <a:lnTo>
                  <a:pt x="8193" y="3683"/>
                </a:lnTo>
                <a:lnTo>
                  <a:pt x="10415" y="4735"/>
                </a:lnTo>
                <a:close/>
              </a:path>
              <a:path w="36830" h="36829">
                <a:moveTo>
                  <a:pt x="29147" y="8266"/>
                </a:moveTo>
                <a:lnTo>
                  <a:pt x="7118" y="8266"/>
                </a:lnTo>
                <a:lnTo>
                  <a:pt x="8193" y="7191"/>
                </a:lnTo>
                <a:lnTo>
                  <a:pt x="6965" y="4735"/>
                </a:lnTo>
                <a:lnTo>
                  <a:pt x="25986" y="4735"/>
                </a:lnTo>
                <a:lnTo>
                  <a:pt x="28058" y="3683"/>
                </a:lnTo>
                <a:lnTo>
                  <a:pt x="29163" y="4735"/>
                </a:lnTo>
                <a:lnTo>
                  <a:pt x="28091" y="7191"/>
                </a:lnTo>
                <a:lnTo>
                  <a:pt x="29147" y="8266"/>
                </a:lnTo>
                <a:close/>
              </a:path>
              <a:path w="36830" h="36829">
                <a:moveTo>
                  <a:pt x="6833" y="8266"/>
                </a:moveTo>
                <a:lnTo>
                  <a:pt x="3610" y="8266"/>
                </a:lnTo>
                <a:lnTo>
                  <a:pt x="4684" y="7191"/>
                </a:lnTo>
                <a:lnTo>
                  <a:pt x="6833" y="8266"/>
                </a:lnTo>
                <a:close/>
              </a:path>
              <a:path w="36830" h="36829">
                <a:moveTo>
                  <a:pt x="32812" y="11715"/>
                </a:moveTo>
                <a:lnTo>
                  <a:pt x="3453" y="11715"/>
                </a:lnTo>
                <a:lnTo>
                  <a:pt x="4100" y="11284"/>
                </a:lnTo>
                <a:lnTo>
                  <a:pt x="4568" y="10582"/>
                </a:lnTo>
                <a:lnTo>
                  <a:pt x="3470" y="8266"/>
                </a:lnTo>
                <a:lnTo>
                  <a:pt x="29147" y="8266"/>
                </a:lnTo>
                <a:lnTo>
                  <a:pt x="31848" y="7191"/>
                </a:lnTo>
                <a:lnTo>
                  <a:pt x="32492" y="8266"/>
                </a:lnTo>
                <a:lnTo>
                  <a:pt x="32706" y="8587"/>
                </a:lnTo>
                <a:lnTo>
                  <a:pt x="31727" y="10400"/>
                </a:lnTo>
                <a:lnTo>
                  <a:pt x="32165" y="11284"/>
                </a:lnTo>
                <a:lnTo>
                  <a:pt x="32812" y="11715"/>
                </a:lnTo>
                <a:close/>
              </a:path>
              <a:path w="36830" h="36829">
                <a:moveTo>
                  <a:pt x="36059" y="24725"/>
                </a:moveTo>
                <a:lnTo>
                  <a:pt x="243" y="24725"/>
                </a:lnTo>
                <a:lnTo>
                  <a:pt x="687" y="22386"/>
                </a:lnTo>
                <a:lnTo>
                  <a:pt x="299" y="20025"/>
                </a:lnTo>
                <a:lnTo>
                  <a:pt x="174" y="17029"/>
                </a:lnTo>
                <a:lnTo>
                  <a:pt x="153" y="16539"/>
                </a:lnTo>
                <a:lnTo>
                  <a:pt x="590" y="14792"/>
                </a:lnTo>
                <a:lnTo>
                  <a:pt x="724" y="14083"/>
                </a:lnTo>
                <a:lnTo>
                  <a:pt x="160" y="11715"/>
                </a:lnTo>
                <a:lnTo>
                  <a:pt x="1293" y="10582"/>
                </a:lnTo>
                <a:lnTo>
                  <a:pt x="929" y="10582"/>
                </a:lnTo>
                <a:lnTo>
                  <a:pt x="3321" y="11715"/>
                </a:lnTo>
                <a:lnTo>
                  <a:pt x="36327" y="11715"/>
                </a:lnTo>
                <a:lnTo>
                  <a:pt x="35155" y="14083"/>
                </a:lnTo>
                <a:lnTo>
                  <a:pt x="35666" y="14792"/>
                </a:lnTo>
                <a:lnTo>
                  <a:pt x="35335" y="16539"/>
                </a:lnTo>
                <a:lnTo>
                  <a:pt x="35242" y="17029"/>
                </a:lnTo>
                <a:lnTo>
                  <a:pt x="36222" y="19609"/>
                </a:lnTo>
                <a:lnTo>
                  <a:pt x="35524" y="22386"/>
                </a:lnTo>
                <a:lnTo>
                  <a:pt x="36059" y="24725"/>
                </a:lnTo>
                <a:close/>
              </a:path>
              <a:path w="36830" h="36829">
                <a:moveTo>
                  <a:pt x="36098" y="11715"/>
                </a:moveTo>
                <a:lnTo>
                  <a:pt x="32944" y="11715"/>
                </a:lnTo>
                <a:lnTo>
                  <a:pt x="35328" y="10582"/>
                </a:lnTo>
                <a:lnTo>
                  <a:pt x="34965" y="10582"/>
                </a:lnTo>
                <a:lnTo>
                  <a:pt x="36098" y="11715"/>
                </a:lnTo>
                <a:close/>
              </a:path>
              <a:path w="36830" h="36829">
                <a:moveTo>
                  <a:pt x="1335" y="25784"/>
                </a:moveTo>
                <a:lnTo>
                  <a:pt x="1059" y="25784"/>
                </a:lnTo>
                <a:lnTo>
                  <a:pt x="0" y="24725"/>
                </a:lnTo>
                <a:lnTo>
                  <a:pt x="3603" y="24725"/>
                </a:lnTo>
                <a:lnTo>
                  <a:pt x="1335" y="25784"/>
                </a:lnTo>
                <a:close/>
              </a:path>
              <a:path w="36830" h="36829">
                <a:moveTo>
                  <a:pt x="4840" y="29241"/>
                </a:moveTo>
                <a:lnTo>
                  <a:pt x="4376" y="29241"/>
                </a:lnTo>
                <a:lnTo>
                  <a:pt x="3717" y="28247"/>
                </a:lnTo>
                <a:lnTo>
                  <a:pt x="3596" y="28065"/>
                </a:lnTo>
                <a:lnTo>
                  <a:pt x="4684" y="26011"/>
                </a:lnTo>
                <a:lnTo>
                  <a:pt x="3603" y="24725"/>
                </a:lnTo>
                <a:lnTo>
                  <a:pt x="32526" y="24725"/>
                </a:lnTo>
                <a:lnTo>
                  <a:pt x="31736" y="26011"/>
                </a:lnTo>
                <a:lnTo>
                  <a:pt x="32653" y="28065"/>
                </a:lnTo>
                <a:lnTo>
                  <a:pt x="32735" y="28247"/>
                </a:lnTo>
                <a:lnTo>
                  <a:pt x="7339" y="28247"/>
                </a:lnTo>
                <a:lnTo>
                  <a:pt x="4840" y="29241"/>
                </a:lnTo>
                <a:close/>
              </a:path>
              <a:path w="36830" h="36829">
                <a:moveTo>
                  <a:pt x="35206" y="25784"/>
                </a:moveTo>
                <a:lnTo>
                  <a:pt x="32357" y="24725"/>
                </a:lnTo>
                <a:lnTo>
                  <a:pt x="36257" y="24725"/>
                </a:lnTo>
                <a:lnTo>
                  <a:pt x="35206" y="25784"/>
                </a:lnTo>
                <a:close/>
              </a:path>
              <a:path w="36830" h="36829">
                <a:moveTo>
                  <a:pt x="8581" y="32786"/>
                </a:moveTo>
                <a:lnTo>
                  <a:pt x="8266" y="32786"/>
                </a:lnTo>
                <a:lnTo>
                  <a:pt x="7324" y="32143"/>
                </a:lnTo>
                <a:lnTo>
                  <a:pt x="7069" y="31894"/>
                </a:lnTo>
                <a:lnTo>
                  <a:pt x="8025" y="29241"/>
                </a:lnTo>
                <a:lnTo>
                  <a:pt x="7031" y="28247"/>
                </a:lnTo>
                <a:lnTo>
                  <a:pt x="29040" y="28247"/>
                </a:lnTo>
                <a:lnTo>
                  <a:pt x="28380" y="29241"/>
                </a:lnTo>
                <a:lnTo>
                  <a:pt x="29001" y="31894"/>
                </a:lnTo>
                <a:lnTo>
                  <a:pt x="10239" y="31894"/>
                </a:lnTo>
                <a:lnTo>
                  <a:pt x="8581" y="32786"/>
                </a:lnTo>
                <a:close/>
              </a:path>
              <a:path w="36830" h="36829">
                <a:moveTo>
                  <a:pt x="31748" y="29241"/>
                </a:moveTo>
                <a:lnTo>
                  <a:pt x="31492" y="29241"/>
                </a:lnTo>
                <a:lnTo>
                  <a:pt x="28993" y="28247"/>
                </a:lnTo>
                <a:lnTo>
                  <a:pt x="32735" y="28247"/>
                </a:lnTo>
                <a:lnTo>
                  <a:pt x="31748" y="29241"/>
                </a:lnTo>
                <a:close/>
              </a:path>
              <a:path w="36830" h="36829">
                <a:moveTo>
                  <a:pt x="11621" y="36462"/>
                </a:moveTo>
                <a:lnTo>
                  <a:pt x="10546" y="35139"/>
                </a:lnTo>
                <a:lnTo>
                  <a:pt x="11522" y="33034"/>
                </a:lnTo>
                <a:lnTo>
                  <a:pt x="11116" y="32333"/>
                </a:lnTo>
                <a:lnTo>
                  <a:pt x="10239" y="31894"/>
                </a:lnTo>
                <a:lnTo>
                  <a:pt x="26342" y="31894"/>
                </a:lnTo>
                <a:lnTo>
                  <a:pt x="25149" y="32333"/>
                </a:lnTo>
                <a:lnTo>
                  <a:pt x="24681" y="33034"/>
                </a:lnTo>
                <a:lnTo>
                  <a:pt x="25678" y="35139"/>
                </a:lnTo>
                <a:lnTo>
                  <a:pt x="25850" y="35139"/>
                </a:lnTo>
                <a:lnTo>
                  <a:pt x="25175" y="35819"/>
                </a:lnTo>
                <a:lnTo>
                  <a:pt x="17394" y="35819"/>
                </a:lnTo>
                <a:lnTo>
                  <a:pt x="11621" y="36462"/>
                </a:lnTo>
                <a:close/>
              </a:path>
              <a:path w="36830" h="36829">
                <a:moveTo>
                  <a:pt x="27707" y="32786"/>
                </a:moveTo>
                <a:lnTo>
                  <a:pt x="26003" y="31894"/>
                </a:lnTo>
                <a:lnTo>
                  <a:pt x="29001" y="31894"/>
                </a:lnTo>
                <a:lnTo>
                  <a:pt x="29059" y="32143"/>
                </a:lnTo>
                <a:lnTo>
                  <a:pt x="27707" y="32786"/>
                </a:lnTo>
                <a:close/>
              </a:path>
              <a:path w="36830" h="36829">
                <a:moveTo>
                  <a:pt x="24820" y="36177"/>
                </a:moveTo>
                <a:lnTo>
                  <a:pt x="22152" y="35819"/>
                </a:lnTo>
                <a:lnTo>
                  <a:pt x="25175" y="35819"/>
                </a:lnTo>
                <a:lnTo>
                  <a:pt x="24820" y="361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976456" y="7627906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29523" y="4699"/>
                </a:moveTo>
                <a:lnTo>
                  <a:pt x="7078" y="4699"/>
                </a:lnTo>
                <a:lnTo>
                  <a:pt x="7772" y="4231"/>
                </a:lnTo>
                <a:lnTo>
                  <a:pt x="8109" y="3858"/>
                </a:lnTo>
                <a:lnTo>
                  <a:pt x="7311" y="723"/>
                </a:lnTo>
                <a:lnTo>
                  <a:pt x="23645" y="723"/>
                </a:lnTo>
                <a:lnTo>
                  <a:pt x="28229" y="0"/>
                </a:lnTo>
                <a:lnTo>
                  <a:pt x="29399" y="1425"/>
                </a:lnTo>
                <a:lnTo>
                  <a:pt x="28361" y="3435"/>
                </a:lnTo>
                <a:lnTo>
                  <a:pt x="28821" y="4231"/>
                </a:lnTo>
                <a:lnTo>
                  <a:pt x="29523" y="4699"/>
                </a:lnTo>
                <a:close/>
              </a:path>
              <a:path w="36194" h="36829">
                <a:moveTo>
                  <a:pt x="9944" y="723"/>
                </a:moveTo>
                <a:lnTo>
                  <a:pt x="7772" y="723"/>
                </a:lnTo>
                <a:lnTo>
                  <a:pt x="8657" y="350"/>
                </a:lnTo>
                <a:lnTo>
                  <a:pt x="9944" y="723"/>
                </a:lnTo>
                <a:close/>
              </a:path>
              <a:path w="36194" h="36829">
                <a:moveTo>
                  <a:pt x="21805" y="723"/>
                </a:moveTo>
                <a:lnTo>
                  <a:pt x="11298" y="723"/>
                </a:lnTo>
                <a:lnTo>
                  <a:pt x="14611" y="350"/>
                </a:lnTo>
                <a:lnTo>
                  <a:pt x="18677" y="350"/>
                </a:lnTo>
                <a:lnTo>
                  <a:pt x="21805" y="723"/>
                </a:lnTo>
                <a:close/>
              </a:path>
              <a:path w="36194" h="36829">
                <a:moveTo>
                  <a:pt x="7078" y="4699"/>
                </a:moveTo>
                <a:lnTo>
                  <a:pt x="3804" y="4699"/>
                </a:lnTo>
                <a:lnTo>
                  <a:pt x="4856" y="3647"/>
                </a:lnTo>
                <a:lnTo>
                  <a:pt x="7078" y="4699"/>
                </a:lnTo>
                <a:close/>
              </a:path>
              <a:path w="36194" h="36829">
                <a:moveTo>
                  <a:pt x="33012" y="8192"/>
                </a:moveTo>
                <a:lnTo>
                  <a:pt x="3482" y="8192"/>
                </a:lnTo>
                <a:lnTo>
                  <a:pt x="4272" y="7739"/>
                </a:lnTo>
                <a:lnTo>
                  <a:pt x="4559" y="7308"/>
                </a:lnTo>
                <a:lnTo>
                  <a:pt x="4652" y="7169"/>
                </a:lnTo>
                <a:lnTo>
                  <a:pt x="4739" y="7038"/>
                </a:lnTo>
                <a:lnTo>
                  <a:pt x="3632" y="4699"/>
                </a:lnTo>
                <a:lnTo>
                  <a:pt x="29523" y="4699"/>
                </a:lnTo>
                <a:lnTo>
                  <a:pt x="31745" y="3647"/>
                </a:lnTo>
                <a:lnTo>
                  <a:pt x="32797" y="4699"/>
                </a:lnTo>
                <a:lnTo>
                  <a:pt x="31898" y="7038"/>
                </a:lnTo>
                <a:lnTo>
                  <a:pt x="31790" y="7308"/>
                </a:lnTo>
                <a:lnTo>
                  <a:pt x="32329" y="7739"/>
                </a:lnTo>
                <a:lnTo>
                  <a:pt x="33012" y="8192"/>
                </a:lnTo>
                <a:close/>
              </a:path>
              <a:path w="36194" h="36829">
                <a:moveTo>
                  <a:pt x="3482" y="8192"/>
                </a:moveTo>
                <a:lnTo>
                  <a:pt x="213" y="8192"/>
                </a:lnTo>
                <a:lnTo>
                  <a:pt x="1465" y="7169"/>
                </a:lnTo>
                <a:lnTo>
                  <a:pt x="3482" y="8192"/>
                </a:lnTo>
                <a:close/>
              </a:path>
              <a:path w="36194" h="36829">
                <a:moveTo>
                  <a:pt x="1564" y="29271"/>
                </a:moveTo>
                <a:lnTo>
                  <a:pt x="1246" y="29271"/>
                </a:lnTo>
                <a:lnTo>
                  <a:pt x="763" y="28788"/>
                </a:lnTo>
                <a:lnTo>
                  <a:pt x="341" y="28320"/>
                </a:lnTo>
                <a:lnTo>
                  <a:pt x="875" y="26077"/>
                </a:lnTo>
                <a:lnTo>
                  <a:pt x="917" y="25901"/>
                </a:lnTo>
                <a:lnTo>
                  <a:pt x="303" y="23438"/>
                </a:lnTo>
                <a:lnTo>
                  <a:pt x="551" y="20164"/>
                </a:lnTo>
                <a:lnTo>
                  <a:pt x="895" y="17109"/>
                </a:lnTo>
                <a:lnTo>
                  <a:pt x="610" y="15903"/>
                </a:lnTo>
                <a:lnTo>
                  <a:pt x="917" y="13689"/>
                </a:lnTo>
                <a:lnTo>
                  <a:pt x="0" y="8192"/>
                </a:lnTo>
                <a:lnTo>
                  <a:pt x="33286" y="8192"/>
                </a:lnTo>
                <a:lnTo>
                  <a:pt x="34961" y="7308"/>
                </a:lnTo>
                <a:lnTo>
                  <a:pt x="35838" y="7739"/>
                </a:lnTo>
                <a:lnTo>
                  <a:pt x="35838" y="26077"/>
                </a:lnTo>
                <a:lnTo>
                  <a:pt x="36181" y="28087"/>
                </a:lnTo>
                <a:lnTo>
                  <a:pt x="36067" y="28320"/>
                </a:lnTo>
                <a:lnTo>
                  <a:pt x="3570" y="28320"/>
                </a:lnTo>
                <a:lnTo>
                  <a:pt x="1564" y="29271"/>
                </a:lnTo>
                <a:close/>
              </a:path>
              <a:path w="36194" h="36829">
                <a:moveTo>
                  <a:pt x="4692" y="32837"/>
                </a:moveTo>
                <a:lnTo>
                  <a:pt x="4512" y="32669"/>
                </a:lnTo>
                <a:lnTo>
                  <a:pt x="3731" y="31485"/>
                </a:lnTo>
                <a:lnTo>
                  <a:pt x="4703" y="29672"/>
                </a:lnTo>
                <a:lnTo>
                  <a:pt x="4272" y="28788"/>
                </a:lnTo>
                <a:lnTo>
                  <a:pt x="3570" y="28320"/>
                </a:lnTo>
                <a:lnTo>
                  <a:pt x="32798" y="28320"/>
                </a:lnTo>
                <a:lnTo>
                  <a:pt x="31847" y="29271"/>
                </a:lnTo>
                <a:lnTo>
                  <a:pt x="32846" y="31807"/>
                </a:lnTo>
                <a:lnTo>
                  <a:pt x="7283" y="31807"/>
                </a:lnTo>
                <a:lnTo>
                  <a:pt x="4692" y="32837"/>
                </a:lnTo>
                <a:close/>
              </a:path>
              <a:path w="36194" h="36829">
                <a:moveTo>
                  <a:pt x="35604" y="29271"/>
                </a:moveTo>
                <a:lnTo>
                  <a:pt x="32518" y="28320"/>
                </a:lnTo>
                <a:lnTo>
                  <a:pt x="36067" y="28320"/>
                </a:lnTo>
                <a:lnTo>
                  <a:pt x="35604" y="29271"/>
                </a:lnTo>
                <a:close/>
              </a:path>
              <a:path w="36194" h="36829">
                <a:moveTo>
                  <a:pt x="9263" y="36528"/>
                </a:moveTo>
                <a:lnTo>
                  <a:pt x="7297" y="35578"/>
                </a:lnTo>
                <a:lnTo>
                  <a:pt x="8132" y="32837"/>
                </a:lnTo>
                <a:lnTo>
                  <a:pt x="8145" y="32669"/>
                </a:lnTo>
                <a:lnTo>
                  <a:pt x="7283" y="31807"/>
                </a:lnTo>
                <a:lnTo>
                  <a:pt x="29826" y="31807"/>
                </a:lnTo>
                <a:lnTo>
                  <a:pt x="28821" y="32296"/>
                </a:lnTo>
                <a:lnTo>
                  <a:pt x="28492" y="32669"/>
                </a:lnTo>
                <a:lnTo>
                  <a:pt x="29216" y="35578"/>
                </a:lnTo>
                <a:lnTo>
                  <a:pt x="29372" y="35578"/>
                </a:lnTo>
                <a:lnTo>
                  <a:pt x="28823" y="35804"/>
                </a:lnTo>
                <a:lnTo>
                  <a:pt x="13100" y="35804"/>
                </a:lnTo>
                <a:lnTo>
                  <a:pt x="9263" y="36528"/>
                </a:lnTo>
                <a:close/>
              </a:path>
              <a:path w="36194" h="36829">
                <a:moveTo>
                  <a:pt x="31518" y="32837"/>
                </a:moveTo>
                <a:lnTo>
                  <a:pt x="29597" y="31807"/>
                </a:lnTo>
                <a:lnTo>
                  <a:pt x="33068" y="31807"/>
                </a:lnTo>
                <a:lnTo>
                  <a:pt x="31518" y="32837"/>
                </a:lnTo>
                <a:close/>
              </a:path>
              <a:path w="36194" h="36829">
                <a:moveTo>
                  <a:pt x="28025" y="36133"/>
                </a:moveTo>
                <a:lnTo>
                  <a:pt x="26183" y="35804"/>
                </a:lnTo>
                <a:lnTo>
                  <a:pt x="28823" y="35804"/>
                </a:lnTo>
                <a:lnTo>
                  <a:pt x="28025" y="361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607939" y="7628082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29271" y="4524"/>
                </a:moveTo>
                <a:lnTo>
                  <a:pt x="7052" y="4524"/>
                </a:lnTo>
                <a:lnTo>
                  <a:pt x="7754" y="4056"/>
                </a:lnTo>
                <a:lnTo>
                  <a:pt x="8054" y="3712"/>
                </a:lnTo>
                <a:lnTo>
                  <a:pt x="7481" y="1132"/>
                </a:lnTo>
                <a:lnTo>
                  <a:pt x="7382" y="687"/>
                </a:lnTo>
                <a:lnTo>
                  <a:pt x="9268" y="0"/>
                </a:lnTo>
                <a:lnTo>
                  <a:pt x="8128" y="0"/>
                </a:lnTo>
                <a:lnTo>
                  <a:pt x="10210" y="687"/>
                </a:lnTo>
                <a:lnTo>
                  <a:pt x="28942" y="687"/>
                </a:lnTo>
                <a:lnTo>
                  <a:pt x="29388" y="1132"/>
                </a:lnTo>
                <a:lnTo>
                  <a:pt x="28218" y="3471"/>
                </a:lnTo>
                <a:lnTo>
                  <a:pt x="29271" y="4524"/>
                </a:lnTo>
                <a:close/>
              </a:path>
              <a:path w="36194" h="36829">
                <a:moveTo>
                  <a:pt x="25799" y="687"/>
                </a:moveTo>
                <a:lnTo>
                  <a:pt x="10284" y="687"/>
                </a:lnTo>
                <a:lnTo>
                  <a:pt x="15147" y="0"/>
                </a:lnTo>
                <a:lnTo>
                  <a:pt x="11609" y="0"/>
                </a:lnTo>
                <a:lnTo>
                  <a:pt x="16020" y="548"/>
                </a:lnTo>
                <a:lnTo>
                  <a:pt x="25298" y="548"/>
                </a:lnTo>
                <a:lnTo>
                  <a:pt x="25799" y="687"/>
                </a:lnTo>
                <a:close/>
              </a:path>
              <a:path w="36194" h="36829">
                <a:moveTo>
                  <a:pt x="25298" y="548"/>
                </a:moveTo>
                <a:lnTo>
                  <a:pt x="20340" y="548"/>
                </a:lnTo>
                <a:lnTo>
                  <a:pt x="23322" y="0"/>
                </a:lnTo>
                <a:lnTo>
                  <a:pt x="25298" y="548"/>
                </a:lnTo>
                <a:close/>
              </a:path>
              <a:path w="36194" h="36829">
                <a:moveTo>
                  <a:pt x="28942" y="687"/>
                </a:moveTo>
                <a:lnTo>
                  <a:pt x="26073" y="687"/>
                </a:lnTo>
                <a:lnTo>
                  <a:pt x="28757" y="0"/>
                </a:lnTo>
                <a:lnTo>
                  <a:pt x="28255" y="0"/>
                </a:lnTo>
                <a:lnTo>
                  <a:pt x="28942" y="687"/>
                </a:lnTo>
                <a:close/>
              </a:path>
              <a:path w="36194" h="36829">
                <a:moveTo>
                  <a:pt x="7052" y="4524"/>
                </a:moveTo>
                <a:lnTo>
                  <a:pt x="3778" y="4524"/>
                </a:lnTo>
                <a:lnTo>
                  <a:pt x="4831" y="3471"/>
                </a:lnTo>
                <a:lnTo>
                  <a:pt x="7052" y="4524"/>
                </a:lnTo>
                <a:close/>
              </a:path>
              <a:path w="36194" h="36829">
                <a:moveTo>
                  <a:pt x="32779" y="4524"/>
                </a:moveTo>
                <a:lnTo>
                  <a:pt x="29622" y="4524"/>
                </a:lnTo>
                <a:lnTo>
                  <a:pt x="31726" y="3471"/>
                </a:lnTo>
                <a:lnTo>
                  <a:pt x="32779" y="4524"/>
                </a:lnTo>
                <a:close/>
              </a:path>
              <a:path w="36194" h="36829">
                <a:moveTo>
                  <a:pt x="35820" y="8017"/>
                </a:moveTo>
                <a:lnTo>
                  <a:pt x="3449" y="8017"/>
                </a:lnTo>
                <a:lnTo>
                  <a:pt x="4246" y="7564"/>
                </a:lnTo>
                <a:lnTo>
                  <a:pt x="4626" y="6994"/>
                </a:lnTo>
                <a:lnTo>
                  <a:pt x="4714" y="6862"/>
                </a:lnTo>
                <a:lnTo>
                  <a:pt x="3606" y="4524"/>
                </a:lnTo>
                <a:lnTo>
                  <a:pt x="32951" y="4524"/>
                </a:lnTo>
                <a:lnTo>
                  <a:pt x="31844" y="6862"/>
                </a:lnTo>
                <a:lnTo>
                  <a:pt x="32311" y="7564"/>
                </a:lnTo>
                <a:lnTo>
                  <a:pt x="35820" y="7564"/>
                </a:lnTo>
                <a:lnTo>
                  <a:pt x="35820" y="8017"/>
                </a:lnTo>
                <a:close/>
              </a:path>
              <a:path w="36194" h="36829">
                <a:moveTo>
                  <a:pt x="1323" y="29197"/>
                </a:moveTo>
                <a:lnTo>
                  <a:pt x="738" y="28613"/>
                </a:lnTo>
                <a:lnTo>
                  <a:pt x="315" y="28145"/>
                </a:lnTo>
                <a:lnTo>
                  <a:pt x="832" y="25974"/>
                </a:lnTo>
                <a:lnTo>
                  <a:pt x="891" y="25726"/>
                </a:lnTo>
                <a:lnTo>
                  <a:pt x="277" y="23263"/>
                </a:lnTo>
                <a:lnTo>
                  <a:pt x="526" y="19989"/>
                </a:lnTo>
                <a:lnTo>
                  <a:pt x="869" y="16934"/>
                </a:lnTo>
                <a:lnTo>
                  <a:pt x="577" y="15728"/>
                </a:lnTo>
                <a:lnTo>
                  <a:pt x="891" y="13513"/>
                </a:lnTo>
                <a:lnTo>
                  <a:pt x="0" y="8171"/>
                </a:lnTo>
                <a:lnTo>
                  <a:pt x="1439" y="6994"/>
                </a:lnTo>
                <a:lnTo>
                  <a:pt x="3449" y="8017"/>
                </a:lnTo>
                <a:lnTo>
                  <a:pt x="35820" y="8017"/>
                </a:lnTo>
                <a:lnTo>
                  <a:pt x="35820" y="25974"/>
                </a:lnTo>
                <a:lnTo>
                  <a:pt x="36148" y="27816"/>
                </a:lnTo>
                <a:lnTo>
                  <a:pt x="36014" y="28145"/>
                </a:lnTo>
                <a:lnTo>
                  <a:pt x="3544" y="28145"/>
                </a:lnTo>
                <a:lnTo>
                  <a:pt x="1323" y="29197"/>
                </a:lnTo>
                <a:close/>
              </a:path>
              <a:path w="36194" h="36829">
                <a:moveTo>
                  <a:pt x="4619" y="32684"/>
                </a:moveTo>
                <a:lnTo>
                  <a:pt x="3705" y="31310"/>
                </a:lnTo>
                <a:lnTo>
                  <a:pt x="4677" y="29497"/>
                </a:lnTo>
                <a:lnTo>
                  <a:pt x="4246" y="28613"/>
                </a:lnTo>
                <a:lnTo>
                  <a:pt x="3544" y="28145"/>
                </a:lnTo>
                <a:lnTo>
                  <a:pt x="32842" y="28145"/>
                </a:lnTo>
                <a:lnTo>
                  <a:pt x="32311" y="28613"/>
                </a:lnTo>
                <a:lnTo>
                  <a:pt x="31880" y="29497"/>
                </a:lnTo>
                <a:lnTo>
                  <a:pt x="32852" y="31310"/>
                </a:lnTo>
                <a:lnTo>
                  <a:pt x="32638" y="31631"/>
                </a:lnTo>
                <a:lnTo>
                  <a:pt x="7265" y="31631"/>
                </a:lnTo>
                <a:lnTo>
                  <a:pt x="4619" y="32684"/>
                </a:lnTo>
                <a:close/>
              </a:path>
              <a:path w="36194" h="36829">
                <a:moveTo>
                  <a:pt x="35651" y="29029"/>
                </a:moveTo>
                <a:lnTo>
                  <a:pt x="32132" y="28145"/>
                </a:lnTo>
                <a:lnTo>
                  <a:pt x="36014" y="28145"/>
                </a:lnTo>
                <a:lnTo>
                  <a:pt x="35651" y="29029"/>
                </a:lnTo>
                <a:close/>
              </a:path>
              <a:path w="36194" h="36829">
                <a:moveTo>
                  <a:pt x="9333" y="36331"/>
                </a:moveTo>
                <a:lnTo>
                  <a:pt x="7747" y="35629"/>
                </a:lnTo>
                <a:lnTo>
                  <a:pt x="7311" y="35395"/>
                </a:lnTo>
                <a:lnTo>
                  <a:pt x="8082" y="32684"/>
                </a:lnTo>
                <a:lnTo>
                  <a:pt x="8134" y="32501"/>
                </a:lnTo>
                <a:lnTo>
                  <a:pt x="7265" y="31631"/>
                </a:lnTo>
                <a:lnTo>
                  <a:pt x="29293" y="31631"/>
                </a:lnTo>
                <a:lnTo>
                  <a:pt x="28423" y="32501"/>
                </a:lnTo>
                <a:lnTo>
                  <a:pt x="28451" y="32684"/>
                </a:lnTo>
                <a:lnTo>
                  <a:pt x="29286" y="35395"/>
                </a:lnTo>
                <a:lnTo>
                  <a:pt x="28806" y="35629"/>
                </a:lnTo>
                <a:lnTo>
                  <a:pt x="13009" y="35629"/>
                </a:lnTo>
                <a:lnTo>
                  <a:pt x="9333" y="36331"/>
                </a:lnTo>
                <a:close/>
              </a:path>
              <a:path w="36194" h="36829">
                <a:moveTo>
                  <a:pt x="31939" y="32684"/>
                </a:moveTo>
                <a:lnTo>
                  <a:pt x="29293" y="31631"/>
                </a:lnTo>
                <a:lnTo>
                  <a:pt x="32638" y="31631"/>
                </a:lnTo>
                <a:lnTo>
                  <a:pt x="32060" y="32501"/>
                </a:lnTo>
                <a:lnTo>
                  <a:pt x="31939" y="32684"/>
                </a:lnTo>
                <a:close/>
              </a:path>
              <a:path w="36194" h="36829">
                <a:moveTo>
                  <a:pt x="28101" y="35973"/>
                </a:moveTo>
                <a:lnTo>
                  <a:pt x="26092" y="35629"/>
                </a:lnTo>
                <a:lnTo>
                  <a:pt x="28806" y="35629"/>
                </a:lnTo>
                <a:lnTo>
                  <a:pt x="28101" y="359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18690" y="7628366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5">
                <a:moveTo>
                  <a:pt x="20456" y="35804"/>
                </a:moveTo>
                <a:lnTo>
                  <a:pt x="15611" y="35731"/>
                </a:lnTo>
                <a:lnTo>
                  <a:pt x="14142" y="35212"/>
                </a:lnTo>
                <a:lnTo>
                  <a:pt x="14800" y="32172"/>
                </a:lnTo>
                <a:lnTo>
                  <a:pt x="14507" y="31836"/>
                </a:lnTo>
                <a:lnTo>
                  <a:pt x="13243" y="30959"/>
                </a:lnTo>
                <a:lnTo>
                  <a:pt x="8426" y="32983"/>
                </a:lnTo>
                <a:lnTo>
                  <a:pt x="6921" y="31134"/>
                </a:lnTo>
                <a:lnTo>
                  <a:pt x="7951" y="29124"/>
                </a:lnTo>
                <a:lnTo>
                  <a:pt x="7491" y="28328"/>
                </a:lnTo>
                <a:lnTo>
                  <a:pt x="6972" y="27896"/>
                </a:lnTo>
                <a:lnTo>
                  <a:pt x="4341" y="28869"/>
                </a:lnTo>
                <a:lnTo>
                  <a:pt x="3610" y="27765"/>
                </a:lnTo>
                <a:lnTo>
                  <a:pt x="4019" y="25514"/>
                </a:lnTo>
                <a:lnTo>
                  <a:pt x="3961" y="24308"/>
                </a:lnTo>
                <a:lnTo>
                  <a:pt x="4312" y="21640"/>
                </a:lnTo>
                <a:lnTo>
                  <a:pt x="3727" y="21063"/>
                </a:lnTo>
                <a:lnTo>
                  <a:pt x="533" y="21589"/>
                </a:lnTo>
                <a:lnTo>
                  <a:pt x="321" y="20573"/>
                </a:lnTo>
                <a:lnTo>
                  <a:pt x="0" y="14683"/>
                </a:lnTo>
                <a:lnTo>
                  <a:pt x="811" y="14017"/>
                </a:lnTo>
                <a:lnTo>
                  <a:pt x="3859" y="14646"/>
                </a:lnTo>
                <a:lnTo>
                  <a:pt x="4524" y="12746"/>
                </a:lnTo>
                <a:lnTo>
                  <a:pt x="2945" y="8470"/>
                </a:lnTo>
                <a:lnTo>
                  <a:pt x="4487" y="6701"/>
                </a:lnTo>
                <a:lnTo>
                  <a:pt x="6855" y="7739"/>
                </a:lnTo>
                <a:lnTo>
                  <a:pt x="7491" y="7279"/>
                </a:lnTo>
                <a:lnTo>
                  <a:pt x="7951" y="6482"/>
                </a:lnTo>
                <a:lnTo>
                  <a:pt x="6921" y="4472"/>
                </a:lnTo>
                <a:lnTo>
                  <a:pt x="8426" y="2623"/>
                </a:lnTo>
                <a:lnTo>
                  <a:pt x="13243" y="4648"/>
                </a:lnTo>
                <a:lnTo>
                  <a:pt x="14507" y="3771"/>
                </a:lnTo>
                <a:lnTo>
                  <a:pt x="14975" y="3091"/>
                </a:lnTo>
                <a:lnTo>
                  <a:pt x="13923" y="818"/>
                </a:lnTo>
                <a:lnTo>
                  <a:pt x="14785" y="0"/>
                </a:lnTo>
                <a:lnTo>
                  <a:pt x="21319" y="14"/>
                </a:lnTo>
                <a:lnTo>
                  <a:pt x="22101" y="964"/>
                </a:lnTo>
                <a:lnTo>
                  <a:pt x="21070" y="2974"/>
                </a:lnTo>
                <a:lnTo>
                  <a:pt x="21523" y="3771"/>
                </a:lnTo>
                <a:lnTo>
                  <a:pt x="22788" y="4648"/>
                </a:lnTo>
                <a:lnTo>
                  <a:pt x="27604" y="2623"/>
                </a:lnTo>
                <a:lnTo>
                  <a:pt x="29117" y="4472"/>
                </a:lnTo>
                <a:lnTo>
                  <a:pt x="28086" y="6482"/>
                </a:lnTo>
                <a:lnTo>
                  <a:pt x="28540" y="7279"/>
                </a:lnTo>
                <a:lnTo>
                  <a:pt x="29241" y="7747"/>
                </a:lnTo>
                <a:lnTo>
                  <a:pt x="31463" y="6694"/>
                </a:lnTo>
                <a:lnTo>
                  <a:pt x="32377" y="7608"/>
                </a:lnTo>
                <a:lnTo>
                  <a:pt x="32019" y="10275"/>
                </a:lnTo>
                <a:lnTo>
                  <a:pt x="32092" y="11649"/>
                </a:lnTo>
                <a:lnTo>
                  <a:pt x="31683" y="13528"/>
                </a:lnTo>
                <a:lnTo>
                  <a:pt x="32267" y="14763"/>
                </a:lnTo>
                <a:lnTo>
                  <a:pt x="35161" y="13900"/>
                </a:lnTo>
                <a:lnTo>
                  <a:pt x="35885" y="14624"/>
                </a:lnTo>
                <a:lnTo>
                  <a:pt x="35527" y="17292"/>
                </a:lnTo>
                <a:lnTo>
                  <a:pt x="35600" y="18680"/>
                </a:lnTo>
                <a:lnTo>
                  <a:pt x="35841" y="20493"/>
                </a:lnTo>
                <a:lnTo>
                  <a:pt x="35403" y="21677"/>
                </a:lnTo>
                <a:lnTo>
                  <a:pt x="32406" y="21019"/>
                </a:lnTo>
                <a:lnTo>
                  <a:pt x="32048" y="21311"/>
                </a:lnTo>
                <a:lnTo>
                  <a:pt x="31164" y="22576"/>
                </a:lnTo>
                <a:lnTo>
                  <a:pt x="33196" y="27392"/>
                </a:lnTo>
                <a:lnTo>
                  <a:pt x="31346" y="28905"/>
                </a:lnTo>
                <a:lnTo>
                  <a:pt x="29329" y="27875"/>
                </a:lnTo>
                <a:lnTo>
                  <a:pt x="28540" y="28328"/>
                </a:lnTo>
                <a:lnTo>
                  <a:pt x="28072" y="29029"/>
                </a:lnTo>
                <a:lnTo>
                  <a:pt x="29125" y="31251"/>
                </a:lnTo>
                <a:lnTo>
                  <a:pt x="27962" y="32421"/>
                </a:lnTo>
                <a:lnTo>
                  <a:pt x="25741" y="31383"/>
                </a:lnTo>
                <a:lnTo>
                  <a:pt x="24330" y="32289"/>
                </a:lnTo>
                <a:lnTo>
                  <a:pt x="22108" y="31251"/>
                </a:lnTo>
                <a:lnTo>
                  <a:pt x="21158" y="32209"/>
                </a:lnTo>
                <a:lnTo>
                  <a:pt x="21969" y="35154"/>
                </a:lnTo>
                <a:lnTo>
                  <a:pt x="20456" y="358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558992" y="7631386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21472" y="29146"/>
                </a:moveTo>
                <a:lnTo>
                  <a:pt x="18804" y="28795"/>
                </a:lnTo>
                <a:lnTo>
                  <a:pt x="17123" y="28876"/>
                </a:lnTo>
                <a:lnTo>
                  <a:pt x="15954" y="28752"/>
                </a:lnTo>
                <a:lnTo>
                  <a:pt x="13623" y="28883"/>
                </a:lnTo>
                <a:lnTo>
                  <a:pt x="12439" y="28817"/>
                </a:lnTo>
                <a:lnTo>
                  <a:pt x="10495" y="28817"/>
                </a:lnTo>
                <a:lnTo>
                  <a:pt x="8455" y="29161"/>
                </a:lnTo>
                <a:lnTo>
                  <a:pt x="7286" y="28576"/>
                </a:lnTo>
                <a:lnTo>
                  <a:pt x="8178" y="25719"/>
                </a:lnTo>
                <a:lnTo>
                  <a:pt x="7279" y="24820"/>
                </a:lnTo>
                <a:lnTo>
                  <a:pt x="4633" y="25872"/>
                </a:lnTo>
                <a:lnTo>
                  <a:pt x="3720" y="24498"/>
                </a:lnTo>
                <a:lnTo>
                  <a:pt x="4692" y="22685"/>
                </a:lnTo>
                <a:lnTo>
                  <a:pt x="4260" y="21801"/>
                </a:lnTo>
                <a:lnTo>
                  <a:pt x="3778" y="21385"/>
                </a:lnTo>
                <a:lnTo>
                  <a:pt x="1067" y="22320"/>
                </a:lnTo>
                <a:lnTo>
                  <a:pt x="0" y="20566"/>
                </a:lnTo>
                <a:lnTo>
                  <a:pt x="752" y="16283"/>
                </a:lnTo>
                <a:lnTo>
                  <a:pt x="752" y="13411"/>
                </a:lnTo>
                <a:lnTo>
                  <a:pt x="0" y="8843"/>
                </a:lnTo>
                <a:lnTo>
                  <a:pt x="1132" y="7220"/>
                </a:lnTo>
                <a:lnTo>
                  <a:pt x="3720" y="8207"/>
                </a:lnTo>
                <a:lnTo>
                  <a:pt x="4260" y="7769"/>
                </a:lnTo>
                <a:lnTo>
                  <a:pt x="4728" y="7067"/>
                </a:lnTo>
                <a:lnTo>
                  <a:pt x="3676" y="4845"/>
                </a:lnTo>
                <a:lnTo>
                  <a:pt x="4845" y="3676"/>
                </a:lnTo>
                <a:lnTo>
                  <a:pt x="7067" y="4728"/>
                </a:lnTo>
                <a:lnTo>
                  <a:pt x="7768" y="4260"/>
                </a:lnTo>
                <a:lnTo>
                  <a:pt x="8185" y="3778"/>
                </a:lnTo>
                <a:lnTo>
                  <a:pt x="7250" y="1067"/>
                </a:lnTo>
                <a:lnTo>
                  <a:pt x="9004" y="0"/>
                </a:lnTo>
                <a:lnTo>
                  <a:pt x="13287" y="752"/>
                </a:lnTo>
                <a:lnTo>
                  <a:pt x="15764" y="752"/>
                </a:lnTo>
                <a:lnTo>
                  <a:pt x="17357" y="467"/>
                </a:lnTo>
                <a:lnTo>
                  <a:pt x="18943" y="950"/>
                </a:lnTo>
                <a:lnTo>
                  <a:pt x="21348" y="299"/>
                </a:lnTo>
                <a:lnTo>
                  <a:pt x="22386" y="1337"/>
                </a:lnTo>
                <a:lnTo>
                  <a:pt x="21333" y="3559"/>
                </a:lnTo>
                <a:lnTo>
                  <a:pt x="21801" y="4260"/>
                </a:lnTo>
                <a:lnTo>
                  <a:pt x="22503" y="4728"/>
                </a:lnTo>
                <a:lnTo>
                  <a:pt x="24724" y="3676"/>
                </a:lnTo>
                <a:lnTo>
                  <a:pt x="25894" y="4845"/>
                </a:lnTo>
                <a:lnTo>
                  <a:pt x="24724" y="7184"/>
                </a:lnTo>
                <a:lnTo>
                  <a:pt x="25894" y="8353"/>
                </a:lnTo>
                <a:lnTo>
                  <a:pt x="28233" y="7184"/>
                </a:lnTo>
                <a:lnTo>
                  <a:pt x="29402" y="8353"/>
                </a:lnTo>
                <a:lnTo>
                  <a:pt x="28306" y="10568"/>
                </a:lnTo>
                <a:lnTo>
                  <a:pt x="28817" y="11277"/>
                </a:lnTo>
                <a:lnTo>
                  <a:pt x="28817" y="19148"/>
                </a:lnTo>
                <a:lnTo>
                  <a:pt x="29146" y="21026"/>
                </a:lnTo>
                <a:lnTo>
                  <a:pt x="28627" y="22247"/>
                </a:lnTo>
                <a:lnTo>
                  <a:pt x="25674" y="21436"/>
                </a:lnTo>
                <a:lnTo>
                  <a:pt x="24885" y="22225"/>
                </a:lnTo>
                <a:lnTo>
                  <a:pt x="25806" y="25046"/>
                </a:lnTo>
                <a:lnTo>
                  <a:pt x="24395" y="25792"/>
                </a:lnTo>
                <a:lnTo>
                  <a:pt x="22766" y="24922"/>
                </a:lnTo>
                <a:lnTo>
                  <a:pt x="21801" y="25309"/>
                </a:lnTo>
                <a:lnTo>
                  <a:pt x="21333" y="26011"/>
                </a:lnTo>
                <a:lnTo>
                  <a:pt x="22386" y="28233"/>
                </a:lnTo>
                <a:lnTo>
                  <a:pt x="21472" y="291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032015" y="7631693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12307" y="28956"/>
                </a:moveTo>
                <a:lnTo>
                  <a:pt x="11116" y="28138"/>
                </a:lnTo>
                <a:lnTo>
                  <a:pt x="12103" y="25536"/>
                </a:lnTo>
                <a:lnTo>
                  <a:pt x="11657" y="25002"/>
                </a:lnTo>
                <a:lnTo>
                  <a:pt x="10393" y="24125"/>
                </a:lnTo>
                <a:lnTo>
                  <a:pt x="5584" y="26150"/>
                </a:lnTo>
                <a:lnTo>
                  <a:pt x="4071" y="24301"/>
                </a:lnTo>
                <a:lnTo>
                  <a:pt x="5101" y="22291"/>
                </a:lnTo>
                <a:lnTo>
                  <a:pt x="4180" y="20793"/>
                </a:lnTo>
                <a:lnTo>
                  <a:pt x="5225" y="18571"/>
                </a:lnTo>
                <a:lnTo>
                  <a:pt x="4056" y="17401"/>
                </a:lnTo>
                <a:lnTo>
                  <a:pt x="1790" y="18454"/>
                </a:lnTo>
                <a:lnTo>
                  <a:pt x="1147" y="17986"/>
                </a:lnTo>
                <a:lnTo>
                  <a:pt x="2024" y="16722"/>
                </a:lnTo>
                <a:lnTo>
                  <a:pt x="0" y="11905"/>
                </a:lnTo>
                <a:lnTo>
                  <a:pt x="1849" y="10400"/>
                </a:lnTo>
                <a:lnTo>
                  <a:pt x="3859" y="11423"/>
                </a:lnTo>
                <a:lnTo>
                  <a:pt x="4648" y="10970"/>
                </a:lnTo>
                <a:lnTo>
                  <a:pt x="5525" y="9705"/>
                </a:lnTo>
                <a:lnTo>
                  <a:pt x="3508" y="4889"/>
                </a:lnTo>
                <a:lnTo>
                  <a:pt x="5350" y="3383"/>
                </a:lnTo>
                <a:lnTo>
                  <a:pt x="7359" y="4407"/>
                </a:lnTo>
                <a:lnTo>
                  <a:pt x="8156" y="3953"/>
                </a:lnTo>
                <a:lnTo>
                  <a:pt x="8858" y="3486"/>
                </a:lnTo>
                <a:lnTo>
                  <a:pt x="11072" y="4538"/>
                </a:lnTo>
                <a:lnTo>
                  <a:pt x="11964" y="3647"/>
                </a:lnTo>
                <a:lnTo>
                  <a:pt x="11299" y="562"/>
                </a:lnTo>
                <a:lnTo>
                  <a:pt x="12951" y="36"/>
                </a:lnTo>
                <a:lnTo>
                  <a:pt x="17402" y="0"/>
                </a:lnTo>
                <a:lnTo>
                  <a:pt x="19061" y="577"/>
                </a:lnTo>
                <a:lnTo>
                  <a:pt x="18352" y="3632"/>
                </a:lnTo>
                <a:lnTo>
                  <a:pt x="19009" y="4282"/>
                </a:lnTo>
                <a:lnTo>
                  <a:pt x="21670" y="3924"/>
                </a:lnTo>
                <a:lnTo>
                  <a:pt x="22715" y="3983"/>
                </a:lnTo>
                <a:lnTo>
                  <a:pt x="25324" y="3610"/>
                </a:lnTo>
                <a:lnTo>
                  <a:pt x="26267" y="4502"/>
                </a:lnTo>
                <a:lnTo>
                  <a:pt x="25222" y="6789"/>
                </a:lnTo>
                <a:lnTo>
                  <a:pt x="26150" y="8163"/>
                </a:lnTo>
                <a:lnTo>
                  <a:pt x="25098" y="10385"/>
                </a:lnTo>
                <a:lnTo>
                  <a:pt x="26055" y="11335"/>
                </a:lnTo>
                <a:lnTo>
                  <a:pt x="29000" y="10531"/>
                </a:lnTo>
                <a:lnTo>
                  <a:pt x="29512" y="11730"/>
                </a:lnTo>
                <a:lnTo>
                  <a:pt x="29644" y="17343"/>
                </a:lnTo>
                <a:lnTo>
                  <a:pt x="28810" y="18534"/>
                </a:lnTo>
                <a:lnTo>
                  <a:pt x="26216" y="17548"/>
                </a:lnTo>
                <a:lnTo>
                  <a:pt x="25682" y="17986"/>
                </a:lnTo>
                <a:lnTo>
                  <a:pt x="24805" y="19250"/>
                </a:lnTo>
                <a:lnTo>
                  <a:pt x="26830" y="24067"/>
                </a:lnTo>
                <a:lnTo>
                  <a:pt x="24981" y="25580"/>
                </a:lnTo>
                <a:lnTo>
                  <a:pt x="22971" y="24549"/>
                </a:lnTo>
                <a:lnTo>
                  <a:pt x="21480" y="25470"/>
                </a:lnTo>
                <a:lnTo>
                  <a:pt x="19258" y="24418"/>
                </a:lnTo>
                <a:lnTo>
                  <a:pt x="18308" y="25375"/>
                </a:lnTo>
                <a:lnTo>
                  <a:pt x="19119" y="28320"/>
                </a:lnTo>
                <a:lnTo>
                  <a:pt x="17913" y="28832"/>
                </a:lnTo>
                <a:lnTo>
                  <a:pt x="12307" y="28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56271" y="7639154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49527" y="7638007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1394" y="15443"/>
                </a:moveTo>
                <a:lnTo>
                  <a:pt x="4852" y="15435"/>
                </a:lnTo>
                <a:lnTo>
                  <a:pt x="4078" y="14478"/>
                </a:lnTo>
                <a:lnTo>
                  <a:pt x="5108" y="12468"/>
                </a:lnTo>
                <a:lnTo>
                  <a:pt x="4648" y="11671"/>
                </a:lnTo>
                <a:lnTo>
                  <a:pt x="3859" y="11218"/>
                </a:lnTo>
                <a:lnTo>
                  <a:pt x="1841" y="12249"/>
                </a:lnTo>
                <a:lnTo>
                  <a:pt x="0" y="10736"/>
                </a:lnTo>
                <a:lnTo>
                  <a:pt x="2024" y="5919"/>
                </a:lnTo>
                <a:lnTo>
                  <a:pt x="1147" y="4655"/>
                </a:lnTo>
                <a:lnTo>
                  <a:pt x="4648" y="4655"/>
                </a:lnTo>
                <a:lnTo>
                  <a:pt x="4648" y="1147"/>
                </a:lnTo>
                <a:lnTo>
                  <a:pt x="5920" y="2024"/>
                </a:lnTo>
                <a:lnTo>
                  <a:pt x="10729" y="0"/>
                </a:lnTo>
                <a:lnTo>
                  <a:pt x="12242" y="1849"/>
                </a:lnTo>
                <a:lnTo>
                  <a:pt x="11211" y="3858"/>
                </a:lnTo>
                <a:lnTo>
                  <a:pt x="11672" y="4655"/>
                </a:lnTo>
                <a:lnTo>
                  <a:pt x="12461" y="5108"/>
                </a:lnTo>
                <a:lnTo>
                  <a:pt x="14478" y="4085"/>
                </a:lnTo>
                <a:lnTo>
                  <a:pt x="15421" y="4860"/>
                </a:lnTo>
                <a:lnTo>
                  <a:pt x="15436" y="11401"/>
                </a:lnTo>
                <a:lnTo>
                  <a:pt x="14617" y="12256"/>
                </a:lnTo>
                <a:lnTo>
                  <a:pt x="12344" y="11204"/>
                </a:lnTo>
                <a:lnTo>
                  <a:pt x="11672" y="11671"/>
                </a:lnTo>
                <a:lnTo>
                  <a:pt x="11204" y="12351"/>
                </a:lnTo>
                <a:lnTo>
                  <a:pt x="12249" y="14624"/>
                </a:lnTo>
                <a:lnTo>
                  <a:pt x="11394" y="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864564" y="7726112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19565" y="50546"/>
                </a:moveTo>
                <a:lnTo>
                  <a:pt x="17497" y="49662"/>
                </a:lnTo>
                <a:lnTo>
                  <a:pt x="18308" y="46709"/>
                </a:lnTo>
                <a:lnTo>
                  <a:pt x="17394" y="45803"/>
                </a:lnTo>
                <a:lnTo>
                  <a:pt x="15136" y="46709"/>
                </a:lnTo>
                <a:lnTo>
                  <a:pt x="13718" y="45985"/>
                </a:lnTo>
                <a:lnTo>
                  <a:pt x="11467" y="46892"/>
                </a:lnTo>
                <a:lnTo>
                  <a:pt x="10429" y="45854"/>
                </a:lnTo>
                <a:lnTo>
                  <a:pt x="11481" y="43208"/>
                </a:lnTo>
                <a:lnTo>
                  <a:pt x="10210" y="42368"/>
                </a:lnTo>
                <a:lnTo>
                  <a:pt x="8010" y="43427"/>
                </a:lnTo>
                <a:lnTo>
                  <a:pt x="6826" y="42265"/>
                </a:lnTo>
                <a:lnTo>
                  <a:pt x="7995" y="39919"/>
                </a:lnTo>
                <a:lnTo>
                  <a:pt x="6921" y="38845"/>
                </a:lnTo>
                <a:lnTo>
                  <a:pt x="4275" y="39897"/>
                </a:lnTo>
                <a:lnTo>
                  <a:pt x="3361" y="38523"/>
                </a:lnTo>
                <a:lnTo>
                  <a:pt x="4385" y="36689"/>
                </a:lnTo>
                <a:lnTo>
                  <a:pt x="3508" y="35117"/>
                </a:lnTo>
                <a:lnTo>
                  <a:pt x="4465" y="32881"/>
                </a:lnTo>
                <a:lnTo>
                  <a:pt x="3413" y="31829"/>
                </a:lnTo>
                <a:lnTo>
                  <a:pt x="767" y="32881"/>
                </a:lnTo>
                <a:lnTo>
                  <a:pt x="0" y="31726"/>
                </a:lnTo>
                <a:lnTo>
                  <a:pt x="460" y="29541"/>
                </a:lnTo>
                <a:lnTo>
                  <a:pt x="182" y="26522"/>
                </a:lnTo>
                <a:lnTo>
                  <a:pt x="394" y="24096"/>
                </a:lnTo>
                <a:lnTo>
                  <a:pt x="394" y="20785"/>
                </a:lnTo>
                <a:lnTo>
                  <a:pt x="131" y="19258"/>
                </a:lnTo>
                <a:lnTo>
                  <a:pt x="482" y="17957"/>
                </a:lnTo>
                <a:lnTo>
                  <a:pt x="3617" y="18571"/>
                </a:lnTo>
                <a:lnTo>
                  <a:pt x="4238" y="17957"/>
                </a:lnTo>
                <a:lnTo>
                  <a:pt x="3880" y="15289"/>
                </a:lnTo>
                <a:lnTo>
                  <a:pt x="3939" y="14098"/>
                </a:lnTo>
                <a:lnTo>
                  <a:pt x="3530" y="11818"/>
                </a:lnTo>
                <a:lnTo>
                  <a:pt x="4290" y="10699"/>
                </a:lnTo>
                <a:lnTo>
                  <a:pt x="6913" y="11766"/>
                </a:lnTo>
                <a:lnTo>
                  <a:pt x="7900" y="10780"/>
                </a:lnTo>
                <a:lnTo>
                  <a:pt x="6848" y="8134"/>
                </a:lnTo>
                <a:lnTo>
                  <a:pt x="8222" y="7220"/>
                </a:lnTo>
                <a:lnTo>
                  <a:pt x="10100" y="8295"/>
                </a:lnTo>
                <a:lnTo>
                  <a:pt x="11474" y="7403"/>
                </a:lnTo>
                <a:lnTo>
                  <a:pt x="10436" y="4735"/>
                </a:lnTo>
                <a:lnTo>
                  <a:pt x="11255" y="3924"/>
                </a:lnTo>
                <a:lnTo>
                  <a:pt x="13915" y="4282"/>
                </a:lnTo>
                <a:lnTo>
                  <a:pt x="15377" y="4202"/>
                </a:lnTo>
                <a:lnTo>
                  <a:pt x="16985" y="4582"/>
                </a:lnTo>
                <a:lnTo>
                  <a:pt x="17928" y="4253"/>
                </a:lnTo>
                <a:lnTo>
                  <a:pt x="18155" y="4173"/>
                </a:lnTo>
                <a:lnTo>
                  <a:pt x="17723" y="760"/>
                </a:lnTo>
                <a:lnTo>
                  <a:pt x="20055" y="555"/>
                </a:lnTo>
                <a:lnTo>
                  <a:pt x="22832" y="438"/>
                </a:lnTo>
                <a:lnTo>
                  <a:pt x="26019" y="898"/>
                </a:lnTo>
                <a:lnTo>
                  <a:pt x="31354" y="0"/>
                </a:lnTo>
                <a:lnTo>
                  <a:pt x="32289" y="1147"/>
                </a:lnTo>
                <a:lnTo>
                  <a:pt x="31536" y="4056"/>
                </a:lnTo>
                <a:lnTo>
                  <a:pt x="33232" y="4838"/>
                </a:lnTo>
                <a:lnTo>
                  <a:pt x="38151" y="3245"/>
                </a:lnTo>
                <a:lnTo>
                  <a:pt x="39503" y="4904"/>
                </a:lnTo>
                <a:lnTo>
                  <a:pt x="38377" y="7191"/>
                </a:lnTo>
                <a:lnTo>
                  <a:pt x="39583" y="8339"/>
                </a:lnTo>
                <a:lnTo>
                  <a:pt x="41893" y="7169"/>
                </a:lnTo>
                <a:lnTo>
                  <a:pt x="43077" y="8361"/>
                </a:lnTo>
                <a:lnTo>
                  <a:pt x="41915" y="10641"/>
                </a:lnTo>
                <a:lnTo>
                  <a:pt x="43011" y="11861"/>
                </a:lnTo>
                <a:lnTo>
                  <a:pt x="45423" y="10699"/>
                </a:lnTo>
                <a:lnTo>
                  <a:pt x="46322" y="11598"/>
                </a:lnTo>
                <a:lnTo>
                  <a:pt x="45964" y="14266"/>
                </a:lnTo>
                <a:lnTo>
                  <a:pt x="46030" y="15574"/>
                </a:lnTo>
                <a:lnTo>
                  <a:pt x="45620" y="17606"/>
                </a:lnTo>
                <a:lnTo>
                  <a:pt x="46271" y="18797"/>
                </a:lnTo>
                <a:lnTo>
                  <a:pt x="49063" y="17854"/>
                </a:lnTo>
                <a:lnTo>
                  <a:pt x="49860" y="18651"/>
                </a:lnTo>
                <a:lnTo>
                  <a:pt x="49436" y="21246"/>
                </a:lnTo>
                <a:lnTo>
                  <a:pt x="49713" y="23687"/>
                </a:lnTo>
                <a:lnTo>
                  <a:pt x="49962" y="26968"/>
                </a:lnTo>
                <a:lnTo>
                  <a:pt x="49348" y="29431"/>
                </a:lnTo>
                <a:lnTo>
                  <a:pt x="49932" y="31887"/>
                </a:lnTo>
                <a:lnTo>
                  <a:pt x="49151" y="32669"/>
                </a:lnTo>
                <a:lnTo>
                  <a:pt x="46154" y="31902"/>
                </a:lnTo>
                <a:lnTo>
                  <a:pt x="45196" y="34328"/>
                </a:lnTo>
                <a:lnTo>
                  <a:pt x="46841" y="37354"/>
                </a:lnTo>
                <a:lnTo>
                  <a:pt x="45803" y="39780"/>
                </a:lnTo>
                <a:lnTo>
                  <a:pt x="42850" y="38969"/>
                </a:lnTo>
                <a:lnTo>
                  <a:pt x="41893" y="39927"/>
                </a:lnTo>
                <a:lnTo>
                  <a:pt x="43070" y="42251"/>
                </a:lnTo>
                <a:lnTo>
                  <a:pt x="41907" y="43427"/>
                </a:lnTo>
                <a:lnTo>
                  <a:pt x="39562" y="42258"/>
                </a:lnTo>
                <a:lnTo>
                  <a:pt x="38604" y="43208"/>
                </a:lnTo>
                <a:lnTo>
                  <a:pt x="39415" y="46161"/>
                </a:lnTo>
                <a:lnTo>
                  <a:pt x="37003" y="47191"/>
                </a:lnTo>
                <a:lnTo>
                  <a:pt x="33926" y="45488"/>
                </a:lnTo>
                <a:lnTo>
                  <a:pt x="31515" y="46541"/>
                </a:lnTo>
                <a:lnTo>
                  <a:pt x="32333" y="49479"/>
                </a:lnTo>
                <a:lnTo>
                  <a:pt x="31631" y="50180"/>
                </a:lnTo>
                <a:lnTo>
                  <a:pt x="28964" y="49822"/>
                </a:lnTo>
                <a:lnTo>
                  <a:pt x="27298" y="49910"/>
                </a:lnTo>
                <a:lnTo>
                  <a:pt x="23161" y="49844"/>
                </a:lnTo>
                <a:lnTo>
                  <a:pt x="19565" y="50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074937" y="7726200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25366" y="657"/>
                </a:moveTo>
                <a:lnTo>
                  <a:pt x="18054" y="657"/>
                </a:lnTo>
                <a:lnTo>
                  <a:pt x="21164" y="0"/>
                </a:lnTo>
                <a:lnTo>
                  <a:pt x="25366" y="657"/>
                </a:lnTo>
                <a:close/>
              </a:path>
              <a:path w="50165" h="50800">
                <a:moveTo>
                  <a:pt x="35337" y="3581"/>
                </a:moveTo>
                <a:lnTo>
                  <a:pt x="14986" y="3581"/>
                </a:lnTo>
                <a:lnTo>
                  <a:pt x="13972" y="1030"/>
                </a:lnTo>
                <a:lnTo>
                  <a:pt x="15214" y="204"/>
                </a:lnTo>
                <a:lnTo>
                  <a:pt x="16663" y="657"/>
                </a:lnTo>
                <a:lnTo>
                  <a:pt x="35966" y="657"/>
                </a:lnTo>
                <a:lnTo>
                  <a:pt x="35337" y="3581"/>
                </a:lnTo>
                <a:close/>
              </a:path>
              <a:path w="50165" h="50800">
                <a:moveTo>
                  <a:pt x="35584" y="657"/>
                </a:moveTo>
                <a:lnTo>
                  <a:pt x="33047" y="657"/>
                </a:lnTo>
                <a:lnTo>
                  <a:pt x="34663" y="365"/>
                </a:lnTo>
                <a:lnTo>
                  <a:pt x="35584" y="657"/>
                </a:lnTo>
                <a:close/>
              </a:path>
              <a:path w="50165" h="50800">
                <a:moveTo>
                  <a:pt x="10317" y="4516"/>
                </a:moveTo>
                <a:lnTo>
                  <a:pt x="7167" y="4516"/>
                </a:lnTo>
                <a:lnTo>
                  <a:pt x="8103" y="3581"/>
                </a:lnTo>
                <a:lnTo>
                  <a:pt x="7948" y="3581"/>
                </a:lnTo>
                <a:lnTo>
                  <a:pt x="10317" y="4516"/>
                </a:lnTo>
                <a:close/>
              </a:path>
              <a:path w="50165" h="50800">
                <a:moveTo>
                  <a:pt x="13511" y="4516"/>
                </a:moveTo>
                <a:lnTo>
                  <a:pt x="10317" y="4516"/>
                </a:lnTo>
                <a:lnTo>
                  <a:pt x="12198" y="3581"/>
                </a:lnTo>
                <a:lnTo>
                  <a:pt x="11134" y="3581"/>
                </a:lnTo>
                <a:lnTo>
                  <a:pt x="13511" y="4516"/>
                </a:lnTo>
                <a:close/>
              </a:path>
              <a:path w="50165" h="50800">
                <a:moveTo>
                  <a:pt x="35934" y="4516"/>
                </a:moveTo>
                <a:lnTo>
                  <a:pt x="14184" y="4516"/>
                </a:lnTo>
                <a:lnTo>
                  <a:pt x="15119" y="3581"/>
                </a:lnTo>
                <a:lnTo>
                  <a:pt x="34999" y="3581"/>
                </a:lnTo>
                <a:lnTo>
                  <a:pt x="35934" y="4516"/>
                </a:lnTo>
                <a:close/>
              </a:path>
              <a:path w="50165" h="50800">
                <a:moveTo>
                  <a:pt x="39618" y="4516"/>
                </a:moveTo>
                <a:lnTo>
                  <a:pt x="36662" y="4516"/>
                </a:lnTo>
                <a:lnTo>
                  <a:pt x="38637" y="3581"/>
                </a:lnTo>
                <a:lnTo>
                  <a:pt x="38215" y="3581"/>
                </a:lnTo>
                <a:lnTo>
                  <a:pt x="39618" y="4516"/>
                </a:lnTo>
                <a:close/>
              </a:path>
              <a:path w="50165" h="50800">
                <a:moveTo>
                  <a:pt x="42951" y="4516"/>
                </a:moveTo>
                <a:lnTo>
                  <a:pt x="40040" y="4516"/>
                </a:lnTo>
                <a:lnTo>
                  <a:pt x="42015" y="3581"/>
                </a:lnTo>
                <a:lnTo>
                  <a:pt x="42951" y="4516"/>
                </a:lnTo>
                <a:close/>
              </a:path>
              <a:path w="50165" h="50800">
                <a:moveTo>
                  <a:pt x="46111" y="8097"/>
                </a:moveTo>
                <a:lnTo>
                  <a:pt x="7021" y="8097"/>
                </a:lnTo>
                <a:lnTo>
                  <a:pt x="7518" y="7674"/>
                </a:lnTo>
                <a:lnTo>
                  <a:pt x="7869" y="7147"/>
                </a:lnTo>
                <a:lnTo>
                  <a:pt x="7986" y="6972"/>
                </a:lnTo>
                <a:lnTo>
                  <a:pt x="6823" y="4516"/>
                </a:lnTo>
                <a:lnTo>
                  <a:pt x="43296" y="4516"/>
                </a:lnTo>
                <a:lnTo>
                  <a:pt x="42132" y="6972"/>
                </a:lnTo>
                <a:lnTo>
                  <a:pt x="42600" y="7674"/>
                </a:lnTo>
                <a:lnTo>
                  <a:pt x="46108" y="7674"/>
                </a:lnTo>
                <a:lnTo>
                  <a:pt x="46111" y="8097"/>
                </a:lnTo>
                <a:close/>
              </a:path>
              <a:path w="50165" h="50800">
                <a:moveTo>
                  <a:pt x="46386" y="14968"/>
                </a:moveTo>
                <a:lnTo>
                  <a:pt x="3917" y="14968"/>
                </a:lnTo>
                <a:lnTo>
                  <a:pt x="4624" y="12855"/>
                </a:lnTo>
                <a:lnTo>
                  <a:pt x="2994" y="9281"/>
                </a:lnTo>
                <a:lnTo>
                  <a:pt x="4339" y="7147"/>
                </a:lnTo>
                <a:lnTo>
                  <a:pt x="7021" y="8097"/>
                </a:lnTo>
                <a:lnTo>
                  <a:pt x="46111" y="8097"/>
                </a:lnTo>
                <a:lnTo>
                  <a:pt x="46137" y="11693"/>
                </a:lnTo>
                <a:lnTo>
                  <a:pt x="45779" y="14361"/>
                </a:lnTo>
                <a:lnTo>
                  <a:pt x="46386" y="14968"/>
                </a:lnTo>
                <a:close/>
              </a:path>
              <a:path w="50165" h="50800">
                <a:moveTo>
                  <a:pt x="3461" y="14968"/>
                </a:moveTo>
                <a:lnTo>
                  <a:pt x="230" y="14968"/>
                </a:lnTo>
                <a:lnTo>
                  <a:pt x="830" y="14361"/>
                </a:lnTo>
                <a:lnTo>
                  <a:pt x="3461" y="14968"/>
                </a:lnTo>
                <a:close/>
              </a:path>
              <a:path w="50165" h="50800">
                <a:moveTo>
                  <a:pt x="909" y="36031"/>
                </a:moveTo>
                <a:lnTo>
                  <a:pt x="605" y="36031"/>
                </a:lnTo>
                <a:lnTo>
                  <a:pt x="503" y="35739"/>
                </a:lnTo>
                <a:lnTo>
                  <a:pt x="405" y="35461"/>
                </a:lnTo>
                <a:lnTo>
                  <a:pt x="213" y="34759"/>
                </a:lnTo>
                <a:lnTo>
                  <a:pt x="502" y="33166"/>
                </a:lnTo>
                <a:lnTo>
                  <a:pt x="502" y="20727"/>
                </a:lnTo>
                <a:lnTo>
                  <a:pt x="300" y="19601"/>
                </a:lnTo>
                <a:lnTo>
                  <a:pt x="217" y="19133"/>
                </a:lnTo>
                <a:lnTo>
                  <a:pt x="692" y="17547"/>
                </a:lnTo>
                <a:lnTo>
                  <a:pt x="0" y="14968"/>
                </a:lnTo>
                <a:lnTo>
                  <a:pt x="46386" y="14968"/>
                </a:lnTo>
                <a:lnTo>
                  <a:pt x="49654" y="14361"/>
                </a:lnTo>
                <a:lnTo>
                  <a:pt x="49684" y="14968"/>
                </a:lnTo>
                <a:lnTo>
                  <a:pt x="50128" y="16722"/>
                </a:lnTo>
                <a:lnTo>
                  <a:pt x="49699" y="19133"/>
                </a:lnTo>
                <a:lnTo>
                  <a:pt x="49616" y="33166"/>
                </a:lnTo>
                <a:lnTo>
                  <a:pt x="49872" y="34759"/>
                </a:lnTo>
                <a:lnTo>
                  <a:pt x="49689" y="35461"/>
                </a:lnTo>
                <a:lnTo>
                  <a:pt x="3674" y="35461"/>
                </a:lnTo>
                <a:lnTo>
                  <a:pt x="909" y="36031"/>
                </a:lnTo>
                <a:close/>
              </a:path>
              <a:path w="50165" h="50800">
                <a:moveTo>
                  <a:pt x="4317" y="43267"/>
                </a:moveTo>
                <a:lnTo>
                  <a:pt x="3242" y="41469"/>
                </a:lnTo>
                <a:lnTo>
                  <a:pt x="5114" y="36638"/>
                </a:lnTo>
                <a:lnTo>
                  <a:pt x="3674" y="35461"/>
                </a:lnTo>
                <a:lnTo>
                  <a:pt x="46454" y="35461"/>
                </a:lnTo>
                <a:lnTo>
                  <a:pt x="45008" y="36638"/>
                </a:lnTo>
                <a:lnTo>
                  <a:pt x="46916" y="41469"/>
                </a:lnTo>
                <a:lnTo>
                  <a:pt x="46379" y="42331"/>
                </a:lnTo>
                <a:lnTo>
                  <a:pt x="7057" y="42331"/>
                </a:lnTo>
                <a:lnTo>
                  <a:pt x="4317" y="43267"/>
                </a:lnTo>
                <a:close/>
              </a:path>
              <a:path w="50165" h="50800">
                <a:moveTo>
                  <a:pt x="49543" y="36031"/>
                </a:moveTo>
                <a:lnTo>
                  <a:pt x="46139" y="35461"/>
                </a:lnTo>
                <a:lnTo>
                  <a:pt x="49689" y="35461"/>
                </a:lnTo>
                <a:lnTo>
                  <a:pt x="49616" y="35739"/>
                </a:lnTo>
                <a:lnTo>
                  <a:pt x="49543" y="36031"/>
                </a:lnTo>
                <a:close/>
              </a:path>
              <a:path w="50165" h="50800">
                <a:moveTo>
                  <a:pt x="8352" y="46724"/>
                </a:moveTo>
                <a:lnTo>
                  <a:pt x="7986" y="46724"/>
                </a:lnTo>
                <a:lnTo>
                  <a:pt x="6933" y="45671"/>
                </a:lnTo>
                <a:lnTo>
                  <a:pt x="7986" y="43449"/>
                </a:lnTo>
                <a:lnTo>
                  <a:pt x="7518" y="42755"/>
                </a:lnTo>
                <a:lnTo>
                  <a:pt x="7027" y="42331"/>
                </a:lnTo>
                <a:lnTo>
                  <a:pt x="43097" y="42331"/>
                </a:lnTo>
                <a:lnTo>
                  <a:pt x="42600" y="42755"/>
                </a:lnTo>
                <a:lnTo>
                  <a:pt x="42259" y="43267"/>
                </a:lnTo>
                <a:lnTo>
                  <a:pt x="42137" y="43449"/>
                </a:lnTo>
                <a:lnTo>
                  <a:pt x="43181" y="45671"/>
                </a:lnTo>
                <a:lnTo>
                  <a:pt x="10589" y="45671"/>
                </a:lnTo>
                <a:lnTo>
                  <a:pt x="8352" y="46724"/>
                </a:lnTo>
                <a:close/>
              </a:path>
              <a:path w="50165" h="50800">
                <a:moveTo>
                  <a:pt x="45788" y="43267"/>
                </a:moveTo>
                <a:lnTo>
                  <a:pt x="43097" y="42331"/>
                </a:lnTo>
                <a:lnTo>
                  <a:pt x="46379" y="42331"/>
                </a:lnTo>
                <a:lnTo>
                  <a:pt x="45788" y="43267"/>
                </a:lnTo>
                <a:close/>
              </a:path>
              <a:path w="50165" h="50800">
                <a:moveTo>
                  <a:pt x="11728" y="46724"/>
                </a:moveTo>
                <a:lnTo>
                  <a:pt x="10137" y="45671"/>
                </a:lnTo>
                <a:lnTo>
                  <a:pt x="13950" y="45671"/>
                </a:lnTo>
                <a:lnTo>
                  <a:pt x="11728" y="46724"/>
                </a:lnTo>
                <a:close/>
              </a:path>
              <a:path w="50165" h="50800">
                <a:moveTo>
                  <a:pt x="16442" y="50341"/>
                </a:moveTo>
                <a:lnTo>
                  <a:pt x="14184" y="49654"/>
                </a:lnTo>
                <a:lnTo>
                  <a:pt x="14799" y="46724"/>
                </a:lnTo>
                <a:lnTo>
                  <a:pt x="14761" y="46482"/>
                </a:lnTo>
                <a:lnTo>
                  <a:pt x="13950" y="45671"/>
                </a:lnTo>
                <a:lnTo>
                  <a:pt x="36830" y="45671"/>
                </a:lnTo>
                <a:lnTo>
                  <a:pt x="35116" y="46482"/>
                </a:lnTo>
                <a:lnTo>
                  <a:pt x="35978" y="49369"/>
                </a:lnTo>
                <a:lnTo>
                  <a:pt x="35693" y="49654"/>
                </a:lnTo>
                <a:lnTo>
                  <a:pt x="20129" y="49654"/>
                </a:lnTo>
                <a:lnTo>
                  <a:pt x="16442" y="50341"/>
                </a:lnTo>
                <a:close/>
              </a:path>
              <a:path w="50165" h="50800">
                <a:moveTo>
                  <a:pt x="42381" y="46482"/>
                </a:moveTo>
                <a:lnTo>
                  <a:pt x="41454" y="46482"/>
                </a:lnTo>
                <a:lnTo>
                  <a:pt x="39603" y="46234"/>
                </a:lnTo>
                <a:lnTo>
                  <a:pt x="37922" y="46234"/>
                </a:lnTo>
                <a:lnTo>
                  <a:pt x="35292" y="45671"/>
                </a:lnTo>
                <a:lnTo>
                  <a:pt x="43192" y="45671"/>
                </a:lnTo>
                <a:lnTo>
                  <a:pt x="42381" y="46482"/>
                </a:lnTo>
                <a:close/>
              </a:path>
              <a:path w="50165" h="50800">
                <a:moveTo>
                  <a:pt x="28596" y="49947"/>
                </a:moveTo>
                <a:lnTo>
                  <a:pt x="22902" y="49654"/>
                </a:lnTo>
                <a:lnTo>
                  <a:pt x="34100" y="49654"/>
                </a:lnTo>
                <a:lnTo>
                  <a:pt x="28596" y="49947"/>
                </a:lnTo>
                <a:close/>
              </a:path>
              <a:path w="50165" h="50800">
                <a:moveTo>
                  <a:pt x="35254" y="50093"/>
                </a:moveTo>
                <a:lnTo>
                  <a:pt x="31988" y="49654"/>
                </a:lnTo>
                <a:lnTo>
                  <a:pt x="35693" y="49654"/>
                </a:lnTo>
                <a:lnTo>
                  <a:pt x="35254" y="500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285433" y="7726200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25367" y="657"/>
                </a:moveTo>
                <a:lnTo>
                  <a:pt x="18054" y="657"/>
                </a:lnTo>
                <a:lnTo>
                  <a:pt x="21164" y="0"/>
                </a:lnTo>
                <a:lnTo>
                  <a:pt x="25367" y="657"/>
                </a:lnTo>
                <a:close/>
              </a:path>
              <a:path w="50165" h="50800">
                <a:moveTo>
                  <a:pt x="35337" y="3581"/>
                </a:moveTo>
                <a:lnTo>
                  <a:pt x="14987" y="3581"/>
                </a:lnTo>
                <a:lnTo>
                  <a:pt x="13972" y="1030"/>
                </a:lnTo>
                <a:lnTo>
                  <a:pt x="15215" y="204"/>
                </a:lnTo>
                <a:lnTo>
                  <a:pt x="16664" y="657"/>
                </a:lnTo>
                <a:lnTo>
                  <a:pt x="35966" y="657"/>
                </a:lnTo>
                <a:lnTo>
                  <a:pt x="35337" y="3581"/>
                </a:lnTo>
                <a:close/>
              </a:path>
              <a:path w="50165" h="50800">
                <a:moveTo>
                  <a:pt x="35584" y="657"/>
                </a:moveTo>
                <a:lnTo>
                  <a:pt x="33048" y="657"/>
                </a:lnTo>
                <a:lnTo>
                  <a:pt x="34663" y="365"/>
                </a:lnTo>
                <a:lnTo>
                  <a:pt x="35584" y="657"/>
                </a:lnTo>
                <a:close/>
              </a:path>
              <a:path w="50165" h="50800">
                <a:moveTo>
                  <a:pt x="10318" y="4516"/>
                </a:moveTo>
                <a:lnTo>
                  <a:pt x="7168" y="4516"/>
                </a:lnTo>
                <a:lnTo>
                  <a:pt x="8103" y="3581"/>
                </a:lnTo>
                <a:lnTo>
                  <a:pt x="7949" y="3581"/>
                </a:lnTo>
                <a:lnTo>
                  <a:pt x="10318" y="4516"/>
                </a:lnTo>
                <a:close/>
              </a:path>
              <a:path w="50165" h="50800">
                <a:moveTo>
                  <a:pt x="13513" y="4516"/>
                </a:moveTo>
                <a:lnTo>
                  <a:pt x="10318" y="4516"/>
                </a:lnTo>
                <a:lnTo>
                  <a:pt x="12209" y="3581"/>
                </a:lnTo>
                <a:lnTo>
                  <a:pt x="11144" y="3581"/>
                </a:lnTo>
                <a:lnTo>
                  <a:pt x="13513" y="4516"/>
                </a:lnTo>
                <a:close/>
              </a:path>
              <a:path w="50165" h="50800">
                <a:moveTo>
                  <a:pt x="35935" y="4516"/>
                </a:moveTo>
                <a:lnTo>
                  <a:pt x="14184" y="4516"/>
                </a:lnTo>
                <a:lnTo>
                  <a:pt x="15120" y="3581"/>
                </a:lnTo>
                <a:lnTo>
                  <a:pt x="35000" y="3581"/>
                </a:lnTo>
                <a:lnTo>
                  <a:pt x="35935" y="4516"/>
                </a:lnTo>
                <a:close/>
              </a:path>
              <a:path w="50165" h="50800">
                <a:moveTo>
                  <a:pt x="39619" y="4516"/>
                </a:moveTo>
                <a:lnTo>
                  <a:pt x="36663" y="4516"/>
                </a:lnTo>
                <a:lnTo>
                  <a:pt x="38638" y="3581"/>
                </a:lnTo>
                <a:lnTo>
                  <a:pt x="38215" y="3581"/>
                </a:lnTo>
                <a:lnTo>
                  <a:pt x="39619" y="4516"/>
                </a:lnTo>
                <a:close/>
              </a:path>
              <a:path w="50165" h="50800">
                <a:moveTo>
                  <a:pt x="42946" y="4516"/>
                </a:moveTo>
                <a:lnTo>
                  <a:pt x="40041" y="4516"/>
                </a:lnTo>
                <a:lnTo>
                  <a:pt x="42016" y="3581"/>
                </a:lnTo>
                <a:lnTo>
                  <a:pt x="42946" y="4516"/>
                </a:lnTo>
                <a:close/>
              </a:path>
              <a:path w="50165" h="50800">
                <a:moveTo>
                  <a:pt x="46104" y="8097"/>
                </a:moveTo>
                <a:lnTo>
                  <a:pt x="7022" y="8097"/>
                </a:lnTo>
                <a:lnTo>
                  <a:pt x="7519" y="7674"/>
                </a:lnTo>
                <a:lnTo>
                  <a:pt x="7870" y="7147"/>
                </a:lnTo>
                <a:lnTo>
                  <a:pt x="7986" y="6972"/>
                </a:lnTo>
                <a:lnTo>
                  <a:pt x="6823" y="4516"/>
                </a:lnTo>
                <a:lnTo>
                  <a:pt x="43289" y="4516"/>
                </a:lnTo>
                <a:lnTo>
                  <a:pt x="42126" y="6972"/>
                </a:lnTo>
                <a:lnTo>
                  <a:pt x="42593" y="7674"/>
                </a:lnTo>
                <a:lnTo>
                  <a:pt x="46101" y="7674"/>
                </a:lnTo>
                <a:lnTo>
                  <a:pt x="46104" y="8097"/>
                </a:lnTo>
                <a:close/>
              </a:path>
              <a:path w="50165" h="50800">
                <a:moveTo>
                  <a:pt x="46372" y="14968"/>
                </a:moveTo>
                <a:lnTo>
                  <a:pt x="3918" y="14968"/>
                </a:lnTo>
                <a:lnTo>
                  <a:pt x="4625" y="12855"/>
                </a:lnTo>
                <a:lnTo>
                  <a:pt x="2995" y="9281"/>
                </a:lnTo>
                <a:lnTo>
                  <a:pt x="4340" y="7147"/>
                </a:lnTo>
                <a:lnTo>
                  <a:pt x="7022" y="8097"/>
                </a:lnTo>
                <a:lnTo>
                  <a:pt x="46104" y="8097"/>
                </a:lnTo>
                <a:lnTo>
                  <a:pt x="46123" y="11693"/>
                </a:lnTo>
                <a:lnTo>
                  <a:pt x="45765" y="14361"/>
                </a:lnTo>
                <a:lnTo>
                  <a:pt x="46372" y="14968"/>
                </a:lnTo>
                <a:close/>
              </a:path>
              <a:path w="50165" h="50800">
                <a:moveTo>
                  <a:pt x="3462" y="14968"/>
                </a:moveTo>
                <a:lnTo>
                  <a:pt x="230" y="14968"/>
                </a:lnTo>
                <a:lnTo>
                  <a:pt x="831" y="14361"/>
                </a:lnTo>
                <a:lnTo>
                  <a:pt x="3462" y="14968"/>
                </a:lnTo>
                <a:close/>
              </a:path>
              <a:path w="50165" h="50800">
                <a:moveTo>
                  <a:pt x="875" y="36038"/>
                </a:moveTo>
                <a:lnTo>
                  <a:pt x="609" y="36038"/>
                </a:lnTo>
                <a:lnTo>
                  <a:pt x="503" y="35739"/>
                </a:lnTo>
                <a:lnTo>
                  <a:pt x="406" y="35461"/>
                </a:lnTo>
                <a:lnTo>
                  <a:pt x="214" y="34759"/>
                </a:lnTo>
                <a:lnTo>
                  <a:pt x="502" y="33166"/>
                </a:lnTo>
                <a:lnTo>
                  <a:pt x="502" y="20727"/>
                </a:lnTo>
                <a:lnTo>
                  <a:pt x="301" y="19601"/>
                </a:lnTo>
                <a:lnTo>
                  <a:pt x="217" y="19133"/>
                </a:lnTo>
                <a:lnTo>
                  <a:pt x="700" y="17547"/>
                </a:lnTo>
                <a:lnTo>
                  <a:pt x="0" y="14968"/>
                </a:lnTo>
                <a:lnTo>
                  <a:pt x="46372" y="14968"/>
                </a:lnTo>
                <a:lnTo>
                  <a:pt x="49647" y="14361"/>
                </a:lnTo>
                <a:lnTo>
                  <a:pt x="49675" y="14968"/>
                </a:lnTo>
                <a:lnTo>
                  <a:pt x="50114" y="16722"/>
                </a:lnTo>
                <a:lnTo>
                  <a:pt x="49685" y="19133"/>
                </a:lnTo>
                <a:lnTo>
                  <a:pt x="49602" y="33166"/>
                </a:lnTo>
                <a:lnTo>
                  <a:pt x="49858" y="34759"/>
                </a:lnTo>
                <a:lnTo>
                  <a:pt x="49675" y="35461"/>
                </a:lnTo>
                <a:lnTo>
                  <a:pt x="3674" y="35461"/>
                </a:lnTo>
                <a:lnTo>
                  <a:pt x="875" y="36038"/>
                </a:lnTo>
                <a:close/>
              </a:path>
              <a:path w="50165" h="50800">
                <a:moveTo>
                  <a:pt x="4318" y="43267"/>
                </a:moveTo>
                <a:lnTo>
                  <a:pt x="3243" y="41469"/>
                </a:lnTo>
                <a:lnTo>
                  <a:pt x="5114" y="36638"/>
                </a:lnTo>
                <a:lnTo>
                  <a:pt x="3674" y="35461"/>
                </a:lnTo>
                <a:lnTo>
                  <a:pt x="46431" y="35461"/>
                </a:lnTo>
                <a:lnTo>
                  <a:pt x="45001" y="36638"/>
                </a:lnTo>
                <a:lnTo>
                  <a:pt x="46902" y="41469"/>
                </a:lnTo>
                <a:lnTo>
                  <a:pt x="46365" y="42331"/>
                </a:lnTo>
                <a:lnTo>
                  <a:pt x="7058" y="42331"/>
                </a:lnTo>
                <a:lnTo>
                  <a:pt x="4318" y="43267"/>
                </a:lnTo>
                <a:close/>
              </a:path>
              <a:path w="50165" h="50800">
                <a:moveTo>
                  <a:pt x="49529" y="36038"/>
                </a:moveTo>
                <a:lnTo>
                  <a:pt x="46174" y="35461"/>
                </a:lnTo>
                <a:lnTo>
                  <a:pt x="49675" y="35461"/>
                </a:lnTo>
                <a:lnTo>
                  <a:pt x="49602" y="35739"/>
                </a:lnTo>
                <a:lnTo>
                  <a:pt x="49529" y="36038"/>
                </a:lnTo>
                <a:close/>
              </a:path>
              <a:path w="50165" h="50800">
                <a:moveTo>
                  <a:pt x="8350" y="46724"/>
                </a:moveTo>
                <a:lnTo>
                  <a:pt x="7987" y="46724"/>
                </a:lnTo>
                <a:lnTo>
                  <a:pt x="6934" y="45671"/>
                </a:lnTo>
                <a:lnTo>
                  <a:pt x="7986" y="43449"/>
                </a:lnTo>
                <a:lnTo>
                  <a:pt x="7519" y="42755"/>
                </a:lnTo>
                <a:lnTo>
                  <a:pt x="7028" y="42331"/>
                </a:lnTo>
                <a:lnTo>
                  <a:pt x="43090" y="42331"/>
                </a:lnTo>
                <a:lnTo>
                  <a:pt x="42593" y="42755"/>
                </a:lnTo>
                <a:lnTo>
                  <a:pt x="42252" y="43267"/>
                </a:lnTo>
                <a:lnTo>
                  <a:pt x="42130" y="43449"/>
                </a:lnTo>
                <a:lnTo>
                  <a:pt x="43174" y="45671"/>
                </a:lnTo>
                <a:lnTo>
                  <a:pt x="10572" y="45671"/>
                </a:lnTo>
                <a:lnTo>
                  <a:pt x="8350" y="46724"/>
                </a:lnTo>
                <a:close/>
              </a:path>
              <a:path w="50165" h="50800">
                <a:moveTo>
                  <a:pt x="45775" y="43267"/>
                </a:moveTo>
                <a:lnTo>
                  <a:pt x="43090" y="42331"/>
                </a:lnTo>
                <a:lnTo>
                  <a:pt x="46365" y="42331"/>
                </a:lnTo>
                <a:lnTo>
                  <a:pt x="45775" y="43267"/>
                </a:lnTo>
                <a:close/>
              </a:path>
              <a:path w="50165" h="50800">
                <a:moveTo>
                  <a:pt x="11729" y="46724"/>
                </a:moveTo>
                <a:lnTo>
                  <a:pt x="10150" y="45671"/>
                </a:lnTo>
                <a:lnTo>
                  <a:pt x="13951" y="45671"/>
                </a:lnTo>
                <a:lnTo>
                  <a:pt x="11729" y="46724"/>
                </a:lnTo>
                <a:close/>
              </a:path>
              <a:path w="50165" h="50800">
                <a:moveTo>
                  <a:pt x="16450" y="50341"/>
                </a:moveTo>
                <a:lnTo>
                  <a:pt x="14184" y="49654"/>
                </a:lnTo>
                <a:lnTo>
                  <a:pt x="14799" y="46724"/>
                </a:lnTo>
                <a:lnTo>
                  <a:pt x="14762" y="46482"/>
                </a:lnTo>
                <a:lnTo>
                  <a:pt x="13951" y="45671"/>
                </a:lnTo>
                <a:lnTo>
                  <a:pt x="36809" y="45671"/>
                </a:lnTo>
                <a:lnTo>
                  <a:pt x="35116" y="46482"/>
                </a:lnTo>
                <a:lnTo>
                  <a:pt x="35979" y="49369"/>
                </a:lnTo>
                <a:lnTo>
                  <a:pt x="35694" y="49654"/>
                </a:lnTo>
                <a:lnTo>
                  <a:pt x="20129" y="49654"/>
                </a:lnTo>
                <a:lnTo>
                  <a:pt x="16450" y="50341"/>
                </a:lnTo>
                <a:close/>
              </a:path>
              <a:path w="50165" h="50800">
                <a:moveTo>
                  <a:pt x="42374" y="46482"/>
                </a:moveTo>
                <a:lnTo>
                  <a:pt x="41447" y="46482"/>
                </a:lnTo>
                <a:lnTo>
                  <a:pt x="39597" y="46234"/>
                </a:lnTo>
                <a:lnTo>
                  <a:pt x="37928" y="46234"/>
                </a:lnTo>
                <a:lnTo>
                  <a:pt x="35345" y="45671"/>
                </a:lnTo>
                <a:lnTo>
                  <a:pt x="43185" y="45671"/>
                </a:lnTo>
                <a:lnTo>
                  <a:pt x="42374" y="46482"/>
                </a:lnTo>
                <a:close/>
              </a:path>
              <a:path w="50165" h="50800">
                <a:moveTo>
                  <a:pt x="28597" y="49947"/>
                </a:moveTo>
                <a:lnTo>
                  <a:pt x="22902" y="49654"/>
                </a:lnTo>
                <a:lnTo>
                  <a:pt x="34101" y="49654"/>
                </a:lnTo>
                <a:lnTo>
                  <a:pt x="28597" y="49947"/>
                </a:lnTo>
                <a:close/>
              </a:path>
              <a:path w="50165" h="50800">
                <a:moveTo>
                  <a:pt x="35255" y="50093"/>
                </a:moveTo>
                <a:lnTo>
                  <a:pt x="31989" y="49654"/>
                </a:lnTo>
                <a:lnTo>
                  <a:pt x="35694" y="49654"/>
                </a:lnTo>
                <a:lnTo>
                  <a:pt x="35255" y="500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495715" y="7726522"/>
            <a:ext cx="50800" cy="50165"/>
          </a:xfrm>
          <a:custGeom>
            <a:avLst/>
            <a:gdLst/>
            <a:ahLst/>
            <a:cxnLst/>
            <a:rect l="l" t="t" r="r" b="b"/>
            <a:pathLst>
              <a:path w="50800" h="50165">
                <a:moveTo>
                  <a:pt x="30243" y="49939"/>
                </a:moveTo>
                <a:lnTo>
                  <a:pt x="27363" y="49435"/>
                </a:lnTo>
                <a:lnTo>
                  <a:pt x="23153" y="49435"/>
                </a:lnTo>
                <a:lnTo>
                  <a:pt x="20274" y="49939"/>
                </a:lnTo>
                <a:lnTo>
                  <a:pt x="17621" y="49282"/>
                </a:lnTo>
                <a:lnTo>
                  <a:pt x="15165" y="49866"/>
                </a:lnTo>
                <a:lnTo>
                  <a:pt x="14149" y="48850"/>
                </a:lnTo>
                <a:lnTo>
                  <a:pt x="15202" y="46628"/>
                </a:lnTo>
                <a:lnTo>
                  <a:pt x="14734" y="45927"/>
                </a:lnTo>
                <a:lnTo>
                  <a:pt x="14032" y="45459"/>
                </a:lnTo>
                <a:lnTo>
                  <a:pt x="11818" y="46512"/>
                </a:lnTo>
                <a:lnTo>
                  <a:pt x="10743" y="45437"/>
                </a:lnTo>
                <a:lnTo>
                  <a:pt x="11796" y="42791"/>
                </a:lnTo>
                <a:lnTo>
                  <a:pt x="10531" y="41958"/>
                </a:lnTo>
                <a:lnTo>
                  <a:pt x="8310" y="43011"/>
                </a:lnTo>
                <a:lnTo>
                  <a:pt x="7140" y="41841"/>
                </a:lnTo>
                <a:lnTo>
                  <a:pt x="8309" y="39503"/>
                </a:lnTo>
                <a:lnTo>
                  <a:pt x="7235" y="38428"/>
                </a:lnTo>
                <a:lnTo>
                  <a:pt x="4589" y="39481"/>
                </a:lnTo>
                <a:lnTo>
                  <a:pt x="3683" y="38114"/>
                </a:lnTo>
                <a:lnTo>
                  <a:pt x="4655" y="36294"/>
                </a:lnTo>
                <a:lnTo>
                  <a:pt x="4224" y="35410"/>
                </a:lnTo>
                <a:lnTo>
                  <a:pt x="3522" y="34942"/>
                </a:lnTo>
                <a:lnTo>
                  <a:pt x="1300" y="35994"/>
                </a:lnTo>
                <a:lnTo>
                  <a:pt x="270" y="34964"/>
                </a:lnTo>
                <a:lnTo>
                  <a:pt x="891" y="32537"/>
                </a:lnTo>
                <a:lnTo>
                  <a:pt x="167" y="29936"/>
                </a:lnTo>
                <a:lnTo>
                  <a:pt x="716" y="26939"/>
                </a:lnTo>
                <a:lnTo>
                  <a:pt x="716" y="23753"/>
                </a:lnTo>
                <a:lnTo>
                  <a:pt x="584" y="22503"/>
                </a:lnTo>
                <a:lnTo>
                  <a:pt x="847" y="20325"/>
                </a:lnTo>
                <a:lnTo>
                  <a:pt x="0" y="14953"/>
                </a:lnTo>
                <a:lnTo>
                  <a:pt x="1417" y="13784"/>
                </a:lnTo>
                <a:lnTo>
                  <a:pt x="3435" y="14821"/>
                </a:lnTo>
                <a:lnTo>
                  <a:pt x="4224" y="14361"/>
                </a:lnTo>
                <a:lnTo>
                  <a:pt x="4684" y="13659"/>
                </a:lnTo>
                <a:lnTo>
                  <a:pt x="3639" y="11437"/>
                </a:lnTo>
                <a:lnTo>
                  <a:pt x="4713" y="10363"/>
                </a:lnTo>
                <a:lnTo>
                  <a:pt x="7359" y="11416"/>
                </a:lnTo>
                <a:lnTo>
                  <a:pt x="8192" y="10151"/>
                </a:lnTo>
                <a:lnTo>
                  <a:pt x="7140" y="7929"/>
                </a:lnTo>
                <a:lnTo>
                  <a:pt x="8309" y="6760"/>
                </a:lnTo>
                <a:lnTo>
                  <a:pt x="10648" y="7929"/>
                </a:lnTo>
                <a:lnTo>
                  <a:pt x="11723" y="6855"/>
                </a:lnTo>
                <a:lnTo>
                  <a:pt x="10670" y="4209"/>
                </a:lnTo>
                <a:lnTo>
                  <a:pt x="12037" y="3296"/>
                </a:lnTo>
                <a:lnTo>
                  <a:pt x="13857" y="4268"/>
                </a:lnTo>
                <a:lnTo>
                  <a:pt x="14734" y="3837"/>
                </a:lnTo>
                <a:lnTo>
                  <a:pt x="15063" y="3464"/>
                </a:lnTo>
                <a:lnTo>
                  <a:pt x="14325" y="496"/>
                </a:lnTo>
                <a:lnTo>
                  <a:pt x="15531" y="0"/>
                </a:lnTo>
                <a:lnTo>
                  <a:pt x="17372" y="328"/>
                </a:lnTo>
                <a:lnTo>
                  <a:pt x="33137" y="328"/>
                </a:lnTo>
                <a:lnTo>
                  <a:pt x="35001" y="0"/>
                </a:lnTo>
                <a:lnTo>
                  <a:pt x="36200" y="504"/>
                </a:lnTo>
                <a:lnTo>
                  <a:pt x="35447" y="3464"/>
                </a:lnTo>
                <a:lnTo>
                  <a:pt x="35783" y="3837"/>
                </a:lnTo>
                <a:lnTo>
                  <a:pt x="36485" y="4304"/>
                </a:lnTo>
                <a:lnTo>
                  <a:pt x="38706" y="3252"/>
                </a:lnTo>
                <a:lnTo>
                  <a:pt x="39781" y="4326"/>
                </a:lnTo>
                <a:lnTo>
                  <a:pt x="38728" y="6972"/>
                </a:lnTo>
                <a:lnTo>
                  <a:pt x="39993" y="7812"/>
                </a:lnTo>
                <a:lnTo>
                  <a:pt x="42215" y="6760"/>
                </a:lnTo>
                <a:lnTo>
                  <a:pt x="43384" y="7929"/>
                </a:lnTo>
                <a:lnTo>
                  <a:pt x="42215" y="10268"/>
                </a:lnTo>
                <a:lnTo>
                  <a:pt x="43289" y="11342"/>
                </a:lnTo>
                <a:lnTo>
                  <a:pt x="45935" y="10290"/>
                </a:lnTo>
                <a:lnTo>
                  <a:pt x="46848" y="11664"/>
                </a:lnTo>
                <a:lnTo>
                  <a:pt x="45876" y="13477"/>
                </a:lnTo>
                <a:lnTo>
                  <a:pt x="46308" y="14361"/>
                </a:lnTo>
                <a:lnTo>
                  <a:pt x="47009" y="14829"/>
                </a:lnTo>
                <a:lnTo>
                  <a:pt x="49231" y="13776"/>
                </a:lnTo>
                <a:lnTo>
                  <a:pt x="50145" y="14690"/>
                </a:lnTo>
                <a:lnTo>
                  <a:pt x="49794" y="17357"/>
                </a:lnTo>
                <a:lnTo>
                  <a:pt x="49998" y="21355"/>
                </a:lnTo>
                <a:lnTo>
                  <a:pt x="49816" y="24907"/>
                </a:lnTo>
                <a:lnTo>
                  <a:pt x="49816" y="29373"/>
                </a:lnTo>
                <a:lnTo>
                  <a:pt x="50101" y="30973"/>
                </a:lnTo>
                <a:lnTo>
                  <a:pt x="49618" y="32552"/>
                </a:lnTo>
                <a:lnTo>
                  <a:pt x="50269" y="34957"/>
                </a:lnTo>
                <a:lnTo>
                  <a:pt x="49231" y="35994"/>
                </a:lnTo>
                <a:lnTo>
                  <a:pt x="46965" y="34942"/>
                </a:lnTo>
                <a:lnTo>
                  <a:pt x="46307" y="35410"/>
                </a:lnTo>
                <a:lnTo>
                  <a:pt x="45840" y="36111"/>
                </a:lnTo>
                <a:lnTo>
                  <a:pt x="46892" y="38333"/>
                </a:lnTo>
                <a:lnTo>
                  <a:pt x="45818" y="39408"/>
                </a:lnTo>
                <a:lnTo>
                  <a:pt x="43172" y="38355"/>
                </a:lnTo>
                <a:lnTo>
                  <a:pt x="42331" y="39620"/>
                </a:lnTo>
                <a:lnTo>
                  <a:pt x="43384" y="41841"/>
                </a:lnTo>
                <a:lnTo>
                  <a:pt x="42215" y="43011"/>
                </a:lnTo>
                <a:lnTo>
                  <a:pt x="39876" y="41841"/>
                </a:lnTo>
                <a:lnTo>
                  <a:pt x="38801" y="42916"/>
                </a:lnTo>
                <a:lnTo>
                  <a:pt x="39854" y="45561"/>
                </a:lnTo>
                <a:lnTo>
                  <a:pt x="38480" y="46468"/>
                </a:lnTo>
                <a:lnTo>
                  <a:pt x="36667" y="45496"/>
                </a:lnTo>
                <a:lnTo>
                  <a:pt x="35783" y="45927"/>
                </a:lnTo>
                <a:lnTo>
                  <a:pt x="35315" y="46628"/>
                </a:lnTo>
                <a:lnTo>
                  <a:pt x="36367" y="48850"/>
                </a:lnTo>
                <a:lnTo>
                  <a:pt x="35352" y="49866"/>
                </a:lnTo>
                <a:lnTo>
                  <a:pt x="32896" y="49282"/>
                </a:lnTo>
                <a:lnTo>
                  <a:pt x="30243" y="49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706371" y="7726324"/>
            <a:ext cx="50800" cy="50165"/>
          </a:xfrm>
          <a:custGeom>
            <a:avLst/>
            <a:gdLst/>
            <a:ahLst/>
            <a:cxnLst/>
            <a:rect l="l" t="t" r="r" b="b"/>
            <a:pathLst>
              <a:path w="50800" h="50165">
                <a:moveTo>
                  <a:pt x="22021" y="50166"/>
                </a:moveTo>
                <a:lnTo>
                  <a:pt x="21341" y="49340"/>
                </a:lnTo>
                <a:lnTo>
                  <a:pt x="21889" y="46212"/>
                </a:lnTo>
                <a:lnTo>
                  <a:pt x="19602" y="45591"/>
                </a:lnTo>
                <a:lnTo>
                  <a:pt x="16634" y="46132"/>
                </a:lnTo>
                <a:lnTo>
                  <a:pt x="13872" y="46132"/>
                </a:lnTo>
                <a:lnTo>
                  <a:pt x="11635" y="46482"/>
                </a:lnTo>
                <a:lnTo>
                  <a:pt x="10517" y="45810"/>
                </a:lnTo>
                <a:lnTo>
                  <a:pt x="11518" y="43084"/>
                </a:lnTo>
                <a:lnTo>
                  <a:pt x="10568" y="42141"/>
                </a:lnTo>
                <a:lnTo>
                  <a:pt x="7922" y="43193"/>
                </a:lnTo>
                <a:lnTo>
                  <a:pt x="7009" y="41819"/>
                </a:lnTo>
                <a:lnTo>
                  <a:pt x="7981" y="40007"/>
                </a:lnTo>
                <a:lnTo>
                  <a:pt x="7549" y="39123"/>
                </a:lnTo>
                <a:lnTo>
                  <a:pt x="7184" y="38801"/>
                </a:lnTo>
                <a:lnTo>
                  <a:pt x="4202" y="39532"/>
                </a:lnTo>
                <a:lnTo>
                  <a:pt x="3245" y="37127"/>
                </a:lnTo>
                <a:lnTo>
                  <a:pt x="4567" y="34204"/>
                </a:lnTo>
                <a:lnTo>
                  <a:pt x="3888" y="31485"/>
                </a:lnTo>
                <a:lnTo>
                  <a:pt x="4472" y="29029"/>
                </a:lnTo>
                <a:lnTo>
                  <a:pt x="3829" y="28386"/>
                </a:lnTo>
                <a:lnTo>
                  <a:pt x="555" y="28817"/>
                </a:lnTo>
                <a:lnTo>
                  <a:pt x="0" y="22020"/>
                </a:lnTo>
                <a:lnTo>
                  <a:pt x="833" y="21341"/>
                </a:lnTo>
                <a:lnTo>
                  <a:pt x="3961" y="21889"/>
                </a:lnTo>
                <a:lnTo>
                  <a:pt x="4582" y="19601"/>
                </a:lnTo>
                <a:lnTo>
                  <a:pt x="4041" y="16634"/>
                </a:lnTo>
                <a:lnTo>
                  <a:pt x="4041" y="13871"/>
                </a:lnTo>
                <a:lnTo>
                  <a:pt x="3690" y="11635"/>
                </a:lnTo>
                <a:lnTo>
                  <a:pt x="4363" y="10517"/>
                </a:lnTo>
                <a:lnTo>
                  <a:pt x="7089" y="11518"/>
                </a:lnTo>
                <a:lnTo>
                  <a:pt x="8039" y="10568"/>
                </a:lnTo>
                <a:lnTo>
                  <a:pt x="6987" y="7922"/>
                </a:lnTo>
                <a:lnTo>
                  <a:pt x="8361" y="7008"/>
                </a:lnTo>
                <a:lnTo>
                  <a:pt x="10173" y="7981"/>
                </a:lnTo>
                <a:lnTo>
                  <a:pt x="11058" y="7549"/>
                </a:lnTo>
                <a:lnTo>
                  <a:pt x="11379" y="7184"/>
                </a:lnTo>
                <a:lnTo>
                  <a:pt x="10656" y="4202"/>
                </a:lnTo>
                <a:lnTo>
                  <a:pt x="13053" y="3245"/>
                </a:lnTo>
                <a:lnTo>
                  <a:pt x="15976" y="4567"/>
                </a:lnTo>
                <a:lnTo>
                  <a:pt x="18695" y="3888"/>
                </a:lnTo>
                <a:lnTo>
                  <a:pt x="21151" y="4472"/>
                </a:lnTo>
                <a:lnTo>
                  <a:pt x="21794" y="3829"/>
                </a:lnTo>
                <a:lnTo>
                  <a:pt x="21363" y="555"/>
                </a:lnTo>
                <a:lnTo>
                  <a:pt x="28167" y="0"/>
                </a:lnTo>
                <a:lnTo>
                  <a:pt x="28876" y="869"/>
                </a:lnTo>
                <a:lnTo>
                  <a:pt x="28247" y="3917"/>
                </a:lnTo>
                <a:lnTo>
                  <a:pt x="29475" y="4348"/>
                </a:lnTo>
                <a:lnTo>
                  <a:pt x="31171" y="4041"/>
                </a:lnTo>
                <a:lnTo>
                  <a:pt x="32896" y="4041"/>
                </a:lnTo>
                <a:lnTo>
                  <a:pt x="34920" y="3698"/>
                </a:lnTo>
                <a:lnTo>
                  <a:pt x="36324" y="4392"/>
                </a:lnTo>
                <a:lnTo>
                  <a:pt x="38582" y="3500"/>
                </a:lnTo>
                <a:lnTo>
                  <a:pt x="39708" y="4626"/>
                </a:lnTo>
                <a:lnTo>
                  <a:pt x="38538" y="6965"/>
                </a:lnTo>
                <a:lnTo>
                  <a:pt x="39708" y="8134"/>
                </a:lnTo>
                <a:lnTo>
                  <a:pt x="42046" y="6965"/>
                </a:lnTo>
                <a:lnTo>
                  <a:pt x="43216" y="8134"/>
                </a:lnTo>
                <a:lnTo>
                  <a:pt x="42164" y="10356"/>
                </a:lnTo>
                <a:lnTo>
                  <a:pt x="42631" y="11057"/>
                </a:lnTo>
                <a:lnTo>
                  <a:pt x="43077" y="11445"/>
                </a:lnTo>
                <a:lnTo>
                  <a:pt x="45876" y="10575"/>
                </a:lnTo>
                <a:lnTo>
                  <a:pt x="47060" y="12782"/>
                </a:lnTo>
                <a:lnTo>
                  <a:pt x="45664" y="16152"/>
                </a:lnTo>
                <a:lnTo>
                  <a:pt x="46293" y="18695"/>
                </a:lnTo>
                <a:lnTo>
                  <a:pt x="45708" y="21151"/>
                </a:lnTo>
                <a:lnTo>
                  <a:pt x="46344" y="21787"/>
                </a:lnTo>
                <a:lnTo>
                  <a:pt x="49633" y="21385"/>
                </a:lnTo>
                <a:lnTo>
                  <a:pt x="50203" y="28145"/>
                </a:lnTo>
                <a:lnTo>
                  <a:pt x="49348" y="28847"/>
                </a:lnTo>
                <a:lnTo>
                  <a:pt x="46220" y="28298"/>
                </a:lnTo>
                <a:lnTo>
                  <a:pt x="45599" y="30579"/>
                </a:lnTo>
                <a:lnTo>
                  <a:pt x="46139" y="33553"/>
                </a:lnTo>
                <a:lnTo>
                  <a:pt x="46139" y="36316"/>
                </a:lnTo>
                <a:lnTo>
                  <a:pt x="46490" y="38545"/>
                </a:lnTo>
                <a:lnTo>
                  <a:pt x="45818" y="39663"/>
                </a:lnTo>
                <a:lnTo>
                  <a:pt x="43092" y="38662"/>
                </a:lnTo>
                <a:lnTo>
                  <a:pt x="42142" y="39612"/>
                </a:lnTo>
                <a:lnTo>
                  <a:pt x="43194" y="42258"/>
                </a:lnTo>
                <a:lnTo>
                  <a:pt x="41827" y="43172"/>
                </a:lnTo>
                <a:lnTo>
                  <a:pt x="40000" y="42192"/>
                </a:lnTo>
                <a:lnTo>
                  <a:pt x="39123" y="42631"/>
                </a:lnTo>
                <a:lnTo>
                  <a:pt x="38801" y="42989"/>
                </a:lnTo>
                <a:lnTo>
                  <a:pt x="39525" y="45978"/>
                </a:lnTo>
                <a:lnTo>
                  <a:pt x="37127" y="46928"/>
                </a:lnTo>
                <a:lnTo>
                  <a:pt x="34204" y="45613"/>
                </a:lnTo>
                <a:lnTo>
                  <a:pt x="31485" y="46285"/>
                </a:lnTo>
                <a:lnTo>
                  <a:pt x="29030" y="45700"/>
                </a:lnTo>
                <a:lnTo>
                  <a:pt x="28386" y="46343"/>
                </a:lnTo>
                <a:lnTo>
                  <a:pt x="28818" y="49618"/>
                </a:lnTo>
                <a:lnTo>
                  <a:pt x="22021" y="501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657234" y="772959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11861" y="43595"/>
                </a:moveTo>
                <a:lnTo>
                  <a:pt x="10845" y="42346"/>
                </a:lnTo>
                <a:lnTo>
                  <a:pt x="11795" y="39693"/>
                </a:lnTo>
                <a:lnTo>
                  <a:pt x="10553" y="38903"/>
                </a:lnTo>
                <a:lnTo>
                  <a:pt x="8339" y="39934"/>
                </a:lnTo>
                <a:lnTo>
                  <a:pt x="7264" y="38867"/>
                </a:lnTo>
                <a:lnTo>
                  <a:pt x="8317" y="36221"/>
                </a:lnTo>
                <a:lnTo>
                  <a:pt x="7301" y="35549"/>
                </a:lnTo>
                <a:lnTo>
                  <a:pt x="4480" y="36287"/>
                </a:lnTo>
                <a:lnTo>
                  <a:pt x="3756" y="34942"/>
                </a:lnTo>
                <a:lnTo>
                  <a:pt x="4640" y="33298"/>
                </a:lnTo>
                <a:lnTo>
                  <a:pt x="4246" y="32340"/>
                </a:lnTo>
                <a:lnTo>
                  <a:pt x="3544" y="31872"/>
                </a:lnTo>
                <a:lnTo>
                  <a:pt x="1322" y="32925"/>
                </a:lnTo>
                <a:lnTo>
                  <a:pt x="285" y="31887"/>
                </a:lnTo>
                <a:lnTo>
                  <a:pt x="935" y="29482"/>
                </a:lnTo>
                <a:lnTo>
                  <a:pt x="453" y="27904"/>
                </a:lnTo>
                <a:lnTo>
                  <a:pt x="738" y="26303"/>
                </a:lnTo>
                <a:lnTo>
                  <a:pt x="738" y="23065"/>
                </a:lnTo>
                <a:lnTo>
                  <a:pt x="423" y="20544"/>
                </a:lnTo>
                <a:lnTo>
                  <a:pt x="891" y="17241"/>
                </a:lnTo>
                <a:lnTo>
                  <a:pt x="0" y="11898"/>
                </a:lnTo>
                <a:lnTo>
                  <a:pt x="1439" y="10714"/>
                </a:lnTo>
                <a:lnTo>
                  <a:pt x="3449" y="11752"/>
                </a:lnTo>
                <a:lnTo>
                  <a:pt x="4246" y="11291"/>
                </a:lnTo>
                <a:lnTo>
                  <a:pt x="4640" y="10341"/>
                </a:lnTo>
                <a:lnTo>
                  <a:pt x="3749" y="8675"/>
                </a:lnTo>
                <a:lnTo>
                  <a:pt x="4531" y="7272"/>
                </a:lnTo>
                <a:lnTo>
                  <a:pt x="7315" y="8222"/>
                </a:lnTo>
                <a:lnTo>
                  <a:pt x="8244" y="7293"/>
                </a:lnTo>
                <a:lnTo>
                  <a:pt x="7191" y="4648"/>
                </a:lnTo>
                <a:lnTo>
                  <a:pt x="8558" y="3734"/>
                </a:lnTo>
                <a:lnTo>
                  <a:pt x="10385" y="4706"/>
                </a:lnTo>
                <a:lnTo>
                  <a:pt x="11262" y="4275"/>
                </a:lnTo>
                <a:lnTo>
                  <a:pt x="11730" y="3573"/>
                </a:lnTo>
                <a:lnTo>
                  <a:pt x="10677" y="1352"/>
                </a:lnTo>
                <a:lnTo>
                  <a:pt x="11715" y="314"/>
                </a:lnTo>
                <a:lnTo>
                  <a:pt x="14120" y="964"/>
                </a:lnTo>
                <a:lnTo>
                  <a:pt x="15698" y="482"/>
                </a:lnTo>
                <a:lnTo>
                  <a:pt x="17299" y="767"/>
                </a:lnTo>
                <a:lnTo>
                  <a:pt x="20558" y="767"/>
                </a:lnTo>
                <a:lnTo>
                  <a:pt x="23029" y="504"/>
                </a:lnTo>
                <a:lnTo>
                  <a:pt x="27268" y="1001"/>
                </a:lnTo>
                <a:lnTo>
                  <a:pt x="30513" y="0"/>
                </a:lnTo>
                <a:lnTo>
                  <a:pt x="32757" y="957"/>
                </a:lnTo>
                <a:lnTo>
                  <a:pt x="31945" y="3910"/>
                </a:lnTo>
                <a:lnTo>
                  <a:pt x="32903" y="4867"/>
                </a:lnTo>
                <a:lnTo>
                  <a:pt x="35205" y="3698"/>
                </a:lnTo>
                <a:lnTo>
                  <a:pt x="36411" y="4823"/>
                </a:lnTo>
                <a:lnTo>
                  <a:pt x="35249" y="7206"/>
                </a:lnTo>
                <a:lnTo>
                  <a:pt x="36309" y="8273"/>
                </a:lnTo>
                <a:lnTo>
                  <a:pt x="38954" y="7220"/>
                </a:lnTo>
                <a:lnTo>
                  <a:pt x="39868" y="8594"/>
                </a:lnTo>
                <a:lnTo>
                  <a:pt x="38896" y="10407"/>
                </a:lnTo>
                <a:lnTo>
                  <a:pt x="39327" y="11291"/>
                </a:lnTo>
                <a:lnTo>
                  <a:pt x="40029" y="11759"/>
                </a:lnTo>
                <a:lnTo>
                  <a:pt x="42251" y="10707"/>
                </a:lnTo>
                <a:lnTo>
                  <a:pt x="43288" y="11744"/>
                </a:lnTo>
                <a:lnTo>
                  <a:pt x="42645" y="14149"/>
                </a:lnTo>
                <a:lnTo>
                  <a:pt x="43120" y="15735"/>
                </a:lnTo>
                <a:lnTo>
                  <a:pt x="42835" y="17328"/>
                </a:lnTo>
                <a:lnTo>
                  <a:pt x="42835" y="20566"/>
                </a:lnTo>
                <a:lnTo>
                  <a:pt x="43149" y="23095"/>
                </a:lnTo>
                <a:lnTo>
                  <a:pt x="42682" y="26391"/>
                </a:lnTo>
                <a:lnTo>
                  <a:pt x="43573" y="31734"/>
                </a:lnTo>
                <a:lnTo>
                  <a:pt x="42134" y="32918"/>
                </a:lnTo>
                <a:lnTo>
                  <a:pt x="40124" y="31887"/>
                </a:lnTo>
                <a:lnTo>
                  <a:pt x="39327" y="32340"/>
                </a:lnTo>
                <a:lnTo>
                  <a:pt x="38859" y="33042"/>
                </a:lnTo>
                <a:lnTo>
                  <a:pt x="39912" y="35264"/>
                </a:lnTo>
                <a:lnTo>
                  <a:pt x="38837" y="36338"/>
                </a:lnTo>
                <a:lnTo>
                  <a:pt x="36192" y="35286"/>
                </a:lnTo>
                <a:lnTo>
                  <a:pt x="35351" y="36550"/>
                </a:lnTo>
                <a:lnTo>
                  <a:pt x="36404" y="38772"/>
                </a:lnTo>
                <a:lnTo>
                  <a:pt x="35234" y="39941"/>
                </a:lnTo>
                <a:lnTo>
                  <a:pt x="32896" y="38772"/>
                </a:lnTo>
                <a:lnTo>
                  <a:pt x="31821" y="39846"/>
                </a:lnTo>
                <a:lnTo>
                  <a:pt x="32874" y="42492"/>
                </a:lnTo>
                <a:lnTo>
                  <a:pt x="31624" y="43318"/>
                </a:lnTo>
                <a:lnTo>
                  <a:pt x="29629" y="42675"/>
                </a:lnTo>
                <a:lnTo>
                  <a:pt x="26727" y="43332"/>
                </a:lnTo>
                <a:lnTo>
                  <a:pt x="23928" y="42857"/>
                </a:lnTo>
                <a:lnTo>
                  <a:pt x="20661" y="42857"/>
                </a:lnTo>
                <a:lnTo>
                  <a:pt x="19389" y="43011"/>
                </a:lnTo>
                <a:lnTo>
                  <a:pt x="17211" y="42711"/>
                </a:lnTo>
                <a:lnTo>
                  <a:pt x="11861" y="435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20602" y="773005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18300" y="42952"/>
                </a:moveTo>
                <a:lnTo>
                  <a:pt x="17599" y="42097"/>
                </a:lnTo>
                <a:lnTo>
                  <a:pt x="18147" y="38969"/>
                </a:lnTo>
                <a:lnTo>
                  <a:pt x="15867" y="38355"/>
                </a:lnTo>
                <a:lnTo>
                  <a:pt x="12892" y="38896"/>
                </a:lnTo>
                <a:lnTo>
                  <a:pt x="10122" y="38896"/>
                </a:lnTo>
                <a:lnTo>
                  <a:pt x="7922" y="39247"/>
                </a:lnTo>
                <a:lnTo>
                  <a:pt x="6811" y="38589"/>
                </a:lnTo>
                <a:lnTo>
                  <a:pt x="7732" y="35863"/>
                </a:lnTo>
                <a:lnTo>
                  <a:pt x="7323" y="35388"/>
                </a:lnTo>
                <a:lnTo>
                  <a:pt x="6855" y="34979"/>
                </a:lnTo>
                <a:lnTo>
                  <a:pt x="4114" y="35899"/>
                </a:lnTo>
                <a:lnTo>
                  <a:pt x="2864" y="33773"/>
                </a:lnTo>
                <a:lnTo>
                  <a:pt x="4275" y="30221"/>
                </a:lnTo>
                <a:lnTo>
                  <a:pt x="3661" y="27750"/>
                </a:lnTo>
                <a:lnTo>
                  <a:pt x="4246" y="25295"/>
                </a:lnTo>
                <a:lnTo>
                  <a:pt x="3486" y="24535"/>
                </a:lnTo>
                <a:lnTo>
                  <a:pt x="445" y="25251"/>
                </a:lnTo>
                <a:lnTo>
                  <a:pt x="0" y="23994"/>
                </a:lnTo>
                <a:lnTo>
                  <a:pt x="306" y="22283"/>
                </a:lnTo>
                <a:lnTo>
                  <a:pt x="306" y="20222"/>
                </a:lnTo>
                <a:lnTo>
                  <a:pt x="167" y="18973"/>
                </a:lnTo>
                <a:lnTo>
                  <a:pt x="336" y="17613"/>
                </a:lnTo>
                <a:lnTo>
                  <a:pt x="3712" y="18103"/>
                </a:lnTo>
                <a:lnTo>
                  <a:pt x="4611" y="15852"/>
                </a:lnTo>
                <a:lnTo>
                  <a:pt x="3289" y="12928"/>
                </a:lnTo>
                <a:lnTo>
                  <a:pt x="3968" y="10210"/>
                </a:lnTo>
                <a:lnTo>
                  <a:pt x="3384" y="7754"/>
                </a:lnTo>
                <a:lnTo>
                  <a:pt x="4399" y="6738"/>
                </a:lnTo>
                <a:lnTo>
                  <a:pt x="6621" y="7790"/>
                </a:lnTo>
                <a:lnTo>
                  <a:pt x="7323" y="7323"/>
                </a:lnTo>
                <a:lnTo>
                  <a:pt x="7732" y="6848"/>
                </a:lnTo>
                <a:lnTo>
                  <a:pt x="6811" y="4114"/>
                </a:lnTo>
                <a:lnTo>
                  <a:pt x="8938" y="2864"/>
                </a:lnTo>
                <a:lnTo>
                  <a:pt x="12490" y="4275"/>
                </a:lnTo>
                <a:lnTo>
                  <a:pt x="14960" y="3661"/>
                </a:lnTo>
                <a:lnTo>
                  <a:pt x="17416" y="4246"/>
                </a:lnTo>
                <a:lnTo>
                  <a:pt x="18169" y="3486"/>
                </a:lnTo>
                <a:lnTo>
                  <a:pt x="17453" y="445"/>
                </a:lnTo>
                <a:lnTo>
                  <a:pt x="18710" y="0"/>
                </a:lnTo>
                <a:lnTo>
                  <a:pt x="20427" y="306"/>
                </a:lnTo>
                <a:lnTo>
                  <a:pt x="22481" y="306"/>
                </a:lnTo>
                <a:lnTo>
                  <a:pt x="23738" y="168"/>
                </a:lnTo>
                <a:lnTo>
                  <a:pt x="25090" y="336"/>
                </a:lnTo>
                <a:lnTo>
                  <a:pt x="24601" y="3712"/>
                </a:lnTo>
                <a:lnTo>
                  <a:pt x="26852" y="4611"/>
                </a:lnTo>
                <a:lnTo>
                  <a:pt x="29775" y="3288"/>
                </a:lnTo>
                <a:lnTo>
                  <a:pt x="32494" y="3968"/>
                </a:lnTo>
                <a:lnTo>
                  <a:pt x="34949" y="3383"/>
                </a:lnTo>
                <a:lnTo>
                  <a:pt x="35958" y="4399"/>
                </a:lnTo>
                <a:lnTo>
                  <a:pt x="34913" y="6621"/>
                </a:lnTo>
                <a:lnTo>
                  <a:pt x="35373" y="7323"/>
                </a:lnTo>
                <a:lnTo>
                  <a:pt x="38889" y="7323"/>
                </a:lnTo>
                <a:lnTo>
                  <a:pt x="39313" y="9559"/>
                </a:lnTo>
                <a:lnTo>
                  <a:pt x="38341" y="12139"/>
                </a:lnTo>
                <a:lnTo>
                  <a:pt x="39043" y="14960"/>
                </a:lnTo>
                <a:lnTo>
                  <a:pt x="38458" y="17416"/>
                </a:lnTo>
                <a:lnTo>
                  <a:pt x="39218" y="18176"/>
                </a:lnTo>
                <a:lnTo>
                  <a:pt x="42258" y="17460"/>
                </a:lnTo>
                <a:lnTo>
                  <a:pt x="42697" y="18717"/>
                </a:lnTo>
                <a:lnTo>
                  <a:pt x="42390" y="20427"/>
                </a:lnTo>
                <a:lnTo>
                  <a:pt x="42390" y="22488"/>
                </a:lnTo>
                <a:lnTo>
                  <a:pt x="42529" y="23738"/>
                </a:lnTo>
                <a:lnTo>
                  <a:pt x="42361" y="25097"/>
                </a:lnTo>
                <a:lnTo>
                  <a:pt x="38984" y="24615"/>
                </a:lnTo>
                <a:lnTo>
                  <a:pt x="38092" y="26859"/>
                </a:lnTo>
                <a:lnTo>
                  <a:pt x="39408" y="29782"/>
                </a:lnTo>
                <a:lnTo>
                  <a:pt x="38736" y="32501"/>
                </a:lnTo>
                <a:lnTo>
                  <a:pt x="39320" y="34957"/>
                </a:lnTo>
                <a:lnTo>
                  <a:pt x="38304" y="35973"/>
                </a:lnTo>
                <a:lnTo>
                  <a:pt x="36083" y="34920"/>
                </a:lnTo>
                <a:lnTo>
                  <a:pt x="35381" y="35388"/>
                </a:lnTo>
                <a:lnTo>
                  <a:pt x="34972" y="35863"/>
                </a:lnTo>
                <a:lnTo>
                  <a:pt x="35893" y="38596"/>
                </a:lnTo>
                <a:lnTo>
                  <a:pt x="33766" y="39839"/>
                </a:lnTo>
                <a:lnTo>
                  <a:pt x="30221" y="38436"/>
                </a:lnTo>
                <a:lnTo>
                  <a:pt x="27751" y="39049"/>
                </a:lnTo>
                <a:lnTo>
                  <a:pt x="25295" y="38465"/>
                </a:lnTo>
                <a:lnTo>
                  <a:pt x="24659" y="39093"/>
                </a:lnTo>
                <a:lnTo>
                  <a:pt x="25054" y="42389"/>
                </a:lnTo>
                <a:lnTo>
                  <a:pt x="18300" y="42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450530" y="7733238"/>
            <a:ext cx="36830" cy="36195"/>
          </a:xfrm>
          <a:custGeom>
            <a:avLst/>
            <a:gdLst/>
            <a:ahLst/>
            <a:cxnLst/>
            <a:rect l="l" t="t" r="r" b="b"/>
            <a:pathLst>
              <a:path w="36830" h="36195">
                <a:moveTo>
                  <a:pt x="24235" y="36038"/>
                </a:moveTo>
                <a:lnTo>
                  <a:pt x="22364" y="35709"/>
                </a:lnTo>
                <a:lnTo>
                  <a:pt x="13689" y="35709"/>
                </a:lnTo>
                <a:lnTo>
                  <a:pt x="11693" y="36046"/>
                </a:lnTo>
                <a:lnTo>
                  <a:pt x="10531" y="35490"/>
                </a:lnTo>
                <a:lnTo>
                  <a:pt x="11350" y="32611"/>
                </a:lnTo>
                <a:lnTo>
                  <a:pt x="10985" y="32201"/>
                </a:lnTo>
                <a:lnTo>
                  <a:pt x="3968" y="32201"/>
                </a:lnTo>
                <a:lnTo>
                  <a:pt x="3968" y="25185"/>
                </a:lnTo>
                <a:lnTo>
                  <a:pt x="3266" y="24717"/>
                </a:lnTo>
                <a:lnTo>
                  <a:pt x="1045" y="25770"/>
                </a:lnTo>
                <a:lnTo>
                  <a:pt x="29" y="24754"/>
                </a:lnTo>
                <a:lnTo>
                  <a:pt x="613" y="22298"/>
                </a:lnTo>
                <a:lnTo>
                  <a:pt x="0" y="19828"/>
                </a:lnTo>
                <a:lnTo>
                  <a:pt x="518" y="14120"/>
                </a:lnTo>
                <a:lnTo>
                  <a:pt x="102" y="11511"/>
                </a:lnTo>
                <a:lnTo>
                  <a:pt x="833" y="10787"/>
                </a:lnTo>
                <a:lnTo>
                  <a:pt x="3785" y="11598"/>
                </a:lnTo>
                <a:lnTo>
                  <a:pt x="4816" y="9172"/>
                </a:lnTo>
                <a:lnTo>
                  <a:pt x="3318" y="6197"/>
                </a:lnTo>
                <a:lnTo>
                  <a:pt x="3968" y="4136"/>
                </a:lnTo>
                <a:lnTo>
                  <a:pt x="10984" y="4136"/>
                </a:lnTo>
                <a:lnTo>
                  <a:pt x="11277" y="3800"/>
                </a:lnTo>
                <a:lnTo>
                  <a:pt x="10619" y="760"/>
                </a:lnTo>
                <a:lnTo>
                  <a:pt x="12782" y="0"/>
                </a:lnTo>
                <a:lnTo>
                  <a:pt x="16071" y="628"/>
                </a:lnTo>
                <a:lnTo>
                  <a:pt x="20084" y="628"/>
                </a:lnTo>
                <a:lnTo>
                  <a:pt x="23014" y="102"/>
                </a:lnTo>
                <a:lnTo>
                  <a:pt x="25339" y="716"/>
                </a:lnTo>
                <a:lnTo>
                  <a:pt x="24739" y="3858"/>
                </a:lnTo>
                <a:lnTo>
                  <a:pt x="25346" y="4465"/>
                </a:lnTo>
                <a:lnTo>
                  <a:pt x="28014" y="4107"/>
                </a:lnTo>
                <a:lnTo>
                  <a:pt x="29088" y="4165"/>
                </a:lnTo>
                <a:lnTo>
                  <a:pt x="31639" y="3785"/>
                </a:lnTo>
                <a:lnTo>
                  <a:pt x="32611" y="4655"/>
                </a:lnTo>
                <a:lnTo>
                  <a:pt x="31573" y="7001"/>
                </a:lnTo>
                <a:lnTo>
                  <a:pt x="32501" y="8346"/>
                </a:lnTo>
                <a:lnTo>
                  <a:pt x="31449" y="10568"/>
                </a:lnTo>
                <a:lnTo>
                  <a:pt x="32406" y="11525"/>
                </a:lnTo>
                <a:lnTo>
                  <a:pt x="35351" y="10707"/>
                </a:lnTo>
                <a:lnTo>
                  <a:pt x="36236" y="12760"/>
                </a:lnTo>
                <a:lnTo>
                  <a:pt x="35541" y="16393"/>
                </a:lnTo>
                <a:lnTo>
                  <a:pt x="35541" y="19543"/>
                </a:lnTo>
                <a:lnTo>
                  <a:pt x="36294" y="24111"/>
                </a:lnTo>
                <a:lnTo>
                  <a:pt x="35161" y="25733"/>
                </a:lnTo>
                <a:lnTo>
                  <a:pt x="32574" y="24746"/>
                </a:lnTo>
                <a:lnTo>
                  <a:pt x="32033" y="25185"/>
                </a:lnTo>
                <a:lnTo>
                  <a:pt x="31156" y="26449"/>
                </a:lnTo>
                <a:lnTo>
                  <a:pt x="33181" y="31266"/>
                </a:lnTo>
                <a:lnTo>
                  <a:pt x="31332" y="32779"/>
                </a:lnTo>
                <a:lnTo>
                  <a:pt x="29314" y="31748"/>
                </a:lnTo>
                <a:lnTo>
                  <a:pt x="27824" y="32669"/>
                </a:lnTo>
                <a:lnTo>
                  <a:pt x="25602" y="31617"/>
                </a:lnTo>
                <a:lnTo>
                  <a:pt x="24652" y="32567"/>
                </a:lnTo>
                <a:lnTo>
                  <a:pt x="25456" y="35527"/>
                </a:lnTo>
                <a:lnTo>
                  <a:pt x="24235" y="360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134446" y="7733603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5">
                <a:moveTo>
                  <a:pt x="20449" y="35797"/>
                </a:moveTo>
                <a:lnTo>
                  <a:pt x="15603" y="35731"/>
                </a:lnTo>
                <a:lnTo>
                  <a:pt x="14135" y="35212"/>
                </a:lnTo>
                <a:lnTo>
                  <a:pt x="14792" y="32172"/>
                </a:lnTo>
                <a:lnTo>
                  <a:pt x="14500" y="31836"/>
                </a:lnTo>
                <a:lnTo>
                  <a:pt x="13235" y="30959"/>
                </a:lnTo>
                <a:lnTo>
                  <a:pt x="8419" y="32983"/>
                </a:lnTo>
                <a:lnTo>
                  <a:pt x="6914" y="31134"/>
                </a:lnTo>
                <a:lnTo>
                  <a:pt x="7937" y="29124"/>
                </a:lnTo>
                <a:lnTo>
                  <a:pt x="7484" y="28328"/>
                </a:lnTo>
                <a:lnTo>
                  <a:pt x="6965" y="27897"/>
                </a:lnTo>
                <a:lnTo>
                  <a:pt x="4334" y="28869"/>
                </a:lnTo>
                <a:lnTo>
                  <a:pt x="3603" y="27765"/>
                </a:lnTo>
                <a:lnTo>
                  <a:pt x="4012" y="25521"/>
                </a:lnTo>
                <a:lnTo>
                  <a:pt x="3954" y="24308"/>
                </a:lnTo>
                <a:lnTo>
                  <a:pt x="4312" y="21640"/>
                </a:lnTo>
                <a:lnTo>
                  <a:pt x="3727" y="21063"/>
                </a:lnTo>
                <a:lnTo>
                  <a:pt x="526" y="21596"/>
                </a:lnTo>
                <a:lnTo>
                  <a:pt x="321" y="20573"/>
                </a:lnTo>
                <a:lnTo>
                  <a:pt x="0" y="14682"/>
                </a:lnTo>
                <a:lnTo>
                  <a:pt x="811" y="14017"/>
                </a:lnTo>
                <a:lnTo>
                  <a:pt x="3859" y="14646"/>
                </a:lnTo>
                <a:lnTo>
                  <a:pt x="4516" y="12746"/>
                </a:lnTo>
                <a:lnTo>
                  <a:pt x="2938" y="8477"/>
                </a:lnTo>
                <a:lnTo>
                  <a:pt x="4480" y="6702"/>
                </a:lnTo>
                <a:lnTo>
                  <a:pt x="6855" y="7739"/>
                </a:lnTo>
                <a:lnTo>
                  <a:pt x="7484" y="7279"/>
                </a:lnTo>
                <a:lnTo>
                  <a:pt x="7937" y="6490"/>
                </a:lnTo>
                <a:lnTo>
                  <a:pt x="6914" y="4472"/>
                </a:lnTo>
                <a:lnTo>
                  <a:pt x="8419" y="2623"/>
                </a:lnTo>
                <a:lnTo>
                  <a:pt x="13235" y="4648"/>
                </a:lnTo>
                <a:lnTo>
                  <a:pt x="14500" y="3771"/>
                </a:lnTo>
                <a:lnTo>
                  <a:pt x="14960" y="3091"/>
                </a:lnTo>
                <a:lnTo>
                  <a:pt x="13915" y="818"/>
                </a:lnTo>
                <a:lnTo>
                  <a:pt x="14770" y="0"/>
                </a:lnTo>
                <a:lnTo>
                  <a:pt x="21312" y="14"/>
                </a:lnTo>
                <a:lnTo>
                  <a:pt x="22086" y="964"/>
                </a:lnTo>
                <a:lnTo>
                  <a:pt x="21063" y="2981"/>
                </a:lnTo>
                <a:lnTo>
                  <a:pt x="21516" y="3771"/>
                </a:lnTo>
                <a:lnTo>
                  <a:pt x="22780" y="4648"/>
                </a:lnTo>
                <a:lnTo>
                  <a:pt x="27597" y="2623"/>
                </a:lnTo>
                <a:lnTo>
                  <a:pt x="29102" y="4472"/>
                </a:lnTo>
                <a:lnTo>
                  <a:pt x="28079" y="6482"/>
                </a:lnTo>
                <a:lnTo>
                  <a:pt x="28532" y="7279"/>
                </a:lnTo>
                <a:lnTo>
                  <a:pt x="29234" y="7747"/>
                </a:lnTo>
                <a:lnTo>
                  <a:pt x="31456" y="6694"/>
                </a:lnTo>
                <a:lnTo>
                  <a:pt x="32369" y="7608"/>
                </a:lnTo>
                <a:lnTo>
                  <a:pt x="32011" y="10275"/>
                </a:lnTo>
                <a:lnTo>
                  <a:pt x="32084" y="11649"/>
                </a:lnTo>
                <a:lnTo>
                  <a:pt x="31675" y="13528"/>
                </a:lnTo>
                <a:lnTo>
                  <a:pt x="32260" y="14763"/>
                </a:lnTo>
                <a:lnTo>
                  <a:pt x="35154" y="13900"/>
                </a:lnTo>
                <a:lnTo>
                  <a:pt x="35877" y="14624"/>
                </a:lnTo>
                <a:lnTo>
                  <a:pt x="35512" y="17292"/>
                </a:lnTo>
                <a:lnTo>
                  <a:pt x="35585" y="18680"/>
                </a:lnTo>
                <a:lnTo>
                  <a:pt x="35826" y="20493"/>
                </a:lnTo>
                <a:lnTo>
                  <a:pt x="35395" y="21684"/>
                </a:lnTo>
                <a:lnTo>
                  <a:pt x="32399" y="21019"/>
                </a:lnTo>
                <a:lnTo>
                  <a:pt x="32026" y="21311"/>
                </a:lnTo>
                <a:lnTo>
                  <a:pt x="31149" y="22576"/>
                </a:lnTo>
                <a:lnTo>
                  <a:pt x="33174" y="27392"/>
                </a:lnTo>
                <a:lnTo>
                  <a:pt x="31324" y="28905"/>
                </a:lnTo>
                <a:lnTo>
                  <a:pt x="29314" y="27875"/>
                </a:lnTo>
                <a:lnTo>
                  <a:pt x="28525" y="28328"/>
                </a:lnTo>
                <a:lnTo>
                  <a:pt x="28065" y="29029"/>
                </a:lnTo>
                <a:lnTo>
                  <a:pt x="29110" y="31251"/>
                </a:lnTo>
                <a:lnTo>
                  <a:pt x="27948" y="32421"/>
                </a:lnTo>
                <a:lnTo>
                  <a:pt x="25719" y="31383"/>
                </a:lnTo>
                <a:lnTo>
                  <a:pt x="24315" y="32289"/>
                </a:lnTo>
                <a:lnTo>
                  <a:pt x="22094" y="31258"/>
                </a:lnTo>
                <a:lnTo>
                  <a:pt x="21143" y="32209"/>
                </a:lnTo>
                <a:lnTo>
                  <a:pt x="21962" y="35154"/>
                </a:lnTo>
                <a:lnTo>
                  <a:pt x="20449" y="357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242864" y="7736929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12322" y="28964"/>
                </a:moveTo>
                <a:lnTo>
                  <a:pt x="11123" y="28138"/>
                </a:lnTo>
                <a:lnTo>
                  <a:pt x="12110" y="25536"/>
                </a:lnTo>
                <a:lnTo>
                  <a:pt x="11671" y="25002"/>
                </a:lnTo>
                <a:lnTo>
                  <a:pt x="10407" y="24125"/>
                </a:lnTo>
                <a:lnTo>
                  <a:pt x="5590" y="26150"/>
                </a:lnTo>
                <a:lnTo>
                  <a:pt x="4085" y="24301"/>
                </a:lnTo>
                <a:lnTo>
                  <a:pt x="5115" y="22291"/>
                </a:lnTo>
                <a:lnTo>
                  <a:pt x="4187" y="20793"/>
                </a:lnTo>
                <a:lnTo>
                  <a:pt x="5240" y="18571"/>
                </a:lnTo>
                <a:lnTo>
                  <a:pt x="4070" y="17401"/>
                </a:lnTo>
                <a:lnTo>
                  <a:pt x="1805" y="18454"/>
                </a:lnTo>
                <a:lnTo>
                  <a:pt x="1147" y="17986"/>
                </a:lnTo>
                <a:lnTo>
                  <a:pt x="2024" y="16722"/>
                </a:lnTo>
                <a:lnTo>
                  <a:pt x="0" y="11905"/>
                </a:lnTo>
                <a:lnTo>
                  <a:pt x="1849" y="10400"/>
                </a:lnTo>
                <a:lnTo>
                  <a:pt x="3866" y="11430"/>
                </a:lnTo>
                <a:lnTo>
                  <a:pt x="4655" y="10970"/>
                </a:lnTo>
                <a:lnTo>
                  <a:pt x="5532" y="9705"/>
                </a:lnTo>
                <a:lnTo>
                  <a:pt x="3508" y="4889"/>
                </a:lnTo>
                <a:lnTo>
                  <a:pt x="5357" y="3383"/>
                </a:lnTo>
                <a:lnTo>
                  <a:pt x="7374" y="4414"/>
                </a:lnTo>
                <a:lnTo>
                  <a:pt x="8865" y="3486"/>
                </a:lnTo>
                <a:lnTo>
                  <a:pt x="11087" y="4538"/>
                </a:lnTo>
                <a:lnTo>
                  <a:pt x="11978" y="3647"/>
                </a:lnTo>
                <a:lnTo>
                  <a:pt x="11313" y="562"/>
                </a:lnTo>
                <a:lnTo>
                  <a:pt x="12965" y="36"/>
                </a:lnTo>
                <a:lnTo>
                  <a:pt x="17416" y="0"/>
                </a:lnTo>
                <a:lnTo>
                  <a:pt x="19075" y="577"/>
                </a:lnTo>
                <a:lnTo>
                  <a:pt x="18366" y="3632"/>
                </a:lnTo>
                <a:lnTo>
                  <a:pt x="19024" y="4282"/>
                </a:lnTo>
                <a:lnTo>
                  <a:pt x="21684" y="3932"/>
                </a:lnTo>
                <a:lnTo>
                  <a:pt x="22737" y="3983"/>
                </a:lnTo>
                <a:lnTo>
                  <a:pt x="25338" y="3610"/>
                </a:lnTo>
                <a:lnTo>
                  <a:pt x="26288" y="4502"/>
                </a:lnTo>
                <a:lnTo>
                  <a:pt x="25243" y="6789"/>
                </a:lnTo>
                <a:lnTo>
                  <a:pt x="26171" y="8163"/>
                </a:lnTo>
                <a:lnTo>
                  <a:pt x="25119" y="10385"/>
                </a:lnTo>
                <a:lnTo>
                  <a:pt x="26076" y="11335"/>
                </a:lnTo>
                <a:lnTo>
                  <a:pt x="29022" y="10531"/>
                </a:lnTo>
                <a:lnTo>
                  <a:pt x="29534" y="11730"/>
                </a:lnTo>
                <a:lnTo>
                  <a:pt x="29658" y="17343"/>
                </a:lnTo>
                <a:lnTo>
                  <a:pt x="28832" y="18534"/>
                </a:lnTo>
                <a:lnTo>
                  <a:pt x="26237" y="17547"/>
                </a:lnTo>
                <a:lnTo>
                  <a:pt x="25704" y="17986"/>
                </a:lnTo>
                <a:lnTo>
                  <a:pt x="24827" y="19250"/>
                </a:lnTo>
                <a:lnTo>
                  <a:pt x="26851" y="24067"/>
                </a:lnTo>
                <a:lnTo>
                  <a:pt x="25002" y="25580"/>
                </a:lnTo>
                <a:lnTo>
                  <a:pt x="22992" y="24549"/>
                </a:lnTo>
                <a:lnTo>
                  <a:pt x="22196" y="25002"/>
                </a:lnTo>
                <a:lnTo>
                  <a:pt x="21494" y="25470"/>
                </a:lnTo>
                <a:lnTo>
                  <a:pt x="19272" y="24418"/>
                </a:lnTo>
                <a:lnTo>
                  <a:pt x="18322" y="25375"/>
                </a:lnTo>
                <a:lnTo>
                  <a:pt x="19133" y="28328"/>
                </a:lnTo>
                <a:lnTo>
                  <a:pt x="17927" y="28832"/>
                </a:lnTo>
                <a:lnTo>
                  <a:pt x="12322" y="28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039391" y="7743251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1394" y="15443"/>
                </a:moveTo>
                <a:lnTo>
                  <a:pt x="4860" y="15435"/>
                </a:lnTo>
                <a:lnTo>
                  <a:pt x="4078" y="14478"/>
                </a:lnTo>
                <a:lnTo>
                  <a:pt x="5108" y="12468"/>
                </a:lnTo>
                <a:lnTo>
                  <a:pt x="4655" y="11671"/>
                </a:lnTo>
                <a:lnTo>
                  <a:pt x="3858" y="11218"/>
                </a:lnTo>
                <a:lnTo>
                  <a:pt x="1849" y="12249"/>
                </a:lnTo>
                <a:lnTo>
                  <a:pt x="0" y="10736"/>
                </a:lnTo>
                <a:lnTo>
                  <a:pt x="2024" y="5919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19" y="2024"/>
                </a:lnTo>
                <a:lnTo>
                  <a:pt x="10736" y="0"/>
                </a:lnTo>
                <a:lnTo>
                  <a:pt x="12241" y="1849"/>
                </a:lnTo>
                <a:lnTo>
                  <a:pt x="11218" y="3866"/>
                </a:lnTo>
                <a:lnTo>
                  <a:pt x="11671" y="4655"/>
                </a:lnTo>
                <a:lnTo>
                  <a:pt x="12461" y="5116"/>
                </a:lnTo>
                <a:lnTo>
                  <a:pt x="14478" y="4085"/>
                </a:lnTo>
                <a:lnTo>
                  <a:pt x="15428" y="4860"/>
                </a:lnTo>
                <a:lnTo>
                  <a:pt x="15443" y="11401"/>
                </a:lnTo>
                <a:lnTo>
                  <a:pt x="14624" y="12256"/>
                </a:lnTo>
                <a:lnTo>
                  <a:pt x="12351" y="11204"/>
                </a:lnTo>
                <a:lnTo>
                  <a:pt x="11671" y="11671"/>
                </a:lnTo>
                <a:lnTo>
                  <a:pt x="11204" y="12351"/>
                </a:lnTo>
                <a:lnTo>
                  <a:pt x="12256" y="14624"/>
                </a:lnTo>
                <a:lnTo>
                  <a:pt x="11394" y="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3281" y="7824318"/>
            <a:ext cx="64002" cy="643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83769" y="7824318"/>
            <a:ext cx="64002" cy="64388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16755468" y="7828016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20223" y="57255"/>
                </a:moveTo>
                <a:lnTo>
                  <a:pt x="17964" y="56597"/>
                </a:lnTo>
                <a:lnTo>
                  <a:pt x="18527" y="53491"/>
                </a:lnTo>
                <a:lnTo>
                  <a:pt x="17328" y="52015"/>
                </a:lnTo>
                <a:lnTo>
                  <a:pt x="12505" y="54113"/>
                </a:lnTo>
                <a:lnTo>
                  <a:pt x="10678" y="52746"/>
                </a:lnTo>
                <a:lnTo>
                  <a:pt x="11789" y="50202"/>
                </a:lnTo>
                <a:lnTo>
                  <a:pt x="10773" y="49186"/>
                </a:lnTo>
                <a:lnTo>
                  <a:pt x="8127" y="50239"/>
                </a:lnTo>
                <a:lnTo>
                  <a:pt x="7213" y="48865"/>
                </a:lnTo>
                <a:lnTo>
                  <a:pt x="8185" y="47052"/>
                </a:lnTo>
                <a:lnTo>
                  <a:pt x="7754" y="46168"/>
                </a:lnTo>
                <a:lnTo>
                  <a:pt x="7235" y="45737"/>
                </a:lnTo>
                <a:lnTo>
                  <a:pt x="4604" y="46709"/>
                </a:lnTo>
                <a:lnTo>
                  <a:pt x="3873" y="45605"/>
                </a:lnTo>
                <a:lnTo>
                  <a:pt x="4283" y="43354"/>
                </a:lnTo>
                <a:lnTo>
                  <a:pt x="4217" y="42148"/>
                </a:lnTo>
                <a:lnTo>
                  <a:pt x="4575" y="39481"/>
                </a:lnTo>
                <a:lnTo>
                  <a:pt x="3946" y="38852"/>
                </a:lnTo>
                <a:lnTo>
                  <a:pt x="840" y="39495"/>
                </a:lnTo>
                <a:lnTo>
                  <a:pt x="160" y="37230"/>
                </a:lnTo>
                <a:lnTo>
                  <a:pt x="738" y="34153"/>
                </a:lnTo>
                <a:lnTo>
                  <a:pt x="738" y="29884"/>
                </a:lnTo>
                <a:lnTo>
                  <a:pt x="423" y="27348"/>
                </a:lnTo>
                <a:lnTo>
                  <a:pt x="891" y="24052"/>
                </a:lnTo>
                <a:lnTo>
                  <a:pt x="0" y="18710"/>
                </a:lnTo>
                <a:lnTo>
                  <a:pt x="1074" y="17825"/>
                </a:lnTo>
                <a:lnTo>
                  <a:pt x="4122" y="18461"/>
                </a:lnTo>
                <a:lnTo>
                  <a:pt x="4823" y="16466"/>
                </a:lnTo>
                <a:lnTo>
                  <a:pt x="3193" y="12402"/>
                </a:lnTo>
                <a:lnTo>
                  <a:pt x="4699" y="10517"/>
                </a:lnTo>
                <a:lnTo>
                  <a:pt x="7155" y="11540"/>
                </a:lnTo>
                <a:lnTo>
                  <a:pt x="7754" y="11087"/>
                </a:lnTo>
                <a:lnTo>
                  <a:pt x="8222" y="10385"/>
                </a:lnTo>
                <a:lnTo>
                  <a:pt x="7170" y="8163"/>
                </a:lnTo>
                <a:lnTo>
                  <a:pt x="8244" y="7089"/>
                </a:lnTo>
                <a:lnTo>
                  <a:pt x="10889" y="8141"/>
                </a:lnTo>
                <a:lnTo>
                  <a:pt x="11650" y="7001"/>
                </a:lnTo>
                <a:lnTo>
                  <a:pt x="10729" y="4472"/>
                </a:lnTo>
                <a:lnTo>
                  <a:pt x="12505" y="3135"/>
                </a:lnTo>
                <a:lnTo>
                  <a:pt x="17328" y="5232"/>
                </a:lnTo>
                <a:lnTo>
                  <a:pt x="18534" y="3763"/>
                </a:lnTo>
                <a:lnTo>
                  <a:pt x="17957" y="657"/>
                </a:lnTo>
                <a:lnTo>
                  <a:pt x="19214" y="277"/>
                </a:lnTo>
                <a:lnTo>
                  <a:pt x="20807" y="562"/>
                </a:lnTo>
                <a:lnTo>
                  <a:pt x="34343" y="562"/>
                </a:lnTo>
                <a:lnTo>
                  <a:pt x="37391" y="0"/>
                </a:lnTo>
                <a:lnTo>
                  <a:pt x="39700" y="672"/>
                </a:lnTo>
                <a:lnTo>
                  <a:pt x="38962" y="3888"/>
                </a:lnTo>
                <a:lnTo>
                  <a:pt x="40606" y="4714"/>
                </a:lnTo>
                <a:lnTo>
                  <a:pt x="45496" y="3025"/>
                </a:lnTo>
                <a:lnTo>
                  <a:pt x="46877" y="4721"/>
                </a:lnTo>
                <a:lnTo>
                  <a:pt x="45744" y="7008"/>
                </a:lnTo>
                <a:lnTo>
                  <a:pt x="46950" y="8156"/>
                </a:lnTo>
                <a:lnTo>
                  <a:pt x="49260" y="6987"/>
                </a:lnTo>
                <a:lnTo>
                  <a:pt x="50437" y="8178"/>
                </a:lnTo>
                <a:lnTo>
                  <a:pt x="49340" y="10400"/>
                </a:lnTo>
                <a:lnTo>
                  <a:pt x="49845" y="11094"/>
                </a:lnTo>
                <a:lnTo>
                  <a:pt x="50364" y="11525"/>
                </a:lnTo>
                <a:lnTo>
                  <a:pt x="52995" y="10553"/>
                </a:lnTo>
                <a:lnTo>
                  <a:pt x="53726" y="11657"/>
                </a:lnTo>
                <a:lnTo>
                  <a:pt x="53309" y="13908"/>
                </a:lnTo>
                <a:lnTo>
                  <a:pt x="53375" y="15114"/>
                </a:lnTo>
                <a:lnTo>
                  <a:pt x="53017" y="17781"/>
                </a:lnTo>
                <a:lnTo>
                  <a:pt x="53645" y="18410"/>
                </a:lnTo>
                <a:lnTo>
                  <a:pt x="56751" y="17759"/>
                </a:lnTo>
                <a:lnTo>
                  <a:pt x="57431" y="20032"/>
                </a:lnTo>
                <a:lnTo>
                  <a:pt x="56854" y="23109"/>
                </a:lnTo>
                <a:lnTo>
                  <a:pt x="56854" y="29767"/>
                </a:lnTo>
                <a:lnTo>
                  <a:pt x="56986" y="31017"/>
                </a:lnTo>
                <a:lnTo>
                  <a:pt x="56730" y="33188"/>
                </a:lnTo>
                <a:lnTo>
                  <a:pt x="57570" y="38567"/>
                </a:lnTo>
                <a:lnTo>
                  <a:pt x="56518" y="39429"/>
                </a:lnTo>
                <a:lnTo>
                  <a:pt x="53470" y="38801"/>
                </a:lnTo>
                <a:lnTo>
                  <a:pt x="52812" y="40701"/>
                </a:lnTo>
                <a:lnTo>
                  <a:pt x="54383" y="44969"/>
                </a:lnTo>
                <a:lnTo>
                  <a:pt x="52849" y="46745"/>
                </a:lnTo>
                <a:lnTo>
                  <a:pt x="50473" y="45708"/>
                </a:lnTo>
                <a:lnTo>
                  <a:pt x="49845" y="46168"/>
                </a:lnTo>
                <a:lnTo>
                  <a:pt x="49406" y="47052"/>
                </a:lnTo>
                <a:lnTo>
                  <a:pt x="50386" y="48865"/>
                </a:lnTo>
                <a:lnTo>
                  <a:pt x="49472" y="50239"/>
                </a:lnTo>
                <a:lnTo>
                  <a:pt x="46826" y="49186"/>
                </a:lnTo>
                <a:lnTo>
                  <a:pt x="45818" y="50202"/>
                </a:lnTo>
                <a:lnTo>
                  <a:pt x="46921" y="52746"/>
                </a:lnTo>
                <a:lnTo>
                  <a:pt x="45847" y="53550"/>
                </a:lnTo>
                <a:lnTo>
                  <a:pt x="43472" y="53148"/>
                </a:lnTo>
                <a:lnTo>
                  <a:pt x="42324" y="53206"/>
                </a:lnTo>
                <a:lnTo>
                  <a:pt x="39656" y="52855"/>
                </a:lnTo>
                <a:lnTo>
                  <a:pt x="39028" y="53484"/>
                </a:lnTo>
                <a:lnTo>
                  <a:pt x="39678" y="56583"/>
                </a:lnTo>
                <a:lnTo>
                  <a:pt x="38392" y="56970"/>
                </a:lnTo>
                <a:lnTo>
                  <a:pt x="36806" y="56692"/>
                </a:lnTo>
                <a:lnTo>
                  <a:pt x="23263" y="56692"/>
                </a:lnTo>
                <a:lnTo>
                  <a:pt x="20223" y="57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6965950" y="7828272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41104" y="57109"/>
                </a:moveTo>
                <a:lnTo>
                  <a:pt x="37683" y="56451"/>
                </a:lnTo>
                <a:lnTo>
                  <a:pt x="19938" y="56451"/>
                </a:lnTo>
                <a:lnTo>
                  <a:pt x="16452" y="57124"/>
                </a:lnTo>
                <a:lnTo>
                  <a:pt x="14339" y="56283"/>
                </a:lnTo>
                <a:lnTo>
                  <a:pt x="15114" y="53294"/>
                </a:lnTo>
                <a:lnTo>
                  <a:pt x="14179" y="52358"/>
                </a:lnTo>
                <a:lnTo>
                  <a:pt x="11840" y="53528"/>
                </a:lnTo>
                <a:lnTo>
                  <a:pt x="10670" y="52358"/>
                </a:lnTo>
                <a:lnTo>
                  <a:pt x="11840" y="50020"/>
                </a:lnTo>
                <a:lnTo>
                  <a:pt x="10685" y="48865"/>
                </a:lnTo>
                <a:lnTo>
                  <a:pt x="8288" y="50027"/>
                </a:lnTo>
                <a:lnTo>
                  <a:pt x="7184" y="48814"/>
                </a:lnTo>
                <a:lnTo>
                  <a:pt x="8346" y="46519"/>
                </a:lnTo>
                <a:lnTo>
                  <a:pt x="7265" y="45437"/>
                </a:lnTo>
                <a:lnTo>
                  <a:pt x="4619" y="46490"/>
                </a:lnTo>
                <a:lnTo>
                  <a:pt x="3705" y="45116"/>
                </a:lnTo>
                <a:lnTo>
                  <a:pt x="4677" y="43303"/>
                </a:lnTo>
                <a:lnTo>
                  <a:pt x="4246" y="42419"/>
                </a:lnTo>
                <a:lnTo>
                  <a:pt x="3932" y="42156"/>
                </a:lnTo>
                <a:lnTo>
                  <a:pt x="840" y="42748"/>
                </a:lnTo>
                <a:lnTo>
                  <a:pt x="153" y="40511"/>
                </a:lnTo>
                <a:lnTo>
                  <a:pt x="738" y="37405"/>
                </a:lnTo>
                <a:lnTo>
                  <a:pt x="738" y="30886"/>
                </a:lnTo>
                <a:lnTo>
                  <a:pt x="117" y="25835"/>
                </a:lnTo>
                <a:lnTo>
                  <a:pt x="891" y="20303"/>
                </a:lnTo>
                <a:lnTo>
                  <a:pt x="0" y="14960"/>
                </a:lnTo>
                <a:lnTo>
                  <a:pt x="1439" y="13784"/>
                </a:lnTo>
                <a:lnTo>
                  <a:pt x="3457" y="14814"/>
                </a:lnTo>
                <a:lnTo>
                  <a:pt x="4246" y="14354"/>
                </a:lnTo>
                <a:lnTo>
                  <a:pt x="4714" y="13652"/>
                </a:lnTo>
                <a:lnTo>
                  <a:pt x="3661" y="11430"/>
                </a:lnTo>
                <a:lnTo>
                  <a:pt x="4736" y="10356"/>
                </a:lnTo>
                <a:lnTo>
                  <a:pt x="7381" y="11408"/>
                </a:lnTo>
                <a:lnTo>
                  <a:pt x="8215" y="10144"/>
                </a:lnTo>
                <a:lnTo>
                  <a:pt x="7170" y="7922"/>
                </a:lnTo>
                <a:lnTo>
                  <a:pt x="8339" y="6753"/>
                </a:lnTo>
                <a:lnTo>
                  <a:pt x="10678" y="7922"/>
                </a:lnTo>
                <a:lnTo>
                  <a:pt x="11745" y="6848"/>
                </a:lnTo>
                <a:lnTo>
                  <a:pt x="10692" y="4202"/>
                </a:lnTo>
                <a:lnTo>
                  <a:pt x="12059" y="3288"/>
                </a:lnTo>
                <a:lnTo>
                  <a:pt x="13886" y="4260"/>
                </a:lnTo>
                <a:lnTo>
                  <a:pt x="14770" y="3829"/>
                </a:lnTo>
                <a:lnTo>
                  <a:pt x="15004" y="3530"/>
                </a:lnTo>
                <a:lnTo>
                  <a:pt x="14471" y="401"/>
                </a:lnTo>
                <a:lnTo>
                  <a:pt x="15735" y="58"/>
                </a:lnTo>
                <a:lnTo>
                  <a:pt x="17270" y="321"/>
                </a:lnTo>
                <a:lnTo>
                  <a:pt x="40205" y="321"/>
                </a:lnTo>
                <a:lnTo>
                  <a:pt x="42017" y="0"/>
                </a:lnTo>
                <a:lnTo>
                  <a:pt x="43245" y="489"/>
                </a:lnTo>
                <a:lnTo>
                  <a:pt x="42478" y="3478"/>
                </a:lnTo>
                <a:lnTo>
                  <a:pt x="43413" y="4414"/>
                </a:lnTo>
                <a:lnTo>
                  <a:pt x="45752" y="3245"/>
                </a:lnTo>
                <a:lnTo>
                  <a:pt x="46921" y="4414"/>
                </a:lnTo>
                <a:lnTo>
                  <a:pt x="45752" y="6753"/>
                </a:lnTo>
                <a:lnTo>
                  <a:pt x="46907" y="7907"/>
                </a:lnTo>
                <a:lnTo>
                  <a:pt x="49304" y="6745"/>
                </a:lnTo>
                <a:lnTo>
                  <a:pt x="50415" y="7959"/>
                </a:lnTo>
                <a:lnTo>
                  <a:pt x="49253" y="10253"/>
                </a:lnTo>
                <a:lnTo>
                  <a:pt x="50334" y="11335"/>
                </a:lnTo>
                <a:lnTo>
                  <a:pt x="52980" y="10283"/>
                </a:lnTo>
                <a:lnTo>
                  <a:pt x="53894" y="11657"/>
                </a:lnTo>
                <a:lnTo>
                  <a:pt x="52922" y="13469"/>
                </a:lnTo>
                <a:lnTo>
                  <a:pt x="53353" y="14354"/>
                </a:lnTo>
                <a:lnTo>
                  <a:pt x="53667" y="14617"/>
                </a:lnTo>
                <a:lnTo>
                  <a:pt x="56759" y="14025"/>
                </a:lnTo>
                <a:lnTo>
                  <a:pt x="57446" y="16254"/>
                </a:lnTo>
                <a:lnTo>
                  <a:pt x="56861" y="19367"/>
                </a:lnTo>
                <a:lnTo>
                  <a:pt x="56861" y="37471"/>
                </a:lnTo>
                <a:lnTo>
                  <a:pt x="57402" y="40431"/>
                </a:lnTo>
                <a:lnTo>
                  <a:pt x="56781" y="42711"/>
                </a:lnTo>
                <a:lnTo>
                  <a:pt x="53653" y="42178"/>
                </a:lnTo>
                <a:lnTo>
                  <a:pt x="53353" y="42419"/>
                </a:lnTo>
                <a:lnTo>
                  <a:pt x="52885" y="43120"/>
                </a:lnTo>
                <a:lnTo>
                  <a:pt x="53938" y="45342"/>
                </a:lnTo>
                <a:lnTo>
                  <a:pt x="52863" y="46417"/>
                </a:lnTo>
                <a:lnTo>
                  <a:pt x="50218" y="45364"/>
                </a:lnTo>
                <a:lnTo>
                  <a:pt x="49355" y="46665"/>
                </a:lnTo>
                <a:lnTo>
                  <a:pt x="50429" y="48792"/>
                </a:lnTo>
                <a:lnTo>
                  <a:pt x="49304" y="50027"/>
                </a:lnTo>
                <a:lnTo>
                  <a:pt x="46907" y="48865"/>
                </a:lnTo>
                <a:lnTo>
                  <a:pt x="45752" y="50020"/>
                </a:lnTo>
                <a:lnTo>
                  <a:pt x="46921" y="52358"/>
                </a:lnTo>
                <a:lnTo>
                  <a:pt x="45752" y="53528"/>
                </a:lnTo>
                <a:lnTo>
                  <a:pt x="43413" y="52358"/>
                </a:lnTo>
                <a:lnTo>
                  <a:pt x="42485" y="53287"/>
                </a:lnTo>
                <a:lnTo>
                  <a:pt x="43238" y="56291"/>
                </a:lnTo>
                <a:lnTo>
                  <a:pt x="41104" y="571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597415" y="7828024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20201" y="57263"/>
                </a:moveTo>
                <a:lnTo>
                  <a:pt x="17957" y="56590"/>
                </a:lnTo>
                <a:lnTo>
                  <a:pt x="18534" y="53484"/>
                </a:lnTo>
                <a:lnTo>
                  <a:pt x="17350" y="52044"/>
                </a:lnTo>
                <a:lnTo>
                  <a:pt x="12534" y="54025"/>
                </a:lnTo>
                <a:lnTo>
                  <a:pt x="10722" y="52819"/>
                </a:lnTo>
                <a:lnTo>
                  <a:pt x="11694" y="50188"/>
                </a:lnTo>
                <a:lnTo>
                  <a:pt x="11262" y="49669"/>
                </a:lnTo>
                <a:lnTo>
                  <a:pt x="10378" y="49238"/>
                </a:lnTo>
                <a:lnTo>
                  <a:pt x="8566" y="50210"/>
                </a:lnTo>
                <a:lnTo>
                  <a:pt x="7191" y="49296"/>
                </a:lnTo>
                <a:lnTo>
                  <a:pt x="8244" y="46650"/>
                </a:lnTo>
                <a:lnTo>
                  <a:pt x="7228" y="45635"/>
                </a:lnTo>
                <a:lnTo>
                  <a:pt x="4684" y="46745"/>
                </a:lnTo>
                <a:lnTo>
                  <a:pt x="3881" y="45671"/>
                </a:lnTo>
                <a:lnTo>
                  <a:pt x="4275" y="43288"/>
                </a:lnTo>
                <a:lnTo>
                  <a:pt x="4217" y="42141"/>
                </a:lnTo>
                <a:lnTo>
                  <a:pt x="4575" y="39473"/>
                </a:lnTo>
                <a:lnTo>
                  <a:pt x="3946" y="38845"/>
                </a:lnTo>
                <a:lnTo>
                  <a:pt x="840" y="39488"/>
                </a:lnTo>
                <a:lnTo>
                  <a:pt x="168" y="37215"/>
                </a:lnTo>
                <a:lnTo>
                  <a:pt x="738" y="34153"/>
                </a:lnTo>
                <a:lnTo>
                  <a:pt x="738" y="29877"/>
                </a:lnTo>
                <a:lnTo>
                  <a:pt x="424" y="27341"/>
                </a:lnTo>
                <a:lnTo>
                  <a:pt x="891" y="24045"/>
                </a:lnTo>
                <a:lnTo>
                  <a:pt x="0" y="18702"/>
                </a:lnTo>
                <a:lnTo>
                  <a:pt x="1081" y="17818"/>
                </a:lnTo>
                <a:lnTo>
                  <a:pt x="4122" y="18454"/>
                </a:lnTo>
                <a:lnTo>
                  <a:pt x="4553" y="17226"/>
                </a:lnTo>
                <a:lnTo>
                  <a:pt x="4246" y="15516"/>
                </a:lnTo>
                <a:lnTo>
                  <a:pt x="4246" y="14017"/>
                </a:lnTo>
                <a:lnTo>
                  <a:pt x="3910" y="11503"/>
                </a:lnTo>
                <a:lnTo>
                  <a:pt x="4699" y="10509"/>
                </a:lnTo>
                <a:lnTo>
                  <a:pt x="7155" y="11533"/>
                </a:lnTo>
                <a:lnTo>
                  <a:pt x="7754" y="11079"/>
                </a:lnTo>
                <a:lnTo>
                  <a:pt x="8222" y="10378"/>
                </a:lnTo>
                <a:lnTo>
                  <a:pt x="7170" y="8156"/>
                </a:lnTo>
                <a:lnTo>
                  <a:pt x="8244" y="7082"/>
                </a:lnTo>
                <a:lnTo>
                  <a:pt x="10889" y="8134"/>
                </a:lnTo>
                <a:lnTo>
                  <a:pt x="11650" y="6994"/>
                </a:lnTo>
                <a:lnTo>
                  <a:pt x="10729" y="4465"/>
                </a:lnTo>
                <a:lnTo>
                  <a:pt x="12505" y="3128"/>
                </a:lnTo>
                <a:lnTo>
                  <a:pt x="17329" y="5225"/>
                </a:lnTo>
                <a:lnTo>
                  <a:pt x="18534" y="3756"/>
                </a:lnTo>
                <a:lnTo>
                  <a:pt x="17957" y="650"/>
                </a:lnTo>
                <a:lnTo>
                  <a:pt x="19214" y="270"/>
                </a:lnTo>
                <a:lnTo>
                  <a:pt x="20808" y="555"/>
                </a:lnTo>
                <a:lnTo>
                  <a:pt x="34365" y="555"/>
                </a:lnTo>
                <a:lnTo>
                  <a:pt x="37362" y="0"/>
                </a:lnTo>
                <a:lnTo>
                  <a:pt x="39700" y="657"/>
                </a:lnTo>
                <a:lnTo>
                  <a:pt x="38977" y="3829"/>
                </a:lnTo>
                <a:lnTo>
                  <a:pt x="40599" y="4911"/>
                </a:lnTo>
                <a:lnTo>
                  <a:pt x="45416" y="2930"/>
                </a:lnTo>
                <a:lnTo>
                  <a:pt x="46928" y="4772"/>
                </a:lnTo>
                <a:lnTo>
                  <a:pt x="45905" y="6789"/>
                </a:lnTo>
                <a:lnTo>
                  <a:pt x="46344" y="7579"/>
                </a:lnTo>
                <a:lnTo>
                  <a:pt x="47046" y="8046"/>
                </a:lnTo>
                <a:lnTo>
                  <a:pt x="49267" y="6994"/>
                </a:lnTo>
                <a:lnTo>
                  <a:pt x="50342" y="8068"/>
                </a:lnTo>
                <a:lnTo>
                  <a:pt x="49289" y="10714"/>
                </a:lnTo>
                <a:lnTo>
                  <a:pt x="50437" y="11474"/>
                </a:lnTo>
                <a:lnTo>
                  <a:pt x="52958" y="10553"/>
                </a:lnTo>
                <a:lnTo>
                  <a:pt x="53726" y="11576"/>
                </a:lnTo>
                <a:lnTo>
                  <a:pt x="53331" y="13959"/>
                </a:lnTo>
                <a:lnTo>
                  <a:pt x="53390" y="15106"/>
                </a:lnTo>
                <a:lnTo>
                  <a:pt x="53031" y="17774"/>
                </a:lnTo>
                <a:lnTo>
                  <a:pt x="53653" y="18395"/>
                </a:lnTo>
                <a:lnTo>
                  <a:pt x="56766" y="17759"/>
                </a:lnTo>
                <a:lnTo>
                  <a:pt x="57439" y="20047"/>
                </a:lnTo>
                <a:lnTo>
                  <a:pt x="56869" y="23087"/>
                </a:lnTo>
                <a:lnTo>
                  <a:pt x="56869" y="29760"/>
                </a:lnTo>
                <a:lnTo>
                  <a:pt x="57000" y="31003"/>
                </a:lnTo>
                <a:lnTo>
                  <a:pt x="56752" y="33173"/>
                </a:lnTo>
                <a:lnTo>
                  <a:pt x="57585" y="38560"/>
                </a:lnTo>
                <a:lnTo>
                  <a:pt x="56533" y="39422"/>
                </a:lnTo>
                <a:lnTo>
                  <a:pt x="53485" y="38794"/>
                </a:lnTo>
                <a:lnTo>
                  <a:pt x="52776" y="40833"/>
                </a:lnTo>
                <a:lnTo>
                  <a:pt x="54406" y="44758"/>
                </a:lnTo>
                <a:lnTo>
                  <a:pt x="52922" y="46745"/>
                </a:lnTo>
                <a:lnTo>
                  <a:pt x="50379" y="45635"/>
                </a:lnTo>
                <a:lnTo>
                  <a:pt x="49363" y="46650"/>
                </a:lnTo>
                <a:lnTo>
                  <a:pt x="50415" y="49296"/>
                </a:lnTo>
                <a:lnTo>
                  <a:pt x="49041" y="50210"/>
                </a:lnTo>
                <a:lnTo>
                  <a:pt x="47228" y="49238"/>
                </a:lnTo>
                <a:lnTo>
                  <a:pt x="46344" y="49669"/>
                </a:lnTo>
                <a:lnTo>
                  <a:pt x="45913" y="50188"/>
                </a:lnTo>
                <a:lnTo>
                  <a:pt x="46885" y="52819"/>
                </a:lnTo>
                <a:lnTo>
                  <a:pt x="45781" y="53550"/>
                </a:lnTo>
                <a:lnTo>
                  <a:pt x="43530" y="53140"/>
                </a:lnTo>
                <a:lnTo>
                  <a:pt x="42324" y="53199"/>
                </a:lnTo>
                <a:lnTo>
                  <a:pt x="39657" y="52848"/>
                </a:lnTo>
                <a:lnTo>
                  <a:pt x="39021" y="53484"/>
                </a:lnTo>
                <a:lnTo>
                  <a:pt x="39686" y="56568"/>
                </a:lnTo>
                <a:lnTo>
                  <a:pt x="38414" y="56978"/>
                </a:lnTo>
                <a:lnTo>
                  <a:pt x="36784" y="56685"/>
                </a:lnTo>
                <a:lnTo>
                  <a:pt x="23278" y="56685"/>
                </a:lnTo>
                <a:lnTo>
                  <a:pt x="20201" y="57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808173" y="7827812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3139" y="57606"/>
                </a:moveTo>
                <a:lnTo>
                  <a:pt x="21078" y="56722"/>
                </a:lnTo>
                <a:lnTo>
                  <a:pt x="21882" y="53769"/>
                </a:lnTo>
                <a:lnTo>
                  <a:pt x="20968" y="52855"/>
                </a:lnTo>
                <a:lnTo>
                  <a:pt x="18717" y="53769"/>
                </a:lnTo>
                <a:lnTo>
                  <a:pt x="17299" y="53038"/>
                </a:lnTo>
                <a:lnTo>
                  <a:pt x="15048" y="53952"/>
                </a:lnTo>
                <a:lnTo>
                  <a:pt x="14011" y="52914"/>
                </a:lnTo>
                <a:lnTo>
                  <a:pt x="15063" y="50268"/>
                </a:lnTo>
                <a:lnTo>
                  <a:pt x="13740" y="49391"/>
                </a:lnTo>
                <a:lnTo>
                  <a:pt x="11679" y="50480"/>
                </a:lnTo>
                <a:lnTo>
                  <a:pt x="10400" y="49391"/>
                </a:lnTo>
                <a:lnTo>
                  <a:pt x="11547" y="46943"/>
                </a:lnTo>
                <a:lnTo>
                  <a:pt x="10407" y="45803"/>
                </a:lnTo>
                <a:lnTo>
                  <a:pt x="8068" y="46972"/>
                </a:lnTo>
                <a:lnTo>
                  <a:pt x="6899" y="45803"/>
                </a:lnTo>
                <a:lnTo>
                  <a:pt x="8068" y="43464"/>
                </a:lnTo>
                <a:lnTo>
                  <a:pt x="6994" y="42389"/>
                </a:lnTo>
                <a:lnTo>
                  <a:pt x="4348" y="43442"/>
                </a:lnTo>
                <a:lnTo>
                  <a:pt x="2908" y="41271"/>
                </a:lnTo>
                <a:lnTo>
                  <a:pt x="4743" y="37661"/>
                </a:lnTo>
                <a:lnTo>
                  <a:pt x="3785" y="35417"/>
                </a:lnTo>
                <a:lnTo>
                  <a:pt x="833" y="36228"/>
                </a:lnTo>
                <a:lnTo>
                  <a:pt x="116" y="35505"/>
                </a:lnTo>
                <a:lnTo>
                  <a:pt x="518" y="32896"/>
                </a:lnTo>
                <a:lnTo>
                  <a:pt x="0" y="27202"/>
                </a:lnTo>
                <a:lnTo>
                  <a:pt x="621" y="24717"/>
                </a:lnTo>
                <a:lnTo>
                  <a:pt x="36" y="22262"/>
                </a:lnTo>
                <a:lnTo>
                  <a:pt x="855" y="21443"/>
                </a:lnTo>
                <a:lnTo>
                  <a:pt x="3763" y="22291"/>
                </a:lnTo>
                <a:lnTo>
                  <a:pt x="4560" y="20559"/>
                </a:lnTo>
                <a:lnTo>
                  <a:pt x="2959" y="15647"/>
                </a:lnTo>
                <a:lnTo>
                  <a:pt x="4538" y="14361"/>
                </a:lnTo>
                <a:lnTo>
                  <a:pt x="7067" y="15377"/>
                </a:lnTo>
                <a:lnTo>
                  <a:pt x="7988" y="14127"/>
                </a:lnTo>
                <a:lnTo>
                  <a:pt x="6892" y="11905"/>
                </a:lnTo>
                <a:lnTo>
                  <a:pt x="8068" y="10721"/>
                </a:lnTo>
                <a:lnTo>
                  <a:pt x="10407" y="11891"/>
                </a:lnTo>
                <a:lnTo>
                  <a:pt x="11577" y="10721"/>
                </a:lnTo>
                <a:lnTo>
                  <a:pt x="10407" y="8382"/>
                </a:lnTo>
                <a:lnTo>
                  <a:pt x="11576" y="7213"/>
                </a:lnTo>
                <a:lnTo>
                  <a:pt x="13798" y="8266"/>
                </a:lnTo>
                <a:lnTo>
                  <a:pt x="15063" y="7425"/>
                </a:lnTo>
                <a:lnTo>
                  <a:pt x="14011" y="4779"/>
                </a:lnTo>
                <a:lnTo>
                  <a:pt x="14829" y="3961"/>
                </a:lnTo>
                <a:lnTo>
                  <a:pt x="17497" y="4319"/>
                </a:lnTo>
                <a:lnTo>
                  <a:pt x="19032" y="4231"/>
                </a:lnTo>
                <a:lnTo>
                  <a:pt x="20566" y="4582"/>
                </a:lnTo>
                <a:lnTo>
                  <a:pt x="21517" y="4290"/>
                </a:lnTo>
                <a:lnTo>
                  <a:pt x="21692" y="4238"/>
                </a:lnTo>
                <a:lnTo>
                  <a:pt x="21363" y="789"/>
                </a:lnTo>
                <a:lnTo>
                  <a:pt x="23658" y="701"/>
                </a:lnTo>
                <a:lnTo>
                  <a:pt x="26435" y="387"/>
                </a:lnTo>
                <a:lnTo>
                  <a:pt x="29644" y="993"/>
                </a:lnTo>
                <a:lnTo>
                  <a:pt x="34913" y="0"/>
                </a:lnTo>
                <a:lnTo>
                  <a:pt x="35827" y="1118"/>
                </a:lnTo>
                <a:lnTo>
                  <a:pt x="35198" y="4165"/>
                </a:lnTo>
                <a:lnTo>
                  <a:pt x="37376" y="4918"/>
                </a:lnTo>
                <a:lnTo>
                  <a:pt x="40972" y="3266"/>
                </a:lnTo>
                <a:lnTo>
                  <a:pt x="43114" y="4648"/>
                </a:lnTo>
                <a:lnTo>
                  <a:pt x="42083" y="7323"/>
                </a:lnTo>
                <a:lnTo>
                  <a:pt x="43143" y="8375"/>
                </a:lnTo>
                <a:lnTo>
                  <a:pt x="45504" y="7206"/>
                </a:lnTo>
                <a:lnTo>
                  <a:pt x="46651" y="8404"/>
                </a:lnTo>
                <a:lnTo>
                  <a:pt x="45482" y="10714"/>
                </a:lnTo>
                <a:lnTo>
                  <a:pt x="46651" y="11891"/>
                </a:lnTo>
                <a:lnTo>
                  <a:pt x="48990" y="10721"/>
                </a:lnTo>
                <a:lnTo>
                  <a:pt x="50159" y="11891"/>
                </a:lnTo>
                <a:lnTo>
                  <a:pt x="48990" y="14229"/>
                </a:lnTo>
                <a:lnTo>
                  <a:pt x="50064" y="15304"/>
                </a:lnTo>
                <a:lnTo>
                  <a:pt x="52710" y="14251"/>
                </a:lnTo>
                <a:lnTo>
                  <a:pt x="54142" y="16422"/>
                </a:lnTo>
                <a:lnTo>
                  <a:pt x="52308" y="20032"/>
                </a:lnTo>
                <a:lnTo>
                  <a:pt x="53265" y="22276"/>
                </a:lnTo>
                <a:lnTo>
                  <a:pt x="56218" y="21465"/>
                </a:lnTo>
                <a:lnTo>
                  <a:pt x="56934" y="22188"/>
                </a:lnTo>
                <a:lnTo>
                  <a:pt x="56525" y="24798"/>
                </a:lnTo>
                <a:lnTo>
                  <a:pt x="56810" y="27619"/>
                </a:lnTo>
                <a:lnTo>
                  <a:pt x="56584" y="30060"/>
                </a:lnTo>
                <a:lnTo>
                  <a:pt x="56584" y="33210"/>
                </a:lnTo>
                <a:lnTo>
                  <a:pt x="56913" y="35088"/>
                </a:lnTo>
                <a:lnTo>
                  <a:pt x="56394" y="36301"/>
                </a:lnTo>
                <a:lnTo>
                  <a:pt x="53441" y="35490"/>
                </a:lnTo>
                <a:lnTo>
                  <a:pt x="52534" y="36404"/>
                </a:lnTo>
                <a:lnTo>
                  <a:pt x="53434" y="38662"/>
                </a:lnTo>
                <a:lnTo>
                  <a:pt x="52717" y="40073"/>
                </a:lnTo>
                <a:lnTo>
                  <a:pt x="53624" y="42338"/>
                </a:lnTo>
                <a:lnTo>
                  <a:pt x="52586" y="43369"/>
                </a:lnTo>
                <a:lnTo>
                  <a:pt x="49940" y="42316"/>
                </a:lnTo>
                <a:lnTo>
                  <a:pt x="49063" y="43639"/>
                </a:lnTo>
                <a:lnTo>
                  <a:pt x="50159" y="45693"/>
                </a:lnTo>
                <a:lnTo>
                  <a:pt x="49078" y="46979"/>
                </a:lnTo>
                <a:lnTo>
                  <a:pt x="46622" y="45832"/>
                </a:lnTo>
                <a:lnTo>
                  <a:pt x="45511" y="46950"/>
                </a:lnTo>
                <a:lnTo>
                  <a:pt x="46666" y="49384"/>
                </a:lnTo>
                <a:lnTo>
                  <a:pt x="45430" y="50451"/>
                </a:lnTo>
                <a:lnTo>
                  <a:pt x="43157" y="49296"/>
                </a:lnTo>
                <a:lnTo>
                  <a:pt x="42193" y="50261"/>
                </a:lnTo>
                <a:lnTo>
                  <a:pt x="43004" y="53214"/>
                </a:lnTo>
                <a:lnTo>
                  <a:pt x="40585" y="54251"/>
                </a:lnTo>
                <a:lnTo>
                  <a:pt x="37515" y="52541"/>
                </a:lnTo>
                <a:lnTo>
                  <a:pt x="35103" y="53594"/>
                </a:lnTo>
                <a:lnTo>
                  <a:pt x="35922" y="56539"/>
                </a:lnTo>
                <a:lnTo>
                  <a:pt x="35220" y="57241"/>
                </a:lnTo>
                <a:lnTo>
                  <a:pt x="32553" y="56882"/>
                </a:lnTo>
                <a:lnTo>
                  <a:pt x="30879" y="56970"/>
                </a:lnTo>
                <a:lnTo>
                  <a:pt x="26742" y="56904"/>
                </a:lnTo>
                <a:lnTo>
                  <a:pt x="23139" y="576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548496" y="7831773"/>
            <a:ext cx="50800" cy="50165"/>
          </a:xfrm>
          <a:custGeom>
            <a:avLst/>
            <a:gdLst/>
            <a:ahLst/>
            <a:cxnLst/>
            <a:rect l="l" t="t" r="r" b="b"/>
            <a:pathLst>
              <a:path w="50800" h="50165">
                <a:moveTo>
                  <a:pt x="30264" y="49947"/>
                </a:moveTo>
                <a:lnTo>
                  <a:pt x="27385" y="49442"/>
                </a:lnTo>
                <a:lnTo>
                  <a:pt x="23175" y="49442"/>
                </a:lnTo>
                <a:lnTo>
                  <a:pt x="20295" y="49947"/>
                </a:lnTo>
                <a:lnTo>
                  <a:pt x="17642" y="49289"/>
                </a:lnTo>
                <a:lnTo>
                  <a:pt x="15187" y="49873"/>
                </a:lnTo>
                <a:lnTo>
                  <a:pt x="14171" y="48858"/>
                </a:lnTo>
                <a:lnTo>
                  <a:pt x="15223" y="46636"/>
                </a:lnTo>
                <a:lnTo>
                  <a:pt x="14755" y="45934"/>
                </a:lnTo>
                <a:lnTo>
                  <a:pt x="14054" y="45466"/>
                </a:lnTo>
                <a:lnTo>
                  <a:pt x="11832" y="46519"/>
                </a:lnTo>
                <a:lnTo>
                  <a:pt x="10758" y="45444"/>
                </a:lnTo>
                <a:lnTo>
                  <a:pt x="11810" y="42799"/>
                </a:lnTo>
                <a:lnTo>
                  <a:pt x="10546" y="41958"/>
                </a:lnTo>
                <a:lnTo>
                  <a:pt x="8324" y="43011"/>
                </a:lnTo>
                <a:lnTo>
                  <a:pt x="7155" y="41841"/>
                </a:lnTo>
                <a:lnTo>
                  <a:pt x="8324" y="39503"/>
                </a:lnTo>
                <a:lnTo>
                  <a:pt x="7250" y="38428"/>
                </a:lnTo>
                <a:lnTo>
                  <a:pt x="4604" y="39481"/>
                </a:lnTo>
                <a:lnTo>
                  <a:pt x="3690" y="38107"/>
                </a:lnTo>
                <a:lnTo>
                  <a:pt x="4662" y="36294"/>
                </a:lnTo>
                <a:lnTo>
                  <a:pt x="4231" y="35410"/>
                </a:lnTo>
                <a:lnTo>
                  <a:pt x="3530" y="34942"/>
                </a:lnTo>
                <a:lnTo>
                  <a:pt x="1308" y="35994"/>
                </a:lnTo>
                <a:lnTo>
                  <a:pt x="277" y="34964"/>
                </a:lnTo>
                <a:lnTo>
                  <a:pt x="898" y="32537"/>
                </a:lnTo>
                <a:lnTo>
                  <a:pt x="175" y="29936"/>
                </a:lnTo>
                <a:lnTo>
                  <a:pt x="723" y="26939"/>
                </a:lnTo>
                <a:lnTo>
                  <a:pt x="723" y="23753"/>
                </a:lnTo>
                <a:lnTo>
                  <a:pt x="584" y="22495"/>
                </a:lnTo>
                <a:lnTo>
                  <a:pt x="847" y="20325"/>
                </a:lnTo>
                <a:lnTo>
                  <a:pt x="0" y="14953"/>
                </a:lnTo>
                <a:lnTo>
                  <a:pt x="1425" y="13791"/>
                </a:lnTo>
                <a:lnTo>
                  <a:pt x="3435" y="14821"/>
                </a:lnTo>
                <a:lnTo>
                  <a:pt x="4231" y="14361"/>
                </a:lnTo>
                <a:lnTo>
                  <a:pt x="4699" y="13659"/>
                </a:lnTo>
                <a:lnTo>
                  <a:pt x="3646" y="11437"/>
                </a:lnTo>
                <a:lnTo>
                  <a:pt x="4721" y="10363"/>
                </a:lnTo>
                <a:lnTo>
                  <a:pt x="7367" y="11416"/>
                </a:lnTo>
                <a:lnTo>
                  <a:pt x="8207" y="10151"/>
                </a:lnTo>
                <a:lnTo>
                  <a:pt x="7155" y="7929"/>
                </a:lnTo>
                <a:lnTo>
                  <a:pt x="8324" y="6760"/>
                </a:lnTo>
                <a:lnTo>
                  <a:pt x="10663" y="7929"/>
                </a:lnTo>
                <a:lnTo>
                  <a:pt x="11737" y="6855"/>
                </a:lnTo>
                <a:lnTo>
                  <a:pt x="10685" y="4209"/>
                </a:lnTo>
                <a:lnTo>
                  <a:pt x="12059" y="3296"/>
                </a:lnTo>
                <a:lnTo>
                  <a:pt x="13871" y="4268"/>
                </a:lnTo>
                <a:lnTo>
                  <a:pt x="14755" y="3837"/>
                </a:lnTo>
                <a:lnTo>
                  <a:pt x="15084" y="3471"/>
                </a:lnTo>
                <a:lnTo>
                  <a:pt x="14339" y="496"/>
                </a:lnTo>
                <a:lnTo>
                  <a:pt x="15545" y="0"/>
                </a:lnTo>
                <a:lnTo>
                  <a:pt x="17394" y="328"/>
                </a:lnTo>
                <a:lnTo>
                  <a:pt x="33159" y="328"/>
                </a:lnTo>
                <a:lnTo>
                  <a:pt x="35022" y="0"/>
                </a:lnTo>
                <a:lnTo>
                  <a:pt x="36221" y="504"/>
                </a:lnTo>
                <a:lnTo>
                  <a:pt x="35468" y="3464"/>
                </a:lnTo>
                <a:lnTo>
                  <a:pt x="35804" y="3837"/>
                </a:lnTo>
                <a:lnTo>
                  <a:pt x="36506" y="4304"/>
                </a:lnTo>
                <a:lnTo>
                  <a:pt x="38728" y="3252"/>
                </a:lnTo>
                <a:lnTo>
                  <a:pt x="39802" y="4326"/>
                </a:lnTo>
                <a:lnTo>
                  <a:pt x="38750" y="6972"/>
                </a:lnTo>
                <a:lnTo>
                  <a:pt x="40014" y="7812"/>
                </a:lnTo>
                <a:lnTo>
                  <a:pt x="42236" y="6760"/>
                </a:lnTo>
                <a:lnTo>
                  <a:pt x="43405" y="7929"/>
                </a:lnTo>
                <a:lnTo>
                  <a:pt x="42236" y="10268"/>
                </a:lnTo>
                <a:lnTo>
                  <a:pt x="43310" y="11342"/>
                </a:lnTo>
                <a:lnTo>
                  <a:pt x="45956" y="10290"/>
                </a:lnTo>
                <a:lnTo>
                  <a:pt x="46869" y="11664"/>
                </a:lnTo>
                <a:lnTo>
                  <a:pt x="45897" y="13477"/>
                </a:lnTo>
                <a:lnTo>
                  <a:pt x="46329" y="14361"/>
                </a:lnTo>
                <a:lnTo>
                  <a:pt x="47030" y="14829"/>
                </a:lnTo>
                <a:lnTo>
                  <a:pt x="49252" y="13776"/>
                </a:lnTo>
                <a:lnTo>
                  <a:pt x="50173" y="14697"/>
                </a:lnTo>
                <a:lnTo>
                  <a:pt x="49815" y="17357"/>
                </a:lnTo>
                <a:lnTo>
                  <a:pt x="50019" y="21355"/>
                </a:lnTo>
                <a:lnTo>
                  <a:pt x="49837" y="24907"/>
                </a:lnTo>
                <a:lnTo>
                  <a:pt x="49837" y="29373"/>
                </a:lnTo>
                <a:lnTo>
                  <a:pt x="50122" y="30973"/>
                </a:lnTo>
                <a:lnTo>
                  <a:pt x="49639" y="32545"/>
                </a:lnTo>
                <a:lnTo>
                  <a:pt x="50290" y="34949"/>
                </a:lnTo>
                <a:lnTo>
                  <a:pt x="49252" y="35987"/>
                </a:lnTo>
                <a:lnTo>
                  <a:pt x="46986" y="34942"/>
                </a:lnTo>
                <a:lnTo>
                  <a:pt x="46329" y="35410"/>
                </a:lnTo>
                <a:lnTo>
                  <a:pt x="45861" y="36111"/>
                </a:lnTo>
                <a:lnTo>
                  <a:pt x="46913" y="38333"/>
                </a:lnTo>
                <a:lnTo>
                  <a:pt x="45839" y="39408"/>
                </a:lnTo>
                <a:lnTo>
                  <a:pt x="43193" y="38355"/>
                </a:lnTo>
                <a:lnTo>
                  <a:pt x="42353" y="39620"/>
                </a:lnTo>
                <a:lnTo>
                  <a:pt x="43405" y="41841"/>
                </a:lnTo>
                <a:lnTo>
                  <a:pt x="42236" y="43011"/>
                </a:lnTo>
                <a:lnTo>
                  <a:pt x="39897" y="41841"/>
                </a:lnTo>
                <a:lnTo>
                  <a:pt x="38823" y="42916"/>
                </a:lnTo>
                <a:lnTo>
                  <a:pt x="39875" y="45561"/>
                </a:lnTo>
                <a:lnTo>
                  <a:pt x="38501" y="46475"/>
                </a:lnTo>
                <a:lnTo>
                  <a:pt x="36689" y="45503"/>
                </a:lnTo>
                <a:lnTo>
                  <a:pt x="35804" y="45934"/>
                </a:lnTo>
                <a:lnTo>
                  <a:pt x="35337" y="46636"/>
                </a:lnTo>
                <a:lnTo>
                  <a:pt x="36389" y="48858"/>
                </a:lnTo>
                <a:lnTo>
                  <a:pt x="35373" y="49873"/>
                </a:lnTo>
                <a:lnTo>
                  <a:pt x="32917" y="49289"/>
                </a:lnTo>
                <a:lnTo>
                  <a:pt x="30264" y="499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022265" y="7831349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19543" y="50553"/>
                </a:moveTo>
                <a:lnTo>
                  <a:pt x="17475" y="49669"/>
                </a:lnTo>
                <a:lnTo>
                  <a:pt x="18293" y="46716"/>
                </a:lnTo>
                <a:lnTo>
                  <a:pt x="17372" y="45803"/>
                </a:lnTo>
                <a:lnTo>
                  <a:pt x="15114" y="46716"/>
                </a:lnTo>
                <a:lnTo>
                  <a:pt x="13711" y="45985"/>
                </a:lnTo>
                <a:lnTo>
                  <a:pt x="11452" y="46892"/>
                </a:lnTo>
                <a:lnTo>
                  <a:pt x="10422" y="45861"/>
                </a:lnTo>
                <a:lnTo>
                  <a:pt x="11467" y="43215"/>
                </a:lnTo>
                <a:lnTo>
                  <a:pt x="10195" y="42368"/>
                </a:lnTo>
                <a:lnTo>
                  <a:pt x="8002" y="43427"/>
                </a:lnTo>
                <a:lnTo>
                  <a:pt x="6819" y="42265"/>
                </a:lnTo>
                <a:lnTo>
                  <a:pt x="7988" y="39919"/>
                </a:lnTo>
                <a:lnTo>
                  <a:pt x="6914" y="38845"/>
                </a:lnTo>
                <a:lnTo>
                  <a:pt x="4268" y="39897"/>
                </a:lnTo>
                <a:lnTo>
                  <a:pt x="3354" y="38516"/>
                </a:lnTo>
                <a:lnTo>
                  <a:pt x="4377" y="36689"/>
                </a:lnTo>
                <a:lnTo>
                  <a:pt x="3500" y="35117"/>
                </a:lnTo>
                <a:lnTo>
                  <a:pt x="4458" y="32874"/>
                </a:lnTo>
                <a:lnTo>
                  <a:pt x="3413" y="31829"/>
                </a:lnTo>
                <a:lnTo>
                  <a:pt x="767" y="32881"/>
                </a:lnTo>
                <a:lnTo>
                  <a:pt x="0" y="31726"/>
                </a:lnTo>
                <a:lnTo>
                  <a:pt x="467" y="29541"/>
                </a:lnTo>
                <a:lnTo>
                  <a:pt x="182" y="26522"/>
                </a:lnTo>
                <a:lnTo>
                  <a:pt x="394" y="24096"/>
                </a:lnTo>
                <a:lnTo>
                  <a:pt x="394" y="20785"/>
                </a:lnTo>
                <a:lnTo>
                  <a:pt x="131" y="19258"/>
                </a:lnTo>
                <a:lnTo>
                  <a:pt x="489" y="17957"/>
                </a:lnTo>
                <a:lnTo>
                  <a:pt x="3617" y="18571"/>
                </a:lnTo>
                <a:lnTo>
                  <a:pt x="4231" y="17957"/>
                </a:lnTo>
                <a:lnTo>
                  <a:pt x="3873" y="15289"/>
                </a:lnTo>
                <a:lnTo>
                  <a:pt x="3939" y="14098"/>
                </a:lnTo>
                <a:lnTo>
                  <a:pt x="3522" y="11818"/>
                </a:lnTo>
                <a:lnTo>
                  <a:pt x="4290" y="10699"/>
                </a:lnTo>
                <a:lnTo>
                  <a:pt x="6906" y="11766"/>
                </a:lnTo>
                <a:lnTo>
                  <a:pt x="7893" y="10780"/>
                </a:lnTo>
                <a:lnTo>
                  <a:pt x="6848" y="8134"/>
                </a:lnTo>
                <a:lnTo>
                  <a:pt x="8214" y="7220"/>
                </a:lnTo>
                <a:lnTo>
                  <a:pt x="10093" y="8295"/>
                </a:lnTo>
                <a:lnTo>
                  <a:pt x="11460" y="7403"/>
                </a:lnTo>
                <a:lnTo>
                  <a:pt x="10429" y="4735"/>
                </a:lnTo>
                <a:lnTo>
                  <a:pt x="11240" y="3924"/>
                </a:lnTo>
                <a:lnTo>
                  <a:pt x="13901" y="4282"/>
                </a:lnTo>
                <a:lnTo>
                  <a:pt x="15362" y="4209"/>
                </a:lnTo>
                <a:lnTo>
                  <a:pt x="16970" y="4582"/>
                </a:lnTo>
                <a:lnTo>
                  <a:pt x="17913" y="4253"/>
                </a:lnTo>
                <a:lnTo>
                  <a:pt x="18133" y="4173"/>
                </a:lnTo>
                <a:lnTo>
                  <a:pt x="17709" y="760"/>
                </a:lnTo>
                <a:lnTo>
                  <a:pt x="20040" y="555"/>
                </a:lnTo>
                <a:lnTo>
                  <a:pt x="22817" y="438"/>
                </a:lnTo>
                <a:lnTo>
                  <a:pt x="25997" y="898"/>
                </a:lnTo>
                <a:lnTo>
                  <a:pt x="31339" y="0"/>
                </a:lnTo>
                <a:lnTo>
                  <a:pt x="32275" y="1147"/>
                </a:lnTo>
                <a:lnTo>
                  <a:pt x="31515" y="4056"/>
                </a:lnTo>
                <a:lnTo>
                  <a:pt x="33217" y="4838"/>
                </a:lnTo>
                <a:lnTo>
                  <a:pt x="38136" y="3245"/>
                </a:lnTo>
                <a:lnTo>
                  <a:pt x="39488" y="4904"/>
                </a:lnTo>
                <a:lnTo>
                  <a:pt x="38363" y="7191"/>
                </a:lnTo>
                <a:lnTo>
                  <a:pt x="39561" y="8339"/>
                </a:lnTo>
                <a:lnTo>
                  <a:pt x="41878" y="7169"/>
                </a:lnTo>
                <a:lnTo>
                  <a:pt x="43062" y="8361"/>
                </a:lnTo>
                <a:lnTo>
                  <a:pt x="41900" y="10641"/>
                </a:lnTo>
                <a:lnTo>
                  <a:pt x="42996" y="11861"/>
                </a:lnTo>
                <a:lnTo>
                  <a:pt x="45408" y="10707"/>
                </a:lnTo>
                <a:lnTo>
                  <a:pt x="46307" y="11606"/>
                </a:lnTo>
                <a:lnTo>
                  <a:pt x="45942" y="14266"/>
                </a:lnTo>
                <a:lnTo>
                  <a:pt x="46015" y="15574"/>
                </a:lnTo>
                <a:lnTo>
                  <a:pt x="45598" y="17606"/>
                </a:lnTo>
                <a:lnTo>
                  <a:pt x="46249" y="18797"/>
                </a:lnTo>
                <a:lnTo>
                  <a:pt x="49048" y="17854"/>
                </a:lnTo>
                <a:lnTo>
                  <a:pt x="49837" y="18651"/>
                </a:lnTo>
                <a:lnTo>
                  <a:pt x="49413" y="21246"/>
                </a:lnTo>
                <a:lnTo>
                  <a:pt x="49691" y="23687"/>
                </a:lnTo>
                <a:lnTo>
                  <a:pt x="49932" y="26968"/>
                </a:lnTo>
                <a:lnTo>
                  <a:pt x="49326" y="29431"/>
                </a:lnTo>
                <a:lnTo>
                  <a:pt x="49910" y="31887"/>
                </a:lnTo>
                <a:lnTo>
                  <a:pt x="49121" y="32669"/>
                </a:lnTo>
                <a:lnTo>
                  <a:pt x="46132" y="31894"/>
                </a:lnTo>
                <a:lnTo>
                  <a:pt x="45182" y="34328"/>
                </a:lnTo>
                <a:lnTo>
                  <a:pt x="46819" y="37347"/>
                </a:lnTo>
                <a:lnTo>
                  <a:pt x="45788" y="39773"/>
                </a:lnTo>
                <a:lnTo>
                  <a:pt x="42828" y="38962"/>
                </a:lnTo>
                <a:lnTo>
                  <a:pt x="41878" y="39919"/>
                </a:lnTo>
                <a:lnTo>
                  <a:pt x="43047" y="42251"/>
                </a:lnTo>
                <a:lnTo>
                  <a:pt x="41893" y="43427"/>
                </a:lnTo>
                <a:lnTo>
                  <a:pt x="39539" y="42258"/>
                </a:lnTo>
                <a:lnTo>
                  <a:pt x="38589" y="43208"/>
                </a:lnTo>
                <a:lnTo>
                  <a:pt x="39408" y="46161"/>
                </a:lnTo>
                <a:lnTo>
                  <a:pt x="36981" y="47199"/>
                </a:lnTo>
                <a:lnTo>
                  <a:pt x="33919" y="45488"/>
                </a:lnTo>
                <a:lnTo>
                  <a:pt x="31500" y="46541"/>
                </a:lnTo>
                <a:lnTo>
                  <a:pt x="32318" y="49486"/>
                </a:lnTo>
                <a:lnTo>
                  <a:pt x="31610" y="50188"/>
                </a:lnTo>
                <a:lnTo>
                  <a:pt x="28949" y="49830"/>
                </a:lnTo>
                <a:lnTo>
                  <a:pt x="27283" y="49917"/>
                </a:lnTo>
                <a:lnTo>
                  <a:pt x="23146" y="49852"/>
                </a:lnTo>
                <a:lnTo>
                  <a:pt x="19543" y="50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6341566" y="78349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7122" y="43457"/>
                </a:moveTo>
                <a:lnTo>
                  <a:pt x="23511" y="42762"/>
                </a:lnTo>
                <a:lnTo>
                  <a:pt x="20785" y="42762"/>
                </a:lnTo>
                <a:lnTo>
                  <a:pt x="15209" y="43376"/>
                </a:lnTo>
                <a:lnTo>
                  <a:pt x="14427" y="42426"/>
                </a:lnTo>
                <a:lnTo>
                  <a:pt x="15055" y="39378"/>
                </a:lnTo>
                <a:lnTo>
                  <a:pt x="13827" y="38947"/>
                </a:lnTo>
                <a:lnTo>
                  <a:pt x="12132" y="39254"/>
                </a:lnTo>
                <a:lnTo>
                  <a:pt x="10663" y="39254"/>
                </a:lnTo>
                <a:lnTo>
                  <a:pt x="8068" y="39583"/>
                </a:lnTo>
                <a:lnTo>
                  <a:pt x="7111" y="38750"/>
                </a:lnTo>
                <a:lnTo>
                  <a:pt x="8149" y="36382"/>
                </a:lnTo>
                <a:lnTo>
                  <a:pt x="7688" y="35746"/>
                </a:lnTo>
                <a:lnTo>
                  <a:pt x="6986" y="35278"/>
                </a:lnTo>
                <a:lnTo>
                  <a:pt x="4765" y="36331"/>
                </a:lnTo>
                <a:lnTo>
                  <a:pt x="3603" y="35161"/>
                </a:lnTo>
                <a:lnTo>
                  <a:pt x="4633" y="32939"/>
                </a:lnTo>
                <a:lnTo>
                  <a:pt x="3727" y="31529"/>
                </a:lnTo>
                <a:lnTo>
                  <a:pt x="4765" y="29307"/>
                </a:lnTo>
                <a:lnTo>
                  <a:pt x="3690" y="28240"/>
                </a:lnTo>
                <a:lnTo>
                  <a:pt x="1045" y="29292"/>
                </a:lnTo>
                <a:lnTo>
                  <a:pt x="255" y="28101"/>
                </a:lnTo>
                <a:lnTo>
                  <a:pt x="781" y="25989"/>
                </a:lnTo>
                <a:lnTo>
                  <a:pt x="518" y="24162"/>
                </a:lnTo>
                <a:lnTo>
                  <a:pt x="745" y="20719"/>
                </a:lnTo>
                <a:lnTo>
                  <a:pt x="0" y="15253"/>
                </a:lnTo>
                <a:lnTo>
                  <a:pt x="1081" y="14368"/>
                </a:lnTo>
                <a:lnTo>
                  <a:pt x="3975" y="15143"/>
                </a:lnTo>
                <a:lnTo>
                  <a:pt x="4787" y="13433"/>
                </a:lnTo>
                <a:lnTo>
                  <a:pt x="3157" y="8529"/>
                </a:lnTo>
                <a:lnTo>
                  <a:pt x="4882" y="7118"/>
                </a:lnTo>
                <a:lnTo>
                  <a:pt x="6899" y="8149"/>
                </a:lnTo>
                <a:lnTo>
                  <a:pt x="7688" y="7688"/>
                </a:lnTo>
                <a:lnTo>
                  <a:pt x="8141" y="7125"/>
                </a:lnTo>
                <a:lnTo>
                  <a:pt x="7133" y="4597"/>
                </a:lnTo>
                <a:lnTo>
                  <a:pt x="8280" y="3742"/>
                </a:lnTo>
                <a:lnTo>
                  <a:pt x="10451" y="4319"/>
                </a:lnTo>
                <a:lnTo>
                  <a:pt x="11788" y="4070"/>
                </a:lnTo>
                <a:lnTo>
                  <a:pt x="14310" y="4582"/>
                </a:lnTo>
                <a:lnTo>
                  <a:pt x="15194" y="3690"/>
                </a:lnTo>
                <a:lnTo>
                  <a:pt x="14142" y="1045"/>
                </a:lnTo>
                <a:lnTo>
                  <a:pt x="15333" y="255"/>
                </a:lnTo>
                <a:lnTo>
                  <a:pt x="17445" y="782"/>
                </a:lnTo>
                <a:lnTo>
                  <a:pt x="19272" y="526"/>
                </a:lnTo>
                <a:lnTo>
                  <a:pt x="22714" y="745"/>
                </a:lnTo>
                <a:lnTo>
                  <a:pt x="28181" y="0"/>
                </a:lnTo>
                <a:lnTo>
                  <a:pt x="29007" y="1008"/>
                </a:lnTo>
                <a:lnTo>
                  <a:pt x="28379" y="4056"/>
                </a:lnTo>
                <a:lnTo>
                  <a:pt x="30279" y="4721"/>
                </a:lnTo>
                <a:lnTo>
                  <a:pt x="34555" y="3142"/>
                </a:lnTo>
                <a:lnTo>
                  <a:pt x="36331" y="4677"/>
                </a:lnTo>
                <a:lnTo>
                  <a:pt x="35307" y="7052"/>
                </a:lnTo>
                <a:lnTo>
                  <a:pt x="35753" y="7681"/>
                </a:lnTo>
                <a:lnTo>
                  <a:pt x="36382" y="8141"/>
                </a:lnTo>
                <a:lnTo>
                  <a:pt x="38757" y="7103"/>
                </a:lnTo>
                <a:lnTo>
                  <a:pt x="39758" y="8258"/>
                </a:lnTo>
                <a:lnTo>
                  <a:pt x="39005" y="10444"/>
                </a:lnTo>
                <a:lnTo>
                  <a:pt x="39488" y="11854"/>
                </a:lnTo>
                <a:lnTo>
                  <a:pt x="38786" y="14222"/>
                </a:lnTo>
                <a:lnTo>
                  <a:pt x="39627" y="15070"/>
                </a:lnTo>
                <a:lnTo>
                  <a:pt x="42579" y="14259"/>
                </a:lnTo>
                <a:lnTo>
                  <a:pt x="43464" y="16320"/>
                </a:lnTo>
                <a:lnTo>
                  <a:pt x="42769" y="19930"/>
                </a:lnTo>
                <a:lnTo>
                  <a:pt x="42769" y="22649"/>
                </a:lnTo>
                <a:lnTo>
                  <a:pt x="43383" y="28225"/>
                </a:lnTo>
                <a:lnTo>
                  <a:pt x="42433" y="29007"/>
                </a:lnTo>
                <a:lnTo>
                  <a:pt x="39385" y="28379"/>
                </a:lnTo>
                <a:lnTo>
                  <a:pt x="38954" y="29607"/>
                </a:lnTo>
                <a:lnTo>
                  <a:pt x="39261" y="31302"/>
                </a:lnTo>
                <a:lnTo>
                  <a:pt x="39261" y="32771"/>
                </a:lnTo>
                <a:lnTo>
                  <a:pt x="39590" y="35366"/>
                </a:lnTo>
                <a:lnTo>
                  <a:pt x="38757" y="36323"/>
                </a:lnTo>
                <a:lnTo>
                  <a:pt x="36382" y="35286"/>
                </a:lnTo>
                <a:lnTo>
                  <a:pt x="35753" y="35746"/>
                </a:lnTo>
                <a:lnTo>
                  <a:pt x="35293" y="36382"/>
                </a:lnTo>
                <a:lnTo>
                  <a:pt x="36330" y="38750"/>
                </a:lnTo>
                <a:lnTo>
                  <a:pt x="35176" y="39751"/>
                </a:lnTo>
                <a:lnTo>
                  <a:pt x="32990" y="38998"/>
                </a:lnTo>
                <a:lnTo>
                  <a:pt x="31580" y="39481"/>
                </a:lnTo>
                <a:lnTo>
                  <a:pt x="29212" y="38779"/>
                </a:lnTo>
                <a:lnTo>
                  <a:pt x="28371" y="39620"/>
                </a:lnTo>
                <a:lnTo>
                  <a:pt x="29183" y="42572"/>
                </a:lnTo>
                <a:lnTo>
                  <a:pt x="27122" y="434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239420" y="7838395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9238" y="36521"/>
                </a:moveTo>
                <a:lnTo>
                  <a:pt x="7279" y="35563"/>
                </a:lnTo>
                <a:lnTo>
                  <a:pt x="8149" y="32691"/>
                </a:lnTo>
                <a:lnTo>
                  <a:pt x="7265" y="31799"/>
                </a:lnTo>
                <a:lnTo>
                  <a:pt x="4612" y="32852"/>
                </a:lnTo>
                <a:lnTo>
                  <a:pt x="3705" y="31478"/>
                </a:lnTo>
                <a:lnTo>
                  <a:pt x="4677" y="29665"/>
                </a:lnTo>
                <a:lnTo>
                  <a:pt x="4246" y="28781"/>
                </a:lnTo>
                <a:lnTo>
                  <a:pt x="3544" y="28313"/>
                </a:lnTo>
                <a:lnTo>
                  <a:pt x="1323" y="29366"/>
                </a:lnTo>
                <a:lnTo>
                  <a:pt x="307" y="28350"/>
                </a:lnTo>
                <a:lnTo>
                  <a:pt x="891" y="25894"/>
                </a:lnTo>
                <a:lnTo>
                  <a:pt x="285" y="23424"/>
                </a:lnTo>
                <a:lnTo>
                  <a:pt x="533" y="20149"/>
                </a:lnTo>
                <a:lnTo>
                  <a:pt x="869" y="17102"/>
                </a:lnTo>
                <a:lnTo>
                  <a:pt x="584" y="15896"/>
                </a:lnTo>
                <a:lnTo>
                  <a:pt x="891" y="13681"/>
                </a:lnTo>
                <a:lnTo>
                  <a:pt x="0" y="8339"/>
                </a:lnTo>
                <a:lnTo>
                  <a:pt x="1439" y="7162"/>
                </a:lnTo>
                <a:lnTo>
                  <a:pt x="3457" y="8192"/>
                </a:lnTo>
                <a:lnTo>
                  <a:pt x="4246" y="7732"/>
                </a:lnTo>
                <a:lnTo>
                  <a:pt x="4714" y="7030"/>
                </a:lnTo>
                <a:lnTo>
                  <a:pt x="3661" y="4809"/>
                </a:lnTo>
                <a:lnTo>
                  <a:pt x="4831" y="3639"/>
                </a:lnTo>
                <a:lnTo>
                  <a:pt x="7053" y="4692"/>
                </a:lnTo>
                <a:lnTo>
                  <a:pt x="7754" y="4224"/>
                </a:lnTo>
                <a:lnTo>
                  <a:pt x="8083" y="3851"/>
                </a:lnTo>
                <a:lnTo>
                  <a:pt x="7330" y="891"/>
                </a:lnTo>
                <a:lnTo>
                  <a:pt x="8631" y="343"/>
                </a:lnTo>
                <a:lnTo>
                  <a:pt x="10298" y="825"/>
                </a:lnTo>
                <a:lnTo>
                  <a:pt x="14390" y="372"/>
                </a:lnTo>
                <a:lnTo>
                  <a:pt x="18651" y="343"/>
                </a:lnTo>
                <a:lnTo>
                  <a:pt x="22825" y="847"/>
                </a:lnTo>
                <a:lnTo>
                  <a:pt x="28204" y="0"/>
                </a:lnTo>
                <a:lnTo>
                  <a:pt x="29366" y="1417"/>
                </a:lnTo>
                <a:lnTo>
                  <a:pt x="28335" y="3435"/>
                </a:lnTo>
                <a:lnTo>
                  <a:pt x="28796" y="4224"/>
                </a:lnTo>
                <a:lnTo>
                  <a:pt x="29497" y="4692"/>
                </a:lnTo>
                <a:lnTo>
                  <a:pt x="31712" y="3639"/>
                </a:lnTo>
                <a:lnTo>
                  <a:pt x="32786" y="4714"/>
                </a:lnTo>
                <a:lnTo>
                  <a:pt x="31734" y="7359"/>
                </a:lnTo>
                <a:lnTo>
                  <a:pt x="33100" y="8280"/>
                </a:lnTo>
                <a:lnTo>
                  <a:pt x="34928" y="7308"/>
                </a:lnTo>
                <a:lnTo>
                  <a:pt x="35805" y="7732"/>
                </a:lnTo>
                <a:lnTo>
                  <a:pt x="35805" y="26062"/>
                </a:lnTo>
                <a:lnTo>
                  <a:pt x="36149" y="28079"/>
                </a:lnTo>
                <a:lnTo>
                  <a:pt x="35571" y="29256"/>
                </a:lnTo>
                <a:lnTo>
                  <a:pt x="32699" y="28379"/>
                </a:lnTo>
                <a:lnTo>
                  <a:pt x="31807" y="29271"/>
                </a:lnTo>
                <a:lnTo>
                  <a:pt x="32860" y="31916"/>
                </a:lnTo>
                <a:lnTo>
                  <a:pt x="31493" y="32830"/>
                </a:lnTo>
                <a:lnTo>
                  <a:pt x="29673" y="31858"/>
                </a:lnTo>
                <a:lnTo>
                  <a:pt x="28796" y="32289"/>
                </a:lnTo>
                <a:lnTo>
                  <a:pt x="28460" y="32654"/>
                </a:lnTo>
                <a:lnTo>
                  <a:pt x="29205" y="35629"/>
                </a:lnTo>
                <a:lnTo>
                  <a:pt x="27999" y="36119"/>
                </a:lnTo>
                <a:lnTo>
                  <a:pt x="26158" y="35797"/>
                </a:lnTo>
                <a:lnTo>
                  <a:pt x="13082" y="35797"/>
                </a:lnTo>
                <a:lnTo>
                  <a:pt x="9238" y="365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6138438" y="7841903"/>
            <a:ext cx="29209" cy="29845"/>
          </a:xfrm>
          <a:custGeom>
            <a:avLst/>
            <a:gdLst/>
            <a:ahLst/>
            <a:cxnLst/>
            <a:rect l="l" t="t" r="r" b="b"/>
            <a:pathLst>
              <a:path w="29209" h="29845">
                <a:moveTo>
                  <a:pt x="4911" y="29534"/>
                </a:moveTo>
                <a:lnTo>
                  <a:pt x="3288" y="28393"/>
                </a:lnTo>
                <a:lnTo>
                  <a:pt x="4275" y="25814"/>
                </a:lnTo>
                <a:lnTo>
                  <a:pt x="3837" y="25273"/>
                </a:lnTo>
                <a:lnTo>
                  <a:pt x="3135" y="24805"/>
                </a:lnTo>
                <a:lnTo>
                  <a:pt x="913" y="25857"/>
                </a:lnTo>
                <a:lnTo>
                  <a:pt x="0" y="24937"/>
                </a:lnTo>
                <a:lnTo>
                  <a:pt x="358" y="22276"/>
                </a:lnTo>
                <a:lnTo>
                  <a:pt x="21" y="15932"/>
                </a:lnTo>
                <a:lnTo>
                  <a:pt x="562" y="10056"/>
                </a:lnTo>
                <a:lnTo>
                  <a:pt x="328" y="4224"/>
                </a:lnTo>
                <a:lnTo>
                  <a:pt x="3837" y="4224"/>
                </a:lnTo>
                <a:lnTo>
                  <a:pt x="4165" y="3851"/>
                </a:lnTo>
                <a:lnTo>
                  <a:pt x="3420" y="891"/>
                </a:lnTo>
                <a:lnTo>
                  <a:pt x="4721" y="343"/>
                </a:lnTo>
                <a:lnTo>
                  <a:pt x="6380" y="825"/>
                </a:lnTo>
                <a:lnTo>
                  <a:pt x="10480" y="372"/>
                </a:lnTo>
                <a:lnTo>
                  <a:pt x="14741" y="343"/>
                </a:lnTo>
                <a:lnTo>
                  <a:pt x="18921" y="847"/>
                </a:lnTo>
                <a:lnTo>
                  <a:pt x="24293" y="0"/>
                </a:lnTo>
                <a:lnTo>
                  <a:pt x="25463" y="1417"/>
                </a:lnTo>
                <a:lnTo>
                  <a:pt x="24432" y="3435"/>
                </a:lnTo>
                <a:lnTo>
                  <a:pt x="24885" y="4224"/>
                </a:lnTo>
                <a:lnTo>
                  <a:pt x="28394" y="4224"/>
                </a:lnTo>
                <a:lnTo>
                  <a:pt x="28394" y="22634"/>
                </a:lnTo>
                <a:lnTo>
                  <a:pt x="28722" y="24476"/>
                </a:lnTo>
                <a:lnTo>
                  <a:pt x="28225" y="25682"/>
                </a:lnTo>
                <a:lnTo>
                  <a:pt x="25258" y="24944"/>
                </a:lnTo>
                <a:lnTo>
                  <a:pt x="24885" y="25273"/>
                </a:lnTo>
                <a:lnTo>
                  <a:pt x="24418" y="25974"/>
                </a:lnTo>
                <a:lnTo>
                  <a:pt x="25470" y="28196"/>
                </a:lnTo>
                <a:lnTo>
                  <a:pt x="24556" y="29110"/>
                </a:lnTo>
                <a:lnTo>
                  <a:pt x="21889" y="28752"/>
                </a:lnTo>
                <a:lnTo>
                  <a:pt x="20215" y="28839"/>
                </a:lnTo>
                <a:lnTo>
                  <a:pt x="19038" y="28730"/>
                </a:lnTo>
                <a:lnTo>
                  <a:pt x="17869" y="28781"/>
                </a:lnTo>
                <a:lnTo>
                  <a:pt x="9479" y="28781"/>
                </a:lnTo>
                <a:lnTo>
                  <a:pt x="4911" y="295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935295" y="7849635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64177" y="7926296"/>
            <a:ext cx="71625" cy="7142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74666" y="7926296"/>
            <a:ext cx="71617" cy="7142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485447" y="7926084"/>
            <a:ext cx="71354" cy="7133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46695" y="7929804"/>
            <a:ext cx="64651" cy="64411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857343" y="7929650"/>
            <a:ext cx="64265" cy="64235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699085" y="7929891"/>
            <a:ext cx="64564" cy="64191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16440007" y="7933071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6895" y="57350"/>
                </a:moveTo>
                <a:lnTo>
                  <a:pt x="24396" y="56729"/>
                </a:lnTo>
                <a:lnTo>
                  <a:pt x="21940" y="57314"/>
                </a:lnTo>
                <a:lnTo>
                  <a:pt x="21180" y="56554"/>
                </a:lnTo>
                <a:lnTo>
                  <a:pt x="21896" y="53513"/>
                </a:lnTo>
                <a:lnTo>
                  <a:pt x="20281" y="52936"/>
                </a:lnTo>
                <a:lnTo>
                  <a:pt x="15253" y="54303"/>
                </a:lnTo>
                <a:lnTo>
                  <a:pt x="14215" y="53038"/>
                </a:lnTo>
                <a:lnTo>
                  <a:pt x="14843" y="49991"/>
                </a:lnTo>
                <a:lnTo>
                  <a:pt x="13038" y="49362"/>
                </a:lnTo>
                <a:lnTo>
                  <a:pt x="8536" y="50882"/>
                </a:lnTo>
                <a:lnTo>
                  <a:pt x="6424" y="48865"/>
                </a:lnTo>
                <a:lnTo>
                  <a:pt x="8075" y="44253"/>
                </a:lnTo>
                <a:lnTo>
                  <a:pt x="7286" y="42404"/>
                </a:lnTo>
                <a:lnTo>
                  <a:pt x="4334" y="43216"/>
                </a:lnTo>
                <a:lnTo>
                  <a:pt x="3427" y="42302"/>
                </a:lnTo>
                <a:lnTo>
                  <a:pt x="4334" y="40051"/>
                </a:lnTo>
                <a:lnTo>
                  <a:pt x="3610" y="38633"/>
                </a:lnTo>
                <a:lnTo>
                  <a:pt x="4516" y="36382"/>
                </a:lnTo>
                <a:lnTo>
                  <a:pt x="3478" y="35344"/>
                </a:lnTo>
                <a:lnTo>
                  <a:pt x="833" y="36397"/>
                </a:lnTo>
                <a:lnTo>
                  <a:pt x="65" y="35234"/>
                </a:lnTo>
                <a:lnTo>
                  <a:pt x="533" y="33064"/>
                </a:lnTo>
                <a:lnTo>
                  <a:pt x="0" y="27173"/>
                </a:lnTo>
                <a:lnTo>
                  <a:pt x="613" y="24688"/>
                </a:lnTo>
                <a:lnTo>
                  <a:pt x="29" y="22232"/>
                </a:lnTo>
                <a:lnTo>
                  <a:pt x="847" y="21414"/>
                </a:lnTo>
                <a:lnTo>
                  <a:pt x="3756" y="22262"/>
                </a:lnTo>
                <a:lnTo>
                  <a:pt x="4553" y="20529"/>
                </a:lnTo>
                <a:lnTo>
                  <a:pt x="2952" y="15611"/>
                </a:lnTo>
                <a:lnTo>
                  <a:pt x="4392" y="14441"/>
                </a:lnTo>
                <a:lnTo>
                  <a:pt x="7257" y="15238"/>
                </a:lnTo>
                <a:lnTo>
                  <a:pt x="8149" y="13418"/>
                </a:lnTo>
                <a:lnTo>
                  <a:pt x="6402" y="8748"/>
                </a:lnTo>
                <a:lnTo>
                  <a:pt x="8638" y="6716"/>
                </a:lnTo>
                <a:lnTo>
                  <a:pt x="13520" y="8960"/>
                </a:lnTo>
                <a:lnTo>
                  <a:pt x="14770" y="7432"/>
                </a:lnTo>
                <a:lnTo>
                  <a:pt x="14142" y="4385"/>
                </a:lnTo>
                <a:lnTo>
                  <a:pt x="15369" y="3953"/>
                </a:lnTo>
                <a:lnTo>
                  <a:pt x="17065" y="4260"/>
                </a:lnTo>
                <a:lnTo>
                  <a:pt x="18944" y="4268"/>
                </a:lnTo>
                <a:lnTo>
                  <a:pt x="20551" y="4553"/>
                </a:lnTo>
                <a:lnTo>
                  <a:pt x="21509" y="4268"/>
                </a:lnTo>
                <a:lnTo>
                  <a:pt x="21757" y="4195"/>
                </a:lnTo>
                <a:lnTo>
                  <a:pt x="21267" y="796"/>
                </a:lnTo>
                <a:lnTo>
                  <a:pt x="23475" y="453"/>
                </a:lnTo>
                <a:lnTo>
                  <a:pt x="26559" y="438"/>
                </a:lnTo>
                <a:lnTo>
                  <a:pt x="29607" y="935"/>
                </a:lnTo>
                <a:lnTo>
                  <a:pt x="34920" y="0"/>
                </a:lnTo>
                <a:lnTo>
                  <a:pt x="35856" y="1147"/>
                </a:lnTo>
                <a:lnTo>
                  <a:pt x="35132" y="4092"/>
                </a:lnTo>
                <a:lnTo>
                  <a:pt x="36798" y="4809"/>
                </a:lnTo>
                <a:lnTo>
                  <a:pt x="41746" y="3281"/>
                </a:lnTo>
                <a:lnTo>
                  <a:pt x="42835" y="4604"/>
                </a:lnTo>
                <a:lnTo>
                  <a:pt x="42207" y="7652"/>
                </a:lnTo>
                <a:lnTo>
                  <a:pt x="43990" y="8273"/>
                </a:lnTo>
                <a:lnTo>
                  <a:pt x="48543" y="6767"/>
                </a:lnTo>
                <a:lnTo>
                  <a:pt x="49903" y="8097"/>
                </a:lnTo>
                <a:lnTo>
                  <a:pt x="49545" y="10780"/>
                </a:lnTo>
                <a:lnTo>
                  <a:pt x="49603" y="11796"/>
                </a:lnTo>
                <a:lnTo>
                  <a:pt x="49245" y="14456"/>
                </a:lnTo>
                <a:lnTo>
                  <a:pt x="49947" y="15158"/>
                </a:lnTo>
                <a:lnTo>
                  <a:pt x="52885" y="14339"/>
                </a:lnTo>
                <a:lnTo>
                  <a:pt x="53484" y="15706"/>
                </a:lnTo>
                <a:lnTo>
                  <a:pt x="52899" y="17299"/>
                </a:lnTo>
                <a:lnTo>
                  <a:pt x="53192" y="18885"/>
                </a:lnTo>
                <a:lnTo>
                  <a:pt x="52687" y="21399"/>
                </a:lnTo>
                <a:lnTo>
                  <a:pt x="53572" y="22291"/>
                </a:lnTo>
                <a:lnTo>
                  <a:pt x="56217" y="21238"/>
                </a:lnTo>
                <a:lnTo>
                  <a:pt x="56985" y="22393"/>
                </a:lnTo>
                <a:lnTo>
                  <a:pt x="56517" y="24578"/>
                </a:lnTo>
                <a:lnTo>
                  <a:pt x="57058" y="30447"/>
                </a:lnTo>
                <a:lnTo>
                  <a:pt x="56437" y="32947"/>
                </a:lnTo>
                <a:lnTo>
                  <a:pt x="57021" y="35403"/>
                </a:lnTo>
                <a:lnTo>
                  <a:pt x="56261" y="36155"/>
                </a:lnTo>
                <a:lnTo>
                  <a:pt x="53221" y="35446"/>
                </a:lnTo>
                <a:lnTo>
                  <a:pt x="52651" y="37054"/>
                </a:lnTo>
                <a:lnTo>
                  <a:pt x="54010" y="42090"/>
                </a:lnTo>
                <a:lnTo>
                  <a:pt x="52746" y="43128"/>
                </a:lnTo>
                <a:lnTo>
                  <a:pt x="49698" y="42499"/>
                </a:lnTo>
                <a:lnTo>
                  <a:pt x="49084" y="44261"/>
                </a:lnTo>
                <a:lnTo>
                  <a:pt x="50575" y="48865"/>
                </a:lnTo>
                <a:lnTo>
                  <a:pt x="48507" y="50933"/>
                </a:lnTo>
                <a:lnTo>
                  <a:pt x="44005" y="49245"/>
                </a:lnTo>
                <a:lnTo>
                  <a:pt x="42112" y="50056"/>
                </a:lnTo>
                <a:lnTo>
                  <a:pt x="42923" y="53009"/>
                </a:lnTo>
                <a:lnTo>
                  <a:pt x="42009" y="53923"/>
                </a:lnTo>
                <a:lnTo>
                  <a:pt x="39758" y="53009"/>
                </a:lnTo>
                <a:lnTo>
                  <a:pt x="38341" y="53740"/>
                </a:lnTo>
                <a:lnTo>
                  <a:pt x="36089" y="52826"/>
                </a:lnTo>
                <a:lnTo>
                  <a:pt x="35052" y="53864"/>
                </a:lnTo>
                <a:lnTo>
                  <a:pt x="36104" y="56510"/>
                </a:lnTo>
                <a:lnTo>
                  <a:pt x="34949" y="57277"/>
                </a:lnTo>
                <a:lnTo>
                  <a:pt x="32764" y="56817"/>
                </a:lnTo>
                <a:lnTo>
                  <a:pt x="26895" y="57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13534" y="7933159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14851" y="57255"/>
                </a:moveTo>
                <a:lnTo>
                  <a:pt x="13806" y="56218"/>
                </a:lnTo>
                <a:lnTo>
                  <a:pt x="14858" y="53996"/>
                </a:lnTo>
                <a:lnTo>
                  <a:pt x="14390" y="53294"/>
                </a:lnTo>
                <a:lnTo>
                  <a:pt x="13126" y="52417"/>
                </a:lnTo>
                <a:lnTo>
                  <a:pt x="8310" y="54442"/>
                </a:lnTo>
                <a:lnTo>
                  <a:pt x="6804" y="52592"/>
                </a:lnTo>
                <a:lnTo>
                  <a:pt x="7835" y="50583"/>
                </a:lnTo>
                <a:lnTo>
                  <a:pt x="7374" y="49786"/>
                </a:lnTo>
                <a:lnTo>
                  <a:pt x="6585" y="49325"/>
                </a:lnTo>
                <a:lnTo>
                  <a:pt x="4568" y="50363"/>
                </a:lnTo>
                <a:lnTo>
                  <a:pt x="2718" y="48850"/>
                </a:lnTo>
                <a:lnTo>
                  <a:pt x="4743" y="44034"/>
                </a:lnTo>
                <a:lnTo>
                  <a:pt x="3866" y="42770"/>
                </a:lnTo>
                <a:lnTo>
                  <a:pt x="3164" y="42302"/>
                </a:lnTo>
                <a:lnTo>
                  <a:pt x="943" y="43354"/>
                </a:lnTo>
                <a:lnTo>
                  <a:pt x="29" y="42441"/>
                </a:lnTo>
                <a:lnTo>
                  <a:pt x="387" y="39773"/>
                </a:lnTo>
                <a:lnTo>
                  <a:pt x="0" y="32435"/>
                </a:lnTo>
                <a:lnTo>
                  <a:pt x="358" y="27100"/>
                </a:lnTo>
                <a:lnTo>
                  <a:pt x="358" y="17204"/>
                </a:lnTo>
                <a:lnTo>
                  <a:pt x="95" y="15669"/>
                </a:lnTo>
                <a:lnTo>
                  <a:pt x="445" y="14376"/>
                </a:lnTo>
                <a:lnTo>
                  <a:pt x="3581" y="14990"/>
                </a:lnTo>
                <a:lnTo>
                  <a:pt x="4195" y="14376"/>
                </a:lnTo>
                <a:lnTo>
                  <a:pt x="3844" y="11708"/>
                </a:lnTo>
                <a:lnTo>
                  <a:pt x="3903" y="10466"/>
                </a:lnTo>
                <a:lnTo>
                  <a:pt x="3493" y="8302"/>
                </a:lnTo>
                <a:lnTo>
                  <a:pt x="4188" y="7177"/>
                </a:lnTo>
                <a:lnTo>
                  <a:pt x="6884" y="8119"/>
                </a:lnTo>
                <a:lnTo>
                  <a:pt x="7374" y="7696"/>
                </a:lnTo>
                <a:lnTo>
                  <a:pt x="7842" y="6994"/>
                </a:lnTo>
                <a:lnTo>
                  <a:pt x="6790" y="4772"/>
                </a:lnTo>
                <a:lnTo>
                  <a:pt x="7710" y="3859"/>
                </a:lnTo>
                <a:lnTo>
                  <a:pt x="10371" y="4217"/>
                </a:lnTo>
                <a:lnTo>
                  <a:pt x="12052" y="4129"/>
                </a:lnTo>
                <a:lnTo>
                  <a:pt x="13229" y="4239"/>
                </a:lnTo>
                <a:lnTo>
                  <a:pt x="14391" y="4187"/>
                </a:lnTo>
                <a:lnTo>
                  <a:pt x="14858" y="3486"/>
                </a:lnTo>
                <a:lnTo>
                  <a:pt x="13806" y="1264"/>
                </a:lnTo>
                <a:lnTo>
                  <a:pt x="14800" y="277"/>
                </a:lnTo>
                <a:lnTo>
                  <a:pt x="17300" y="803"/>
                </a:lnTo>
                <a:lnTo>
                  <a:pt x="21056" y="51"/>
                </a:lnTo>
                <a:lnTo>
                  <a:pt x="25200" y="679"/>
                </a:lnTo>
                <a:lnTo>
                  <a:pt x="31603" y="679"/>
                </a:lnTo>
                <a:lnTo>
                  <a:pt x="35856" y="0"/>
                </a:lnTo>
                <a:lnTo>
                  <a:pt x="39554" y="818"/>
                </a:lnTo>
                <a:lnTo>
                  <a:pt x="42039" y="263"/>
                </a:lnTo>
                <a:lnTo>
                  <a:pt x="42938" y="1169"/>
                </a:lnTo>
                <a:lnTo>
                  <a:pt x="41893" y="3815"/>
                </a:lnTo>
                <a:lnTo>
                  <a:pt x="43260" y="4728"/>
                </a:lnTo>
                <a:lnTo>
                  <a:pt x="45131" y="3661"/>
                </a:lnTo>
                <a:lnTo>
                  <a:pt x="46666" y="4640"/>
                </a:lnTo>
                <a:lnTo>
                  <a:pt x="48880" y="3610"/>
                </a:lnTo>
                <a:lnTo>
                  <a:pt x="50042" y="4772"/>
                </a:lnTo>
                <a:lnTo>
                  <a:pt x="48997" y="6994"/>
                </a:lnTo>
                <a:lnTo>
                  <a:pt x="49458" y="7696"/>
                </a:lnTo>
                <a:lnTo>
                  <a:pt x="52973" y="7688"/>
                </a:lnTo>
                <a:lnTo>
                  <a:pt x="52973" y="14704"/>
                </a:lnTo>
                <a:lnTo>
                  <a:pt x="53674" y="15172"/>
                </a:lnTo>
                <a:lnTo>
                  <a:pt x="55896" y="14120"/>
                </a:lnTo>
                <a:lnTo>
                  <a:pt x="56810" y="15041"/>
                </a:lnTo>
                <a:lnTo>
                  <a:pt x="56452" y="17701"/>
                </a:lnTo>
                <a:lnTo>
                  <a:pt x="56781" y="24023"/>
                </a:lnTo>
                <a:lnTo>
                  <a:pt x="56474" y="29936"/>
                </a:lnTo>
                <a:lnTo>
                  <a:pt x="56474" y="36733"/>
                </a:lnTo>
                <a:lnTo>
                  <a:pt x="56759" y="38326"/>
                </a:lnTo>
                <a:lnTo>
                  <a:pt x="56284" y="39912"/>
                </a:lnTo>
                <a:lnTo>
                  <a:pt x="56927" y="42317"/>
                </a:lnTo>
                <a:lnTo>
                  <a:pt x="55896" y="43354"/>
                </a:lnTo>
                <a:lnTo>
                  <a:pt x="53667" y="42302"/>
                </a:lnTo>
                <a:lnTo>
                  <a:pt x="52973" y="42770"/>
                </a:lnTo>
                <a:lnTo>
                  <a:pt x="52096" y="44034"/>
                </a:lnTo>
                <a:lnTo>
                  <a:pt x="54113" y="48850"/>
                </a:lnTo>
                <a:lnTo>
                  <a:pt x="52271" y="50363"/>
                </a:lnTo>
                <a:lnTo>
                  <a:pt x="50261" y="49325"/>
                </a:lnTo>
                <a:lnTo>
                  <a:pt x="49465" y="49786"/>
                </a:lnTo>
                <a:lnTo>
                  <a:pt x="49011" y="50575"/>
                </a:lnTo>
                <a:lnTo>
                  <a:pt x="50042" y="52592"/>
                </a:lnTo>
                <a:lnTo>
                  <a:pt x="48529" y="54442"/>
                </a:lnTo>
                <a:lnTo>
                  <a:pt x="43720" y="52417"/>
                </a:lnTo>
                <a:lnTo>
                  <a:pt x="42448" y="53294"/>
                </a:lnTo>
                <a:lnTo>
                  <a:pt x="41988" y="53996"/>
                </a:lnTo>
                <a:lnTo>
                  <a:pt x="43033" y="56218"/>
                </a:lnTo>
                <a:lnTo>
                  <a:pt x="42119" y="57131"/>
                </a:lnTo>
                <a:lnTo>
                  <a:pt x="39459" y="56780"/>
                </a:lnTo>
                <a:lnTo>
                  <a:pt x="33137" y="57109"/>
                </a:lnTo>
                <a:lnTo>
                  <a:pt x="27224" y="56802"/>
                </a:lnTo>
                <a:lnTo>
                  <a:pt x="20427" y="56802"/>
                </a:lnTo>
                <a:lnTo>
                  <a:pt x="18834" y="57087"/>
                </a:lnTo>
                <a:lnTo>
                  <a:pt x="17255" y="56605"/>
                </a:lnTo>
                <a:lnTo>
                  <a:pt x="14851" y="57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124096" y="7933349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6282" y="57226"/>
                </a:moveTo>
                <a:lnTo>
                  <a:pt x="24389" y="56415"/>
                </a:lnTo>
                <a:lnTo>
                  <a:pt x="25207" y="53462"/>
                </a:lnTo>
                <a:lnTo>
                  <a:pt x="24425" y="52695"/>
                </a:lnTo>
                <a:lnTo>
                  <a:pt x="21926" y="53214"/>
                </a:lnTo>
                <a:lnTo>
                  <a:pt x="20274" y="52885"/>
                </a:lnTo>
                <a:lnTo>
                  <a:pt x="18900" y="53097"/>
                </a:lnTo>
                <a:lnTo>
                  <a:pt x="17080" y="53097"/>
                </a:lnTo>
                <a:lnTo>
                  <a:pt x="14946" y="53448"/>
                </a:lnTo>
                <a:lnTo>
                  <a:pt x="13806" y="52812"/>
                </a:lnTo>
                <a:lnTo>
                  <a:pt x="14763" y="50027"/>
                </a:lnTo>
                <a:lnTo>
                  <a:pt x="13769" y="49041"/>
                </a:lnTo>
                <a:lnTo>
                  <a:pt x="11299" y="50181"/>
                </a:lnTo>
                <a:lnTo>
                  <a:pt x="10276" y="48931"/>
                </a:lnTo>
                <a:lnTo>
                  <a:pt x="11416" y="46680"/>
                </a:lnTo>
                <a:lnTo>
                  <a:pt x="10232" y="45496"/>
                </a:lnTo>
                <a:lnTo>
                  <a:pt x="7893" y="46665"/>
                </a:lnTo>
                <a:lnTo>
                  <a:pt x="6723" y="45496"/>
                </a:lnTo>
                <a:lnTo>
                  <a:pt x="7893" y="43157"/>
                </a:lnTo>
                <a:lnTo>
                  <a:pt x="6855" y="42119"/>
                </a:lnTo>
                <a:lnTo>
                  <a:pt x="4107" y="43099"/>
                </a:lnTo>
                <a:lnTo>
                  <a:pt x="3391" y="41863"/>
                </a:lnTo>
                <a:lnTo>
                  <a:pt x="3924" y="39897"/>
                </a:lnTo>
                <a:lnTo>
                  <a:pt x="3661" y="37997"/>
                </a:lnTo>
                <a:lnTo>
                  <a:pt x="4538" y="32647"/>
                </a:lnTo>
                <a:lnTo>
                  <a:pt x="3471" y="31770"/>
                </a:lnTo>
                <a:lnTo>
                  <a:pt x="416" y="32399"/>
                </a:lnTo>
                <a:lnTo>
                  <a:pt x="0" y="31171"/>
                </a:lnTo>
                <a:lnTo>
                  <a:pt x="299" y="29475"/>
                </a:lnTo>
                <a:lnTo>
                  <a:pt x="299" y="27392"/>
                </a:lnTo>
                <a:lnTo>
                  <a:pt x="182" y="26165"/>
                </a:lnTo>
                <a:lnTo>
                  <a:pt x="321" y="24827"/>
                </a:lnTo>
                <a:lnTo>
                  <a:pt x="3603" y="25236"/>
                </a:lnTo>
                <a:lnTo>
                  <a:pt x="4238" y="24600"/>
                </a:lnTo>
                <a:lnTo>
                  <a:pt x="3654" y="22145"/>
                </a:lnTo>
                <a:lnTo>
                  <a:pt x="4282" y="19601"/>
                </a:lnTo>
                <a:lnTo>
                  <a:pt x="2879" y="16225"/>
                </a:lnTo>
                <a:lnTo>
                  <a:pt x="4078" y="14003"/>
                </a:lnTo>
                <a:lnTo>
                  <a:pt x="6884" y="14938"/>
                </a:lnTo>
                <a:lnTo>
                  <a:pt x="7893" y="13922"/>
                </a:lnTo>
                <a:lnTo>
                  <a:pt x="6724" y="11584"/>
                </a:lnTo>
                <a:lnTo>
                  <a:pt x="7893" y="10422"/>
                </a:lnTo>
                <a:lnTo>
                  <a:pt x="10232" y="11591"/>
                </a:lnTo>
                <a:lnTo>
                  <a:pt x="11401" y="10414"/>
                </a:lnTo>
                <a:lnTo>
                  <a:pt x="10232" y="8090"/>
                </a:lnTo>
                <a:lnTo>
                  <a:pt x="11394" y="6914"/>
                </a:lnTo>
                <a:lnTo>
                  <a:pt x="13740" y="8083"/>
                </a:lnTo>
                <a:lnTo>
                  <a:pt x="14705" y="7118"/>
                </a:lnTo>
                <a:lnTo>
                  <a:pt x="13864" y="4195"/>
                </a:lnTo>
                <a:lnTo>
                  <a:pt x="15889" y="3288"/>
                </a:lnTo>
                <a:lnTo>
                  <a:pt x="19587" y="3990"/>
                </a:lnTo>
                <a:lnTo>
                  <a:pt x="22430" y="3990"/>
                </a:lnTo>
                <a:lnTo>
                  <a:pt x="23745" y="4202"/>
                </a:lnTo>
                <a:lnTo>
                  <a:pt x="24835" y="3990"/>
                </a:lnTo>
                <a:lnTo>
                  <a:pt x="25054" y="3954"/>
                </a:lnTo>
                <a:lnTo>
                  <a:pt x="24615" y="526"/>
                </a:lnTo>
                <a:lnTo>
                  <a:pt x="25587" y="336"/>
                </a:lnTo>
                <a:lnTo>
                  <a:pt x="31456" y="0"/>
                </a:lnTo>
                <a:lnTo>
                  <a:pt x="32092" y="782"/>
                </a:lnTo>
                <a:lnTo>
                  <a:pt x="31551" y="3910"/>
                </a:lnTo>
                <a:lnTo>
                  <a:pt x="33831" y="4531"/>
                </a:lnTo>
                <a:lnTo>
                  <a:pt x="36806" y="3990"/>
                </a:lnTo>
                <a:lnTo>
                  <a:pt x="39605" y="3990"/>
                </a:lnTo>
                <a:lnTo>
                  <a:pt x="41747" y="3639"/>
                </a:lnTo>
                <a:lnTo>
                  <a:pt x="42887" y="4282"/>
                </a:lnTo>
                <a:lnTo>
                  <a:pt x="41929" y="7060"/>
                </a:lnTo>
                <a:lnTo>
                  <a:pt x="42916" y="8046"/>
                </a:lnTo>
                <a:lnTo>
                  <a:pt x="45394" y="6906"/>
                </a:lnTo>
                <a:lnTo>
                  <a:pt x="46417" y="8156"/>
                </a:lnTo>
                <a:lnTo>
                  <a:pt x="45277" y="10407"/>
                </a:lnTo>
                <a:lnTo>
                  <a:pt x="46461" y="11591"/>
                </a:lnTo>
                <a:lnTo>
                  <a:pt x="48799" y="10422"/>
                </a:lnTo>
                <a:lnTo>
                  <a:pt x="49962" y="11591"/>
                </a:lnTo>
                <a:lnTo>
                  <a:pt x="48800" y="13930"/>
                </a:lnTo>
                <a:lnTo>
                  <a:pt x="49823" y="14946"/>
                </a:lnTo>
                <a:lnTo>
                  <a:pt x="52600" y="13996"/>
                </a:lnTo>
                <a:lnTo>
                  <a:pt x="53199" y="15077"/>
                </a:lnTo>
                <a:lnTo>
                  <a:pt x="52330" y="24571"/>
                </a:lnTo>
                <a:lnTo>
                  <a:pt x="53104" y="25207"/>
                </a:lnTo>
                <a:lnTo>
                  <a:pt x="56379" y="24849"/>
                </a:lnTo>
                <a:lnTo>
                  <a:pt x="57015" y="30601"/>
                </a:lnTo>
                <a:lnTo>
                  <a:pt x="56203" y="32486"/>
                </a:lnTo>
                <a:lnTo>
                  <a:pt x="53251" y="31675"/>
                </a:lnTo>
                <a:lnTo>
                  <a:pt x="52483" y="32450"/>
                </a:lnTo>
                <a:lnTo>
                  <a:pt x="53009" y="34957"/>
                </a:lnTo>
                <a:lnTo>
                  <a:pt x="52680" y="36608"/>
                </a:lnTo>
                <a:lnTo>
                  <a:pt x="52885" y="37990"/>
                </a:lnTo>
                <a:lnTo>
                  <a:pt x="52885" y="39780"/>
                </a:lnTo>
                <a:lnTo>
                  <a:pt x="53236" y="41966"/>
                </a:lnTo>
                <a:lnTo>
                  <a:pt x="52578" y="43099"/>
                </a:lnTo>
                <a:lnTo>
                  <a:pt x="49830" y="42119"/>
                </a:lnTo>
                <a:lnTo>
                  <a:pt x="48800" y="43157"/>
                </a:lnTo>
                <a:lnTo>
                  <a:pt x="49969" y="45496"/>
                </a:lnTo>
                <a:lnTo>
                  <a:pt x="48800" y="46665"/>
                </a:lnTo>
                <a:lnTo>
                  <a:pt x="46461" y="45496"/>
                </a:lnTo>
                <a:lnTo>
                  <a:pt x="45277" y="46680"/>
                </a:lnTo>
                <a:lnTo>
                  <a:pt x="46417" y="48931"/>
                </a:lnTo>
                <a:lnTo>
                  <a:pt x="45394" y="50181"/>
                </a:lnTo>
                <a:lnTo>
                  <a:pt x="42916" y="49041"/>
                </a:lnTo>
                <a:lnTo>
                  <a:pt x="41929" y="50027"/>
                </a:lnTo>
                <a:lnTo>
                  <a:pt x="42880" y="52812"/>
                </a:lnTo>
                <a:lnTo>
                  <a:pt x="41805" y="53411"/>
                </a:lnTo>
                <a:lnTo>
                  <a:pt x="32311" y="52534"/>
                </a:lnTo>
                <a:lnTo>
                  <a:pt x="31675" y="53316"/>
                </a:lnTo>
                <a:lnTo>
                  <a:pt x="32033" y="56590"/>
                </a:lnTo>
                <a:lnTo>
                  <a:pt x="26282" y="572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232961" y="79368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2028" y="50173"/>
                </a:moveTo>
                <a:lnTo>
                  <a:pt x="21341" y="49333"/>
                </a:lnTo>
                <a:lnTo>
                  <a:pt x="21889" y="46205"/>
                </a:lnTo>
                <a:lnTo>
                  <a:pt x="19601" y="45584"/>
                </a:lnTo>
                <a:lnTo>
                  <a:pt x="16634" y="46124"/>
                </a:lnTo>
                <a:lnTo>
                  <a:pt x="13754" y="46124"/>
                </a:lnTo>
                <a:lnTo>
                  <a:pt x="11781" y="46461"/>
                </a:lnTo>
                <a:lnTo>
                  <a:pt x="10604" y="45912"/>
                </a:lnTo>
                <a:lnTo>
                  <a:pt x="11415" y="43018"/>
                </a:lnTo>
                <a:lnTo>
                  <a:pt x="11057" y="42616"/>
                </a:lnTo>
                <a:lnTo>
                  <a:pt x="10173" y="42185"/>
                </a:lnTo>
                <a:lnTo>
                  <a:pt x="8360" y="43157"/>
                </a:lnTo>
                <a:lnTo>
                  <a:pt x="6986" y="42243"/>
                </a:lnTo>
                <a:lnTo>
                  <a:pt x="8039" y="39598"/>
                </a:lnTo>
                <a:lnTo>
                  <a:pt x="7089" y="38648"/>
                </a:lnTo>
                <a:lnTo>
                  <a:pt x="4363" y="39642"/>
                </a:lnTo>
                <a:lnTo>
                  <a:pt x="3091" y="37522"/>
                </a:lnTo>
                <a:lnTo>
                  <a:pt x="4502" y="33926"/>
                </a:lnTo>
                <a:lnTo>
                  <a:pt x="3888" y="31470"/>
                </a:lnTo>
                <a:lnTo>
                  <a:pt x="4472" y="29015"/>
                </a:lnTo>
                <a:lnTo>
                  <a:pt x="3829" y="28372"/>
                </a:lnTo>
                <a:lnTo>
                  <a:pt x="555" y="28796"/>
                </a:lnTo>
                <a:lnTo>
                  <a:pt x="0" y="22006"/>
                </a:lnTo>
                <a:lnTo>
                  <a:pt x="833" y="21326"/>
                </a:lnTo>
                <a:lnTo>
                  <a:pt x="3961" y="21867"/>
                </a:lnTo>
                <a:lnTo>
                  <a:pt x="4582" y="19587"/>
                </a:lnTo>
                <a:lnTo>
                  <a:pt x="4041" y="16612"/>
                </a:lnTo>
                <a:lnTo>
                  <a:pt x="4041" y="13849"/>
                </a:lnTo>
                <a:lnTo>
                  <a:pt x="3690" y="11620"/>
                </a:lnTo>
                <a:lnTo>
                  <a:pt x="4363" y="10509"/>
                </a:lnTo>
                <a:lnTo>
                  <a:pt x="7089" y="11503"/>
                </a:lnTo>
                <a:lnTo>
                  <a:pt x="8039" y="10553"/>
                </a:lnTo>
                <a:lnTo>
                  <a:pt x="6986" y="7907"/>
                </a:lnTo>
                <a:lnTo>
                  <a:pt x="8360" y="7001"/>
                </a:lnTo>
                <a:lnTo>
                  <a:pt x="10173" y="7973"/>
                </a:lnTo>
                <a:lnTo>
                  <a:pt x="11057" y="7542"/>
                </a:lnTo>
                <a:lnTo>
                  <a:pt x="11379" y="7177"/>
                </a:lnTo>
                <a:lnTo>
                  <a:pt x="10655" y="4195"/>
                </a:lnTo>
                <a:lnTo>
                  <a:pt x="13053" y="3237"/>
                </a:lnTo>
                <a:lnTo>
                  <a:pt x="15976" y="4560"/>
                </a:lnTo>
                <a:lnTo>
                  <a:pt x="18695" y="3880"/>
                </a:lnTo>
                <a:lnTo>
                  <a:pt x="21151" y="4465"/>
                </a:lnTo>
                <a:lnTo>
                  <a:pt x="21794" y="3822"/>
                </a:lnTo>
                <a:lnTo>
                  <a:pt x="21370" y="555"/>
                </a:lnTo>
                <a:lnTo>
                  <a:pt x="28167" y="0"/>
                </a:lnTo>
                <a:lnTo>
                  <a:pt x="28876" y="862"/>
                </a:lnTo>
                <a:lnTo>
                  <a:pt x="28247" y="3910"/>
                </a:lnTo>
                <a:lnTo>
                  <a:pt x="29475" y="4341"/>
                </a:lnTo>
                <a:lnTo>
                  <a:pt x="31171" y="4034"/>
                </a:lnTo>
                <a:lnTo>
                  <a:pt x="32896" y="4034"/>
                </a:lnTo>
                <a:lnTo>
                  <a:pt x="34920" y="3690"/>
                </a:lnTo>
                <a:lnTo>
                  <a:pt x="36323" y="4385"/>
                </a:lnTo>
                <a:lnTo>
                  <a:pt x="38582" y="3493"/>
                </a:lnTo>
                <a:lnTo>
                  <a:pt x="39707" y="4619"/>
                </a:lnTo>
                <a:lnTo>
                  <a:pt x="38538" y="6957"/>
                </a:lnTo>
                <a:lnTo>
                  <a:pt x="39707" y="8127"/>
                </a:lnTo>
                <a:lnTo>
                  <a:pt x="42046" y="6957"/>
                </a:lnTo>
                <a:lnTo>
                  <a:pt x="43208" y="8127"/>
                </a:lnTo>
                <a:lnTo>
                  <a:pt x="42163" y="10349"/>
                </a:lnTo>
                <a:lnTo>
                  <a:pt x="42623" y="11043"/>
                </a:lnTo>
                <a:lnTo>
                  <a:pt x="43098" y="11452"/>
                </a:lnTo>
                <a:lnTo>
                  <a:pt x="45832" y="10539"/>
                </a:lnTo>
                <a:lnTo>
                  <a:pt x="47082" y="12658"/>
                </a:lnTo>
                <a:lnTo>
                  <a:pt x="45671" y="16210"/>
                </a:lnTo>
                <a:lnTo>
                  <a:pt x="46285" y="18680"/>
                </a:lnTo>
                <a:lnTo>
                  <a:pt x="45700" y="21136"/>
                </a:lnTo>
                <a:lnTo>
                  <a:pt x="46329" y="21765"/>
                </a:lnTo>
                <a:lnTo>
                  <a:pt x="49625" y="21370"/>
                </a:lnTo>
                <a:lnTo>
                  <a:pt x="50188" y="28130"/>
                </a:lnTo>
                <a:lnTo>
                  <a:pt x="49333" y="28825"/>
                </a:lnTo>
                <a:lnTo>
                  <a:pt x="46205" y="28277"/>
                </a:lnTo>
                <a:lnTo>
                  <a:pt x="45591" y="30564"/>
                </a:lnTo>
                <a:lnTo>
                  <a:pt x="46131" y="33532"/>
                </a:lnTo>
                <a:lnTo>
                  <a:pt x="46131" y="36411"/>
                </a:lnTo>
                <a:lnTo>
                  <a:pt x="46468" y="38384"/>
                </a:lnTo>
                <a:lnTo>
                  <a:pt x="45912" y="39561"/>
                </a:lnTo>
                <a:lnTo>
                  <a:pt x="42989" y="38743"/>
                </a:lnTo>
                <a:lnTo>
                  <a:pt x="42623" y="39108"/>
                </a:lnTo>
                <a:lnTo>
                  <a:pt x="42192" y="39992"/>
                </a:lnTo>
                <a:lnTo>
                  <a:pt x="43164" y="41805"/>
                </a:lnTo>
                <a:lnTo>
                  <a:pt x="42251" y="43179"/>
                </a:lnTo>
                <a:lnTo>
                  <a:pt x="39605" y="42126"/>
                </a:lnTo>
                <a:lnTo>
                  <a:pt x="38662" y="43077"/>
                </a:lnTo>
                <a:lnTo>
                  <a:pt x="39656" y="45803"/>
                </a:lnTo>
                <a:lnTo>
                  <a:pt x="37529" y="47074"/>
                </a:lnTo>
                <a:lnTo>
                  <a:pt x="33941" y="45664"/>
                </a:lnTo>
                <a:lnTo>
                  <a:pt x="31485" y="46278"/>
                </a:lnTo>
                <a:lnTo>
                  <a:pt x="29029" y="45693"/>
                </a:lnTo>
                <a:lnTo>
                  <a:pt x="28393" y="46336"/>
                </a:lnTo>
                <a:lnTo>
                  <a:pt x="28810" y="49611"/>
                </a:lnTo>
                <a:lnTo>
                  <a:pt x="22028" y="501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6029576" y="7943610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11467" y="36448"/>
                </a:moveTo>
                <a:lnTo>
                  <a:pt x="10385" y="35132"/>
                </a:lnTo>
                <a:lnTo>
                  <a:pt x="11415" y="33115"/>
                </a:lnTo>
                <a:lnTo>
                  <a:pt x="10962" y="32326"/>
                </a:lnTo>
                <a:lnTo>
                  <a:pt x="10085" y="31887"/>
                </a:lnTo>
                <a:lnTo>
                  <a:pt x="8251" y="32866"/>
                </a:lnTo>
                <a:lnTo>
                  <a:pt x="6884" y="31938"/>
                </a:lnTo>
                <a:lnTo>
                  <a:pt x="7951" y="29314"/>
                </a:lnTo>
                <a:lnTo>
                  <a:pt x="6965" y="28328"/>
                </a:lnTo>
                <a:lnTo>
                  <a:pt x="4319" y="29380"/>
                </a:lnTo>
                <a:lnTo>
                  <a:pt x="3434" y="28057"/>
                </a:lnTo>
                <a:lnTo>
                  <a:pt x="4531" y="26004"/>
                </a:lnTo>
                <a:lnTo>
                  <a:pt x="3449" y="24717"/>
                </a:lnTo>
                <a:lnTo>
                  <a:pt x="993" y="25865"/>
                </a:lnTo>
                <a:lnTo>
                  <a:pt x="51" y="24922"/>
                </a:lnTo>
                <a:lnTo>
                  <a:pt x="533" y="22379"/>
                </a:lnTo>
                <a:lnTo>
                  <a:pt x="146" y="20011"/>
                </a:lnTo>
                <a:lnTo>
                  <a:pt x="0" y="16532"/>
                </a:lnTo>
                <a:lnTo>
                  <a:pt x="591" y="14164"/>
                </a:lnTo>
                <a:lnTo>
                  <a:pt x="7" y="11708"/>
                </a:lnTo>
                <a:lnTo>
                  <a:pt x="1023" y="10692"/>
                </a:lnTo>
                <a:lnTo>
                  <a:pt x="3245" y="11744"/>
                </a:lnTo>
                <a:lnTo>
                  <a:pt x="3946" y="11277"/>
                </a:lnTo>
                <a:lnTo>
                  <a:pt x="4414" y="10575"/>
                </a:lnTo>
                <a:lnTo>
                  <a:pt x="3361" y="8353"/>
                </a:lnTo>
                <a:lnTo>
                  <a:pt x="4531" y="7184"/>
                </a:lnTo>
                <a:lnTo>
                  <a:pt x="6870" y="8353"/>
                </a:lnTo>
                <a:lnTo>
                  <a:pt x="8039" y="7184"/>
                </a:lnTo>
                <a:lnTo>
                  <a:pt x="6870" y="4845"/>
                </a:lnTo>
                <a:lnTo>
                  <a:pt x="8039" y="3676"/>
                </a:lnTo>
                <a:lnTo>
                  <a:pt x="10261" y="4728"/>
                </a:lnTo>
                <a:lnTo>
                  <a:pt x="10962" y="4260"/>
                </a:lnTo>
                <a:lnTo>
                  <a:pt x="11218" y="3953"/>
                </a:lnTo>
                <a:lnTo>
                  <a:pt x="10641" y="847"/>
                </a:lnTo>
                <a:lnTo>
                  <a:pt x="11898" y="475"/>
                </a:lnTo>
                <a:lnTo>
                  <a:pt x="13484" y="760"/>
                </a:lnTo>
                <a:lnTo>
                  <a:pt x="15618" y="760"/>
                </a:lnTo>
                <a:lnTo>
                  <a:pt x="16838" y="650"/>
                </a:lnTo>
                <a:lnTo>
                  <a:pt x="19915" y="942"/>
                </a:lnTo>
                <a:lnTo>
                  <a:pt x="23226" y="0"/>
                </a:lnTo>
                <a:lnTo>
                  <a:pt x="25433" y="942"/>
                </a:lnTo>
                <a:lnTo>
                  <a:pt x="24629" y="3895"/>
                </a:lnTo>
                <a:lnTo>
                  <a:pt x="25587" y="4852"/>
                </a:lnTo>
                <a:lnTo>
                  <a:pt x="27889" y="3690"/>
                </a:lnTo>
                <a:lnTo>
                  <a:pt x="29095" y="4816"/>
                </a:lnTo>
                <a:lnTo>
                  <a:pt x="27926" y="7198"/>
                </a:lnTo>
                <a:lnTo>
                  <a:pt x="28993" y="8258"/>
                </a:lnTo>
                <a:lnTo>
                  <a:pt x="31638" y="7206"/>
                </a:lnTo>
                <a:lnTo>
                  <a:pt x="32552" y="8572"/>
                </a:lnTo>
                <a:lnTo>
                  <a:pt x="31580" y="10392"/>
                </a:lnTo>
                <a:lnTo>
                  <a:pt x="32011" y="11277"/>
                </a:lnTo>
                <a:lnTo>
                  <a:pt x="32713" y="11744"/>
                </a:lnTo>
                <a:lnTo>
                  <a:pt x="34935" y="10692"/>
                </a:lnTo>
                <a:lnTo>
                  <a:pt x="36104" y="11854"/>
                </a:lnTo>
                <a:lnTo>
                  <a:pt x="35008" y="14083"/>
                </a:lnTo>
                <a:lnTo>
                  <a:pt x="35519" y="14785"/>
                </a:lnTo>
                <a:lnTo>
                  <a:pt x="35095" y="17021"/>
                </a:lnTo>
                <a:lnTo>
                  <a:pt x="36067" y="19601"/>
                </a:lnTo>
                <a:lnTo>
                  <a:pt x="35366" y="22422"/>
                </a:lnTo>
                <a:lnTo>
                  <a:pt x="35950" y="24878"/>
                </a:lnTo>
                <a:lnTo>
                  <a:pt x="35051" y="25777"/>
                </a:lnTo>
                <a:lnTo>
                  <a:pt x="32347" y="24768"/>
                </a:lnTo>
                <a:lnTo>
                  <a:pt x="31573" y="26018"/>
                </a:lnTo>
                <a:lnTo>
                  <a:pt x="32588" y="28240"/>
                </a:lnTo>
                <a:lnTo>
                  <a:pt x="31521" y="29307"/>
                </a:lnTo>
                <a:lnTo>
                  <a:pt x="28876" y="28255"/>
                </a:lnTo>
                <a:lnTo>
                  <a:pt x="28225" y="29234"/>
                </a:lnTo>
                <a:lnTo>
                  <a:pt x="28905" y="32136"/>
                </a:lnTo>
                <a:lnTo>
                  <a:pt x="27553" y="32779"/>
                </a:lnTo>
                <a:lnTo>
                  <a:pt x="25989" y="31960"/>
                </a:lnTo>
                <a:lnTo>
                  <a:pt x="24995" y="32326"/>
                </a:lnTo>
                <a:lnTo>
                  <a:pt x="24527" y="33027"/>
                </a:lnTo>
                <a:lnTo>
                  <a:pt x="25580" y="35249"/>
                </a:lnTo>
                <a:lnTo>
                  <a:pt x="24666" y="36163"/>
                </a:lnTo>
                <a:lnTo>
                  <a:pt x="21998" y="35805"/>
                </a:lnTo>
                <a:lnTo>
                  <a:pt x="20325" y="35892"/>
                </a:lnTo>
                <a:lnTo>
                  <a:pt x="17043" y="35834"/>
                </a:lnTo>
                <a:lnTo>
                  <a:pt x="11467" y="364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5826286" y="7951028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3952" y="21728"/>
                </a:moveTo>
                <a:lnTo>
                  <a:pt x="11291" y="21370"/>
                </a:lnTo>
                <a:lnTo>
                  <a:pt x="9932" y="21443"/>
                </a:lnTo>
                <a:lnTo>
                  <a:pt x="8061" y="21699"/>
                </a:lnTo>
                <a:lnTo>
                  <a:pt x="6870" y="21246"/>
                </a:lnTo>
                <a:lnTo>
                  <a:pt x="7615" y="18227"/>
                </a:lnTo>
                <a:lnTo>
                  <a:pt x="6789" y="17401"/>
                </a:lnTo>
                <a:lnTo>
                  <a:pt x="4143" y="18454"/>
                </a:lnTo>
                <a:lnTo>
                  <a:pt x="3230" y="17080"/>
                </a:lnTo>
                <a:lnTo>
                  <a:pt x="4202" y="15267"/>
                </a:lnTo>
                <a:lnTo>
                  <a:pt x="3771" y="14383"/>
                </a:lnTo>
                <a:lnTo>
                  <a:pt x="3091" y="13915"/>
                </a:lnTo>
                <a:lnTo>
                  <a:pt x="818" y="14968"/>
                </a:lnTo>
                <a:lnTo>
                  <a:pt x="0" y="14105"/>
                </a:lnTo>
                <a:lnTo>
                  <a:pt x="14" y="7571"/>
                </a:lnTo>
                <a:lnTo>
                  <a:pt x="964" y="6789"/>
                </a:lnTo>
                <a:lnTo>
                  <a:pt x="2981" y="7820"/>
                </a:lnTo>
                <a:lnTo>
                  <a:pt x="3771" y="7367"/>
                </a:lnTo>
                <a:lnTo>
                  <a:pt x="4238" y="6665"/>
                </a:lnTo>
                <a:lnTo>
                  <a:pt x="3186" y="4443"/>
                </a:lnTo>
                <a:lnTo>
                  <a:pt x="4355" y="3274"/>
                </a:lnTo>
                <a:lnTo>
                  <a:pt x="6577" y="4326"/>
                </a:lnTo>
                <a:lnTo>
                  <a:pt x="7279" y="3858"/>
                </a:lnTo>
                <a:lnTo>
                  <a:pt x="7666" y="3413"/>
                </a:lnTo>
                <a:lnTo>
                  <a:pt x="6789" y="613"/>
                </a:lnTo>
                <a:lnTo>
                  <a:pt x="7929" y="0"/>
                </a:lnTo>
                <a:lnTo>
                  <a:pt x="10027" y="350"/>
                </a:lnTo>
                <a:lnTo>
                  <a:pt x="11613" y="350"/>
                </a:lnTo>
                <a:lnTo>
                  <a:pt x="13542" y="14"/>
                </a:lnTo>
                <a:lnTo>
                  <a:pt x="14741" y="555"/>
                </a:lnTo>
                <a:lnTo>
                  <a:pt x="13908" y="3478"/>
                </a:lnTo>
                <a:lnTo>
                  <a:pt x="14777" y="4348"/>
                </a:lnTo>
                <a:lnTo>
                  <a:pt x="17423" y="3296"/>
                </a:lnTo>
                <a:lnTo>
                  <a:pt x="18337" y="4670"/>
                </a:lnTo>
                <a:lnTo>
                  <a:pt x="17365" y="6482"/>
                </a:lnTo>
                <a:lnTo>
                  <a:pt x="17796" y="7367"/>
                </a:lnTo>
                <a:lnTo>
                  <a:pt x="18497" y="7834"/>
                </a:lnTo>
                <a:lnTo>
                  <a:pt x="20719" y="6782"/>
                </a:lnTo>
                <a:lnTo>
                  <a:pt x="21633" y="7695"/>
                </a:lnTo>
                <a:lnTo>
                  <a:pt x="21275" y="10363"/>
                </a:lnTo>
                <a:lnTo>
                  <a:pt x="21348" y="11723"/>
                </a:lnTo>
                <a:lnTo>
                  <a:pt x="21604" y="13594"/>
                </a:lnTo>
                <a:lnTo>
                  <a:pt x="21151" y="14785"/>
                </a:lnTo>
                <a:lnTo>
                  <a:pt x="18132" y="14047"/>
                </a:lnTo>
                <a:lnTo>
                  <a:pt x="17306" y="14873"/>
                </a:lnTo>
                <a:lnTo>
                  <a:pt x="18359" y="17518"/>
                </a:lnTo>
                <a:lnTo>
                  <a:pt x="16992" y="18425"/>
                </a:lnTo>
                <a:lnTo>
                  <a:pt x="15165" y="17460"/>
                </a:lnTo>
                <a:lnTo>
                  <a:pt x="14288" y="17891"/>
                </a:lnTo>
                <a:lnTo>
                  <a:pt x="13820" y="18593"/>
                </a:lnTo>
                <a:lnTo>
                  <a:pt x="14872" y="20815"/>
                </a:lnTo>
                <a:lnTo>
                  <a:pt x="13952" y="21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955746" y="8028141"/>
            <a:ext cx="78049" cy="7830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165856" y="8028127"/>
            <a:ext cx="78729" cy="7837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376344" y="8028127"/>
            <a:ext cx="78736" cy="7837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586898" y="8028032"/>
            <a:ext cx="78656" cy="78224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538379" y="8031394"/>
            <a:ext cx="71136" cy="71142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748445" y="8031605"/>
            <a:ext cx="71478" cy="71215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800887" y="8031605"/>
            <a:ext cx="71478" cy="71215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014825" y="8035143"/>
            <a:ext cx="64535" cy="64199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16334864" y="8038403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14851" y="57263"/>
                </a:moveTo>
                <a:lnTo>
                  <a:pt x="13805" y="56225"/>
                </a:lnTo>
                <a:lnTo>
                  <a:pt x="14858" y="54003"/>
                </a:lnTo>
                <a:lnTo>
                  <a:pt x="14390" y="53301"/>
                </a:lnTo>
                <a:lnTo>
                  <a:pt x="13126" y="52424"/>
                </a:lnTo>
                <a:lnTo>
                  <a:pt x="8309" y="54449"/>
                </a:lnTo>
                <a:lnTo>
                  <a:pt x="6804" y="52600"/>
                </a:lnTo>
                <a:lnTo>
                  <a:pt x="7834" y="50590"/>
                </a:lnTo>
                <a:lnTo>
                  <a:pt x="7374" y="49793"/>
                </a:lnTo>
                <a:lnTo>
                  <a:pt x="6584" y="49340"/>
                </a:lnTo>
                <a:lnTo>
                  <a:pt x="4567" y="50371"/>
                </a:lnTo>
                <a:lnTo>
                  <a:pt x="2718" y="48858"/>
                </a:lnTo>
                <a:lnTo>
                  <a:pt x="4743" y="44041"/>
                </a:lnTo>
                <a:lnTo>
                  <a:pt x="3866" y="42777"/>
                </a:lnTo>
                <a:lnTo>
                  <a:pt x="3164" y="42309"/>
                </a:lnTo>
                <a:lnTo>
                  <a:pt x="942" y="43362"/>
                </a:lnTo>
                <a:lnTo>
                  <a:pt x="29" y="42448"/>
                </a:lnTo>
                <a:lnTo>
                  <a:pt x="387" y="39780"/>
                </a:lnTo>
                <a:lnTo>
                  <a:pt x="0" y="32443"/>
                </a:lnTo>
                <a:lnTo>
                  <a:pt x="358" y="27107"/>
                </a:lnTo>
                <a:lnTo>
                  <a:pt x="358" y="17211"/>
                </a:lnTo>
                <a:lnTo>
                  <a:pt x="95" y="15677"/>
                </a:lnTo>
                <a:lnTo>
                  <a:pt x="445" y="14383"/>
                </a:lnTo>
                <a:lnTo>
                  <a:pt x="3581" y="14997"/>
                </a:lnTo>
                <a:lnTo>
                  <a:pt x="4195" y="14376"/>
                </a:lnTo>
                <a:lnTo>
                  <a:pt x="3844" y="11715"/>
                </a:lnTo>
                <a:lnTo>
                  <a:pt x="3902" y="10466"/>
                </a:lnTo>
                <a:lnTo>
                  <a:pt x="3493" y="8302"/>
                </a:lnTo>
                <a:lnTo>
                  <a:pt x="4187" y="7169"/>
                </a:lnTo>
                <a:lnTo>
                  <a:pt x="6884" y="8112"/>
                </a:lnTo>
                <a:lnTo>
                  <a:pt x="7374" y="7696"/>
                </a:lnTo>
                <a:lnTo>
                  <a:pt x="7842" y="6994"/>
                </a:lnTo>
                <a:lnTo>
                  <a:pt x="6789" y="4772"/>
                </a:lnTo>
                <a:lnTo>
                  <a:pt x="7710" y="3851"/>
                </a:lnTo>
                <a:lnTo>
                  <a:pt x="10370" y="4209"/>
                </a:lnTo>
                <a:lnTo>
                  <a:pt x="12051" y="4122"/>
                </a:lnTo>
                <a:lnTo>
                  <a:pt x="13228" y="4231"/>
                </a:lnTo>
                <a:lnTo>
                  <a:pt x="14390" y="4187"/>
                </a:lnTo>
                <a:lnTo>
                  <a:pt x="14858" y="3486"/>
                </a:lnTo>
                <a:lnTo>
                  <a:pt x="13805" y="1264"/>
                </a:lnTo>
                <a:lnTo>
                  <a:pt x="14799" y="270"/>
                </a:lnTo>
                <a:lnTo>
                  <a:pt x="17299" y="796"/>
                </a:lnTo>
                <a:lnTo>
                  <a:pt x="21056" y="43"/>
                </a:lnTo>
                <a:lnTo>
                  <a:pt x="25199" y="679"/>
                </a:lnTo>
                <a:lnTo>
                  <a:pt x="31602" y="679"/>
                </a:lnTo>
                <a:lnTo>
                  <a:pt x="35855" y="0"/>
                </a:lnTo>
                <a:lnTo>
                  <a:pt x="39554" y="811"/>
                </a:lnTo>
                <a:lnTo>
                  <a:pt x="42039" y="263"/>
                </a:lnTo>
                <a:lnTo>
                  <a:pt x="42945" y="1169"/>
                </a:lnTo>
                <a:lnTo>
                  <a:pt x="41892" y="3815"/>
                </a:lnTo>
                <a:lnTo>
                  <a:pt x="43266" y="4728"/>
                </a:lnTo>
                <a:lnTo>
                  <a:pt x="45137" y="3661"/>
                </a:lnTo>
                <a:lnTo>
                  <a:pt x="46665" y="4640"/>
                </a:lnTo>
                <a:lnTo>
                  <a:pt x="48887" y="3603"/>
                </a:lnTo>
                <a:lnTo>
                  <a:pt x="50056" y="4772"/>
                </a:lnTo>
                <a:lnTo>
                  <a:pt x="49004" y="6994"/>
                </a:lnTo>
                <a:lnTo>
                  <a:pt x="49471" y="7696"/>
                </a:lnTo>
                <a:lnTo>
                  <a:pt x="52980" y="7696"/>
                </a:lnTo>
                <a:lnTo>
                  <a:pt x="52980" y="14712"/>
                </a:lnTo>
                <a:lnTo>
                  <a:pt x="53681" y="15180"/>
                </a:lnTo>
                <a:lnTo>
                  <a:pt x="55903" y="14127"/>
                </a:lnTo>
                <a:lnTo>
                  <a:pt x="56817" y="15041"/>
                </a:lnTo>
                <a:lnTo>
                  <a:pt x="56458" y="17708"/>
                </a:lnTo>
                <a:lnTo>
                  <a:pt x="56795" y="24023"/>
                </a:lnTo>
                <a:lnTo>
                  <a:pt x="56488" y="29943"/>
                </a:lnTo>
                <a:lnTo>
                  <a:pt x="56488" y="36740"/>
                </a:lnTo>
                <a:lnTo>
                  <a:pt x="56773" y="38341"/>
                </a:lnTo>
                <a:lnTo>
                  <a:pt x="56290" y="39912"/>
                </a:lnTo>
                <a:lnTo>
                  <a:pt x="56941" y="42324"/>
                </a:lnTo>
                <a:lnTo>
                  <a:pt x="55903" y="43362"/>
                </a:lnTo>
                <a:lnTo>
                  <a:pt x="53681" y="42309"/>
                </a:lnTo>
                <a:lnTo>
                  <a:pt x="52980" y="42777"/>
                </a:lnTo>
                <a:lnTo>
                  <a:pt x="52103" y="44041"/>
                </a:lnTo>
                <a:lnTo>
                  <a:pt x="54127" y="48858"/>
                </a:lnTo>
                <a:lnTo>
                  <a:pt x="52278" y="50371"/>
                </a:lnTo>
                <a:lnTo>
                  <a:pt x="50261" y="49340"/>
                </a:lnTo>
                <a:lnTo>
                  <a:pt x="49472" y="49793"/>
                </a:lnTo>
                <a:lnTo>
                  <a:pt x="49011" y="50590"/>
                </a:lnTo>
                <a:lnTo>
                  <a:pt x="50042" y="52600"/>
                </a:lnTo>
                <a:lnTo>
                  <a:pt x="48536" y="54449"/>
                </a:lnTo>
                <a:lnTo>
                  <a:pt x="43720" y="52424"/>
                </a:lnTo>
                <a:lnTo>
                  <a:pt x="42455" y="53301"/>
                </a:lnTo>
                <a:lnTo>
                  <a:pt x="41987" y="54003"/>
                </a:lnTo>
                <a:lnTo>
                  <a:pt x="43040" y="56225"/>
                </a:lnTo>
                <a:lnTo>
                  <a:pt x="42126" y="57146"/>
                </a:lnTo>
                <a:lnTo>
                  <a:pt x="39459" y="56788"/>
                </a:lnTo>
                <a:lnTo>
                  <a:pt x="33137" y="57117"/>
                </a:lnTo>
                <a:lnTo>
                  <a:pt x="27224" y="56810"/>
                </a:lnTo>
                <a:lnTo>
                  <a:pt x="20427" y="56810"/>
                </a:lnTo>
                <a:lnTo>
                  <a:pt x="18834" y="57095"/>
                </a:lnTo>
                <a:lnTo>
                  <a:pt x="17255" y="56612"/>
                </a:lnTo>
                <a:lnTo>
                  <a:pt x="14851" y="57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8228895" y="8038527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20208" y="57255"/>
                </a:moveTo>
                <a:lnTo>
                  <a:pt x="17957" y="56590"/>
                </a:lnTo>
                <a:lnTo>
                  <a:pt x="18527" y="53484"/>
                </a:lnTo>
                <a:lnTo>
                  <a:pt x="17321" y="52015"/>
                </a:lnTo>
                <a:lnTo>
                  <a:pt x="12505" y="54113"/>
                </a:lnTo>
                <a:lnTo>
                  <a:pt x="10677" y="52739"/>
                </a:lnTo>
                <a:lnTo>
                  <a:pt x="11781" y="50195"/>
                </a:lnTo>
                <a:lnTo>
                  <a:pt x="10772" y="49179"/>
                </a:lnTo>
                <a:lnTo>
                  <a:pt x="8120" y="50232"/>
                </a:lnTo>
                <a:lnTo>
                  <a:pt x="7213" y="48858"/>
                </a:lnTo>
                <a:lnTo>
                  <a:pt x="8185" y="47045"/>
                </a:lnTo>
                <a:lnTo>
                  <a:pt x="7754" y="46161"/>
                </a:lnTo>
                <a:lnTo>
                  <a:pt x="7235" y="45730"/>
                </a:lnTo>
                <a:lnTo>
                  <a:pt x="4604" y="46702"/>
                </a:lnTo>
                <a:lnTo>
                  <a:pt x="3873" y="45598"/>
                </a:lnTo>
                <a:lnTo>
                  <a:pt x="4290" y="43347"/>
                </a:lnTo>
                <a:lnTo>
                  <a:pt x="4224" y="42141"/>
                </a:lnTo>
                <a:lnTo>
                  <a:pt x="4582" y="39473"/>
                </a:lnTo>
                <a:lnTo>
                  <a:pt x="3953" y="38845"/>
                </a:lnTo>
                <a:lnTo>
                  <a:pt x="840" y="39495"/>
                </a:lnTo>
                <a:lnTo>
                  <a:pt x="167" y="37222"/>
                </a:lnTo>
                <a:lnTo>
                  <a:pt x="745" y="34145"/>
                </a:lnTo>
                <a:lnTo>
                  <a:pt x="745" y="29870"/>
                </a:lnTo>
                <a:lnTo>
                  <a:pt x="423" y="27341"/>
                </a:lnTo>
                <a:lnTo>
                  <a:pt x="898" y="24045"/>
                </a:lnTo>
                <a:lnTo>
                  <a:pt x="0" y="18702"/>
                </a:lnTo>
                <a:lnTo>
                  <a:pt x="1081" y="17818"/>
                </a:lnTo>
                <a:lnTo>
                  <a:pt x="4129" y="18446"/>
                </a:lnTo>
                <a:lnTo>
                  <a:pt x="4823" y="16459"/>
                </a:lnTo>
                <a:lnTo>
                  <a:pt x="3201" y="12395"/>
                </a:lnTo>
                <a:lnTo>
                  <a:pt x="4699" y="10509"/>
                </a:lnTo>
                <a:lnTo>
                  <a:pt x="7155" y="11533"/>
                </a:lnTo>
                <a:lnTo>
                  <a:pt x="7754" y="11079"/>
                </a:lnTo>
                <a:lnTo>
                  <a:pt x="8214" y="10378"/>
                </a:lnTo>
                <a:lnTo>
                  <a:pt x="7169" y="8156"/>
                </a:lnTo>
                <a:lnTo>
                  <a:pt x="8244" y="7082"/>
                </a:lnTo>
                <a:lnTo>
                  <a:pt x="10889" y="8134"/>
                </a:lnTo>
                <a:lnTo>
                  <a:pt x="11649" y="6987"/>
                </a:lnTo>
                <a:lnTo>
                  <a:pt x="10729" y="4465"/>
                </a:lnTo>
                <a:lnTo>
                  <a:pt x="12505" y="3128"/>
                </a:lnTo>
                <a:lnTo>
                  <a:pt x="17321" y="5225"/>
                </a:lnTo>
                <a:lnTo>
                  <a:pt x="18527" y="3749"/>
                </a:lnTo>
                <a:lnTo>
                  <a:pt x="17957" y="650"/>
                </a:lnTo>
                <a:lnTo>
                  <a:pt x="19207" y="270"/>
                </a:lnTo>
                <a:lnTo>
                  <a:pt x="20800" y="555"/>
                </a:lnTo>
                <a:lnTo>
                  <a:pt x="34350" y="555"/>
                </a:lnTo>
                <a:lnTo>
                  <a:pt x="37354" y="0"/>
                </a:lnTo>
                <a:lnTo>
                  <a:pt x="39685" y="657"/>
                </a:lnTo>
                <a:lnTo>
                  <a:pt x="38962" y="3829"/>
                </a:lnTo>
                <a:lnTo>
                  <a:pt x="40592" y="4911"/>
                </a:lnTo>
                <a:lnTo>
                  <a:pt x="45408" y="2923"/>
                </a:lnTo>
                <a:lnTo>
                  <a:pt x="46921" y="4765"/>
                </a:lnTo>
                <a:lnTo>
                  <a:pt x="45898" y="6775"/>
                </a:lnTo>
                <a:lnTo>
                  <a:pt x="46329" y="7571"/>
                </a:lnTo>
                <a:lnTo>
                  <a:pt x="47031" y="8032"/>
                </a:lnTo>
                <a:lnTo>
                  <a:pt x="49245" y="6987"/>
                </a:lnTo>
                <a:lnTo>
                  <a:pt x="50320" y="8061"/>
                </a:lnTo>
                <a:lnTo>
                  <a:pt x="49275" y="10707"/>
                </a:lnTo>
                <a:lnTo>
                  <a:pt x="50408" y="11467"/>
                </a:lnTo>
                <a:lnTo>
                  <a:pt x="52944" y="10546"/>
                </a:lnTo>
                <a:lnTo>
                  <a:pt x="53704" y="11569"/>
                </a:lnTo>
                <a:lnTo>
                  <a:pt x="53302" y="13944"/>
                </a:lnTo>
                <a:lnTo>
                  <a:pt x="53360" y="15099"/>
                </a:lnTo>
                <a:lnTo>
                  <a:pt x="53002" y="17767"/>
                </a:lnTo>
                <a:lnTo>
                  <a:pt x="53631" y="18388"/>
                </a:lnTo>
                <a:lnTo>
                  <a:pt x="56744" y="17752"/>
                </a:lnTo>
                <a:lnTo>
                  <a:pt x="57402" y="20032"/>
                </a:lnTo>
                <a:lnTo>
                  <a:pt x="56839" y="23080"/>
                </a:lnTo>
                <a:lnTo>
                  <a:pt x="56839" y="29753"/>
                </a:lnTo>
                <a:lnTo>
                  <a:pt x="56971" y="31003"/>
                </a:lnTo>
                <a:lnTo>
                  <a:pt x="56715" y="33173"/>
                </a:lnTo>
                <a:lnTo>
                  <a:pt x="57555" y="38560"/>
                </a:lnTo>
                <a:lnTo>
                  <a:pt x="56503" y="39422"/>
                </a:lnTo>
                <a:lnTo>
                  <a:pt x="53455" y="38794"/>
                </a:lnTo>
                <a:lnTo>
                  <a:pt x="52754" y="40840"/>
                </a:lnTo>
                <a:lnTo>
                  <a:pt x="54383" y="44765"/>
                </a:lnTo>
                <a:lnTo>
                  <a:pt x="52900" y="46746"/>
                </a:lnTo>
                <a:lnTo>
                  <a:pt x="50349" y="45635"/>
                </a:lnTo>
                <a:lnTo>
                  <a:pt x="49341" y="46651"/>
                </a:lnTo>
                <a:lnTo>
                  <a:pt x="50393" y="49296"/>
                </a:lnTo>
                <a:lnTo>
                  <a:pt x="49026" y="50210"/>
                </a:lnTo>
                <a:lnTo>
                  <a:pt x="47206" y="49238"/>
                </a:lnTo>
                <a:lnTo>
                  <a:pt x="46329" y="49669"/>
                </a:lnTo>
                <a:lnTo>
                  <a:pt x="45891" y="50188"/>
                </a:lnTo>
                <a:lnTo>
                  <a:pt x="46863" y="52819"/>
                </a:lnTo>
                <a:lnTo>
                  <a:pt x="45767" y="53550"/>
                </a:lnTo>
                <a:lnTo>
                  <a:pt x="43515" y="53141"/>
                </a:lnTo>
                <a:lnTo>
                  <a:pt x="42309" y="53206"/>
                </a:lnTo>
                <a:lnTo>
                  <a:pt x="39642" y="52848"/>
                </a:lnTo>
                <a:lnTo>
                  <a:pt x="39013" y="53484"/>
                </a:lnTo>
                <a:lnTo>
                  <a:pt x="39678" y="56568"/>
                </a:lnTo>
                <a:lnTo>
                  <a:pt x="38399" y="56978"/>
                </a:lnTo>
                <a:lnTo>
                  <a:pt x="36769" y="56685"/>
                </a:lnTo>
                <a:lnTo>
                  <a:pt x="23270" y="56685"/>
                </a:lnTo>
                <a:lnTo>
                  <a:pt x="20208" y="57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6127477" y="8042261"/>
            <a:ext cx="50800" cy="50165"/>
          </a:xfrm>
          <a:custGeom>
            <a:avLst/>
            <a:gdLst/>
            <a:ahLst/>
            <a:cxnLst/>
            <a:rect l="l" t="t" r="r" b="b"/>
            <a:pathLst>
              <a:path w="50800" h="50165">
                <a:moveTo>
                  <a:pt x="36405" y="4209"/>
                </a:moveTo>
                <a:lnTo>
                  <a:pt x="14033" y="4209"/>
                </a:lnTo>
                <a:lnTo>
                  <a:pt x="14797" y="3837"/>
                </a:lnTo>
                <a:lnTo>
                  <a:pt x="15126" y="3464"/>
                </a:lnTo>
                <a:lnTo>
                  <a:pt x="14388" y="496"/>
                </a:lnTo>
                <a:lnTo>
                  <a:pt x="15594" y="0"/>
                </a:lnTo>
                <a:lnTo>
                  <a:pt x="17435" y="328"/>
                </a:lnTo>
                <a:lnTo>
                  <a:pt x="35845" y="328"/>
                </a:lnTo>
                <a:lnTo>
                  <a:pt x="36245" y="496"/>
                </a:lnTo>
                <a:lnTo>
                  <a:pt x="35570" y="3252"/>
                </a:lnTo>
                <a:lnTo>
                  <a:pt x="35517" y="3464"/>
                </a:lnTo>
                <a:lnTo>
                  <a:pt x="35846" y="3837"/>
                </a:lnTo>
                <a:lnTo>
                  <a:pt x="36405" y="4209"/>
                </a:lnTo>
                <a:close/>
              </a:path>
              <a:path w="50800" h="50165">
                <a:moveTo>
                  <a:pt x="35845" y="328"/>
                </a:moveTo>
                <a:lnTo>
                  <a:pt x="33200" y="328"/>
                </a:lnTo>
                <a:lnTo>
                  <a:pt x="35064" y="0"/>
                </a:lnTo>
                <a:lnTo>
                  <a:pt x="35845" y="328"/>
                </a:lnTo>
                <a:close/>
              </a:path>
              <a:path w="50800" h="50165">
                <a:moveTo>
                  <a:pt x="38875" y="6760"/>
                </a:moveTo>
                <a:lnTo>
                  <a:pt x="11741" y="6760"/>
                </a:lnTo>
                <a:lnTo>
                  <a:pt x="10726" y="4209"/>
                </a:lnTo>
                <a:lnTo>
                  <a:pt x="12166" y="3252"/>
                </a:lnTo>
                <a:lnTo>
                  <a:pt x="12018" y="3252"/>
                </a:lnTo>
                <a:lnTo>
                  <a:pt x="13804" y="4209"/>
                </a:lnTo>
                <a:lnTo>
                  <a:pt x="39890" y="4209"/>
                </a:lnTo>
                <a:lnTo>
                  <a:pt x="38875" y="6760"/>
                </a:lnTo>
                <a:close/>
              </a:path>
              <a:path w="50800" h="50165">
                <a:moveTo>
                  <a:pt x="39727" y="4209"/>
                </a:moveTo>
                <a:lnTo>
                  <a:pt x="36748" y="4209"/>
                </a:lnTo>
                <a:lnTo>
                  <a:pt x="38769" y="3252"/>
                </a:lnTo>
                <a:lnTo>
                  <a:pt x="39727" y="4209"/>
                </a:lnTo>
                <a:close/>
              </a:path>
              <a:path w="50800" h="50165">
                <a:moveTo>
                  <a:pt x="10470" y="7812"/>
                </a:moveTo>
                <a:lnTo>
                  <a:pt x="7313" y="7812"/>
                </a:lnTo>
                <a:lnTo>
                  <a:pt x="8365" y="6760"/>
                </a:lnTo>
                <a:lnTo>
                  <a:pt x="10470" y="7812"/>
                </a:lnTo>
                <a:close/>
              </a:path>
              <a:path w="50800" h="50165">
                <a:moveTo>
                  <a:pt x="40055" y="7812"/>
                </a:moveTo>
                <a:lnTo>
                  <a:pt x="10821" y="7812"/>
                </a:lnTo>
                <a:lnTo>
                  <a:pt x="11874" y="6760"/>
                </a:lnTo>
                <a:lnTo>
                  <a:pt x="38472" y="6760"/>
                </a:lnTo>
                <a:lnTo>
                  <a:pt x="40055" y="7812"/>
                </a:lnTo>
                <a:close/>
              </a:path>
              <a:path w="50800" h="50165">
                <a:moveTo>
                  <a:pt x="43330" y="7812"/>
                </a:moveTo>
                <a:lnTo>
                  <a:pt x="40055" y="7812"/>
                </a:lnTo>
                <a:lnTo>
                  <a:pt x="42277" y="6760"/>
                </a:lnTo>
                <a:lnTo>
                  <a:pt x="43330" y="7812"/>
                </a:lnTo>
                <a:close/>
              </a:path>
              <a:path w="50800" h="50165">
                <a:moveTo>
                  <a:pt x="43352" y="11343"/>
                </a:moveTo>
                <a:lnTo>
                  <a:pt x="7457" y="11343"/>
                </a:lnTo>
                <a:lnTo>
                  <a:pt x="8248" y="10151"/>
                </a:lnTo>
                <a:lnTo>
                  <a:pt x="7141" y="7812"/>
                </a:lnTo>
                <a:lnTo>
                  <a:pt x="43505" y="7812"/>
                </a:lnTo>
                <a:lnTo>
                  <a:pt x="42336" y="10151"/>
                </a:lnTo>
                <a:lnTo>
                  <a:pt x="42160" y="10151"/>
                </a:lnTo>
                <a:lnTo>
                  <a:pt x="43352" y="11343"/>
                </a:lnTo>
                <a:close/>
              </a:path>
              <a:path w="50800" h="50165">
                <a:moveTo>
                  <a:pt x="7224" y="11343"/>
                </a:moveTo>
                <a:lnTo>
                  <a:pt x="3783" y="11343"/>
                </a:lnTo>
                <a:lnTo>
                  <a:pt x="4974" y="10151"/>
                </a:lnTo>
                <a:lnTo>
                  <a:pt x="4230" y="10151"/>
                </a:lnTo>
                <a:lnTo>
                  <a:pt x="7224" y="11343"/>
                </a:lnTo>
                <a:close/>
              </a:path>
              <a:path w="50800" h="50165">
                <a:moveTo>
                  <a:pt x="46863" y="14690"/>
                </a:moveTo>
                <a:lnTo>
                  <a:pt x="3694" y="14690"/>
                </a:lnTo>
                <a:lnTo>
                  <a:pt x="4273" y="14361"/>
                </a:lnTo>
                <a:lnTo>
                  <a:pt x="4740" y="13659"/>
                </a:lnTo>
                <a:lnTo>
                  <a:pt x="3643" y="11343"/>
                </a:lnTo>
                <a:lnTo>
                  <a:pt x="43352" y="11343"/>
                </a:lnTo>
                <a:lnTo>
                  <a:pt x="46346" y="10151"/>
                </a:lnTo>
                <a:lnTo>
                  <a:pt x="45905" y="10151"/>
                </a:lnTo>
                <a:lnTo>
                  <a:pt x="46911" y="11657"/>
                </a:lnTo>
                <a:lnTo>
                  <a:pt x="45939" y="13477"/>
                </a:lnTo>
                <a:lnTo>
                  <a:pt x="46370" y="14361"/>
                </a:lnTo>
                <a:lnTo>
                  <a:pt x="46863" y="14690"/>
                </a:lnTo>
                <a:close/>
              </a:path>
              <a:path w="50800" h="50165">
                <a:moveTo>
                  <a:pt x="3234" y="14690"/>
                </a:moveTo>
                <a:lnTo>
                  <a:pt x="362" y="14690"/>
                </a:lnTo>
                <a:lnTo>
                  <a:pt x="1618" y="13659"/>
                </a:lnTo>
                <a:lnTo>
                  <a:pt x="1224" y="13659"/>
                </a:lnTo>
                <a:lnTo>
                  <a:pt x="3234" y="14690"/>
                </a:lnTo>
                <a:close/>
              </a:path>
              <a:path w="50800" h="50165">
                <a:moveTo>
                  <a:pt x="1349" y="35995"/>
                </a:moveTo>
                <a:lnTo>
                  <a:pt x="324" y="34942"/>
                </a:lnTo>
                <a:lnTo>
                  <a:pt x="940" y="32538"/>
                </a:lnTo>
                <a:lnTo>
                  <a:pt x="216" y="29936"/>
                </a:lnTo>
                <a:lnTo>
                  <a:pt x="765" y="26939"/>
                </a:lnTo>
                <a:lnTo>
                  <a:pt x="765" y="23753"/>
                </a:lnTo>
                <a:lnTo>
                  <a:pt x="626" y="22503"/>
                </a:lnTo>
                <a:lnTo>
                  <a:pt x="768" y="21348"/>
                </a:lnTo>
                <a:lnTo>
                  <a:pt x="889" y="20325"/>
                </a:lnTo>
                <a:lnTo>
                  <a:pt x="0" y="14690"/>
                </a:lnTo>
                <a:lnTo>
                  <a:pt x="47365" y="14690"/>
                </a:lnTo>
                <a:lnTo>
                  <a:pt x="49540" y="13659"/>
                </a:lnTo>
                <a:lnTo>
                  <a:pt x="49176" y="13659"/>
                </a:lnTo>
                <a:lnTo>
                  <a:pt x="50214" y="14690"/>
                </a:lnTo>
                <a:lnTo>
                  <a:pt x="49856" y="17358"/>
                </a:lnTo>
                <a:lnTo>
                  <a:pt x="49979" y="29936"/>
                </a:lnTo>
                <a:lnTo>
                  <a:pt x="50163" y="30966"/>
                </a:lnTo>
                <a:lnTo>
                  <a:pt x="49685" y="32538"/>
                </a:lnTo>
                <a:lnTo>
                  <a:pt x="50327" y="34942"/>
                </a:lnTo>
                <a:lnTo>
                  <a:pt x="3571" y="34942"/>
                </a:lnTo>
                <a:lnTo>
                  <a:pt x="1349" y="35995"/>
                </a:lnTo>
                <a:close/>
              </a:path>
              <a:path w="50800" h="50165">
                <a:moveTo>
                  <a:pt x="4829" y="39408"/>
                </a:moveTo>
                <a:lnTo>
                  <a:pt x="4597" y="39408"/>
                </a:lnTo>
                <a:lnTo>
                  <a:pt x="3732" y="38107"/>
                </a:lnTo>
                <a:lnTo>
                  <a:pt x="4704" y="36294"/>
                </a:lnTo>
                <a:lnTo>
                  <a:pt x="4273" y="35410"/>
                </a:lnTo>
                <a:lnTo>
                  <a:pt x="3571" y="34942"/>
                </a:lnTo>
                <a:lnTo>
                  <a:pt x="47028" y="34942"/>
                </a:lnTo>
                <a:lnTo>
                  <a:pt x="46370" y="35410"/>
                </a:lnTo>
                <a:lnTo>
                  <a:pt x="45980" y="35995"/>
                </a:lnTo>
                <a:lnTo>
                  <a:pt x="45847" y="35995"/>
                </a:lnTo>
                <a:lnTo>
                  <a:pt x="46848" y="38107"/>
                </a:lnTo>
                <a:lnTo>
                  <a:pt x="46955" y="38333"/>
                </a:lnTo>
                <a:lnTo>
                  <a:pt x="7530" y="38333"/>
                </a:lnTo>
                <a:lnTo>
                  <a:pt x="4829" y="39408"/>
                </a:lnTo>
                <a:close/>
              </a:path>
              <a:path w="50800" h="50165">
                <a:moveTo>
                  <a:pt x="49294" y="35995"/>
                </a:moveTo>
                <a:lnTo>
                  <a:pt x="47028" y="34942"/>
                </a:lnTo>
                <a:lnTo>
                  <a:pt x="50346" y="34942"/>
                </a:lnTo>
                <a:lnTo>
                  <a:pt x="49294" y="35995"/>
                </a:lnTo>
                <a:close/>
              </a:path>
              <a:path w="50800" h="50165">
                <a:moveTo>
                  <a:pt x="42535" y="39408"/>
                </a:moveTo>
                <a:lnTo>
                  <a:pt x="8270" y="39408"/>
                </a:lnTo>
                <a:lnTo>
                  <a:pt x="7196" y="38333"/>
                </a:lnTo>
                <a:lnTo>
                  <a:pt x="43249" y="38333"/>
                </a:lnTo>
                <a:lnTo>
                  <a:pt x="42535" y="39408"/>
                </a:lnTo>
                <a:close/>
              </a:path>
              <a:path w="50800" h="50165">
                <a:moveTo>
                  <a:pt x="45881" y="39408"/>
                </a:moveTo>
                <a:lnTo>
                  <a:pt x="43180" y="38333"/>
                </a:lnTo>
                <a:lnTo>
                  <a:pt x="46955" y="38333"/>
                </a:lnTo>
                <a:lnTo>
                  <a:pt x="45881" y="39408"/>
                </a:lnTo>
                <a:close/>
              </a:path>
              <a:path w="50800" h="50165">
                <a:moveTo>
                  <a:pt x="8813" y="42799"/>
                </a:moveTo>
                <a:lnTo>
                  <a:pt x="8154" y="42799"/>
                </a:lnTo>
                <a:lnTo>
                  <a:pt x="7196" y="41842"/>
                </a:lnTo>
                <a:lnTo>
                  <a:pt x="8413" y="39408"/>
                </a:lnTo>
                <a:lnTo>
                  <a:pt x="42294" y="39408"/>
                </a:lnTo>
                <a:lnTo>
                  <a:pt x="43447" y="41842"/>
                </a:lnTo>
                <a:lnTo>
                  <a:pt x="10834" y="41842"/>
                </a:lnTo>
                <a:lnTo>
                  <a:pt x="8813" y="42799"/>
                </a:lnTo>
                <a:close/>
              </a:path>
              <a:path w="50800" h="50165">
                <a:moveTo>
                  <a:pt x="11966" y="46475"/>
                </a:moveTo>
                <a:lnTo>
                  <a:pt x="11830" y="46475"/>
                </a:lnTo>
                <a:lnTo>
                  <a:pt x="10799" y="45445"/>
                </a:lnTo>
                <a:lnTo>
                  <a:pt x="11852" y="42799"/>
                </a:lnTo>
                <a:lnTo>
                  <a:pt x="10411" y="41842"/>
                </a:lnTo>
                <a:lnTo>
                  <a:pt x="39939" y="41842"/>
                </a:lnTo>
                <a:lnTo>
                  <a:pt x="38981" y="42799"/>
                </a:lnTo>
                <a:lnTo>
                  <a:pt x="38818" y="42799"/>
                </a:lnTo>
                <a:lnTo>
                  <a:pt x="39870" y="45445"/>
                </a:lnTo>
                <a:lnTo>
                  <a:pt x="14142" y="45445"/>
                </a:lnTo>
                <a:lnTo>
                  <a:pt x="11966" y="46475"/>
                </a:lnTo>
                <a:close/>
              </a:path>
              <a:path w="50800" h="50165">
                <a:moveTo>
                  <a:pt x="42489" y="42799"/>
                </a:moveTo>
                <a:lnTo>
                  <a:pt x="41853" y="42799"/>
                </a:lnTo>
                <a:lnTo>
                  <a:pt x="39939" y="41842"/>
                </a:lnTo>
                <a:lnTo>
                  <a:pt x="43447" y="41842"/>
                </a:lnTo>
                <a:lnTo>
                  <a:pt x="42489" y="42799"/>
                </a:lnTo>
                <a:close/>
              </a:path>
              <a:path w="50800" h="50165">
                <a:moveTo>
                  <a:pt x="35485" y="46475"/>
                </a:moveTo>
                <a:lnTo>
                  <a:pt x="15158" y="46475"/>
                </a:lnTo>
                <a:lnTo>
                  <a:pt x="14797" y="45934"/>
                </a:lnTo>
                <a:lnTo>
                  <a:pt x="14063" y="45445"/>
                </a:lnTo>
                <a:lnTo>
                  <a:pt x="36850" y="45445"/>
                </a:lnTo>
                <a:lnTo>
                  <a:pt x="35846" y="45934"/>
                </a:lnTo>
                <a:lnTo>
                  <a:pt x="35485" y="46475"/>
                </a:lnTo>
                <a:close/>
              </a:path>
              <a:path w="50800" h="50165">
                <a:moveTo>
                  <a:pt x="38550" y="46475"/>
                </a:moveTo>
                <a:lnTo>
                  <a:pt x="36621" y="45445"/>
                </a:lnTo>
                <a:lnTo>
                  <a:pt x="40092" y="45445"/>
                </a:lnTo>
                <a:lnTo>
                  <a:pt x="38550" y="46475"/>
                </a:lnTo>
                <a:close/>
              </a:path>
              <a:path w="50800" h="50165">
                <a:moveTo>
                  <a:pt x="15228" y="49874"/>
                </a:moveTo>
                <a:lnTo>
                  <a:pt x="14212" y="48858"/>
                </a:lnTo>
                <a:lnTo>
                  <a:pt x="15341" y="46475"/>
                </a:lnTo>
                <a:lnTo>
                  <a:pt x="35302" y="46475"/>
                </a:lnTo>
                <a:lnTo>
                  <a:pt x="36431" y="48858"/>
                </a:lnTo>
                <a:lnTo>
                  <a:pt x="35999" y="49289"/>
                </a:lnTo>
                <a:lnTo>
                  <a:pt x="17684" y="49289"/>
                </a:lnTo>
                <a:lnTo>
                  <a:pt x="15228" y="49874"/>
                </a:lnTo>
                <a:close/>
              </a:path>
              <a:path w="50800" h="50165">
                <a:moveTo>
                  <a:pt x="20790" y="49874"/>
                </a:moveTo>
                <a:lnTo>
                  <a:pt x="20016" y="49874"/>
                </a:lnTo>
                <a:lnTo>
                  <a:pt x="17684" y="49289"/>
                </a:lnTo>
                <a:lnTo>
                  <a:pt x="32959" y="49289"/>
                </a:lnTo>
                <a:lnTo>
                  <a:pt x="32347" y="49443"/>
                </a:lnTo>
                <a:lnTo>
                  <a:pt x="23216" y="49443"/>
                </a:lnTo>
                <a:lnTo>
                  <a:pt x="20790" y="49874"/>
                </a:lnTo>
                <a:close/>
              </a:path>
              <a:path w="50800" h="50165">
                <a:moveTo>
                  <a:pt x="35415" y="49874"/>
                </a:moveTo>
                <a:lnTo>
                  <a:pt x="32959" y="49289"/>
                </a:lnTo>
                <a:lnTo>
                  <a:pt x="35999" y="49289"/>
                </a:lnTo>
                <a:lnTo>
                  <a:pt x="35415" y="49874"/>
                </a:lnTo>
                <a:close/>
              </a:path>
              <a:path w="50800" h="50165">
                <a:moveTo>
                  <a:pt x="30627" y="49874"/>
                </a:moveTo>
                <a:lnTo>
                  <a:pt x="29853" y="49874"/>
                </a:lnTo>
                <a:lnTo>
                  <a:pt x="27426" y="49443"/>
                </a:lnTo>
                <a:lnTo>
                  <a:pt x="32347" y="49443"/>
                </a:lnTo>
                <a:lnTo>
                  <a:pt x="30627" y="498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5924032" y="8049059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9530" y="36272"/>
                </a:moveTo>
                <a:lnTo>
                  <a:pt x="7381" y="35490"/>
                </a:lnTo>
                <a:lnTo>
                  <a:pt x="8054" y="32465"/>
                </a:lnTo>
                <a:lnTo>
                  <a:pt x="7754" y="32121"/>
                </a:lnTo>
                <a:lnTo>
                  <a:pt x="7052" y="31653"/>
                </a:lnTo>
                <a:lnTo>
                  <a:pt x="4830" y="32706"/>
                </a:lnTo>
                <a:lnTo>
                  <a:pt x="3756" y="31631"/>
                </a:lnTo>
                <a:lnTo>
                  <a:pt x="4808" y="28986"/>
                </a:lnTo>
                <a:lnTo>
                  <a:pt x="3829" y="28335"/>
                </a:lnTo>
                <a:lnTo>
                  <a:pt x="928" y="29015"/>
                </a:lnTo>
                <a:lnTo>
                  <a:pt x="21" y="27093"/>
                </a:lnTo>
                <a:lnTo>
                  <a:pt x="738" y="23307"/>
                </a:lnTo>
                <a:lnTo>
                  <a:pt x="738" y="20449"/>
                </a:lnTo>
                <a:lnTo>
                  <a:pt x="643" y="19236"/>
                </a:lnTo>
                <a:lnTo>
                  <a:pt x="840" y="16934"/>
                </a:lnTo>
                <a:lnTo>
                  <a:pt x="584" y="15728"/>
                </a:lnTo>
                <a:lnTo>
                  <a:pt x="891" y="13513"/>
                </a:lnTo>
                <a:lnTo>
                  <a:pt x="0" y="8171"/>
                </a:lnTo>
                <a:lnTo>
                  <a:pt x="1439" y="6987"/>
                </a:lnTo>
                <a:lnTo>
                  <a:pt x="3456" y="8017"/>
                </a:lnTo>
                <a:lnTo>
                  <a:pt x="4246" y="7564"/>
                </a:lnTo>
                <a:lnTo>
                  <a:pt x="4713" y="6862"/>
                </a:lnTo>
                <a:lnTo>
                  <a:pt x="3661" y="4640"/>
                </a:lnTo>
                <a:lnTo>
                  <a:pt x="4830" y="3471"/>
                </a:lnTo>
                <a:lnTo>
                  <a:pt x="7052" y="4524"/>
                </a:lnTo>
                <a:lnTo>
                  <a:pt x="7754" y="4056"/>
                </a:lnTo>
                <a:lnTo>
                  <a:pt x="8054" y="3712"/>
                </a:lnTo>
                <a:lnTo>
                  <a:pt x="7381" y="687"/>
                </a:lnTo>
                <a:lnTo>
                  <a:pt x="8726" y="197"/>
                </a:lnTo>
                <a:lnTo>
                  <a:pt x="10224" y="694"/>
                </a:lnTo>
                <a:lnTo>
                  <a:pt x="13491" y="233"/>
                </a:lnTo>
                <a:lnTo>
                  <a:pt x="16020" y="548"/>
                </a:lnTo>
                <a:lnTo>
                  <a:pt x="20332" y="548"/>
                </a:lnTo>
                <a:lnTo>
                  <a:pt x="23321" y="0"/>
                </a:lnTo>
                <a:lnTo>
                  <a:pt x="25931" y="723"/>
                </a:lnTo>
                <a:lnTo>
                  <a:pt x="28357" y="102"/>
                </a:lnTo>
                <a:lnTo>
                  <a:pt x="29387" y="1132"/>
                </a:lnTo>
                <a:lnTo>
                  <a:pt x="28218" y="3471"/>
                </a:lnTo>
                <a:lnTo>
                  <a:pt x="29387" y="4640"/>
                </a:lnTo>
                <a:lnTo>
                  <a:pt x="31726" y="3471"/>
                </a:lnTo>
                <a:lnTo>
                  <a:pt x="32896" y="4640"/>
                </a:lnTo>
                <a:lnTo>
                  <a:pt x="31843" y="6862"/>
                </a:lnTo>
                <a:lnTo>
                  <a:pt x="32311" y="7564"/>
                </a:lnTo>
                <a:lnTo>
                  <a:pt x="35819" y="7564"/>
                </a:lnTo>
                <a:lnTo>
                  <a:pt x="35819" y="25974"/>
                </a:lnTo>
                <a:lnTo>
                  <a:pt x="36148" y="27816"/>
                </a:lnTo>
                <a:lnTo>
                  <a:pt x="35651" y="29022"/>
                </a:lnTo>
                <a:lnTo>
                  <a:pt x="32676" y="28284"/>
                </a:lnTo>
                <a:lnTo>
                  <a:pt x="32311" y="28613"/>
                </a:lnTo>
                <a:lnTo>
                  <a:pt x="31880" y="29497"/>
                </a:lnTo>
                <a:lnTo>
                  <a:pt x="32852" y="31310"/>
                </a:lnTo>
                <a:lnTo>
                  <a:pt x="31938" y="32684"/>
                </a:lnTo>
                <a:lnTo>
                  <a:pt x="29292" y="31631"/>
                </a:lnTo>
                <a:lnTo>
                  <a:pt x="28401" y="32523"/>
                </a:lnTo>
                <a:lnTo>
                  <a:pt x="29278" y="35395"/>
                </a:lnTo>
                <a:lnTo>
                  <a:pt x="28101" y="35973"/>
                </a:lnTo>
                <a:lnTo>
                  <a:pt x="26084" y="35629"/>
                </a:lnTo>
                <a:lnTo>
                  <a:pt x="12863" y="35629"/>
                </a:lnTo>
                <a:lnTo>
                  <a:pt x="9530" y="36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5720911" y="8056360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8229" y="21757"/>
                </a:moveTo>
                <a:lnTo>
                  <a:pt x="6921" y="21048"/>
                </a:lnTo>
                <a:lnTo>
                  <a:pt x="7791" y="18249"/>
                </a:lnTo>
                <a:lnTo>
                  <a:pt x="7403" y="17803"/>
                </a:lnTo>
                <a:lnTo>
                  <a:pt x="6519" y="17372"/>
                </a:lnTo>
                <a:lnTo>
                  <a:pt x="4706" y="18344"/>
                </a:lnTo>
                <a:lnTo>
                  <a:pt x="3332" y="17431"/>
                </a:lnTo>
                <a:lnTo>
                  <a:pt x="4385" y="14785"/>
                </a:lnTo>
                <a:lnTo>
                  <a:pt x="3559" y="13959"/>
                </a:lnTo>
                <a:lnTo>
                  <a:pt x="540" y="14697"/>
                </a:lnTo>
                <a:lnTo>
                  <a:pt x="168" y="13696"/>
                </a:lnTo>
                <a:lnTo>
                  <a:pt x="0" y="7593"/>
                </a:lnTo>
                <a:lnTo>
                  <a:pt x="1088" y="6702"/>
                </a:lnTo>
                <a:lnTo>
                  <a:pt x="3106" y="7732"/>
                </a:lnTo>
                <a:lnTo>
                  <a:pt x="3895" y="7279"/>
                </a:lnTo>
                <a:lnTo>
                  <a:pt x="4363" y="6577"/>
                </a:lnTo>
                <a:lnTo>
                  <a:pt x="3310" y="4356"/>
                </a:lnTo>
                <a:lnTo>
                  <a:pt x="4480" y="3186"/>
                </a:lnTo>
                <a:lnTo>
                  <a:pt x="6702" y="4239"/>
                </a:lnTo>
                <a:lnTo>
                  <a:pt x="7403" y="3771"/>
                </a:lnTo>
                <a:lnTo>
                  <a:pt x="7871" y="3091"/>
                </a:lnTo>
                <a:lnTo>
                  <a:pt x="6818" y="818"/>
                </a:lnTo>
                <a:lnTo>
                  <a:pt x="7681" y="0"/>
                </a:lnTo>
                <a:lnTo>
                  <a:pt x="14215" y="7"/>
                </a:lnTo>
                <a:lnTo>
                  <a:pt x="14997" y="964"/>
                </a:lnTo>
                <a:lnTo>
                  <a:pt x="13966" y="2974"/>
                </a:lnTo>
                <a:lnTo>
                  <a:pt x="14419" y="3771"/>
                </a:lnTo>
                <a:lnTo>
                  <a:pt x="15121" y="4239"/>
                </a:lnTo>
                <a:lnTo>
                  <a:pt x="17343" y="3186"/>
                </a:lnTo>
                <a:lnTo>
                  <a:pt x="18417" y="4260"/>
                </a:lnTo>
                <a:lnTo>
                  <a:pt x="17365" y="6906"/>
                </a:lnTo>
                <a:lnTo>
                  <a:pt x="18330" y="7549"/>
                </a:lnTo>
                <a:lnTo>
                  <a:pt x="21268" y="6892"/>
                </a:lnTo>
                <a:lnTo>
                  <a:pt x="21772" y="8024"/>
                </a:lnTo>
                <a:lnTo>
                  <a:pt x="21436" y="9954"/>
                </a:lnTo>
                <a:lnTo>
                  <a:pt x="21436" y="11540"/>
                </a:lnTo>
                <a:lnTo>
                  <a:pt x="21787" y="13645"/>
                </a:lnTo>
                <a:lnTo>
                  <a:pt x="21143" y="14778"/>
                </a:lnTo>
                <a:lnTo>
                  <a:pt x="18366" y="13901"/>
                </a:lnTo>
                <a:lnTo>
                  <a:pt x="17928" y="14295"/>
                </a:lnTo>
                <a:lnTo>
                  <a:pt x="17555" y="15282"/>
                </a:lnTo>
                <a:lnTo>
                  <a:pt x="18395" y="16868"/>
                </a:lnTo>
                <a:lnTo>
                  <a:pt x="17686" y="18286"/>
                </a:lnTo>
                <a:lnTo>
                  <a:pt x="14829" y="17394"/>
                </a:lnTo>
                <a:lnTo>
                  <a:pt x="14054" y="18169"/>
                </a:lnTo>
                <a:lnTo>
                  <a:pt x="14865" y="21122"/>
                </a:lnTo>
                <a:lnTo>
                  <a:pt x="13550" y="21684"/>
                </a:lnTo>
                <a:lnTo>
                  <a:pt x="8229" y="217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6847081" y="8129439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2319" y="85452"/>
                </a:moveTo>
                <a:lnTo>
                  <a:pt x="31413" y="84553"/>
                </a:lnTo>
                <a:lnTo>
                  <a:pt x="32465" y="81908"/>
                </a:lnTo>
                <a:lnTo>
                  <a:pt x="31135" y="81023"/>
                </a:lnTo>
                <a:lnTo>
                  <a:pt x="29278" y="81864"/>
                </a:lnTo>
                <a:lnTo>
                  <a:pt x="27159" y="81082"/>
                </a:lnTo>
                <a:lnTo>
                  <a:pt x="22152" y="82478"/>
                </a:lnTo>
                <a:lnTo>
                  <a:pt x="20961" y="81023"/>
                </a:lnTo>
                <a:lnTo>
                  <a:pt x="21911" y="78370"/>
                </a:lnTo>
                <a:lnTo>
                  <a:pt x="20676" y="77581"/>
                </a:lnTo>
                <a:lnTo>
                  <a:pt x="18454" y="78611"/>
                </a:lnTo>
                <a:lnTo>
                  <a:pt x="17380" y="77544"/>
                </a:lnTo>
                <a:lnTo>
                  <a:pt x="18432" y="74899"/>
                </a:lnTo>
                <a:lnTo>
                  <a:pt x="17117" y="74029"/>
                </a:lnTo>
                <a:lnTo>
                  <a:pt x="15041" y="75118"/>
                </a:lnTo>
                <a:lnTo>
                  <a:pt x="13769" y="74014"/>
                </a:lnTo>
                <a:lnTo>
                  <a:pt x="14924" y="71581"/>
                </a:lnTo>
                <a:lnTo>
                  <a:pt x="13872" y="70528"/>
                </a:lnTo>
                <a:lnTo>
                  <a:pt x="11226" y="71581"/>
                </a:lnTo>
                <a:lnTo>
                  <a:pt x="10385" y="70316"/>
                </a:lnTo>
                <a:lnTo>
                  <a:pt x="11438" y="68094"/>
                </a:lnTo>
                <a:lnTo>
                  <a:pt x="10269" y="66925"/>
                </a:lnTo>
                <a:lnTo>
                  <a:pt x="7930" y="68094"/>
                </a:lnTo>
                <a:lnTo>
                  <a:pt x="6855" y="67020"/>
                </a:lnTo>
                <a:lnTo>
                  <a:pt x="7908" y="64374"/>
                </a:lnTo>
                <a:lnTo>
                  <a:pt x="6885" y="63694"/>
                </a:lnTo>
                <a:lnTo>
                  <a:pt x="4085" y="64447"/>
                </a:lnTo>
                <a:lnTo>
                  <a:pt x="3091" y="62664"/>
                </a:lnTo>
                <a:lnTo>
                  <a:pt x="3837" y="58556"/>
                </a:lnTo>
                <a:lnTo>
                  <a:pt x="3837" y="55977"/>
                </a:lnTo>
                <a:lnTo>
                  <a:pt x="4100" y="54449"/>
                </a:lnTo>
                <a:lnTo>
                  <a:pt x="3749" y="53148"/>
                </a:lnTo>
                <a:lnTo>
                  <a:pt x="614" y="53762"/>
                </a:lnTo>
                <a:lnTo>
                  <a:pt x="0" y="53148"/>
                </a:lnTo>
                <a:lnTo>
                  <a:pt x="358" y="50480"/>
                </a:lnTo>
                <a:lnTo>
                  <a:pt x="270" y="48799"/>
                </a:lnTo>
                <a:lnTo>
                  <a:pt x="394" y="47630"/>
                </a:lnTo>
                <a:lnTo>
                  <a:pt x="124" y="42982"/>
                </a:lnTo>
                <a:lnTo>
                  <a:pt x="329" y="39422"/>
                </a:lnTo>
                <a:lnTo>
                  <a:pt x="329" y="35081"/>
                </a:lnTo>
                <a:lnTo>
                  <a:pt x="0" y="33203"/>
                </a:lnTo>
                <a:lnTo>
                  <a:pt x="519" y="31982"/>
                </a:lnTo>
                <a:lnTo>
                  <a:pt x="3471" y="32794"/>
                </a:lnTo>
                <a:lnTo>
                  <a:pt x="4334" y="31931"/>
                </a:lnTo>
                <a:lnTo>
                  <a:pt x="3566" y="29600"/>
                </a:lnTo>
                <a:lnTo>
                  <a:pt x="4326" y="27677"/>
                </a:lnTo>
                <a:lnTo>
                  <a:pt x="2879" y="22686"/>
                </a:lnTo>
                <a:lnTo>
                  <a:pt x="4487" y="21370"/>
                </a:lnTo>
                <a:lnTo>
                  <a:pt x="6775" y="22503"/>
                </a:lnTo>
                <a:lnTo>
                  <a:pt x="7922" y="21297"/>
                </a:lnTo>
                <a:lnTo>
                  <a:pt x="6753" y="18987"/>
                </a:lnTo>
                <a:lnTo>
                  <a:pt x="7886" y="17855"/>
                </a:lnTo>
                <a:lnTo>
                  <a:pt x="10393" y="18980"/>
                </a:lnTo>
                <a:lnTo>
                  <a:pt x="11387" y="17723"/>
                </a:lnTo>
                <a:lnTo>
                  <a:pt x="10254" y="15487"/>
                </a:lnTo>
                <a:lnTo>
                  <a:pt x="11343" y="14398"/>
                </a:lnTo>
                <a:lnTo>
                  <a:pt x="13988" y="15450"/>
                </a:lnTo>
                <a:lnTo>
                  <a:pt x="14866" y="14127"/>
                </a:lnTo>
                <a:lnTo>
                  <a:pt x="13777" y="12073"/>
                </a:lnTo>
                <a:lnTo>
                  <a:pt x="14858" y="10787"/>
                </a:lnTo>
                <a:lnTo>
                  <a:pt x="17314" y="11935"/>
                </a:lnTo>
                <a:lnTo>
                  <a:pt x="18381" y="10868"/>
                </a:lnTo>
                <a:lnTo>
                  <a:pt x="17292" y="8288"/>
                </a:lnTo>
                <a:lnTo>
                  <a:pt x="18564" y="7374"/>
                </a:lnTo>
                <a:lnTo>
                  <a:pt x="20786" y="8463"/>
                </a:lnTo>
                <a:lnTo>
                  <a:pt x="21867" y="7381"/>
                </a:lnTo>
                <a:lnTo>
                  <a:pt x="20815" y="4736"/>
                </a:lnTo>
                <a:lnTo>
                  <a:pt x="22036" y="3917"/>
                </a:lnTo>
                <a:lnTo>
                  <a:pt x="24089" y="4516"/>
                </a:lnTo>
                <a:lnTo>
                  <a:pt x="25953" y="4165"/>
                </a:lnTo>
                <a:lnTo>
                  <a:pt x="27312" y="4363"/>
                </a:lnTo>
                <a:lnTo>
                  <a:pt x="29418" y="4363"/>
                </a:lnTo>
                <a:lnTo>
                  <a:pt x="30879" y="4611"/>
                </a:lnTo>
                <a:lnTo>
                  <a:pt x="31902" y="4363"/>
                </a:lnTo>
                <a:lnTo>
                  <a:pt x="32216" y="4282"/>
                </a:lnTo>
                <a:lnTo>
                  <a:pt x="31624" y="1132"/>
                </a:lnTo>
                <a:lnTo>
                  <a:pt x="32238" y="518"/>
                </a:lnTo>
                <a:lnTo>
                  <a:pt x="34899" y="876"/>
                </a:lnTo>
                <a:lnTo>
                  <a:pt x="36580" y="796"/>
                </a:lnTo>
                <a:lnTo>
                  <a:pt x="41301" y="738"/>
                </a:lnTo>
                <a:lnTo>
                  <a:pt x="45664" y="1176"/>
                </a:lnTo>
                <a:lnTo>
                  <a:pt x="49808" y="0"/>
                </a:lnTo>
                <a:lnTo>
                  <a:pt x="53273" y="942"/>
                </a:lnTo>
                <a:lnTo>
                  <a:pt x="52659" y="4078"/>
                </a:lnTo>
                <a:lnTo>
                  <a:pt x="53273" y="4692"/>
                </a:lnTo>
                <a:lnTo>
                  <a:pt x="55940" y="4334"/>
                </a:lnTo>
                <a:lnTo>
                  <a:pt x="57307" y="4407"/>
                </a:lnTo>
                <a:lnTo>
                  <a:pt x="59200" y="3997"/>
                </a:lnTo>
                <a:lnTo>
                  <a:pt x="60662" y="4699"/>
                </a:lnTo>
                <a:lnTo>
                  <a:pt x="62935" y="3829"/>
                </a:lnTo>
                <a:lnTo>
                  <a:pt x="63958" y="4852"/>
                </a:lnTo>
                <a:lnTo>
                  <a:pt x="62906" y="7498"/>
                </a:lnTo>
                <a:lnTo>
                  <a:pt x="64170" y="8339"/>
                </a:lnTo>
                <a:lnTo>
                  <a:pt x="66392" y="7286"/>
                </a:lnTo>
                <a:lnTo>
                  <a:pt x="67561" y="8456"/>
                </a:lnTo>
                <a:lnTo>
                  <a:pt x="66392" y="10794"/>
                </a:lnTo>
                <a:lnTo>
                  <a:pt x="67466" y="11869"/>
                </a:lnTo>
                <a:lnTo>
                  <a:pt x="70112" y="10816"/>
                </a:lnTo>
                <a:lnTo>
                  <a:pt x="70945" y="12073"/>
                </a:lnTo>
                <a:lnTo>
                  <a:pt x="69900" y="14303"/>
                </a:lnTo>
                <a:lnTo>
                  <a:pt x="71077" y="15472"/>
                </a:lnTo>
                <a:lnTo>
                  <a:pt x="73408" y="14303"/>
                </a:lnTo>
                <a:lnTo>
                  <a:pt x="74483" y="15377"/>
                </a:lnTo>
                <a:lnTo>
                  <a:pt x="73430" y="18023"/>
                </a:lnTo>
                <a:lnTo>
                  <a:pt x="74695" y="18863"/>
                </a:lnTo>
                <a:lnTo>
                  <a:pt x="76917" y="17811"/>
                </a:lnTo>
                <a:lnTo>
                  <a:pt x="78086" y="18980"/>
                </a:lnTo>
                <a:lnTo>
                  <a:pt x="76917" y="21319"/>
                </a:lnTo>
                <a:lnTo>
                  <a:pt x="77991" y="22393"/>
                </a:lnTo>
                <a:lnTo>
                  <a:pt x="80637" y="21341"/>
                </a:lnTo>
                <a:lnTo>
                  <a:pt x="81550" y="22708"/>
                </a:lnTo>
                <a:lnTo>
                  <a:pt x="80578" y="24527"/>
                </a:lnTo>
                <a:lnTo>
                  <a:pt x="81631" y="26691"/>
                </a:lnTo>
                <a:lnTo>
                  <a:pt x="79979" y="31580"/>
                </a:lnTo>
                <a:lnTo>
                  <a:pt x="81346" y="32706"/>
                </a:lnTo>
                <a:lnTo>
                  <a:pt x="84394" y="32077"/>
                </a:lnTo>
                <a:lnTo>
                  <a:pt x="84825" y="33305"/>
                </a:lnTo>
                <a:lnTo>
                  <a:pt x="84518" y="35001"/>
                </a:lnTo>
                <a:lnTo>
                  <a:pt x="84628" y="41849"/>
                </a:lnTo>
                <a:lnTo>
                  <a:pt x="84196" y="46198"/>
                </a:lnTo>
                <a:lnTo>
                  <a:pt x="85373" y="50342"/>
                </a:lnTo>
                <a:lnTo>
                  <a:pt x="84430" y="53806"/>
                </a:lnTo>
                <a:lnTo>
                  <a:pt x="81295" y="53192"/>
                </a:lnTo>
                <a:lnTo>
                  <a:pt x="80681" y="53813"/>
                </a:lnTo>
                <a:lnTo>
                  <a:pt x="81039" y="56474"/>
                </a:lnTo>
                <a:lnTo>
                  <a:pt x="80966" y="57840"/>
                </a:lnTo>
                <a:lnTo>
                  <a:pt x="81375" y="59733"/>
                </a:lnTo>
                <a:lnTo>
                  <a:pt x="80673" y="61195"/>
                </a:lnTo>
                <a:lnTo>
                  <a:pt x="81543" y="63468"/>
                </a:lnTo>
                <a:lnTo>
                  <a:pt x="80520" y="64491"/>
                </a:lnTo>
                <a:lnTo>
                  <a:pt x="77874" y="63439"/>
                </a:lnTo>
                <a:lnTo>
                  <a:pt x="77034" y="64703"/>
                </a:lnTo>
                <a:lnTo>
                  <a:pt x="78086" y="66925"/>
                </a:lnTo>
                <a:lnTo>
                  <a:pt x="76917" y="68094"/>
                </a:lnTo>
                <a:lnTo>
                  <a:pt x="74578" y="66925"/>
                </a:lnTo>
                <a:lnTo>
                  <a:pt x="73504" y="67999"/>
                </a:lnTo>
                <a:lnTo>
                  <a:pt x="74556" y="70645"/>
                </a:lnTo>
                <a:lnTo>
                  <a:pt x="73291" y="71486"/>
                </a:lnTo>
                <a:lnTo>
                  <a:pt x="71062" y="70433"/>
                </a:lnTo>
                <a:lnTo>
                  <a:pt x="69900" y="71610"/>
                </a:lnTo>
                <a:lnTo>
                  <a:pt x="71069" y="73941"/>
                </a:lnTo>
                <a:lnTo>
                  <a:pt x="69995" y="75016"/>
                </a:lnTo>
                <a:lnTo>
                  <a:pt x="67350" y="73963"/>
                </a:lnTo>
                <a:lnTo>
                  <a:pt x="66509" y="75228"/>
                </a:lnTo>
                <a:lnTo>
                  <a:pt x="67561" y="77449"/>
                </a:lnTo>
                <a:lnTo>
                  <a:pt x="66392" y="78619"/>
                </a:lnTo>
                <a:lnTo>
                  <a:pt x="64053" y="77449"/>
                </a:lnTo>
                <a:lnTo>
                  <a:pt x="62979" y="78524"/>
                </a:lnTo>
                <a:lnTo>
                  <a:pt x="64031" y="81170"/>
                </a:lnTo>
                <a:lnTo>
                  <a:pt x="62657" y="82076"/>
                </a:lnTo>
                <a:lnTo>
                  <a:pt x="60845" y="81104"/>
                </a:lnTo>
                <a:lnTo>
                  <a:pt x="58681" y="82156"/>
                </a:lnTo>
                <a:lnTo>
                  <a:pt x="53784" y="80504"/>
                </a:lnTo>
                <a:lnTo>
                  <a:pt x="52666" y="81871"/>
                </a:lnTo>
                <a:lnTo>
                  <a:pt x="53295" y="84919"/>
                </a:lnTo>
                <a:lnTo>
                  <a:pt x="52067" y="85350"/>
                </a:lnTo>
                <a:lnTo>
                  <a:pt x="50371" y="85043"/>
                </a:lnTo>
                <a:lnTo>
                  <a:pt x="37852" y="85043"/>
                </a:lnTo>
                <a:lnTo>
                  <a:pt x="36441" y="85262"/>
                </a:lnTo>
                <a:lnTo>
                  <a:pt x="34804" y="84904"/>
                </a:lnTo>
                <a:lnTo>
                  <a:pt x="32319" y="854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7057321" y="812957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30" y="85496"/>
                </a:moveTo>
                <a:lnTo>
                  <a:pt x="55187" y="84904"/>
                </a:lnTo>
                <a:lnTo>
                  <a:pt x="30155" y="84904"/>
                </a:lnTo>
                <a:lnTo>
                  <a:pt x="27020" y="85496"/>
                </a:lnTo>
                <a:lnTo>
                  <a:pt x="24776" y="84787"/>
                </a:lnTo>
                <a:lnTo>
                  <a:pt x="25441" y="81703"/>
                </a:lnTo>
                <a:lnTo>
                  <a:pt x="24550" y="80811"/>
                </a:lnTo>
                <a:lnTo>
                  <a:pt x="22328" y="81864"/>
                </a:lnTo>
                <a:lnTo>
                  <a:pt x="20924" y="80928"/>
                </a:lnTo>
                <a:lnTo>
                  <a:pt x="18703" y="81981"/>
                </a:lnTo>
                <a:lnTo>
                  <a:pt x="17599" y="80877"/>
                </a:lnTo>
                <a:lnTo>
                  <a:pt x="18695" y="78312"/>
                </a:lnTo>
                <a:lnTo>
                  <a:pt x="17431" y="77391"/>
                </a:lnTo>
                <a:lnTo>
                  <a:pt x="15202" y="78487"/>
                </a:lnTo>
                <a:lnTo>
                  <a:pt x="14120" y="77405"/>
                </a:lnTo>
                <a:lnTo>
                  <a:pt x="15172" y="74760"/>
                </a:lnTo>
                <a:lnTo>
                  <a:pt x="13908" y="73919"/>
                </a:lnTo>
                <a:lnTo>
                  <a:pt x="11694" y="74972"/>
                </a:lnTo>
                <a:lnTo>
                  <a:pt x="10524" y="73802"/>
                </a:lnTo>
                <a:lnTo>
                  <a:pt x="11693" y="71463"/>
                </a:lnTo>
                <a:lnTo>
                  <a:pt x="10524" y="70294"/>
                </a:lnTo>
                <a:lnTo>
                  <a:pt x="8185" y="71463"/>
                </a:lnTo>
                <a:lnTo>
                  <a:pt x="7016" y="70294"/>
                </a:lnTo>
                <a:lnTo>
                  <a:pt x="8185" y="67955"/>
                </a:lnTo>
                <a:lnTo>
                  <a:pt x="7096" y="66866"/>
                </a:lnTo>
                <a:lnTo>
                  <a:pt x="4494" y="67941"/>
                </a:lnTo>
                <a:lnTo>
                  <a:pt x="3215" y="66106"/>
                </a:lnTo>
                <a:lnTo>
                  <a:pt x="5247" y="61290"/>
                </a:lnTo>
                <a:lnTo>
                  <a:pt x="3778" y="60091"/>
                </a:lnTo>
                <a:lnTo>
                  <a:pt x="694" y="60683"/>
                </a:lnTo>
                <a:lnTo>
                  <a:pt x="0" y="58469"/>
                </a:lnTo>
                <a:lnTo>
                  <a:pt x="591" y="55326"/>
                </a:lnTo>
                <a:lnTo>
                  <a:pt x="591" y="30301"/>
                </a:lnTo>
                <a:lnTo>
                  <a:pt x="0" y="27158"/>
                </a:lnTo>
                <a:lnTo>
                  <a:pt x="708" y="24915"/>
                </a:lnTo>
                <a:lnTo>
                  <a:pt x="3793" y="25580"/>
                </a:lnTo>
                <a:lnTo>
                  <a:pt x="4429" y="24944"/>
                </a:lnTo>
                <a:lnTo>
                  <a:pt x="4070" y="22276"/>
                </a:lnTo>
                <a:lnTo>
                  <a:pt x="4129" y="21129"/>
                </a:lnTo>
                <a:lnTo>
                  <a:pt x="3727" y="18746"/>
                </a:lnTo>
                <a:lnTo>
                  <a:pt x="4538" y="17672"/>
                </a:lnTo>
                <a:lnTo>
                  <a:pt x="7082" y="18783"/>
                </a:lnTo>
                <a:lnTo>
                  <a:pt x="8090" y="17767"/>
                </a:lnTo>
                <a:lnTo>
                  <a:pt x="7038" y="15121"/>
                </a:lnTo>
                <a:lnTo>
                  <a:pt x="8258" y="14310"/>
                </a:lnTo>
                <a:lnTo>
                  <a:pt x="10597" y="15318"/>
                </a:lnTo>
                <a:lnTo>
                  <a:pt x="11672" y="14120"/>
                </a:lnTo>
                <a:lnTo>
                  <a:pt x="10509" y="11832"/>
                </a:lnTo>
                <a:lnTo>
                  <a:pt x="11598" y="10751"/>
                </a:lnTo>
                <a:lnTo>
                  <a:pt x="14244" y="11803"/>
                </a:lnTo>
                <a:lnTo>
                  <a:pt x="15077" y="10539"/>
                </a:lnTo>
                <a:lnTo>
                  <a:pt x="14025" y="8317"/>
                </a:lnTo>
                <a:lnTo>
                  <a:pt x="15194" y="7147"/>
                </a:lnTo>
                <a:lnTo>
                  <a:pt x="17533" y="8317"/>
                </a:lnTo>
                <a:lnTo>
                  <a:pt x="18607" y="7242"/>
                </a:lnTo>
                <a:lnTo>
                  <a:pt x="17555" y="4597"/>
                </a:lnTo>
                <a:lnTo>
                  <a:pt x="18929" y="3683"/>
                </a:lnTo>
                <a:lnTo>
                  <a:pt x="20793" y="4743"/>
                </a:lnTo>
                <a:lnTo>
                  <a:pt x="22335" y="3778"/>
                </a:lnTo>
                <a:lnTo>
                  <a:pt x="24557" y="4801"/>
                </a:lnTo>
                <a:lnTo>
                  <a:pt x="25624" y="3734"/>
                </a:lnTo>
                <a:lnTo>
                  <a:pt x="24572" y="1088"/>
                </a:lnTo>
                <a:lnTo>
                  <a:pt x="25829" y="255"/>
                </a:lnTo>
                <a:lnTo>
                  <a:pt x="27809" y="906"/>
                </a:lnTo>
                <a:lnTo>
                  <a:pt x="31683" y="0"/>
                </a:lnTo>
                <a:lnTo>
                  <a:pt x="36031" y="716"/>
                </a:lnTo>
                <a:lnTo>
                  <a:pt x="55224" y="716"/>
                </a:lnTo>
                <a:lnTo>
                  <a:pt x="58287" y="138"/>
                </a:lnTo>
                <a:lnTo>
                  <a:pt x="60559" y="818"/>
                </a:lnTo>
                <a:lnTo>
                  <a:pt x="59916" y="3924"/>
                </a:lnTo>
                <a:lnTo>
                  <a:pt x="60800" y="4809"/>
                </a:lnTo>
                <a:lnTo>
                  <a:pt x="63022" y="3756"/>
                </a:lnTo>
                <a:lnTo>
                  <a:pt x="64426" y="4692"/>
                </a:lnTo>
                <a:lnTo>
                  <a:pt x="66647" y="3639"/>
                </a:lnTo>
                <a:lnTo>
                  <a:pt x="67751" y="4743"/>
                </a:lnTo>
                <a:lnTo>
                  <a:pt x="66655" y="7308"/>
                </a:lnTo>
                <a:lnTo>
                  <a:pt x="67919" y="8236"/>
                </a:lnTo>
                <a:lnTo>
                  <a:pt x="70148" y="7133"/>
                </a:lnTo>
                <a:lnTo>
                  <a:pt x="71230" y="8222"/>
                </a:lnTo>
                <a:lnTo>
                  <a:pt x="70178" y="10867"/>
                </a:lnTo>
                <a:lnTo>
                  <a:pt x="71442" y="11708"/>
                </a:lnTo>
                <a:lnTo>
                  <a:pt x="73664" y="10656"/>
                </a:lnTo>
                <a:lnTo>
                  <a:pt x="74834" y="11825"/>
                </a:lnTo>
                <a:lnTo>
                  <a:pt x="73664" y="14164"/>
                </a:lnTo>
                <a:lnTo>
                  <a:pt x="74833" y="15333"/>
                </a:lnTo>
                <a:lnTo>
                  <a:pt x="77172" y="14164"/>
                </a:lnTo>
                <a:lnTo>
                  <a:pt x="78342" y="15333"/>
                </a:lnTo>
                <a:lnTo>
                  <a:pt x="77172" y="17672"/>
                </a:lnTo>
                <a:lnTo>
                  <a:pt x="78261" y="18761"/>
                </a:lnTo>
                <a:lnTo>
                  <a:pt x="80870" y="17686"/>
                </a:lnTo>
                <a:lnTo>
                  <a:pt x="82150" y="19521"/>
                </a:lnTo>
                <a:lnTo>
                  <a:pt x="80118" y="24337"/>
                </a:lnTo>
                <a:lnTo>
                  <a:pt x="81587" y="25536"/>
                </a:lnTo>
                <a:lnTo>
                  <a:pt x="84671" y="24944"/>
                </a:lnTo>
                <a:lnTo>
                  <a:pt x="85365" y="27158"/>
                </a:lnTo>
                <a:lnTo>
                  <a:pt x="84773" y="30294"/>
                </a:lnTo>
                <a:lnTo>
                  <a:pt x="84773" y="42814"/>
                </a:lnTo>
                <a:lnTo>
                  <a:pt x="84773" y="55333"/>
                </a:lnTo>
                <a:lnTo>
                  <a:pt x="85365" y="58469"/>
                </a:lnTo>
                <a:lnTo>
                  <a:pt x="84663" y="60712"/>
                </a:lnTo>
                <a:lnTo>
                  <a:pt x="81572" y="60047"/>
                </a:lnTo>
                <a:lnTo>
                  <a:pt x="80680" y="60939"/>
                </a:lnTo>
                <a:lnTo>
                  <a:pt x="81732" y="63161"/>
                </a:lnTo>
                <a:lnTo>
                  <a:pt x="80797" y="64564"/>
                </a:lnTo>
                <a:lnTo>
                  <a:pt x="81849" y="66786"/>
                </a:lnTo>
                <a:lnTo>
                  <a:pt x="80746" y="67890"/>
                </a:lnTo>
                <a:lnTo>
                  <a:pt x="78181" y="66793"/>
                </a:lnTo>
                <a:lnTo>
                  <a:pt x="77252" y="68058"/>
                </a:lnTo>
                <a:lnTo>
                  <a:pt x="78356" y="70287"/>
                </a:lnTo>
                <a:lnTo>
                  <a:pt x="77267" y="71368"/>
                </a:lnTo>
                <a:lnTo>
                  <a:pt x="74621" y="70316"/>
                </a:lnTo>
                <a:lnTo>
                  <a:pt x="73781" y="71580"/>
                </a:lnTo>
                <a:lnTo>
                  <a:pt x="74833" y="73802"/>
                </a:lnTo>
                <a:lnTo>
                  <a:pt x="73664" y="74972"/>
                </a:lnTo>
                <a:lnTo>
                  <a:pt x="71325" y="73802"/>
                </a:lnTo>
                <a:lnTo>
                  <a:pt x="70155" y="74972"/>
                </a:lnTo>
                <a:lnTo>
                  <a:pt x="71325" y="77310"/>
                </a:lnTo>
                <a:lnTo>
                  <a:pt x="70155" y="78480"/>
                </a:lnTo>
                <a:lnTo>
                  <a:pt x="67817" y="77310"/>
                </a:lnTo>
                <a:lnTo>
                  <a:pt x="66728" y="78399"/>
                </a:lnTo>
                <a:lnTo>
                  <a:pt x="67802" y="81001"/>
                </a:lnTo>
                <a:lnTo>
                  <a:pt x="65967" y="82280"/>
                </a:lnTo>
                <a:lnTo>
                  <a:pt x="61151" y="80248"/>
                </a:lnTo>
                <a:lnTo>
                  <a:pt x="59952" y="81717"/>
                </a:lnTo>
                <a:lnTo>
                  <a:pt x="60545" y="84802"/>
                </a:lnTo>
                <a:lnTo>
                  <a:pt x="58330" y="854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7267787" y="812957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52" y="85496"/>
                </a:moveTo>
                <a:lnTo>
                  <a:pt x="55209" y="84904"/>
                </a:lnTo>
                <a:lnTo>
                  <a:pt x="30177" y="84904"/>
                </a:lnTo>
                <a:lnTo>
                  <a:pt x="27049" y="85496"/>
                </a:lnTo>
                <a:lnTo>
                  <a:pt x="24798" y="84787"/>
                </a:lnTo>
                <a:lnTo>
                  <a:pt x="25463" y="81703"/>
                </a:lnTo>
                <a:lnTo>
                  <a:pt x="24572" y="80811"/>
                </a:lnTo>
                <a:lnTo>
                  <a:pt x="22350" y="81864"/>
                </a:lnTo>
                <a:lnTo>
                  <a:pt x="20946" y="80928"/>
                </a:lnTo>
                <a:lnTo>
                  <a:pt x="18725" y="81981"/>
                </a:lnTo>
                <a:lnTo>
                  <a:pt x="17621" y="80877"/>
                </a:lnTo>
                <a:lnTo>
                  <a:pt x="18717" y="78312"/>
                </a:lnTo>
                <a:lnTo>
                  <a:pt x="17453" y="77391"/>
                </a:lnTo>
                <a:lnTo>
                  <a:pt x="15224" y="78487"/>
                </a:lnTo>
                <a:lnTo>
                  <a:pt x="14142" y="77405"/>
                </a:lnTo>
                <a:lnTo>
                  <a:pt x="15194" y="74760"/>
                </a:lnTo>
                <a:lnTo>
                  <a:pt x="13930" y="73919"/>
                </a:lnTo>
                <a:lnTo>
                  <a:pt x="11708" y="74972"/>
                </a:lnTo>
                <a:lnTo>
                  <a:pt x="10539" y="73802"/>
                </a:lnTo>
                <a:lnTo>
                  <a:pt x="11708" y="71463"/>
                </a:lnTo>
                <a:lnTo>
                  <a:pt x="10539" y="70294"/>
                </a:lnTo>
                <a:lnTo>
                  <a:pt x="8200" y="71463"/>
                </a:lnTo>
                <a:lnTo>
                  <a:pt x="7030" y="70294"/>
                </a:lnTo>
                <a:lnTo>
                  <a:pt x="8200" y="67955"/>
                </a:lnTo>
                <a:lnTo>
                  <a:pt x="7111" y="66866"/>
                </a:lnTo>
                <a:lnTo>
                  <a:pt x="4502" y="67941"/>
                </a:lnTo>
                <a:lnTo>
                  <a:pt x="3223" y="66106"/>
                </a:lnTo>
                <a:lnTo>
                  <a:pt x="5255" y="61290"/>
                </a:lnTo>
                <a:lnTo>
                  <a:pt x="3785" y="60091"/>
                </a:lnTo>
                <a:lnTo>
                  <a:pt x="701" y="60683"/>
                </a:lnTo>
                <a:lnTo>
                  <a:pt x="0" y="58469"/>
                </a:lnTo>
                <a:lnTo>
                  <a:pt x="599" y="55326"/>
                </a:lnTo>
                <a:lnTo>
                  <a:pt x="599" y="30301"/>
                </a:lnTo>
                <a:lnTo>
                  <a:pt x="0" y="27158"/>
                </a:lnTo>
                <a:lnTo>
                  <a:pt x="716" y="24915"/>
                </a:lnTo>
                <a:lnTo>
                  <a:pt x="3800" y="25580"/>
                </a:lnTo>
                <a:lnTo>
                  <a:pt x="4436" y="24944"/>
                </a:lnTo>
                <a:lnTo>
                  <a:pt x="4078" y="22276"/>
                </a:lnTo>
                <a:lnTo>
                  <a:pt x="4136" y="21129"/>
                </a:lnTo>
                <a:lnTo>
                  <a:pt x="3742" y="18746"/>
                </a:lnTo>
                <a:lnTo>
                  <a:pt x="4546" y="17672"/>
                </a:lnTo>
                <a:lnTo>
                  <a:pt x="7089" y="18783"/>
                </a:lnTo>
                <a:lnTo>
                  <a:pt x="8105" y="17767"/>
                </a:lnTo>
                <a:lnTo>
                  <a:pt x="7053" y="15121"/>
                </a:lnTo>
                <a:lnTo>
                  <a:pt x="8273" y="14310"/>
                </a:lnTo>
                <a:lnTo>
                  <a:pt x="10612" y="15318"/>
                </a:lnTo>
                <a:lnTo>
                  <a:pt x="11686" y="14120"/>
                </a:lnTo>
                <a:lnTo>
                  <a:pt x="10524" y="11832"/>
                </a:lnTo>
                <a:lnTo>
                  <a:pt x="11613" y="10751"/>
                </a:lnTo>
                <a:lnTo>
                  <a:pt x="14259" y="11803"/>
                </a:lnTo>
                <a:lnTo>
                  <a:pt x="15099" y="10539"/>
                </a:lnTo>
                <a:lnTo>
                  <a:pt x="14047" y="8317"/>
                </a:lnTo>
                <a:lnTo>
                  <a:pt x="15216" y="7147"/>
                </a:lnTo>
                <a:lnTo>
                  <a:pt x="17555" y="8317"/>
                </a:lnTo>
                <a:lnTo>
                  <a:pt x="18629" y="7242"/>
                </a:lnTo>
                <a:lnTo>
                  <a:pt x="17577" y="4597"/>
                </a:lnTo>
                <a:lnTo>
                  <a:pt x="18951" y="3683"/>
                </a:lnTo>
                <a:lnTo>
                  <a:pt x="20815" y="4743"/>
                </a:lnTo>
                <a:lnTo>
                  <a:pt x="22357" y="3778"/>
                </a:lnTo>
                <a:lnTo>
                  <a:pt x="24579" y="4801"/>
                </a:lnTo>
                <a:lnTo>
                  <a:pt x="25646" y="3734"/>
                </a:lnTo>
                <a:lnTo>
                  <a:pt x="24594" y="1088"/>
                </a:lnTo>
                <a:lnTo>
                  <a:pt x="25851" y="255"/>
                </a:lnTo>
                <a:lnTo>
                  <a:pt x="27839" y="906"/>
                </a:lnTo>
                <a:lnTo>
                  <a:pt x="31712" y="0"/>
                </a:lnTo>
                <a:lnTo>
                  <a:pt x="36053" y="716"/>
                </a:lnTo>
                <a:lnTo>
                  <a:pt x="55246" y="716"/>
                </a:lnTo>
                <a:lnTo>
                  <a:pt x="58309" y="138"/>
                </a:lnTo>
                <a:lnTo>
                  <a:pt x="60589" y="818"/>
                </a:lnTo>
                <a:lnTo>
                  <a:pt x="59946" y="3924"/>
                </a:lnTo>
                <a:lnTo>
                  <a:pt x="60822" y="4809"/>
                </a:lnTo>
                <a:lnTo>
                  <a:pt x="63044" y="3756"/>
                </a:lnTo>
                <a:lnTo>
                  <a:pt x="64448" y="4692"/>
                </a:lnTo>
                <a:lnTo>
                  <a:pt x="66670" y="3639"/>
                </a:lnTo>
                <a:lnTo>
                  <a:pt x="67766" y="4743"/>
                </a:lnTo>
                <a:lnTo>
                  <a:pt x="66670" y="7308"/>
                </a:lnTo>
                <a:lnTo>
                  <a:pt x="67934" y="8236"/>
                </a:lnTo>
                <a:lnTo>
                  <a:pt x="70163" y="7133"/>
                </a:lnTo>
                <a:lnTo>
                  <a:pt x="71245" y="8222"/>
                </a:lnTo>
                <a:lnTo>
                  <a:pt x="70192" y="10867"/>
                </a:lnTo>
                <a:lnTo>
                  <a:pt x="71457" y="11708"/>
                </a:lnTo>
                <a:lnTo>
                  <a:pt x="73679" y="10656"/>
                </a:lnTo>
                <a:lnTo>
                  <a:pt x="74848" y="11825"/>
                </a:lnTo>
                <a:lnTo>
                  <a:pt x="73679" y="14164"/>
                </a:lnTo>
                <a:lnTo>
                  <a:pt x="74848" y="15333"/>
                </a:lnTo>
                <a:lnTo>
                  <a:pt x="77187" y="14164"/>
                </a:lnTo>
                <a:lnTo>
                  <a:pt x="78356" y="15333"/>
                </a:lnTo>
                <a:lnTo>
                  <a:pt x="77187" y="17672"/>
                </a:lnTo>
                <a:lnTo>
                  <a:pt x="78276" y="18761"/>
                </a:lnTo>
                <a:lnTo>
                  <a:pt x="80885" y="17686"/>
                </a:lnTo>
                <a:lnTo>
                  <a:pt x="82164" y="19521"/>
                </a:lnTo>
                <a:lnTo>
                  <a:pt x="80132" y="24337"/>
                </a:lnTo>
                <a:lnTo>
                  <a:pt x="81594" y="25536"/>
                </a:lnTo>
                <a:lnTo>
                  <a:pt x="84686" y="24944"/>
                </a:lnTo>
                <a:lnTo>
                  <a:pt x="85380" y="27158"/>
                </a:lnTo>
                <a:lnTo>
                  <a:pt x="84788" y="30294"/>
                </a:lnTo>
                <a:lnTo>
                  <a:pt x="84795" y="42814"/>
                </a:lnTo>
                <a:lnTo>
                  <a:pt x="84795" y="55333"/>
                </a:lnTo>
                <a:lnTo>
                  <a:pt x="85387" y="58469"/>
                </a:lnTo>
                <a:lnTo>
                  <a:pt x="84678" y="60712"/>
                </a:lnTo>
                <a:lnTo>
                  <a:pt x="81594" y="60047"/>
                </a:lnTo>
                <a:lnTo>
                  <a:pt x="80702" y="60939"/>
                </a:lnTo>
                <a:lnTo>
                  <a:pt x="81755" y="63161"/>
                </a:lnTo>
                <a:lnTo>
                  <a:pt x="80819" y="64564"/>
                </a:lnTo>
                <a:lnTo>
                  <a:pt x="81871" y="66786"/>
                </a:lnTo>
                <a:lnTo>
                  <a:pt x="80768" y="67890"/>
                </a:lnTo>
                <a:lnTo>
                  <a:pt x="78203" y="66793"/>
                </a:lnTo>
                <a:lnTo>
                  <a:pt x="77274" y="68058"/>
                </a:lnTo>
                <a:lnTo>
                  <a:pt x="78370" y="70287"/>
                </a:lnTo>
                <a:lnTo>
                  <a:pt x="77289" y="71368"/>
                </a:lnTo>
                <a:lnTo>
                  <a:pt x="74643" y="70316"/>
                </a:lnTo>
                <a:lnTo>
                  <a:pt x="73803" y="71580"/>
                </a:lnTo>
                <a:lnTo>
                  <a:pt x="74855" y="73802"/>
                </a:lnTo>
                <a:lnTo>
                  <a:pt x="73686" y="74972"/>
                </a:lnTo>
                <a:lnTo>
                  <a:pt x="71347" y="73802"/>
                </a:lnTo>
                <a:lnTo>
                  <a:pt x="70177" y="74972"/>
                </a:lnTo>
                <a:lnTo>
                  <a:pt x="71347" y="77310"/>
                </a:lnTo>
                <a:lnTo>
                  <a:pt x="70178" y="78480"/>
                </a:lnTo>
                <a:lnTo>
                  <a:pt x="67839" y="77310"/>
                </a:lnTo>
                <a:lnTo>
                  <a:pt x="66750" y="78399"/>
                </a:lnTo>
                <a:lnTo>
                  <a:pt x="67824" y="81001"/>
                </a:lnTo>
                <a:lnTo>
                  <a:pt x="65989" y="82280"/>
                </a:lnTo>
                <a:lnTo>
                  <a:pt x="61180" y="80248"/>
                </a:lnTo>
                <a:lnTo>
                  <a:pt x="59974" y="81717"/>
                </a:lnTo>
                <a:lnTo>
                  <a:pt x="60567" y="84802"/>
                </a:lnTo>
                <a:lnTo>
                  <a:pt x="58352" y="854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7478102" y="812957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4851" y="85408"/>
                </a:moveTo>
                <a:lnTo>
                  <a:pt x="51993" y="84911"/>
                </a:lnTo>
                <a:lnTo>
                  <a:pt x="33736" y="84911"/>
                </a:lnTo>
                <a:lnTo>
                  <a:pt x="30864" y="85416"/>
                </a:lnTo>
                <a:lnTo>
                  <a:pt x="28525" y="84831"/>
                </a:lnTo>
                <a:lnTo>
                  <a:pt x="29103" y="81674"/>
                </a:lnTo>
                <a:lnTo>
                  <a:pt x="28248" y="80818"/>
                </a:lnTo>
                <a:lnTo>
                  <a:pt x="26026" y="81871"/>
                </a:lnTo>
                <a:lnTo>
                  <a:pt x="24622" y="80935"/>
                </a:lnTo>
                <a:lnTo>
                  <a:pt x="22401" y="81988"/>
                </a:lnTo>
                <a:lnTo>
                  <a:pt x="21392" y="80972"/>
                </a:lnTo>
                <a:lnTo>
                  <a:pt x="22327" y="78173"/>
                </a:lnTo>
                <a:lnTo>
                  <a:pt x="19996" y="76916"/>
                </a:lnTo>
                <a:lnTo>
                  <a:pt x="16722" y="78721"/>
                </a:lnTo>
                <a:lnTo>
                  <a:pt x="14369" y="77712"/>
                </a:lnTo>
                <a:lnTo>
                  <a:pt x="15180" y="74760"/>
                </a:lnTo>
                <a:lnTo>
                  <a:pt x="14222" y="73809"/>
                </a:lnTo>
                <a:lnTo>
                  <a:pt x="11898" y="74979"/>
                </a:lnTo>
                <a:lnTo>
                  <a:pt x="10714" y="73817"/>
                </a:lnTo>
                <a:lnTo>
                  <a:pt x="11883" y="71471"/>
                </a:lnTo>
                <a:lnTo>
                  <a:pt x="10809" y="70396"/>
                </a:lnTo>
                <a:lnTo>
                  <a:pt x="8164" y="71449"/>
                </a:lnTo>
                <a:lnTo>
                  <a:pt x="7250" y="70075"/>
                </a:lnTo>
                <a:lnTo>
                  <a:pt x="8317" y="68204"/>
                </a:lnTo>
                <a:lnTo>
                  <a:pt x="7337" y="66676"/>
                </a:lnTo>
                <a:lnTo>
                  <a:pt x="8375" y="64454"/>
                </a:lnTo>
                <a:lnTo>
                  <a:pt x="7367" y="63446"/>
                </a:lnTo>
                <a:lnTo>
                  <a:pt x="4546" y="64374"/>
                </a:lnTo>
                <a:lnTo>
                  <a:pt x="3310" y="62035"/>
                </a:lnTo>
                <a:lnTo>
                  <a:pt x="5108" y="58776"/>
                </a:lnTo>
                <a:lnTo>
                  <a:pt x="4092" y="56415"/>
                </a:lnTo>
                <a:lnTo>
                  <a:pt x="1147" y="57226"/>
                </a:lnTo>
                <a:lnTo>
                  <a:pt x="380" y="56459"/>
                </a:lnTo>
                <a:lnTo>
                  <a:pt x="884" y="53937"/>
                </a:lnTo>
                <a:lnTo>
                  <a:pt x="182" y="50144"/>
                </a:lnTo>
                <a:lnTo>
                  <a:pt x="774" y="46088"/>
                </a:lnTo>
                <a:lnTo>
                  <a:pt x="774" y="40541"/>
                </a:lnTo>
                <a:lnTo>
                  <a:pt x="504" y="38063"/>
                </a:lnTo>
                <a:lnTo>
                  <a:pt x="1015" y="33831"/>
                </a:lnTo>
                <a:lnTo>
                  <a:pt x="0" y="30594"/>
                </a:lnTo>
                <a:lnTo>
                  <a:pt x="964" y="28342"/>
                </a:lnTo>
                <a:lnTo>
                  <a:pt x="3917" y="29154"/>
                </a:lnTo>
                <a:lnTo>
                  <a:pt x="4794" y="28277"/>
                </a:lnTo>
                <a:lnTo>
                  <a:pt x="3983" y="25974"/>
                </a:lnTo>
                <a:lnTo>
                  <a:pt x="4582" y="24586"/>
                </a:lnTo>
                <a:lnTo>
                  <a:pt x="3771" y="22284"/>
                </a:lnTo>
                <a:lnTo>
                  <a:pt x="4655" y="21406"/>
                </a:lnTo>
                <a:lnTo>
                  <a:pt x="7601" y="22210"/>
                </a:lnTo>
                <a:lnTo>
                  <a:pt x="8507" y="20106"/>
                </a:lnTo>
                <a:lnTo>
                  <a:pt x="6694" y="16144"/>
                </a:lnTo>
                <a:lnTo>
                  <a:pt x="8251" y="14164"/>
                </a:lnTo>
                <a:lnTo>
                  <a:pt x="10765" y="15289"/>
                </a:lnTo>
                <a:lnTo>
                  <a:pt x="11788" y="14266"/>
                </a:lnTo>
                <a:lnTo>
                  <a:pt x="10736" y="11620"/>
                </a:lnTo>
                <a:lnTo>
                  <a:pt x="12110" y="10707"/>
                </a:lnTo>
                <a:lnTo>
                  <a:pt x="13988" y="11774"/>
                </a:lnTo>
                <a:lnTo>
                  <a:pt x="15362" y="10889"/>
                </a:lnTo>
                <a:lnTo>
                  <a:pt x="14325" y="8222"/>
                </a:lnTo>
                <a:lnTo>
                  <a:pt x="15136" y="7410"/>
                </a:lnTo>
                <a:lnTo>
                  <a:pt x="17804" y="7761"/>
                </a:lnTo>
                <a:lnTo>
                  <a:pt x="19200" y="7695"/>
                </a:lnTo>
                <a:lnTo>
                  <a:pt x="21034" y="8097"/>
                </a:lnTo>
                <a:lnTo>
                  <a:pt x="22277" y="7527"/>
                </a:lnTo>
                <a:lnTo>
                  <a:pt x="21436" y="4611"/>
                </a:lnTo>
                <a:lnTo>
                  <a:pt x="22152" y="3895"/>
                </a:lnTo>
                <a:lnTo>
                  <a:pt x="24820" y="4253"/>
                </a:lnTo>
                <a:lnTo>
                  <a:pt x="26348" y="4173"/>
                </a:lnTo>
                <a:lnTo>
                  <a:pt x="27882" y="4524"/>
                </a:lnTo>
                <a:lnTo>
                  <a:pt x="28840" y="4231"/>
                </a:lnTo>
                <a:lnTo>
                  <a:pt x="29191" y="4122"/>
                </a:lnTo>
                <a:lnTo>
                  <a:pt x="28533" y="1023"/>
                </a:lnTo>
                <a:lnTo>
                  <a:pt x="29242" y="314"/>
                </a:lnTo>
                <a:lnTo>
                  <a:pt x="31749" y="840"/>
                </a:lnTo>
                <a:lnTo>
                  <a:pt x="34475" y="292"/>
                </a:lnTo>
                <a:lnTo>
                  <a:pt x="37179" y="723"/>
                </a:lnTo>
                <a:lnTo>
                  <a:pt x="49494" y="723"/>
                </a:lnTo>
                <a:lnTo>
                  <a:pt x="53864" y="0"/>
                </a:lnTo>
                <a:lnTo>
                  <a:pt x="57204" y="796"/>
                </a:lnTo>
                <a:lnTo>
                  <a:pt x="56627" y="3961"/>
                </a:lnTo>
                <a:lnTo>
                  <a:pt x="57482" y="4816"/>
                </a:lnTo>
                <a:lnTo>
                  <a:pt x="59704" y="3763"/>
                </a:lnTo>
                <a:lnTo>
                  <a:pt x="61107" y="4699"/>
                </a:lnTo>
                <a:lnTo>
                  <a:pt x="63329" y="3647"/>
                </a:lnTo>
                <a:lnTo>
                  <a:pt x="64345" y="4662"/>
                </a:lnTo>
                <a:lnTo>
                  <a:pt x="63410" y="7462"/>
                </a:lnTo>
                <a:lnTo>
                  <a:pt x="65741" y="8719"/>
                </a:lnTo>
                <a:lnTo>
                  <a:pt x="69015" y="6921"/>
                </a:lnTo>
                <a:lnTo>
                  <a:pt x="71376" y="7929"/>
                </a:lnTo>
                <a:lnTo>
                  <a:pt x="70565" y="10875"/>
                </a:lnTo>
                <a:lnTo>
                  <a:pt x="71515" y="11832"/>
                </a:lnTo>
                <a:lnTo>
                  <a:pt x="73853" y="10663"/>
                </a:lnTo>
                <a:lnTo>
                  <a:pt x="75023" y="11832"/>
                </a:lnTo>
                <a:lnTo>
                  <a:pt x="73854" y="14171"/>
                </a:lnTo>
                <a:lnTo>
                  <a:pt x="74804" y="15121"/>
                </a:lnTo>
                <a:lnTo>
                  <a:pt x="77756" y="14310"/>
                </a:lnTo>
                <a:lnTo>
                  <a:pt x="78765" y="16671"/>
                </a:lnTo>
                <a:lnTo>
                  <a:pt x="76967" y="19945"/>
                </a:lnTo>
                <a:lnTo>
                  <a:pt x="78224" y="22276"/>
                </a:lnTo>
                <a:lnTo>
                  <a:pt x="81023" y="21341"/>
                </a:lnTo>
                <a:lnTo>
                  <a:pt x="82039" y="22357"/>
                </a:lnTo>
                <a:lnTo>
                  <a:pt x="80987" y="24579"/>
                </a:lnTo>
                <a:lnTo>
                  <a:pt x="81922" y="25982"/>
                </a:lnTo>
                <a:lnTo>
                  <a:pt x="80870" y="28204"/>
                </a:lnTo>
                <a:lnTo>
                  <a:pt x="81718" y="29051"/>
                </a:lnTo>
                <a:lnTo>
                  <a:pt x="84897" y="28489"/>
                </a:lnTo>
                <a:lnTo>
                  <a:pt x="85445" y="30857"/>
                </a:lnTo>
                <a:lnTo>
                  <a:pt x="84963" y="33670"/>
                </a:lnTo>
                <a:lnTo>
                  <a:pt x="84963" y="51949"/>
                </a:lnTo>
                <a:lnTo>
                  <a:pt x="85467" y="54822"/>
                </a:lnTo>
                <a:lnTo>
                  <a:pt x="84890" y="57160"/>
                </a:lnTo>
                <a:lnTo>
                  <a:pt x="81725" y="56583"/>
                </a:lnTo>
                <a:lnTo>
                  <a:pt x="80870" y="57438"/>
                </a:lnTo>
                <a:lnTo>
                  <a:pt x="81922" y="59660"/>
                </a:lnTo>
                <a:lnTo>
                  <a:pt x="80987" y="61063"/>
                </a:lnTo>
                <a:lnTo>
                  <a:pt x="82039" y="63285"/>
                </a:lnTo>
                <a:lnTo>
                  <a:pt x="81024" y="64301"/>
                </a:lnTo>
                <a:lnTo>
                  <a:pt x="78224" y="63365"/>
                </a:lnTo>
                <a:lnTo>
                  <a:pt x="76967" y="65697"/>
                </a:lnTo>
                <a:lnTo>
                  <a:pt x="78765" y="68971"/>
                </a:lnTo>
                <a:lnTo>
                  <a:pt x="77756" y="71332"/>
                </a:lnTo>
                <a:lnTo>
                  <a:pt x="74804" y="70521"/>
                </a:lnTo>
                <a:lnTo>
                  <a:pt x="73854" y="71471"/>
                </a:lnTo>
                <a:lnTo>
                  <a:pt x="75023" y="73809"/>
                </a:lnTo>
                <a:lnTo>
                  <a:pt x="73854" y="74979"/>
                </a:lnTo>
                <a:lnTo>
                  <a:pt x="71515" y="73809"/>
                </a:lnTo>
                <a:lnTo>
                  <a:pt x="70565" y="74767"/>
                </a:lnTo>
                <a:lnTo>
                  <a:pt x="71376" y="77712"/>
                </a:lnTo>
                <a:lnTo>
                  <a:pt x="69015" y="78721"/>
                </a:lnTo>
                <a:lnTo>
                  <a:pt x="65741" y="76916"/>
                </a:lnTo>
                <a:lnTo>
                  <a:pt x="63410" y="78173"/>
                </a:lnTo>
                <a:lnTo>
                  <a:pt x="64345" y="80979"/>
                </a:lnTo>
                <a:lnTo>
                  <a:pt x="63329" y="81988"/>
                </a:lnTo>
                <a:lnTo>
                  <a:pt x="61107" y="80935"/>
                </a:lnTo>
                <a:lnTo>
                  <a:pt x="59704" y="81871"/>
                </a:lnTo>
                <a:lnTo>
                  <a:pt x="57482" y="80818"/>
                </a:lnTo>
                <a:lnTo>
                  <a:pt x="56627" y="81674"/>
                </a:lnTo>
                <a:lnTo>
                  <a:pt x="57204" y="84838"/>
                </a:lnTo>
                <a:lnTo>
                  <a:pt x="54851" y="854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7688983" y="8129548"/>
            <a:ext cx="85090" cy="85725"/>
          </a:xfrm>
          <a:custGeom>
            <a:avLst/>
            <a:gdLst/>
            <a:ahLst/>
            <a:cxnLst/>
            <a:rect l="l" t="t" r="r" b="b"/>
            <a:pathLst>
              <a:path w="85090" h="85725">
                <a:moveTo>
                  <a:pt x="48924" y="85313"/>
                </a:moveTo>
                <a:lnTo>
                  <a:pt x="46695" y="84882"/>
                </a:lnTo>
                <a:lnTo>
                  <a:pt x="43669" y="85087"/>
                </a:lnTo>
                <a:lnTo>
                  <a:pt x="41287" y="84933"/>
                </a:lnTo>
                <a:lnTo>
                  <a:pt x="37961" y="84933"/>
                </a:lnTo>
                <a:lnTo>
                  <a:pt x="36427" y="85197"/>
                </a:lnTo>
                <a:lnTo>
                  <a:pt x="35133" y="84838"/>
                </a:lnTo>
                <a:lnTo>
                  <a:pt x="35747" y="81710"/>
                </a:lnTo>
                <a:lnTo>
                  <a:pt x="35133" y="81096"/>
                </a:lnTo>
                <a:lnTo>
                  <a:pt x="32465" y="81454"/>
                </a:lnTo>
                <a:lnTo>
                  <a:pt x="30989" y="81374"/>
                </a:lnTo>
                <a:lnTo>
                  <a:pt x="29344" y="81754"/>
                </a:lnTo>
                <a:lnTo>
                  <a:pt x="27773" y="81177"/>
                </a:lnTo>
                <a:lnTo>
                  <a:pt x="25420" y="81915"/>
                </a:lnTo>
                <a:lnTo>
                  <a:pt x="24448" y="80936"/>
                </a:lnTo>
                <a:lnTo>
                  <a:pt x="25500" y="78290"/>
                </a:lnTo>
                <a:lnTo>
                  <a:pt x="24119" y="77376"/>
                </a:lnTo>
                <a:lnTo>
                  <a:pt x="22291" y="78400"/>
                </a:lnTo>
                <a:lnTo>
                  <a:pt x="20720" y="77530"/>
                </a:lnTo>
                <a:lnTo>
                  <a:pt x="18483" y="78480"/>
                </a:lnTo>
                <a:lnTo>
                  <a:pt x="17431" y="77435"/>
                </a:lnTo>
                <a:lnTo>
                  <a:pt x="18483" y="74789"/>
                </a:lnTo>
                <a:lnTo>
                  <a:pt x="17168" y="73919"/>
                </a:lnTo>
                <a:lnTo>
                  <a:pt x="15078" y="75008"/>
                </a:lnTo>
                <a:lnTo>
                  <a:pt x="13821" y="73897"/>
                </a:lnTo>
                <a:lnTo>
                  <a:pt x="14975" y="71471"/>
                </a:lnTo>
                <a:lnTo>
                  <a:pt x="13923" y="70418"/>
                </a:lnTo>
                <a:lnTo>
                  <a:pt x="11277" y="71471"/>
                </a:lnTo>
                <a:lnTo>
                  <a:pt x="10363" y="70097"/>
                </a:lnTo>
                <a:lnTo>
                  <a:pt x="11438" y="68219"/>
                </a:lnTo>
                <a:lnTo>
                  <a:pt x="10546" y="66845"/>
                </a:lnTo>
                <a:lnTo>
                  <a:pt x="7878" y="67882"/>
                </a:lnTo>
                <a:lnTo>
                  <a:pt x="7060" y="67071"/>
                </a:lnTo>
                <a:lnTo>
                  <a:pt x="7418" y="64403"/>
                </a:lnTo>
                <a:lnTo>
                  <a:pt x="7352" y="63059"/>
                </a:lnTo>
                <a:lnTo>
                  <a:pt x="7761" y="61115"/>
                </a:lnTo>
                <a:lnTo>
                  <a:pt x="7148" y="59901"/>
                </a:lnTo>
                <a:lnTo>
                  <a:pt x="4297" y="60793"/>
                </a:lnTo>
                <a:lnTo>
                  <a:pt x="3552" y="60055"/>
                </a:lnTo>
                <a:lnTo>
                  <a:pt x="3910" y="57387"/>
                </a:lnTo>
                <a:lnTo>
                  <a:pt x="3837" y="55947"/>
                </a:lnTo>
                <a:lnTo>
                  <a:pt x="4231" y="54222"/>
                </a:lnTo>
                <a:lnTo>
                  <a:pt x="3610" y="52680"/>
                </a:lnTo>
                <a:lnTo>
                  <a:pt x="4385" y="50356"/>
                </a:lnTo>
                <a:lnTo>
                  <a:pt x="3398" y="49369"/>
                </a:lnTo>
                <a:lnTo>
                  <a:pt x="753" y="50422"/>
                </a:lnTo>
                <a:lnTo>
                  <a:pt x="0" y="49289"/>
                </a:lnTo>
                <a:lnTo>
                  <a:pt x="424" y="47060"/>
                </a:lnTo>
                <a:lnTo>
                  <a:pt x="226" y="44041"/>
                </a:lnTo>
                <a:lnTo>
                  <a:pt x="380" y="41652"/>
                </a:lnTo>
                <a:lnTo>
                  <a:pt x="380" y="38326"/>
                </a:lnTo>
                <a:lnTo>
                  <a:pt x="116" y="36799"/>
                </a:lnTo>
                <a:lnTo>
                  <a:pt x="467" y="35498"/>
                </a:lnTo>
                <a:lnTo>
                  <a:pt x="3603" y="36112"/>
                </a:lnTo>
                <a:lnTo>
                  <a:pt x="4217" y="35498"/>
                </a:lnTo>
                <a:lnTo>
                  <a:pt x="3859" y="32830"/>
                </a:lnTo>
                <a:lnTo>
                  <a:pt x="3939" y="31368"/>
                </a:lnTo>
                <a:lnTo>
                  <a:pt x="3552" y="29695"/>
                </a:lnTo>
                <a:lnTo>
                  <a:pt x="4144" y="28130"/>
                </a:lnTo>
                <a:lnTo>
                  <a:pt x="3398" y="25792"/>
                </a:lnTo>
                <a:lnTo>
                  <a:pt x="4377" y="24812"/>
                </a:lnTo>
                <a:lnTo>
                  <a:pt x="7023" y="25865"/>
                </a:lnTo>
                <a:lnTo>
                  <a:pt x="7937" y="24491"/>
                </a:lnTo>
                <a:lnTo>
                  <a:pt x="6870" y="22620"/>
                </a:lnTo>
                <a:lnTo>
                  <a:pt x="7849" y="21085"/>
                </a:lnTo>
                <a:lnTo>
                  <a:pt x="6811" y="18863"/>
                </a:lnTo>
                <a:lnTo>
                  <a:pt x="7930" y="17745"/>
                </a:lnTo>
                <a:lnTo>
                  <a:pt x="10436" y="18878"/>
                </a:lnTo>
                <a:lnTo>
                  <a:pt x="11430" y="17613"/>
                </a:lnTo>
                <a:lnTo>
                  <a:pt x="10305" y="15377"/>
                </a:lnTo>
                <a:lnTo>
                  <a:pt x="11394" y="14288"/>
                </a:lnTo>
                <a:lnTo>
                  <a:pt x="14040" y="15340"/>
                </a:lnTo>
                <a:lnTo>
                  <a:pt x="14880" y="14076"/>
                </a:lnTo>
                <a:lnTo>
                  <a:pt x="13828" y="11854"/>
                </a:lnTo>
                <a:lnTo>
                  <a:pt x="14997" y="10685"/>
                </a:lnTo>
                <a:lnTo>
                  <a:pt x="17336" y="11854"/>
                </a:lnTo>
                <a:lnTo>
                  <a:pt x="18410" y="10780"/>
                </a:lnTo>
                <a:lnTo>
                  <a:pt x="17358" y="8134"/>
                </a:lnTo>
                <a:lnTo>
                  <a:pt x="18732" y="7220"/>
                </a:lnTo>
                <a:lnTo>
                  <a:pt x="20552" y="8214"/>
                </a:lnTo>
                <a:lnTo>
                  <a:pt x="22138" y="7396"/>
                </a:lnTo>
                <a:lnTo>
                  <a:pt x="24389" y="8309"/>
                </a:lnTo>
                <a:lnTo>
                  <a:pt x="25427" y="7271"/>
                </a:lnTo>
                <a:lnTo>
                  <a:pt x="24374" y="4626"/>
                </a:lnTo>
                <a:lnTo>
                  <a:pt x="25595" y="3807"/>
                </a:lnTo>
                <a:lnTo>
                  <a:pt x="27649" y="4399"/>
                </a:lnTo>
                <a:lnTo>
                  <a:pt x="30711" y="3829"/>
                </a:lnTo>
                <a:lnTo>
                  <a:pt x="33196" y="4677"/>
                </a:lnTo>
                <a:lnTo>
                  <a:pt x="35462" y="4253"/>
                </a:lnTo>
                <a:lnTo>
                  <a:pt x="35732" y="4202"/>
                </a:lnTo>
                <a:lnTo>
                  <a:pt x="35221" y="986"/>
                </a:lnTo>
                <a:lnTo>
                  <a:pt x="35769" y="438"/>
                </a:lnTo>
                <a:lnTo>
                  <a:pt x="40096" y="760"/>
                </a:lnTo>
                <a:lnTo>
                  <a:pt x="41367" y="584"/>
                </a:lnTo>
                <a:lnTo>
                  <a:pt x="43553" y="898"/>
                </a:lnTo>
                <a:lnTo>
                  <a:pt x="48888" y="0"/>
                </a:lnTo>
                <a:lnTo>
                  <a:pt x="49736" y="1045"/>
                </a:lnTo>
                <a:lnTo>
                  <a:pt x="49195" y="4173"/>
                </a:lnTo>
                <a:lnTo>
                  <a:pt x="51475" y="4794"/>
                </a:lnTo>
                <a:lnTo>
                  <a:pt x="54450" y="4253"/>
                </a:lnTo>
                <a:lnTo>
                  <a:pt x="57337" y="4253"/>
                </a:lnTo>
                <a:lnTo>
                  <a:pt x="59281" y="3917"/>
                </a:lnTo>
                <a:lnTo>
                  <a:pt x="60479" y="4458"/>
                </a:lnTo>
                <a:lnTo>
                  <a:pt x="59639" y="7374"/>
                </a:lnTo>
                <a:lnTo>
                  <a:pt x="60348" y="8090"/>
                </a:lnTo>
                <a:lnTo>
                  <a:pt x="63016" y="7732"/>
                </a:lnTo>
                <a:lnTo>
                  <a:pt x="64163" y="7791"/>
                </a:lnTo>
                <a:lnTo>
                  <a:pt x="66546" y="7396"/>
                </a:lnTo>
                <a:lnTo>
                  <a:pt x="67620" y="8200"/>
                </a:lnTo>
                <a:lnTo>
                  <a:pt x="66509" y="10743"/>
                </a:lnTo>
                <a:lnTo>
                  <a:pt x="67525" y="11759"/>
                </a:lnTo>
                <a:lnTo>
                  <a:pt x="70171" y="10707"/>
                </a:lnTo>
                <a:lnTo>
                  <a:pt x="71011" y="11971"/>
                </a:lnTo>
                <a:lnTo>
                  <a:pt x="69959" y="14193"/>
                </a:lnTo>
                <a:lnTo>
                  <a:pt x="71128" y="15362"/>
                </a:lnTo>
                <a:lnTo>
                  <a:pt x="73467" y="14193"/>
                </a:lnTo>
                <a:lnTo>
                  <a:pt x="74542" y="15267"/>
                </a:lnTo>
                <a:lnTo>
                  <a:pt x="73489" y="17913"/>
                </a:lnTo>
                <a:lnTo>
                  <a:pt x="74629" y="18673"/>
                </a:lnTo>
                <a:lnTo>
                  <a:pt x="77158" y="17752"/>
                </a:lnTo>
                <a:lnTo>
                  <a:pt x="78488" y="19528"/>
                </a:lnTo>
                <a:lnTo>
                  <a:pt x="76391" y="24352"/>
                </a:lnTo>
                <a:lnTo>
                  <a:pt x="77955" y="25631"/>
                </a:lnTo>
                <a:lnTo>
                  <a:pt x="80864" y="24871"/>
                </a:lnTo>
                <a:lnTo>
                  <a:pt x="82399" y="28211"/>
                </a:lnTo>
                <a:lnTo>
                  <a:pt x="79797" y="32881"/>
                </a:lnTo>
                <a:lnTo>
                  <a:pt x="81244" y="36265"/>
                </a:lnTo>
                <a:lnTo>
                  <a:pt x="84196" y="35461"/>
                </a:lnTo>
                <a:lnTo>
                  <a:pt x="84905" y="36163"/>
                </a:lnTo>
                <a:lnTo>
                  <a:pt x="84533" y="38816"/>
                </a:lnTo>
                <a:lnTo>
                  <a:pt x="84715" y="41652"/>
                </a:lnTo>
                <a:lnTo>
                  <a:pt x="84562" y="44034"/>
                </a:lnTo>
                <a:lnTo>
                  <a:pt x="84562" y="47360"/>
                </a:lnTo>
                <a:lnTo>
                  <a:pt x="84832" y="48894"/>
                </a:lnTo>
                <a:lnTo>
                  <a:pt x="84474" y="50188"/>
                </a:lnTo>
                <a:lnTo>
                  <a:pt x="81339" y="49574"/>
                </a:lnTo>
                <a:lnTo>
                  <a:pt x="80725" y="50188"/>
                </a:lnTo>
                <a:lnTo>
                  <a:pt x="81083" y="52856"/>
                </a:lnTo>
                <a:lnTo>
                  <a:pt x="81010" y="54332"/>
                </a:lnTo>
                <a:lnTo>
                  <a:pt x="81390" y="55976"/>
                </a:lnTo>
                <a:lnTo>
                  <a:pt x="80813" y="57548"/>
                </a:lnTo>
                <a:lnTo>
                  <a:pt x="81544" y="59901"/>
                </a:lnTo>
                <a:lnTo>
                  <a:pt x="80571" y="60873"/>
                </a:lnTo>
                <a:lnTo>
                  <a:pt x="77926" y="59821"/>
                </a:lnTo>
                <a:lnTo>
                  <a:pt x="77012" y="61202"/>
                </a:lnTo>
                <a:lnTo>
                  <a:pt x="78035" y="63029"/>
                </a:lnTo>
                <a:lnTo>
                  <a:pt x="77158" y="64601"/>
                </a:lnTo>
                <a:lnTo>
                  <a:pt x="78116" y="66844"/>
                </a:lnTo>
                <a:lnTo>
                  <a:pt x="77063" y="67890"/>
                </a:lnTo>
                <a:lnTo>
                  <a:pt x="74418" y="66837"/>
                </a:lnTo>
                <a:lnTo>
                  <a:pt x="73555" y="68153"/>
                </a:lnTo>
                <a:lnTo>
                  <a:pt x="74637" y="70243"/>
                </a:lnTo>
                <a:lnTo>
                  <a:pt x="73526" y="71507"/>
                </a:lnTo>
                <a:lnTo>
                  <a:pt x="71107" y="70345"/>
                </a:lnTo>
                <a:lnTo>
                  <a:pt x="70054" y="71398"/>
                </a:lnTo>
                <a:lnTo>
                  <a:pt x="71107" y="74044"/>
                </a:lnTo>
                <a:lnTo>
                  <a:pt x="69733" y="74957"/>
                </a:lnTo>
                <a:lnTo>
                  <a:pt x="67854" y="73890"/>
                </a:lnTo>
                <a:lnTo>
                  <a:pt x="66480" y="74774"/>
                </a:lnTo>
                <a:lnTo>
                  <a:pt x="67518" y="77442"/>
                </a:lnTo>
                <a:lnTo>
                  <a:pt x="66707" y="78253"/>
                </a:lnTo>
                <a:lnTo>
                  <a:pt x="64039" y="77895"/>
                </a:lnTo>
                <a:lnTo>
                  <a:pt x="62694" y="77968"/>
                </a:lnTo>
                <a:lnTo>
                  <a:pt x="60750" y="77552"/>
                </a:lnTo>
                <a:lnTo>
                  <a:pt x="59537" y="78166"/>
                </a:lnTo>
                <a:lnTo>
                  <a:pt x="60428" y="81023"/>
                </a:lnTo>
                <a:lnTo>
                  <a:pt x="59690" y="81761"/>
                </a:lnTo>
                <a:lnTo>
                  <a:pt x="57023" y="81403"/>
                </a:lnTo>
                <a:lnTo>
                  <a:pt x="55583" y="81476"/>
                </a:lnTo>
                <a:lnTo>
                  <a:pt x="53865" y="81082"/>
                </a:lnTo>
                <a:lnTo>
                  <a:pt x="52316" y="81703"/>
                </a:lnTo>
                <a:lnTo>
                  <a:pt x="49992" y="80928"/>
                </a:lnTo>
                <a:lnTo>
                  <a:pt x="49005" y="81915"/>
                </a:lnTo>
                <a:lnTo>
                  <a:pt x="50057" y="84561"/>
                </a:lnTo>
                <a:lnTo>
                  <a:pt x="48924" y="853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8" name="object 7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639633" y="8133371"/>
            <a:ext cx="78728" cy="78370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902615" y="8133276"/>
            <a:ext cx="78641" cy="78224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432705" y="8136842"/>
            <a:ext cx="71492" cy="71215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8116926" y="8136580"/>
            <a:ext cx="71318" cy="71347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225725" y="8140293"/>
            <a:ext cx="64637" cy="64425"/>
          </a:xfrm>
          <a:prstGeom prst="rect">
            <a:avLst/>
          </a:prstGeom>
        </p:spPr>
      </p:pic>
      <p:sp>
        <p:nvSpPr>
          <p:cNvPr id="83" name="object 83"/>
          <p:cNvSpPr/>
          <p:nvPr/>
        </p:nvSpPr>
        <p:spPr>
          <a:xfrm>
            <a:off x="16019191" y="8143844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6303" y="57234"/>
                </a:moveTo>
                <a:lnTo>
                  <a:pt x="24410" y="56422"/>
                </a:lnTo>
                <a:lnTo>
                  <a:pt x="25221" y="53477"/>
                </a:lnTo>
                <a:lnTo>
                  <a:pt x="24454" y="52702"/>
                </a:lnTo>
                <a:lnTo>
                  <a:pt x="21947" y="53228"/>
                </a:lnTo>
                <a:lnTo>
                  <a:pt x="20295" y="52892"/>
                </a:lnTo>
                <a:lnTo>
                  <a:pt x="18914" y="53104"/>
                </a:lnTo>
                <a:lnTo>
                  <a:pt x="17102" y="53104"/>
                </a:lnTo>
                <a:lnTo>
                  <a:pt x="14960" y="53455"/>
                </a:lnTo>
                <a:lnTo>
                  <a:pt x="13813" y="52819"/>
                </a:lnTo>
                <a:lnTo>
                  <a:pt x="14770" y="50035"/>
                </a:lnTo>
                <a:lnTo>
                  <a:pt x="13783" y="49048"/>
                </a:lnTo>
                <a:lnTo>
                  <a:pt x="11313" y="50188"/>
                </a:lnTo>
                <a:lnTo>
                  <a:pt x="10283" y="48938"/>
                </a:lnTo>
                <a:lnTo>
                  <a:pt x="11423" y="46687"/>
                </a:lnTo>
                <a:lnTo>
                  <a:pt x="10239" y="45503"/>
                </a:lnTo>
                <a:lnTo>
                  <a:pt x="7900" y="46673"/>
                </a:lnTo>
                <a:lnTo>
                  <a:pt x="6731" y="45503"/>
                </a:lnTo>
                <a:lnTo>
                  <a:pt x="7900" y="43164"/>
                </a:lnTo>
                <a:lnTo>
                  <a:pt x="6862" y="42127"/>
                </a:lnTo>
                <a:lnTo>
                  <a:pt x="4114" y="43113"/>
                </a:lnTo>
                <a:lnTo>
                  <a:pt x="3391" y="41871"/>
                </a:lnTo>
                <a:lnTo>
                  <a:pt x="3917" y="39905"/>
                </a:lnTo>
                <a:lnTo>
                  <a:pt x="3661" y="38005"/>
                </a:lnTo>
                <a:lnTo>
                  <a:pt x="4538" y="32655"/>
                </a:lnTo>
                <a:lnTo>
                  <a:pt x="3471" y="31778"/>
                </a:lnTo>
                <a:lnTo>
                  <a:pt x="423" y="32406"/>
                </a:lnTo>
                <a:lnTo>
                  <a:pt x="0" y="31178"/>
                </a:lnTo>
                <a:lnTo>
                  <a:pt x="299" y="29483"/>
                </a:lnTo>
                <a:lnTo>
                  <a:pt x="299" y="27400"/>
                </a:lnTo>
                <a:lnTo>
                  <a:pt x="190" y="26179"/>
                </a:lnTo>
                <a:lnTo>
                  <a:pt x="321" y="24834"/>
                </a:lnTo>
                <a:lnTo>
                  <a:pt x="3603" y="25244"/>
                </a:lnTo>
                <a:lnTo>
                  <a:pt x="4239" y="24608"/>
                </a:lnTo>
                <a:lnTo>
                  <a:pt x="3654" y="22152"/>
                </a:lnTo>
                <a:lnTo>
                  <a:pt x="4282" y="19609"/>
                </a:lnTo>
                <a:lnTo>
                  <a:pt x="2879" y="16232"/>
                </a:lnTo>
                <a:lnTo>
                  <a:pt x="4078" y="14010"/>
                </a:lnTo>
                <a:lnTo>
                  <a:pt x="6884" y="14946"/>
                </a:lnTo>
                <a:lnTo>
                  <a:pt x="7900" y="13930"/>
                </a:lnTo>
                <a:lnTo>
                  <a:pt x="6731" y="11591"/>
                </a:lnTo>
                <a:lnTo>
                  <a:pt x="7900" y="10422"/>
                </a:lnTo>
                <a:lnTo>
                  <a:pt x="10239" y="11591"/>
                </a:lnTo>
                <a:lnTo>
                  <a:pt x="11408" y="10422"/>
                </a:lnTo>
                <a:lnTo>
                  <a:pt x="10239" y="8090"/>
                </a:lnTo>
                <a:lnTo>
                  <a:pt x="11401" y="6906"/>
                </a:lnTo>
                <a:lnTo>
                  <a:pt x="13747" y="8083"/>
                </a:lnTo>
                <a:lnTo>
                  <a:pt x="14712" y="7118"/>
                </a:lnTo>
                <a:lnTo>
                  <a:pt x="13878" y="4195"/>
                </a:lnTo>
                <a:lnTo>
                  <a:pt x="15903" y="3281"/>
                </a:lnTo>
                <a:lnTo>
                  <a:pt x="19594" y="3990"/>
                </a:lnTo>
                <a:lnTo>
                  <a:pt x="22444" y="3990"/>
                </a:lnTo>
                <a:lnTo>
                  <a:pt x="23760" y="4195"/>
                </a:lnTo>
                <a:lnTo>
                  <a:pt x="24856" y="3990"/>
                </a:lnTo>
                <a:lnTo>
                  <a:pt x="25075" y="3946"/>
                </a:lnTo>
                <a:lnTo>
                  <a:pt x="24637" y="526"/>
                </a:lnTo>
                <a:lnTo>
                  <a:pt x="25609" y="336"/>
                </a:lnTo>
                <a:lnTo>
                  <a:pt x="31478" y="0"/>
                </a:lnTo>
                <a:lnTo>
                  <a:pt x="32113" y="782"/>
                </a:lnTo>
                <a:lnTo>
                  <a:pt x="31573" y="3910"/>
                </a:lnTo>
                <a:lnTo>
                  <a:pt x="33853" y="4531"/>
                </a:lnTo>
                <a:lnTo>
                  <a:pt x="36820" y="3990"/>
                </a:lnTo>
                <a:lnTo>
                  <a:pt x="39627" y="3990"/>
                </a:lnTo>
                <a:lnTo>
                  <a:pt x="41768" y="3639"/>
                </a:lnTo>
                <a:lnTo>
                  <a:pt x="42916" y="4275"/>
                </a:lnTo>
                <a:lnTo>
                  <a:pt x="41958" y="7060"/>
                </a:lnTo>
                <a:lnTo>
                  <a:pt x="42945" y="8046"/>
                </a:lnTo>
                <a:lnTo>
                  <a:pt x="45415" y="6906"/>
                </a:lnTo>
                <a:lnTo>
                  <a:pt x="46446" y="8156"/>
                </a:lnTo>
                <a:lnTo>
                  <a:pt x="45305" y="10407"/>
                </a:lnTo>
                <a:lnTo>
                  <a:pt x="46490" y="11591"/>
                </a:lnTo>
                <a:lnTo>
                  <a:pt x="48828" y="10422"/>
                </a:lnTo>
                <a:lnTo>
                  <a:pt x="49998" y="11591"/>
                </a:lnTo>
                <a:lnTo>
                  <a:pt x="48828" y="13930"/>
                </a:lnTo>
                <a:lnTo>
                  <a:pt x="49851" y="14953"/>
                </a:lnTo>
                <a:lnTo>
                  <a:pt x="52636" y="14003"/>
                </a:lnTo>
                <a:lnTo>
                  <a:pt x="53235" y="15085"/>
                </a:lnTo>
                <a:lnTo>
                  <a:pt x="52366" y="24579"/>
                </a:lnTo>
                <a:lnTo>
                  <a:pt x="53140" y="25222"/>
                </a:lnTo>
                <a:lnTo>
                  <a:pt x="56415" y="24856"/>
                </a:lnTo>
                <a:lnTo>
                  <a:pt x="57050" y="30608"/>
                </a:lnTo>
                <a:lnTo>
                  <a:pt x="56239" y="32501"/>
                </a:lnTo>
                <a:lnTo>
                  <a:pt x="53294" y="31690"/>
                </a:lnTo>
                <a:lnTo>
                  <a:pt x="52519" y="32457"/>
                </a:lnTo>
                <a:lnTo>
                  <a:pt x="53045" y="34964"/>
                </a:lnTo>
                <a:lnTo>
                  <a:pt x="52709" y="36616"/>
                </a:lnTo>
                <a:lnTo>
                  <a:pt x="52921" y="37997"/>
                </a:lnTo>
                <a:lnTo>
                  <a:pt x="52921" y="39788"/>
                </a:lnTo>
                <a:lnTo>
                  <a:pt x="53272" y="41973"/>
                </a:lnTo>
                <a:lnTo>
                  <a:pt x="52614" y="43106"/>
                </a:lnTo>
                <a:lnTo>
                  <a:pt x="49866" y="42127"/>
                </a:lnTo>
                <a:lnTo>
                  <a:pt x="48828" y="43164"/>
                </a:lnTo>
                <a:lnTo>
                  <a:pt x="49998" y="45503"/>
                </a:lnTo>
                <a:lnTo>
                  <a:pt x="48828" y="46673"/>
                </a:lnTo>
                <a:lnTo>
                  <a:pt x="46490" y="45503"/>
                </a:lnTo>
                <a:lnTo>
                  <a:pt x="45305" y="46687"/>
                </a:lnTo>
                <a:lnTo>
                  <a:pt x="46446" y="48938"/>
                </a:lnTo>
                <a:lnTo>
                  <a:pt x="45415" y="50188"/>
                </a:lnTo>
                <a:lnTo>
                  <a:pt x="42945" y="49048"/>
                </a:lnTo>
                <a:lnTo>
                  <a:pt x="41958" y="50035"/>
                </a:lnTo>
                <a:lnTo>
                  <a:pt x="42908" y="52819"/>
                </a:lnTo>
                <a:lnTo>
                  <a:pt x="41827" y="53419"/>
                </a:lnTo>
                <a:lnTo>
                  <a:pt x="32333" y="52549"/>
                </a:lnTo>
                <a:lnTo>
                  <a:pt x="31690" y="53323"/>
                </a:lnTo>
                <a:lnTo>
                  <a:pt x="32055" y="56598"/>
                </a:lnTo>
                <a:lnTo>
                  <a:pt x="26303" y="572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5818787" y="8154303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9391" y="36316"/>
                </a:moveTo>
                <a:lnTo>
                  <a:pt x="7337" y="35454"/>
                </a:lnTo>
                <a:lnTo>
                  <a:pt x="8090" y="32494"/>
                </a:lnTo>
                <a:lnTo>
                  <a:pt x="7754" y="32121"/>
                </a:lnTo>
                <a:lnTo>
                  <a:pt x="7052" y="31653"/>
                </a:lnTo>
                <a:lnTo>
                  <a:pt x="4830" y="32706"/>
                </a:lnTo>
                <a:lnTo>
                  <a:pt x="3756" y="31631"/>
                </a:lnTo>
                <a:lnTo>
                  <a:pt x="4808" y="28986"/>
                </a:lnTo>
                <a:lnTo>
                  <a:pt x="3829" y="28335"/>
                </a:lnTo>
                <a:lnTo>
                  <a:pt x="928" y="29015"/>
                </a:lnTo>
                <a:lnTo>
                  <a:pt x="21" y="27100"/>
                </a:lnTo>
                <a:lnTo>
                  <a:pt x="738" y="23307"/>
                </a:lnTo>
                <a:lnTo>
                  <a:pt x="738" y="20449"/>
                </a:lnTo>
                <a:lnTo>
                  <a:pt x="635" y="19236"/>
                </a:lnTo>
                <a:lnTo>
                  <a:pt x="840" y="16934"/>
                </a:lnTo>
                <a:lnTo>
                  <a:pt x="584" y="15728"/>
                </a:lnTo>
                <a:lnTo>
                  <a:pt x="891" y="13513"/>
                </a:lnTo>
                <a:lnTo>
                  <a:pt x="0" y="8171"/>
                </a:lnTo>
                <a:lnTo>
                  <a:pt x="1439" y="6994"/>
                </a:lnTo>
                <a:lnTo>
                  <a:pt x="3456" y="8017"/>
                </a:lnTo>
                <a:lnTo>
                  <a:pt x="4246" y="7564"/>
                </a:lnTo>
                <a:lnTo>
                  <a:pt x="4713" y="6862"/>
                </a:lnTo>
                <a:lnTo>
                  <a:pt x="3661" y="4640"/>
                </a:lnTo>
                <a:lnTo>
                  <a:pt x="4830" y="3471"/>
                </a:lnTo>
                <a:lnTo>
                  <a:pt x="7052" y="4524"/>
                </a:lnTo>
                <a:lnTo>
                  <a:pt x="7754" y="4056"/>
                </a:lnTo>
                <a:lnTo>
                  <a:pt x="8054" y="3712"/>
                </a:lnTo>
                <a:lnTo>
                  <a:pt x="7381" y="687"/>
                </a:lnTo>
                <a:lnTo>
                  <a:pt x="8726" y="197"/>
                </a:lnTo>
                <a:lnTo>
                  <a:pt x="10232" y="694"/>
                </a:lnTo>
                <a:lnTo>
                  <a:pt x="13498" y="233"/>
                </a:lnTo>
                <a:lnTo>
                  <a:pt x="16020" y="548"/>
                </a:lnTo>
                <a:lnTo>
                  <a:pt x="20339" y="548"/>
                </a:lnTo>
                <a:lnTo>
                  <a:pt x="23321" y="0"/>
                </a:lnTo>
                <a:lnTo>
                  <a:pt x="25931" y="723"/>
                </a:lnTo>
                <a:lnTo>
                  <a:pt x="28357" y="102"/>
                </a:lnTo>
                <a:lnTo>
                  <a:pt x="29387" y="1132"/>
                </a:lnTo>
                <a:lnTo>
                  <a:pt x="28218" y="3471"/>
                </a:lnTo>
                <a:lnTo>
                  <a:pt x="29387" y="4640"/>
                </a:lnTo>
                <a:lnTo>
                  <a:pt x="31726" y="3471"/>
                </a:lnTo>
                <a:lnTo>
                  <a:pt x="32896" y="4640"/>
                </a:lnTo>
                <a:lnTo>
                  <a:pt x="31843" y="6862"/>
                </a:lnTo>
                <a:lnTo>
                  <a:pt x="32311" y="7564"/>
                </a:lnTo>
                <a:lnTo>
                  <a:pt x="35819" y="7564"/>
                </a:lnTo>
                <a:lnTo>
                  <a:pt x="35819" y="25901"/>
                </a:lnTo>
                <a:lnTo>
                  <a:pt x="36162" y="27911"/>
                </a:lnTo>
                <a:lnTo>
                  <a:pt x="35585" y="29095"/>
                </a:lnTo>
                <a:lnTo>
                  <a:pt x="32713" y="28211"/>
                </a:lnTo>
                <a:lnTo>
                  <a:pt x="31821" y="29103"/>
                </a:lnTo>
                <a:lnTo>
                  <a:pt x="32874" y="31748"/>
                </a:lnTo>
                <a:lnTo>
                  <a:pt x="31500" y="32662"/>
                </a:lnTo>
                <a:lnTo>
                  <a:pt x="29680" y="31690"/>
                </a:lnTo>
                <a:lnTo>
                  <a:pt x="28803" y="32121"/>
                </a:lnTo>
                <a:lnTo>
                  <a:pt x="28474" y="32494"/>
                </a:lnTo>
                <a:lnTo>
                  <a:pt x="29212" y="35461"/>
                </a:lnTo>
                <a:lnTo>
                  <a:pt x="28006" y="35958"/>
                </a:lnTo>
                <a:lnTo>
                  <a:pt x="26164" y="35629"/>
                </a:lnTo>
                <a:lnTo>
                  <a:pt x="12965" y="35629"/>
                </a:lnTo>
                <a:lnTo>
                  <a:pt x="9391" y="36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5615301" y="8161115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59" h="22859">
                <a:moveTo>
                  <a:pt x="5335" y="22554"/>
                </a:moveTo>
                <a:lnTo>
                  <a:pt x="3712" y="21421"/>
                </a:lnTo>
                <a:lnTo>
                  <a:pt x="4699" y="18834"/>
                </a:lnTo>
                <a:lnTo>
                  <a:pt x="4260" y="18293"/>
                </a:lnTo>
                <a:lnTo>
                  <a:pt x="3720" y="17854"/>
                </a:lnTo>
                <a:lnTo>
                  <a:pt x="1132" y="18841"/>
                </a:lnTo>
                <a:lnTo>
                  <a:pt x="0" y="17219"/>
                </a:lnTo>
                <a:lnTo>
                  <a:pt x="752" y="12651"/>
                </a:lnTo>
                <a:lnTo>
                  <a:pt x="752" y="4260"/>
                </a:lnTo>
                <a:lnTo>
                  <a:pt x="1454" y="3793"/>
                </a:lnTo>
                <a:lnTo>
                  <a:pt x="3676" y="4845"/>
                </a:lnTo>
                <a:lnTo>
                  <a:pt x="4633" y="3888"/>
                </a:lnTo>
                <a:lnTo>
                  <a:pt x="3815" y="942"/>
                </a:lnTo>
                <a:lnTo>
                  <a:pt x="5868" y="58"/>
                </a:lnTo>
                <a:lnTo>
                  <a:pt x="9501" y="752"/>
                </a:lnTo>
                <a:lnTo>
                  <a:pt x="12651" y="752"/>
                </a:lnTo>
                <a:lnTo>
                  <a:pt x="17219" y="0"/>
                </a:lnTo>
                <a:lnTo>
                  <a:pt x="18805" y="1118"/>
                </a:lnTo>
                <a:lnTo>
                  <a:pt x="17854" y="3749"/>
                </a:lnTo>
                <a:lnTo>
                  <a:pt x="18293" y="4260"/>
                </a:lnTo>
                <a:lnTo>
                  <a:pt x="18775" y="4677"/>
                </a:lnTo>
                <a:lnTo>
                  <a:pt x="21487" y="3741"/>
                </a:lnTo>
                <a:lnTo>
                  <a:pt x="22152" y="4838"/>
                </a:lnTo>
                <a:lnTo>
                  <a:pt x="21801" y="7074"/>
                </a:lnTo>
                <a:lnTo>
                  <a:pt x="21801" y="12651"/>
                </a:lnTo>
                <a:lnTo>
                  <a:pt x="22554" y="17219"/>
                </a:lnTo>
                <a:lnTo>
                  <a:pt x="21421" y="18841"/>
                </a:lnTo>
                <a:lnTo>
                  <a:pt x="18834" y="17854"/>
                </a:lnTo>
                <a:lnTo>
                  <a:pt x="18293" y="18293"/>
                </a:lnTo>
                <a:lnTo>
                  <a:pt x="17876" y="18775"/>
                </a:lnTo>
                <a:lnTo>
                  <a:pt x="18812" y="21487"/>
                </a:lnTo>
                <a:lnTo>
                  <a:pt x="17716" y="22152"/>
                </a:lnTo>
                <a:lnTo>
                  <a:pt x="15479" y="21801"/>
                </a:lnTo>
                <a:lnTo>
                  <a:pt x="9903" y="21801"/>
                </a:lnTo>
                <a:lnTo>
                  <a:pt x="5335" y="225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7155799" y="8228171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47469" y="99229"/>
                </a:moveTo>
                <a:lnTo>
                  <a:pt x="45496" y="98381"/>
                </a:lnTo>
                <a:lnTo>
                  <a:pt x="46300" y="95429"/>
                </a:lnTo>
                <a:lnTo>
                  <a:pt x="45540" y="94668"/>
                </a:lnTo>
                <a:lnTo>
                  <a:pt x="43011" y="95165"/>
                </a:lnTo>
                <a:lnTo>
                  <a:pt x="40248" y="94683"/>
                </a:lnTo>
                <a:lnTo>
                  <a:pt x="37625" y="95063"/>
                </a:lnTo>
                <a:lnTo>
                  <a:pt x="34489" y="95063"/>
                </a:lnTo>
                <a:lnTo>
                  <a:pt x="32757" y="95370"/>
                </a:lnTo>
                <a:lnTo>
                  <a:pt x="31507" y="94917"/>
                </a:lnTo>
                <a:lnTo>
                  <a:pt x="32231" y="91884"/>
                </a:lnTo>
                <a:lnTo>
                  <a:pt x="31317" y="90970"/>
                </a:lnTo>
                <a:lnTo>
                  <a:pt x="29096" y="92023"/>
                </a:lnTo>
                <a:lnTo>
                  <a:pt x="27692" y="91087"/>
                </a:lnTo>
                <a:lnTo>
                  <a:pt x="25470" y="92140"/>
                </a:lnTo>
                <a:lnTo>
                  <a:pt x="24454" y="91124"/>
                </a:lnTo>
                <a:lnTo>
                  <a:pt x="25390" y="88317"/>
                </a:lnTo>
                <a:lnTo>
                  <a:pt x="23058" y="87060"/>
                </a:lnTo>
                <a:lnTo>
                  <a:pt x="19784" y="88865"/>
                </a:lnTo>
                <a:lnTo>
                  <a:pt x="17424" y="87857"/>
                </a:lnTo>
                <a:lnTo>
                  <a:pt x="18235" y="84904"/>
                </a:lnTo>
                <a:lnTo>
                  <a:pt x="17285" y="83954"/>
                </a:lnTo>
                <a:lnTo>
                  <a:pt x="14946" y="85123"/>
                </a:lnTo>
                <a:lnTo>
                  <a:pt x="13776" y="83954"/>
                </a:lnTo>
                <a:lnTo>
                  <a:pt x="14946" y="81615"/>
                </a:lnTo>
                <a:lnTo>
                  <a:pt x="13988" y="80658"/>
                </a:lnTo>
                <a:lnTo>
                  <a:pt x="11043" y="81469"/>
                </a:lnTo>
                <a:lnTo>
                  <a:pt x="10034" y="79116"/>
                </a:lnTo>
                <a:lnTo>
                  <a:pt x="11832" y="75841"/>
                </a:lnTo>
                <a:lnTo>
                  <a:pt x="10575" y="73510"/>
                </a:lnTo>
                <a:lnTo>
                  <a:pt x="7776" y="74445"/>
                </a:lnTo>
                <a:lnTo>
                  <a:pt x="6760" y="73429"/>
                </a:lnTo>
                <a:lnTo>
                  <a:pt x="7812" y="71208"/>
                </a:lnTo>
                <a:lnTo>
                  <a:pt x="6877" y="69804"/>
                </a:lnTo>
                <a:lnTo>
                  <a:pt x="7929" y="67583"/>
                </a:lnTo>
                <a:lnTo>
                  <a:pt x="7016" y="66669"/>
                </a:lnTo>
                <a:lnTo>
                  <a:pt x="3975" y="67400"/>
                </a:lnTo>
                <a:lnTo>
                  <a:pt x="3201" y="65229"/>
                </a:lnTo>
                <a:lnTo>
                  <a:pt x="3837" y="61896"/>
                </a:lnTo>
                <a:lnTo>
                  <a:pt x="3837" y="57906"/>
                </a:lnTo>
                <a:lnTo>
                  <a:pt x="4363" y="54975"/>
                </a:lnTo>
                <a:lnTo>
                  <a:pt x="3756" y="52651"/>
                </a:lnTo>
                <a:lnTo>
                  <a:pt x="613" y="53258"/>
                </a:lnTo>
                <a:lnTo>
                  <a:pt x="0" y="52644"/>
                </a:lnTo>
                <a:lnTo>
                  <a:pt x="357" y="49976"/>
                </a:lnTo>
                <a:lnTo>
                  <a:pt x="343" y="45788"/>
                </a:lnTo>
                <a:lnTo>
                  <a:pt x="3654" y="46146"/>
                </a:lnTo>
                <a:lnTo>
                  <a:pt x="4173" y="45627"/>
                </a:lnTo>
                <a:lnTo>
                  <a:pt x="3815" y="42960"/>
                </a:lnTo>
                <a:lnTo>
                  <a:pt x="3902" y="41286"/>
                </a:lnTo>
                <a:lnTo>
                  <a:pt x="3771" y="40109"/>
                </a:lnTo>
                <a:lnTo>
                  <a:pt x="3902" y="37778"/>
                </a:lnTo>
                <a:lnTo>
                  <a:pt x="3837" y="34489"/>
                </a:lnTo>
                <a:lnTo>
                  <a:pt x="3537" y="32815"/>
                </a:lnTo>
                <a:lnTo>
                  <a:pt x="3968" y="31551"/>
                </a:lnTo>
                <a:lnTo>
                  <a:pt x="7030" y="32238"/>
                </a:lnTo>
                <a:lnTo>
                  <a:pt x="7674" y="31595"/>
                </a:lnTo>
                <a:lnTo>
                  <a:pt x="7316" y="28927"/>
                </a:lnTo>
                <a:lnTo>
                  <a:pt x="7389" y="27553"/>
                </a:lnTo>
                <a:lnTo>
                  <a:pt x="6979" y="25675"/>
                </a:lnTo>
                <a:lnTo>
                  <a:pt x="7564" y="24440"/>
                </a:lnTo>
                <a:lnTo>
                  <a:pt x="10458" y="25302"/>
                </a:lnTo>
                <a:lnTo>
                  <a:pt x="11182" y="24578"/>
                </a:lnTo>
                <a:lnTo>
                  <a:pt x="10824" y="21911"/>
                </a:lnTo>
                <a:lnTo>
                  <a:pt x="10882" y="20793"/>
                </a:lnTo>
                <a:lnTo>
                  <a:pt x="10495" y="18337"/>
                </a:lnTo>
                <a:lnTo>
                  <a:pt x="11328" y="17299"/>
                </a:lnTo>
                <a:lnTo>
                  <a:pt x="13813" y="18439"/>
                </a:lnTo>
                <a:lnTo>
                  <a:pt x="14851" y="17401"/>
                </a:lnTo>
                <a:lnTo>
                  <a:pt x="13798" y="14756"/>
                </a:lnTo>
                <a:lnTo>
                  <a:pt x="15121" y="13879"/>
                </a:lnTo>
                <a:lnTo>
                  <a:pt x="17175" y="14968"/>
                </a:lnTo>
                <a:lnTo>
                  <a:pt x="18461" y="13886"/>
                </a:lnTo>
                <a:lnTo>
                  <a:pt x="17314" y="11430"/>
                </a:lnTo>
                <a:lnTo>
                  <a:pt x="18447" y="10297"/>
                </a:lnTo>
                <a:lnTo>
                  <a:pt x="20669" y="11313"/>
                </a:lnTo>
                <a:lnTo>
                  <a:pt x="22087" y="10436"/>
                </a:lnTo>
                <a:lnTo>
                  <a:pt x="24308" y="11452"/>
                </a:lnTo>
                <a:lnTo>
                  <a:pt x="25375" y="10385"/>
                </a:lnTo>
                <a:lnTo>
                  <a:pt x="24323" y="7739"/>
                </a:lnTo>
                <a:lnTo>
                  <a:pt x="25697" y="6826"/>
                </a:lnTo>
                <a:lnTo>
                  <a:pt x="27568" y="7893"/>
                </a:lnTo>
                <a:lnTo>
                  <a:pt x="29103" y="6913"/>
                </a:lnTo>
                <a:lnTo>
                  <a:pt x="31325" y="7944"/>
                </a:lnTo>
                <a:lnTo>
                  <a:pt x="32187" y="7074"/>
                </a:lnTo>
                <a:lnTo>
                  <a:pt x="31573" y="3953"/>
                </a:lnTo>
                <a:lnTo>
                  <a:pt x="33875" y="3310"/>
                </a:lnTo>
                <a:lnTo>
                  <a:pt x="36865" y="3858"/>
                </a:lnTo>
                <a:lnTo>
                  <a:pt x="41184" y="3858"/>
                </a:lnTo>
                <a:lnTo>
                  <a:pt x="43669" y="4078"/>
                </a:lnTo>
                <a:lnTo>
                  <a:pt x="45935" y="3858"/>
                </a:lnTo>
                <a:lnTo>
                  <a:pt x="46139" y="3837"/>
                </a:lnTo>
                <a:lnTo>
                  <a:pt x="45723" y="555"/>
                </a:lnTo>
                <a:lnTo>
                  <a:pt x="46205" y="80"/>
                </a:lnTo>
                <a:lnTo>
                  <a:pt x="49984" y="401"/>
                </a:lnTo>
                <a:lnTo>
                  <a:pt x="52600" y="0"/>
                </a:lnTo>
                <a:lnTo>
                  <a:pt x="53317" y="716"/>
                </a:lnTo>
                <a:lnTo>
                  <a:pt x="52513" y="3668"/>
                </a:lnTo>
                <a:lnTo>
                  <a:pt x="54917" y="4699"/>
                </a:lnTo>
                <a:lnTo>
                  <a:pt x="57899" y="3274"/>
                </a:lnTo>
                <a:lnTo>
                  <a:pt x="61151" y="4187"/>
                </a:lnTo>
                <a:lnTo>
                  <a:pt x="66275" y="2989"/>
                </a:lnTo>
                <a:lnTo>
                  <a:pt x="67283" y="4217"/>
                </a:lnTo>
                <a:lnTo>
                  <a:pt x="66604" y="7213"/>
                </a:lnTo>
                <a:lnTo>
                  <a:pt x="68993" y="8156"/>
                </a:lnTo>
                <a:lnTo>
                  <a:pt x="72019" y="6519"/>
                </a:lnTo>
                <a:lnTo>
                  <a:pt x="74446" y="7557"/>
                </a:lnTo>
                <a:lnTo>
                  <a:pt x="73634" y="10509"/>
                </a:lnTo>
                <a:lnTo>
                  <a:pt x="74548" y="11423"/>
                </a:lnTo>
                <a:lnTo>
                  <a:pt x="76799" y="10509"/>
                </a:lnTo>
                <a:lnTo>
                  <a:pt x="78217" y="11240"/>
                </a:lnTo>
                <a:lnTo>
                  <a:pt x="80475" y="10327"/>
                </a:lnTo>
                <a:lnTo>
                  <a:pt x="81506" y="11364"/>
                </a:lnTo>
                <a:lnTo>
                  <a:pt x="80454" y="14010"/>
                </a:lnTo>
                <a:lnTo>
                  <a:pt x="81718" y="14851"/>
                </a:lnTo>
                <a:lnTo>
                  <a:pt x="83932" y="13798"/>
                </a:lnTo>
                <a:lnTo>
                  <a:pt x="85102" y="14968"/>
                </a:lnTo>
                <a:lnTo>
                  <a:pt x="83932" y="17306"/>
                </a:lnTo>
                <a:lnTo>
                  <a:pt x="84890" y="18257"/>
                </a:lnTo>
                <a:lnTo>
                  <a:pt x="87842" y="17453"/>
                </a:lnTo>
                <a:lnTo>
                  <a:pt x="88844" y="19806"/>
                </a:lnTo>
                <a:lnTo>
                  <a:pt x="87039" y="23080"/>
                </a:lnTo>
                <a:lnTo>
                  <a:pt x="88296" y="25412"/>
                </a:lnTo>
                <a:lnTo>
                  <a:pt x="91102" y="24476"/>
                </a:lnTo>
                <a:lnTo>
                  <a:pt x="92111" y="25492"/>
                </a:lnTo>
                <a:lnTo>
                  <a:pt x="91066" y="27714"/>
                </a:lnTo>
                <a:lnTo>
                  <a:pt x="91994" y="29117"/>
                </a:lnTo>
                <a:lnTo>
                  <a:pt x="90942" y="31339"/>
                </a:lnTo>
                <a:lnTo>
                  <a:pt x="91848" y="32245"/>
                </a:lnTo>
                <a:lnTo>
                  <a:pt x="94903" y="31544"/>
                </a:lnTo>
                <a:lnTo>
                  <a:pt x="96116" y="35066"/>
                </a:lnTo>
                <a:lnTo>
                  <a:pt x="94070" y="39262"/>
                </a:lnTo>
                <a:lnTo>
                  <a:pt x="95224" y="43099"/>
                </a:lnTo>
                <a:lnTo>
                  <a:pt x="94581" y="45503"/>
                </a:lnTo>
                <a:lnTo>
                  <a:pt x="95217" y="46146"/>
                </a:lnTo>
                <a:lnTo>
                  <a:pt x="98535" y="45788"/>
                </a:lnTo>
                <a:lnTo>
                  <a:pt x="98630" y="47645"/>
                </a:lnTo>
                <a:lnTo>
                  <a:pt x="99193" y="51438"/>
                </a:lnTo>
                <a:lnTo>
                  <a:pt x="98353" y="53418"/>
                </a:lnTo>
                <a:lnTo>
                  <a:pt x="95400" y="52607"/>
                </a:lnTo>
                <a:lnTo>
                  <a:pt x="94640" y="53367"/>
                </a:lnTo>
                <a:lnTo>
                  <a:pt x="95137" y="55896"/>
                </a:lnTo>
                <a:lnTo>
                  <a:pt x="94654" y="58659"/>
                </a:lnTo>
                <a:lnTo>
                  <a:pt x="95034" y="61283"/>
                </a:lnTo>
                <a:lnTo>
                  <a:pt x="95034" y="64418"/>
                </a:lnTo>
                <a:lnTo>
                  <a:pt x="95341" y="66150"/>
                </a:lnTo>
                <a:lnTo>
                  <a:pt x="94888" y="67400"/>
                </a:lnTo>
                <a:lnTo>
                  <a:pt x="91855" y="66669"/>
                </a:lnTo>
                <a:lnTo>
                  <a:pt x="90942" y="67590"/>
                </a:lnTo>
                <a:lnTo>
                  <a:pt x="91994" y="69812"/>
                </a:lnTo>
                <a:lnTo>
                  <a:pt x="91066" y="71208"/>
                </a:lnTo>
                <a:lnTo>
                  <a:pt x="92111" y="73429"/>
                </a:lnTo>
                <a:lnTo>
                  <a:pt x="91095" y="74445"/>
                </a:lnTo>
                <a:lnTo>
                  <a:pt x="88296" y="73510"/>
                </a:lnTo>
                <a:lnTo>
                  <a:pt x="87039" y="75841"/>
                </a:lnTo>
                <a:lnTo>
                  <a:pt x="88844" y="79116"/>
                </a:lnTo>
                <a:lnTo>
                  <a:pt x="87835" y="81469"/>
                </a:lnTo>
                <a:lnTo>
                  <a:pt x="84883" y="80658"/>
                </a:lnTo>
                <a:lnTo>
                  <a:pt x="83932" y="81615"/>
                </a:lnTo>
                <a:lnTo>
                  <a:pt x="85102" y="83954"/>
                </a:lnTo>
                <a:lnTo>
                  <a:pt x="83932" y="85123"/>
                </a:lnTo>
                <a:lnTo>
                  <a:pt x="81594" y="83954"/>
                </a:lnTo>
                <a:lnTo>
                  <a:pt x="80644" y="84904"/>
                </a:lnTo>
                <a:lnTo>
                  <a:pt x="81455" y="87857"/>
                </a:lnTo>
                <a:lnTo>
                  <a:pt x="79101" y="88865"/>
                </a:lnTo>
                <a:lnTo>
                  <a:pt x="75820" y="87060"/>
                </a:lnTo>
                <a:lnTo>
                  <a:pt x="73496" y="88317"/>
                </a:lnTo>
                <a:lnTo>
                  <a:pt x="74431" y="91124"/>
                </a:lnTo>
                <a:lnTo>
                  <a:pt x="73415" y="92140"/>
                </a:lnTo>
                <a:lnTo>
                  <a:pt x="71193" y="91087"/>
                </a:lnTo>
                <a:lnTo>
                  <a:pt x="69790" y="92023"/>
                </a:lnTo>
                <a:lnTo>
                  <a:pt x="67568" y="90970"/>
                </a:lnTo>
                <a:lnTo>
                  <a:pt x="66662" y="91877"/>
                </a:lnTo>
                <a:lnTo>
                  <a:pt x="67364" y="94932"/>
                </a:lnTo>
                <a:lnTo>
                  <a:pt x="63841" y="96145"/>
                </a:lnTo>
                <a:lnTo>
                  <a:pt x="59646" y="94098"/>
                </a:lnTo>
                <a:lnTo>
                  <a:pt x="55809" y="95260"/>
                </a:lnTo>
                <a:lnTo>
                  <a:pt x="53404" y="94610"/>
                </a:lnTo>
                <a:lnTo>
                  <a:pt x="52761" y="95253"/>
                </a:lnTo>
                <a:lnTo>
                  <a:pt x="53119" y="98564"/>
                </a:lnTo>
                <a:lnTo>
                  <a:pt x="51263" y="98659"/>
                </a:lnTo>
                <a:lnTo>
                  <a:pt x="47469" y="992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6738044" y="8231358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09">
                <a:moveTo>
                  <a:pt x="44663" y="92359"/>
                </a:moveTo>
                <a:lnTo>
                  <a:pt x="42097" y="91723"/>
                </a:lnTo>
                <a:lnTo>
                  <a:pt x="39642" y="92308"/>
                </a:lnTo>
                <a:lnTo>
                  <a:pt x="38947" y="91606"/>
                </a:lnTo>
                <a:lnTo>
                  <a:pt x="39517" y="88442"/>
                </a:lnTo>
                <a:lnTo>
                  <a:pt x="37149" y="87886"/>
                </a:lnTo>
                <a:lnTo>
                  <a:pt x="34321" y="88368"/>
                </a:lnTo>
                <a:lnTo>
                  <a:pt x="31346" y="88368"/>
                </a:lnTo>
                <a:lnTo>
                  <a:pt x="29453" y="88697"/>
                </a:lnTo>
                <a:lnTo>
                  <a:pt x="28240" y="88171"/>
                </a:lnTo>
                <a:lnTo>
                  <a:pt x="29059" y="85233"/>
                </a:lnTo>
                <a:lnTo>
                  <a:pt x="28101" y="84276"/>
                </a:lnTo>
                <a:lnTo>
                  <a:pt x="25879" y="85328"/>
                </a:lnTo>
                <a:lnTo>
                  <a:pt x="24476" y="84393"/>
                </a:lnTo>
                <a:lnTo>
                  <a:pt x="22254" y="85445"/>
                </a:lnTo>
                <a:lnTo>
                  <a:pt x="21151" y="84341"/>
                </a:lnTo>
                <a:lnTo>
                  <a:pt x="22247" y="81776"/>
                </a:lnTo>
                <a:lnTo>
                  <a:pt x="20983" y="80848"/>
                </a:lnTo>
                <a:lnTo>
                  <a:pt x="18754" y="81944"/>
                </a:lnTo>
                <a:lnTo>
                  <a:pt x="17672" y="80862"/>
                </a:lnTo>
                <a:lnTo>
                  <a:pt x="18724" y="78217"/>
                </a:lnTo>
                <a:lnTo>
                  <a:pt x="17460" y="77376"/>
                </a:lnTo>
                <a:lnTo>
                  <a:pt x="15238" y="78429"/>
                </a:lnTo>
                <a:lnTo>
                  <a:pt x="14068" y="77259"/>
                </a:lnTo>
                <a:lnTo>
                  <a:pt x="15238" y="74920"/>
                </a:lnTo>
                <a:lnTo>
                  <a:pt x="14068" y="73744"/>
                </a:lnTo>
                <a:lnTo>
                  <a:pt x="11730" y="74920"/>
                </a:lnTo>
                <a:lnTo>
                  <a:pt x="10560" y="73751"/>
                </a:lnTo>
                <a:lnTo>
                  <a:pt x="11730" y="71412"/>
                </a:lnTo>
                <a:lnTo>
                  <a:pt x="10641" y="70323"/>
                </a:lnTo>
                <a:lnTo>
                  <a:pt x="8032" y="71398"/>
                </a:lnTo>
                <a:lnTo>
                  <a:pt x="6753" y="69563"/>
                </a:lnTo>
                <a:lnTo>
                  <a:pt x="8784" y="64747"/>
                </a:lnTo>
                <a:lnTo>
                  <a:pt x="7242" y="63490"/>
                </a:lnTo>
                <a:lnTo>
                  <a:pt x="4312" y="64228"/>
                </a:lnTo>
                <a:lnTo>
                  <a:pt x="3427" y="62233"/>
                </a:lnTo>
                <a:lnTo>
                  <a:pt x="4129" y="58549"/>
                </a:lnTo>
                <a:lnTo>
                  <a:pt x="4129" y="55786"/>
                </a:lnTo>
                <a:lnTo>
                  <a:pt x="4392" y="54259"/>
                </a:lnTo>
                <a:lnTo>
                  <a:pt x="4041" y="52958"/>
                </a:lnTo>
                <a:lnTo>
                  <a:pt x="906" y="53572"/>
                </a:lnTo>
                <a:lnTo>
                  <a:pt x="285" y="52958"/>
                </a:lnTo>
                <a:lnTo>
                  <a:pt x="643" y="50290"/>
                </a:lnTo>
                <a:lnTo>
                  <a:pt x="621" y="45335"/>
                </a:lnTo>
                <a:lnTo>
                  <a:pt x="0" y="39759"/>
                </a:lnTo>
                <a:lnTo>
                  <a:pt x="920" y="39013"/>
                </a:lnTo>
                <a:lnTo>
                  <a:pt x="4048" y="39554"/>
                </a:lnTo>
                <a:lnTo>
                  <a:pt x="4670" y="37274"/>
                </a:lnTo>
                <a:lnTo>
                  <a:pt x="4129" y="34306"/>
                </a:lnTo>
                <a:lnTo>
                  <a:pt x="4129" y="31412"/>
                </a:lnTo>
                <a:lnTo>
                  <a:pt x="3793" y="29475"/>
                </a:lnTo>
                <a:lnTo>
                  <a:pt x="4341" y="28269"/>
                </a:lnTo>
                <a:lnTo>
                  <a:pt x="7250" y="29117"/>
                </a:lnTo>
                <a:lnTo>
                  <a:pt x="7966" y="28401"/>
                </a:lnTo>
                <a:lnTo>
                  <a:pt x="7608" y="25733"/>
                </a:lnTo>
                <a:lnTo>
                  <a:pt x="7666" y="24586"/>
                </a:lnTo>
                <a:lnTo>
                  <a:pt x="7272" y="22203"/>
                </a:lnTo>
                <a:lnTo>
                  <a:pt x="8075" y="21129"/>
                </a:lnTo>
                <a:lnTo>
                  <a:pt x="10619" y="22240"/>
                </a:lnTo>
                <a:lnTo>
                  <a:pt x="11635" y="21224"/>
                </a:lnTo>
                <a:lnTo>
                  <a:pt x="10582" y="18578"/>
                </a:lnTo>
                <a:lnTo>
                  <a:pt x="11810" y="17760"/>
                </a:lnTo>
                <a:lnTo>
                  <a:pt x="14127" y="18783"/>
                </a:lnTo>
                <a:lnTo>
                  <a:pt x="15223" y="17584"/>
                </a:lnTo>
                <a:lnTo>
                  <a:pt x="14061" y="15289"/>
                </a:lnTo>
                <a:lnTo>
                  <a:pt x="15143" y="14208"/>
                </a:lnTo>
                <a:lnTo>
                  <a:pt x="17789" y="15260"/>
                </a:lnTo>
                <a:lnTo>
                  <a:pt x="18629" y="13996"/>
                </a:lnTo>
                <a:lnTo>
                  <a:pt x="17577" y="11774"/>
                </a:lnTo>
                <a:lnTo>
                  <a:pt x="18746" y="10604"/>
                </a:lnTo>
                <a:lnTo>
                  <a:pt x="21085" y="11774"/>
                </a:lnTo>
                <a:lnTo>
                  <a:pt x="22159" y="10699"/>
                </a:lnTo>
                <a:lnTo>
                  <a:pt x="21107" y="8054"/>
                </a:lnTo>
                <a:lnTo>
                  <a:pt x="22481" y="7140"/>
                </a:lnTo>
                <a:lnTo>
                  <a:pt x="24301" y="8134"/>
                </a:lnTo>
                <a:lnTo>
                  <a:pt x="25887" y="7315"/>
                </a:lnTo>
                <a:lnTo>
                  <a:pt x="28138" y="8229"/>
                </a:lnTo>
                <a:lnTo>
                  <a:pt x="29176" y="7191"/>
                </a:lnTo>
                <a:lnTo>
                  <a:pt x="28123" y="4545"/>
                </a:lnTo>
                <a:lnTo>
                  <a:pt x="29344" y="3734"/>
                </a:lnTo>
                <a:lnTo>
                  <a:pt x="31398" y="4326"/>
                </a:lnTo>
                <a:lnTo>
                  <a:pt x="34460" y="3734"/>
                </a:lnTo>
                <a:lnTo>
                  <a:pt x="36945" y="4538"/>
                </a:lnTo>
                <a:lnTo>
                  <a:pt x="39203" y="4180"/>
                </a:lnTo>
                <a:lnTo>
                  <a:pt x="39466" y="4136"/>
                </a:lnTo>
                <a:lnTo>
                  <a:pt x="38962" y="913"/>
                </a:lnTo>
                <a:lnTo>
                  <a:pt x="39532" y="343"/>
                </a:lnTo>
                <a:lnTo>
                  <a:pt x="42200" y="694"/>
                </a:lnTo>
                <a:lnTo>
                  <a:pt x="45087" y="599"/>
                </a:lnTo>
                <a:lnTo>
                  <a:pt x="47214" y="730"/>
                </a:lnTo>
                <a:lnTo>
                  <a:pt x="52688" y="0"/>
                </a:lnTo>
                <a:lnTo>
                  <a:pt x="53484" y="972"/>
                </a:lnTo>
                <a:lnTo>
                  <a:pt x="52936" y="4100"/>
                </a:lnTo>
                <a:lnTo>
                  <a:pt x="56452" y="5057"/>
                </a:lnTo>
                <a:lnTo>
                  <a:pt x="60618" y="3106"/>
                </a:lnTo>
                <a:lnTo>
                  <a:pt x="64140" y="4312"/>
                </a:lnTo>
                <a:lnTo>
                  <a:pt x="63446" y="7367"/>
                </a:lnTo>
                <a:lnTo>
                  <a:pt x="64097" y="8017"/>
                </a:lnTo>
                <a:lnTo>
                  <a:pt x="66757" y="7659"/>
                </a:lnTo>
                <a:lnTo>
                  <a:pt x="67985" y="7725"/>
                </a:lnTo>
                <a:lnTo>
                  <a:pt x="70192" y="7315"/>
                </a:lnTo>
                <a:lnTo>
                  <a:pt x="71325" y="8046"/>
                </a:lnTo>
                <a:lnTo>
                  <a:pt x="70294" y="10714"/>
                </a:lnTo>
                <a:lnTo>
                  <a:pt x="71354" y="11781"/>
                </a:lnTo>
                <a:lnTo>
                  <a:pt x="73693" y="10612"/>
                </a:lnTo>
                <a:lnTo>
                  <a:pt x="74862" y="11781"/>
                </a:lnTo>
                <a:lnTo>
                  <a:pt x="73693" y="14120"/>
                </a:lnTo>
                <a:lnTo>
                  <a:pt x="74862" y="15289"/>
                </a:lnTo>
                <a:lnTo>
                  <a:pt x="77201" y="14120"/>
                </a:lnTo>
                <a:lnTo>
                  <a:pt x="78371" y="15289"/>
                </a:lnTo>
                <a:lnTo>
                  <a:pt x="77201" y="17628"/>
                </a:lnTo>
                <a:lnTo>
                  <a:pt x="78370" y="18797"/>
                </a:lnTo>
                <a:lnTo>
                  <a:pt x="80709" y="17628"/>
                </a:lnTo>
                <a:lnTo>
                  <a:pt x="81879" y="18797"/>
                </a:lnTo>
                <a:lnTo>
                  <a:pt x="80710" y="21136"/>
                </a:lnTo>
                <a:lnTo>
                  <a:pt x="81769" y="22196"/>
                </a:lnTo>
                <a:lnTo>
                  <a:pt x="84459" y="21173"/>
                </a:lnTo>
                <a:lnTo>
                  <a:pt x="85855" y="23387"/>
                </a:lnTo>
                <a:lnTo>
                  <a:pt x="84020" y="26903"/>
                </a:lnTo>
                <a:lnTo>
                  <a:pt x="84992" y="29183"/>
                </a:lnTo>
                <a:lnTo>
                  <a:pt x="87938" y="28372"/>
                </a:lnTo>
                <a:lnTo>
                  <a:pt x="88793" y="29220"/>
                </a:lnTo>
                <a:lnTo>
                  <a:pt x="88062" y="31573"/>
                </a:lnTo>
                <a:lnTo>
                  <a:pt x="89049" y="34277"/>
                </a:lnTo>
                <a:lnTo>
                  <a:pt x="87455" y="37274"/>
                </a:lnTo>
                <a:lnTo>
                  <a:pt x="88501" y="39707"/>
                </a:lnTo>
                <a:lnTo>
                  <a:pt x="91453" y="38896"/>
                </a:lnTo>
                <a:lnTo>
                  <a:pt x="92148" y="39598"/>
                </a:lnTo>
                <a:lnTo>
                  <a:pt x="91790" y="42258"/>
                </a:lnTo>
                <a:lnTo>
                  <a:pt x="91936" y="44772"/>
                </a:lnTo>
                <a:lnTo>
                  <a:pt x="92301" y="47849"/>
                </a:lnTo>
                <a:lnTo>
                  <a:pt x="91665" y="50407"/>
                </a:lnTo>
                <a:lnTo>
                  <a:pt x="92250" y="52863"/>
                </a:lnTo>
                <a:lnTo>
                  <a:pt x="91548" y="53565"/>
                </a:lnTo>
                <a:lnTo>
                  <a:pt x="88384" y="52995"/>
                </a:lnTo>
                <a:lnTo>
                  <a:pt x="87828" y="55355"/>
                </a:lnTo>
                <a:lnTo>
                  <a:pt x="88311" y="58184"/>
                </a:lnTo>
                <a:lnTo>
                  <a:pt x="88311" y="61144"/>
                </a:lnTo>
                <a:lnTo>
                  <a:pt x="88647" y="63073"/>
                </a:lnTo>
                <a:lnTo>
                  <a:pt x="88106" y="64272"/>
                </a:lnTo>
                <a:lnTo>
                  <a:pt x="85182" y="63439"/>
                </a:lnTo>
                <a:lnTo>
                  <a:pt x="84473" y="64148"/>
                </a:lnTo>
                <a:lnTo>
                  <a:pt x="84824" y="66815"/>
                </a:lnTo>
                <a:lnTo>
                  <a:pt x="84766" y="67963"/>
                </a:lnTo>
                <a:lnTo>
                  <a:pt x="85168" y="70338"/>
                </a:lnTo>
                <a:lnTo>
                  <a:pt x="84364" y="71412"/>
                </a:lnTo>
                <a:lnTo>
                  <a:pt x="81821" y="70301"/>
                </a:lnTo>
                <a:lnTo>
                  <a:pt x="80805" y="71317"/>
                </a:lnTo>
                <a:lnTo>
                  <a:pt x="81857" y="73963"/>
                </a:lnTo>
                <a:lnTo>
                  <a:pt x="80636" y="74774"/>
                </a:lnTo>
                <a:lnTo>
                  <a:pt x="78290" y="73766"/>
                </a:lnTo>
                <a:lnTo>
                  <a:pt x="77223" y="74964"/>
                </a:lnTo>
                <a:lnTo>
                  <a:pt x="78378" y="77245"/>
                </a:lnTo>
                <a:lnTo>
                  <a:pt x="77201" y="78429"/>
                </a:lnTo>
                <a:lnTo>
                  <a:pt x="74862" y="77259"/>
                </a:lnTo>
                <a:lnTo>
                  <a:pt x="73693" y="78429"/>
                </a:lnTo>
                <a:lnTo>
                  <a:pt x="74862" y="80767"/>
                </a:lnTo>
                <a:lnTo>
                  <a:pt x="73693" y="81937"/>
                </a:lnTo>
                <a:lnTo>
                  <a:pt x="71471" y="80884"/>
                </a:lnTo>
                <a:lnTo>
                  <a:pt x="70214" y="81725"/>
                </a:lnTo>
                <a:lnTo>
                  <a:pt x="71259" y="84371"/>
                </a:lnTo>
                <a:lnTo>
                  <a:pt x="70440" y="85189"/>
                </a:lnTo>
                <a:lnTo>
                  <a:pt x="67773" y="84831"/>
                </a:lnTo>
                <a:lnTo>
                  <a:pt x="66450" y="84904"/>
                </a:lnTo>
                <a:lnTo>
                  <a:pt x="64469" y="84488"/>
                </a:lnTo>
                <a:lnTo>
                  <a:pt x="63263" y="85123"/>
                </a:lnTo>
                <a:lnTo>
                  <a:pt x="64184" y="87945"/>
                </a:lnTo>
                <a:lnTo>
                  <a:pt x="63431" y="88697"/>
                </a:lnTo>
                <a:lnTo>
                  <a:pt x="60764" y="88339"/>
                </a:lnTo>
                <a:lnTo>
                  <a:pt x="59324" y="88412"/>
                </a:lnTo>
                <a:lnTo>
                  <a:pt x="57606" y="88025"/>
                </a:lnTo>
                <a:lnTo>
                  <a:pt x="56064" y="88646"/>
                </a:lnTo>
                <a:lnTo>
                  <a:pt x="53747" y="87864"/>
                </a:lnTo>
                <a:lnTo>
                  <a:pt x="52753" y="88858"/>
                </a:lnTo>
                <a:lnTo>
                  <a:pt x="53806" y="91504"/>
                </a:lnTo>
                <a:lnTo>
                  <a:pt x="52680" y="92249"/>
                </a:lnTo>
                <a:lnTo>
                  <a:pt x="50437" y="91833"/>
                </a:lnTo>
                <a:lnTo>
                  <a:pt x="47732" y="91994"/>
                </a:lnTo>
                <a:lnTo>
                  <a:pt x="44663" y="923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8" name="object 88"/>
          <p:cNvGrpSpPr/>
          <p:nvPr/>
        </p:nvGrpSpPr>
        <p:grpSpPr>
          <a:xfrm>
            <a:off x="16948405" y="8230941"/>
            <a:ext cx="92710" cy="92710"/>
            <a:chOff x="16948405" y="8230941"/>
            <a:chExt cx="92710" cy="92710"/>
          </a:xfrm>
        </p:grpSpPr>
        <p:sp>
          <p:nvSpPr>
            <p:cNvPr id="89" name="object 89"/>
            <p:cNvSpPr/>
            <p:nvPr/>
          </p:nvSpPr>
          <p:spPr>
            <a:xfrm>
              <a:off x="16948404" y="8230945"/>
              <a:ext cx="92710" cy="88900"/>
            </a:xfrm>
            <a:custGeom>
              <a:avLst/>
              <a:gdLst/>
              <a:ahLst/>
              <a:cxnLst/>
              <a:rect l="l" t="t" r="r" b="b"/>
              <a:pathLst>
                <a:path w="92709" h="88900">
                  <a:moveTo>
                    <a:pt x="92417" y="62230"/>
                  </a:moveTo>
                  <a:lnTo>
                    <a:pt x="92290" y="62230"/>
                  </a:lnTo>
                  <a:lnTo>
                    <a:pt x="92290" y="59690"/>
                  </a:lnTo>
                  <a:lnTo>
                    <a:pt x="91948" y="59690"/>
                  </a:lnTo>
                  <a:lnTo>
                    <a:pt x="91948" y="34290"/>
                  </a:lnTo>
                  <a:lnTo>
                    <a:pt x="92303" y="34290"/>
                  </a:lnTo>
                  <a:lnTo>
                    <a:pt x="92303" y="30480"/>
                  </a:lnTo>
                  <a:lnTo>
                    <a:pt x="92176" y="30480"/>
                  </a:lnTo>
                  <a:lnTo>
                    <a:pt x="92176" y="29210"/>
                  </a:lnTo>
                  <a:lnTo>
                    <a:pt x="87858" y="29210"/>
                  </a:lnTo>
                  <a:lnTo>
                    <a:pt x="87858" y="27940"/>
                  </a:lnTo>
                  <a:lnTo>
                    <a:pt x="88455" y="27940"/>
                  </a:lnTo>
                  <a:lnTo>
                    <a:pt x="88455" y="26670"/>
                  </a:lnTo>
                  <a:lnTo>
                    <a:pt x="88696" y="26670"/>
                  </a:lnTo>
                  <a:lnTo>
                    <a:pt x="88696" y="25400"/>
                  </a:lnTo>
                  <a:lnTo>
                    <a:pt x="88061" y="25400"/>
                  </a:lnTo>
                  <a:lnTo>
                    <a:pt x="88061" y="24130"/>
                  </a:lnTo>
                  <a:lnTo>
                    <a:pt x="88658" y="24130"/>
                  </a:lnTo>
                  <a:lnTo>
                    <a:pt x="88658" y="22860"/>
                  </a:lnTo>
                  <a:lnTo>
                    <a:pt x="88531" y="22860"/>
                  </a:lnTo>
                  <a:lnTo>
                    <a:pt x="88531" y="21590"/>
                  </a:lnTo>
                  <a:lnTo>
                    <a:pt x="86512" y="21590"/>
                  </a:lnTo>
                  <a:lnTo>
                    <a:pt x="86512" y="22860"/>
                  </a:lnTo>
                  <a:lnTo>
                    <a:pt x="85001" y="22860"/>
                  </a:lnTo>
                  <a:lnTo>
                    <a:pt x="85001" y="21590"/>
                  </a:lnTo>
                  <a:lnTo>
                    <a:pt x="84975" y="19050"/>
                  </a:lnTo>
                  <a:lnTo>
                    <a:pt x="84721" y="19050"/>
                  </a:lnTo>
                  <a:lnTo>
                    <a:pt x="84721" y="17780"/>
                  </a:lnTo>
                  <a:lnTo>
                    <a:pt x="83604" y="17780"/>
                  </a:lnTo>
                  <a:lnTo>
                    <a:pt x="83604" y="19050"/>
                  </a:lnTo>
                  <a:lnTo>
                    <a:pt x="81203" y="19050"/>
                  </a:lnTo>
                  <a:lnTo>
                    <a:pt x="81203" y="17780"/>
                  </a:lnTo>
                  <a:lnTo>
                    <a:pt x="81610" y="17780"/>
                  </a:lnTo>
                  <a:lnTo>
                    <a:pt x="81610" y="15240"/>
                  </a:lnTo>
                  <a:lnTo>
                    <a:pt x="80911" y="15240"/>
                  </a:lnTo>
                  <a:lnTo>
                    <a:pt x="80911" y="13970"/>
                  </a:lnTo>
                  <a:lnTo>
                    <a:pt x="80708" y="13970"/>
                  </a:lnTo>
                  <a:lnTo>
                    <a:pt x="80708" y="15240"/>
                  </a:lnTo>
                  <a:lnTo>
                    <a:pt x="77393" y="15240"/>
                  </a:lnTo>
                  <a:lnTo>
                    <a:pt x="77393" y="13970"/>
                  </a:lnTo>
                  <a:lnTo>
                    <a:pt x="77927" y="13970"/>
                  </a:lnTo>
                  <a:lnTo>
                    <a:pt x="77927" y="12700"/>
                  </a:lnTo>
                  <a:lnTo>
                    <a:pt x="78371" y="12700"/>
                  </a:lnTo>
                  <a:lnTo>
                    <a:pt x="78371" y="11430"/>
                  </a:lnTo>
                  <a:lnTo>
                    <a:pt x="75260" y="11430"/>
                  </a:lnTo>
                  <a:lnTo>
                    <a:pt x="75260" y="12700"/>
                  </a:lnTo>
                  <a:lnTo>
                    <a:pt x="74853" y="12700"/>
                  </a:lnTo>
                  <a:lnTo>
                    <a:pt x="74853" y="11430"/>
                  </a:lnTo>
                  <a:lnTo>
                    <a:pt x="74256" y="11430"/>
                  </a:lnTo>
                  <a:lnTo>
                    <a:pt x="74256" y="8890"/>
                  </a:lnTo>
                  <a:lnTo>
                    <a:pt x="74561" y="8890"/>
                  </a:lnTo>
                  <a:lnTo>
                    <a:pt x="74561" y="7620"/>
                  </a:lnTo>
                  <a:lnTo>
                    <a:pt x="72326" y="7620"/>
                  </a:lnTo>
                  <a:lnTo>
                    <a:pt x="72326" y="8890"/>
                  </a:lnTo>
                  <a:lnTo>
                    <a:pt x="71081" y="8890"/>
                  </a:lnTo>
                  <a:lnTo>
                    <a:pt x="71081" y="7620"/>
                  </a:lnTo>
                  <a:lnTo>
                    <a:pt x="70891" y="7620"/>
                  </a:lnTo>
                  <a:lnTo>
                    <a:pt x="70891" y="5080"/>
                  </a:lnTo>
                  <a:lnTo>
                    <a:pt x="70751" y="5080"/>
                  </a:lnTo>
                  <a:lnTo>
                    <a:pt x="70751" y="3810"/>
                  </a:lnTo>
                  <a:lnTo>
                    <a:pt x="69405" y="3810"/>
                  </a:lnTo>
                  <a:lnTo>
                    <a:pt x="69405" y="5080"/>
                  </a:lnTo>
                  <a:lnTo>
                    <a:pt x="67157" y="5080"/>
                  </a:lnTo>
                  <a:lnTo>
                    <a:pt x="67157" y="3810"/>
                  </a:lnTo>
                  <a:lnTo>
                    <a:pt x="66027" y="3810"/>
                  </a:lnTo>
                  <a:lnTo>
                    <a:pt x="66027" y="5080"/>
                  </a:lnTo>
                  <a:lnTo>
                    <a:pt x="63728" y="5080"/>
                  </a:lnTo>
                  <a:lnTo>
                    <a:pt x="63728" y="3810"/>
                  </a:lnTo>
                  <a:lnTo>
                    <a:pt x="63944" y="3810"/>
                  </a:lnTo>
                  <a:lnTo>
                    <a:pt x="63944" y="1270"/>
                  </a:lnTo>
                  <a:lnTo>
                    <a:pt x="61404" y="1270"/>
                  </a:lnTo>
                  <a:lnTo>
                    <a:pt x="61404" y="0"/>
                  </a:lnTo>
                  <a:lnTo>
                    <a:pt x="36918" y="0"/>
                  </a:lnTo>
                  <a:lnTo>
                    <a:pt x="36918" y="1270"/>
                  </a:lnTo>
                  <a:lnTo>
                    <a:pt x="34264" y="1270"/>
                  </a:lnTo>
                  <a:lnTo>
                    <a:pt x="34264" y="0"/>
                  </a:lnTo>
                  <a:lnTo>
                    <a:pt x="29616" y="0"/>
                  </a:lnTo>
                  <a:lnTo>
                    <a:pt x="29616" y="1270"/>
                  </a:lnTo>
                  <a:lnTo>
                    <a:pt x="28689" y="1270"/>
                  </a:lnTo>
                  <a:lnTo>
                    <a:pt x="28689" y="3810"/>
                  </a:lnTo>
                  <a:lnTo>
                    <a:pt x="28956" y="3810"/>
                  </a:lnTo>
                  <a:lnTo>
                    <a:pt x="28956" y="5080"/>
                  </a:lnTo>
                  <a:lnTo>
                    <a:pt x="26670" y="5080"/>
                  </a:lnTo>
                  <a:lnTo>
                    <a:pt x="26670" y="3810"/>
                  </a:lnTo>
                  <a:lnTo>
                    <a:pt x="25527" y="3810"/>
                  </a:lnTo>
                  <a:lnTo>
                    <a:pt x="25527" y="5080"/>
                  </a:lnTo>
                  <a:lnTo>
                    <a:pt x="23291" y="5080"/>
                  </a:lnTo>
                  <a:lnTo>
                    <a:pt x="23291" y="3810"/>
                  </a:lnTo>
                  <a:lnTo>
                    <a:pt x="21945" y="3810"/>
                  </a:lnTo>
                  <a:lnTo>
                    <a:pt x="21945" y="5080"/>
                  </a:lnTo>
                  <a:lnTo>
                    <a:pt x="21805" y="5080"/>
                  </a:lnTo>
                  <a:lnTo>
                    <a:pt x="21805" y="7620"/>
                  </a:lnTo>
                  <a:lnTo>
                    <a:pt x="21602" y="7620"/>
                  </a:lnTo>
                  <a:lnTo>
                    <a:pt x="21602" y="8890"/>
                  </a:lnTo>
                  <a:lnTo>
                    <a:pt x="20383" y="8890"/>
                  </a:lnTo>
                  <a:lnTo>
                    <a:pt x="20383" y="7620"/>
                  </a:lnTo>
                  <a:lnTo>
                    <a:pt x="18135" y="7620"/>
                  </a:lnTo>
                  <a:lnTo>
                    <a:pt x="18135" y="8890"/>
                  </a:lnTo>
                  <a:lnTo>
                    <a:pt x="18427" y="8890"/>
                  </a:lnTo>
                  <a:lnTo>
                    <a:pt x="18427" y="11430"/>
                  </a:lnTo>
                  <a:lnTo>
                    <a:pt x="17754" y="11430"/>
                  </a:lnTo>
                  <a:lnTo>
                    <a:pt x="17754" y="12700"/>
                  </a:lnTo>
                  <a:lnTo>
                    <a:pt x="17335" y="12700"/>
                  </a:lnTo>
                  <a:lnTo>
                    <a:pt x="17335" y="11430"/>
                  </a:lnTo>
                  <a:lnTo>
                    <a:pt x="14249" y="11430"/>
                  </a:lnTo>
                  <a:lnTo>
                    <a:pt x="14249" y="12700"/>
                  </a:lnTo>
                  <a:lnTo>
                    <a:pt x="14744" y="12700"/>
                  </a:lnTo>
                  <a:lnTo>
                    <a:pt x="14744" y="13970"/>
                  </a:lnTo>
                  <a:lnTo>
                    <a:pt x="15252" y="13970"/>
                  </a:lnTo>
                  <a:lnTo>
                    <a:pt x="15252" y="15240"/>
                  </a:lnTo>
                  <a:lnTo>
                    <a:pt x="11950" y="15240"/>
                  </a:lnTo>
                  <a:lnTo>
                    <a:pt x="11950" y="13970"/>
                  </a:lnTo>
                  <a:lnTo>
                    <a:pt x="11734" y="13970"/>
                  </a:lnTo>
                  <a:lnTo>
                    <a:pt x="11734" y="15240"/>
                  </a:lnTo>
                  <a:lnTo>
                    <a:pt x="11087" y="15240"/>
                  </a:lnTo>
                  <a:lnTo>
                    <a:pt x="11087" y="17780"/>
                  </a:lnTo>
                  <a:lnTo>
                    <a:pt x="11480" y="17780"/>
                  </a:lnTo>
                  <a:lnTo>
                    <a:pt x="11480" y="19050"/>
                  </a:lnTo>
                  <a:lnTo>
                    <a:pt x="9080" y="19050"/>
                  </a:lnTo>
                  <a:lnTo>
                    <a:pt x="9080" y="17780"/>
                  </a:lnTo>
                  <a:lnTo>
                    <a:pt x="7975" y="17780"/>
                  </a:lnTo>
                  <a:lnTo>
                    <a:pt x="7975" y="19050"/>
                  </a:lnTo>
                  <a:lnTo>
                    <a:pt x="7734" y="19050"/>
                  </a:lnTo>
                  <a:lnTo>
                    <a:pt x="7734" y="21590"/>
                  </a:lnTo>
                  <a:lnTo>
                    <a:pt x="7670" y="22860"/>
                  </a:lnTo>
                  <a:lnTo>
                    <a:pt x="6261" y="22860"/>
                  </a:lnTo>
                  <a:lnTo>
                    <a:pt x="6261" y="21590"/>
                  </a:lnTo>
                  <a:lnTo>
                    <a:pt x="4203" y="21590"/>
                  </a:lnTo>
                  <a:lnTo>
                    <a:pt x="4203" y="22860"/>
                  </a:lnTo>
                  <a:lnTo>
                    <a:pt x="3390" y="22860"/>
                  </a:lnTo>
                  <a:lnTo>
                    <a:pt x="3390" y="24130"/>
                  </a:lnTo>
                  <a:lnTo>
                    <a:pt x="3695" y="24130"/>
                  </a:lnTo>
                  <a:lnTo>
                    <a:pt x="3695" y="25400"/>
                  </a:lnTo>
                  <a:lnTo>
                    <a:pt x="4292" y="25400"/>
                  </a:lnTo>
                  <a:lnTo>
                    <a:pt x="4292" y="26670"/>
                  </a:lnTo>
                  <a:lnTo>
                    <a:pt x="4876" y="26670"/>
                  </a:lnTo>
                  <a:lnTo>
                    <a:pt x="4876" y="27940"/>
                  </a:lnTo>
                  <a:lnTo>
                    <a:pt x="4457" y="27940"/>
                  </a:lnTo>
                  <a:lnTo>
                    <a:pt x="4457" y="29210"/>
                  </a:lnTo>
                  <a:lnTo>
                    <a:pt x="0" y="29210"/>
                  </a:lnTo>
                  <a:lnTo>
                    <a:pt x="0" y="30480"/>
                  </a:lnTo>
                  <a:lnTo>
                    <a:pt x="444" y="30480"/>
                  </a:lnTo>
                  <a:lnTo>
                    <a:pt x="444" y="34290"/>
                  </a:lnTo>
                  <a:lnTo>
                    <a:pt x="889" y="34290"/>
                  </a:lnTo>
                  <a:lnTo>
                    <a:pt x="889" y="35560"/>
                  </a:lnTo>
                  <a:lnTo>
                    <a:pt x="431" y="35560"/>
                  </a:lnTo>
                  <a:lnTo>
                    <a:pt x="431" y="40640"/>
                  </a:lnTo>
                  <a:lnTo>
                    <a:pt x="393" y="45720"/>
                  </a:lnTo>
                  <a:lnTo>
                    <a:pt x="749" y="45720"/>
                  </a:lnTo>
                  <a:lnTo>
                    <a:pt x="749" y="46990"/>
                  </a:lnTo>
                  <a:lnTo>
                    <a:pt x="749" y="59690"/>
                  </a:lnTo>
                  <a:lnTo>
                    <a:pt x="431" y="59690"/>
                  </a:lnTo>
                  <a:lnTo>
                    <a:pt x="431" y="62230"/>
                  </a:lnTo>
                  <a:lnTo>
                    <a:pt x="342" y="63500"/>
                  </a:lnTo>
                  <a:lnTo>
                    <a:pt x="711" y="63500"/>
                  </a:lnTo>
                  <a:lnTo>
                    <a:pt x="711" y="64770"/>
                  </a:lnTo>
                  <a:lnTo>
                    <a:pt x="2997" y="64770"/>
                  </a:lnTo>
                  <a:lnTo>
                    <a:pt x="2997" y="63500"/>
                  </a:lnTo>
                  <a:lnTo>
                    <a:pt x="4152" y="63500"/>
                  </a:lnTo>
                  <a:lnTo>
                    <a:pt x="4152" y="64770"/>
                  </a:lnTo>
                  <a:lnTo>
                    <a:pt x="4254" y="67310"/>
                  </a:lnTo>
                  <a:lnTo>
                    <a:pt x="4394" y="67310"/>
                  </a:lnTo>
                  <a:lnTo>
                    <a:pt x="4394" y="68580"/>
                  </a:lnTo>
                  <a:lnTo>
                    <a:pt x="4051" y="68580"/>
                  </a:lnTo>
                  <a:lnTo>
                    <a:pt x="4051" y="71120"/>
                  </a:lnTo>
                  <a:lnTo>
                    <a:pt x="4762" y="71120"/>
                  </a:lnTo>
                  <a:lnTo>
                    <a:pt x="4762" y="72390"/>
                  </a:lnTo>
                  <a:lnTo>
                    <a:pt x="4889" y="72390"/>
                  </a:lnTo>
                  <a:lnTo>
                    <a:pt x="4889" y="71120"/>
                  </a:lnTo>
                  <a:lnTo>
                    <a:pt x="8178" y="71120"/>
                  </a:lnTo>
                  <a:lnTo>
                    <a:pt x="8178" y="72390"/>
                  </a:lnTo>
                  <a:lnTo>
                    <a:pt x="7734" y="72390"/>
                  </a:lnTo>
                  <a:lnTo>
                    <a:pt x="7734" y="73660"/>
                  </a:lnTo>
                  <a:lnTo>
                    <a:pt x="7302" y="73660"/>
                  </a:lnTo>
                  <a:lnTo>
                    <a:pt x="7302" y="74930"/>
                  </a:lnTo>
                  <a:lnTo>
                    <a:pt x="10426" y="74930"/>
                  </a:lnTo>
                  <a:lnTo>
                    <a:pt x="10426" y="73660"/>
                  </a:lnTo>
                  <a:lnTo>
                    <a:pt x="10807" y="73660"/>
                  </a:lnTo>
                  <a:lnTo>
                    <a:pt x="10807" y="74930"/>
                  </a:lnTo>
                  <a:lnTo>
                    <a:pt x="11417" y="74930"/>
                  </a:lnTo>
                  <a:lnTo>
                    <a:pt x="11417" y="77470"/>
                  </a:lnTo>
                  <a:lnTo>
                    <a:pt x="11112" y="77470"/>
                  </a:lnTo>
                  <a:lnTo>
                    <a:pt x="11112" y="78740"/>
                  </a:lnTo>
                  <a:lnTo>
                    <a:pt x="13335" y="78740"/>
                  </a:lnTo>
                  <a:lnTo>
                    <a:pt x="13335" y="77470"/>
                  </a:lnTo>
                  <a:lnTo>
                    <a:pt x="14617" y="77470"/>
                  </a:lnTo>
                  <a:lnTo>
                    <a:pt x="14617" y="78740"/>
                  </a:lnTo>
                  <a:lnTo>
                    <a:pt x="14782" y="78740"/>
                  </a:lnTo>
                  <a:lnTo>
                    <a:pt x="14782" y="81280"/>
                  </a:lnTo>
                  <a:lnTo>
                    <a:pt x="14922" y="81280"/>
                  </a:lnTo>
                  <a:lnTo>
                    <a:pt x="14922" y="82550"/>
                  </a:lnTo>
                  <a:lnTo>
                    <a:pt x="16243" y="82550"/>
                  </a:lnTo>
                  <a:lnTo>
                    <a:pt x="16243" y="81280"/>
                  </a:lnTo>
                  <a:lnTo>
                    <a:pt x="18427" y="81280"/>
                  </a:lnTo>
                  <a:lnTo>
                    <a:pt x="18427" y="82550"/>
                  </a:lnTo>
                  <a:lnTo>
                    <a:pt x="18135" y="82550"/>
                  </a:lnTo>
                  <a:lnTo>
                    <a:pt x="18135" y="85090"/>
                  </a:lnTo>
                  <a:lnTo>
                    <a:pt x="18732" y="85090"/>
                  </a:lnTo>
                  <a:lnTo>
                    <a:pt x="18732" y="86360"/>
                  </a:lnTo>
                  <a:lnTo>
                    <a:pt x="19189" y="86360"/>
                  </a:lnTo>
                  <a:lnTo>
                    <a:pt x="19189" y="85090"/>
                  </a:lnTo>
                  <a:lnTo>
                    <a:pt x="22339" y="85090"/>
                  </a:lnTo>
                  <a:lnTo>
                    <a:pt x="22339" y="86360"/>
                  </a:lnTo>
                  <a:lnTo>
                    <a:pt x="21818" y="86360"/>
                  </a:lnTo>
                  <a:lnTo>
                    <a:pt x="21818" y="87630"/>
                  </a:lnTo>
                  <a:lnTo>
                    <a:pt x="21272" y="87630"/>
                  </a:lnTo>
                  <a:lnTo>
                    <a:pt x="21272" y="88900"/>
                  </a:lnTo>
                  <a:lnTo>
                    <a:pt x="28079" y="88900"/>
                  </a:lnTo>
                  <a:lnTo>
                    <a:pt x="28079" y="87630"/>
                  </a:lnTo>
                  <a:lnTo>
                    <a:pt x="28282" y="87630"/>
                  </a:lnTo>
                  <a:lnTo>
                    <a:pt x="28282" y="88900"/>
                  </a:lnTo>
                  <a:lnTo>
                    <a:pt x="64401" y="88900"/>
                  </a:lnTo>
                  <a:lnTo>
                    <a:pt x="64401" y="87630"/>
                  </a:lnTo>
                  <a:lnTo>
                    <a:pt x="64604" y="87630"/>
                  </a:lnTo>
                  <a:lnTo>
                    <a:pt x="64604" y="88900"/>
                  </a:lnTo>
                  <a:lnTo>
                    <a:pt x="71424" y="88900"/>
                  </a:lnTo>
                  <a:lnTo>
                    <a:pt x="71424" y="87630"/>
                  </a:lnTo>
                  <a:lnTo>
                    <a:pt x="70878" y="87630"/>
                  </a:lnTo>
                  <a:lnTo>
                    <a:pt x="70878" y="86360"/>
                  </a:lnTo>
                  <a:lnTo>
                    <a:pt x="70345" y="86360"/>
                  </a:lnTo>
                  <a:lnTo>
                    <a:pt x="70345" y="85090"/>
                  </a:lnTo>
                  <a:lnTo>
                    <a:pt x="73507" y="85090"/>
                  </a:lnTo>
                  <a:lnTo>
                    <a:pt x="73507" y="86360"/>
                  </a:lnTo>
                  <a:lnTo>
                    <a:pt x="73964" y="86360"/>
                  </a:lnTo>
                  <a:lnTo>
                    <a:pt x="73964" y="85090"/>
                  </a:lnTo>
                  <a:lnTo>
                    <a:pt x="74561" y="85090"/>
                  </a:lnTo>
                  <a:lnTo>
                    <a:pt x="74561" y="82550"/>
                  </a:lnTo>
                  <a:lnTo>
                    <a:pt x="74256" y="82550"/>
                  </a:lnTo>
                  <a:lnTo>
                    <a:pt x="74256" y="81280"/>
                  </a:lnTo>
                  <a:lnTo>
                    <a:pt x="76454" y="81280"/>
                  </a:lnTo>
                  <a:lnTo>
                    <a:pt x="76454" y="82550"/>
                  </a:lnTo>
                  <a:lnTo>
                    <a:pt x="77774" y="82550"/>
                  </a:lnTo>
                  <a:lnTo>
                    <a:pt x="77774" y="81280"/>
                  </a:lnTo>
                  <a:lnTo>
                    <a:pt x="77914" y="81280"/>
                  </a:lnTo>
                  <a:lnTo>
                    <a:pt x="77914" y="78740"/>
                  </a:lnTo>
                  <a:lnTo>
                    <a:pt x="78066" y="78740"/>
                  </a:lnTo>
                  <a:lnTo>
                    <a:pt x="78066" y="77470"/>
                  </a:lnTo>
                  <a:lnTo>
                    <a:pt x="79362" y="77470"/>
                  </a:lnTo>
                  <a:lnTo>
                    <a:pt x="79362" y="78740"/>
                  </a:lnTo>
                  <a:lnTo>
                    <a:pt x="81584" y="78740"/>
                  </a:lnTo>
                  <a:lnTo>
                    <a:pt x="81584" y="77470"/>
                  </a:lnTo>
                  <a:lnTo>
                    <a:pt x="81267" y="77470"/>
                  </a:lnTo>
                  <a:lnTo>
                    <a:pt x="81267" y="74930"/>
                  </a:lnTo>
                  <a:lnTo>
                    <a:pt x="81876" y="74930"/>
                  </a:lnTo>
                  <a:lnTo>
                    <a:pt x="81876" y="73660"/>
                  </a:lnTo>
                  <a:lnTo>
                    <a:pt x="82257" y="73660"/>
                  </a:lnTo>
                  <a:lnTo>
                    <a:pt x="82257" y="74930"/>
                  </a:lnTo>
                  <a:lnTo>
                    <a:pt x="85394" y="74930"/>
                  </a:lnTo>
                  <a:lnTo>
                    <a:pt x="85394" y="73660"/>
                  </a:lnTo>
                  <a:lnTo>
                    <a:pt x="84963" y="73660"/>
                  </a:lnTo>
                  <a:lnTo>
                    <a:pt x="84963" y="72390"/>
                  </a:lnTo>
                  <a:lnTo>
                    <a:pt x="84518" y="72390"/>
                  </a:lnTo>
                  <a:lnTo>
                    <a:pt x="84518" y="71120"/>
                  </a:lnTo>
                  <a:lnTo>
                    <a:pt x="87807" y="71120"/>
                  </a:lnTo>
                  <a:lnTo>
                    <a:pt x="87807" y="72390"/>
                  </a:lnTo>
                  <a:lnTo>
                    <a:pt x="87934" y="72390"/>
                  </a:lnTo>
                  <a:lnTo>
                    <a:pt x="87934" y="71120"/>
                  </a:lnTo>
                  <a:lnTo>
                    <a:pt x="88646" y="71120"/>
                  </a:lnTo>
                  <a:lnTo>
                    <a:pt x="88646" y="68580"/>
                  </a:lnTo>
                  <a:lnTo>
                    <a:pt x="88303" y="68580"/>
                  </a:lnTo>
                  <a:lnTo>
                    <a:pt x="88303" y="67310"/>
                  </a:lnTo>
                  <a:lnTo>
                    <a:pt x="88430" y="67310"/>
                  </a:lnTo>
                  <a:lnTo>
                    <a:pt x="88430" y="64770"/>
                  </a:lnTo>
                  <a:lnTo>
                    <a:pt x="88544" y="63500"/>
                  </a:lnTo>
                  <a:lnTo>
                    <a:pt x="89738" y="63500"/>
                  </a:lnTo>
                  <a:lnTo>
                    <a:pt x="89738" y="64770"/>
                  </a:lnTo>
                  <a:lnTo>
                    <a:pt x="91973" y="64770"/>
                  </a:lnTo>
                  <a:lnTo>
                    <a:pt x="91973" y="63500"/>
                  </a:lnTo>
                  <a:lnTo>
                    <a:pt x="92417" y="63500"/>
                  </a:lnTo>
                  <a:lnTo>
                    <a:pt x="92417" y="62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977132" y="8318575"/>
              <a:ext cx="43180" cy="5080"/>
            </a:xfrm>
            <a:custGeom>
              <a:avLst/>
              <a:gdLst/>
              <a:ahLst/>
              <a:cxnLst/>
              <a:rect l="l" t="t" r="r" b="b"/>
              <a:pathLst>
                <a:path w="43180" h="5079">
                  <a:moveTo>
                    <a:pt x="35229" y="1270"/>
                  </a:moveTo>
                  <a:lnTo>
                    <a:pt x="0" y="1270"/>
                  </a:lnTo>
                  <a:lnTo>
                    <a:pt x="0" y="5080"/>
                  </a:lnTo>
                  <a:lnTo>
                    <a:pt x="35229" y="5080"/>
                  </a:lnTo>
                  <a:lnTo>
                    <a:pt x="35229" y="1270"/>
                  </a:lnTo>
                  <a:close/>
                </a:path>
                <a:path w="43180" h="5079">
                  <a:moveTo>
                    <a:pt x="42697" y="0"/>
                  </a:moveTo>
                  <a:lnTo>
                    <a:pt x="35877" y="0"/>
                  </a:lnTo>
                  <a:lnTo>
                    <a:pt x="35877" y="1270"/>
                  </a:lnTo>
                  <a:lnTo>
                    <a:pt x="42697" y="1270"/>
                  </a:lnTo>
                  <a:lnTo>
                    <a:pt x="42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/>
          <p:nvPr/>
        </p:nvSpPr>
        <p:spPr>
          <a:xfrm>
            <a:off x="17369569" y="8231489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09">
                <a:moveTo>
                  <a:pt x="61721" y="92286"/>
                </a:moveTo>
                <a:lnTo>
                  <a:pt x="58747" y="91745"/>
                </a:lnTo>
                <a:lnTo>
                  <a:pt x="33583" y="91745"/>
                </a:lnTo>
                <a:lnTo>
                  <a:pt x="30586" y="92293"/>
                </a:lnTo>
                <a:lnTo>
                  <a:pt x="28284" y="91650"/>
                </a:lnTo>
                <a:lnTo>
                  <a:pt x="28913" y="88529"/>
                </a:lnTo>
                <a:lnTo>
                  <a:pt x="28292" y="87908"/>
                </a:lnTo>
                <a:lnTo>
                  <a:pt x="25624" y="88259"/>
                </a:lnTo>
                <a:lnTo>
                  <a:pt x="24404" y="88200"/>
                </a:lnTo>
                <a:lnTo>
                  <a:pt x="22182" y="88610"/>
                </a:lnTo>
                <a:lnTo>
                  <a:pt x="21049" y="87871"/>
                </a:lnTo>
                <a:lnTo>
                  <a:pt x="22087" y="85211"/>
                </a:lnTo>
                <a:lnTo>
                  <a:pt x="21115" y="84239"/>
                </a:lnTo>
                <a:lnTo>
                  <a:pt x="18469" y="85291"/>
                </a:lnTo>
                <a:lnTo>
                  <a:pt x="17826" y="84327"/>
                </a:lnTo>
                <a:lnTo>
                  <a:pt x="18483" y="81389"/>
                </a:lnTo>
                <a:lnTo>
                  <a:pt x="17351" y="80884"/>
                </a:lnTo>
                <a:lnTo>
                  <a:pt x="15421" y="81220"/>
                </a:lnTo>
                <a:lnTo>
                  <a:pt x="14105" y="81220"/>
                </a:lnTo>
                <a:lnTo>
                  <a:pt x="11387" y="81527"/>
                </a:lnTo>
                <a:lnTo>
                  <a:pt x="9983" y="80124"/>
                </a:lnTo>
                <a:lnTo>
                  <a:pt x="12263" y="75169"/>
                </a:lnTo>
                <a:lnTo>
                  <a:pt x="10429" y="73671"/>
                </a:lnTo>
                <a:lnTo>
                  <a:pt x="8149" y="74803"/>
                </a:lnTo>
                <a:lnTo>
                  <a:pt x="6994" y="73598"/>
                </a:lnTo>
                <a:lnTo>
                  <a:pt x="8163" y="71288"/>
                </a:lnTo>
                <a:lnTo>
                  <a:pt x="7096" y="70221"/>
                </a:lnTo>
                <a:lnTo>
                  <a:pt x="4414" y="71244"/>
                </a:lnTo>
                <a:lnTo>
                  <a:pt x="3252" y="69417"/>
                </a:lnTo>
                <a:lnTo>
                  <a:pt x="5181" y="64601"/>
                </a:lnTo>
                <a:lnTo>
                  <a:pt x="3764" y="63431"/>
                </a:lnTo>
                <a:lnTo>
                  <a:pt x="643" y="63987"/>
                </a:lnTo>
                <a:lnTo>
                  <a:pt x="0" y="61714"/>
                </a:lnTo>
                <a:lnTo>
                  <a:pt x="555" y="58710"/>
                </a:lnTo>
                <a:lnTo>
                  <a:pt x="555" y="33554"/>
                </a:lnTo>
                <a:lnTo>
                  <a:pt x="14" y="30579"/>
                </a:lnTo>
                <a:lnTo>
                  <a:pt x="643" y="28269"/>
                </a:lnTo>
                <a:lnTo>
                  <a:pt x="3778" y="28883"/>
                </a:lnTo>
                <a:lnTo>
                  <a:pt x="4648" y="28014"/>
                </a:lnTo>
                <a:lnTo>
                  <a:pt x="3595" y="25792"/>
                </a:lnTo>
                <a:lnTo>
                  <a:pt x="4531" y="24389"/>
                </a:lnTo>
                <a:lnTo>
                  <a:pt x="3478" y="22167"/>
                </a:lnTo>
                <a:lnTo>
                  <a:pt x="4531" y="21114"/>
                </a:lnTo>
                <a:lnTo>
                  <a:pt x="7235" y="22130"/>
                </a:lnTo>
                <a:lnTo>
                  <a:pt x="8010" y="20873"/>
                </a:lnTo>
                <a:lnTo>
                  <a:pt x="6994" y="18651"/>
                </a:lnTo>
                <a:lnTo>
                  <a:pt x="7937" y="17708"/>
                </a:lnTo>
                <a:lnTo>
                  <a:pt x="10889" y="18512"/>
                </a:lnTo>
                <a:lnTo>
                  <a:pt x="11686" y="16663"/>
                </a:lnTo>
                <a:lnTo>
                  <a:pt x="10027" y="12073"/>
                </a:lnTo>
                <a:lnTo>
                  <a:pt x="12191" y="9983"/>
                </a:lnTo>
                <a:lnTo>
                  <a:pt x="16612" y="11693"/>
                </a:lnTo>
                <a:lnTo>
                  <a:pt x="18542" y="10868"/>
                </a:lnTo>
                <a:lnTo>
                  <a:pt x="17730" y="7915"/>
                </a:lnTo>
                <a:lnTo>
                  <a:pt x="18658" y="6987"/>
                </a:lnTo>
                <a:lnTo>
                  <a:pt x="20895" y="7944"/>
                </a:lnTo>
                <a:lnTo>
                  <a:pt x="22123" y="7264"/>
                </a:lnTo>
                <a:lnTo>
                  <a:pt x="21165" y="4480"/>
                </a:lnTo>
                <a:lnTo>
                  <a:pt x="21933" y="3705"/>
                </a:lnTo>
                <a:lnTo>
                  <a:pt x="24600" y="4063"/>
                </a:lnTo>
                <a:lnTo>
                  <a:pt x="26062" y="3968"/>
                </a:lnTo>
                <a:lnTo>
                  <a:pt x="27670" y="4334"/>
                </a:lnTo>
                <a:lnTo>
                  <a:pt x="28620" y="4048"/>
                </a:lnTo>
                <a:lnTo>
                  <a:pt x="28993" y="3917"/>
                </a:lnTo>
                <a:lnTo>
                  <a:pt x="28306" y="855"/>
                </a:lnTo>
                <a:lnTo>
                  <a:pt x="29000" y="160"/>
                </a:lnTo>
                <a:lnTo>
                  <a:pt x="31558" y="628"/>
                </a:lnTo>
                <a:lnTo>
                  <a:pt x="35417" y="29"/>
                </a:lnTo>
                <a:lnTo>
                  <a:pt x="39320" y="540"/>
                </a:lnTo>
                <a:lnTo>
                  <a:pt x="58747" y="540"/>
                </a:lnTo>
                <a:lnTo>
                  <a:pt x="61721" y="0"/>
                </a:lnTo>
                <a:lnTo>
                  <a:pt x="64031" y="628"/>
                </a:lnTo>
                <a:lnTo>
                  <a:pt x="63417" y="3763"/>
                </a:lnTo>
                <a:lnTo>
                  <a:pt x="64286" y="4633"/>
                </a:lnTo>
                <a:lnTo>
                  <a:pt x="66508" y="3581"/>
                </a:lnTo>
                <a:lnTo>
                  <a:pt x="67912" y="4516"/>
                </a:lnTo>
                <a:lnTo>
                  <a:pt x="70133" y="3464"/>
                </a:lnTo>
                <a:lnTo>
                  <a:pt x="71186" y="4516"/>
                </a:lnTo>
                <a:lnTo>
                  <a:pt x="70170" y="7220"/>
                </a:lnTo>
                <a:lnTo>
                  <a:pt x="71427" y="7995"/>
                </a:lnTo>
                <a:lnTo>
                  <a:pt x="73649" y="6979"/>
                </a:lnTo>
                <a:lnTo>
                  <a:pt x="74592" y="7922"/>
                </a:lnTo>
                <a:lnTo>
                  <a:pt x="73781" y="10875"/>
                </a:lnTo>
                <a:lnTo>
                  <a:pt x="75673" y="11686"/>
                </a:lnTo>
                <a:lnTo>
                  <a:pt x="80176" y="9998"/>
                </a:lnTo>
                <a:lnTo>
                  <a:pt x="82310" y="12132"/>
                </a:lnTo>
                <a:lnTo>
                  <a:pt x="80621" y="16634"/>
                </a:lnTo>
                <a:lnTo>
                  <a:pt x="81433" y="18527"/>
                </a:lnTo>
                <a:lnTo>
                  <a:pt x="84378" y="17708"/>
                </a:lnTo>
                <a:lnTo>
                  <a:pt x="85328" y="18658"/>
                </a:lnTo>
                <a:lnTo>
                  <a:pt x="84312" y="20880"/>
                </a:lnTo>
                <a:lnTo>
                  <a:pt x="85087" y="22137"/>
                </a:lnTo>
                <a:lnTo>
                  <a:pt x="87791" y="21121"/>
                </a:lnTo>
                <a:lnTo>
                  <a:pt x="88844" y="22174"/>
                </a:lnTo>
                <a:lnTo>
                  <a:pt x="87791" y="24396"/>
                </a:lnTo>
                <a:lnTo>
                  <a:pt x="88727" y="25799"/>
                </a:lnTo>
                <a:lnTo>
                  <a:pt x="87674" y="28021"/>
                </a:lnTo>
                <a:lnTo>
                  <a:pt x="88544" y="28891"/>
                </a:lnTo>
                <a:lnTo>
                  <a:pt x="91679" y="28277"/>
                </a:lnTo>
                <a:lnTo>
                  <a:pt x="92308" y="30586"/>
                </a:lnTo>
                <a:lnTo>
                  <a:pt x="91767" y="33561"/>
                </a:lnTo>
                <a:lnTo>
                  <a:pt x="91767" y="58724"/>
                </a:lnTo>
                <a:lnTo>
                  <a:pt x="92315" y="61721"/>
                </a:lnTo>
                <a:lnTo>
                  <a:pt x="91672" y="64016"/>
                </a:lnTo>
                <a:lnTo>
                  <a:pt x="88551" y="63395"/>
                </a:lnTo>
                <a:lnTo>
                  <a:pt x="87930" y="64016"/>
                </a:lnTo>
                <a:lnTo>
                  <a:pt x="88281" y="66684"/>
                </a:lnTo>
                <a:lnTo>
                  <a:pt x="88222" y="67897"/>
                </a:lnTo>
                <a:lnTo>
                  <a:pt x="88632" y="70119"/>
                </a:lnTo>
                <a:lnTo>
                  <a:pt x="87901" y="71251"/>
                </a:lnTo>
                <a:lnTo>
                  <a:pt x="85233" y="70214"/>
                </a:lnTo>
                <a:lnTo>
                  <a:pt x="84261" y="71186"/>
                </a:lnTo>
                <a:lnTo>
                  <a:pt x="85314" y="73831"/>
                </a:lnTo>
                <a:lnTo>
                  <a:pt x="84349" y="74467"/>
                </a:lnTo>
                <a:lnTo>
                  <a:pt x="81418" y="73817"/>
                </a:lnTo>
                <a:lnTo>
                  <a:pt x="80906" y="74950"/>
                </a:lnTo>
                <a:lnTo>
                  <a:pt x="81243" y="76879"/>
                </a:lnTo>
                <a:lnTo>
                  <a:pt x="81243" y="78187"/>
                </a:lnTo>
                <a:lnTo>
                  <a:pt x="81550" y="80913"/>
                </a:lnTo>
                <a:lnTo>
                  <a:pt x="80146" y="82317"/>
                </a:lnTo>
                <a:lnTo>
                  <a:pt x="75191" y="80036"/>
                </a:lnTo>
                <a:lnTo>
                  <a:pt x="73693" y="81864"/>
                </a:lnTo>
                <a:lnTo>
                  <a:pt x="74826" y="84151"/>
                </a:lnTo>
                <a:lnTo>
                  <a:pt x="73620" y="85306"/>
                </a:lnTo>
                <a:lnTo>
                  <a:pt x="71310" y="84137"/>
                </a:lnTo>
                <a:lnTo>
                  <a:pt x="70243" y="85204"/>
                </a:lnTo>
                <a:lnTo>
                  <a:pt x="71266" y="87886"/>
                </a:lnTo>
                <a:lnTo>
                  <a:pt x="69439" y="89048"/>
                </a:lnTo>
                <a:lnTo>
                  <a:pt x="64623" y="87111"/>
                </a:lnTo>
                <a:lnTo>
                  <a:pt x="63461" y="88536"/>
                </a:lnTo>
                <a:lnTo>
                  <a:pt x="64002" y="91665"/>
                </a:lnTo>
                <a:lnTo>
                  <a:pt x="61721" y="922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7579838" y="8231321"/>
            <a:ext cx="93345" cy="92710"/>
          </a:xfrm>
          <a:custGeom>
            <a:avLst/>
            <a:gdLst/>
            <a:ahLst/>
            <a:cxnLst/>
            <a:rect l="l" t="t" r="r" b="b"/>
            <a:pathLst>
              <a:path w="93344" h="92709">
                <a:moveTo>
                  <a:pt x="34182" y="92695"/>
                </a:moveTo>
                <a:lnTo>
                  <a:pt x="31902" y="91723"/>
                </a:lnTo>
                <a:lnTo>
                  <a:pt x="32713" y="88770"/>
                </a:lnTo>
                <a:lnTo>
                  <a:pt x="31800" y="87857"/>
                </a:lnTo>
                <a:lnTo>
                  <a:pt x="29549" y="88763"/>
                </a:lnTo>
                <a:lnTo>
                  <a:pt x="28131" y="88040"/>
                </a:lnTo>
                <a:lnTo>
                  <a:pt x="25880" y="88953"/>
                </a:lnTo>
                <a:lnTo>
                  <a:pt x="24842" y="87915"/>
                </a:lnTo>
                <a:lnTo>
                  <a:pt x="25894" y="85270"/>
                </a:lnTo>
                <a:lnTo>
                  <a:pt x="24513" y="84349"/>
                </a:lnTo>
                <a:lnTo>
                  <a:pt x="22657" y="85416"/>
                </a:lnTo>
                <a:lnTo>
                  <a:pt x="21115" y="84458"/>
                </a:lnTo>
                <a:lnTo>
                  <a:pt x="18893" y="85474"/>
                </a:lnTo>
                <a:lnTo>
                  <a:pt x="17731" y="84312"/>
                </a:lnTo>
                <a:lnTo>
                  <a:pt x="18900" y="81973"/>
                </a:lnTo>
                <a:lnTo>
                  <a:pt x="17731" y="80804"/>
                </a:lnTo>
                <a:lnTo>
                  <a:pt x="15392" y="81973"/>
                </a:lnTo>
                <a:lnTo>
                  <a:pt x="14244" y="80819"/>
                </a:lnTo>
                <a:lnTo>
                  <a:pt x="15406" y="78421"/>
                </a:lnTo>
                <a:lnTo>
                  <a:pt x="14186" y="77310"/>
                </a:lnTo>
                <a:lnTo>
                  <a:pt x="11898" y="78472"/>
                </a:lnTo>
                <a:lnTo>
                  <a:pt x="10817" y="77391"/>
                </a:lnTo>
                <a:lnTo>
                  <a:pt x="11869" y="74745"/>
                </a:lnTo>
                <a:lnTo>
                  <a:pt x="10743" y="74000"/>
                </a:lnTo>
                <a:lnTo>
                  <a:pt x="8171" y="74891"/>
                </a:lnTo>
                <a:lnTo>
                  <a:pt x="6716" y="72859"/>
                </a:lnTo>
                <a:lnTo>
                  <a:pt x="8551" y="69095"/>
                </a:lnTo>
                <a:lnTo>
                  <a:pt x="7615" y="66918"/>
                </a:lnTo>
                <a:lnTo>
                  <a:pt x="4663" y="67729"/>
                </a:lnTo>
                <a:lnTo>
                  <a:pt x="3785" y="66844"/>
                </a:lnTo>
                <a:lnTo>
                  <a:pt x="4597" y="64542"/>
                </a:lnTo>
                <a:lnTo>
                  <a:pt x="3998" y="63161"/>
                </a:lnTo>
                <a:lnTo>
                  <a:pt x="4809" y="60859"/>
                </a:lnTo>
                <a:lnTo>
                  <a:pt x="3932" y="59982"/>
                </a:lnTo>
                <a:lnTo>
                  <a:pt x="979" y="60793"/>
                </a:lnTo>
                <a:lnTo>
                  <a:pt x="0" y="58505"/>
                </a:lnTo>
                <a:lnTo>
                  <a:pt x="1096" y="55333"/>
                </a:lnTo>
                <a:lnTo>
                  <a:pt x="306" y="50144"/>
                </a:lnTo>
                <a:lnTo>
                  <a:pt x="913" y="40482"/>
                </a:lnTo>
                <a:lnTo>
                  <a:pt x="789" y="34935"/>
                </a:lnTo>
                <a:lnTo>
                  <a:pt x="460" y="33057"/>
                </a:lnTo>
                <a:lnTo>
                  <a:pt x="979" y="31843"/>
                </a:lnTo>
                <a:lnTo>
                  <a:pt x="3932" y="32647"/>
                </a:lnTo>
                <a:lnTo>
                  <a:pt x="4794" y="31785"/>
                </a:lnTo>
                <a:lnTo>
                  <a:pt x="4027" y="29461"/>
                </a:lnTo>
                <a:lnTo>
                  <a:pt x="4567" y="28094"/>
                </a:lnTo>
                <a:lnTo>
                  <a:pt x="3800" y="25763"/>
                </a:lnTo>
                <a:lnTo>
                  <a:pt x="4670" y="24900"/>
                </a:lnTo>
                <a:lnTo>
                  <a:pt x="7615" y="25711"/>
                </a:lnTo>
                <a:lnTo>
                  <a:pt x="8551" y="23526"/>
                </a:lnTo>
                <a:lnTo>
                  <a:pt x="6716" y="19762"/>
                </a:lnTo>
                <a:lnTo>
                  <a:pt x="8222" y="17672"/>
                </a:lnTo>
                <a:lnTo>
                  <a:pt x="10802" y="18761"/>
                </a:lnTo>
                <a:lnTo>
                  <a:pt x="11891" y="17665"/>
                </a:lnTo>
                <a:lnTo>
                  <a:pt x="10722" y="15326"/>
                </a:lnTo>
                <a:lnTo>
                  <a:pt x="11891" y="14156"/>
                </a:lnTo>
                <a:lnTo>
                  <a:pt x="14230" y="15326"/>
                </a:lnTo>
                <a:lnTo>
                  <a:pt x="15341" y="14208"/>
                </a:lnTo>
                <a:lnTo>
                  <a:pt x="14230" y="11679"/>
                </a:lnTo>
                <a:lnTo>
                  <a:pt x="15494" y="10714"/>
                </a:lnTo>
                <a:lnTo>
                  <a:pt x="17723" y="11832"/>
                </a:lnTo>
                <a:lnTo>
                  <a:pt x="18688" y="10868"/>
                </a:lnTo>
                <a:lnTo>
                  <a:pt x="17877" y="7915"/>
                </a:lnTo>
                <a:lnTo>
                  <a:pt x="20252" y="6892"/>
                </a:lnTo>
                <a:lnTo>
                  <a:pt x="23468" y="8675"/>
                </a:lnTo>
                <a:lnTo>
                  <a:pt x="25821" y="7469"/>
                </a:lnTo>
                <a:lnTo>
                  <a:pt x="24915" y="4633"/>
                </a:lnTo>
                <a:lnTo>
                  <a:pt x="25660" y="3880"/>
                </a:lnTo>
                <a:lnTo>
                  <a:pt x="28328" y="4239"/>
                </a:lnTo>
                <a:lnTo>
                  <a:pt x="29863" y="4144"/>
                </a:lnTo>
                <a:lnTo>
                  <a:pt x="31325" y="4509"/>
                </a:lnTo>
                <a:lnTo>
                  <a:pt x="32348" y="4217"/>
                </a:lnTo>
                <a:lnTo>
                  <a:pt x="32684" y="4114"/>
                </a:lnTo>
                <a:lnTo>
                  <a:pt x="32048" y="1001"/>
                </a:lnTo>
                <a:lnTo>
                  <a:pt x="32750" y="299"/>
                </a:lnTo>
                <a:lnTo>
                  <a:pt x="35257" y="833"/>
                </a:lnTo>
                <a:lnTo>
                  <a:pt x="37983" y="277"/>
                </a:lnTo>
                <a:lnTo>
                  <a:pt x="40694" y="708"/>
                </a:lnTo>
                <a:lnTo>
                  <a:pt x="53031" y="708"/>
                </a:lnTo>
                <a:lnTo>
                  <a:pt x="57365" y="0"/>
                </a:lnTo>
                <a:lnTo>
                  <a:pt x="60713" y="774"/>
                </a:lnTo>
                <a:lnTo>
                  <a:pt x="60150" y="3953"/>
                </a:lnTo>
                <a:lnTo>
                  <a:pt x="60742" y="4545"/>
                </a:lnTo>
                <a:lnTo>
                  <a:pt x="63410" y="4187"/>
                </a:lnTo>
                <a:lnTo>
                  <a:pt x="64784" y="4260"/>
                </a:lnTo>
                <a:lnTo>
                  <a:pt x="66662" y="3851"/>
                </a:lnTo>
                <a:lnTo>
                  <a:pt x="67897" y="4436"/>
                </a:lnTo>
                <a:lnTo>
                  <a:pt x="67035" y="7330"/>
                </a:lnTo>
                <a:lnTo>
                  <a:pt x="67758" y="8054"/>
                </a:lnTo>
                <a:lnTo>
                  <a:pt x="70426" y="7696"/>
                </a:lnTo>
                <a:lnTo>
                  <a:pt x="71625" y="7761"/>
                </a:lnTo>
                <a:lnTo>
                  <a:pt x="73905" y="7352"/>
                </a:lnTo>
                <a:lnTo>
                  <a:pt x="75016" y="8112"/>
                </a:lnTo>
                <a:lnTo>
                  <a:pt x="73949" y="10736"/>
                </a:lnTo>
                <a:lnTo>
                  <a:pt x="74936" y="11723"/>
                </a:lnTo>
                <a:lnTo>
                  <a:pt x="77581" y="10670"/>
                </a:lnTo>
                <a:lnTo>
                  <a:pt x="78422" y="11935"/>
                </a:lnTo>
                <a:lnTo>
                  <a:pt x="77369" y="14156"/>
                </a:lnTo>
                <a:lnTo>
                  <a:pt x="78539" y="15326"/>
                </a:lnTo>
                <a:lnTo>
                  <a:pt x="80878" y="14156"/>
                </a:lnTo>
                <a:lnTo>
                  <a:pt x="81952" y="15231"/>
                </a:lnTo>
                <a:lnTo>
                  <a:pt x="80900" y="17877"/>
                </a:lnTo>
                <a:lnTo>
                  <a:pt x="82032" y="18629"/>
                </a:lnTo>
                <a:lnTo>
                  <a:pt x="84590" y="17723"/>
                </a:lnTo>
                <a:lnTo>
                  <a:pt x="86059" y="19740"/>
                </a:lnTo>
                <a:lnTo>
                  <a:pt x="84232" y="23541"/>
                </a:lnTo>
                <a:lnTo>
                  <a:pt x="85161" y="25711"/>
                </a:lnTo>
                <a:lnTo>
                  <a:pt x="88113" y="24900"/>
                </a:lnTo>
                <a:lnTo>
                  <a:pt x="89027" y="25814"/>
                </a:lnTo>
                <a:lnTo>
                  <a:pt x="88121" y="28065"/>
                </a:lnTo>
                <a:lnTo>
                  <a:pt x="88844" y="29483"/>
                </a:lnTo>
                <a:lnTo>
                  <a:pt x="87938" y="31734"/>
                </a:lnTo>
                <a:lnTo>
                  <a:pt x="88968" y="32772"/>
                </a:lnTo>
                <a:lnTo>
                  <a:pt x="91614" y="31719"/>
                </a:lnTo>
                <a:lnTo>
                  <a:pt x="92418" y="32925"/>
                </a:lnTo>
                <a:lnTo>
                  <a:pt x="91855" y="35008"/>
                </a:lnTo>
                <a:lnTo>
                  <a:pt x="92528" y="39050"/>
                </a:lnTo>
                <a:lnTo>
                  <a:pt x="91987" y="43011"/>
                </a:lnTo>
                <a:lnTo>
                  <a:pt x="91987" y="48573"/>
                </a:lnTo>
                <a:lnTo>
                  <a:pt x="92301" y="51102"/>
                </a:lnTo>
                <a:lnTo>
                  <a:pt x="91709" y="55326"/>
                </a:lnTo>
                <a:lnTo>
                  <a:pt x="92769" y="58520"/>
                </a:lnTo>
                <a:lnTo>
                  <a:pt x="91804" y="60793"/>
                </a:lnTo>
                <a:lnTo>
                  <a:pt x="88852" y="59982"/>
                </a:lnTo>
                <a:lnTo>
                  <a:pt x="87931" y="60895"/>
                </a:lnTo>
                <a:lnTo>
                  <a:pt x="88844" y="63146"/>
                </a:lnTo>
                <a:lnTo>
                  <a:pt x="88121" y="64564"/>
                </a:lnTo>
                <a:lnTo>
                  <a:pt x="89027" y="66815"/>
                </a:lnTo>
                <a:lnTo>
                  <a:pt x="87989" y="67846"/>
                </a:lnTo>
                <a:lnTo>
                  <a:pt x="85343" y="66793"/>
                </a:lnTo>
                <a:lnTo>
                  <a:pt x="84430" y="68175"/>
                </a:lnTo>
                <a:lnTo>
                  <a:pt x="85490" y="70031"/>
                </a:lnTo>
                <a:lnTo>
                  <a:pt x="84532" y="71573"/>
                </a:lnTo>
                <a:lnTo>
                  <a:pt x="85548" y="73795"/>
                </a:lnTo>
                <a:lnTo>
                  <a:pt x="84386" y="74957"/>
                </a:lnTo>
                <a:lnTo>
                  <a:pt x="82047" y="73788"/>
                </a:lnTo>
                <a:lnTo>
                  <a:pt x="80878" y="74957"/>
                </a:lnTo>
                <a:lnTo>
                  <a:pt x="82047" y="77296"/>
                </a:lnTo>
                <a:lnTo>
                  <a:pt x="80892" y="78451"/>
                </a:lnTo>
                <a:lnTo>
                  <a:pt x="78495" y="77288"/>
                </a:lnTo>
                <a:lnTo>
                  <a:pt x="77384" y="78502"/>
                </a:lnTo>
                <a:lnTo>
                  <a:pt x="78553" y="80789"/>
                </a:lnTo>
                <a:lnTo>
                  <a:pt x="77465" y="81878"/>
                </a:lnTo>
                <a:lnTo>
                  <a:pt x="74819" y="80826"/>
                </a:lnTo>
                <a:lnTo>
                  <a:pt x="74066" y="81959"/>
                </a:lnTo>
                <a:lnTo>
                  <a:pt x="74972" y="84509"/>
                </a:lnTo>
                <a:lnTo>
                  <a:pt x="72955" y="85986"/>
                </a:lnTo>
                <a:lnTo>
                  <a:pt x="69162" y="84151"/>
                </a:lnTo>
                <a:lnTo>
                  <a:pt x="66991" y="85087"/>
                </a:lnTo>
                <a:lnTo>
                  <a:pt x="67795" y="88032"/>
                </a:lnTo>
                <a:lnTo>
                  <a:pt x="66881" y="88953"/>
                </a:lnTo>
                <a:lnTo>
                  <a:pt x="64630" y="88040"/>
                </a:lnTo>
                <a:lnTo>
                  <a:pt x="63212" y="88770"/>
                </a:lnTo>
                <a:lnTo>
                  <a:pt x="60961" y="87857"/>
                </a:lnTo>
                <a:lnTo>
                  <a:pt x="59924" y="88895"/>
                </a:lnTo>
                <a:lnTo>
                  <a:pt x="60976" y="91540"/>
                </a:lnTo>
                <a:lnTo>
                  <a:pt x="59770" y="92344"/>
                </a:lnTo>
                <a:lnTo>
                  <a:pt x="57687" y="91782"/>
                </a:lnTo>
                <a:lnTo>
                  <a:pt x="53653" y="92454"/>
                </a:lnTo>
                <a:lnTo>
                  <a:pt x="49691" y="91913"/>
                </a:lnTo>
                <a:lnTo>
                  <a:pt x="44122" y="91913"/>
                </a:lnTo>
                <a:lnTo>
                  <a:pt x="41593" y="92227"/>
                </a:lnTo>
                <a:lnTo>
                  <a:pt x="37369" y="91628"/>
                </a:lnTo>
                <a:lnTo>
                  <a:pt x="34182" y="926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3" name="object 9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531364" y="8234683"/>
            <a:ext cx="85364" cy="85452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17794009" y="823481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52" y="85503"/>
                </a:moveTo>
                <a:lnTo>
                  <a:pt x="55209" y="84911"/>
                </a:lnTo>
                <a:lnTo>
                  <a:pt x="30177" y="84911"/>
                </a:lnTo>
                <a:lnTo>
                  <a:pt x="27049" y="85503"/>
                </a:lnTo>
                <a:lnTo>
                  <a:pt x="24798" y="84794"/>
                </a:lnTo>
                <a:lnTo>
                  <a:pt x="25463" y="81710"/>
                </a:lnTo>
                <a:lnTo>
                  <a:pt x="24572" y="80819"/>
                </a:lnTo>
                <a:lnTo>
                  <a:pt x="22350" y="81871"/>
                </a:lnTo>
                <a:lnTo>
                  <a:pt x="20946" y="80935"/>
                </a:lnTo>
                <a:lnTo>
                  <a:pt x="18725" y="81988"/>
                </a:lnTo>
                <a:lnTo>
                  <a:pt x="17621" y="80884"/>
                </a:lnTo>
                <a:lnTo>
                  <a:pt x="18717" y="78319"/>
                </a:lnTo>
                <a:lnTo>
                  <a:pt x="17453" y="77391"/>
                </a:lnTo>
                <a:lnTo>
                  <a:pt x="15224" y="78487"/>
                </a:lnTo>
                <a:lnTo>
                  <a:pt x="14142" y="77405"/>
                </a:lnTo>
                <a:lnTo>
                  <a:pt x="15194" y="74760"/>
                </a:lnTo>
                <a:lnTo>
                  <a:pt x="13930" y="73919"/>
                </a:lnTo>
                <a:lnTo>
                  <a:pt x="11708" y="74972"/>
                </a:lnTo>
                <a:lnTo>
                  <a:pt x="10539" y="73802"/>
                </a:lnTo>
                <a:lnTo>
                  <a:pt x="11708" y="71463"/>
                </a:lnTo>
                <a:lnTo>
                  <a:pt x="10539" y="70294"/>
                </a:lnTo>
                <a:lnTo>
                  <a:pt x="8200" y="71463"/>
                </a:lnTo>
                <a:lnTo>
                  <a:pt x="7030" y="70294"/>
                </a:lnTo>
                <a:lnTo>
                  <a:pt x="8200" y="67955"/>
                </a:lnTo>
                <a:lnTo>
                  <a:pt x="7111" y="66866"/>
                </a:lnTo>
                <a:lnTo>
                  <a:pt x="4502" y="67941"/>
                </a:lnTo>
                <a:lnTo>
                  <a:pt x="3223" y="66106"/>
                </a:lnTo>
                <a:lnTo>
                  <a:pt x="5255" y="61290"/>
                </a:lnTo>
                <a:lnTo>
                  <a:pt x="3785" y="60091"/>
                </a:lnTo>
                <a:lnTo>
                  <a:pt x="701" y="60683"/>
                </a:lnTo>
                <a:lnTo>
                  <a:pt x="0" y="58469"/>
                </a:lnTo>
                <a:lnTo>
                  <a:pt x="599" y="55326"/>
                </a:lnTo>
                <a:lnTo>
                  <a:pt x="599" y="30301"/>
                </a:lnTo>
                <a:lnTo>
                  <a:pt x="0" y="27158"/>
                </a:lnTo>
                <a:lnTo>
                  <a:pt x="716" y="24915"/>
                </a:lnTo>
                <a:lnTo>
                  <a:pt x="3800" y="25580"/>
                </a:lnTo>
                <a:lnTo>
                  <a:pt x="4436" y="24944"/>
                </a:lnTo>
                <a:lnTo>
                  <a:pt x="4078" y="22276"/>
                </a:lnTo>
                <a:lnTo>
                  <a:pt x="4136" y="21129"/>
                </a:lnTo>
                <a:lnTo>
                  <a:pt x="3742" y="18746"/>
                </a:lnTo>
                <a:lnTo>
                  <a:pt x="4546" y="17672"/>
                </a:lnTo>
                <a:lnTo>
                  <a:pt x="7089" y="18783"/>
                </a:lnTo>
                <a:lnTo>
                  <a:pt x="8105" y="17767"/>
                </a:lnTo>
                <a:lnTo>
                  <a:pt x="7053" y="15121"/>
                </a:lnTo>
                <a:lnTo>
                  <a:pt x="8273" y="14310"/>
                </a:lnTo>
                <a:lnTo>
                  <a:pt x="10612" y="15318"/>
                </a:lnTo>
                <a:lnTo>
                  <a:pt x="11686" y="14120"/>
                </a:lnTo>
                <a:lnTo>
                  <a:pt x="10524" y="11840"/>
                </a:lnTo>
                <a:lnTo>
                  <a:pt x="11613" y="10751"/>
                </a:lnTo>
                <a:lnTo>
                  <a:pt x="14259" y="11803"/>
                </a:lnTo>
                <a:lnTo>
                  <a:pt x="15099" y="10539"/>
                </a:lnTo>
                <a:lnTo>
                  <a:pt x="14047" y="8317"/>
                </a:lnTo>
                <a:lnTo>
                  <a:pt x="15216" y="7147"/>
                </a:lnTo>
                <a:lnTo>
                  <a:pt x="17555" y="8317"/>
                </a:lnTo>
                <a:lnTo>
                  <a:pt x="18629" y="7242"/>
                </a:lnTo>
                <a:lnTo>
                  <a:pt x="17577" y="4597"/>
                </a:lnTo>
                <a:lnTo>
                  <a:pt x="18951" y="3683"/>
                </a:lnTo>
                <a:lnTo>
                  <a:pt x="20815" y="4743"/>
                </a:lnTo>
                <a:lnTo>
                  <a:pt x="22357" y="3778"/>
                </a:lnTo>
                <a:lnTo>
                  <a:pt x="24579" y="4801"/>
                </a:lnTo>
                <a:lnTo>
                  <a:pt x="25646" y="3734"/>
                </a:lnTo>
                <a:lnTo>
                  <a:pt x="24594" y="1088"/>
                </a:lnTo>
                <a:lnTo>
                  <a:pt x="25851" y="255"/>
                </a:lnTo>
                <a:lnTo>
                  <a:pt x="27831" y="906"/>
                </a:lnTo>
                <a:lnTo>
                  <a:pt x="31705" y="0"/>
                </a:lnTo>
                <a:lnTo>
                  <a:pt x="36053" y="716"/>
                </a:lnTo>
                <a:lnTo>
                  <a:pt x="55246" y="716"/>
                </a:lnTo>
                <a:lnTo>
                  <a:pt x="58309" y="146"/>
                </a:lnTo>
                <a:lnTo>
                  <a:pt x="60589" y="818"/>
                </a:lnTo>
                <a:lnTo>
                  <a:pt x="59946" y="3924"/>
                </a:lnTo>
                <a:lnTo>
                  <a:pt x="60822" y="4809"/>
                </a:lnTo>
                <a:lnTo>
                  <a:pt x="63044" y="3756"/>
                </a:lnTo>
                <a:lnTo>
                  <a:pt x="64448" y="4692"/>
                </a:lnTo>
                <a:lnTo>
                  <a:pt x="66670" y="3639"/>
                </a:lnTo>
                <a:lnTo>
                  <a:pt x="67766" y="4743"/>
                </a:lnTo>
                <a:lnTo>
                  <a:pt x="66670" y="7308"/>
                </a:lnTo>
                <a:lnTo>
                  <a:pt x="67934" y="8236"/>
                </a:lnTo>
                <a:lnTo>
                  <a:pt x="70163" y="7140"/>
                </a:lnTo>
                <a:lnTo>
                  <a:pt x="71245" y="8222"/>
                </a:lnTo>
                <a:lnTo>
                  <a:pt x="70192" y="10867"/>
                </a:lnTo>
                <a:lnTo>
                  <a:pt x="71457" y="11708"/>
                </a:lnTo>
                <a:lnTo>
                  <a:pt x="73679" y="10656"/>
                </a:lnTo>
                <a:lnTo>
                  <a:pt x="74848" y="11825"/>
                </a:lnTo>
                <a:lnTo>
                  <a:pt x="73679" y="14164"/>
                </a:lnTo>
                <a:lnTo>
                  <a:pt x="74848" y="15333"/>
                </a:lnTo>
                <a:lnTo>
                  <a:pt x="77187" y="14164"/>
                </a:lnTo>
                <a:lnTo>
                  <a:pt x="78356" y="15333"/>
                </a:lnTo>
                <a:lnTo>
                  <a:pt x="77187" y="17672"/>
                </a:lnTo>
                <a:lnTo>
                  <a:pt x="78276" y="18761"/>
                </a:lnTo>
                <a:lnTo>
                  <a:pt x="80878" y="17686"/>
                </a:lnTo>
                <a:lnTo>
                  <a:pt x="82164" y="19521"/>
                </a:lnTo>
                <a:lnTo>
                  <a:pt x="80132" y="24337"/>
                </a:lnTo>
                <a:lnTo>
                  <a:pt x="81594" y="25536"/>
                </a:lnTo>
                <a:lnTo>
                  <a:pt x="84686" y="24944"/>
                </a:lnTo>
                <a:lnTo>
                  <a:pt x="85380" y="27158"/>
                </a:lnTo>
                <a:lnTo>
                  <a:pt x="84788" y="30294"/>
                </a:lnTo>
                <a:lnTo>
                  <a:pt x="84795" y="42821"/>
                </a:lnTo>
                <a:lnTo>
                  <a:pt x="84795" y="55341"/>
                </a:lnTo>
                <a:lnTo>
                  <a:pt x="85387" y="58476"/>
                </a:lnTo>
                <a:lnTo>
                  <a:pt x="84678" y="60720"/>
                </a:lnTo>
                <a:lnTo>
                  <a:pt x="81594" y="60055"/>
                </a:lnTo>
                <a:lnTo>
                  <a:pt x="80702" y="60946"/>
                </a:lnTo>
                <a:lnTo>
                  <a:pt x="81755" y="63168"/>
                </a:lnTo>
                <a:lnTo>
                  <a:pt x="80819" y="64564"/>
                </a:lnTo>
                <a:lnTo>
                  <a:pt x="81871" y="66786"/>
                </a:lnTo>
                <a:lnTo>
                  <a:pt x="80768" y="67890"/>
                </a:lnTo>
                <a:lnTo>
                  <a:pt x="78203" y="66793"/>
                </a:lnTo>
                <a:lnTo>
                  <a:pt x="77274" y="68058"/>
                </a:lnTo>
                <a:lnTo>
                  <a:pt x="78370" y="70279"/>
                </a:lnTo>
                <a:lnTo>
                  <a:pt x="77289" y="71368"/>
                </a:lnTo>
                <a:lnTo>
                  <a:pt x="74643" y="70316"/>
                </a:lnTo>
                <a:lnTo>
                  <a:pt x="73803" y="71580"/>
                </a:lnTo>
                <a:lnTo>
                  <a:pt x="74855" y="73802"/>
                </a:lnTo>
                <a:lnTo>
                  <a:pt x="73686" y="74972"/>
                </a:lnTo>
                <a:lnTo>
                  <a:pt x="71347" y="73802"/>
                </a:lnTo>
                <a:lnTo>
                  <a:pt x="70177" y="74972"/>
                </a:lnTo>
                <a:lnTo>
                  <a:pt x="71347" y="77310"/>
                </a:lnTo>
                <a:lnTo>
                  <a:pt x="70178" y="78480"/>
                </a:lnTo>
                <a:lnTo>
                  <a:pt x="67839" y="77310"/>
                </a:lnTo>
                <a:lnTo>
                  <a:pt x="66757" y="78399"/>
                </a:lnTo>
                <a:lnTo>
                  <a:pt x="67824" y="81001"/>
                </a:lnTo>
                <a:lnTo>
                  <a:pt x="65989" y="82288"/>
                </a:lnTo>
                <a:lnTo>
                  <a:pt x="61180" y="80256"/>
                </a:lnTo>
                <a:lnTo>
                  <a:pt x="59974" y="81718"/>
                </a:lnTo>
                <a:lnTo>
                  <a:pt x="60567" y="84809"/>
                </a:lnTo>
                <a:lnTo>
                  <a:pt x="58352" y="855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5" name="object 9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323967" y="8238520"/>
            <a:ext cx="78647" cy="78224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8007823" y="8238520"/>
            <a:ext cx="78743" cy="78502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221880" y="8242094"/>
            <a:ext cx="66120" cy="71186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120634" y="8245390"/>
            <a:ext cx="64264" cy="64396"/>
          </a:xfrm>
          <a:prstGeom prst="rect">
            <a:avLst/>
          </a:prstGeom>
        </p:spPr>
      </p:pic>
      <p:sp>
        <p:nvSpPr>
          <p:cNvPr id="99" name="object 99"/>
          <p:cNvSpPr/>
          <p:nvPr/>
        </p:nvSpPr>
        <p:spPr>
          <a:xfrm>
            <a:off x="15913792" y="8248789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3124" y="57599"/>
                </a:moveTo>
                <a:lnTo>
                  <a:pt x="21056" y="56715"/>
                </a:lnTo>
                <a:lnTo>
                  <a:pt x="21867" y="53762"/>
                </a:lnTo>
                <a:lnTo>
                  <a:pt x="20953" y="52848"/>
                </a:lnTo>
                <a:lnTo>
                  <a:pt x="18702" y="53755"/>
                </a:lnTo>
                <a:lnTo>
                  <a:pt x="17284" y="53031"/>
                </a:lnTo>
                <a:lnTo>
                  <a:pt x="15026" y="53937"/>
                </a:lnTo>
                <a:lnTo>
                  <a:pt x="13995" y="52907"/>
                </a:lnTo>
                <a:lnTo>
                  <a:pt x="15048" y="50261"/>
                </a:lnTo>
                <a:lnTo>
                  <a:pt x="13725" y="49384"/>
                </a:lnTo>
                <a:lnTo>
                  <a:pt x="11657" y="50473"/>
                </a:lnTo>
                <a:lnTo>
                  <a:pt x="10385" y="49384"/>
                </a:lnTo>
                <a:lnTo>
                  <a:pt x="11533" y="46936"/>
                </a:lnTo>
                <a:lnTo>
                  <a:pt x="10392" y="45803"/>
                </a:lnTo>
                <a:lnTo>
                  <a:pt x="8054" y="46972"/>
                </a:lnTo>
                <a:lnTo>
                  <a:pt x="6891" y="45803"/>
                </a:lnTo>
                <a:lnTo>
                  <a:pt x="8061" y="43464"/>
                </a:lnTo>
                <a:lnTo>
                  <a:pt x="6987" y="42390"/>
                </a:lnTo>
                <a:lnTo>
                  <a:pt x="4341" y="43442"/>
                </a:lnTo>
                <a:lnTo>
                  <a:pt x="2901" y="41279"/>
                </a:lnTo>
                <a:lnTo>
                  <a:pt x="4735" y="37661"/>
                </a:lnTo>
                <a:lnTo>
                  <a:pt x="3785" y="35425"/>
                </a:lnTo>
                <a:lnTo>
                  <a:pt x="833" y="36236"/>
                </a:lnTo>
                <a:lnTo>
                  <a:pt x="109" y="35512"/>
                </a:lnTo>
                <a:lnTo>
                  <a:pt x="518" y="32896"/>
                </a:lnTo>
                <a:lnTo>
                  <a:pt x="0" y="27202"/>
                </a:lnTo>
                <a:lnTo>
                  <a:pt x="613" y="24717"/>
                </a:lnTo>
                <a:lnTo>
                  <a:pt x="29" y="22262"/>
                </a:lnTo>
                <a:lnTo>
                  <a:pt x="847" y="21443"/>
                </a:lnTo>
                <a:lnTo>
                  <a:pt x="3756" y="22291"/>
                </a:lnTo>
                <a:lnTo>
                  <a:pt x="4553" y="20559"/>
                </a:lnTo>
                <a:lnTo>
                  <a:pt x="2952" y="15640"/>
                </a:lnTo>
                <a:lnTo>
                  <a:pt x="4531" y="14361"/>
                </a:lnTo>
                <a:lnTo>
                  <a:pt x="7060" y="15377"/>
                </a:lnTo>
                <a:lnTo>
                  <a:pt x="7980" y="14127"/>
                </a:lnTo>
                <a:lnTo>
                  <a:pt x="6877" y="11905"/>
                </a:lnTo>
                <a:lnTo>
                  <a:pt x="8061" y="10721"/>
                </a:lnTo>
                <a:lnTo>
                  <a:pt x="10400" y="11891"/>
                </a:lnTo>
                <a:lnTo>
                  <a:pt x="11562" y="10721"/>
                </a:lnTo>
                <a:lnTo>
                  <a:pt x="10392" y="8383"/>
                </a:lnTo>
                <a:lnTo>
                  <a:pt x="11562" y="7213"/>
                </a:lnTo>
                <a:lnTo>
                  <a:pt x="13784" y="8258"/>
                </a:lnTo>
                <a:lnTo>
                  <a:pt x="15041" y="7425"/>
                </a:lnTo>
                <a:lnTo>
                  <a:pt x="13995" y="4779"/>
                </a:lnTo>
                <a:lnTo>
                  <a:pt x="14814" y="3961"/>
                </a:lnTo>
                <a:lnTo>
                  <a:pt x="17482" y="4312"/>
                </a:lnTo>
                <a:lnTo>
                  <a:pt x="19016" y="4217"/>
                </a:lnTo>
                <a:lnTo>
                  <a:pt x="20551" y="4582"/>
                </a:lnTo>
                <a:lnTo>
                  <a:pt x="21501" y="4290"/>
                </a:lnTo>
                <a:lnTo>
                  <a:pt x="21677" y="4239"/>
                </a:lnTo>
                <a:lnTo>
                  <a:pt x="21348" y="789"/>
                </a:lnTo>
                <a:lnTo>
                  <a:pt x="23635" y="694"/>
                </a:lnTo>
                <a:lnTo>
                  <a:pt x="26420" y="387"/>
                </a:lnTo>
                <a:lnTo>
                  <a:pt x="29628" y="993"/>
                </a:lnTo>
                <a:lnTo>
                  <a:pt x="34898" y="0"/>
                </a:lnTo>
                <a:lnTo>
                  <a:pt x="35812" y="1118"/>
                </a:lnTo>
                <a:lnTo>
                  <a:pt x="35183" y="4165"/>
                </a:lnTo>
                <a:lnTo>
                  <a:pt x="37354" y="4918"/>
                </a:lnTo>
                <a:lnTo>
                  <a:pt x="40957" y="3266"/>
                </a:lnTo>
                <a:lnTo>
                  <a:pt x="43106" y="4648"/>
                </a:lnTo>
                <a:lnTo>
                  <a:pt x="42068" y="7315"/>
                </a:lnTo>
                <a:lnTo>
                  <a:pt x="43128" y="8375"/>
                </a:lnTo>
                <a:lnTo>
                  <a:pt x="45488" y="7206"/>
                </a:lnTo>
                <a:lnTo>
                  <a:pt x="46636" y="8404"/>
                </a:lnTo>
                <a:lnTo>
                  <a:pt x="45466" y="10714"/>
                </a:lnTo>
                <a:lnTo>
                  <a:pt x="46643" y="11891"/>
                </a:lnTo>
                <a:lnTo>
                  <a:pt x="48982" y="10721"/>
                </a:lnTo>
                <a:lnTo>
                  <a:pt x="50151" y="11891"/>
                </a:lnTo>
                <a:lnTo>
                  <a:pt x="48982" y="14229"/>
                </a:lnTo>
                <a:lnTo>
                  <a:pt x="50056" y="15304"/>
                </a:lnTo>
                <a:lnTo>
                  <a:pt x="52702" y="14251"/>
                </a:lnTo>
                <a:lnTo>
                  <a:pt x="54142" y="16422"/>
                </a:lnTo>
                <a:lnTo>
                  <a:pt x="52307" y="20033"/>
                </a:lnTo>
                <a:lnTo>
                  <a:pt x="53265" y="22276"/>
                </a:lnTo>
                <a:lnTo>
                  <a:pt x="56217" y="21465"/>
                </a:lnTo>
                <a:lnTo>
                  <a:pt x="56941" y="22189"/>
                </a:lnTo>
                <a:lnTo>
                  <a:pt x="56532" y="24798"/>
                </a:lnTo>
                <a:lnTo>
                  <a:pt x="56809" y="27619"/>
                </a:lnTo>
                <a:lnTo>
                  <a:pt x="56583" y="30060"/>
                </a:lnTo>
                <a:lnTo>
                  <a:pt x="56583" y="33210"/>
                </a:lnTo>
                <a:lnTo>
                  <a:pt x="56912" y="35096"/>
                </a:lnTo>
                <a:lnTo>
                  <a:pt x="56393" y="36309"/>
                </a:lnTo>
                <a:lnTo>
                  <a:pt x="53440" y="35498"/>
                </a:lnTo>
                <a:lnTo>
                  <a:pt x="52534" y="36404"/>
                </a:lnTo>
                <a:lnTo>
                  <a:pt x="53433" y="38662"/>
                </a:lnTo>
                <a:lnTo>
                  <a:pt x="52716" y="40080"/>
                </a:lnTo>
                <a:lnTo>
                  <a:pt x="53615" y="42339"/>
                </a:lnTo>
                <a:lnTo>
                  <a:pt x="52585" y="43369"/>
                </a:lnTo>
                <a:lnTo>
                  <a:pt x="49939" y="42317"/>
                </a:lnTo>
                <a:lnTo>
                  <a:pt x="49062" y="43639"/>
                </a:lnTo>
                <a:lnTo>
                  <a:pt x="50151" y="45693"/>
                </a:lnTo>
                <a:lnTo>
                  <a:pt x="49070" y="46980"/>
                </a:lnTo>
                <a:lnTo>
                  <a:pt x="46614" y="45832"/>
                </a:lnTo>
                <a:lnTo>
                  <a:pt x="45496" y="46943"/>
                </a:lnTo>
                <a:lnTo>
                  <a:pt x="46650" y="49377"/>
                </a:lnTo>
                <a:lnTo>
                  <a:pt x="45415" y="50444"/>
                </a:lnTo>
                <a:lnTo>
                  <a:pt x="43150" y="49289"/>
                </a:lnTo>
                <a:lnTo>
                  <a:pt x="42185" y="50261"/>
                </a:lnTo>
                <a:lnTo>
                  <a:pt x="42989" y="53214"/>
                </a:lnTo>
                <a:lnTo>
                  <a:pt x="40577" y="54237"/>
                </a:lnTo>
                <a:lnTo>
                  <a:pt x="37500" y="52534"/>
                </a:lnTo>
                <a:lnTo>
                  <a:pt x="35088" y="53587"/>
                </a:lnTo>
                <a:lnTo>
                  <a:pt x="35907" y="56532"/>
                </a:lnTo>
                <a:lnTo>
                  <a:pt x="35198" y="57234"/>
                </a:lnTo>
                <a:lnTo>
                  <a:pt x="32537" y="56875"/>
                </a:lnTo>
                <a:lnTo>
                  <a:pt x="30864" y="56963"/>
                </a:lnTo>
                <a:lnTo>
                  <a:pt x="26727" y="56897"/>
                </a:lnTo>
                <a:lnTo>
                  <a:pt x="23124" y="57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5710475" y="8256280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0434" y="306"/>
                </a:moveTo>
                <a:lnTo>
                  <a:pt x="17851" y="306"/>
                </a:lnTo>
                <a:lnTo>
                  <a:pt x="18717" y="0"/>
                </a:lnTo>
                <a:lnTo>
                  <a:pt x="20434" y="306"/>
                </a:lnTo>
                <a:close/>
              </a:path>
              <a:path w="43180" h="43179">
                <a:moveTo>
                  <a:pt x="24864" y="306"/>
                </a:moveTo>
                <a:lnTo>
                  <a:pt x="22488" y="306"/>
                </a:lnTo>
                <a:lnTo>
                  <a:pt x="23745" y="168"/>
                </a:lnTo>
                <a:lnTo>
                  <a:pt x="24864" y="306"/>
                </a:lnTo>
                <a:close/>
              </a:path>
              <a:path w="43180" h="43179">
                <a:moveTo>
                  <a:pt x="24622" y="3661"/>
                </a:moveTo>
                <a:lnTo>
                  <a:pt x="18217" y="3661"/>
                </a:lnTo>
                <a:lnTo>
                  <a:pt x="17427" y="306"/>
                </a:lnTo>
                <a:lnTo>
                  <a:pt x="25102" y="306"/>
                </a:lnTo>
                <a:lnTo>
                  <a:pt x="24736" y="2865"/>
                </a:lnTo>
                <a:lnTo>
                  <a:pt x="24622" y="3661"/>
                </a:lnTo>
                <a:close/>
              </a:path>
              <a:path w="43180" h="43179">
                <a:moveTo>
                  <a:pt x="38970" y="7754"/>
                </a:moveTo>
                <a:lnTo>
                  <a:pt x="6676" y="7754"/>
                </a:lnTo>
                <a:lnTo>
                  <a:pt x="7323" y="7323"/>
                </a:lnTo>
                <a:lnTo>
                  <a:pt x="7927" y="6621"/>
                </a:lnTo>
                <a:lnTo>
                  <a:pt x="7656" y="6621"/>
                </a:lnTo>
                <a:lnTo>
                  <a:pt x="6979" y="4611"/>
                </a:lnTo>
                <a:lnTo>
                  <a:pt x="6856" y="4246"/>
                </a:lnTo>
                <a:lnTo>
                  <a:pt x="6811" y="4114"/>
                </a:lnTo>
                <a:lnTo>
                  <a:pt x="8938" y="2865"/>
                </a:lnTo>
                <a:lnTo>
                  <a:pt x="12416" y="4246"/>
                </a:lnTo>
                <a:lnTo>
                  <a:pt x="25947" y="4246"/>
                </a:lnTo>
                <a:lnTo>
                  <a:pt x="26859" y="4611"/>
                </a:lnTo>
                <a:lnTo>
                  <a:pt x="35872" y="4611"/>
                </a:lnTo>
                <a:lnTo>
                  <a:pt x="34920" y="6621"/>
                </a:lnTo>
                <a:lnTo>
                  <a:pt x="35388" y="7323"/>
                </a:lnTo>
                <a:lnTo>
                  <a:pt x="38889" y="7323"/>
                </a:lnTo>
                <a:lnTo>
                  <a:pt x="38970" y="7754"/>
                </a:lnTo>
                <a:close/>
              </a:path>
              <a:path w="43180" h="43179">
                <a:moveTo>
                  <a:pt x="35872" y="4611"/>
                </a:moveTo>
                <a:lnTo>
                  <a:pt x="26859" y="4611"/>
                </a:lnTo>
                <a:lnTo>
                  <a:pt x="29782" y="3288"/>
                </a:lnTo>
                <a:lnTo>
                  <a:pt x="32501" y="3968"/>
                </a:lnTo>
                <a:lnTo>
                  <a:pt x="35541" y="3968"/>
                </a:lnTo>
                <a:lnTo>
                  <a:pt x="35819" y="4246"/>
                </a:lnTo>
                <a:lnTo>
                  <a:pt x="36045" y="4246"/>
                </a:lnTo>
                <a:lnTo>
                  <a:pt x="35872" y="4611"/>
                </a:lnTo>
                <a:close/>
              </a:path>
              <a:path w="43180" h="43179">
                <a:moveTo>
                  <a:pt x="35541" y="3968"/>
                </a:moveTo>
                <a:lnTo>
                  <a:pt x="32501" y="3968"/>
                </a:lnTo>
                <a:lnTo>
                  <a:pt x="35356" y="3288"/>
                </a:lnTo>
                <a:lnTo>
                  <a:pt x="34862" y="3288"/>
                </a:lnTo>
                <a:lnTo>
                  <a:pt x="35541" y="3968"/>
                </a:lnTo>
                <a:close/>
              </a:path>
              <a:path w="43180" h="43179">
                <a:moveTo>
                  <a:pt x="17416" y="4246"/>
                </a:moveTo>
                <a:lnTo>
                  <a:pt x="12608" y="4246"/>
                </a:lnTo>
                <a:lnTo>
                  <a:pt x="14960" y="3661"/>
                </a:lnTo>
                <a:lnTo>
                  <a:pt x="17416" y="4246"/>
                </a:lnTo>
                <a:close/>
              </a:path>
              <a:path w="43180" h="43179">
                <a:moveTo>
                  <a:pt x="25947" y="4246"/>
                </a:moveTo>
                <a:lnTo>
                  <a:pt x="17416" y="4246"/>
                </a:lnTo>
                <a:lnTo>
                  <a:pt x="18001" y="3661"/>
                </a:lnTo>
                <a:lnTo>
                  <a:pt x="24487" y="3661"/>
                </a:lnTo>
                <a:lnTo>
                  <a:pt x="25947" y="4246"/>
                </a:lnTo>
                <a:close/>
              </a:path>
              <a:path w="43180" h="43179">
                <a:moveTo>
                  <a:pt x="39145" y="18103"/>
                </a:moveTo>
                <a:lnTo>
                  <a:pt x="3712" y="18103"/>
                </a:lnTo>
                <a:lnTo>
                  <a:pt x="4611" y="15852"/>
                </a:lnTo>
                <a:lnTo>
                  <a:pt x="3288" y="12929"/>
                </a:lnTo>
                <a:lnTo>
                  <a:pt x="3968" y="10210"/>
                </a:lnTo>
                <a:lnTo>
                  <a:pt x="3383" y="7754"/>
                </a:lnTo>
                <a:lnTo>
                  <a:pt x="4516" y="6621"/>
                </a:lnTo>
                <a:lnTo>
                  <a:pt x="4152" y="6621"/>
                </a:lnTo>
                <a:lnTo>
                  <a:pt x="6544" y="7754"/>
                </a:lnTo>
                <a:lnTo>
                  <a:pt x="38970" y="7754"/>
                </a:lnTo>
                <a:lnTo>
                  <a:pt x="39313" y="9559"/>
                </a:lnTo>
                <a:lnTo>
                  <a:pt x="38341" y="12139"/>
                </a:lnTo>
                <a:lnTo>
                  <a:pt x="39042" y="14960"/>
                </a:lnTo>
                <a:lnTo>
                  <a:pt x="38458" y="17416"/>
                </a:lnTo>
                <a:lnTo>
                  <a:pt x="39145" y="18103"/>
                </a:lnTo>
                <a:close/>
              </a:path>
              <a:path w="43180" h="43179">
                <a:moveTo>
                  <a:pt x="42486" y="18103"/>
                </a:moveTo>
                <a:lnTo>
                  <a:pt x="39528" y="18103"/>
                </a:lnTo>
                <a:lnTo>
                  <a:pt x="42444" y="17416"/>
                </a:lnTo>
                <a:lnTo>
                  <a:pt x="42242" y="17416"/>
                </a:lnTo>
                <a:lnTo>
                  <a:pt x="42312" y="17613"/>
                </a:lnTo>
                <a:lnTo>
                  <a:pt x="42395" y="17847"/>
                </a:lnTo>
                <a:lnTo>
                  <a:pt x="42486" y="18103"/>
                </a:lnTo>
                <a:close/>
              </a:path>
              <a:path w="43180" h="43179">
                <a:moveTo>
                  <a:pt x="445" y="25251"/>
                </a:moveTo>
                <a:lnTo>
                  <a:pt x="0" y="23994"/>
                </a:lnTo>
                <a:lnTo>
                  <a:pt x="270" y="22488"/>
                </a:lnTo>
                <a:lnTo>
                  <a:pt x="336" y="17613"/>
                </a:lnTo>
                <a:lnTo>
                  <a:pt x="3712" y="18103"/>
                </a:lnTo>
                <a:lnTo>
                  <a:pt x="42486" y="18103"/>
                </a:lnTo>
                <a:lnTo>
                  <a:pt x="42704" y="18717"/>
                </a:lnTo>
                <a:lnTo>
                  <a:pt x="42434" y="20223"/>
                </a:lnTo>
                <a:lnTo>
                  <a:pt x="42438" y="24535"/>
                </a:lnTo>
                <a:lnTo>
                  <a:pt x="3486" y="24535"/>
                </a:lnTo>
                <a:lnTo>
                  <a:pt x="445" y="25251"/>
                </a:lnTo>
                <a:close/>
              </a:path>
              <a:path w="43180" h="43179">
                <a:moveTo>
                  <a:pt x="4223" y="35863"/>
                </a:moveTo>
                <a:lnTo>
                  <a:pt x="4093" y="35863"/>
                </a:lnTo>
                <a:lnTo>
                  <a:pt x="2865" y="33773"/>
                </a:lnTo>
                <a:lnTo>
                  <a:pt x="4275" y="30221"/>
                </a:lnTo>
                <a:lnTo>
                  <a:pt x="3661" y="27750"/>
                </a:lnTo>
                <a:lnTo>
                  <a:pt x="3873" y="26859"/>
                </a:lnTo>
                <a:lnTo>
                  <a:pt x="4202" y="25251"/>
                </a:lnTo>
                <a:lnTo>
                  <a:pt x="3486" y="24535"/>
                </a:lnTo>
                <a:lnTo>
                  <a:pt x="39023" y="24535"/>
                </a:lnTo>
                <a:lnTo>
                  <a:pt x="38092" y="26859"/>
                </a:lnTo>
                <a:lnTo>
                  <a:pt x="39415" y="29782"/>
                </a:lnTo>
                <a:lnTo>
                  <a:pt x="38735" y="32501"/>
                </a:lnTo>
                <a:lnTo>
                  <a:pt x="39311" y="34920"/>
                </a:lnTo>
                <a:lnTo>
                  <a:pt x="7021" y="34920"/>
                </a:lnTo>
                <a:lnTo>
                  <a:pt x="4223" y="35863"/>
                </a:lnTo>
                <a:close/>
              </a:path>
              <a:path w="43180" h="43179">
                <a:moveTo>
                  <a:pt x="42368" y="25097"/>
                </a:moveTo>
                <a:lnTo>
                  <a:pt x="38428" y="24535"/>
                </a:lnTo>
                <a:lnTo>
                  <a:pt x="42438" y="24535"/>
                </a:lnTo>
                <a:lnTo>
                  <a:pt x="42368" y="25097"/>
                </a:lnTo>
                <a:close/>
              </a:path>
              <a:path w="43180" h="43179">
                <a:moveTo>
                  <a:pt x="35818" y="38355"/>
                </a:moveTo>
                <a:lnTo>
                  <a:pt x="6890" y="38355"/>
                </a:lnTo>
                <a:lnTo>
                  <a:pt x="7732" y="35863"/>
                </a:lnTo>
                <a:lnTo>
                  <a:pt x="7323" y="35388"/>
                </a:lnTo>
                <a:lnTo>
                  <a:pt x="6780" y="34920"/>
                </a:lnTo>
                <a:lnTo>
                  <a:pt x="36082" y="34920"/>
                </a:lnTo>
                <a:lnTo>
                  <a:pt x="35388" y="35388"/>
                </a:lnTo>
                <a:lnTo>
                  <a:pt x="34979" y="35863"/>
                </a:lnTo>
                <a:lnTo>
                  <a:pt x="35818" y="38355"/>
                </a:lnTo>
                <a:close/>
              </a:path>
              <a:path w="43180" h="43179">
                <a:moveTo>
                  <a:pt x="38414" y="35863"/>
                </a:moveTo>
                <a:lnTo>
                  <a:pt x="38073" y="35863"/>
                </a:lnTo>
                <a:lnTo>
                  <a:pt x="36082" y="34920"/>
                </a:lnTo>
                <a:lnTo>
                  <a:pt x="39356" y="34920"/>
                </a:lnTo>
                <a:lnTo>
                  <a:pt x="38414" y="35863"/>
                </a:lnTo>
                <a:close/>
              </a:path>
              <a:path w="43180" h="43179">
                <a:moveTo>
                  <a:pt x="7922" y="39247"/>
                </a:moveTo>
                <a:lnTo>
                  <a:pt x="6416" y="38355"/>
                </a:lnTo>
                <a:lnTo>
                  <a:pt x="15867" y="38355"/>
                </a:lnTo>
                <a:lnTo>
                  <a:pt x="12899" y="38896"/>
                </a:lnTo>
                <a:lnTo>
                  <a:pt x="10122" y="38896"/>
                </a:lnTo>
                <a:lnTo>
                  <a:pt x="7922" y="39247"/>
                </a:lnTo>
                <a:close/>
              </a:path>
              <a:path w="43180" h="43179">
                <a:moveTo>
                  <a:pt x="18300" y="42952"/>
                </a:moveTo>
                <a:lnTo>
                  <a:pt x="17606" y="42097"/>
                </a:lnTo>
                <a:lnTo>
                  <a:pt x="18002" y="39839"/>
                </a:lnTo>
                <a:lnTo>
                  <a:pt x="18106" y="39247"/>
                </a:lnTo>
                <a:lnTo>
                  <a:pt x="18167" y="38896"/>
                </a:lnTo>
                <a:lnTo>
                  <a:pt x="17882" y="38896"/>
                </a:lnTo>
                <a:lnTo>
                  <a:pt x="15867" y="38355"/>
                </a:lnTo>
                <a:lnTo>
                  <a:pt x="25404" y="38355"/>
                </a:lnTo>
                <a:lnTo>
                  <a:pt x="24513" y="39247"/>
                </a:lnTo>
                <a:lnTo>
                  <a:pt x="24685" y="39247"/>
                </a:lnTo>
                <a:lnTo>
                  <a:pt x="25026" y="42097"/>
                </a:lnTo>
                <a:lnTo>
                  <a:pt x="25061" y="42390"/>
                </a:lnTo>
                <a:lnTo>
                  <a:pt x="18300" y="42952"/>
                </a:lnTo>
                <a:close/>
              </a:path>
              <a:path w="43180" h="43179">
                <a:moveTo>
                  <a:pt x="28368" y="38896"/>
                </a:moveTo>
                <a:lnTo>
                  <a:pt x="27106" y="38896"/>
                </a:lnTo>
                <a:lnTo>
                  <a:pt x="24834" y="38355"/>
                </a:lnTo>
                <a:lnTo>
                  <a:pt x="30544" y="38355"/>
                </a:lnTo>
                <a:lnTo>
                  <a:pt x="28368" y="38896"/>
                </a:lnTo>
                <a:close/>
              </a:path>
              <a:path w="43180" h="43179">
                <a:moveTo>
                  <a:pt x="33773" y="39839"/>
                </a:moveTo>
                <a:lnTo>
                  <a:pt x="30017" y="38355"/>
                </a:lnTo>
                <a:lnTo>
                  <a:pt x="36312" y="38355"/>
                </a:lnTo>
                <a:lnTo>
                  <a:pt x="33773" y="39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5510540" y="8266768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3966" y="21728"/>
                </a:moveTo>
                <a:lnTo>
                  <a:pt x="11299" y="21370"/>
                </a:lnTo>
                <a:lnTo>
                  <a:pt x="9932" y="21436"/>
                </a:lnTo>
                <a:lnTo>
                  <a:pt x="8068" y="21692"/>
                </a:lnTo>
                <a:lnTo>
                  <a:pt x="6877" y="21238"/>
                </a:lnTo>
                <a:lnTo>
                  <a:pt x="7615" y="18220"/>
                </a:lnTo>
                <a:lnTo>
                  <a:pt x="6789" y="17394"/>
                </a:lnTo>
                <a:lnTo>
                  <a:pt x="4144" y="18447"/>
                </a:lnTo>
                <a:lnTo>
                  <a:pt x="3230" y="17080"/>
                </a:lnTo>
                <a:lnTo>
                  <a:pt x="4202" y="15260"/>
                </a:lnTo>
                <a:lnTo>
                  <a:pt x="3771" y="14376"/>
                </a:lnTo>
                <a:lnTo>
                  <a:pt x="3091" y="13908"/>
                </a:lnTo>
                <a:lnTo>
                  <a:pt x="818" y="14960"/>
                </a:lnTo>
                <a:lnTo>
                  <a:pt x="0" y="14105"/>
                </a:lnTo>
                <a:lnTo>
                  <a:pt x="7" y="7564"/>
                </a:lnTo>
                <a:lnTo>
                  <a:pt x="964" y="6789"/>
                </a:lnTo>
                <a:lnTo>
                  <a:pt x="2974" y="7820"/>
                </a:lnTo>
                <a:lnTo>
                  <a:pt x="3771" y="7359"/>
                </a:lnTo>
                <a:lnTo>
                  <a:pt x="4239" y="6658"/>
                </a:lnTo>
                <a:lnTo>
                  <a:pt x="3186" y="4436"/>
                </a:lnTo>
                <a:lnTo>
                  <a:pt x="4356" y="3266"/>
                </a:lnTo>
                <a:lnTo>
                  <a:pt x="6577" y="4319"/>
                </a:lnTo>
                <a:lnTo>
                  <a:pt x="7279" y="3851"/>
                </a:lnTo>
                <a:lnTo>
                  <a:pt x="7666" y="3405"/>
                </a:lnTo>
                <a:lnTo>
                  <a:pt x="6797" y="606"/>
                </a:lnTo>
                <a:lnTo>
                  <a:pt x="7929" y="0"/>
                </a:lnTo>
                <a:lnTo>
                  <a:pt x="10034" y="343"/>
                </a:lnTo>
                <a:lnTo>
                  <a:pt x="11620" y="343"/>
                </a:lnTo>
                <a:lnTo>
                  <a:pt x="13542" y="7"/>
                </a:lnTo>
                <a:lnTo>
                  <a:pt x="14748" y="548"/>
                </a:lnTo>
                <a:lnTo>
                  <a:pt x="13915" y="3471"/>
                </a:lnTo>
                <a:lnTo>
                  <a:pt x="14785" y="4341"/>
                </a:lnTo>
                <a:lnTo>
                  <a:pt x="17431" y="3288"/>
                </a:lnTo>
                <a:lnTo>
                  <a:pt x="18344" y="4662"/>
                </a:lnTo>
                <a:lnTo>
                  <a:pt x="17372" y="6475"/>
                </a:lnTo>
                <a:lnTo>
                  <a:pt x="17803" y="7359"/>
                </a:lnTo>
                <a:lnTo>
                  <a:pt x="18505" y="7827"/>
                </a:lnTo>
                <a:lnTo>
                  <a:pt x="20727" y="6775"/>
                </a:lnTo>
                <a:lnTo>
                  <a:pt x="21641" y="7688"/>
                </a:lnTo>
                <a:lnTo>
                  <a:pt x="21282" y="10356"/>
                </a:lnTo>
                <a:lnTo>
                  <a:pt x="21355" y="11723"/>
                </a:lnTo>
                <a:lnTo>
                  <a:pt x="21611" y="13586"/>
                </a:lnTo>
                <a:lnTo>
                  <a:pt x="21158" y="14778"/>
                </a:lnTo>
                <a:lnTo>
                  <a:pt x="18140" y="14039"/>
                </a:lnTo>
                <a:lnTo>
                  <a:pt x="17314" y="14865"/>
                </a:lnTo>
                <a:lnTo>
                  <a:pt x="18366" y="17511"/>
                </a:lnTo>
                <a:lnTo>
                  <a:pt x="16992" y="18395"/>
                </a:lnTo>
                <a:lnTo>
                  <a:pt x="15180" y="17445"/>
                </a:lnTo>
                <a:lnTo>
                  <a:pt x="14295" y="17884"/>
                </a:lnTo>
                <a:lnTo>
                  <a:pt x="13828" y="18585"/>
                </a:lnTo>
                <a:lnTo>
                  <a:pt x="14880" y="20807"/>
                </a:lnTo>
                <a:lnTo>
                  <a:pt x="13966" y="21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7047054" y="8329907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5">
                <a:moveTo>
                  <a:pt x="50459" y="105828"/>
                </a:moveTo>
                <a:lnTo>
                  <a:pt x="49136" y="105529"/>
                </a:lnTo>
                <a:lnTo>
                  <a:pt x="49699" y="102349"/>
                </a:lnTo>
                <a:lnTo>
                  <a:pt x="49100" y="101757"/>
                </a:lnTo>
                <a:lnTo>
                  <a:pt x="46439" y="102116"/>
                </a:lnTo>
                <a:lnTo>
                  <a:pt x="44758" y="102028"/>
                </a:lnTo>
                <a:lnTo>
                  <a:pt x="43581" y="102152"/>
                </a:lnTo>
                <a:lnTo>
                  <a:pt x="40395" y="101969"/>
                </a:lnTo>
                <a:lnTo>
                  <a:pt x="37303" y="102744"/>
                </a:lnTo>
                <a:lnTo>
                  <a:pt x="35016" y="101955"/>
                </a:lnTo>
                <a:lnTo>
                  <a:pt x="35725" y="98900"/>
                </a:lnTo>
                <a:lnTo>
                  <a:pt x="34819" y="97993"/>
                </a:lnTo>
                <a:lnTo>
                  <a:pt x="32597" y="99046"/>
                </a:lnTo>
                <a:lnTo>
                  <a:pt x="31193" y="98110"/>
                </a:lnTo>
                <a:lnTo>
                  <a:pt x="28971" y="99163"/>
                </a:lnTo>
                <a:lnTo>
                  <a:pt x="27956" y="98147"/>
                </a:lnTo>
                <a:lnTo>
                  <a:pt x="28891" y="95341"/>
                </a:lnTo>
                <a:lnTo>
                  <a:pt x="26560" y="94091"/>
                </a:lnTo>
                <a:lnTo>
                  <a:pt x="23285" y="95889"/>
                </a:lnTo>
                <a:lnTo>
                  <a:pt x="20925" y="94880"/>
                </a:lnTo>
                <a:lnTo>
                  <a:pt x="21736" y="91927"/>
                </a:lnTo>
                <a:lnTo>
                  <a:pt x="20771" y="90963"/>
                </a:lnTo>
                <a:lnTo>
                  <a:pt x="18484" y="92132"/>
                </a:lnTo>
                <a:lnTo>
                  <a:pt x="17270" y="91028"/>
                </a:lnTo>
                <a:lnTo>
                  <a:pt x="18432" y="88624"/>
                </a:lnTo>
                <a:lnTo>
                  <a:pt x="17373" y="87564"/>
                </a:lnTo>
                <a:lnTo>
                  <a:pt x="14727" y="88617"/>
                </a:lnTo>
                <a:lnTo>
                  <a:pt x="13850" y="87294"/>
                </a:lnTo>
                <a:lnTo>
                  <a:pt x="14946" y="85240"/>
                </a:lnTo>
                <a:lnTo>
                  <a:pt x="13864" y="83954"/>
                </a:lnTo>
                <a:lnTo>
                  <a:pt x="11409" y="85101"/>
                </a:lnTo>
                <a:lnTo>
                  <a:pt x="10276" y="83968"/>
                </a:lnTo>
                <a:lnTo>
                  <a:pt x="11292" y="81747"/>
                </a:lnTo>
                <a:lnTo>
                  <a:pt x="10415" y="80329"/>
                </a:lnTo>
                <a:lnTo>
                  <a:pt x="11431" y="78107"/>
                </a:lnTo>
                <a:lnTo>
                  <a:pt x="10364" y="77040"/>
                </a:lnTo>
                <a:lnTo>
                  <a:pt x="7718" y="78092"/>
                </a:lnTo>
                <a:lnTo>
                  <a:pt x="6804" y="76718"/>
                </a:lnTo>
                <a:lnTo>
                  <a:pt x="7871" y="74847"/>
                </a:lnTo>
                <a:lnTo>
                  <a:pt x="6892" y="73312"/>
                </a:lnTo>
                <a:lnTo>
                  <a:pt x="7930" y="71091"/>
                </a:lnTo>
                <a:lnTo>
                  <a:pt x="7009" y="70177"/>
                </a:lnTo>
                <a:lnTo>
                  <a:pt x="3990" y="70915"/>
                </a:lnTo>
                <a:lnTo>
                  <a:pt x="3186" y="68752"/>
                </a:lnTo>
                <a:lnTo>
                  <a:pt x="3837" y="65390"/>
                </a:lnTo>
                <a:lnTo>
                  <a:pt x="3837" y="61414"/>
                </a:lnTo>
                <a:lnTo>
                  <a:pt x="4363" y="58483"/>
                </a:lnTo>
                <a:lnTo>
                  <a:pt x="3756" y="56159"/>
                </a:lnTo>
                <a:lnTo>
                  <a:pt x="614" y="56766"/>
                </a:lnTo>
                <a:lnTo>
                  <a:pt x="0" y="56152"/>
                </a:lnTo>
                <a:lnTo>
                  <a:pt x="358" y="53484"/>
                </a:lnTo>
                <a:lnTo>
                  <a:pt x="336" y="49304"/>
                </a:lnTo>
                <a:lnTo>
                  <a:pt x="3647" y="49662"/>
                </a:lnTo>
                <a:lnTo>
                  <a:pt x="4173" y="49143"/>
                </a:lnTo>
                <a:lnTo>
                  <a:pt x="3815" y="46475"/>
                </a:lnTo>
                <a:lnTo>
                  <a:pt x="3903" y="44802"/>
                </a:lnTo>
                <a:lnTo>
                  <a:pt x="3771" y="43625"/>
                </a:lnTo>
                <a:lnTo>
                  <a:pt x="3903" y="41301"/>
                </a:lnTo>
                <a:lnTo>
                  <a:pt x="3837" y="38005"/>
                </a:lnTo>
                <a:lnTo>
                  <a:pt x="3537" y="36331"/>
                </a:lnTo>
                <a:lnTo>
                  <a:pt x="3968" y="35067"/>
                </a:lnTo>
                <a:lnTo>
                  <a:pt x="7031" y="35761"/>
                </a:lnTo>
                <a:lnTo>
                  <a:pt x="7681" y="35110"/>
                </a:lnTo>
                <a:lnTo>
                  <a:pt x="7323" y="32443"/>
                </a:lnTo>
                <a:lnTo>
                  <a:pt x="7389" y="31069"/>
                </a:lnTo>
                <a:lnTo>
                  <a:pt x="6987" y="29190"/>
                </a:lnTo>
                <a:lnTo>
                  <a:pt x="7572" y="27955"/>
                </a:lnTo>
                <a:lnTo>
                  <a:pt x="10458" y="28818"/>
                </a:lnTo>
                <a:lnTo>
                  <a:pt x="11189" y="28094"/>
                </a:lnTo>
                <a:lnTo>
                  <a:pt x="10831" y="25426"/>
                </a:lnTo>
                <a:lnTo>
                  <a:pt x="10890" y="24264"/>
                </a:lnTo>
                <a:lnTo>
                  <a:pt x="10488" y="21911"/>
                </a:lnTo>
                <a:lnTo>
                  <a:pt x="11284" y="20829"/>
                </a:lnTo>
                <a:lnTo>
                  <a:pt x="13842" y="21925"/>
                </a:lnTo>
                <a:lnTo>
                  <a:pt x="14851" y="20917"/>
                </a:lnTo>
                <a:lnTo>
                  <a:pt x="13799" y="18271"/>
                </a:lnTo>
                <a:lnTo>
                  <a:pt x="15063" y="17431"/>
                </a:lnTo>
                <a:lnTo>
                  <a:pt x="17285" y="18483"/>
                </a:lnTo>
                <a:lnTo>
                  <a:pt x="18447" y="17314"/>
                </a:lnTo>
                <a:lnTo>
                  <a:pt x="17278" y="14975"/>
                </a:lnTo>
                <a:lnTo>
                  <a:pt x="18352" y="13901"/>
                </a:lnTo>
                <a:lnTo>
                  <a:pt x="20998" y="14953"/>
                </a:lnTo>
                <a:lnTo>
                  <a:pt x="21729" y="13849"/>
                </a:lnTo>
                <a:lnTo>
                  <a:pt x="20859" y="11233"/>
                </a:lnTo>
                <a:lnTo>
                  <a:pt x="22635" y="10012"/>
                </a:lnTo>
                <a:lnTo>
                  <a:pt x="27451" y="12022"/>
                </a:lnTo>
                <a:lnTo>
                  <a:pt x="28723" y="10473"/>
                </a:lnTo>
                <a:lnTo>
                  <a:pt x="27948" y="7579"/>
                </a:lnTo>
                <a:lnTo>
                  <a:pt x="29658" y="6767"/>
                </a:lnTo>
                <a:lnTo>
                  <a:pt x="34563" y="8397"/>
                </a:lnTo>
                <a:lnTo>
                  <a:pt x="35651" y="7067"/>
                </a:lnTo>
                <a:lnTo>
                  <a:pt x="35089" y="3953"/>
                </a:lnTo>
                <a:lnTo>
                  <a:pt x="37354" y="3303"/>
                </a:lnTo>
                <a:lnTo>
                  <a:pt x="40380" y="3866"/>
                </a:lnTo>
                <a:lnTo>
                  <a:pt x="44685" y="3866"/>
                </a:lnTo>
                <a:lnTo>
                  <a:pt x="47170" y="4085"/>
                </a:lnTo>
                <a:lnTo>
                  <a:pt x="49436" y="3858"/>
                </a:lnTo>
                <a:lnTo>
                  <a:pt x="49633" y="3837"/>
                </a:lnTo>
                <a:lnTo>
                  <a:pt x="49231" y="555"/>
                </a:lnTo>
                <a:lnTo>
                  <a:pt x="49706" y="80"/>
                </a:lnTo>
                <a:lnTo>
                  <a:pt x="53485" y="401"/>
                </a:lnTo>
                <a:lnTo>
                  <a:pt x="56101" y="0"/>
                </a:lnTo>
                <a:lnTo>
                  <a:pt x="56942" y="840"/>
                </a:lnTo>
                <a:lnTo>
                  <a:pt x="55889" y="3486"/>
                </a:lnTo>
                <a:lnTo>
                  <a:pt x="57132" y="4312"/>
                </a:lnTo>
                <a:lnTo>
                  <a:pt x="59142" y="3683"/>
                </a:lnTo>
                <a:lnTo>
                  <a:pt x="62058" y="4312"/>
                </a:lnTo>
                <a:lnTo>
                  <a:pt x="64821" y="3858"/>
                </a:lnTo>
                <a:lnTo>
                  <a:pt x="67890" y="3858"/>
                </a:lnTo>
                <a:lnTo>
                  <a:pt x="69637" y="3544"/>
                </a:lnTo>
                <a:lnTo>
                  <a:pt x="70887" y="4005"/>
                </a:lnTo>
                <a:lnTo>
                  <a:pt x="70149" y="7030"/>
                </a:lnTo>
                <a:lnTo>
                  <a:pt x="70814" y="7695"/>
                </a:lnTo>
                <a:lnTo>
                  <a:pt x="73481" y="7337"/>
                </a:lnTo>
                <a:lnTo>
                  <a:pt x="74855" y="7410"/>
                </a:lnTo>
                <a:lnTo>
                  <a:pt x="76734" y="7001"/>
                </a:lnTo>
                <a:lnTo>
                  <a:pt x="77969" y="7586"/>
                </a:lnTo>
                <a:lnTo>
                  <a:pt x="77107" y="10480"/>
                </a:lnTo>
                <a:lnTo>
                  <a:pt x="77830" y="11204"/>
                </a:lnTo>
                <a:lnTo>
                  <a:pt x="80498" y="10853"/>
                </a:lnTo>
                <a:lnTo>
                  <a:pt x="81696" y="10911"/>
                </a:lnTo>
                <a:lnTo>
                  <a:pt x="83977" y="10502"/>
                </a:lnTo>
                <a:lnTo>
                  <a:pt x="85088" y="11262"/>
                </a:lnTo>
                <a:lnTo>
                  <a:pt x="84021" y="13886"/>
                </a:lnTo>
                <a:lnTo>
                  <a:pt x="85007" y="14873"/>
                </a:lnTo>
                <a:lnTo>
                  <a:pt x="87653" y="13820"/>
                </a:lnTo>
                <a:lnTo>
                  <a:pt x="88494" y="15085"/>
                </a:lnTo>
                <a:lnTo>
                  <a:pt x="87441" y="17306"/>
                </a:lnTo>
                <a:lnTo>
                  <a:pt x="88610" y="18476"/>
                </a:lnTo>
                <a:lnTo>
                  <a:pt x="90949" y="17306"/>
                </a:lnTo>
                <a:lnTo>
                  <a:pt x="92024" y="18381"/>
                </a:lnTo>
                <a:lnTo>
                  <a:pt x="90971" y="21027"/>
                </a:lnTo>
                <a:lnTo>
                  <a:pt x="92104" y="21779"/>
                </a:lnTo>
                <a:lnTo>
                  <a:pt x="94655" y="20873"/>
                </a:lnTo>
                <a:lnTo>
                  <a:pt x="95963" y="22649"/>
                </a:lnTo>
                <a:lnTo>
                  <a:pt x="93880" y="27465"/>
                </a:lnTo>
                <a:lnTo>
                  <a:pt x="95451" y="28752"/>
                </a:lnTo>
                <a:lnTo>
                  <a:pt x="98346" y="27977"/>
                </a:lnTo>
                <a:lnTo>
                  <a:pt x="99157" y="29687"/>
                </a:lnTo>
                <a:lnTo>
                  <a:pt x="97527" y="34599"/>
                </a:lnTo>
                <a:lnTo>
                  <a:pt x="98879" y="35702"/>
                </a:lnTo>
                <a:lnTo>
                  <a:pt x="101942" y="35088"/>
                </a:lnTo>
                <a:lnTo>
                  <a:pt x="103126" y="38589"/>
                </a:lnTo>
                <a:lnTo>
                  <a:pt x="101094" y="42762"/>
                </a:lnTo>
                <a:lnTo>
                  <a:pt x="102249" y="46607"/>
                </a:lnTo>
                <a:lnTo>
                  <a:pt x="101605" y="49011"/>
                </a:lnTo>
                <a:lnTo>
                  <a:pt x="102241" y="49654"/>
                </a:lnTo>
                <a:lnTo>
                  <a:pt x="105560" y="49296"/>
                </a:lnTo>
                <a:lnTo>
                  <a:pt x="105655" y="51145"/>
                </a:lnTo>
                <a:lnTo>
                  <a:pt x="106217" y="54953"/>
                </a:lnTo>
                <a:lnTo>
                  <a:pt x="105377" y="56927"/>
                </a:lnTo>
                <a:lnTo>
                  <a:pt x="102424" y="56115"/>
                </a:lnTo>
                <a:lnTo>
                  <a:pt x="101664" y="56875"/>
                </a:lnTo>
                <a:lnTo>
                  <a:pt x="102161" y="59404"/>
                </a:lnTo>
                <a:lnTo>
                  <a:pt x="101679" y="62167"/>
                </a:lnTo>
                <a:lnTo>
                  <a:pt x="102059" y="64791"/>
                </a:lnTo>
                <a:lnTo>
                  <a:pt x="102059" y="67919"/>
                </a:lnTo>
                <a:lnTo>
                  <a:pt x="102366" y="69666"/>
                </a:lnTo>
                <a:lnTo>
                  <a:pt x="101905" y="70908"/>
                </a:lnTo>
                <a:lnTo>
                  <a:pt x="98879" y="70177"/>
                </a:lnTo>
                <a:lnTo>
                  <a:pt x="98221" y="70842"/>
                </a:lnTo>
                <a:lnTo>
                  <a:pt x="98580" y="73510"/>
                </a:lnTo>
                <a:lnTo>
                  <a:pt x="98514" y="74811"/>
                </a:lnTo>
                <a:lnTo>
                  <a:pt x="98923" y="76850"/>
                </a:lnTo>
                <a:lnTo>
                  <a:pt x="98273" y="78041"/>
                </a:lnTo>
                <a:lnTo>
                  <a:pt x="95481" y="77091"/>
                </a:lnTo>
                <a:lnTo>
                  <a:pt x="94465" y="78107"/>
                </a:lnTo>
                <a:lnTo>
                  <a:pt x="95481" y="80329"/>
                </a:lnTo>
                <a:lnTo>
                  <a:pt x="94604" y="81747"/>
                </a:lnTo>
                <a:lnTo>
                  <a:pt x="95620" y="83968"/>
                </a:lnTo>
                <a:lnTo>
                  <a:pt x="94553" y="85035"/>
                </a:lnTo>
                <a:lnTo>
                  <a:pt x="91907" y="83983"/>
                </a:lnTo>
                <a:lnTo>
                  <a:pt x="91030" y="85306"/>
                </a:lnTo>
                <a:lnTo>
                  <a:pt x="92119" y="87360"/>
                </a:lnTo>
                <a:lnTo>
                  <a:pt x="91037" y="88646"/>
                </a:lnTo>
                <a:lnTo>
                  <a:pt x="88581" y="87498"/>
                </a:lnTo>
                <a:lnTo>
                  <a:pt x="87456" y="88624"/>
                </a:lnTo>
                <a:lnTo>
                  <a:pt x="88625" y="91028"/>
                </a:lnTo>
                <a:lnTo>
                  <a:pt x="87405" y="92132"/>
                </a:lnTo>
                <a:lnTo>
                  <a:pt x="85117" y="90963"/>
                </a:lnTo>
                <a:lnTo>
                  <a:pt x="84152" y="91927"/>
                </a:lnTo>
                <a:lnTo>
                  <a:pt x="84963" y="94880"/>
                </a:lnTo>
                <a:lnTo>
                  <a:pt x="82603" y="95889"/>
                </a:lnTo>
                <a:lnTo>
                  <a:pt x="79328" y="94091"/>
                </a:lnTo>
                <a:lnTo>
                  <a:pt x="76997" y="95341"/>
                </a:lnTo>
                <a:lnTo>
                  <a:pt x="77932" y="98147"/>
                </a:lnTo>
                <a:lnTo>
                  <a:pt x="76917" y="99163"/>
                </a:lnTo>
                <a:lnTo>
                  <a:pt x="74695" y="98110"/>
                </a:lnTo>
                <a:lnTo>
                  <a:pt x="73291" y="99046"/>
                </a:lnTo>
                <a:lnTo>
                  <a:pt x="71070" y="97993"/>
                </a:lnTo>
                <a:lnTo>
                  <a:pt x="70163" y="98900"/>
                </a:lnTo>
                <a:lnTo>
                  <a:pt x="70865" y="101955"/>
                </a:lnTo>
                <a:lnTo>
                  <a:pt x="67342" y="103168"/>
                </a:lnTo>
                <a:lnTo>
                  <a:pt x="63147" y="101122"/>
                </a:lnTo>
                <a:lnTo>
                  <a:pt x="59310" y="102284"/>
                </a:lnTo>
                <a:lnTo>
                  <a:pt x="56905" y="101633"/>
                </a:lnTo>
                <a:lnTo>
                  <a:pt x="56262" y="102276"/>
                </a:lnTo>
                <a:lnTo>
                  <a:pt x="56620" y="105587"/>
                </a:lnTo>
                <a:lnTo>
                  <a:pt x="51891" y="105594"/>
                </a:lnTo>
                <a:lnTo>
                  <a:pt x="50459" y="1058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3" name="object 103"/>
          <p:cNvGrpSpPr/>
          <p:nvPr/>
        </p:nvGrpSpPr>
        <p:grpSpPr>
          <a:xfrm>
            <a:off x="17257196" y="8330000"/>
            <a:ext cx="106680" cy="105410"/>
            <a:chOff x="17257196" y="8330000"/>
            <a:chExt cx="106680" cy="105410"/>
          </a:xfrm>
        </p:grpSpPr>
        <p:sp>
          <p:nvSpPr>
            <p:cNvPr id="104" name="object 104"/>
            <p:cNvSpPr/>
            <p:nvPr/>
          </p:nvSpPr>
          <p:spPr>
            <a:xfrm>
              <a:off x="17257193" y="8330005"/>
              <a:ext cx="106680" cy="93980"/>
            </a:xfrm>
            <a:custGeom>
              <a:avLst/>
              <a:gdLst/>
              <a:ahLst/>
              <a:cxnLst/>
              <a:rect l="l" t="t" r="r" b="b"/>
              <a:pathLst>
                <a:path w="106680" h="93979">
                  <a:moveTo>
                    <a:pt x="106172" y="50800"/>
                  </a:moveTo>
                  <a:lnTo>
                    <a:pt x="105905" y="50800"/>
                  </a:lnTo>
                  <a:lnTo>
                    <a:pt x="105905" y="48260"/>
                  </a:lnTo>
                  <a:lnTo>
                    <a:pt x="106057" y="48260"/>
                  </a:lnTo>
                  <a:lnTo>
                    <a:pt x="106057" y="46990"/>
                  </a:lnTo>
                  <a:lnTo>
                    <a:pt x="102882" y="46990"/>
                  </a:lnTo>
                  <a:lnTo>
                    <a:pt x="102882" y="45720"/>
                  </a:lnTo>
                  <a:lnTo>
                    <a:pt x="102196" y="45720"/>
                  </a:lnTo>
                  <a:lnTo>
                    <a:pt x="102196" y="43180"/>
                  </a:lnTo>
                  <a:lnTo>
                    <a:pt x="102438" y="43180"/>
                  </a:lnTo>
                  <a:lnTo>
                    <a:pt x="102438" y="41910"/>
                  </a:lnTo>
                  <a:lnTo>
                    <a:pt x="102171" y="41910"/>
                  </a:lnTo>
                  <a:lnTo>
                    <a:pt x="102171" y="40640"/>
                  </a:lnTo>
                  <a:lnTo>
                    <a:pt x="102374" y="40640"/>
                  </a:lnTo>
                  <a:lnTo>
                    <a:pt x="102374" y="39370"/>
                  </a:lnTo>
                  <a:lnTo>
                    <a:pt x="102400" y="38100"/>
                  </a:lnTo>
                  <a:lnTo>
                    <a:pt x="102400" y="36830"/>
                  </a:lnTo>
                  <a:lnTo>
                    <a:pt x="102679" y="36830"/>
                  </a:lnTo>
                  <a:lnTo>
                    <a:pt x="102679" y="34290"/>
                  </a:lnTo>
                  <a:lnTo>
                    <a:pt x="103047" y="34290"/>
                  </a:lnTo>
                  <a:lnTo>
                    <a:pt x="103047" y="33020"/>
                  </a:lnTo>
                  <a:lnTo>
                    <a:pt x="102628" y="33020"/>
                  </a:lnTo>
                  <a:lnTo>
                    <a:pt x="102628" y="31750"/>
                  </a:lnTo>
                  <a:lnTo>
                    <a:pt x="98018" y="31750"/>
                  </a:lnTo>
                  <a:lnTo>
                    <a:pt x="98018" y="30480"/>
                  </a:lnTo>
                  <a:lnTo>
                    <a:pt x="98171" y="30480"/>
                  </a:lnTo>
                  <a:lnTo>
                    <a:pt x="98171" y="29210"/>
                  </a:lnTo>
                  <a:lnTo>
                    <a:pt x="98729" y="29210"/>
                  </a:lnTo>
                  <a:lnTo>
                    <a:pt x="98729" y="27940"/>
                  </a:lnTo>
                  <a:lnTo>
                    <a:pt x="99275" y="27940"/>
                  </a:lnTo>
                  <a:lnTo>
                    <a:pt x="99275" y="26670"/>
                  </a:lnTo>
                  <a:lnTo>
                    <a:pt x="99796" y="26670"/>
                  </a:lnTo>
                  <a:lnTo>
                    <a:pt x="99796" y="25400"/>
                  </a:lnTo>
                  <a:lnTo>
                    <a:pt x="98844" y="25400"/>
                  </a:lnTo>
                  <a:lnTo>
                    <a:pt x="98844" y="24130"/>
                  </a:lnTo>
                  <a:lnTo>
                    <a:pt x="97155" y="24130"/>
                  </a:lnTo>
                  <a:lnTo>
                    <a:pt x="97155" y="25400"/>
                  </a:lnTo>
                  <a:lnTo>
                    <a:pt x="95300" y="25400"/>
                  </a:lnTo>
                  <a:lnTo>
                    <a:pt x="95300" y="24130"/>
                  </a:lnTo>
                  <a:lnTo>
                    <a:pt x="95440" y="24130"/>
                  </a:lnTo>
                  <a:lnTo>
                    <a:pt x="95440" y="21590"/>
                  </a:lnTo>
                  <a:lnTo>
                    <a:pt x="95021" y="21590"/>
                  </a:lnTo>
                  <a:lnTo>
                    <a:pt x="95021" y="20320"/>
                  </a:lnTo>
                  <a:lnTo>
                    <a:pt x="94386" y="20320"/>
                  </a:lnTo>
                  <a:lnTo>
                    <a:pt x="94386" y="21590"/>
                  </a:lnTo>
                  <a:lnTo>
                    <a:pt x="91567" y="21590"/>
                  </a:lnTo>
                  <a:lnTo>
                    <a:pt x="91567" y="20320"/>
                  </a:lnTo>
                  <a:lnTo>
                    <a:pt x="91782" y="20320"/>
                  </a:lnTo>
                  <a:lnTo>
                    <a:pt x="91782" y="19050"/>
                  </a:lnTo>
                  <a:lnTo>
                    <a:pt x="92278" y="19050"/>
                  </a:lnTo>
                  <a:lnTo>
                    <a:pt x="92278" y="17780"/>
                  </a:lnTo>
                  <a:lnTo>
                    <a:pt x="88112" y="17780"/>
                  </a:lnTo>
                  <a:lnTo>
                    <a:pt x="88112" y="15240"/>
                  </a:lnTo>
                  <a:lnTo>
                    <a:pt x="88646" y="15240"/>
                  </a:lnTo>
                  <a:lnTo>
                    <a:pt x="88646" y="13970"/>
                  </a:lnTo>
                  <a:lnTo>
                    <a:pt x="85953" y="13970"/>
                  </a:lnTo>
                  <a:lnTo>
                    <a:pt x="85953" y="15240"/>
                  </a:lnTo>
                  <a:lnTo>
                    <a:pt x="85166" y="15240"/>
                  </a:lnTo>
                  <a:lnTo>
                    <a:pt x="85166" y="13970"/>
                  </a:lnTo>
                  <a:lnTo>
                    <a:pt x="84772" y="13970"/>
                  </a:lnTo>
                  <a:lnTo>
                    <a:pt x="84772" y="11430"/>
                  </a:lnTo>
                  <a:lnTo>
                    <a:pt x="84861" y="10160"/>
                  </a:lnTo>
                  <a:lnTo>
                    <a:pt x="83070" y="10160"/>
                  </a:lnTo>
                  <a:lnTo>
                    <a:pt x="83070" y="11430"/>
                  </a:lnTo>
                  <a:lnTo>
                    <a:pt x="81356" y="11430"/>
                  </a:lnTo>
                  <a:lnTo>
                    <a:pt x="81356" y="10160"/>
                  </a:lnTo>
                  <a:lnTo>
                    <a:pt x="81140" y="10160"/>
                  </a:lnTo>
                  <a:lnTo>
                    <a:pt x="81140" y="8890"/>
                  </a:lnTo>
                  <a:lnTo>
                    <a:pt x="81686" y="8890"/>
                  </a:lnTo>
                  <a:lnTo>
                    <a:pt x="81686" y="7620"/>
                  </a:lnTo>
                  <a:lnTo>
                    <a:pt x="80949" y="7620"/>
                  </a:lnTo>
                  <a:lnTo>
                    <a:pt x="80949" y="6350"/>
                  </a:lnTo>
                  <a:lnTo>
                    <a:pt x="80352" y="6350"/>
                  </a:lnTo>
                  <a:lnTo>
                    <a:pt x="80352" y="7620"/>
                  </a:lnTo>
                  <a:lnTo>
                    <a:pt x="74041" y="7620"/>
                  </a:lnTo>
                  <a:lnTo>
                    <a:pt x="74041" y="6350"/>
                  </a:lnTo>
                  <a:lnTo>
                    <a:pt x="74460" y="6350"/>
                  </a:lnTo>
                  <a:lnTo>
                    <a:pt x="74460" y="3810"/>
                  </a:lnTo>
                  <a:lnTo>
                    <a:pt x="59994" y="3810"/>
                  </a:lnTo>
                  <a:lnTo>
                    <a:pt x="59994" y="2540"/>
                  </a:lnTo>
                  <a:lnTo>
                    <a:pt x="60528" y="2540"/>
                  </a:lnTo>
                  <a:lnTo>
                    <a:pt x="60528" y="0"/>
                  </a:lnTo>
                  <a:lnTo>
                    <a:pt x="46177" y="0"/>
                  </a:lnTo>
                  <a:lnTo>
                    <a:pt x="46177" y="2540"/>
                  </a:lnTo>
                  <a:lnTo>
                    <a:pt x="46418" y="2540"/>
                  </a:lnTo>
                  <a:lnTo>
                    <a:pt x="46418" y="3810"/>
                  </a:lnTo>
                  <a:lnTo>
                    <a:pt x="34264" y="3810"/>
                  </a:lnTo>
                  <a:lnTo>
                    <a:pt x="34264" y="2540"/>
                  </a:lnTo>
                  <a:lnTo>
                    <a:pt x="33845" y="2540"/>
                  </a:lnTo>
                  <a:lnTo>
                    <a:pt x="33845" y="3810"/>
                  </a:lnTo>
                  <a:lnTo>
                    <a:pt x="32118" y="3810"/>
                  </a:lnTo>
                  <a:lnTo>
                    <a:pt x="32118" y="6350"/>
                  </a:lnTo>
                  <a:lnTo>
                    <a:pt x="32486" y="6350"/>
                  </a:lnTo>
                  <a:lnTo>
                    <a:pt x="32486" y="7620"/>
                  </a:lnTo>
                  <a:lnTo>
                    <a:pt x="31445" y="7620"/>
                  </a:lnTo>
                  <a:lnTo>
                    <a:pt x="31445" y="8890"/>
                  </a:lnTo>
                  <a:lnTo>
                    <a:pt x="30873" y="8890"/>
                  </a:lnTo>
                  <a:lnTo>
                    <a:pt x="30873" y="7620"/>
                  </a:lnTo>
                  <a:lnTo>
                    <a:pt x="27914" y="7620"/>
                  </a:lnTo>
                  <a:lnTo>
                    <a:pt x="27914" y="6350"/>
                  </a:lnTo>
                  <a:lnTo>
                    <a:pt x="25628" y="6350"/>
                  </a:lnTo>
                  <a:lnTo>
                    <a:pt x="25628" y="7620"/>
                  </a:lnTo>
                  <a:lnTo>
                    <a:pt x="24904" y="7620"/>
                  </a:lnTo>
                  <a:lnTo>
                    <a:pt x="24904" y="8890"/>
                  </a:lnTo>
                  <a:lnTo>
                    <a:pt x="25349" y="8890"/>
                  </a:lnTo>
                  <a:lnTo>
                    <a:pt x="25349" y="10160"/>
                  </a:lnTo>
                  <a:lnTo>
                    <a:pt x="25222" y="10160"/>
                  </a:lnTo>
                  <a:lnTo>
                    <a:pt x="25222" y="11430"/>
                  </a:lnTo>
                  <a:lnTo>
                    <a:pt x="23444" y="11430"/>
                  </a:lnTo>
                  <a:lnTo>
                    <a:pt x="23444" y="10160"/>
                  </a:lnTo>
                  <a:lnTo>
                    <a:pt x="21704" y="10160"/>
                  </a:lnTo>
                  <a:lnTo>
                    <a:pt x="21704" y="11430"/>
                  </a:lnTo>
                  <a:lnTo>
                    <a:pt x="21793" y="13970"/>
                  </a:lnTo>
                  <a:lnTo>
                    <a:pt x="21412" y="13970"/>
                  </a:lnTo>
                  <a:lnTo>
                    <a:pt x="21412" y="15240"/>
                  </a:lnTo>
                  <a:lnTo>
                    <a:pt x="20548" y="15240"/>
                  </a:lnTo>
                  <a:lnTo>
                    <a:pt x="20548" y="13970"/>
                  </a:lnTo>
                  <a:lnTo>
                    <a:pt x="17741" y="13970"/>
                  </a:lnTo>
                  <a:lnTo>
                    <a:pt x="17741" y="15240"/>
                  </a:lnTo>
                  <a:lnTo>
                    <a:pt x="18376" y="15240"/>
                  </a:lnTo>
                  <a:lnTo>
                    <a:pt x="18376" y="17780"/>
                  </a:lnTo>
                  <a:lnTo>
                    <a:pt x="14147" y="17780"/>
                  </a:lnTo>
                  <a:lnTo>
                    <a:pt x="14147" y="19050"/>
                  </a:lnTo>
                  <a:lnTo>
                    <a:pt x="14732" y="19050"/>
                  </a:lnTo>
                  <a:lnTo>
                    <a:pt x="14732" y="20320"/>
                  </a:lnTo>
                  <a:lnTo>
                    <a:pt x="14935" y="20320"/>
                  </a:lnTo>
                  <a:lnTo>
                    <a:pt x="14935" y="21590"/>
                  </a:lnTo>
                  <a:lnTo>
                    <a:pt x="12014" y="21590"/>
                  </a:lnTo>
                  <a:lnTo>
                    <a:pt x="12014" y="20320"/>
                  </a:lnTo>
                  <a:lnTo>
                    <a:pt x="11544" y="20320"/>
                  </a:lnTo>
                  <a:lnTo>
                    <a:pt x="11544" y="21590"/>
                  </a:lnTo>
                  <a:lnTo>
                    <a:pt x="11061" y="21590"/>
                  </a:lnTo>
                  <a:lnTo>
                    <a:pt x="11061" y="24130"/>
                  </a:lnTo>
                  <a:lnTo>
                    <a:pt x="11226" y="24130"/>
                  </a:lnTo>
                  <a:lnTo>
                    <a:pt x="11226" y="25400"/>
                  </a:lnTo>
                  <a:lnTo>
                    <a:pt x="9283" y="25400"/>
                  </a:lnTo>
                  <a:lnTo>
                    <a:pt x="9283" y="24130"/>
                  </a:lnTo>
                  <a:lnTo>
                    <a:pt x="7734" y="24130"/>
                  </a:lnTo>
                  <a:lnTo>
                    <a:pt x="7734" y="25400"/>
                  </a:lnTo>
                  <a:lnTo>
                    <a:pt x="7391" y="25400"/>
                  </a:lnTo>
                  <a:lnTo>
                    <a:pt x="7391" y="26670"/>
                  </a:lnTo>
                  <a:lnTo>
                    <a:pt x="8001" y="26670"/>
                  </a:lnTo>
                  <a:lnTo>
                    <a:pt x="8001" y="27940"/>
                  </a:lnTo>
                  <a:lnTo>
                    <a:pt x="7518" y="27940"/>
                  </a:lnTo>
                  <a:lnTo>
                    <a:pt x="7518" y="29210"/>
                  </a:lnTo>
                  <a:lnTo>
                    <a:pt x="7594" y="30480"/>
                  </a:lnTo>
                  <a:lnTo>
                    <a:pt x="8204" y="30480"/>
                  </a:lnTo>
                  <a:lnTo>
                    <a:pt x="8204" y="31750"/>
                  </a:lnTo>
                  <a:lnTo>
                    <a:pt x="3937" y="31750"/>
                  </a:lnTo>
                  <a:lnTo>
                    <a:pt x="3937" y="33020"/>
                  </a:lnTo>
                  <a:lnTo>
                    <a:pt x="4025" y="34290"/>
                  </a:lnTo>
                  <a:lnTo>
                    <a:pt x="4178" y="34290"/>
                  </a:lnTo>
                  <a:lnTo>
                    <a:pt x="4178" y="36830"/>
                  </a:lnTo>
                  <a:lnTo>
                    <a:pt x="4178" y="38100"/>
                  </a:lnTo>
                  <a:lnTo>
                    <a:pt x="4343" y="38100"/>
                  </a:lnTo>
                  <a:lnTo>
                    <a:pt x="4343" y="39370"/>
                  </a:lnTo>
                  <a:lnTo>
                    <a:pt x="4533" y="39370"/>
                  </a:lnTo>
                  <a:lnTo>
                    <a:pt x="4533" y="40640"/>
                  </a:lnTo>
                  <a:lnTo>
                    <a:pt x="4368" y="40640"/>
                  </a:lnTo>
                  <a:lnTo>
                    <a:pt x="4368" y="41910"/>
                  </a:lnTo>
                  <a:lnTo>
                    <a:pt x="4140" y="41910"/>
                  </a:lnTo>
                  <a:lnTo>
                    <a:pt x="4140" y="43180"/>
                  </a:lnTo>
                  <a:lnTo>
                    <a:pt x="4356" y="43180"/>
                  </a:lnTo>
                  <a:lnTo>
                    <a:pt x="4356" y="45720"/>
                  </a:lnTo>
                  <a:lnTo>
                    <a:pt x="457" y="45720"/>
                  </a:lnTo>
                  <a:lnTo>
                    <a:pt x="457" y="46990"/>
                  </a:lnTo>
                  <a:lnTo>
                    <a:pt x="0" y="46990"/>
                  </a:lnTo>
                  <a:lnTo>
                    <a:pt x="0" y="48260"/>
                  </a:lnTo>
                  <a:lnTo>
                    <a:pt x="368" y="48260"/>
                  </a:lnTo>
                  <a:lnTo>
                    <a:pt x="368" y="50800"/>
                  </a:lnTo>
                  <a:lnTo>
                    <a:pt x="673" y="50800"/>
                  </a:lnTo>
                  <a:lnTo>
                    <a:pt x="673" y="54610"/>
                  </a:lnTo>
                  <a:lnTo>
                    <a:pt x="685" y="57150"/>
                  </a:lnTo>
                  <a:lnTo>
                    <a:pt x="482" y="57150"/>
                  </a:lnTo>
                  <a:lnTo>
                    <a:pt x="482" y="59690"/>
                  </a:lnTo>
                  <a:lnTo>
                    <a:pt x="4457" y="59690"/>
                  </a:lnTo>
                  <a:lnTo>
                    <a:pt x="4457" y="62230"/>
                  </a:lnTo>
                  <a:lnTo>
                    <a:pt x="4406" y="64770"/>
                  </a:lnTo>
                  <a:lnTo>
                    <a:pt x="4178" y="64770"/>
                  </a:lnTo>
                  <a:lnTo>
                    <a:pt x="4178" y="68580"/>
                  </a:lnTo>
                  <a:lnTo>
                    <a:pt x="3835" y="68580"/>
                  </a:lnTo>
                  <a:lnTo>
                    <a:pt x="3835" y="72390"/>
                  </a:lnTo>
                  <a:lnTo>
                    <a:pt x="3797" y="73660"/>
                  </a:lnTo>
                  <a:lnTo>
                    <a:pt x="4330" y="73660"/>
                  </a:lnTo>
                  <a:lnTo>
                    <a:pt x="4330" y="74930"/>
                  </a:lnTo>
                  <a:lnTo>
                    <a:pt x="4622" y="74930"/>
                  </a:lnTo>
                  <a:lnTo>
                    <a:pt x="4622" y="73660"/>
                  </a:lnTo>
                  <a:lnTo>
                    <a:pt x="8051" y="73660"/>
                  </a:lnTo>
                  <a:lnTo>
                    <a:pt x="8051" y="74930"/>
                  </a:lnTo>
                  <a:lnTo>
                    <a:pt x="7772" y="74930"/>
                  </a:lnTo>
                  <a:lnTo>
                    <a:pt x="7772" y="76200"/>
                  </a:lnTo>
                  <a:lnTo>
                    <a:pt x="7708" y="78740"/>
                  </a:lnTo>
                  <a:lnTo>
                    <a:pt x="7569" y="78740"/>
                  </a:lnTo>
                  <a:lnTo>
                    <a:pt x="7569" y="80010"/>
                  </a:lnTo>
                  <a:lnTo>
                    <a:pt x="7378" y="80010"/>
                  </a:lnTo>
                  <a:lnTo>
                    <a:pt x="7378" y="81280"/>
                  </a:lnTo>
                  <a:lnTo>
                    <a:pt x="10071" y="81280"/>
                  </a:lnTo>
                  <a:lnTo>
                    <a:pt x="10071" y="80010"/>
                  </a:lnTo>
                  <a:lnTo>
                    <a:pt x="10947" y="80010"/>
                  </a:lnTo>
                  <a:lnTo>
                    <a:pt x="10947" y="81280"/>
                  </a:lnTo>
                  <a:lnTo>
                    <a:pt x="11252" y="81280"/>
                  </a:lnTo>
                  <a:lnTo>
                    <a:pt x="11252" y="83820"/>
                  </a:lnTo>
                  <a:lnTo>
                    <a:pt x="11188" y="85090"/>
                  </a:lnTo>
                  <a:lnTo>
                    <a:pt x="12941" y="85090"/>
                  </a:lnTo>
                  <a:lnTo>
                    <a:pt x="12941" y="83820"/>
                  </a:lnTo>
                  <a:lnTo>
                    <a:pt x="14706" y="83820"/>
                  </a:lnTo>
                  <a:lnTo>
                    <a:pt x="14706" y="85090"/>
                  </a:lnTo>
                  <a:lnTo>
                    <a:pt x="14617" y="87630"/>
                  </a:lnTo>
                  <a:lnTo>
                    <a:pt x="14998" y="87630"/>
                  </a:lnTo>
                  <a:lnTo>
                    <a:pt x="14998" y="88900"/>
                  </a:lnTo>
                  <a:lnTo>
                    <a:pt x="15849" y="88900"/>
                  </a:lnTo>
                  <a:lnTo>
                    <a:pt x="15849" y="87630"/>
                  </a:lnTo>
                  <a:lnTo>
                    <a:pt x="18516" y="87630"/>
                  </a:lnTo>
                  <a:lnTo>
                    <a:pt x="18516" y="88900"/>
                  </a:lnTo>
                  <a:lnTo>
                    <a:pt x="17983" y="88900"/>
                  </a:lnTo>
                  <a:lnTo>
                    <a:pt x="17983" y="91440"/>
                  </a:lnTo>
                  <a:lnTo>
                    <a:pt x="21971" y="91440"/>
                  </a:lnTo>
                  <a:lnTo>
                    <a:pt x="21971" y="93980"/>
                  </a:lnTo>
                  <a:lnTo>
                    <a:pt x="84594" y="93980"/>
                  </a:lnTo>
                  <a:lnTo>
                    <a:pt x="84594" y="91440"/>
                  </a:lnTo>
                  <a:lnTo>
                    <a:pt x="88595" y="91440"/>
                  </a:lnTo>
                  <a:lnTo>
                    <a:pt x="88595" y="88900"/>
                  </a:lnTo>
                  <a:lnTo>
                    <a:pt x="88061" y="88900"/>
                  </a:lnTo>
                  <a:lnTo>
                    <a:pt x="88061" y="87630"/>
                  </a:lnTo>
                  <a:lnTo>
                    <a:pt x="90728" y="87630"/>
                  </a:lnTo>
                  <a:lnTo>
                    <a:pt x="90728" y="88900"/>
                  </a:lnTo>
                  <a:lnTo>
                    <a:pt x="91567" y="88900"/>
                  </a:lnTo>
                  <a:lnTo>
                    <a:pt x="91567" y="87630"/>
                  </a:lnTo>
                  <a:lnTo>
                    <a:pt x="91948" y="87630"/>
                  </a:lnTo>
                  <a:lnTo>
                    <a:pt x="91948" y="85090"/>
                  </a:lnTo>
                  <a:lnTo>
                    <a:pt x="91871" y="83820"/>
                  </a:lnTo>
                  <a:lnTo>
                    <a:pt x="93624" y="83820"/>
                  </a:lnTo>
                  <a:lnTo>
                    <a:pt x="93624" y="85090"/>
                  </a:lnTo>
                  <a:lnTo>
                    <a:pt x="95377" y="85090"/>
                  </a:lnTo>
                  <a:lnTo>
                    <a:pt x="95377" y="83820"/>
                  </a:lnTo>
                  <a:lnTo>
                    <a:pt x="95313" y="81280"/>
                  </a:lnTo>
                  <a:lnTo>
                    <a:pt x="95618" y="81280"/>
                  </a:lnTo>
                  <a:lnTo>
                    <a:pt x="95618" y="80010"/>
                  </a:lnTo>
                  <a:lnTo>
                    <a:pt x="96494" y="80010"/>
                  </a:lnTo>
                  <a:lnTo>
                    <a:pt x="96494" y="81280"/>
                  </a:lnTo>
                  <a:lnTo>
                    <a:pt x="99187" y="81280"/>
                  </a:lnTo>
                  <a:lnTo>
                    <a:pt x="99187" y="80010"/>
                  </a:lnTo>
                  <a:lnTo>
                    <a:pt x="99009" y="80010"/>
                  </a:lnTo>
                  <a:lnTo>
                    <a:pt x="99009" y="78740"/>
                  </a:lnTo>
                  <a:lnTo>
                    <a:pt x="98869" y="78740"/>
                  </a:lnTo>
                  <a:lnTo>
                    <a:pt x="98869" y="76200"/>
                  </a:lnTo>
                  <a:lnTo>
                    <a:pt x="98806" y="74930"/>
                  </a:lnTo>
                  <a:lnTo>
                    <a:pt x="98513" y="74930"/>
                  </a:lnTo>
                  <a:lnTo>
                    <a:pt x="98513" y="73660"/>
                  </a:lnTo>
                  <a:lnTo>
                    <a:pt x="101981" y="73660"/>
                  </a:lnTo>
                  <a:lnTo>
                    <a:pt x="101981" y="74930"/>
                  </a:lnTo>
                  <a:lnTo>
                    <a:pt x="102247" y="74930"/>
                  </a:lnTo>
                  <a:lnTo>
                    <a:pt x="102247" y="73660"/>
                  </a:lnTo>
                  <a:lnTo>
                    <a:pt x="102768" y="73660"/>
                  </a:lnTo>
                  <a:lnTo>
                    <a:pt x="102768" y="72390"/>
                  </a:lnTo>
                  <a:lnTo>
                    <a:pt x="102730" y="68580"/>
                  </a:lnTo>
                  <a:lnTo>
                    <a:pt x="102400" y="68580"/>
                  </a:lnTo>
                  <a:lnTo>
                    <a:pt x="102400" y="64770"/>
                  </a:lnTo>
                  <a:lnTo>
                    <a:pt x="102196" y="64770"/>
                  </a:lnTo>
                  <a:lnTo>
                    <a:pt x="102196" y="62230"/>
                  </a:lnTo>
                  <a:lnTo>
                    <a:pt x="102184" y="59690"/>
                  </a:lnTo>
                  <a:lnTo>
                    <a:pt x="106083" y="59690"/>
                  </a:lnTo>
                  <a:lnTo>
                    <a:pt x="106083" y="57150"/>
                  </a:lnTo>
                  <a:lnTo>
                    <a:pt x="106032" y="54610"/>
                  </a:lnTo>
                  <a:lnTo>
                    <a:pt x="106172" y="54610"/>
                  </a:lnTo>
                  <a:lnTo>
                    <a:pt x="106172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7278541" y="8421445"/>
              <a:ext cx="64135" cy="13970"/>
            </a:xfrm>
            <a:custGeom>
              <a:avLst/>
              <a:gdLst/>
              <a:ahLst/>
              <a:cxnLst/>
              <a:rect l="l" t="t" r="r" b="b"/>
              <a:pathLst>
                <a:path w="64134" h="13970">
                  <a:moveTo>
                    <a:pt x="63868" y="2540"/>
                  </a:moveTo>
                  <a:lnTo>
                    <a:pt x="63246" y="2540"/>
                  </a:lnTo>
                  <a:lnTo>
                    <a:pt x="63246" y="0"/>
                  </a:lnTo>
                  <a:lnTo>
                    <a:pt x="622" y="0"/>
                  </a:lnTo>
                  <a:lnTo>
                    <a:pt x="622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2870" y="3810"/>
                  </a:lnTo>
                  <a:lnTo>
                    <a:pt x="2870" y="2540"/>
                  </a:lnTo>
                  <a:lnTo>
                    <a:pt x="3429" y="2540"/>
                  </a:lnTo>
                  <a:lnTo>
                    <a:pt x="3429" y="3810"/>
                  </a:lnTo>
                  <a:lnTo>
                    <a:pt x="3975" y="3810"/>
                  </a:lnTo>
                  <a:lnTo>
                    <a:pt x="3975" y="6350"/>
                  </a:lnTo>
                  <a:lnTo>
                    <a:pt x="3810" y="6350"/>
                  </a:lnTo>
                  <a:lnTo>
                    <a:pt x="3810" y="7620"/>
                  </a:lnTo>
                  <a:lnTo>
                    <a:pt x="5816" y="7620"/>
                  </a:lnTo>
                  <a:lnTo>
                    <a:pt x="5816" y="6350"/>
                  </a:lnTo>
                  <a:lnTo>
                    <a:pt x="7289" y="6350"/>
                  </a:lnTo>
                  <a:lnTo>
                    <a:pt x="7289" y="7620"/>
                  </a:lnTo>
                  <a:lnTo>
                    <a:pt x="9194" y="7620"/>
                  </a:lnTo>
                  <a:lnTo>
                    <a:pt x="9194" y="6350"/>
                  </a:lnTo>
                  <a:lnTo>
                    <a:pt x="10833" y="6350"/>
                  </a:lnTo>
                  <a:lnTo>
                    <a:pt x="10833" y="7620"/>
                  </a:lnTo>
                  <a:lnTo>
                    <a:pt x="10858" y="10160"/>
                  </a:lnTo>
                  <a:lnTo>
                    <a:pt x="11468" y="10160"/>
                  </a:lnTo>
                  <a:lnTo>
                    <a:pt x="11468" y="11430"/>
                  </a:lnTo>
                  <a:lnTo>
                    <a:pt x="14846" y="11430"/>
                  </a:lnTo>
                  <a:lnTo>
                    <a:pt x="14846" y="10160"/>
                  </a:lnTo>
                  <a:lnTo>
                    <a:pt x="25171" y="10160"/>
                  </a:lnTo>
                  <a:lnTo>
                    <a:pt x="25171" y="11430"/>
                  </a:lnTo>
                  <a:lnTo>
                    <a:pt x="24853" y="11430"/>
                  </a:lnTo>
                  <a:lnTo>
                    <a:pt x="24853" y="13970"/>
                  </a:lnTo>
                  <a:lnTo>
                    <a:pt x="39128" y="13970"/>
                  </a:lnTo>
                  <a:lnTo>
                    <a:pt x="39128" y="11430"/>
                  </a:lnTo>
                  <a:lnTo>
                    <a:pt x="38709" y="11430"/>
                  </a:lnTo>
                  <a:lnTo>
                    <a:pt x="38709" y="10160"/>
                  </a:lnTo>
                  <a:lnTo>
                    <a:pt x="49009" y="10160"/>
                  </a:lnTo>
                  <a:lnTo>
                    <a:pt x="49009" y="11430"/>
                  </a:lnTo>
                  <a:lnTo>
                    <a:pt x="52425" y="11430"/>
                  </a:lnTo>
                  <a:lnTo>
                    <a:pt x="52425" y="10160"/>
                  </a:lnTo>
                  <a:lnTo>
                    <a:pt x="53022" y="10160"/>
                  </a:lnTo>
                  <a:lnTo>
                    <a:pt x="53022" y="7620"/>
                  </a:lnTo>
                  <a:lnTo>
                    <a:pt x="53047" y="6350"/>
                  </a:lnTo>
                  <a:lnTo>
                    <a:pt x="54673" y="6350"/>
                  </a:lnTo>
                  <a:lnTo>
                    <a:pt x="54673" y="7620"/>
                  </a:lnTo>
                  <a:lnTo>
                    <a:pt x="56578" y="7620"/>
                  </a:lnTo>
                  <a:lnTo>
                    <a:pt x="56578" y="6350"/>
                  </a:lnTo>
                  <a:lnTo>
                    <a:pt x="58051" y="6350"/>
                  </a:lnTo>
                  <a:lnTo>
                    <a:pt x="58051" y="7620"/>
                  </a:lnTo>
                  <a:lnTo>
                    <a:pt x="60058" y="7620"/>
                  </a:lnTo>
                  <a:lnTo>
                    <a:pt x="60058" y="6350"/>
                  </a:lnTo>
                  <a:lnTo>
                    <a:pt x="59893" y="6350"/>
                  </a:lnTo>
                  <a:lnTo>
                    <a:pt x="59893" y="3810"/>
                  </a:lnTo>
                  <a:lnTo>
                    <a:pt x="60439" y="3810"/>
                  </a:lnTo>
                  <a:lnTo>
                    <a:pt x="60439" y="2540"/>
                  </a:lnTo>
                  <a:lnTo>
                    <a:pt x="61010" y="2540"/>
                  </a:lnTo>
                  <a:lnTo>
                    <a:pt x="61010" y="3810"/>
                  </a:lnTo>
                  <a:lnTo>
                    <a:pt x="63868" y="3810"/>
                  </a:lnTo>
                  <a:lnTo>
                    <a:pt x="63868" y="2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/>
          <p:nvPr/>
        </p:nvSpPr>
        <p:spPr>
          <a:xfrm>
            <a:off x="16839685" y="8333130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36368" y="99572"/>
                </a:moveTo>
                <a:lnTo>
                  <a:pt x="35549" y="98564"/>
                </a:lnTo>
                <a:lnTo>
                  <a:pt x="36097" y="95436"/>
                </a:lnTo>
                <a:lnTo>
                  <a:pt x="33810" y="94814"/>
                </a:lnTo>
                <a:lnTo>
                  <a:pt x="30842" y="95355"/>
                </a:lnTo>
                <a:lnTo>
                  <a:pt x="28036" y="95355"/>
                </a:lnTo>
                <a:lnTo>
                  <a:pt x="25894" y="95706"/>
                </a:lnTo>
                <a:lnTo>
                  <a:pt x="24754" y="95070"/>
                </a:lnTo>
                <a:lnTo>
                  <a:pt x="25704" y="92286"/>
                </a:lnTo>
                <a:lnTo>
                  <a:pt x="24776" y="91357"/>
                </a:lnTo>
                <a:lnTo>
                  <a:pt x="22131" y="92410"/>
                </a:lnTo>
                <a:lnTo>
                  <a:pt x="21290" y="91146"/>
                </a:lnTo>
                <a:lnTo>
                  <a:pt x="22342" y="88924"/>
                </a:lnTo>
                <a:lnTo>
                  <a:pt x="21173" y="87754"/>
                </a:lnTo>
                <a:lnTo>
                  <a:pt x="18834" y="88924"/>
                </a:lnTo>
                <a:lnTo>
                  <a:pt x="17760" y="87849"/>
                </a:lnTo>
                <a:lnTo>
                  <a:pt x="18812" y="85204"/>
                </a:lnTo>
                <a:lnTo>
                  <a:pt x="17548" y="84363"/>
                </a:lnTo>
                <a:lnTo>
                  <a:pt x="15333" y="85416"/>
                </a:lnTo>
                <a:lnTo>
                  <a:pt x="14157" y="84246"/>
                </a:lnTo>
                <a:lnTo>
                  <a:pt x="15326" y="81908"/>
                </a:lnTo>
                <a:lnTo>
                  <a:pt x="14252" y="80833"/>
                </a:lnTo>
                <a:lnTo>
                  <a:pt x="11606" y="81886"/>
                </a:lnTo>
                <a:lnTo>
                  <a:pt x="10765" y="80621"/>
                </a:lnTo>
                <a:lnTo>
                  <a:pt x="11818" y="78399"/>
                </a:lnTo>
                <a:lnTo>
                  <a:pt x="10648" y="77230"/>
                </a:lnTo>
                <a:lnTo>
                  <a:pt x="8310" y="78399"/>
                </a:lnTo>
                <a:lnTo>
                  <a:pt x="7235" y="77325"/>
                </a:lnTo>
                <a:lnTo>
                  <a:pt x="8287" y="74679"/>
                </a:lnTo>
                <a:lnTo>
                  <a:pt x="7257" y="73992"/>
                </a:lnTo>
                <a:lnTo>
                  <a:pt x="4472" y="74760"/>
                </a:lnTo>
                <a:lnTo>
                  <a:pt x="3471" y="72991"/>
                </a:lnTo>
                <a:lnTo>
                  <a:pt x="4217" y="68840"/>
                </a:lnTo>
                <a:lnTo>
                  <a:pt x="4217" y="66435"/>
                </a:lnTo>
                <a:lnTo>
                  <a:pt x="4546" y="64557"/>
                </a:lnTo>
                <a:lnTo>
                  <a:pt x="4026" y="63336"/>
                </a:lnTo>
                <a:lnTo>
                  <a:pt x="1074" y="64148"/>
                </a:lnTo>
                <a:lnTo>
                  <a:pt x="306" y="63380"/>
                </a:lnTo>
                <a:lnTo>
                  <a:pt x="825" y="60866"/>
                </a:lnTo>
                <a:lnTo>
                  <a:pt x="94" y="57095"/>
                </a:lnTo>
                <a:lnTo>
                  <a:pt x="708" y="52987"/>
                </a:lnTo>
                <a:lnTo>
                  <a:pt x="708" y="47462"/>
                </a:lnTo>
                <a:lnTo>
                  <a:pt x="467" y="45006"/>
                </a:lnTo>
                <a:lnTo>
                  <a:pt x="818" y="41696"/>
                </a:lnTo>
                <a:lnTo>
                  <a:pt x="0" y="36302"/>
                </a:lnTo>
                <a:lnTo>
                  <a:pt x="1044" y="35439"/>
                </a:lnTo>
                <a:lnTo>
                  <a:pt x="4092" y="36068"/>
                </a:lnTo>
                <a:lnTo>
                  <a:pt x="4523" y="34840"/>
                </a:lnTo>
                <a:lnTo>
                  <a:pt x="4217" y="33144"/>
                </a:lnTo>
                <a:lnTo>
                  <a:pt x="4217" y="31420"/>
                </a:lnTo>
                <a:lnTo>
                  <a:pt x="3873" y="29395"/>
                </a:lnTo>
                <a:lnTo>
                  <a:pt x="4567" y="27999"/>
                </a:lnTo>
                <a:lnTo>
                  <a:pt x="3676" y="25733"/>
                </a:lnTo>
                <a:lnTo>
                  <a:pt x="4801" y="24608"/>
                </a:lnTo>
                <a:lnTo>
                  <a:pt x="7140" y="25777"/>
                </a:lnTo>
                <a:lnTo>
                  <a:pt x="8310" y="24608"/>
                </a:lnTo>
                <a:lnTo>
                  <a:pt x="7140" y="22269"/>
                </a:lnTo>
                <a:lnTo>
                  <a:pt x="8244" y="21165"/>
                </a:lnTo>
                <a:lnTo>
                  <a:pt x="10809" y="22262"/>
                </a:lnTo>
                <a:lnTo>
                  <a:pt x="11737" y="20997"/>
                </a:lnTo>
                <a:lnTo>
                  <a:pt x="10641" y="18768"/>
                </a:lnTo>
                <a:lnTo>
                  <a:pt x="11723" y="17687"/>
                </a:lnTo>
                <a:lnTo>
                  <a:pt x="14368" y="18739"/>
                </a:lnTo>
                <a:lnTo>
                  <a:pt x="15246" y="17416"/>
                </a:lnTo>
                <a:lnTo>
                  <a:pt x="14157" y="15362"/>
                </a:lnTo>
                <a:lnTo>
                  <a:pt x="15238" y="14076"/>
                </a:lnTo>
                <a:lnTo>
                  <a:pt x="17694" y="15223"/>
                </a:lnTo>
                <a:lnTo>
                  <a:pt x="18841" y="14076"/>
                </a:lnTo>
                <a:lnTo>
                  <a:pt x="17672" y="11774"/>
                </a:lnTo>
                <a:lnTo>
                  <a:pt x="18805" y="10568"/>
                </a:lnTo>
                <a:lnTo>
                  <a:pt x="21180" y="11737"/>
                </a:lnTo>
                <a:lnTo>
                  <a:pt x="22342" y="10575"/>
                </a:lnTo>
                <a:lnTo>
                  <a:pt x="21173" y="8236"/>
                </a:lnTo>
                <a:lnTo>
                  <a:pt x="22342" y="7067"/>
                </a:lnTo>
                <a:lnTo>
                  <a:pt x="24681" y="8236"/>
                </a:lnTo>
                <a:lnTo>
                  <a:pt x="25697" y="7221"/>
                </a:lnTo>
                <a:lnTo>
                  <a:pt x="24762" y="4414"/>
                </a:lnTo>
                <a:lnTo>
                  <a:pt x="26647" y="3405"/>
                </a:lnTo>
                <a:lnTo>
                  <a:pt x="30674" y="4144"/>
                </a:lnTo>
                <a:lnTo>
                  <a:pt x="33305" y="4144"/>
                </a:lnTo>
                <a:lnTo>
                  <a:pt x="34840" y="4363"/>
                </a:lnTo>
                <a:lnTo>
                  <a:pt x="35790" y="4144"/>
                </a:lnTo>
                <a:lnTo>
                  <a:pt x="36112" y="4056"/>
                </a:lnTo>
                <a:lnTo>
                  <a:pt x="35513" y="920"/>
                </a:lnTo>
                <a:lnTo>
                  <a:pt x="36200" y="233"/>
                </a:lnTo>
                <a:lnTo>
                  <a:pt x="38699" y="760"/>
                </a:lnTo>
                <a:lnTo>
                  <a:pt x="41433" y="204"/>
                </a:lnTo>
                <a:lnTo>
                  <a:pt x="44137" y="635"/>
                </a:lnTo>
                <a:lnTo>
                  <a:pt x="56554" y="635"/>
                </a:lnTo>
                <a:lnTo>
                  <a:pt x="60698" y="0"/>
                </a:lnTo>
                <a:lnTo>
                  <a:pt x="64133" y="687"/>
                </a:lnTo>
                <a:lnTo>
                  <a:pt x="63607" y="3895"/>
                </a:lnTo>
                <a:lnTo>
                  <a:pt x="64287" y="4575"/>
                </a:lnTo>
                <a:lnTo>
                  <a:pt x="66742" y="3990"/>
                </a:lnTo>
                <a:lnTo>
                  <a:pt x="69395" y="4648"/>
                </a:lnTo>
                <a:lnTo>
                  <a:pt x="72494" y="3281"/>
                </a:lnTo>
                <a:lnTo>
                  <a:pt x="74833" y="4348"/>
                </a:lnTo>
                <a:lnTo>
                  <a:pt x="73992" y="7272"/>
                </a:lnTo>
                <a:lnTo>
                  <a:pt x="74964" y="8236"/>
                </a:lnTo>
                <a:lnTo>
                  <a:pt x="77303" y="7067"/>
                </a:lnTo>
                <a:lnTo>
                  <a:pt x="78473" y="8236"/>
                </a:lnTo>
                <a:lnTo>
                  <a:pt x="77303" y="10575"/>
                </a:lnTo>
                <a:lnTo>
                  <a:pt x="78458" y="11730"/>
                </a:lnTo>
                <a:lnTo>
                  <a:pt x="80855" y="10568"/>
                </a:lnTo>
                <a:lnTo>
                  <a:pt x="81966" y="11781"/>
                </a:lnTo>
                <a:lnTo>
                  <a:pt x="80797" y="14069"/>
                </a:lnTo>
                <a:lnTo>
                  <a:pt x="81886" y="15158"/>
                </a:lnTo>
                <a:lnTo>
                  <a:pt x="84532" y="14105"/>
                </a:lnTo>
                <a:lnTo>
                  <a:pt x="85380" y="15384"/>
                </a:lnTo>
                <a:lnTo>
                  <a:pt x="84320" y="17570"/>
                </a:lnTo>
                <a:lnTo>
                  <a:pt x="85475" y="18768"/>
                </a:lnTo>
                <a:lnTo>
                  <a:pt x="87828" y="17599"/>
                </a:lnTo>
                <a:lnTo>
                  <a:pt x="88902" y="18666"/>
                </a:lnTo>
                <a:lnTo>
                  <a:pt x="87850" y="21312"/>
                </a:lnTo>
                <a:lnTo>
                  <a:pt x="89114" y="22152"/>
                </a:lnTo>
                <a:lnTo>
                  <a:pt x="91336" y="21100"/>
                </a:lnTo>
                <a:lnTo>
                  <a:pt x="92506" y="22269"/>
                </a:lnTo>
                <a:lnTo>
                  <a:pt x="91336" y="24608"/>
                </a:lnTo>
                <a:lnTo>
                  <a:pt x="92410" y="25682"/>
                </a:lnTo>
                <a:lnTo>
                  <a:pt x="95056" y="24630"/>
                </a:lnTo>
                <a:lnTo>
                  <a:pt x="95977" y="26011"/>
                </a:lnTo>
                <a:lnTo>
                  <a:pt x="94940" y="27846"/>
                </a:lnTo>
                <a:lnTo>
                  <a:pt x="96167" y="29987"/>
                </a:lnTo>
                <a:lnTo>
                  <a:pt x="94340" y="34825"/>
                </a:lnTo>
                <a:lnTo>
                  <a:pt x="95699" y="35936"/>
                </a:lnTo>
                <a:lnTo>
                  <a:pt x="98886" y="35461"/>
                </a:lnTo>
                <a:lnTo>
                  <a:pt x="99383" y="37829"/>
                </a:lnTo>
                <a:lnTo>
                  <a:pt x="98937" y="40577"/>
                </a:lnTo>
                <a:lnTo>
                  <a:pt x="98937" y="58790"/>
                </a:lnTo>
                <a:lnTo>
                  <a:pt x="99507" y="61853"/>
                </a:lnTo>
                <a:lnTo>
                  <a:pt x="98835" y="64126"/>
                </a:lnTo>
                <a:lnTo>
                  <a:pt x="95729" y="63483"/>
                </a:lnTo>
                <a:lnTo>
                  <a:pt x="94954" y="64257"/>
                </a:lnTo>
                <a:lnTo>
                  <a:pt x="95663" y="66625"/>
                </a:lnTo>
                <a:lnTo>
                  <a:pt x="94720" y="69337"/>
                </a:lnTo>
                <a:lnTo>
                  <a:pt x="96277" y="72319"/>
                </a:lnTo>
                <a:lnTo>
                  <a:pt x="95239" y="74745"/>
                </a:lnTo>
                <a:lnTo>
                  <a:pt x="92286" y="73934"/>
                </a:lnTo>
                <a:lnTo>
                  <a:pt x="91322" y="74906"/>
                </a:lnTo>
                <a:lnTo>
                  <a:pt x="92440" y="77135"/>
                </a:lnTo>
                <a:lnTo>
                  <a:pt x="91475" y="78399"/>
                </a:lnTo>
                <a:lnTo>
                  <a:pt x="88939" y="77281"/>
                </a:lnTo>
                <a:lnTo>
                  <a:pt x="87828" y="78399"/>
                </a:lnTo>
                <a:lnTo>
                  <a:pt x="88997" y="80738"/>
                </a:lnTo>
                <a:lnTo>
                  <a:pt x="87828" y="81908"/>
                </a:lnTo>
                <a:lnTo>
                  <a:pt x="85489" y="80738"/>
                </a:lnTo>
                <a:lnTo>
                  <a:pt x="84313" y="81915"/>
                </a:lnTo>
                <a:lnTo>
                  <a:pt x="85482" y="84224"/>
                </a:lnTo>
                <a:lnTo>
                  <a:pt x="84334" y="85423"/>
                </a:lnTo>
                <a:lnTo>
                  <a:pt x="81974" y="84254"/>
                </a:lnTo>
                <a:lnTo>
                  <a:pt x="80812" y="85416"/>
                </a:lnTo>
                <a:lnTo>
                  <a:pt x="81981" y="87754"/>
                </a:lnTo>
                <a:lnTo>
                  <a:pt x="80812" y="88924"/>
                </a:lnTo>
                <a:lnTo>
                  <a:pt x="78473" y="87754"/>
                </a:lnTo>
                <a:lnTo>
                  <a:pt x="77318" y="88909"/>
                </a:lnTo>
                <a:lnTo>
                  <a:pt x="78480" y="91306"/>
                </a:lnTo>
                <a:lnTo>
                  <a:pt x="77267" y="92417"/>
                </a:lnTo>
                <a:lnTo>
                  <a:pt x="74972" y="91255"/>
                </a:lnTo>
                <a:lnTo>
                  <a:pt x="73890" y="92337"/>
                </a:lnTo>
                <a:lnTo>
                  <a:pt x="74943" y="94983"/>
                </a:lnTo>
                <a:lnTo>
                  <a:pt x="73590" y="95882"/>
                </a:lnTo>
                <a:lnTo>
                  <a:pt x="71756" y="94990"/>
                </a:lnTo>
                <a:lnTo>
                  <a:pt x="68876" y="96181"/>
                </a:lnTo>
                <a:lnTo>
                  <a:pt x="65836" y="94508"/>
                </a:lnTo>
                <a:lnTo>
                  <a:pt x="63410" y="95545"/>
                </a:lnTo>
                <a:lnTo>
                  <a:pt x="64221" y="98498"/>
                </a:lnTo>
                <a:lnTo>
                  <a:pt x="63461" y="99258"/>
                </a:lnTo>
                <a:lnTo>
                  <a:pt x="60932" y="98754"/>
                </a:lnTo>
                <a:lnTo>
                  <a:pt x="57131" y="99448"/>
                </a:lnTo>
                <a:lnTo>
                  <a:pt x="53097" y="98863"/>
                </a:lnTo>
                <a:lnTo>
                  <a:pt x="47535" y="98863"/>
                </a:lnTo>
                <a:lnTo>
                  <a:pt x="45087" y="99105"/>
                </a:lnTo>
                <a:lnTo>
                  <a:pt x="41769" y="98754"/>
                </a:lnTo>
                <a:lnTo>
                  <a:pt x="36368" y="995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7471356" y="8333254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65142" y="99251"/>
                </a:moveTo>
                <a:lnTo>
                  <a:pt x="62240" y="98739"/>
                </a:lnTo>
                <a:lnTo>
                  <a:pt x="36996" y="98739"/>
                </a:lnTo>
                <a:lnTo>
                  <a:pt x="34102" y="99251"/>
                </a:lnTo>
                <a:lnTo>
                  <a:pt x="31764" y="98659"/>
                </a:lnTo>
                <a:lnTo>
                  <a:pt x="32355" y="95509"/>
                </a:lnTo>
                <a:lnTo>
                  <a:pt x="31749" y="94902"/>
                </a:lnTo>
                <a:lnTo>
                  <a:pt x="29081" y="95253"/>
                </a:lnTo>
                <a:lnTo>
                  <a:pt x="27714" y="95187"/>
                </a:lnTo>
                <a:lnTo>
                  <a:pt x="25836" y="95596"/>
                </a:lnTo>
                <a:lnTo>
                  <a:pt x="24601" y="95012"/>
                </a:lnTo>
                <a:lnTo>
                  <a:pt x="25463" y="92118"/>
                </a:lnTo>
                <a:lnTo>
                  <a:pt x="24740" y="91394"/>
                </a:lnTo>
                <a:lnTo>
                  <a:pt x="22072" y="91752"/>
                </a:lnTo>
                <a:lnTo>
                  <a:pt x="20881" y="91686"/>
                </a:lnTo>
                <a:lnTo>
                  <a:pt x="18600" y="92096"/>
                </a:lnTo>
                <a:lnTo>
                  <a:pt x="17489" y="91336"/>
                </a:lnTo>
                <a:lnTo>
                  <a:pt x="18549" y="88712"/>
                </a:lnTo>
                <a:lnTo>
                  <a:pt x="17563" y="87725"/>
                </a:lnTo>
                <a:lnTo>
                  <a:pt x="14917" y="88777"/>
                </a:lnTo>
                <a:lnTo>
                  <a:pt x="14076" y="87513"/>
                </a:lnTo>
                <a:lnTo>
                  <a:pt x="15129" y="85291"/>
                </a:lnTo>
                <a:lnTo>
                  <a:pt x="13959" y="84122"/>
                </a:lnTo>
                <a:lnTo>
                  <a:pt x="11621" y="85291"/>
                </a:lnTo>
                <a:lnTo>
                  <a:pt x="10546" y="84217"/>
                </a:lnTo>
                <a:lnTo>
                  <a:pt x="11599" y="81571"/>
                </a:lnTo>
                <a:lnTo>
                  <a:pt x="10473" y="80826"/>
                </a:lnTo>
                <a:lnTo>
                  <a:pt x="7908" y="81717"/>
                </a:lnTo>
                <a:lnTo>
                  <a:pt x="6621" y="79941"/>
                </a:lnTo>
                <a:lnTo>
                  <a:pt x="8682" y="75125"/>
                </a:lnTo>
                <a:lnTo>
                  <a:pt x="7118" y="73846"/>
                </a:lnTo>
                <a:lnTo>
                  <a:pt x="4224" y="74621"/>
                </a:lnTo>
                <a:lnTo>
                  <a:pt x="3413" y="72911"/>
                </a:lnTo>
                <a:lnTo>
                  <a:pt x="5043" y="67999"/>
                </a:lnTo>
                <a:lnTo>
                  <a:pt x="3727" y="66925"/>
                </a:lnTo>
                <a:lnTo>
                  <a:pt x="584" y="67458"/>
                </a:lnTo>
                <a:lnTo>
                  <a:pt x="0" y="65149"/>
                </a:lnTo>
                <a:lnTo>
                  <a:pt x="511" y="62240"/>
                </a:lnTo>
                <a:lnTo>
                  <a:pt x="511" y="37003"/>
                </a:lnTo>
                <a:lnTo>
                  <a:pt x="0" y="34109"/>
                </a:lnTo>
                <a:lnTo>
                  <a:pt x="591" y="31770"/>
                </a:lnTo>
                <a:lnTo>
                  <a:pt x="3741" y="32362"/>
                </a:lnTo>
                <a:lnTo>
                  <a:pt x="4356" y="31755"/>
                </a:lnTo>
                <a:lnTo>
                  <a:pt x="3998" y="29088"/>
                </a:lnTo>
                <a:lnTo>
                  <a:pt x="4063" y="27714"/>
                </a:lnTo>
                <a:lnTo>
                  <a:pt x="3654" y="25835"/>
                </a:lnTo>
                <a:lnTo>
                  <a:pt x="4239" y="24600"/>
                </a:lnTo>
                <a:lnTo>
                  <a:pt x="7133" y="25463"/>
                </a:lnTo>
                <a:lnTo>
                  <a:pt x="7857" y="24739"/>
                </a:lnTo>
                <a:lnTo>
                  <a:pt x="7506" y="22071"/>
                </a:lnTo>
                <a:lnTo>
                  <a:pt x="7564" y="20895"/>
                </a:lnTo>
                <a:lnTo>
                  <a:pt x="7155" y="18578"/>
                </a:lnTo>
                <a:lnTo>
                  <a:pt x="7937" y="17474"/>
                </a:lnTo>
                <a:lnTo>
                  <a:pt x="10532" y="18563"/>
                </a:lnTo>
                <a:lnTo>
                  <a:pt x="11620" y="17467"/>
                </a:lnTo>
                <a:lnTo>
                  <a:pt x="10451" y="15128"/>
                </a:lnTo>
                <a:lnTo>
                  <a:pt x="11620" y="13959"/>
                </a:lnTo>
                <a:lnTo>
                  <a:pt x="13959" y="15128"/>
                </a:lnTo>
                <a:lnTo>
                  <a:pt x="15078" y="14010"/>
                </a:lnTo>
                <a:lnTo>
                  <a:pt x="13959" y="11481"/>
                </a:lnTo>
                <a:lnTo>
                  <a:pt x="15224" y="10516"/>
                </a:lnTo>
                <a:lnTo>
                  <a:pt x="17460" y="11635"/>
                </a:lnTo>
                <a:lnTo>
                  <a:pt x="18425" y="10670"/>
                </a:lnTo>
                <a:lnTo>
                  <a:pt x="17614" y="7717"/>
                </a:lnTo>
                <a:lnTo>
                  <a:pt x="19938" y="6716"/>
                </a:lnTo>
                <a:lnTo>
                  <a:pt x="23300" y="8543"/>
                </a:lnTo>
                <a:lnTo>
                  <a:pt x="25595" y="7227"/>
                </a:lnTo>
                <a:lnTo>
                  <a:pt x="24623" y="4465"/>
                </a:lnTo>
                <a:lnTo>
                  <a:pt x="25551" y="3544"/>
                </a:lnTo>
                <a:lnTo>
                  <a:pt x="27912" y="4253"/>
                </a:lnTo>
                <a:lnTo>
                  <a:pt x="29600" y="3654"/>
                </a:lnTo>
                <a:lnTo>
                  <a:pt x="30988" y="4384"/>
                </a:lnTo>
                <a:lnTo>
                  <a:pt x="32077" y="4019"/>
                </a:lnTo>
                <a:lnTo>
                  <a:pt x="32435" y="3910"/>
                </a:lnTo>
                <a:lnTo>
                  <a:pt x="31770" y="818"/>
                </a:lnTo>
                <a:lnTo>
                  <a:pt x="32464" y="131"/>
                </a:lnTo>
                <a:lnTo>
                  <a:pt x="35015" y="599"/>
                </a:lnTo>
                <a:lnTo>
                  <a:pt x="38874" y="0"/>
                </a:lnTo>
                <a:lnTo>
                  <a:pt x="42777" y="511"/>
                </a:lnTo>
                <a:lnTo>
                  <a:pt x="62247" y="511"/>
                </a:lnTo>
                <a:lnTo>
                  <a:pt x="65127" y="7"/>
                </a:lnTo>
                <a:lnTo>
                  <a:pt x="67466" y="584"/>
                </a:lnTo>
                <a:lnTo>
                  <a:pt x="66888" y="3749"/>
                </a:lnTo>
                <a:lnTo>
                  <a:pt x="67488" y="4348"/>
                </a:lnTo>
                <a:lnTo>
                  <a:pt x="70155" y="3990"/>
                </a:lnTo>
                <a:lnTo>
                  <a:pt x="71529" y="4063"/>
                </a:lnTo>
                <a:lnTo>
                  <a:pt x="73408" y="3654"/>
                </a:lnTo>
                <a:lnTo>
                  <a:pt x="74643" y="4239"/>
                </a:lnTo>
                <a:lnTo>
                  <a:pt x="73781" y="7133"/>
                </a:lnTo>
                <a:lnTo>
                  <a:pt x="74504" y="7856"/>
                </a:lnTo>
                <a:lnTo>
                  <a:pt x="77172" y="7506"/>
                </a:lnTo>
                <a:lnTo>
                  <a:pt x="78341" y="7564"/>
                </a:lnTo>
                <a:lnTo>
                  <a:pt x="80680" y="7155"/>
                </a:lnTo>
                <a:lnTo>
                  <a:pt x="81769" y="7944"/>
                </a:lnTo>
                <a:lnTo>
                  <a:pt x="80680" y="10524"/>
                </a:lnTo>
                <a:lnTo>
                  <a:pt x="81681" y="11525"/>
                </a:lnTo>
                <a:lnTo>
                  <a:pt x="84327" y="10473"/>
                </a:lnTo>
                <a:lnTo>
                  <a:pt x="85167" y="11737"/>
                </a:lnTo>
                <a:lnTo>
                  <a:pt x="84115" y="13959"/>
                </a:lnTo>
                <a:lnTo>
                  <a:pt x="85284" y="15128"/>
                </a:lnTo>
                <a:lnTo>
                  <a:pt x="87623" y="13959"/>
                </a:lnTo>
                <a:lnTo>
                  <a:pt x="88698" y="15033"/>
                </a:lnTo>
                <a:lnTo>
                  <a:pt x="87645" y="17679"/>
                </a:lnTo>
                <a:lnTo>
                  <a:pt x="88749" y="18410"/>
                </a:lnTo>
                <a:lnTo>
                  <a:pt x="91373" y="17548"/>
                </a:lnTo>
                <a:lnTo>
                  <a:pt x="92586" y="19316"/>
                </a:lnTo>
                <a:lnTo>
                  <a:pt x="90576" y="24133"/>
                </a:lnTo>
                <a:lnTo>
                  <a:pt x="92125" y="25404"/>
                </a:lnTo>
                <a:lnTo>
                  <a:pt x="95020" y="24630"/>
                </a:lnTo>
                <a:lnTo>
                  <a:pt x="95831" y="26340"/>
                </a:lnTo>
                <a:lnTo>
                  <a:pt x="94201" y="31251"/>
                </a:lnTo>
                <a:lnTo>
                  <a:pt x="95517" y="32318"/>
                </a:lnTo>
                <a:lnTo>
                  <a:pt x="98659" y="31799"/>
                </a:lnTo>
                <a:lnTo>
                  <a:pt x="99244" y="34109"/>
                </a:lnTo>
                <a:lnTo>
                  <a:pt x="98733" y="37003"/>
                </a:lnTo>
                <a:lnTo>
                  <a:pt x="98733" y="62247"/>
                </a:lnTo>
                <a:lnTo>
                  <a:pt x="99252" y="65149"/>
                </a:lnTo>
                <a:lnTo>
                  <a:pt x="98652" y="67480"/>
                </a:lnTo>
                <a:lnTo>
                  <a:pt x="95502" y="66888"/>
                </a:lnTo>
                <a:lnTo>
                  <a:pt x="94895" y="67495"/>
                </a:lnTo>
                <a:lnTo>
                  <a:pt x="95254" y="70163"/>
                </a:lnTo>
                <a:lnTo>
                  <a:pt x="95180" y="71537"/>
                </a:lnTo>
                <a:lnTo>
                  <a:pt x="95590" y="73415"/>
                </a:lnTo>
                <a:lnTo>
                  <a:pt x="95005" y="74650"/>
                </a:lnTo>
                <a:lnTo>
                  <a:pt x="92111" y="73788"/>
                </a:lnTo>
                <a:lnTo>
                  <a:pt x="91387" y="74511"/>
                </a:lnTo>
                <a:lnTo>
                  <a:pt x="91745" y="77179"/>
                </a:lnTo>
                <a:lnTo>
                  <a:pt x="91680" y="78348"/>
                </a:lnTo>
                <a:lnTo>
                  <a:pt x="92089" y="80687"/>
                </a:lnTo>
                <a:lnTo>
                  <a:pt x="91300" y="81776"/>
                </a:lnTo>
                <a:lnTo>
                  <a:pt x="88720" y="80687"/>
                </a:lnTo>
                <a:lnTo>
                  <a:pt x="87718" y="81688"/>
                </a:lnTo>
                <a:lnTo>
                  <a:pt x="88771" y="84334"/>
                </a:lnTo>
                <a:lnTo>
                  <a:pt x="87506" y="85174"/>
                </a:lnTo>
                <a:lnTo>
                  <a:pt x="85285" y="84122"/>
                </a:lnTo>
                <a:lnTo>
                  <a:pt x="84115" y="85291"/>
                </a:lnTo>
                <a:lnTo>
                  <a:pt x="85284" y="87630"/>
                </a:lnTo>
                <a:lnTo>
                  <a:pt x="84210" y="88704"/>
                </a:lnTo>
                <a:lnTo>
                  <a:pt x="81564" y="87652"/>
                </a:lnTo>
                <a:lnTo>
                  <a:pt x="80833" y="88756"/>
                </a:lnTo>
                <a:lnTo>
                  <a:pt x="81703" y="91372"/>
                </a:lnTo>
                <a:lnTo>
                  <a:pt x="79927" y="92593"/>
                </a:lnTo>
                <a:lnTo>
                  <a:pt x="75111" y="90583"/>
                </a:lnTo>
                <a:lnTo>
                  <a:pt x="73839" y="92132"/>
                </a:lnTo>
                <a:lnTo>
                  <a:pt x="74614" y="95026"/>
                </a:lnTo>
                <a:lnTo>
                  <a:pt x="72903" y="95838"/>
                </a:lnTo>
                <a:lnTo>
                  <a:pt x="67999" y="94208"/>
                </a:lnTo>
                <a:lnTo>
                  <a:pt x="66925" y="95523"/>
                </a:lnTo>
                <a:lnTo>
                  <a:pt x="67451" y="98666"/>
                </a:lnTo>
                <a:lnTo>
                  <a:pt x="65142" y="99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7681909" y="8333335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59419" y="99097"/>
                </a:moveTo>
                <a:lnTo>
                  <a:pt x="57365" y="98505"/>
                </a:lnTo>
                <a:lnTo>
                  <a:pt x="54413" y="99061"/>
                </a:lnTo>
                <a:lnTo>
                  <a:pt x="51752" y="98659"/>
                </a:lnTo>
                <a:lnTo>
                  <a:pt x="41681" y="98659"/>
                </a:lnTo>
                <a:lnTo>
                  <a:pt x="39803" y="98988"/>
                </a:lnTo>
                <a:lnTo>
                  <a:pt x="38589" y="98469"/>
                </a:lnTo>
                <a:lnTo>
                  <a:pt x="39393" y="95516"/>
                </a:lnTo>
                <a:lnTo>
                  <a:pt x="38568" y="94690"/>
                </a:lnTo>
                <a:lnTo>
                  <a:pt x="36170" y="95355"/>
                </a:lnTo>
                <a:lnTo>
                  <a:pt x="34321" y="94778"/>
                </a:lnTo>
                <a:lnTo>
                  <a:pt x="29234" y="96042"/>
                </a:lnTo>
                <a:lnTo>
                  <a:pt x="28226" y="94814"/>
                </a:lnTo>
                <a:lnTo>
                  <a:pt x="28854" y="91767"/>
                </a:lnTo>
                <a:lnTo>
                  <a:pt x="26676" y="91007"/>
                </a:lnTo>
                <a:lnTo>
                  <a:pt x="23095" y="92666"/>
                </a:lnTo>
                <a:lnTo>
                  <a:pt x="20932" y="91292"/>
                </a:lnTo>
                <a:lnTo>
                  <a:pt x="21962" y="88609"/>
                </a:lnTo>
                <a:lnTo>
                  <a:pt x="20903" y="87550"/>
                </a:lnTo>
                <a:lnTo>
                  <a:pt x="18564" y="88719"/>
                </a:lnTo>
                <a:lnTo>
                  <a:pt x="17394" y="87550"/>
                </a:lnTo>
                <a:lnTo>
                  <a:pt x="18564" y="85211"/>
                </a:lnTo>
                <a:lnTo>
                  <a:pt x="17394" y="84042"/>
                </a:lnTo>
                <a:lnTo>
                  <a:pt x="15056" y="85211"/>
                </a:lnTo>
                <a:lnTo>
                  <a:pt x="13886" y="84042"/>
                </a:lnTo>
                <a:lnTo>
                  <a:pt x="15055" y="81703"/>
                </a:lnTo>
                <a:lnTo>
                  <a:pt x="13886" y="80533"/>
                </a:lnTo>
                <a:lnTo>
                  <a:pt x="11547" y="81703"/>
                </a:lnTo>
                <a:lnTo>
                  <a:pt x="10378" y="80533"/>
                </a:lnTo>
                <a:lnTo>
                  <a:pt x="11547" y="78195"/>
                </a:lnTo>
                <a:lnTo>
                  <a:pt x="10488" y="77142"/>
                </a:lnTo>
                <a:lnTo>
                  <a:pt x="7791" y="78158"/>
                </a:lnTo>
                <a:lnTo>
                  <a:pt x="6658" y="76331"/>
                </a:lnTo>
                <a:lnTo>
                  <a:pt x="8565" y="71507"/>
                </a:lnTo>
                <a:lnTo>
                  <a:pt x="7118" y="70316"/>
                </a:lnTo>
                <a:lnTo>
                  <a:pt x="4070" y="70945"/>
                </a:lnTo>
                <a:lnTo>
                  <a:pt x="3647" y="69717"/>
                </a:lnTo>
                <a:lnTo>
                  <a:pt x="3946" y="68021"/>
                </a:lnTo>
                <a:lnTo>
                  <a:pt x="3946" y="66114"/>
                </a:lnTo>
                <a:lnTo>
                  <a:pt x="4239" y="64498"/>
                </a:lnTo>
                <a:lnTo>
                  <a:pt x="3749" y="62927"/>
                </a:lnTo>
                <a:lnTo>
                  <a:pt x="4407" y="60530"/>
                </a:lnTo>
                <a:lnTo>
                  <a:pt x="3457" y="59580"/>
                </a:lnTo>
                <a:lnTo>
                  <a:pt x="811" y="60632"/>
                </a:lnTo>
                <a:lnTo>
                  <a:pt x="0" y="59412"/>
                </a:lnTo>
                <a:lnTo>
                  <a:pt x="591" y="57358"/>
                </a:lnTo>
                <a:lnTo>
                  <a:pt x="43" y="54405"/>
                </a:lnTo>
                <a:lnTo>
                  <a:pt x="445" y="51745"/>
                </a:lnTo>
                <a:lnTo>
                  <a:pt x="445" y="41520"/>
                </a:lnTo>
                <a:lnTo>
                  <a:pt x="182" y="39992"/>
                </a:lnTo>
                <a:lnTo>
                  <a:pt x="533" y="38692"/>
                </a:lnTo>
                <a:lnTo>
                  <a:pt x="3669" y="39306"/>
                </a:lnTo>
                <a:lnTo>
                  <a:pt x="4282" y="38692"/>
                </a:lnTo>
                <a:lnTo>
                  <a:pt x="3924" y="36024"/>
                </a:lnTo>
                <a:lnTo>
                  <a:pt x="3997" y="34548"/>
                </a:lnTo>
                <a:lnTo>
                  <a:pt x="3617" y="32903"/>
                </a:lnTo>
                <a:lnTo>
                  <a:pt x="4195" y="31332"/>
                </a:lnTo>
                <a:lnTo>
                  <a:pt x="3464" y="28986"/>
                </a:lnTo>
                <a:lnTo>
                  <a:pt x="4436" y="28006"/>
                </a:lnTo>
                <a:lnTo>
                  <a:pt x="7081" y="29059"/>
                </a:lnTo>
                <a:lnTo>
                  <a:pt x="7995" y="27678"/>
                </a:lnTo>
                <a:lnTo>
                  <a:pt x="6972" y="25850"/>
                </a:lnTo>
                <a:lnTo>
                  <a:pt x="7849" y="24279"/>
                </a:lnTo>
                <a:lnTo>
                  <a:pt x="6892" y="22043"/>
                </a:lnTo>
                <a:lnTo>
                  <a:pt x="7944" y="20990"/>
                </a:lnTo>
                <a:lnTo>
                  <a:pt x="10590" y="22043"/>
                </a:lnTo>
                <a:lnTo>
                  <a:pt x="11474" y="20712"/>
                </a:lnTo>
                <a:lnTo>
                  <a:pt x="10378" y="18688"/>
                </a:lnTo>
                <a:lnTo>
                  <a:pt x="11438" y="17380"/>
                </a:lnTo>
                <a:lnTo>
                  <a:pt x="13923" y="18520"/>
                </a:lnTo>
                <a:lnTo>
                  <a:pt x="14960" y="17482"/>
                </a:lnTo>
                <a:lnTo>
                  <a:pt x="13908" y="14836"/>
                </a:lnTo>
                <a:lnTo>
                  <a:pt x="15173" y="13996"/>
                </a:lnTo>
                <a:lnTo>
                  <a:pt x="17394" y="15048"/>
                </a:lnTo>
                <a:lnTo>
                  <a:pt x="18564" y="13879"/>
                </a:lnTo>
                <a:lnTo>
                  <a:pt x="17394" y="11540"/>
                </a:lnTo>
                <a:lnTo>
                  <a:pt x="18469" y="10466"/>
                </a:lnTo>
                <a:lnTo>
                  <a:pt x="21114" y="11518"/>
                </a:lnTo>
                <a:lnTo>
                  <a:pt x="21809" y="10466"/>
                </a:lnTo>
                <a:lnTo>
                  <a:pt x="21020" y="7725"/>
                </a:lnTo>
                <a:lnTo>
                  <a:pt x="22774" y="6680"/>
                </a:lnTo>
                <a:lnTo>
                  <a:pt x="27597" y="8551"/>
                </a:lnTo>
                <a:lnTo>
                  <a:pt x="28745" y="7147"/>
                </a:lnTo>
                <a:lnTo>
                  <a:pt x="28204" y="4019"/>
                </a:lnTo>
                <a:lnTo>
                  <a:pt x="31792" y="3062"/>
                </a:lnTo>
                <a:lnTo>
                  <a:pt x="35739" y="4670"/>
                </a:lnTo>
                <a:lnTo>
                  <a:pt x="39028" y="3939"/>
                </a:lnTo>
                <a:lnTo>
                  <a:pt x="39313" y="3873"/>
                </a:lnTo>
                <a:lnTo>
                  <a:pt x="38772" y="687"/>
                </a:lnTo>
                <a:lnTo>
                  <a:pt x="39357" y="102"/>
                </a:lnTo>
                <a:lnTo>
                  <a:pt x="42025" y="453"/>
                </a:lnTo>
                <a:lnTo>
                  <a:pt x="46015" y="248"/>
                </a:lnTo>
                <a:lnTo>
                  <a:pt x="49574" y="431"/>
                </a:lnTo>
                <a:lnTo>
                  <a:pt x="55239" y="431"/>
                </a:lnTo>
                <a:lnTo>
                  <a:pt x="57943" y="0"/>
                </a:lnTo>
                <a:lnTo>
                  <a:pt x="60354" y="482"/>
                </a:lnTo>
                <a:lnTo>
                  <a:pt x="59828" y="3690"/>
                </a:lnTo>
                <a:lnTo>
                  <a:pt x="60508" y="4370"/>
                </a:lnTo>
                <a:lnTo>
                  <a:pt x="62964" y="3785"/>
                </a:lnTo>
                <a:lnTo>
                  <a:pt x="65705" y="4465"/>
                </a:lnTo>
                <a:lnTo>
                  <a:pt x="68570" y="3171"/>
                </a:lnTo>
                <a:lnTo>
                  <a:pt x="71011" y="4092"/>
                </a:lnTo>
                <a:lnTo>
                  <a:pt x="70265" y="7111"/>
                </a:lnTo>
                <a:lnTo>
                  <a:pt x="70937" y="7776"/>
                </a:lnTo>
                <a:lnTo>
                  <a:pt x="73598" y="7425"/>
                </a:lnTo>
                <a:lnTo>
                  <a:pt x="74840" y="7484"/>
                </a:lnTo>
                <a:lnTo>
                  <a:pt x="77011" y="7074"/>
                </a:lnTo>
                <a:lnTo>
                  <a:pt x="78166" y="7783"/>
                </a:lnTo>
                <a:lnTo>
                  <a:pt x="77150" y="10487"/>
                </a:lnTo>
                <a:lnTo>
                  <a:pt x="78202" y="11540"/>
                </a:lnTo>
                <a:lnTo>
                  <a:pt x="80541" y="10370"/>
                </a:lnTo>
                <a:lnTo>
                  <a:pt x="81711" y="11540"/>
                </a:lnTo>
                <a:lnTo>
                  <a:pt x="80541" y="13879"/>
                </a:lnTo>
                <a:lnTo>
                  <a:pt x="81711" y="15048"/>
                </a:lnTo>
                <a:lnTo>
                  <a:pt x="84049" y="13879"/>
                </a:lnTo>
                <a:lnTo>
                  <a:pt x="85211" y="15048"/>
                </a:lnTo>
                <a:lnTo>
                  <a:pt x="84042" y="17387"/>
                </a:lnTo>
                <a:lnTo>
                  <a:pt x="85211" y="18556"/>
                </a:lnTo>
                <a:lnTo>
                  <a:pt x="87550" y="17387"/>
                </a:lnTo>
                <a:lnTo>
                  <a:pt x="88720" y="18556"/>
                </a:lnTo>
                <a:lnTo>
                  <a:pt x="87550" y="20895"/>
                </a:lnTo>
                <a:lnTo>
                  <a:pt x="88610" y="21962"/>
                </a:lnTo>
                <a:lnTo>
                  <a:pt x="91285" y="20924"/>
                </a:lnTo>
                <a:lnTo>
                  <a:pt x="92462" y="22759"/>
                </a:lnTo>
                <a:lnTo>
                  <a:pt x="90510" y="27575"/>
                </a:lnTo>
                <a:lnTo>
                  <a:pt x="91972" y="28774"/>
                </a:lnTo>
                <a:lnTo>
                  <a:pt x="95027" y="28145"/>
                </a:lnTo>
                <a:lnTo>
                  <a:pt x="95451" y="29373"/>
                </a:lnTo>
                <a:lnTo>
                  <a:pt x="95144" y="31069"/>
                </a:lnTo>
                <a:lnTo>
                  <a:pt x="95144" y="32947"/>
                </a:lnTo>
                <a:lnTo>
                  <a:pt x="94837" y="34628"/>
                </a:lnTo>
                <a:lnTo>
                  <a:pt x="95371" y="36177"/>
                </a:lnTo>
                <a:lnTo>
                  <a:pt x="94669" y="38553"/>
                </a:lnTo>
                <a:lnTo>
                  <a:pt x="95509" y="39393"/>
                </a:lnTo>
                <a:lnTo>
                  <a:pt x="98462" y="38582"/>
                </a:lnTo>
                <a:lnTo>
                  <a:pt x="99383" y="40723"/>
                </a:lnTo>
                <a:lnTo>
                  <a:pt x="98550" y="44166"/>
                </a:lnTo>
                <a:lnTo>
                  <a:pt x="98806" y="49077"/>
                </a:lnTo>
                <a:lnTo>
                  <a:pt x="99296" y="53601"/>
                </a:lnTo>
                <a:lnTo>
                  <a:pt x="98521" y="57168"/>
                </a:lnTo>
                <a:lnTo>
                  <a:pt x="99062" y="59653"/>
                </a:lnTo>
                <a:lnTo>
                  <a:pt x="98163" y="60559"/>
                </a:lnTo>
                <a:lnTo>
                  <a:pt x="95517" y="59506"/>
                </a:lnTo>
                <a:lnTo>
                  <a:pt x="94655" y="60800"/>
                </a:lnTo>
                <a:lnTo>
                  <a:pt x="95400" y="62715"/>
                </a:lnTo>
                <a:lnTo>
                  <a:pt x="94793" y="64769"/>
                </a:lnTo>
                <a:lnTo>
                  <a:pt x="96021" y="69877"/>
                </a:lnTo>
                <a:lnTo>
                  <a:pt x="94808" y="70871"/>
                </a:lnTo>
                <a:lnTo>
                  <a:pt x="91760" y="70243"/>
                </a:lnTo>
                <a:lnTo>
                  <a:pt x="91000" y="72443"/>
                </a:lnTo>
                <a:lnTo>
                  <a:pt x="92652" y="75973"/>
                </a:lnTo>
                <a:lnTo>
                  <a:pt x="91300" y="78151"/>
                </a:lnTo>
                <a:lnTo>
                  <a:pt x="88596" y="77142"/>
                </a:lnTo>
                <a:lnTo>
                  <a:pt x="87550" y="78195"/>
                </a:lnTo>
                <a:lnTo>
                  <a:pt x="88720" y="80533"/>
                </a:lnTo>
                <a:lnTo>
                  <a:pt x="87550" y="81703"/>
                </a:lnTo>
                <a:lnTo>
                  <a:pt x="85212" y="80533"/>
                </a:lnTo>
                <a:lnTo>
                  <a:pt x="84042" y="81703"/>
                </a:lnTo>
                <a:lnTo>
                  <a:pt x="85211" y="84042"/>
                </a:lnTo>
                <a:lnTo>
                  <a:pt x="84042" y="85211"/>
                </a:lnTo>
                <a:lnTo>
                  <a:pt x="81703" y="84042"/>
                </a:lnTo>
                <a:lnTo>
                  <a:pt x="80541" y="85211"/>
                </a:lnTo>
                <a:lnTo>
                  <a:pt x="81711" y="87550"/>
                </a:lnTo>
                <a:lnTo>
                  <a:pt x="80541" y="88719"/>
                </a:lnTo>
                <a:lnTo>
                  <a:pt x="78203" y="87550"/>
                </a:lnTo>
                <a:lnTo>
                  <a:pt x="77143" y="88609"/>
                </a:lnTo>
                <a:lnTo>
                  <a:pt x="78173" y="91292"/>
                </a:lnTo>
                <a:lnTo>
                  <a:pt x="76339" y="92454"/>
                </a:lnTo>
                <a:lnTo>
                  <a:pt x="71522" y="90524"/>
                </a:lnTo>
                <a:lnTo>
                  <a:pt x="70324" y="91979"/>
                </a:lnTo>
                <a:lnTo>
                  <a:pt x="70952" y="95026"/>
                </a:lnTo>
                <a:lnTo>
                  <a:pt x="69725" y="95458"/>
                </a:lnTo>
                <a:lnTo>
                  <a:pt x="68029" y="95151"/>
                </a:lnTo>
                <a:lnTo>
                  <a:pt x="66121" y="95151"/>
                </a:lnTo>
                <a:lnTo>
                  <a:pt x="64506" y="94865"/>
                </a:lnTo>
                <a:lnTo>
                  <a:pt x="62935" y="95355"/>
                </a:lnTo>
                <a:lnTo>
                  <a:pt x="60537" y="94690"/>
                </a:lnTo>
                <a:lnTo>
                  <a:pt x="59587" y="95640"/>
                </a:lnTo>
                <a:lnTo>
                  <a:pt x="60640" y="98286"/>
                </a:lnTo>
                <a:lnTo>
                  <a:pt x="59419" y="990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6632708" y="8336355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09">
                <a:moveTo>
                  <a:pt x="92316" y="62230"/>
                </a:moveTo>
                <a:lnTo>
                  <a:pt x="92290" y="59690"/>
                </a:lnTo>
                <a:lnTo>
                  <a:pt x="91922" y="59690"/>
                </a:lnTo>
                <a:lnTo>
                  <a:pt x="91922" y="58420"/>
                </a:lnTo>
                <a:lnTo>
                  <a:pt x="91909" y="46990"/>
                </a:lnTo>
                <a:lnTo>
                  <a:pt x="91909" y="45720"/>
                </a:lnTo>
                <a:lnTo>
                  <a:pt x="91909" y="40640"/>
                </a:lnTo>
                <a:lnTo>
                  <a:pt x="91909" y="34290"/>
                </a:lnTo>
                <a:lnTo>
                  <a:pt x="92227" y="34290"/>
                </a:lnTo>
                <a:lnTo>
                  <a:pt x="92227" y="30480"/>
                </a:lnTo>
                <a:lnTo>
                  <a:pt x="92202" y="29210"/>
                </a:lnTo>
                <a:lnTo>
                  <a:pt x="87985" y="29210"/>
                </a:lnTo>
                <a:lnTo>
                  <a:pt x="87985" y="27940"/>
                </a:lnTo>
                <a:lnTo>
                  <a:pt x="88341" y="27940"/>
                </a:lnTo>
                <a:lnTo>
                  <a:pt x="88341" y="26670"/>
                </a:lnTo>
                <a:lnTo>
                  <a:pt x="88773" y="26670"/>
                </a:lnTo>
                <a:lnTo>
                  <a:pt x="88773" y="25400"/>
                </a:lnTo>
                <a:lnTo>
                  <a:pt x="87947" y="25400"/>
                </a:lnTo>
                <a:lnTo>
                  <a:pt x="87947" y="24130"/>
                </a:lnTo>
                <a:lnTo>
                  <a:pt x="88544" y="24130"/>
                </a:lnTo>
                <a:lnTo>
                  <a:pt x="88544" y="22860"/>
                </a:lnTo>
                <a:lnTo>
                  <a:pt x="88658" y="21590"/>
                </a:lnTo>
                <a:lnTo>
                  <a:pt x="86118" y="21590"/>
                </a:lnTo>
                <a:lnTo>
                  <a:pt x="86118" y="22860"/>
                </a:lnTo>
                <a:lnTo>
                  <a:pt x="85102" y="22860"/>
                </a:lnTo>
                <a:lnTo>
                  <a:pt x="85102" y="21590"/>
                </a:lnTo>
                <a:lnTo>
                  <a:pt x="84861" y="21590"/>
                </a:lnTo>
                <a:lnTo>
                  <a:pt x="84861" y="19050"/>
                </a:lnTo>
                <a:lnTo>
                  <a:pt x="84848" y="17780"/>
                </a:lnTo>
                <a:lnTo>
                  <a:pt x="83248" y="17780"/>
                </a:lnTo>
                <a:lnTo>
                  <a:pt x="83248" y="19050"/>
                </a:lnTo>
                <a:lnTo>
                  <a:pt x="81343" y="19050"/>
                </a:lnTo>
                <a:lnTo>
                  <a:pt x="81343" y="17780"/>
                </a:lnTo>
                <a:lnTo>
                  <a:pt x="81495" y="17780"/>
                </a:lnTo>
                <a:lnTo>
                  <a:pt x="81495" y="15240"/>
                </a:lnTo>
                <a:lnTo>
                  <a:pt x="81051" y="15240"/>
                </a:lnTo>
                <a:lnTo>
                  <a:pt x="81051" y="13970"/>
                </a:lnTo>
                <a:lnTo>
                  <a:pt x="80352" y="13970"/>
                </a:lnTo>
                <a:lnTo>
                  <a:pt x="80352" y="15240"/>
                </a:lnTo>
                <a:lnTo>
                  <a:pt x="77546" y="15240"/>
                </a:lnTo>
                <a:lnTo>
                  <a:pt x="77546" y="13970"/>
                </a:lnTo>
                <a:lnTo>
                  <a:pt x="78143" y="13970"/>
                </a:lnTo>
                <a:lnTo>
                  <a:pt x="78143" y="11430"/>
                </a:lnTo>
                <a:lnTo>
                  <a:pt x="74155" y="11430"/>
                </a:lnTo>
                <a:lnTo>
                  <a:pt x="74155" y="8890"/>
                </a:lnTo>
                <a:lnTo>
                  <a:pt x="74701" y="8890"/>
                </a:lnTo>
                <a:lnTo>
                  <a:pt x="74701" y="7620"/>
                </a:lnTo>
                <a:lnTo>
                  <a:pt x="71983" y="7620"/>
                </a:lnTo>
                <a:lnTo>
                  <a:pt x="71983" y="8890"/>
                </a:lnTo>
                <a:lnTo>
                  <a:pt x="71259" y="8890"/>
                </a:lnTo>
                <a:lnTo>
                  <a:pt x="71259" y="7620"/>
                </a:lnTo>
                <a:lnTo>
                  <a:pt x="70802" y="7620"/>
                </a:lnTo>
                <a:lnTo>
                  <a:pt x="70802" y="5080"/>
                </a:lnTo>
                <a:lnTo>
                  <a:pt x="70891" y="3810"/>
                </a:lnTo>
                <a:lnTo>
                  <a:pt x="69037" y="3810"/>
                </a:lnTo>
                <a:lnTo>
                  <a:pt x="69037" y="5080"/>
                </a:lnTo>
                <a:lnTo>
                  <a:pt x="67386" y="5080"/>
                </a:lnTo>
                <a:lnTo>
                  <a:pt x="67386" y="3810"/>
                </a:lnTo>
                <a:lnTo>
                  <a:pt x="65659" y="3810"/>
                </a:lnTo>
                <a:lnTo>
                  <a:pt x="65659" y="5080"/>
                </a:lnTo>
                <a:lnTo>
                  <a:pt x="63881" y="5080"/>
                </a:lnTo>
                <a:lnTo>
                  <a:pt x="63881" y="3810"/>
                </a:lnTo>
                <a:lnTo>
                  <a:pt x="63893" y="1270"/>
                </a:lnTo>
                <a:lnTo>
                  <a:pt x="62826" y="1270"/>
                </a:lnTo>
                <a:lnTo>
                  <a:pt x="62826" y="0"/>
                </a:lnTo>
                <a:lnTo>
                  <a:pt x="60477" y="0"/>
                </a:lnTo>
                <a:lnTo>
                  <a:pt x="60477" y="1270"/>
                </a:lnTo>
                <a:lnTo>
                  <a:pt x="37909" y="1270"/>
                </a:lnTo>
                <a:lnTo>
                  <a:pt x="37909" y="0"/>
                </a:lnTo>
                <a:lnTo>
                  <a:pt x="33528" y="0"/>
                </a:lnTo>
                <a:lnTo>
                  <a:pt x="33528" y="1270"/>
                </a:lnTo>
                <a:lnTo>
                  <a:pt x="30035" y="1270"/>
                </a:lnTo>
                <a:lnTo>
                  <a:pt x="30035" y="0"/>
                </a:lnTo>
                <a:lnTo>
                  <a:pt x="29298" y="0"/>
                </a:lnTo>
                <a:lnTo>
                  <a:pt x="29298" y="1270"/>
                </a:lnTo>
                <a:lnTo>
                  <a:pt x="28714" y="1270"/>
                </a:lnTo>
                <a:lnTo>
                  <a:pt x="28714" y="3810"/>
                </a:lnTo>
                <a:lnTo>
                  <a:pt x="28765" y="5080"/>
                </a:lnTo>
                <a:lnTo>
                  <a:pt x="26987" y="5080"/>
                </a:lnTo>
                <a:lnTo>
                  <a:pt x="26987" y="3810"/>
                </a:lnTo>
                <a:lnTo>
                  <a:pt x="25247" y="3810"/>
                </a:lnTo>
                <a:lnTo>
                  <a:pt x="25247" y="5080"/>
                </a:lnTo>
                <a:lnTo>
                  <a:pt x="23609" y="5080"/>
                </a:lnTo>
                <a:lnTo>
                  <a:pt x="23609" y="3810"/>
                </a:lnTo>
                <a:lnTo>
                  <a:pt x="21755" y="3810"/>
                </a:lnTo>
                <a:lnTo>
                  <a:pt x="21755" y="5080"/>
                </a:lnTo>
                <a:lnTo>
                  <a:pt x="21844" y="7620"/>
                </a:lnTo>
                <a:lnTo>
                  <a:pt x="21348" y="7620"/>
                </a:lnTo>
                <a:lnTo>
                  <a:pt x="21348" y="8890"/>
                </a:lnTo>
                <a:lnTo>
                  <a:pt x="20675" y="8890"/>
                </a:lnTo>
                <a:lnTo>
                  <a:pt x="20675" y="7620"/>
                </a:lnTo>
                <a:lnTo>
                  <a:pt x="17945" y="7620"/>
                </a:lnTo>
                <a:lnTo>
                  <a:pt x="17945" y="8890"/>
                </a:lnTo>
                <a:lnTo>
                  <a:pt x="18478" y="8890"/>
                </a:lnTo>
                <a:lnTo>
                  <a:pt x="18478" y="11430"/>
                </a:lnTo>
                <a:lnTo>
                  <a:pt x="14541" y="11430"/>
                </a:lnTo>
                <a:lnTo>
                  <a:pt x="14541" y="13970"/>
                </a:lnTo>
                <a:lnTo>
                  <a:pt x="15100" y="13970"/>
                </a:lnTo>
                <a:lnTo>
                  <a:pt x="15100" y="15240"/>
                </a:lnTo>
                <a:lnTo>
                  <a:pt x="12268" y="15240"/>
                </a:lnTo>
                <a:lnTo>
                  <a:pt x="12268" y="13970"/>
                </a:lnTo>
                <a:lnTo>
                  <a:pt x="11557" y="13970"/>
                </a:lnTo>
                <a:lnTo>
                  <a:pt x="11557" y="15240"/>
                </a:lnTo>
                <a:lnTo>
                  <a:pt x="11137" y="15240"/>
                </a:lnTo>
                <a:lnTo>
                  <a:pt x="11137" y="17780"/>
                </a:lnTo>
                <a:lnTo>
                  <a:pt x="11290" y="17780"/>
                </a:lnTo>
                <a:lnTo>
                  <a:pt x="11290" y="19050"/>
                </a:lnTo>
                <a:lnTo>
                  <a:pt x="9385" y="19050"/>
                </a:lnTo>
                <a:lnTo>
                  <a:pt x="9385" y="17780"/>
                </a:lnTo>
                <a:lnTo>
                  <a:pt x="7785" y="17780"/>
                </a:lnTo>
                <a:lnTo>
                  <a:pt x="7785" y="19050"/>
                </a:lnTo>
                <a:lnTo>
                  <a:pt x="7785" y="21590"/>
                </a:lnTo>
                <a:lnTo>
                  <a:pt x="7480" y="21590"/>
                </a:lnTo>
                <a:lnTo>
                  <a:pt x="7480" y="22860"/>
                </a:lnTo>
                <a:lnTo>
                  <a:pt x="6667" y="22860"/>
                </a:lnTo>
                <a:lnTo>
                  <a:pt x="6667" y="21590"/>
                </a:lnTo>
                <a:lnTo>
                  <a:pt x="4064" y="21590"/>
                </a:lnTo>
                <a:lnTo>
                  <a:pt x="4064" y="22860"/>
                </a:lnTo>
                <a:lnTo>
                  <a:pt x="3251" y="22860"/>
                </a:lnTo>
                <a:lnTo>
                  <a:pt x="3251" y="24130"/>
                </a:lnTo>
                <a:lnTo>
                  <a:pt x="3746" y="24130"/>
                </a:lnTo>
                <a:lnTo>
                  <a:pt x="3746" y="25400"/>
                </a:lnTo>
                <a:lnTo>
                  <a:pt x="4330" y="25400"/>
                </a:lnTo>
                <a:lnTo>
                  <a:pt x="4330" y="26670"/>
                </a:lnTo>
                <a:lnTo>
                  <a:pt x="4800" y="26670"/>
                </a:lnTo>
                <a:lnTo>
                  <a:pt x="4800" y="27940"/>
                </a:lnTo>
                <a:lnTo>
                  <a:pt x="4368" y="27940"/>
                </a:lnTo>
                <a:lnTo>
                  <a:pt x="4368" y="29210"/>
                </a:lnTo>
                <a:lnTo>
                  <a:pt x="0" y="29210"/>
                </a:lnTo>
                <a:lnTo>
                  <a:pt x="0" y="30480"/>
                </a:lnTo>
                <a:lnTo>
                  <a:pt x="444" y="30480"/>
                </a:lnTo>
                <a:lnTo>
                  <a:pt x="444" y="34290"/>
                </a:lnTo>
                <a:lnTo>
                  <a:pt x="482" y="40640"/>
                </a:lnTo>
                <a:lnTo>
                  <a:pt x="393" y="45720"/>
                </a:lnTo>
                <a:lnTo>
                  <a:pt x="711" y="45720"/>
                </a:lnTo>
                <a:lnTo>
                  <a:pt x="711" y="46990"/>
                </a:lnTo>
                <a:lnTo>
                  <a:pt x="711" y="58420"/>
                </a:lnTo>
                <a:lnTo>
                  <a:pt x="711" y="59690"/>
                </a:lnTo>
                <a:lnTo>
                  <a:pt x="368" y="59690"/>
                </a:lnTo>
                <a:lnTo>
                  <a:pt x="368" y="62230"/>
                </a:lnTo>
                <a:lnTo>
                  <a:pt x="368" y="63500"/>
                </a:lnTo>
                <a:lnTo>
                  <a:pt x="736" y="63500"/>
                </a:lnTo>
                <a:lnTo>
                  <a:pt x="736" y="64770"/>
                </a:lnTo>
                <a:lnTo>
                  <a:pt x="2171" y="64770"/>
                </a:lnTo>
                <a:lnTo>
                  <a:pt x="2171" y="63500"/>
                </a:lnTo>
                <a:lnTo>
                  <a:pt x="4292" y="63500"/>
                </a:lnTo>
                <a:lnTo>
                  <a:pt x="4292" y="64770"/>
                </a:lnTo>
                <a:lnTo>
                  <a:pt x="4152" y="64770"/>
                </a:lnTo>
                <a:lnTo>
                  <a:pt x="4152" y="67310"/>
                </a:lnTo>
                <a:lnTo>
                  <a:pt x="4470" y="67310"/>
                </a:lnTo>
                <a:lnTo>
                  <a:pt x="4470" y="68580"/>
                </a:lnTo>
                <a:lnTo>
                  <a:pt x="3949" y="68580"/>
                </a:lnTo>
                <a:lnTo>
                  <a:pt x="3949" y="71120"/>
                </a:lnTo>
                <a:lnTo>
                  <a:pt x="7950" y="71120"/>
                </a:lnTo>
                <a:lnTo>
                  <a:pt x="7950" y="73660"/>
                </a:lnTo>
                <a:lnTo>
                  <a:pt x="7429" y="73660"/>
                </a:lnTo>
                <a:lnTo>
                  <a:pt x="7429" y="74930"/>
                </a:lnTo>
                <a:lnTo>
                  <a:pt x="10083" y="74930"/>
                </a:lnTo>
                <a:lnTo>
                  <a:pt x="10083" y="73660"/>
                </a:lnTo>
                <a:lnTo>
                  <a:pt x="10934" y="73660"/>
                </a:lnTo>
                <a:lnTo>
                  <a:pt x="10934" y="74930"/>
                </a:lnTo>
                <a:lnTo>
                  <a:pt x="11315" y="74930"/>
                </a:lnTo>
                <a:lnTo>
                  <a:pt x="11315" y="77470"/>
                </a:lnTo>
                <a:lnTo>
                  <a:pt x="11239" y="78740"/>
                </a:lnTo>
                <a:lnTo>
                  <a:pt x="12992" y="78740"/>
                </a:lnTo>
                <a:lnTo>
                  <a:pt x="12992" y="77470"/>
                </a:lnTo>
                <a:lnTo>
                  <a:pt x="14744" y="77470"/>
                </a:lnTo>
                <a:lnTo>
                  <a:pt x="14744" y="78740"/>
                </a:lnTo>
                <a:lnTo>
                  <a:pt x="14668" y="81280"/>
                </a:lnTo>
                <a:lnTo>
                  <a:pt x="15049" y="81280"/>
                </a:lnTo>
                <a:lnTo>
                  <a:pt x="15049" y="82550"/>
                </a:lnTo>
                <a:lnTo>
                  <a:pt x="15900" y="82550"/>
                </a:lnTo>
                <a:lnTo>
                  <a:pt x="15900" y="81280"/>
                </a:lnTo>
                <a:lnTo>
                  <a:pt x="18554" y="81280"/>
                </a:lnTo>
                <a:lnTo>
                  <a:pt x="18554" y="82550"/>
                </a:lnTo>
                <a:lnTo>
                  <a:pt x="18034" y="82550"/>
                </a:lnTo>
                <a:lnTo>
                  <a:pt x="18034" y="85090"/>
                </a:lnTo>
                <a:lnTo>
                  <a:pt x="22009" y="85090"/>
                </a:lnTo>
                <a:lnTo>
                  <a:pt x="22009" y="87630"/>
                </a:lnTo>
                <a:lnTo>
                  <a:pt x="21399" y="87630"/>
                </a:lnTo>
                <a:lnTo>
                  <a:pt x="21399" y="88900"/>
                </a:lnTo>
                <a:lnTo>
                  <a:pt x="24345" y="88900"/>
                </a:lnTo>
                <a:lnTo>
                  <a:pt x="24345" y="87630"/>
                </a:lnTo>
                <a:lnTo>
                  <a:pt x="24726" y="87630"/>
                </a:lnTo>
                <a:lnTo>
                  <a:pt x="24726" y="88900"/>
                </a:lnTo>
                <a:lnTo>
                  <a:pt x="27724" y="88900"/>
                </a:lnTo>
                <a:lnTo>
                  <a:pt x="27724" y="87630"/>
                </a:lnTo>
                <a:lnTo>
                  <a:pt x="28422" y="87630"/>
                </a:lnTo>
                <a:lnTo>
                  <a:pt x="28422" y="88900"/>
                </a:lnTo>
                <a:lnTo>
                  <a:pt x="28816" y="88900"/>
                </a:lnTo>
                <a:lnTo>
                  <a:pt x="28816" y="91440"/>
                </a:lnTo>
                <a:lnTo>
                  <a:pt x="28613" y="91440"/>
                </a:lnTo>
                <a:lnTo>
                  <a:pt x="28613" y="92710"/>
                </a:lnTo>
                <a:lnTo>
                  <a:pt x="64033" y="92710"/>
                </a:lnTo>
                <a:lnTo>
                  <a:pt x="64033" y="91440"/>
                </a:lnTo>
                <a:lnTo>
                  <a:pt x="63830" y="91440"/>
                </a:lnTo>
                <a:lnTo>
                  <a:pt x="63830" y="88900"/>
                </a:lnTo>
                <a:lnTo>
                  <a:pt x="64223" y="88900"/>
                </a:lnTo>
                <a:lnTo>
                  <a:pt x="64223" y="87630"/>
                </a:lnTo>
                <a:lnTo>
                  <a:pt x="64922" y="87630"/>
                </a:lnTo>
                <a:lnTo>
                  <a:pt x="64922" y="88900"/>
                </a:lnTo>
                <a:lnTo>
                  <a:pt x="67919" y="88900"/>
                </a:lnTo>
                <a:lnTo>
                  <a:pt x="67919" y="87630"/>
                </a:lnTo>
                <a:lnTo>
                  <a:pt x="68300" y="87630"/>
                </a:lnTo>
                <a:lnTo>
                  <a:pt x="68300" y="88900"/>
                </a:lnTo>
                <a:lnTo>
                  <a:pt x="71247" y="88900"/>
                </a:lnTo>
                <a:lnTo>
                  <a:pt x="71247" y="87630"/>
                </a:lnTo>
                <a:lnTo>
                  <a:pt x="70637" y="87630"/>
                </a:lnTo>
                <a:lnTo>
                  <a:pt x="70637" y="85090"/>
                </a:lnTo>
                <a:lnTo>
                  <a:pt x="74612" y="85090"/>
                </a:lnTo>
                <a:lnTo>
                  <a:pt x="74612" y="82550"/>
                </a:lnTo>
                <a:lnTo>
                  <a:pt x="74079" y="82550"/>
                </a:lnTo>
                <a:lnTo>
                  <a:pt x="74079" y="81280"/>
                </a:lnTo>
                <a:lnTo>
                  <a:pt x="76746" y="81280"/>
                </a:lnTo>
                <a:lnTo>
                  <a:pt x="76746" y="82550"/>
                </a:lnTo>
                <a:lnTo>
                  <a:pt x="77597" y="82550"/>
                </a:lnTo>
                <a:lnTo>
                  <a:pt x="77597" y="81280"/>
                </a:lnTo>
                <a:lnTo>
                  <a:pt x="77978" y="81280"/>
                </a:lnTo>
                <a:lnTo>
                  <a:pt x="77978" y="78740"/>
                </a:lnTo>
                <a:lnTo>
                  <a:pt x="77889" y="77470"/>
                </a:lnTo>
                <a:lnTo>
                  <a:pt x="79641" y="77470"/>
                </a:lnTo>
                <a:lnTo>
                  <a:pt x="79641" y="78740"/>
                </a:lnTo>
                <a:lnTo>
                  <a:pt x="81394" y="78740"/>
                </a:lnTo>
                <a:lnTo>
                  <a:pt x="81394" y="77470"/>
                </a:lnTo>
                <a:lnTo>
                  <a:pt x="81318" y="74930"/>
                </a:lnTo>
                <a:lnTo>
                  <a:pt x="81699" y="74930"/>
                </a:lnTo>
                <a:lnTo>
                  <a:pt x="81699" y="73660"/>
                </a:lnTo>
                <a:lnTo>
                  <a:pt x="82550" y="73660"/>
                </a:lnTo>
                <a:lnTo>
                  <a:pt x="82550" y="74930"/>
                </a:lnTo>
                <a:lnTo>
                  <a:pt x="85204" y="74930"/>
                </a:lnTo>
                <a:lnTo>
                  <a:pt x="85204" y="73660"/>
                </a:lnTo>
                <a:lnTo>
                  <a:pt x="84696" y="73660"/>
                </a:lnTo>
                <a:lnTo>
                  <a:pt x="84696" y="71120"/>
                </a:lnTo>
                <a:lnTo>
                  <a:pt x="88684" y="71120"/>
                </a:lnTo>
                <a:lnTo>
                  <a:pt x="88684" y="68580"/>
                </a:lnTo>
                <a:lnTo>
                  <a:pt x="88163" y="68580"/>
                </a:lnTo>
                <a:lnTo>
                  <a:pt x="88163" y="67310"/>
                </a:lnTo>
                <a:lnTo>
                  <a:pt x="88480" y="67310"/>
                </a:lnTo>
                <a:lnTo>
                  <a:pt x="88480" y="64770"/>
                </a:lnTo>
                <a:lnTo>
                  <a:pt x="88341" y="64770"/>
                </a:lnTo>
                <a:lnTo>
                  <a:pt x="88341" y="63500"/>
                </a:lnTo>
                <a:lnTo>
                  <a:pt x="90424" y="63500"/>
                </a:lnTo>
                <a:lnTo>
                  <a:pt x="90424" y="64770"/>
                </a:lnTo>
                <a:lnTo>
                  <a:pt x="91884" y="64770"/>
                </a:lnTo>
                <a:lnTo>
                  <a:pt x="91884" y="63500"/>
                </a:lnTo>
                <a:lnTo>
                  <a:pt x="92316" y="63500"/>
                </a:lnTo>
                <a:lnTo>
                  <a:pt x="92316" y="622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7895547" y="8336565"/>
            <a:ext cx="93345" cy="92710"/>
          </a:xfrm>
          <a:custGeom>
            <a:avLst/>
            <a:gdLst/>
            <a:ahLst/>
            <a:cxnLst/>
            <a:rect l="l" t="t" r="r" b="b"/>
            <a:pathLst>
              <a:path w="93344" h="92709">
                <a:moveTo>
                  <a:pt x="34197" y="92702"/>
                </a:moveTo>
                <a:lnTo>
                  <a:pt x="31924" y="91730"/>
                </a:lnTo>
                <a:lnTo>
                  <a:pt x="32735" y="88777"/>
                </a:lnTo>
                <a:lnTo>
                  <a:pt x="31822" y="87864"/>
                </a:lnTo>
                <a:lnTo>
                  <a:pt x="29564" y="88777"/>
                </a:lnTo>
                <a:lnTo>
                  <a:pt x="28146" y="88046"/>
                </a:lnTo>
                <a:lnTo>
                  <a:pt x="25895" y="88960"/>
                </a:lnTo>
                <a:lnTo>
                  <a:pt x="24857" y="87922"/>
                </a:lnTo>
                <a:lnTo>
                  <a:pt x="25909" y="85276"/>
                </a:lnTo>
                <a:lnTo>
                  <a:pt x="24535" y="84356"/>
                </a:lnTo>
                <a:lnTo>
                  <a:pt x="22679" y="85423"/>
                </a:lnTo>
                <a:lnTo>
                  <a:pt x="21129" y="84465"/>
                </a:lnTo>
                <a:lnTo>
                  <a:pt x="18907" y="85481"/>
                </a:lnTo>
                <a:lnTo>
                  <a:pt x="17745" y="84319"/>
                </a:lnTo>
                <a:lnTo>
                  <a:pt x="18915" y="81980"/>
                </a:lnTo>
                <a:lnTo>
                  <a:pt x="17745" y="80811"/>
                </a:lnTo>
                <a:lnTo>
                  <a:pt x="15407" y="81980"/>
                </a:lnTo>
                <a:lnTo>
                  <a:pt x="14252" y="80826"/>
                </a:lnTo>
                <a:lnTo>
                  <a:pt x="15414" y="78428"/>
                </a:lnTo>
                <a:lnTo>
                  <a:pt x="14201" y="77317"/>
                </a:lnTo>
                <a:lnTo>
                  <a:pt x="11913" y="78479"/>
                </a:lnTo>
                <a:lnTo>
                  <a:pt x="10824" y="77398"/>
                </a:lnTo>
                <a:lnTo>
                  <a:pt x="11876" y="74752"/>
                </a:lnTo>
                <a:lnTo>
                  <a:pt x="10751" y="74007"/>
                </a:lnTo>
                <a:lnTo>
                  <a:pt x="8178" y="74898"/>
                </a:lnTo>
                <a:lnTo>
                  <a:pt x="6724" y="72867"/>
                </a:lnTo>
                <a:lnTo>
                  <a:pt x="8551" y="69103"/>
                </a:lnTo>
                <a:lnTo>
                  <a:pt x="7615" y="66917"/>
                </a:lnTo>
                <a:lnTo>
                  <a:pt x="4670" y="67729"/>
                </a:lnTo>
                <a:lnTo>
                  <a:pt x="3785" y="66851"/>
                </a:lnTo>
                <a:lnTo>
                  <a:pt x="4597" y="64549"/>
                </a:lnTo>
                <a:lnTo>
                  <a:pt x="3997" y="63161"/>
                </a:lnTo>
                <a:lnTo>
                  <a:pt x="4809" y="60858"/>
                </a:lnTo>
                <a:lnTo>
                  <a:pt x="3932" y="59974"/>
                </a:lnTo>
                <a:lnTo>
                  <a:pt x="979" y="60785"/>
                </a:lnTo>
                <a:lnTo>
                  <a:pt x="0" y="58505"/>
                </a:lnTo>
                <a:lnTo>
                  <a:pt x="1096" y="55333"/>
                </a:lnTo>
                <a:lnTo>
                  <a:pt x="306" y="50144"/>
                </a:lnTo>
                <a:lnTo>
                  <a:pt x="913" y="40489"/>
                </a:lnTo>
                <a:lnTo>
                  <a:pt x="789" y="34935"/>
                </a:lnTo>
                <a:lnTo>
                  <a:pt x="460" y="33056"/>
                </a:lnTo>
                <a:lnTo>
                  <a:pt x="979" y="31843"/>
                </a:lnTo>
                <a:lnTo>
                  <a:pt x="3931" y="32647"/>
                </a:lnTo>
                <a:lnTo>
                  <a:pt x="4794" y="31785"/>
                </a:lnTo>
                <a:lnTo>
                  <a:pt x="4027" y="29461"/>
                </a:lnTo>
                <a:lnTo>
                  <a:pt x="4567" y="28094"/>
                </a:lnTo>
                <a:lnTo>
                  <a:pt x="3800" y="25762"/>
                </a:lnTo>
                <a:lnTo>
                  <a:pt x="4662" y="24900"/>
                </a:lnTo>
                <a:lnTo>
                  <a:pt x="7615" y="25711"/>
                </a:lnTo>
                <a:lnTo>
                  <a:pt x="8551" y="23526"/>
                </a:lnTo>
                <a:lnTo>
                  <a:pt x="6716" y="19762"/>
                </a:lnTo>
                <a:lnTo>
                  <a:pt x="8222" y="17672"/>
                </a:lnTo>
                <a:lnTo>
                  <a:pt x="10802" y="18761"/>
                </a:lnTo>
                <a:lnTo>
                  <a:pt x="11898" y="17664"/>
                </a:lnTo>
                <a:lnTo>
                  <a:pt x="10729" y="15326"/>
                </a:lnTo>
                <a:lnTo>
                  <a:pt x="11898" y="14156"/>
                </a:lnTo>
                <a:lnTo>
                  <a:pt x="14237" y="15326"/>
                </a:lnTo>
                <a:lnTo>
                  <a:pt x="15355" y="14215"/>
                </a:lnTo>
                <a:lnTo>
                  <a:pt x="14237" y="11679"/>
                </a:lnTo>
                <a:lnTo>
                  <a:pt x="15501" y="10714"/>
                </a:lnTo>
                <a:lnTo>
                  <a:pt x="17731" y="11832"/>
                </a:lnTo>
                <a:lnTo>
                  <a:pt x="18703" y="10867"/>
                </a:lnTo>
                <a:lnTo>
                  <a:pt x="17891" y="7915"/>
                </a:lnTo>
                <a:lnTo>
                  <a:pt x="20267" y="6899"/>
                </a:lnTo>
                <a:lnTo>
                  <a:pt x="23482" y="8675"/>
                </a:lnTo>
                <a:lnTo>
                  <a:pt x="25836" y="7476"/>
                </a:lnTo>
                <a:lnTo>
                  <a:pt x="24930" y="4633"/>
                </a:lnTo>
                <a:lnTo>
                  <a:pt x="25682" y="3888"/>
                </a:lnTo>
                <a:lnTo>
                  <a:pt x="28343" y="4238"/>
                </a:lnTo>
                <a:lnTo>
                  <a:pt x="29878" y="4143"/>
                </a:lnTo>
                <a:lnTo>
                  <a:pt x="31339" y="4509"/>
                </a:lnTo>
                <a:lnTo>
                  <a:pt x="32370" y="4217"/>
                </a:lnTo>
                <a:lnTo>
                  <a:pt x="32713" y="4114"/>
                </a:lnTo>
                <a:lnTo>
                  <a:pt x="32077" y="1001"/>
                </a:lnTo>
                <a:lnTo>
                  <a:pt x="32779" y="306"/>
                </a:lnTo>
                <a:lnTo>
                  <a:pt x="35279" y="833"/>
                </a:lnTo>
                <a:lnTo>
                  <a:pt x="38012" y="277"/>
                </a:lnTo>
                <a:lnTo>
                  <a:pt x="40716" y="708"/>
                </a:lnTo>
                <a:lnTo>
                  <a:pt x="53053" y="708"/>
                </a:lnTo>
                <a:lnTo>
                  <a:pt x="57380" y="0"/>
                </a:lnTo>
                <a:lnTo>
                  <a:pt x="60727" y="774"/>
                </a:lnTo>
                <a:lnTo>
                  <a:pt x="60164" y="3953"/>
                </a:lnTo>
                <a:lnTo>
                  <a:pt x="60764" y="4545"/>
                </a:lnTo>
                <a:lnTo>
                  <a:pt x="63424" y="4195"/>
                </a:lnTo>
                <a:lnTo>
                  <a:pt x="64791" y="4260"/>
                </a:lnTo>
                <a:lnTo>
                  <a:pt x="66677" y="3851"/>
                </a:lnTo>
                <a:lnTo>
                  <a:pt x="67904" y="4436"/>
                </a:lnTo>
                <a:lnTo>
                  <a:pt x="67042" y="7330"/>
                </a:lnTo>
                <a:lnTo>
                  <a:pt x="67773" y="8054"/>
                </a:lnTo>
                <a:lnTo>
                  <a:pt x="70433" y="7696"/>
                </a:lnTo>
                <a:lnTo>
                  <a:pt x="71632" y="7761"/>
                </a:lnTo>
                <a:lnTo>
                  <a:pt x="73905" y="7352"/>
                </a:lnTo>
                <a:lnTo>
                  <a:pt x="75016" y="8112"/>
                </a:lnTo>
                <a:lnTo>
                  <a:pt x="73949" y="10736"/>
                </a:lnTo>
                <a:lnTo>
                  <a:pt x="74935" y="11723"/>
                </a:lnTo>
                <a:lnTo>
                  <a:pt x="77588" y="10670"/>
                </a:lnTo>
                <a:lnTo>
                  <a:pt x="78414" y="11935"/>
                </a:lnTo>
                <a:lnTo>
                  <a:pt x="77369" y="14156"/>
                </a:lnTo>
                <a:lnTo>
                  <a:pt x="78539" y="15326"/>
                </a:lnTo>
                <a:lnTo>
                  <a:pt x="80877" y="14156"/>
                </a:lnTo>
                <a:lnTo>
                  <a:pt x="81944" y="15231"/>
                </a:lnTo>
                <a:lnTo>
                  <a:pt x="80900" y="17877"/>
                </a:lnTo>
                <a:lnTo>
                  <a:pt x="82025" y="18629"/>
                </a:lnTo>
                <a:lnTo>
                  <a:pt x="84583" y="17723"/>
                </a:lnTo>
                <a:lnTo>
                  <a:pt x="86052" y="19740"/>
                </a:lnTo>
                <a:lnTo>
                  <a:pt x="84218" y="23541"/>
                </a:lnTo>
                <a:lnTo>
                  <a:pt x="85146" y="25704"/>
                </a:lnTo>
                <a:lnTo>
                  <a:pt x="88106" y="24900"/>
                </a:lnTo>
                <a:lnTo>
                  <a:pt x="89012" y="25814"/>
                </a:lnTo>
                <a:lnTo>
                  <a:pt x="88106" y="28065"/>
                </a:lnTo>
                <a:lnTo>
                  <a:pt x="88830" y="29483"/>
                </a:lnTo>
                <a:lnTo>
                  <a:pt x="87923" y="31734"/>
                </a:lnTo>
                <a:lnTo>
                  <a:pt x="88954" y="32771"/>
                </a:lnTo>
                <a:lnTo>
                  <a:pt x="91607" y="31719"/>
                </a:lnTo>
                <a:lnTo>
                  <a:pt x="92403" y="32925"/>
                </a:lnTo>
                <a:lnTo>
                  <a:pt x="91841" y="35008"/>
                </a:lnTo>
                <a:lnTo>
                  <a:pt x="92513" y="39050"/>
                </a:lnTo>
                <a:lnTo>
                  <a:pt x="91972" y="43011"/>
                </a:lnTo>
                <a:lnTo>
                  <a:pt x="91972" y="48573"/>
                </a:lnTo>
                <a:lnTo>
                  <a:pt x="92286" y="51094"/>
                </a:lnTo>
                <a:lnTo>
                  <a:pt x="91695" y="55319"/>
                </a:lnTo>
                <a:lnTo>
                  <a:pt x="92754" y="58512"/>
                </a:lnTo>
                <a:lnTo>
                  <a:pt x="91790" y="60785"/>
                </a:lnTo>
                <a:lnTo>
                  <a:pt x="88830" y="59974"/>
                </a:lnTo>
                <a:lnTo>
                  <a:pt x="87923" y="60888"/>
                </a:lnTo>
                <a:lnTo>
                  <a:pt x="88830" y="63146"/>
                </a:lnTo>
                <a:lnTo>
                  <a:pt x="88106" y="64564"/>
                </a:lnTo>
                <a:lnTo>
                  <a:pt x="89012" y="66815"/>
                </a:lnTo>
                <a:lnTo>
                  <a:pt x="87982" y="67853"/>
                </a:lnTo>
                <a:lnTo>
                  <a:pt x="85329" y="66800"/>
                </a:lnTo>
                <a:lnTo>
                  <a:pt x="84422" y="68174"/>
                </a:lnTo>
                <a:lnTo>
                  <a:pt x="85475" y="70038"/>
                </a:lnTo>
                <a:lnTo>
                  <a:pt x="84525" y="71580"/>
                </a:lnTo>
                <a:lnTo>
                  <a:pt x="85541" y="73802"/>
                </a:lnTo>
                <a:lnTo>
                  <a:pt x="84379" y="74964"/>
                </a:lnTo>
                <a:lnTo>
                  <a:pt x="82040" y="73795"/>
                </a:lnTo>
                <a:lnTo>
                  <a:pt x="80877" y="74964"/>
                </a:lnTo>
                <a:lnTo>
                  <a:pt x="82039" y="77303"/>
                </a:lnTo>
                <a:lnTo>
                  <a:pt x="80892" y="78458"/>
                </a:lnTo>
                <a:lnTo>
                  <a:pt x="78488" y="77296"/>
                </a:lnTo>
                <a:lnTo>
                  <a:pt x="77384" y="78509"/>
                </a:lnTo>
                <a:lnTo>
                  <a:pt x="78546" y="80804"/>
                </a:lnTo>
                <a:lnTo>
                  <a:pt x="77465" y="81885"/>
                </a:lnTo>
                <a:lnTo>
                  <a:pt x="74819" y="80833"/>
                </a:lnTo>
                <a:lnTo>
                  <a:pt x="74066" y="81966"/>
                </a:lnTo>
                <a:lnTo>
                  <a:pt x="74972" y="84524"/>
                </a:lnTo>
                <a:lnTo>
                  <a:pt x="72955" y="85993"/>
                </a:lnTo>
                <a:lnTo>
                  <a:pt x="69162" y="84158"/>
                </a:lnTo>
                <a:lnTo>
                  <a:pt x="66991" y="85094"/>
                </a:lnTo>
                <a:lnTo>
                  <a:pt x="67802" y="88046"/>
                </a:lnTo>
                <a:lnTo>
                  <a:pt x="66889" y="88960"/>
                </a:lnTo>
                <a:lnTo>
                  <a:pt x="64630" y="88046"/>
                </a:lnTo>
                <a:lnTo>
                  <a:pt x="63227" y="88777"/>
                </a:lnTo>
                <a:lnTo>
                  <a:pt x="60969" y="87864"/>
                </a:lnTo>
                <a:lnTo>
                  <a:pt x="59938" y="88902"/>
                </a:lnTo>
                <a:lnTo>
                  <a:pt x="60983" y="91547"/>
                </a:lnTo>
                <a:lnTo>
                  <a:pt x="59777" y="92351"/>
                </a:lnTo>
                <a:lnTo>
                  <a:pt x="57702" y="91788"/>
                </a:lnTo>
                <a:lnTo>
                  <a:pt x="53660" y="92461"/>
                </a:lnTo>
                <a:lnTo>
                  <a:pt x="49699" y="91920"/>
                </a:lnTo>
                <a:lnTo>
                  <a:pt x="44137" y="91920"/>
                </a:lnTo>
                <a:lnTo>
                  <a:pt x="41615" y="92234"/>
                </a:lnTo>
                <a:lnTo>
                  <a:pt x="37391" y="91635"/>
                </a:lnTo>
                <a:lnTo>
                  <a:pt x="34197" y="927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6425850" y="834006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37" y="85503"/>
                </a:moveTo>
                <a:lnTo>
                  <a:pt x="55194" y="84911"/>
                </a:lnTo>
                <a:lnTo>
                  <a:pt x="30169" y="84911"/>
                </a:lnTo>
                <a:lnTo>
                  <a:pt x="27034" y="85503"/>
                </a:lnTo>
                <a:lnTo>
                  <a:pt x="24783" y="84794"/>
                </a:lnTo>
                <a:lnTo>
                  <a:pt x="25448" y="81710"/>
                </a:lnTo>
                <a:lnTo>
                  <a:pt x="24556" y="80818"/>
                </a:lnTo>
                <a:lnTo>
                  <a:pt x="22334" y="81871"/>
                </a:lnTo>
                <a:lnTo>
                  <a:pt x="20938" y="80935"/>
                </a:lnTo>
                <a:lnTo>
                  <a:pt x="18717" y="81988"/>
                </a:lnTo>
                <a:lnTo>
                  <a:pt x="17613" y="80884"/>
                </a:lnTo>
                <a:lnTo>
                  <a:pt x="18709" y="78319"/>
                </a:lnTo>
                <a:lnTo>
                  <a:pt x="17445" y="77391"/>
                </a:lnTo>
                <a:lnTo>
                  <a:pt x="15223" y="78487"/>
                </a:lnTo>
                <a:lnTo>
                  <a:pt x="14134" y="77405"/>
                </a:lnTo>
                <a:lnTo>
                  <a:pt x="15187" y="74760"/>
                </a:lnTo>
                <a:lnTo>
                  <a:pt x="13922" y="73919"/>
                </a:lnTo>
                <a:lnTo>
                  <a:pt x="11700" y="74972"/>
                </a:lnTo>
                <a:lnTo>
                  <a:pt x="10531" y="73802"/>
                </a:lnTo>
                <a:lnTo>
                  <a:pt x="11700" y="71464"/>
                </a:lnTo>
                <a:lnTo>
                  <a:pt x="10531" y="70294"/>
                </a:lnTo>
                <a:lnTo>
                  <a:pt x="8192" y="71464"/>
                </a:lnTo>
                <a:lnTo>
                  <a:pt x="7023" y="70294"/>
                </a:lnTo>
                <a:lnTo>
                  <a:pt x="8192" y="67955"/>
                </a:lnTo>
                <a:lnTo>
                  <a:pt x="7103" y="66866"/>
                </a:lnTo>
                <a:lnTo>
                  <a:pt x="4501" y="67941"/>
                </a:lnTo>
                <a:lnTo>
                  <a:pt x="3215" y="66106"/>
                </a:lnTo>
                <a:lnTo>
                  <a:pt x="5247" y="61290"/>
                </a:lnTo>
                <a:lnTo>
                  <a:pt x="3778" y="60091"/>
                </a:lnTo>
                <a:lnTo>
                  <a:pt x="694" y="60683"/>
                </a:lnTo>
                <a:lnTo>
                  <a:pt x="0" y="58469"/>
                </a:lnTo>
                <a:lnTo>
                  <a:pt x="591" y="55326"/>
                </a:lnTo>
                <a:lnTo>
                  <a:pt x="591" y="30301"/>
                </a:lnTo>
                <a:lnTo>
                  <a:pt x="0" y="27159"/>
                </a:lnTo>
                <a:lnTo>
                  <a:pt x="708" y="24915"/>
                </a:lnTo>
                <a:lnTo>
                  <a:pt x="3793" y="25580"/>
                </a:lnTo>
                <a:lnTo>
                  <a:pt x="4436" y="24944"/>
                </a:lnTo>
                <a:lnTo>
                  <a:pt x="4078" y="22276"/>
                </a:lnTo>
                <a:lnTo>
                  <a:pt x="4136" y="21129"/>
                </a:lnTo>
                <a:lnTo>
                  <a:pt x="3734" y="18746"/>
                </a:lnTo>
                <a:lnTo>
                  <a:pt x="4538" y="17672"/>
                </a:lnTo>
                <a:lnTo>
                  <a:pt x="7081" y="18783"/>
                </a:lnTo>
                <a:lnTo>
                  <a:pt x="8097" y="17767"/>
                </a:lnTo>
                <a:lnTo>
                  <a:pt x="7045" y="15121"/>
                </a:lnTo>
                <a:lnTo>
                  <a:pt x="8265" y="14310"/>
                </a:lnTo>
                <a:lnTo>
                  <a:pt x="10604" y="15318"/>
                </a:lnTo>
                <a:lnTo>
                  <a:pt x="11679" y="14120"/>
                </a:lnTo>
                <a:lnTo>
                  <a:pt x="10524" y="11840"/>
                </a:lnTo>
                <a:lnTo>
                  <a:pt x="11605" y="10751"/>
                </a:lnTo>
                <a:lnTo>
                  <a:pt x="14251" y="11803"/>
                </a:lnTo>
                <a:lnTo>
                  <a:pt x="15092" y="10539"/>
                </a:lnTo>
                <a:lnTo>
                  <a:pt x="14039" y="8317"/>
                </a:lnTo>
                <a:lnTo>
                  <a:pt x="15209" y="7147"/>
                </a:lnTo>
                <a:lnTo>
                  <a:pt x="17547" y="8317"/>
                </a:lnTo>
                <a:lnTo>
                  <a:pt x="18622" y="7242"/>
                </a:lnTo>
                <a:lnTo>
                  <a:pt x="17569" y="4597"/>
                </a:lnTo>
                <a:lnTo>
                  <a:pt x="18951" y="3683"/>
                </a:lnTo>
                <a:lnTo>
                  <a:pt x="20807" y="4743"/>
                </a:lnTo>
                <a:lnTo>
                  <a:pt x="22349" y="3778"/>
                </a:lnTo>
                <a:lnTo>
                  <a:pt x="24571" y="4801"/>
                </a:lnTo>
                <a:lnTo>
                  <a:pt x="25631" y="3734"/>
                </a:lnTo>
                <a:lnTo>
                  <a:pt x="24578" y="1088"/>
                </a:lnTo>
                <a:lnTo>
                  <a:pt x="25835" y="255"/>
                </a:lnTo>
                <a:lnTo>
                  <a:pt x="27823" y="913"/>
                </a:lnTo>
                <a:lnTo>
                  <a:pt x="31689" y="0"/>
                </a:lnTo>
                <a:lnTo>
                  <a:pt x="36038" y="716"/>
                </a:lnTo>
                <a:lnTo>
                  <a:pt x="55230" y="716"/>
                </a:lnTo>
                <a:lnTo>
                  <a:pt x="58293" y="146"/>
                </a:lnTo>
                <a:lnTo>
                  <a:pt x="60566" y="818"/>
                </a:lnTo>
                <a:lnTo>
                  <a:pt x="59923" y="3924"/>
                </a:lnTo>
                <a:lnTo>
                  <a:pt x="60807" y="4809"/>
                </a:lnTo>
                <a:lnTo>
                  <a:pt x="63029" y="3756"/>
                </a:lnTo>
                <a:lnTo>
                  <a:pt x="64432" y="4692"/>
                </a:lnTo>
                <a:lnTo>
                  <a:pt x="66654" y="3639"/>
                </a:lnTo>
                <a:lnTo>
                  <a:pt x="67757" y="4743"/>
                </a:lnTo>
                <a:lnTo>
                  <a:pt x="66661" y="7308"/>
                </a:lnTo>
                <a:lnTo>
                  <a:pt x="67926" y="8236"/>
                </a:lnTo>
                <a:lnTo>
                  <a:pt x="70155" y="7140"/>
                </a:lnTo>
                <a:lnTo>
                  <a:pt x="71236" y="8222"/>
                </a:lnTo>
                <a:lnTo>
                  <a:pt x="70184" y="10867"/>
                </a:lnTo>
                <a:lnTo>
                  <a:pt x="71448" y="11708"/>
                </a:lnTo>
                <a:lnTo>
                  <a:pt x="73670" y="10656"/>
                </a:lnTo>
                <a:lnTo>
                  <a:pt x="74840" y="11825"/>
                </a:lnTo>
                <a:lnTo>
                  <a:pt x="73670" y="14164"/>
                </a:lnTo>
                <a:lnTo>
                  <a:pt x="74840" y="15333"/>
                </a:lnTo>
                <a:lnTo>
                  <a:pt x="77178" y="14164"/>
                </a:lnTo>
                <a:lnTo>
                  <a:pt x="78348" y="15333"/>
                </a:lnTo>
                <a:lnTo>
                  <a:pt x="77178" y="17672"/>
                </a:lnTo>
                <a:lnTo>
                  <a:pt x="78267" y="18761"/>
                </a:lnTo>
                <a:lnTo>
                  <a:pt x="80876" y="17686"/>
                </a:lnTo>
                <a:lnTo>
                  <a:pt x="82155" y="19521"/>
                </a:lnTo>
                <a:lnTo>
                  <a:pt x="80124" y="24337"/>
                </a:lnTo>
                <a:lnTo>
                  <a:pt x="81585" y="25536"/>
                </a:lnTo>
                <a:lnTo>
                  <a:pt x="84677" y="24944"/>
                </a:lnTo>
                <a:lnTo>
                  <a:pt x="85371" y="27166"/>
                </a:lnTo>
                <a:lnTo>
                  <a:pt x="84779" y="30301"/>
                </a:lnTo>
                <a:lnTo>
                  <a:pt x="84779" y="42814"/>
                </a:lnTo>
                <a:lnTo>
                  <a:pt x="84779" y="55326"/>
                </a:lnTo>
                <a:lnTo>
                  <a:pt x="85371" y="58462"/>
                </a:lnTo>
                <a:lnTo>
                  <a:pt x="84670" y="60713"/>
                </a:lnTo>
                <a:lnTo>
                  <a:pt x="81578" y="60048"/>
                </a:lnTo>
                <a:lnTo>
                  <a:pt x="80687" y="60939"/>
                </a:lnTo>
                <a:lnTo>
                  <a:pt x="81739" y="63161"/>
                </a:lnTo>
                <a:lnTo>
                  <a:pt x="80804" y="64564"/>
                </a:lnTo>
                <a:lnTo>
                  <a:pt x="81856" y="66786"/>
                </a:lnTo>
                <a:lnTo>
                  <a:pt x="80752" y="67890"/>
                </a:lnTo>
                <a:lnTo>
                  <a:pt x="78187" y="66793"/>
                </a:lnTo>
                <a:lnTo>
                  <a:pt x="77259" y="68058"/>
                </a:lnTo>
                <a:lnTo>
                  <a:pt x="78355" y="70287"/>
                </a:lnTo>
                <a:lnTo>
                  <a:pt x="77273" y="71369"/>
                </a:lnTo>
                <a:lnTo>
                  <a:pt x="74628" y="70316"/>
                </a:lnTo>
                <a:lnTo>
                  <a:pt x="73787" y="71580"/>
                </a:lnTo>
                <a:lnTo>
                  <a:pt x="74840" y="73802"/>
                </a:lnTo>
                <a:lnTo>
                  <a:pt x="73670" y="74972"/>
                </a:lnTo>
                <a:lnTo>
                  <a:pt x="71332" y="73802"/>
                </a:lnTo>
                <a:lnTo>
                  <a:pt x="70162" y="74972"/>
                </a:lnTo>
                <a:lnTo>
                  <a:pt x="71332" y="77310"/>
                </a:lnTo>
                <a:lnTo>
                  <a:pt x="70162" y="78480"/>
                </a:lnTo>
                <a:lnTo>
                  <a:pt x="67824" y="77310"/>
                </a:lnTo>
                <a:lnTo>
                  <a:pt x="66735" y="78399"/>
                </a:lnTo>
                <a:lnTo>
                  <a:pt x="67809" y="81009"/>
                </a:lnTo>
                <a:lnTo>
                  <a:pt x="65974" y="82288"/>
                </a:lnTo>
                <a:lnTo>
                  <a:pt x="61158" y="80256"/>
                </a:lnTo>
                <a:lnTo>
                  <a:pt x="59959" y="81717"/>
                </a:lnTo>
                <a:lnTo>
                  <a:pt x="60551" y="84809"/>
                </a:lnTo>
                <a:lnTo>
                  <a:pt x="58337" y="855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8110027" y="833992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2289" y="85466"/>
                </a:moveTo>
                <a:lnTo>
                  <a:pt x="31391" y="84560"/>
                </a:lnTo>
                <a:lnTo>
                  <a:pt x="32443" y="81914"/>
                </a:lnTo>
                <a:lnTo>
                  <a:pt x="31113" y="81030"/>
                </a:lnTo>
                <a:lnTo>
                  <a:pt x="29256" y="81863"/>
                </a:lnTo>
                <a:lnTo>
                  <a:pt x="27144" y="81089"/>
                </a:lnTo>
                <a:lnTo>
                  <a:pt x="22130" y="82477"/>
                </a:lnTo>
                <a:lnTo>
                  <a:pt x="20939" y="81030"/>
                </a:lnTo>
                <a:lnTo>
                  <a:pt x="21889" y="78377"/>
                </a:lnTo>
                <a:lnTo>
                  <a:pt x="20654" y="77580"/>
                </a:lnTo>
                <a:lnTo>
                  <a:pt x="18432" y="78618"/>
                </a:lnTo>
                <a:lnTo>
                  <a:pt x="17365" y="77544"/>
                </a:lnTo>
                <a:lnTo>
                  <a:pt x="18410" y="74898"/>
                </a:lnTo>
                <a:lnTo>
                  <a:pt x="17095" y="74021"/>
                </a:lnTo>
                <a:lnTo>
                  <a:pt x="15019" y="75110"/>
                </a:lnTo>
                <a:lnTo>
                  <a:pt x="13755" y="74014"/>
                </a:lnTo>
                <a:lnTo>
                  <a:pt x="14909" y="71580"/>
                </a:lnTo>
                <a:lnTo>
                  <a:pt x="13857" y="70528"/>
                </a:lnTo>
                <a:lnTo>
                  <a:pt x="11211" y="71580"/>
                </a:lnTo>
                <a:lnTo>
                  <a:pt x="10378" y="70316"/>
                </a:lnTo>
                <a:lnTo>
                  <a:pt x="11430" y="68094"/>
                </a:lnTo>
                <a:lnTo>
                  <a:pt x="10261" y="66925"/>
                </a:lnTo>
                <a:lnTo>
                  <a:pt x="7922" y="68094"/>
                </a:lnTo>
                <a:lnTo>
                  <a:pt x="6848" y="67020"/>
                </a:lnTo>
                <a:lnTo>
                  <a:pt x="7900" y="64374"/>
                </a:lnTo>
                <a:lnTo>
                  <a:pt x="6877" y="63694"/>
                </a:lnTo>
                <a:lnTo>
                  <a:pt x="4078" y="64447"/>
                </a:lnTo>
                <a:lnTo>
                  <a:pt x="3091" y="62664"/>
                </a:lnTo>
                <a:lnTo>
                  <a:pt x="3837" y="58556"/>
                </a:lnTo>
                <a:lnTo>
                  <a:pt x="3837" y="55976"/>
                </a:lnTo>
                <a:lnTo>
                  <a:pt x="4100" y="54441"/>
                </a:lnTo>
                <a:lnTo>
                  <a:pt x="3742" y="53148"/>
                </a:lnTo>
                <a:lnTo>
                  <a:pt x="614" y="53762"/>
                </a:lnTo>
                <a:lnTo>
                  <a:pt x="0" y="53140"/>
                </a:lnTo>
                <a:lnTo>
                  <a:pt x="358" y="50480"/>
                </a:lnTo>
                <a:lnTo>
                  <a:pt x="270" y="48799"/>
                </a:lnTo>
                <a:lnTo>
                  <a:pt x="402" y="47623"/>
                </a:lnTo>
                <a:lnTo>
                  <a:pt x="131" y="42989"/>
                </a:lnTo>
                <a:lnTo>
                  <a:pt x="329" y="39422"/>
                </a:lnTo>
                <a:lnTo>
                  <a:pt x="329" y="35081"/>
                </a:lnTo>
                <a:lnTo>
                  <a:pt x="0" y="33203"/>
                </a:lnTo>
                <a:lnTo>
                  <a:pt x="519" y="31989"/>
                </a:lnTo>
                <a:lnTo>
                  <a:pt x="3471" y="32801"/>
                </a:lnTo>
                <a:lnTo>
                  <a:pt x="4326" y="31931"/>
                </a:lnTo>
                <a:lnTo>
                  <a:pt x="3566" y="29600"/>
                </a:lnTo>
                <a:lnTo>
                  <a:pt x="4319" y="27677"/>
                </a:lnTo>
                <a:lnTo>
                  <a:pt x="2872" y="22686"/>
                </a:lnTo>
                <a:lnTo>
                  <a:pt x="4480" y="21377"/>
                </a:lnTo>
                <a:lnTo>
                  <a:pt x="6768" y="22503"/>
                </a:lnTo>
                <a:lnTo>
                  <a:pt x="7915" y="21297"/>
                </a:lnTo>
                <a:lnTo>
                  <a:pt x="6753" y="18987"/>
                </a:lnTo>
                <a:lnTo>
                  <a:pt x="7878" y="17862"/>
                </a:lnTo>
                <a:lnTo>
                  <a:pt x="10385" y="18987"/>
                </a:lnTo>
                <a:lnTo>
                  <a:pt x="11372" y="17723"/>
                </a:lnTo>
                <a:lnTo>
                  <a:pt x="10246" y="15487"/>
                </a:lnTo>
                <a:lnTo>
                  <a:pt x="11335" y="14398"/>
                </a:lnTo>
                <a:lnTo>
                  <a:pt x="13981" y="15450"/>
                </a:lnTo>
                <a:lnTo>
                  <a:pt x="14851" y="14127"/>
                </a:lnTo>
                <a:lnTo>
                  <a:pt x="13762" y="12073"/>
                </a:lnTo>
                <a:lnTo>
                  <a:pt x="14844" y="10787"/>
                </a:lnTo>
                <a:lnTo>
                  <a:pt x="17299" y="11935"/>
                </a:lnTo>
                <a:lnTo>
                  <a:pt x="18367" y="10867"/>
                </a:lnTo>
                <a:lnTo>
                  <a:pt x="17277" y="8288"/>
                </a:lnTo>
                <a:lnTo>
                  <a:pt x="18542" y="7374"/>
                </a:lnTo>
                <a:lnTo>
                  <a:pt x="20764" y="8463"/>
                </a:lnTo>
                <a:lnTo>
                  <a:pt x="21845" y="7381"/>
                </a:lnTo>
                <a:lnTo>
                  <a:pt x="20800" y="4736"/>
                </a:lnTo>
                <a:lnTo>
                  <a:pt x="22021" y="3924"/>
                </a:lnTo>
                <a:lnTo>
                  <a:pt x="24067" y="4516"/>
                </a:lnTo>
                <a:lnTo>
                  <a:pt x="25931" y="4165"/>
                </a:lnTo>
                <a:lnTo>
                  <a:pt x="27283" y="4363"/>
                </a:lnTo>
                <a:lnTo>
                  <a:pt x="29388" y="4363"/>
                </a:lnTo>
                <a:lnTo>
                  <a:pt x="30850" y="4582"/>
                </a:lnTo>
                <a:lnTo>
                  <a:pt x="31887" y="4363"/>
                </a:lnTo>
                <a:lnTo>
                  <a:pt x="32202" y="4282"/>
                </a:lnTo>
                <a:lnTo>
                  <a:pt x="31610" y="1132"/>
                </a:lnTo>
                <a:lnTo>
                  <a:pt x="32216" y="526"/>
                </a:lnTo>
                <a:lnTo>
                  <a:pt x="34884" y="876"/>
                </a:lnTo>
                <a:lnTo>
                  <a:pt x="36550" y="796"/>
                </a:lnTo>
                <a:lnTo>
                  <a:pt x="41279" y="745"/>
                </a:lnTo>
                <a:lnTo>
                  <a:pt x="45642" y="1176"/>
                </a:lnTo>
                <a:lnTo>
                  <a:pt x="49794" y="0"/>
                </a:lnTo>
                <a:lnTo>
                  <a:pt x="53251" y="942"/>
                </a:lnTo>
                <a:lnTo>
                  <a:pt x="52637" y="4078"/>
                </a:lnTo>
                <a:lnTo>
                  <a:pt x="53258" y="4692"/>
                </a:lnTo>
                <a:lnTo>
                  <a:pt x="55918" y="4334"/>
                </a:lnTo>
                <a:lnTo>
                  <a:pt x="57278" y="4407"/>
                </a:lnTo>
                <a:lnTo>
                  <a:pt x="59178" y="3997"/>
                </a:lnTo>
                <a:lnTo>
                  <a:pt x="60633" y="4699"/>
                </a:lnTo>
                <a:lnTo>
                  <a:pt x="62906" y="3829"/>
                </a:lnTo>
                <a:lnTo>
                  <a:pt x="63921" y="4852"/>
                </a:lnTo>
                <a:lnTo>
                  <a:pt x="62876" y="7498"/>
                </a:lnTo>
                <a:lnTo>
                  <a:pt x="64141" y="8339"/>
                </a:lnTo>
                <a:lnTo>
                  <a:pt x="66355" y="7286"/>
                </a:lnTo>
                <a:lnTo>
                  <a:pt x="67525" y="8456"/>
                </a:lnTo>
                <a:lnTo>
                  <a:pt x="66355" y="10794"/>
                </a:lnTo>
                <a:lnTo>
                  <a:pt x="67429" y="11869"/>
                </a:lnTo>
                <a:lnTo>
                  <a:pt x="70075" y="10816"/>
                </a:lnTo>
                <a:lnTo>
                  <a:pt x="70908" y="12081"/>
                </a:lnTo>
                <a:lnTo>
                  <a:pt x="69864" y="14310"/>
                </a:lnTo>
                <a:lnTo>
                  <a:pt x="71033" y="15472"/>
                </a:lnTo>
                <a:lnTo>
                  <a:pt x="73364" y="14303"/>
                </a:lnTo>
                <a:lnTo>
                  <a:pt x="74439" y="15377"/>
                </a:lnTo>
                <a:lnTo>
                  <a:pt x="73386" y="18023"/>
                </a:lnTo>
                <a:lnTo>
                  <a:pt x="74651" y="18863"/>
                </a:lnTo>
                <a:lnTo>
                  <a:pt x="76872" y="17811"/>
                </a:lnTo>
                <a:lnTo>
                  <a:pt x="78042" y="18980"/>
                </a:lnTo>
                <a:lnTo>
                  <a:pt x="76873" y="21319"/>
                </a:lnTo>
                <a:lnTo>
                  <a:pt x="77940" y="22393"/>
                </a:lnTo>
                <a:lnTo>
                  <a:pt x="80592" y="21341"/>
                </a:lnTo>
                <a:lnTo>
                  <a:pt x="81499" y="22715"/>
                </a:lnTo>
                <a:lnTo>
                  <a:pt x="80527" y="24527"/>
                </a:lnTo>
                <a:lnTo>
                  <a:pt x="81579" y="26691"/>
                </a:lnTo>
                <a:lnTo>
                  <a:pt x="79920" y="31588"/>
                </a:lnTo>
                <a:lnTo>
                  <a:pt x="81294" y="32706"/>
                </a:lnTo>
                <a:lnTo>
                  <a:pt x="84349" y="32077"/>
                </a:lnTo>
                <a:lnTo>
                  <a:pt x="84766" y="33305"/>
                </a:lnTo>
                <a:lnTo>
                  <a:pt x="84466" y="35001"/>
                </a:lnTo>
                <a:lnTo>
                  <a:pt x="84393" y="38290"/>
                </a:lnTo>
                <a:lnTo>
                  <a:pt x="84576" y="41849"/>
                </a:lnTo>
                <a:lnTo>
                  <a:pt x="84145" y="46197"/>
                </a:lnTo>
                <a:lnTo>
                  <a:pt x="85314" y="50341"/>
                </a:lnTo>
                <a:lnTo>
                  <a:pt x="84371" y="53806"/>
                </a:lnTo>
                <a:lnTo>
                  <a:pt x="81243" y="53192"/>
                </a:lnTo>
                <a:lnTo>
                  <a:pt x="80629" y="53806"/>
                </a:lnTo>
                <a:lnTo>
                  <a:pt x="80987" y="56473"/>
                </a:lnTo>
                <a:lnTo>
                  <a:pt x="80914" y="57840"/>
                </a:lnTo>
                <a:lnTo>
                  <a:pt x="81323" y="59733"/>
                </a:lnTo>
                <a:lnTo>
                  <a:pt x="80622" y="61195"/>
                </a:lnTo>
                <a:lnTo>
                  <a:pt x="81492" y="63468"/>
                </a:lnTo>
                <a:lnTo>
                  <a:pt x="80468" y="64491"/>
                </a:lnTo>
                <a:lnTo>
                  <a:pt x="77823" y="63438"/>
                </a:lnTo>
                <a:lnTo>
                  <a:pt x="76989" y="64703"/>
                </a:lnTo>
                <a:lnTo>
                  <a:pt x="78042" y="66925"/>
                </a:lnTo>
                <a:lnTo>
                  <a:pt x="76873" y="68094"/>
                </a:lnTo>
                <a:lnTo>
                  <a:pt x="74534" y="66925"/>
                </a:lnTo>
                <a:lnTo>
                  <a:pt x="73459" y="67999"/>
                </a:lnTo>
                <a:lnTo>
                  <a:pt x="74512" y="70645"/>
                </a:lnTo>
                <a:lnTo>
                  <a:pt x="73247" y="71478"/>
                </a:lnTo>
                <a:lnTo>
                  <a:pt x="71026" y="70433"/>
                </a:lnTo>
                <a:lnTo>
                  <a:pt x="69864" y="71609"/>
                </a:lnTo>
                <a:lnTo>
                  <a:pt x="71033" y="73941"/>
                </a:lnTo>
                <a:lnTo>
                  <a:pt x="69959" y="75015"/>
                </a:lnTo>
                <a:lnTo>
                  <a:pt x="67305" y="73963"/>
                </a:lnTo>
                <a:lnTo>
                  <a:pt x="66479" y="75227"/>
                </a:lnTo>
                <a:lnTo>
                  <a:pt x="67524" y="77449"/>
                </a:lnTo>
                <a:lnTo>
                  <a:pt x="66355" y="78618"/>
                </a:lnTo>
                <a:lnTo>
                  <a:pt x="64024" y="77449"/>
                </a:lnTo>
                <a:lnTo>
                  <a:pt x="62949" y="78523"/>
                </a:lnTo>
                <a:lnTo>
                  <a:pt x="63994" y="81169"/>
                </a:lnTo>
                <a:lnTo>
                  <a:pt x="62628" y="82083"/>
                </a:lnTo>
                <a:lnTo>
                  <a:pt x="60815" y="81110"/>
                </a:lnTo>
                <a:lnTo>
                  <a:pt x="58652" y="82163"/>
                </a:lnTo>
                <a:lnTo>
                  <a:pt x="53755" y="80511"/>
                </a:lnTo>
                <a:lnTo>
                  <a:pt x="52637" y="81878"/>
                </a:lnTo>
                <a:lnTo>
                  <a:pt x="53265" y="84926"/>
                </a:lnTo>
                <a:lnTo>
                  <a:pt x="52038" y="85357"/>
                </a:lnTo>
                <a:lnTo>
                  <a:pt x="50342" y="85050"/>
                </a:lnTo>
                <a:lnTo>
                  <a:pt x="37822" y="85050"/>
                </a:lnTo>
                <a:lnTo>
                  <a:pt x="36412" y="85276"/>
                </a:lnTo>
                <a:lnTo>
                  <a:pt x="34774" y="84918"/>
                </a:lnTo>
                <a:lnTo>
                  <a:pt x="32289" y="85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3" name="object 11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218650" y="8343859"/>
            <a:ext cx="78728" cy="78377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012152" y="8347126"/>
            <a:ext cx="71141" cy="71142"/>
          </a:xfrm>
          <a:prstGeom prst="rect">
            <a:avLst/>
          </a:prstGeom>
        </p:spPr>
      </p:pic>
      <p:sp>
        <p:nvSpPr>
          <p:cNvPr id="115" name="object 115"/>
          <p:cNvSpPr/>
          <p:nvPr/>
        </p:nvSpPr>
        <p:spPr>
          <a:xfrm>
            <a:off x="15808542" y="8354055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6895" y="57358"/>
                </a:moveTo>
                <a:lnTo>
                  <a:pt x="24396" y="56736"/>
                </a:lnTo>
                <a:lnTo>
                  <a:pt x="21933" y="57321"/>
                </a:lnTo>
                <a:lnTo>
                  <a:pt x="21180" y="56561"/>
                </a:lnTo>
                <a:lnTo>
                  <a:pt x="21896" y="53521"/>
                </a:lnTo>
                <a:lnTo>
                  <a:pt x="20288" y="52943"/>
                </a:lnTo>
                <a:lnTo>
                  <a:pt x="15253" y="54310"/>
                </a:lnTo>
                <a:lnTo>
                  <a:pt x="14215" y="53045"/>
                </a:lnTo>
                <a:lnTo>
                  <a:pt x="14843" y="49998"/>
                </a:lnTo>
                <a:lnTo>
                  <a:pt x="13038" y="49369"/>
                </a:lnTo>
                <a:lnTo>
                  <a:pt x="8543" y="50890"/>
                </a:lnTo>
                <a:lnTo>
                  <a:pt x="6424" y="48865"/>
                </a:lnTo>
                <a:lnTo>
                  <a:pt x="8083" y="44261"/>
                </a:lnTo>
                <a:lnTo>
                  <a:pt x="7286" y="42411"/>
                </a:lnTo>
                <a:lnTo>
                  <a:pt x="4341" y="43223"/>
                </a:lnTo>
                <a:lnTo>
                  <a:pt x="3420" y="42309"/>
                </a:lnTo>
                <a:lnTo>
                  <a:pt x="4334" y="40058"/>
                </a:lnTo>
                <a:lnTo>
                  <a:pt x="3603" y="38640"/>
                </a:lnTo>
                <a:lnTo>
                  <a:pt x="4516" y="36382"/>
                </a:lnTo>
                <a:lnTo>
                  <a:pt x="3478" y="35351"/>
                </a:lnTo>
                <a:lnTo>
                  <a:pt x="833" y="36404"/>
                </a:lnTo>
                <a:lnTo>
                  <a:pt x="65" y="35242"/>
                </a:lnTo>
                <a:lnTo>
                  <a:pt x="533" y="33071"/>
                </a:lnTo>
                <a:lnTo>
                  <a:pt x="0" y="27180"/>
                </a:lnTo>
                <a:lnTo>
                  <a:pt x="613" y="24695"/>
                </a:lnTo>
                <a:lnTo>
                  <a:pt x="29" y="22240"/>
                </a:lnTo>
                <a:lnTo>
                  <a:pt x="847" y="21421"/>
                </a:lnTo>
                <a:lnTo>
                  <a:pt x="3756" y="22269"/>
                </a:lnTo>
                <a:lnTo>
                  <a:pt x="4553" y="20537"/>
                </a:lnTo>
                <a:lnTo>
                  <a:pt x="2952" y="15625"/>
                </a:lnTo>
                <a:lnTo>
                  <a:pt x="4392" y="14449"/>
                </a:lnTo>
                <a:lnTo>
                  <a:pt x="7257" y="15245"/>
                </a:lnTo>
                <a:lnTo>
                  <a:pt x="8149" y="13425"/>
                </a:lnTo>
                <a:lnTo>
                  <a:pt x="6402" y="8748"/>
                </a:lnTo>
                <a:lnTo>
                  <a:pt x="8638" y="6723"/>
                </a:lnTo>
                <a:lnTo>
                  <a:pt x="13521" y="8967"/>
                </a:lnTo>
                <a:lnTo>
                  <a:pt x="14770" y="7440"/>
                </a:lnTo>
                <a:lnTo>
                  <a:pt x="14142" y="4392"/>
                </a:lnTo>
                <a:lnTo>
                  <a:pt x="15370" y="3961"/>
                </a:lnTo>
                <a:lnTo>
                  <a:pt x="17065" y="4268"/>
                </a:lnTo>
                <a:lnTo>
                  <a:pt x="18951" y="4268"/>
                </a:lnTo>
                <a:lnTo>
                  <a:pt x="20559" y="4560"/>
                </a:lnTo>
                <a:lnTo>
                  <a:pt x="21509" y="4268"/>
                </a:lnTo>
                <a:lnTo>
                  <a:pt x="21757" y="4195"/>
                </a:lnTo>
                <a:lnTo>
                  <a:pt x="21275" y="796"/>
                </a:lnTo>
                <a:lnTo>
                  <a:pt x="23475" y="453"/>
                </a:lnTo>
                <a:lnTo>
                  <a:pt x="26566" y="438"/>
                </a:lnTo>
                <a:lnTo>
                  <a:pt x="29614" y="935"/>
                </a:lnTo>
                <a:lnTo>
                  <a:pt x="34920" y="0"/>
                </a:lnTo>
                <a:lnTo>
                  <a:pt x="35856" y="1147"/>
                </a:lnTo>
                <a:lnTo>
                  <a:pt x="35132" y="4092"/>
                </a:lnTo>
                <a:lnTo>
                  <a:pt x="36798" y="4809"/>
                </a:lnTo>
                <a:lnTo>
                  <a:pt x="41746" y="3281"/>
                </a:lnTo>
                <a:lnTo>
                  <a:pt x="42835" y="4604"/>
                </a:lnTo>
                <a:lnTo>
                  <a:pt x="42207" y="7652"/>
                </a:lnTo>
                <a:lnTo>
                  <a:pt x="43990" y="8273"/>
                </a:lnTo>
                <a:lnTo>
                  <a:pt x="48543" y="6767"/>
                </a:lnTo>
                <a:lnTo>
                  <a:pt x="49903" y="8097"/>
                </a:lnTo>
                <a:lnTo>
                  <a:pt x="49545" y="10780"/>
                </a:lnTo>
                <a:lnTo>
                  <a:pt x="49596" y="11796"/>
                </a:lnTo>
                <a:lnTo>
                  <a:pt x="49245" y="14463"/>
                </a:lnTo>
                <a:lnTo>
                  <a:pt x="49947" y="15165"/>
                </a:lnTo>
                <a:lnTo>
                  <a:pt x="52885" y="14346"/>
                </a:lnTo>
                <a:lnTo>
                  <a:pt x="53484" y="15713"/>
                </a:lnTo>
                <a:lnTo>
                  <a:pt x="52899" y="17306"/>
                </a:lnTo>
                <a:lnTo>
                  <a:pt x="53192" y="18892"/>
                </a:lnTo>
                <a:lnTo>
                  <a:pt x="52680" y="21414"/>
                </a:lnTo>
                <a:lnTo>
                  <a:pt x="53572" y="22298"/>
                </a:lnTo>
                <a:lnTo>
                  <a:pt x="56218" y="21246"/>
                </a:lnTo>
                <a:lnTo>
                  <a:pt x="56985" y="22400"/>
                </a:lnTo>
                <a:lnTo>
                  <a:pt x="56517" y="24586"/>
                </a:lnTo>
                <a:lnTo>
                  <a:pt x="57058" y="30462"/>
                </a:lnTo>
                <a:lnTo>
                  <a:pt x="56437" y="32954"/>
                </a:lnTo>
                <a:lnTo>
                  <a:pt x="57021" y="35410"/>
                </a:lnTo>
                <a:lnTo>
                  <a:pt x="56261" y="36163"/>
                </a:lnTo>
                <a:lnTo>
                  <a:pt x="53221" y="35454"/>
                </a:lnTo>
                <a:lnTo>
                  <a:pt x="52644" y="37062"/>
                </a:lnTo>
                <a:lnTo>
                  <a:pt x="54010" y="42097"/>
                </a:lnTo>
                <a:lnTo>
                  <a:pt x="52746" y="43135"/>
                </a:lnTo>
                <a:lnTo>
                  <a:pt x="49698" y="42506"/>
                </a:lnTo>
                <a:lnTo>
                  <a:pt x="49084" y="44268"/>
                </a:lnTo>
                <a:lnTo>
                  <a:pt x="50575" y="48872"/>
                </a:lnTo>
                <a:lnTo>
                  <a:pt x="48507" y="50941"/>
                </a:lnTo>
                <a:lnTo>
                  <a:pt x="44005" y="49252"/>
                </a:lnTo>
                <a:lnTo>
                  <a:pt x="42112" y="50064"/>
                </a:lnTo>
                <a:lnTo>
                  <a:pt x="42923" y="53009"/>
                </a:lnTo>
                <a:lnTo>
                  <a:pt x="42010" y="53930"/>
                </a:lnTo>
                <a:lnTo>
                  <a:pt x="39758" y="53016"/>
                </a:lnTo>
                <a:lnTo>
                  <a:pt x="38341" y="53747"/>
                </a:lnTo>
                <a:lnTo>
                  <a:pt x="36082" y="52834"/>
                </a:lnTo>
                <a:lnTo>
                  <a:pt x="35052" y="53871"/>
                </a:lnTo>
                <a:lnTo>
                  <a:pt x="36104" y="56517"/>
                </a:lnTo>
                <a:lnTo>
                  <a:pt x="34950" y="57284"/>
                </a:lnTo>
                <a:lnTo>
                  <a:pt x="32764" y="56824"/>
                </a:lnTo>
                <a:lnTo>
                  <a:pt x="26895" y="573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5608300" y="8364791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9333" y="36331"/>
                </a:moveTo>
                <a:lnTo>
                  <a:pt x="7301" y="35424"/>
                </a:lnTo>
                <a:lnTo>
                  <a:pt x="8134" y="32494"/>
                </a:lnTo>
                <a:lnTo>
                  <a:pt x="7264" y="31631"/>
                </a:lnTo>
                <a:lnTo>
                  <a:pt x="4619" y="32684"/>
                </a:lnTo>
                <a:lnTo>
                  <a:pt x="3705" y="31310"/>
                </a:lnTo>
                <a:lnTo>
                  <a:pt x="4677" y="29497"/>
                </a:lnTo>
                <a:lnTo>
                  <a:pt x="4246" y="28613"/>
                </a:lnTo>
                <a:lnTo>
                  <a:pt x="3544" y="28145"/>
                </a:lnTo>
                <a:lnTo>
                  <a:pt x="1322" y="29197"/>
                </a:lnTo>
                <a:lnTo>
                  <a:pt x="306" y="28181"/>
                </a:lnTo>
                <a:lnTo>
                  <a:pt x="891" y="25726"/>
                </a:lnTo>
                <a:lnTo>
                  <a:pt x="277" y="23255"/>
                </a:lnTo>
                <a:lnTo>
                  <a:pt x="526" y="19981"/>
                </a:lnTo>
                <a:lnTo>
                  <a:pt x="869" y="16933"/>
                </a:lnTo>
                <a:lnTo>
                  <a:pt x="577" y="15728"/>
                </a:lnTo>
                <a:lnTo>
                  <a:pt x="891" y="13513"/>
                </a:lnTo>
                <a:lnTo>
                  <a:pt x="0" y="8171"/>
                </a:lnTo>
                <a:lnTo>
                  <a:pt x="1439" y="6994"/>
                </a:lnTo>
                <a:lnTo>
                  <a:pt x="3449" y="8024"/>
                </a:lnTo>
                <a:lnTo>
                  <a:pt x="4246" y="7564"/>
                </a:lnTo>
                <a:lnTo>
                  <a:pt x="4714" y="6862"/>
                </a:lnTo>
                <a:lnTo>
                  <a:pt x="3661" y="4640"/>
                </a:lnTo>
                <a:lnTo>
                  <a:pt x="4831" y="3471"/>
                </a:lnTo>
                <a:lnTo>
                  <a:pt x="7052" y="4523"/>
                </a:lnTo>
                <a:lnTo>
                  <a:pt x="7754" y="4056"/>
                </a:lnTo>
                <a:lnTo>
                  <a:pt x="8054" y="3712"/>
                </a:lnTo>
                <a:lnTo>
                  <a:pt x="7381" y="686"/>
                </a:lnTo>
                <a:lnTo>
                  <a:pt x="8726" y="197"/>
                </a:lnTo>
                <a:lnTo>
                  <a:pt x="10232" y="694"/>
                </a:lnTo>
                <a:lnTo>
                  <a:pt x="13499" y="241"/>
                </a:lnTo>
                <a:lnTo>
                  <a:pt x="16020" y="548"/>
                </a:lnTo>
                <a:lnTo>
                  <a:pt x="20339" y="548"/>
                </a:lnTo>
                <a:lnTo>
                  <a:pt x="23321" y="0"/>
                </a:lnTo>
                <a:lnTo>
                  <a:pt x="25931" y="723"/>
                </a:lnTo>
                <a:lnTo>
                  <a:pt x="28357" y="102"/>
                </a:lnTo>
                <a:lnTo>
                  <a:pt x="29388" y="1132"/>
                </a:lnTo>
                <a:lnTo>
                  <a:pt x="28218" y="3471"/>
                </a:lnTo>
                <a:lnTo>
                  <a:pt x="29388" y="4640"/>
                </a:lnTo>
                <a:lnTo>
                  <a:pt x="31726" y="3471"/>
                </a:lnTo>
                <a:lnTo>
                  <a:pt x="32896" y="4640"/>
                </a:lnTo>
                <a:lnTo>
                  <a:pt x="31843" y="6862"/>
                </a:lnTo>
                <a:lnTo>
                  <a:pt x="32311" y="7564"/>
                </a:lnTo>
                <a:lnTo>
                  <a:pt x="35819" y="7564"/>
                </a:lnTo>
                <a:lnTo>
                  <a:pt x="35819" y="25974"/>
                </a:lnTo>
                <a:lnTo>
                  <a:pt x="36148" y="27816"/>
                </a:lnTo>
                <a:lnTo>
                  <a:pt x="35651" y="29022"/>
                </a:lnTo>
                <a:lnTo>
                  <a:pt x="32684" y="28284"/>
                </a:lnTo>
                <a:lnTo>
                  <a:pt x="32311" y="28613"/>
                </a:lnTo>
                <a:lnTo>
                  <a:pt x="31880" y="29497"/>
                </a:lnTo>
                <a:lnTo>
                  <a:pt x="32852" y="31310"/>
                </a:lnTo>
                <a:lnTo>
                  <a:pt x="31938" y="32684"/>
                </a:lnTo>
                <a:lnTo>
                  <a:pt x="29293" y="31631"/>
                </a:lnTo>
                <a:lnTo>
                  <a:pt x="28401" y="32523"/>
                </a:lnTo>
                <a:lnTo>
                  <a:pt x="29285" y="35388"/>
                </a:lnTo>
                <a:lnTo>
                  <a:pt x="28101" y="35972"/>
                </a:lnTo>
                <a:lnTo>
                  <a:pt x="26091" y="35629"/>
                </a:lnTo>
                <a:lnTo>
                  <a:pt x="13009" y="35629"/>
                </a:lnTo>
                <a:lnTo>
                  <a:pt x="9333" y="36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5405171" y="8372100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4091" y="21633"/>
                </a:moveTo>
                <a:lnTo>
                  <a:pt x="11423" y="21275"/>
                </a:lnTo>
                <a:lnTo>
                  <a:pt x="10444" y="21326"/>
                </a:lnTo>
                <a:lnTo>
                  <a:pt x="7710" y="21596"/>
                </a:lnTo>
                <a:lnTo>
                  <a:pt x="6818" y="20749"/>
                </a:lnTo>
                <a:lnTo>
                  <a:pt x="7871" y="18476"/>
                </a:lnTo>
                <a:lnTo>
                  <a:pt x="7403" y="17796"/>
                </a:lnTo>
                <a:lnTo>
                  <a:pt x="6519" y="17357"/>
                </a:lnTo>
                <a:lnTo>
                  <a:pt x="4699" y="18337"/>
                </a:lnTo>
                <a:lnTo>
                  <a:pt x="3332" y="17423"/>
                </a:lnTo>
                <a:lnTo>
                  <a:pt x="4385" y="14778"/>
                </a:lnTo>
                <a:lnTo>
                  <a:pt x="3559" y="13952"/>
                </a:lnTo>
                <a:lnTo>
                  <a:pt x="540" y="14697"/>
                </a:lnTo>
                <a:lnTo>
                  <a:pt x="160" y="13696"/>
                </a:lnTo>
                <a:lnTo>
                  <a:pt x="0" y="7593"/>
                </a:lnTo>
                <a:lnTo>
                  <a:pt x="1088" y="6701"/>
                </a:lnTo>
                <a:lnTo>
                  <a:pt x="3098" y="7732"/>
                </a:lnTo>
                <a:lnTo>
                  <a:pt x="3895" y="7272"/>
                </a:lnTo>
                <a:lnTo>
                  <a:pt x="4363" y="6570"/>
                </a:lnTo>
                <a:lnTo>
                  <a:pt x="3310" y="4348"/>
                </a:lnTo>
                <a:lnTo>
                  <a:pt x="4480" y="3179"/>
                </a:lnTo>
                <a:lnTo>
                  <a:pt x="6702" y="4231"/>
                </a:lnTo>
                <a:lnTo>
                  <a:pt x="7403" y="3763"/>
                </a:lnTo>
                <a:lnTo>
                  <a:pt x="7871" y="3084"/>
                </a:lnTo>
                <a:lnTo>
                  <a:pt x="6818" y="811"/>
                </a:lnTo>
                <a:lnTo>
                  <a:pt x="7674" y="0"/>
                </a:lnTo>
                <a:lnTo>
                  <a:pt x="14215" y="7"/>
                </a:lnTo>
                <a:lnTo>
                  <a:pt x="14990" y="957"/>
                </a:lnTo>
                <a:lnTo>
                  <a:pt x="13959" y="2974"/>
                </a:lnTo>
                <a:lnTo>
                  <a:pt x="14419" y="3763"/>
                </a:lnTo>
                <a:lnTo>
                  <a:pt x="15121" y="4231"/>
                </a:lnTo>
                <a:lnTo>
                  <a:pt x="17343" y="3179"/>
                </a:lnTo>
                <a:lnTo>
                  <a:pt x="18417" y="4253"/>
                </a:lnTo>
                <a:lnTo>
                  <a:pt x="17365" y="6899"/>
                </a:lnTo>
                <a:lnTo>
                  <a:pt x="18330" y="7542"/>
                </a:lnTo>
                <a:lnTo>
                  <a:pt x="21260" y="6891"/>
                </a:lnTo>
                <a:lnTo>
                  <a:pt x="21772" y="8024"/>
                </a:lnTo>
                <a:lnTo>
                  <a:pt x="21436" y="9946"/>
                </a:lnTo>
                <a:lnTo>
                  <a:pt x="21436" y="11642"/>
                </a:lnTo>
                <a:lnTo>
                  <a:pt x="21765" y="13506"/>
                </a:lnTo>
                <a:lnTo>
                  <a:pt x="21253" y="14719"/>
                </a:lnTo>
                <a:lnTo>
                  <a:pt x="18293" y="13915"/>
                </a:lnTo>
                <a:lnTo>
                  <a:pt x="17438" y="14770"/>
                </a:lnTo>
                <a:lnTo>
                  <a:pt x="18490" y="17416"/>
                </a:lnTo>
                <a:lnTo>
                  <a:pt x="17116" y="18300"/>
                </a:lnTo>
                <a:lnTo>
                  <a:pt x="15304" y="17350"/>
                </a:lnTo>
                <a:lnTo>
                  <a:pt x="14420" y="17796"/>
                </a:lnTo>
                <a:lnTo>
                  <a:pt x="13952" y="18498"/>
                </a:lnTo>
                <a:lnTo>
                  <a:pt x="15004" y="20719"/>
                </a:lnTo>
                <a:lnTo>
                  <a:pt x="14091" y="216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7148432" y="8431256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55268" y="113487"/>
                </a:moveTo>
                <a:lnTo>
                  <a:pt x="52681" y="112844"/>
                </a:lnTo>
                <a:lnTo>
                  <a:pt x="50225" y="113429"/>
                </a:lnTo>
                <a:lnTo>
                  <a:pt x="49545" y="112749"/>
                </a:lnTo>
                <a:lnTo>
                  <a:pt x="50071" y="109548"/>
                </a:lnTo>
                <a:lnTo>
                  <a:pt x="47659" y="109066"/>
                </a:lnTo>
                <a:lnTo>
                  <a:pt x="44955" y="109490"/>
                </a:lnTo>
                <a:lnTo>
                  <a:pt x="40906" y="109490"/>
                </a:lnTo>
                <a:lnTo>
                  <a:pt x="37486" y="110155"/>
                </a:lnTo>
                <a:lnTo>
                  <a:pt x="35352" y="109336"/>
                </a:lnTo>
                <a:lnTo>
                  <a:pt x="36105" y="106325"/>
                </a:lnTo>
                <a:lnTo>
                  <a:pt x="35177" y="105397"/>
                </a:lnTo>
                <a:lnTo>
                  <a:pt x="32955" y="106449"/>
                </a:lnTo>
                <a:lnTo>
                  <a:pt x="31551" y="105514"/>
                </a:lnTo>
                <a:lnTo>
                  <a:pt x="29329" y="106566"/>
                </a:lnTo>
                <a:lnTo>
                  <a:pt x="28277" y="105514"/>
                </a:lnTo>
                <a:lnTo>
                  <a:pt x="29293" y="102810"/>
                </a:lnTo>
                <a:lnTo>
                  <a:pt x="28036" y="102035"/>
                </a:lnTo>
                <a:lnTo>
                  <a:pt x="25814" y="103051"/>
                </a:lnTo>
                <a:lnTo>
                  <a:pt x="24871" y="102108"/>
                </a:lnTo>
                <a:lnTo>
                  <a:pt x="25675" y="99155"/>
                </a:lnTo>
                <a:lnTo>
                  <a:pt x="23694" y="98308"/>
                </a:lnTo>
                <a:lnTo>
                  <a:pt x="19419" y="100054"/>
                </a:lnTo>
                <a:lnTo>
                  <a:pt x="17621" y="98424"/>
                </a:lnTo>
                <a:lnTo>
                  <a:pt x="18790" y="96027"/>
                </a:lnTo>
                <a:lnTo>
                  <a:pt x="17731" y="94967"/>
                </a:lnTo>
                <a:lnTo>
                  <a:pt x="15085" y="96020"/>
                </a:lnTo>
                <a:lnTo>
                  <a:pt x="14171" y="94646"/>
                </a:lnTo>
                <a:lnTo>
                  <a:pt x="15238" y="92775"/>
                </a:lnTo>
                <a:lnTo>
                  <a:pt x="14259" y="91240"/>
                </a:lnTo>
                <a:lnTo>
                  <a:pt x="15289" y="89018"/>
                </a:lnTo>
                <a:lnTo>
                  <a:pt x="14230" y="87966"/>
                </a:lnTo>
                <a:lnTo>
                  <a:pt x="11555" y="88996"/>
                </a:lnTo>
                <a:lnTo>
                  <a:pt x="10751" y="87732"/>
                </a:lnTo>
                <a:lnTo>
                  <a:pt x="11788" y="85518"/>
                </a:lnTo>
                <a:lnTo>
                  <a:pt x="10714" y="84443"/>
                </a:lnTo>
                <a:lnTo>
                  <a:pt x="8068" y="85496"/>
                </a:lnTo>
                <a:lnTo>
                  <a:pt x="7162" y="84122"/>
                </a:lnTo>
                <a:lnTo>
                  <a:pt x="8229" y="82251"/>
                </a:lnTo>
                <a:lnTo>
                  <a:pt x="7250" y="80716"/>
                </a:lnTo>
                <a:lnTo>
                  <a:pt x="8280" y="78494"/>
                </a:lnTo>
                <a:lnTo>
                  <a:pt x="7352" y="77566"/>
                </a:lnTo>
                <a:lnTo>
                  <a:pt x="4356" y="78333"/>
                </a:lnTo>
                <a:lnTo>
                  <a:pt x="3530" y="76206"/>
                </a:lnTo>
                <a:lnTo>
                  <a:pt x="4195" y="72757"/>
                </a:lnTo>
                <a:lnTo>
                  <a:pt x="4195" y="68817"/>
                </a:lnTo>
                <a:lnTo>
                  <a:pt x="4721" y="65887"/>
                </a:lnTo>
                <a:lnTo>
                  <a:pt x="4114" y="63562"/>
                </a:lnTo>
                <a:lnTo>
                  <a:pt x="971" y="64162"/>
                </a:lnTo>
                <a:lnTo>
                  <a:pt x="358" y="63555"/>
                </a:lnTo>
                <a:lnTo>
                  <a:pt x="716" y="60887"/>
                </a:lnTo>
                <a:lnTo>
                  <a:pt x="628" y="59214"/>
                </a:lnTo>
                <a:lnTo>
                  <a:pt x="694" y="55077"/>
                </a:lnTo>
                <a:lnTo>
                  <a:pt x="0" y="51467"/>
                </a:lnTo>
                <a:lnTo>
                  <a:pt x="876" y="49406"/>
                </a:lnTo>
                <a:lnTo>
                  <a:pt x="3829" y="50217"/>
                </a:lnTo>
                <a:lnTo>
                  <a:pt x="4589" y="49457"/>
                </a:lnTo>
                <a:lnTo>
                  <a:pt x="4092" y="46928"/>
                </a:lnTo>
                <a:lnTo>
                  <a:pt x="4575" y="44165"/>
                </a:lnTo>
                <a:lnTo>
                  <a:pt x="4195" y="41542"/>
                </a:lnTo>
                <a:lnTo>
                  <a:pt x="4195" y="38428"/>
                </a:lnTo>
                <a:lnTo>
                  <a:pt x="3880" y="36637"/>
                </a:lnTo>
                <a:lnTo>
                  <a:pt x="4356" y="35402"/>
                </a:lnTo>
                <a:lnTo>
                  <a:pt x="7359" y="36170"/>
                </a:lnTo>
                <a:lnTo>
                  <a:pt x="8032" y="35490"/>
                </a:lnTo>
                <a:lnTo>
                  <a:pt x="7674" y="32822"/>
                </a:lnTo>
                <a:lnTo>
                  <a:pt x="7739" y="31631"/>
                </a:lnTo>
                <a:lnTo>
                  <a:pt x="7330" y="29343"/>
                </a:lnTo>
                <a:lnTo>
                  <a:pt x="8090" y="28240"/>
                </a:lnTo>
                <a:lnTo>
                  <a:pt x="10707" y="29300"/>
                </a:lnTo>
                <a:lnTo>
                  <a:pt x="11693" y="28313"/>
                </a:lnTo>
                <a:lnTo>
                  <a:pt x="10641" y="25667"/>
                </a:lnTo>
                <a:lnTo>
                  <a:pt x="11606" y="25031"/>
                </a:lnTo>
                <a:lnTo>
                  <a:pt x="14544" y="25682"/>
                </a:lnTo>
                <a:lnTo>
                  <a:pt x="15048" y="24549"/>
                </a:lnTo>
                <a:lnTo>
                  <a:pt x="14712" y="22620"/>
                </a:lnTo>
                <a:lnTo>
                  <a:pt x="14712" y="21275"/>
                </a:lnTo>
                <a:lnTo>
                  <a:pt x="14390" y="18622"/>
                </a:lnTo>
                <a:lnTo>
                  <a:pt x="15260" y="17686"/>
                </a:lnTo>
                <a:lnTo>
                  <a:pt x="17643" y="18856"/>
                </a:lnTo>
                <a:lnTo>
                  <a:pt x="18710" y="17789"/>
                </a:lnTo>
                <a:lnTo>
                  <a:pt x="17657" y="15143"/>
                </a:lnTo>
                <a:lnTo>
                  <a:pt x="19031" y="14229"/>
                </a:lnTo>
                <a:lnTo>
                  <a:pt x="20902" y="15296"/>
                </a:lnTo>
                <a:lnTo>
                  <a:pt x="22430" y="14317"/>
                </a:lnTo>
                <a:lnTo>
                  <a:pt x="24652" y="15348"/>
                </a:lnTo>
                <a:lnTo>
                  <a:pt x="25712" y="14295"/>
                </a:lnTo>
                <a:lnTo>
                  <a:pt x="24681" y="11613"/>
                </a:lnTo>
                <a:lnTo>
                  <a:pt x="25938" y="10809"/>
                </a:lnTo>
                <a:lnTo>
                  <a:pt x="28160" y="11847"/>
                </a:lnTo>
                <a:lnTo>
                  <a:pt x="29234" y="10772"/>
                </a:lnTo>
                <a:lnTo>
                  <a:pt x="28182" y="8127"/>
                </a:lnTo>
                <a:lnTo>
                  <a:pt x="29556" y="7213"/>
                </a:lnTo>
                <a:lnTo>
                  <a:pt x="31427" y="8280"/>
                </a:lnTo>
                <a:lnTo>
                  <a:pt x="32955" y="7301"/>
                </a:lnTo>
                <a:lnTo>
                  <a:pt x="35184" y="8331"/>
                </a:lnTo>
                <a:lnTo>
                  <a:pt x="36068" y="7447"/>
                </a:lnTo>
                <a:lnTo>
                  <a:pt x="35396" y="4363"/>
                </a:lnTo>
                <a:lnTo>
                  <a:pt x="37632" y="3647"/>
                </a:lnTo>
                <a:lnTo>
                  <a:pt x="40790" y="4246"/>
                </a:lnTo>
                <a:lnTo>
                  <a:pt x="45043" y="4246"/>
                </a:lnTo>
                <a:lnTo>
                  <a:pt x="47528" y="4538"/>
                </a:lnTo>
                <a:lnTo>
                  <a:pt x="49794" y="4246"/>
                </a:lnTo>
                <a:lnTo>
                  <a:pt x="50020" y="4217"/>
                </a:lnTo>
                <a:lnTo>
                  <a:pt x="49574" y="957"/>
                </a:lnTo>
                <a:lnTo>
                  <a:pt x="50100" y="431"/>
                </a:lnTo>
                <a:lnTo>
                  <a:pt x="54435" y="752"/>
                </a:lnTo>
                <a:lnTo>
                  <a:pt x="55692" y="584"/>
                </a:lnTo>
                <a:lnTo>
                  <a:pt x="57877" y="884"/>
                </a:lnTo>
                <a:lnTo>
                  <a:pt x="63227" y="0"/>
                </a:lnTo>
                <a:lnTo>
                  <a:pt x="64104" y="1074"/>
                </a:lnTo>
                <a:lnTo>
                  <a:pt x="63475" y="4122"/>
                </a:lnTo>
                <a:lnTo>
                  <a:pt x="64703" y="4553"/>
                </a:lnTo>
                <a:lnTo>
                  <a:pt x="66399" y="4246"/>
                </a:lnTo>
                <a:lnTo>
                  <a:pt x="68321" y="4246"/>
                </a:lnTo>
                <a:lnTo>
                  <a:pt x="69900" y="3968"/>
                </a:lnTo>
                <a:lnTo>
                  <a:pt x="72911" y="4852"/>
                </a:lnTo>
                <a:lnTo>
                  <a:pt x="75893" y="3405"/>
                </a:lnTo>
                <a:lnTo>
                  <a:pt x="78305" y="4436"/>
                </a:lnTo>
                <a:lnTo>
                  <a:pt x="77494" y="7388"/>
                </a:lnTo>
                <a:lnTo>
                  <a:pt x="78385" y="8280"/>
                </a:lnTo>
                <a:lnTo>
                  <a:pt x="80665" y="7432"/>
                </a:lnTo>
                <a:lnTo>
                  <a:pt x="82069" y="8083"/>
                </a:lnTo>
                <a:lnTo>
                  <a:pt x="84349" y="7228"/>
                </a:lnTo>
                <a:lnTo>
                  <a:pt x="85460" y="8339"/>
                </a:lnTo>
                <a:lnTo>
                  <a:pt x="84291" y="10677"/>
                </a:lnTo>
                <a:lnTo>
                  <a:pt x="85460" y="11847"/>
                </a:lnTo>
                <a:lnTo>
                  <a:pt x="87799" y="10677"/>
                </a:lnTo>
                <a:lnTo>
                  <a:pt x="88873" y="11752"/>
                </a:lnTo>
                <a:lnTo>
                  <a:pt x="87821" y="14397"/>
                </a:lnTo>
                <a:lnTo>
                  <a:pt x="89984" y="15837"/>
                </a:lnTo>
                <a:lnTo>
                  <a:pt x="93602" y="14003"/>
                </a:lnTo>
                <a:lnTo>
                  <a:pt x="95838" y="14960"/>
                </a:lnTo>
                <a:lnTo>
                  <a:pt x="95027" y="17913"/>
                </a:lnTo>
                <a:lnTo>
                  <a:pt x="95970" y="18848"/>
                </a:lnTo>
                <a:lnTo>
                  <a:pt x="98367" y="17686"/>
                </a:lnTo>
                <a:lnTo>
                  <a:pt x="99989" y="19477"/>
                </a:lnTo>
                <a:lnTo>
                  <a:pt x="98243" y="23760"/>
                </a:lnTo>
                <a:lnTo>
                  <a:pt x="99091" y="25740"/>
                </a:lnTo>
                <a:lnTo>
                  <a:pt x="102043" y="24929"/>
                </a:lnTo>
                <a:lnTo>
                  <a:pt x="102986" y="25872"/>
                </a:lnTo>
                <a:lnTo>
                  <a:pt x="101963" y="28094"/>
                </a:lnTo>
                <a:lnTo>
                  <a:pt x="102745" y="29351"/>
                </a:lnTo>
                <a:lnTo>
                  <a:pt x="105449" y="28335"/>
                </a:lnTo>
                <a:lnTo>
                  <a:pt x="106502" y="29387"/>
                </a:lnTo>
                <a:lnTo>
                  <a:pt x="105449" y="31609"/>
                </a:lnTo>
                <a:lnTo>
                  <a:pt x="106385" y="33012"/>
                </a:lnTo>
                <a:lnTo>
                  <a:pt x="105332" y="35234"/>
                </a:lnTo>
                <a:lnTo>
                  <a:pt x="106260" y="36170"/>
                </a:lnTo>
                <a:lnTo>
                  <a:pt x="109264" y="35402"/>
                </a:lnTo>
                <a:lnTo>
                  <a:pt x="110090" y="37522"/>
                </a:lnTo>
                <a:lnTo>
                  <a:pt x="109425" y="40986"/>
                </a:lnTo>
                <a:lnTo>
                  <a:pt x="109425" y="43902"/>
                </a:lnTo>
                <a:lnTo>
                  <a:pt x="109199" y="45313"/>
                </a:lnTo>
                <a:lnTo>
                  <a:pt x="109557" y="46950"/>
                </a:lnTo>
                <a:lnTo>
                  <a:pt x="109009" y="49435"/>
                </a:lnTo>
                <a:lnTo>
                  <a:pt x="109915" y="50341"/>
                </a:lnTo>
                <a:lnTo>
                  <a:pt x="112561" y="49289"/>
                </a:lnTo>
                <a:lnTo>
                  <a:pt x="113306" y="50407"/>
                </a:lnTo>
                <a:lnTo>
                  <a:pt x="112897" y="52665"/>
                </a:lnTo>
                <a:lnTo>
                  <a:pt x="113036" y="55377"/>
                </a:lnTo>
                <a:lnTo>
                  <a:pt x="113423" y="58417"/>
                </a:lnTo>
                <a:lnTo>
                  <a:pt x="112780" y="60997"/>
                </a:lnTo>
                <a:lnTo>
                  <a:pt x="113365" y="63453"/>
                </a:lnTo>
                <a:lnTo>
                  <a:pt x="112685" y="64132"/>
                </a:lnTo>
                <a:lnTo>
                  <a:pt x="109477" y="63606"/>
                </a:lnTo>
                <a:lnTo>
                  <a:pt x="108994" y="66018"/>
                </a:lnTo>
                <a:lnTo>
                  <a:pt x="109425" y="68722"/>
                </a:lnTo>
                <a:lnTo>
                  <a:pt x="109425" y="72771"/>
                </a:lnTo>
                <a:lnTo>
                  <a:pt x="110083" y="76192"/>
                </a:lnTo>
                <a:lnTo>
                  <a:pt x="109272" y="78326"/>
                </a:lnTo>
                <a:lnTo>
                  <a:pt x="106260" y="77573"/>
                </a:lnTo>
                <a:lnTo>
                  <a:pt x="105588" y="78245"/>
                </a:lnTo>
                <a:lnTo>
                  <a:pt x="105939" y="80913"/>
                </a:lnTo>
                <a:lnTo>
                  <a:pt x="105873" y="82214"/>
                </a:lnTo>
                <a:lnTo>
                  <a:pt x="106290" y="84253"/>
                </a:lnTo>
                <a:lnTo>
                  <a:pt x="105632" y="85444"/>
                </a:lnTo>
                <a:lnTo>
                  <a:pt x="102840" y="84502"/>
                </a:lnTo>
                <a:lnTo>
                  <a:pt x="101824" y="85518"/>
                </a:lnTo>
                <a:lnTo>
                  <a:pt x="102862" y="87732"/>
                </a:lnTo>
                <a:lnTo>
                  <a:pt x="102051" y="88996"/>
                </a:lnTo>
                <a:lnTo>
                  <a:pt x="99376" y="87966"/>
                </a:lnTo>
                <a:lnTo>
                  <a:pt x="98572" y="88770"/>
                </a:lnTo>
                <a:lnTo>
                  <a:pt x="98930" y="91438"/>
                </a:lnTo>
                <a:lnTo>
                  <a:pt x="98864" y="92746"/>
                </a:lnTo>
                <a:lnTo>
                  <a:pt x="99273" y="94777"/>
                </a:lnTo>
                <a:lnTo>
                  <a:pt x="98623" y="95969"/>
                </a:lnTo>
                <a:lnTo>
                  <a:pt x="95831" y="95026"/>
                </a:lnTo>
                <a:lnTo>
                  <a:pt x="94830" y="96027"/>
                </a:lnTo>
                <a:lnTo>
                  <a:pt x="95992" y="98432"/>
                </a:lnTo>
                <a:lnTo>
                  <a:pt x="94194" y="100054"/>
                </a:lnTo>
                <a:lnTo>
                  <a:pt x="89918" y="98308"/>
                </a:lnTo>
                <a:lnTo>
                  <a:pt x="87938" y="99155"/>
                </a:lnTo>
                <a:lnTo>
                  <a:pt x="88749" y="102108"/>
                </a:lnTo>
                <a:lnTo>
                  <a:pt x="87806" y="103051"/>
                </a:lnTo>
                <a:lnTo>
                  <a:pt x="85584" y="102035"/>
                </a:lnTo>
                <a:lnTo>
                  <a:pt x="84334" y="102810"/>
                </a:lnTo>
                <a:lnTo>
                  <a:pt x="85343" y="105514"/>
                </a:lnTo>
                <a:lnTo>
                  <a:pt x="84291" y="106566"/>
                </a:lnTo>
                <a:lnTo>
                  <a:pt x="82069" y="105514"/>
                </a:lnTo>
                <a:lnTo>
                  <a:pt x="80665" y="106449"/>
                </a:lnTo>
                <a:lnTo>
                  <a:pt x="78444" y="105397"/>
                </a:lnTo>
                <a:lnTo>
                  <a:pt x="77515" y="106332"/>
                </a:lnTo>
                <a:lnTo>
                  <a:pt x="78275" y="109329"/>
                </a:lnTo>
                <a:lnTo>
                  <a:pt x="76156" y="110155"/>
                </a:lnTo>
                <a:lnTo>
                  <a:pt x="72699" y="109490"/>
                </a:lnTo>
                <a:lnTo>
                  <a:pt x="69783" y="109490"/>
                </a:lnTo>
                <a:lnTo>
                  <a:pt x="68372" y="109263"/>
                </a:lnTo>
                <a:lnTo>
                  <a:pt x="66728" y="109621"/>
                </a:lnTo>
                <a:lnTo>
                  <a:pt x="64243" y="109080"/>
                </a:lnTo>
                <a:lnTo>
                  <a:pt x="63337" y="109979"/>
                </a:lnTo>
                <a:lnTo>
                  <a:pt x="64389" y="112625"/>
                </a:lnTo>
                <a:lnTo>
                  <a:pt x="63271" y="113370"/>
                </a:lnTo>
                <a:lnTo>
                  <a:pt x="61005" y="112968"/>
                </a:lnTo>
                <a:lnTo>
                  <a:pt x="58286" y="113085"/>
                </a:lnTo>
                <a:lnTo>
                  <a:pt x="55268" y="1134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9" name="object 119"/>
          <p:cNvGrpSpPr/>
          <p:nvPr/>
        </p:nvGrpSpPr>
        <p:grpSpPr>
          <a:xfrm>
            <a:off x="17359186" y="8431600"/>
            <a:ext cx="113664" cy="113030"/>
            <a:chOff x="17359186" y="8431600"/>
            <a:chExt cx="113664" cy="113030"/>
          </a:xfrm>
        </p:grpSpPr>
        <p:sp>
          <p:nvSpPr>
            <p:cNvPr id="120" name="object 120"/>
            <p:cNvSpPr/>
            <p:nvPr/>
          </p:nvSpPr>
          <p:spPr>
            <a:xfrm>
              <a:off x="17359185" y="8431605"/>
              <a:ext cx="113664" cy="88900"/>
            </a:xfrm>
            <a:custGeom>
              <a:avLst/>
              <a:gdLst/>
              <a:ahLst/>
              <a:cxnLst/>
              <a:rect l="l" t="t" r="r" b="b"/>
              <a:pathLst>
                <a:path w="113665" h="88900">
                  <a:moveTo>
                    <a:pt x="113080" y="58420"/>
                  </a:moveTo>
                  <a:lnTo>
                    <a:pt x="113017" y="54610"/>
                  </a:lnTo>
                  <a:lnTo>
                    <a:pt x="112699" y="54610"/>
                  </a:lnTo>
                  <a:lnTo>
                    <a:pt x="112699" y="53340"/>
                  </a:lnTo>
                  <a:lnTo>
                    <a:pt x="108775" y="53340"/>
                  </a:lnTo>
                  <a:lnTo>
                    <a:pt x="108775" y="52070"/>
                  </a:lnTo>
                  <a:lnTo>
                    <a:pt x="108686" y="49530"/>
                  </a:lnTo>
                  <a:lnTo>
                    <a:pt x="109093" y="49530"/>
                  </a:lnTo>
                  <a:lnTo>
                    <a:pt x="109093" y="46990"/>
                  </a:lnTo>
                  <a:lnTo>
                    <a:pt x="109194" y="45720"/>
                  </a:lnTo>
                  <a:lnTo>
                    <a:pt x="109042" y="45720"/>
                  </a:lnTo>
                  <a:lnTo>
                    <a:pt x="109042" y="44450"/>
                  </a:lnTo>
                  <a:lnTo>
                    <a:pt x="109131" y="43180"/>
                  </a:lnTo>
                  <a:lnTo>
                    <a:pt x="109156" y="41910"/>
                  </a:lnTo>
                  <a:lnTo>
                    <a:pt x="109156" y="40640"/>
                  </a:lnTo>
                  <a:lnTo>
                    <a:pt x="109385" y="40640"/>
                  </a:lnTo>
                  <a:lnTo>
                    <a:pt x="109385" y="38100"/>
                  </a:lnTo>
                  <a:lnTo>
                    <a:pt x="109753" y="38100"/>
                  </a:lnTo>
                  <a:lnTo>
                    <a:pt x="109753" y="36830"/>
                  </a:lnTo>
                  <a:lnTo>
                    <a:pt x="109397" y="36830"/>
                  </a:lnTo>
                  <a:lnTo>
                    <a:pt x="109397" y="35560"/>
                  </a:lnTo>
                  <a:lnTo>
                    <a:pt x="105092" y="35560"/>
                  </a:lnTo>
                  <a:lnTo>
                    <a:pt x="105092" y="34290"/>
                  </a:lnTo>
                  <a:lnTo>
                    <a:pt x="105651" y="34290"/>
                  </a:lnTo>
                  <a:lnTo>
                    <a:pt x="105651" y="33020"/>
                  </a:lnTo>
                  <a:lnTo>
                    <a:pt x="105930" y="33020"/>
                  </a:lnTo>
                  <a:lnTo>
                    <a:pt x="105930" y="31750"/>
                  </a:lnTo>
                  <a:lnTo>
                    <a:pt x="105549" y="31750"/>
                  </a:lnTo>
                  <a:lnTo>
                    <a:pt x="105549" y="29210"/>
                  </a:lnTo>
                  <a:lnTo>
                    <a:pt x="105765" y="29210"/>
                  </a:lnTo>
                  <a:lnTo>
                    <a:pt x="105765" y="27940"/>
                  </a:lnTo>
                  <a:lnTo>
                    <a:pt x="103644" y="27940"/>
                  </a:lnTo>
                  <a:lnTo>
                    <a:pt x="103644" y="29210"/>
                  </a:lnTo>
                  <a:lnTo>
                    <a:pt x="102235" y="29210"/>
                  </a:lnTo>
                  <a:lnTo>
                    <a:pt x="102235" y="27940"/>
                  </a:lnTo>
                  <a:lnTo>
                    <a:pt x="102171" y="25400"/>
                  </a:lnTo>
                  <a:lnTo>
                    <a:pt x="101955" y="25400"/>
                  </a:lnTo>
                  <a:lnTo>
                    <a:pt x="101955" y="24130"/>
                  </a:lnTo>
                  <a:lnTo>
                    <a:pt x="100787" y="24130"/>
                  </a:lnTo>
                  <a:lnTo>
                    <a:pt x="100787" y="25400"/>
                  </a:lnTo>
                  <a:lnTo>
                    <a:pt x="98475" y="25400"/>
                  </a:lnTo>
                  <a:lnTo>
                    <a:pt x="98475" y="24130"/>
                  </a:lnTo>
                  <a:lnTo>
                    <a:pt x="98780" y="24130"/>
                  </a:lnTo>
                  <a:lnTo>
                    <a:pt x="98780" y="21590"/>
                  </a:lnTo>
                  <a:lnTo>
                    <a:pt x="98310" y="21590"/>
                  </a:lnTo>
                  <a:lnTo>
                    <a:pt x="98310" y="20320"/>
                  </a:lnTo>
                  <a:lnTo>
                    <a:pt x="98069" y="20320"/>
                  </a:lnTo>
                  <a:lnTo>
                    <a:pt x="98069" y="21590"/>
                  </a:lnTo>
                  <a:lnTo>
                    <a:pt x="94640" y="21590"/>
                  </a:lnTo>
                  <a:lnTo>
                    <a:pt x="94640" y="20320"/>
                  </a:lnTo>
                  <a:lnTo>
                    <a:pt x="95123" y="20320"/>
                  </a:lnTo>
                  <a:lnTo>
                    <a:pt x="95123" y="19050"/>
                  </a:lnTo>
                  <a:lnTo>
                    <a:pt x="95605" y="19050"/>
                  </a:lnTo>
                  <a:lnTo>
                    <a:pt x="95605" y="17780"/>
                  </a:lnTo>
                  <a:lnTo>
                    <a:pt x="92405" y="17780"/>
                  </a:lnTo>
                  <a:lnTo>
                    <a:pt x="92405" y="19050"/>
                  </a:lnTo>
                  <a:lnTo>
                    <a:pt x="92100" y="19050"/>
                  </a:lnTo>
                  <a:lnTo>
                    <a:pt x="92100" y="17780"/>
                  </a:lnTo>
                  <a:lnTo>
                    <a:pt x="91452" y="17780"/>
                  </a:lnTo>
                  <a:lnTo>
                    <a:pt x="91452" y="15240"/>
                  </a:lnTo>
                  <a:lnTo>
                    <a:pt x="91795" y="15240"/>
                  </a:lnTo>
                  <a:lnTo>
                    <a:pt x="91795" y="13970"/>
                  </a:lnTo>
                  <a:lnTo>
                    <a:pt x="89496" y="13970"/>
                  </a:lnTo>
                  <a:lnTo>
                    <a:pt x="89496" y="15240"/>
                  </a:lnTo>
                  <a:lnTo>
                    <a:pt x="88277" y="15240"/>
                  </a:lnTo>
                  <a:lnTo>
                    <a:pt x="88277" y="13970"/>
                  </a:lnTo>
                  <a:lnTo>
                    <a:pt x="88099" y="13970"/>
                  </a:lnTo>
                  <a:lnTo>
                    <a:pt x="88099" y="11430"/>
                  </a:lnTo>
                  <a:lnTo>
                    <a:pt x="87960" y="11430"/>
                  </a:lnTo>
                  <a:lnTo>
                    <a:pt x="87960" y="10160"/>
                  </a:lnTo>
                  <a:lnTo>
                    <a:pt x="86626" y="10160"/>
                  </a:lnTo>
                  <a:lnTo>
                    <a:pt x="86626" y="11430"/>
                  </a:lnTo>
                  <a:lnTo>
                    <a:pt x="84467" y="11430"/>
                  </a:lnTo>
                  <a:lnTo>
                    <a:pt x="84467" y="10160"/>
                  </a:lnTo>
                  <a:lnTo>
                    <a:pt x="84696" y="10160"/>
                  </a:lnTo>
                  <a:lnTo>
                    <a:pt x="84696" y="7620"/>
                  </a:lnTo>
                  <a:lnTo>
                    <a:pt x="77254" y="7620"/>
                  </a:lnTo>
                  <a:lnTo>
                    <a:pt x="77254" y="6350"/>
                  </a:lnTo>
                  <a:lnTo>
                    <a:pt x="77571" y="6350"/>
                  </a:lnTo>
                  <a:lnTo>
                    <a:pt x="77571" y="5080"/>
                  </a:lnTo>
                  <a:lnTo>
                    <a:pt x="77889" y="5080"/>
                  </a:lnTo>
                  <a:lnTo>
                    <a:pt x="77889" y="3810"/>
                  </a:lnTo>
                  <a:lnTo>
                    <a:pt x="62560" y="3810"/>
                  </a:lnTo>
                  <a:lnTo>
                    <a:pt x="62560" y="5080"/>
                  </a:lnTo>
                  <a:lnTo>
                    <a:pt x="61315" y="5080"/>
                  </a:lnTo>
                  <a:lnTo>
                    <a:pt x="61315" y="3810"/>
                  </a:lnTo>
                  <a:lnTo>
                    <a:pt x="59918" y="3810"/>
                  </a:lnTo>
                  <a:lnTo>
                    <a:pt x="59918" y="1270"/>
                  </a:lnTo>
                  <a:lnTo>
                    <a:pt x="60286" y="1270"/>
                  </a:lnTo>
                  <a:lnTo>
                    <a:pt x="60286" y="0"/>
                  </a:lnTo>
                  <a:lnTo>
                    <a:pt x="57492" y="0"/>
                  </a:lnTo>
                  <a:lnTo>
                    <a:pt x="57492" y="1270"/>
                  </a:lnTo>
                  <a:lnTo>
                    <a:pt x="57048" y="1270"/>
                  </a:lnTo>
                  <a:lnTo>
                    <a:pt x="57048" y="0"/>
                  </a:lnTo>
                  <a:lnTo>
                    <a:pt x="53035" y="0"/>
                  </a:lnTo>
                  <a:lnTo>
                    <a:pt x="53035" y="1270"/>
                  </a:lnTo>
                  <a:lnTo>
                    <a:pt x="53035" y="3810"/>
                  </a:lnTo>
                  <a:lnTo>
                    <a:pt x="35204" y="3810"/>
                  </a:lnTo>
                  <a:lnTo>
                    <a:pt x="35204" y="5080"/>
                  </a:lnTo>
                  <a:lnTo>
                    <a:pt x="35509" y="5080"/>
                  </a:lnTo>
                  <a:lnTo>
                    <a:pt x="35509" y="6350"/>
                  </a:lnTo>
                  <a:lnTo>
                    <a:pt x="35801" y="6350"/>
                  </a:lnTo>
                  <a:lnTo>
                    <a:pt x="35801" y="7620"/>
                  </a:lnTo>
                  <a:lnTo>
                    <a:pt x="32778" y="7620"/>
                  </a:lnTo>
                  <a:lnTo>
                    <a:pt x="32778" y="6350"/>
                  </a:lnTo>
                  <a:lnTo>
                    <a:pt x="32626" y="6350"/>
                  </a:lnTo>
                  <a:lnTo>
                    <a:pt x="32626" y="7620"/>
                  </a:lnTo>
                  <a:lnTo>
                    <a:pt x="29400" y="7620"/>
                  </a:lnTo>
                  <a:lnTo>
                    <a:pt x="29400" y="6350"/>
                  </a:lnTo>
                  <a:lnTo>
                    <a:pt x="28905" y="6350"/>
                  </a:lnTo>
                  <a:lnTo>
                    <a:pt x="28905" y="7620"/>
                  </a:lnTo>
                  <a:lnTo>
                    <a:pt x="28371" y="7620"/>
                  </a:lnTo>
                  <a:lnTo>
                    <a:pt x="28371" y="10160"/>
                  </a:lnTo>
                  <a:lnTo>
                    <a:pt x="28638" y="10160"/>
                  </a:lnTo>
                  <a:lnTo>
                    <a:pt x="28638" y="11430"/>
                  </a:lnTo>
                  <a:lnTo>
                    <a:pt x="26517" y="11430"/>
                  </a:lnTo>
                  <a:lnTo>
                    <a:pt x="26517" y="10160"/>
                  </a:lnTo>
                  <a:lnTo>
                    <a:pt x="25095" y="10160"/>
                  </a:lnTo>
                  <a:lnTo>
                    <a:pt x="25095" y="11430"/>
                  </a:lnTo>
                  <a:lnTo>
                    <a:pt x="24993" y="13970"/>
                  </a:lnTo>
                  <a:lnTo>
                    <a:pt x="24765" y="13970"/>
                  </a:lnTo>
                  <a:lnTo>
                    <a:pt x="24765" y="15240"/>
                  </a:lnTo>
                  <a:lnTo>
                    <a:pt x="23507" y="15240"/>
                  </a:lnTo>
                  <a:lnTo>
                    <a:pt x="23507" y="13970"/>
                  </a:lnTo>
                  <a:lnTo>
                    <a:pt x="21196" y="13970"/>
                  </a:lnTo>
                  <a:lnTo>
                    <a:pt x="21196" y="15240"/>
                  </a:lnTo>
                  <a:lnTo>
                    <a:pt x="21577" y="15240"/>
                  </a:lnTo>
                  <a:lnTo>
                    <a:pt x="21577" y="17780"/>
                  </a:lnTo>
                  <a:lnTo>
                    <a:pt x="20980" y="17780"/>
                  </a:lnTo>
                  <a:lnTo>
                    <a:pt x="20980" y="19050"/>
                  </a:lnTo>
                  <a:lnTo>
                    <a:pt x="20675" y="19050"/>
                  </a:lnTo>
                  <a:lnTo>
                    <a:pt x="20675" y="17780"/>
                  </a:lnTo>
                  <a:lnTo>
                    <a:pt x="17475" y="17780"/>
                  </a:lnTo>
                  <a:lnTo>
                    <a:pt x="17475" y="19050"/>
                  </a:lnTo>
                  <a:lnTo>
                    <a:pt x="17957" y="19050"/>
                  </a:lnTo>
                  <a:lnTo>
                    <a:pt x="17957" y="20320"/>
                  </a:lnTo>
                  <a:lnTo>
                    <a:pt x="18440" y="20320"/>
                  </a:lnTo>
                  <a:lnTo>
                    <a:pt x="18440" y="21590"/>
                  </a:lnTo>
                  <a:lnTo>
                    <a:pt x="15227" y="21590"/>
                  </a:lnTo>
                  <a:lnTo>
                    <a:pt x="15227" y="20320"/>
                  </a:lnTo>
                  <a:lnTo>
                    <a:pt x="14935" y="20320"/>
                  </a:lnTo>
                  <a:lnTo>
                    <a:pt x="14935" y="21590"/>
                  </a:lnTo>
                  <a:lnTo>
                    <a:pt x="14274" y="21590"/>
                  </a:lnTo>
                  <a:lnTo>
                    <a:pt x="14274" y="24130"/>
                  </a:lnTo>
                  <a:lnTo>
                    <a:pt x="14630" y="24130"/>
                  </a:lnTo>
                  <a:lnTo>
                    <a:pt x="14630" y="25400"/>
                  </a:lnTo>
                  <a:lnTo>
                    <a:pt x="12306" y="25400"/>
                  </a:lnTo>
                  <a:lnTo>
                    <a:pt x="12306" y="24130"/>
                  </a:lnTo>
                  <a:lnTo>
                    <a:pt x="11087" y="24130"/>
                  </a:lnTo>
                  <a:lnTo>
                    <a:pt x="11087" y="25400"/>
                  </a:lnTo>
                  <a:lnTo>
                    <a:pt x="10934" y="25400"/>
                  </a:lnTo>
                  <a:lnTo>
                    <a:pt x="10934" y="27940"/>
                  </a:lnTo>
                  <a:lnTo>
                    <a:pt x="10833" y="29210"/>
                  </a:lnTo>
                  <a:lnTo>
                    <a:pt x="9563" y="29210"/>
                  </a:lnTo>
                  <a:lnTo>
                    <a:pt x="9563" y="27940"/>
                  </a:lnTo>
                  <a:lnTo>
                    <a:pt x="7366" y="27940"/>
                  </a:lnTo>
                  <a:lnTo>
                    <a:pt x="7366" y="29210"/>
                  </a:lnTo>
                  <a:lnTo>
                    <a:pt x="7327" y="31750"/>
                  </a:lnTo>
                  <a:lnTo>
                    <a:pt x="7404" y="33020"/>
                  </a:lnTo>
                  <a:lnTo>
                    <a:pt x="7556" y="33020"/>
                  </a:lnTo>
                  <a:lnTo>
                    <a:pt x="7556" y="34290"/>
                  </a:lnTo>
                  <a:lnTo>
                    <a:pt x="7734" y="34290"/>
                  </a:lnTo>
                  <a:lnTo>
                    <a:pt x="7734" y="35560"/>
                  </a:lnTo>
                  <a:lnTo>
                    <a:pt x="3670" y="35560"/>
                  </a:lnTo>
                  <a:lnTo>
                    <a:pt x="3670" y="36830"/>
                  </a:lnTo>
                  <a:lnTo>
                    <a:pt x="3822" y="36830"/>
                  </a:lnTo>
                  <a:lnTo>
                    <a:pt x="3822" y="38100"/>
                  </a:lnTo>
                  <a:lnTo>
                    <a:pt x="3924" y="40640"/>
                  </a:lnTo>
                  <a:lnTo>
                    <a:pt x="3924" y="41910"/>
                  </a:lnTo>
                  <a:lnTo>
                    <a:pt x="3924" y="43180"/>
                  </a:lnTo>
                  <a:lnTo>
                    <a:pt x="3987" y="44450"/>
                  </a:lnTo>
                  <a:lnTo>
                    <a:pt x="4064" y="45720"/>
                  </a:lnTo>
                  <a:lnTo>
                    <a:pt x="4089" y="46990"/>
                  </a:lnTo>
                  <a:lnTo>
                    <a:pt x="3987" y="49530"/>
                  </a:lnTo>
                  <a:lnTo>
                    <a:pt x="4000" y="52070"/>
                  </a:lnTo>
                  <a:lnTo>
                    <a:pt x="4229" y="52070"/>
                  </a:lnTo>
                  <a:lnTo>
                    <a:pt x="4229" y="53340"/>
                  </a:lnTo>
                  <a:lnTo>
                    <a:pt x="381" y="53340"/>
                  </a:lnTo>
                  <a:lnTo>
                    <a:pt x="381" y="54610"/>
                  </a:lnTo>
                  <a:lnTo>
                    <a:pt x="63" y="54610"/>
                  </a:lnTo>
                  <a:lnTo>
                    <a:pt x="63" y="58420"/>
                  </a:lnTo>
                  <a:lnTo>
                    <a:pt x="0" y="59690"/>
                  </a:lnTo>
                  <a:lnTo>
                    <a:pt x="546" y="59690"/>
                  </a:lnTo>
                  <a:lnTo>
                    <a:pt x="546" y="60960"/>
                  </a:lnTo>
                  <a:lnTo>
                    <a:pt x="1130" y="60960"/>
                  </a:lnTo>
                  <a:lnTo>
                    <a:pt x="1130" y="59690"/>
                  </a:lnTo>
                  <a:lnTo>
                    <a:pt x="4216" y="59690"/>
                  </a:lnTo>
                  <a:lnTo>
                    <a:pt x="4216" y="60960"/>
                  </a:lnTo>
                  <a:lnTo>
                    <a:pt x="3962" y="60960"/>
                  </a:lnTo>
                  <a:lnTo>
                    <a:pt x="3962" y="63500"/>
                  </a:lnTo>
                  <a:lnTo>
                    <a:pt x="4140" y="63500"/>
                  </a:lnTo>
                  <a:lnTo>
                    <a:pt x="4140" y="66040"/>
                  </a:lnTo>
                  <a:lnTo>
                    <a:pt x="4076" y="68580"/>
                  </a:lnTo>
                  <a:lnTo>
                    <a:pt x="3924" y="68580"/>
                  </a:lnTo>
                  <a:lnTo>
                    <a:pt x="3924" y="72390"/>
                  </a:lnTo>
                  <a:lnTo>
                    <a:pt x="3568" y="72390"/>
                  </a:lnTo>
                  <a:lnTo>
                    <a:pt x="3568" y="76200"/>
                  </a:lnTo>
                  <a:lnTo>
                    <a:pt x="3657" y="77470"/>
                  </a:lnTo>
                  <a:lnTo>
                    <a:pt x="7962" y="77470"/>
                  </a:lnTo>
                  <a:lnTo>
                    <a:pt x="7962" y="78740"/>
                  </a:lnTo>
                  <a:lnTo>
                    <a:pt x="7442" y="78740"/>
                  </a:lnTo>
                  <a:lnTo>
                    <a:pt x="7442" y="80010"/>
                  </a:lnTo>
                  <a:lnTo>
                    <a:pt x="7137" y="80010"/>
                  </a:lnTo>
                  <a:lnTo>
                    <a:pt x="7137" y="81280"/>
                  </a:lnTo>
                  <a:lnTo>
                    <a:pt x="7531" y="81280"/>
                  </a:lnTo>
                  <a:lnTo>
                    <a:pt x="7531" y="83820"/>
                  </a:lnTo>
                  <a:lnTo>
                    <a:pt x="7302" y="83820"/>
                  </a:lnTo>
                  <a:lnTo>
                    <a:pt x="7302" y="85090"/>
                  </a:lnTo>
                  <a:lnTo>
                    <a:pt x="9474" y="85090"/>
                  </a:lnTo>
                  <a:lnTo>
                    <a:pt x="9474" y="83820"/>
                  </a:lnTo>
                  <a:lnTo>
                    <a:pt x="10833" y="83820"/>
                  </a:lnTo>
                  <a:lnTo>
                    <a:pt x="10833" y="85090"/>
                  </a:lnTo>
                  <a:lnTo>
                    <a:pt x="10909" y="87630"/>
                  </a:lnTo>
                  <a:lnTo>
                    <a:pt x="11112" y="87630"/>
                  </a:lnTo>
                  <a:lnTo>
                    <a:pt x="11112" y="88900"/>
                  </a:lnTo>
                  <a:lnTo>
                    <a:pt x="12319" y="88900"/>
                  </a:lnTo>
                  <a:lnTo>
                    <a:pt x="12319" y="87630"/>
                  </a:lnTo>
                  <a:lnTo>
                    <a:pt x="14592" y="87630"/>
                  </a:lnTo>
                  <a:lnTo>
                    <a:pt x="14592" y="88900"/>
                  </a:lnTo>
                  <a:lnTo>
                    <a:pt x="98463" y="88900"/>
                  </a:lnTo>
                  <a:lnTo>
                    <a:pt x="98463" y="87630"/>
                  </a:lnTo>
                  <a:lnTo>
                    <a:pt x="100736" y="87630"/>
                  </a:lnTo>
                  <a:lnTo>
                    <a:pt x="100736" y="88900"/>
                  </a:lnTo>
                  <a:lnTo>
                    <a:pt x="102006" y="88900"/>
                  </a:lnTo>
                  <a:lnTo>
                    <a:pt x="102006" y="87630"/>
                  </a:lnTo>
                  <a:lnTo>
                    <a:pt x="102133" y="87630"/>
                  </a:lnTo>
                  <a:lnTo>
                    <a:pt x="102133" y="85090"/>
                  </a:lnTo>
                  <a:lnTo>
                    <a:pt x="102273" y="85090"/>
                  </a:lnTo>
                  <a:lnTo>
                    <a:pt x="102273" y="83820"/>
                  </a:lnTo>
                  <a:lnTo>
                    <a:pt x="103454" y="83820"/>
                  </a:lnTo>
                  <a:lnTo>
                    <a:pt x="103454" y="85090"/>
                  </a:lnTo>
                  <a:lnTo>
                    <a:pt x="105714" y="85090"/>
                  </a:lnTo>
                  <a:lnTo>
                    <a:pt x="105714" y="83820"/>
                  </a:lnTo>
                  <a:lnTo>
                    <a:pt x="105740" y="81280"/>
                  </a:lnTo>
                  <a:lnTo>
                    <a:pt x="105676" y="80010"/>
                  </a:lnTo>
                  <a:lnTo>
                    <a:pt x="105511" y="80010"/>
                  </a:lnTo>
                  <a:lnTo>
                    <a:pt x="105511" y="78740"/>
                  </a:lnTo>
                  <a:lnTo>
                    <a:pt x="105346" y="78740"/>
                  </a:lnTo>
                  <a:lnTo>
                    <a:pt x="105346" y="77470"/>
                  </a:lnTo>
                  <a:lnTo>
                    <a:pt x="109410" y="77470"/>
                  </a:lnTo>
                  <a:lnTo>
                    <a:pt x="109410" y="76200"/>
                  </a:lnTo>
                  <a:lnTo>
                    <a:pt x="109499" y="72390"/>
                  </a:lnTo>
                  <a:lnTo>
                    <a:pt x="109156" y="72390"/>
                  </a:lnTo>
                  <a:lnTo>
                    <a:pt x="109156" y="68580"/>
                  </a:lnTo>
                  <a:lnTo>
                    <a:pt x="109004" y="68580"/>
                  </a:lnTo>
                  <a:lnTo>
                    <a:pt x="109004" y="66040"/>
                  </a:lnTo>
                  <a:lnTo>
                    <a:pt x="108927" y="63500"/>
                  </a:lnTo>
                  <a:lnTo>
                    <a:pt x="109118" y="63500"/>
                  </a:lnTo>
                  <a:lnTo>
                    <a:pt x="109118" y="60960"/>
                  </a:lnTo>
                  <a:lnTo>
                    <a:pt x="108864" y="60960"/>
                  </a:lnTo>
                  <a:lnTo>
                    <a:pt x="108864" y="59690"/>
                  </a:lnTo>
                  <a:lnTo>
                    <a:pt x="111950" y="59690"/>
                  </a:lnTo>
                  <a:lnTo>
                    <a:pt x="111950" y="60960"/>
                  </a:lnTo>
                  <a:lnTo>
                    <a:pt x="112534" y="60960"/>
                  </a:lnTo>
                  <a:lnTo>
                    <a:pt x="112534" y="59690"/>
                  </a:lnTo>
                  <a:lnTo>
                    <a:pt x="113080" y="59690"/>
                  </a:lnTo>
                  <a:lnTo>
                    <a:pt x="113080" y="584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7373486" y="8519235"/>
              <a:ext cx="88265" cy="25400"/>
            </a:xfrm>
            <a:custGeom>
              <a:avLst/>
              <a:gdLst/>
              <a:ahLst/>
              <a:cxnLst/>
              <a:rect l="l" t="t" r="r" b="b"/>
              <a:pathLst>
                <a:path w="88265" h="25400">
                  <a:moveTo>
                    <a:pt x="84493" y="1270"/>
                  </a:moveTo>
                  <a:lnTo>
                    <a:pt x="0" y="1270"/>
                  </a:lnTo>
                  <a:lnTo>
                    <a:pt x="0" y="3810"/>
                  </a:lnTo>
                  <a:lnTo>
                    <a:pt x="457" y="3810"/>
                  </a:lnTo>
                  <a:lnTo>
                    <a:pt x="457" y="5080"/>
                  </a:lnTo>
                  <a:lnTo>
                    <a:pt x="749" y="5080"/>
                  </a:lnTo>
                  <a:lnTo>
                    <a:pt x="749" y="3810"/>
                  </a:lnTo>
                  <a:lnTo>
                    <a:pt x="4127" y="3810"/>
                  </a:lnTo>
                  <a:lnTo>
                    <a:pt x="4127" y="5080"/>
                  </a:lnTo>
                  <a:lnTo>
                    <a:pt x="3657" y="5080"/>
                  </a:lnTo>
                  <a:lnTo>
                    <a:pt x="3657" y="6350"/>
                  </a:lnTo>
                  <a:lnTo>
                    <a:pt x="3162" y="6350"/>
                  </a:lnTo>
                  <a:lnTo>
                    <a:pt x="3162" y="7620"/>
                  </a:lnTo>
                  <a:lnTo>
                    <a:pt x="6400" y="7620"/>
                  </a:lnTo>
                  <a:lnTo>
                    <a:pt x="6400" y="6350"/>
                  </a:lnTo>
                  <a:lnTo>
                    <a:pt x="6667" y="6350"/>
                  </a:lnTo>
                  <a:lnTo>
                    <a:pt x="6667" y="7620"/>
                  </a:lnTo>
                  <a:lnTo>
                    <a:pt x="7340" y="7620"/>
                  </a:lnTo>
                  <a:lnTo>
                    <a:pt x="7340" y="10160"/>
                  </a:lnTo>
                  <a:lnTo>
                    <a:pt x="6972" y="10160"/>
                  </a:lnTo>
                  <a:lnTo>
                    <a:pt x="6972" y="11430"/>
                  </a:lnTo>
                  <a:lnTo>
                    <a:pt x="9309" y="11430"/>
                  </a:lnTo>
                  <a:lnTo>
                    <a:pt x="9309" y="10160"/>
                  </a:lnTo>
                  <a:lnTo>
                    <a:pt x="10477" y="10160"/>
                  </a:lnTo>
                  <a:lnTo>
                    <a:pt x="10477" y="11430"/>
                  </a:lnTo>
                  <a:lnTo>
                    <a:pt x="10680" y="11430"/>
                  </a:lnTo>
                  <a:lnTo>
                    <a:pt x="10680" y="13970"/>
                  </a:lnTo>
                  <a:lnTo>
                    <a:pt x="10795" y="15240"/>
                  </a:lnTo>
                  <a:lnTo>
                    <a:pt x="12192" y="15240"/>
                  </a:lnTo>
                  <a:lnTo>
                    <a:pt x="12192" y="13970"/>
                  </a:lnTo>
                  <a:lnTo>
                    <a:pt x="14287" y="13970"/>
                  </a:lnTo>
                  <a:lnTo>
                    <a:pt x="14287" y="15240"/>
                  </a:lnTo>
                  <a:lnTo>
                    <a:pt x="14084" y="15240"/>
                  </a:lnTo>
                  <a:lnTo>
                    <a:pt x="14084" y="17780"/>
                  </a:lnTo>
                  <a:lnTo>
                    <a:pt x="21501" y="17780"/>
                  </a:lnTo>
                  <a:lnTo>
                    <a:pt x="21501" y="19050"/>
                  </a:lnTo>
                  <a:lnTo>
                    <a:pt x="21209" y="19050"/>
                  </a:lnTo>
                  <a:lnTo>
                    <a:pt x="21209" y="20320"/>
                  </a:lnTo>
                  <a:lnTo>
                    <a:pt x="20904" y="20320"/>
                  </a:lnTo>
                  <a:lnTo>
                    <a:pt x="20904" y="21590"/>
                  </a:lnTo>
                  <a:lnTo>
                    <a:pt x="36271" y="21590"/>
                  </a:lnTo>
                  <a:lnTo>
                    <a:pt x="36271" y="20320"/>
                  </a:lnTo>
                  <a:lnTo>
                    <a:pt x="37426" y="20320"/>
                  </a:lnTo>
                  <a:lnTo>
                    <a:pt x="37426" y="21590"/>
                  </a:lnTo>
                  <a:lnTo>
                    <a:pt x="38862" y="21590"/>
                  </a:lnTo>
                  <a:lnTo>
                    <a:pt x="38862" y="24130"/>
                  </a:lnTo>
                  <a:lnTo>
                    <a:pt x="38468" y="24130"/>
                  </a:lnTo>
                  <a:lnTo>
                    <a:pt x="38468" y="25400"/>
                  </a:lnTo>
                  <a:lnTo>
                    <a:pt x="46139" y="25400"/>
                  </a:lnTo>
                  <a:lnTo>
                    <a:pt x="46139" y="24130"/>
                  </a:lnTo>
                  <a:lnTo>
                    <a:pt x="45593" y="24130"/>
                  </a:lnTo>
                  <a:lnTo>
                    <a:pt x="45593" y="21590"/>
                  </a:lnTo>
                  <a:lnTo>
                    <a:pt x="63563" y="21590"/>
                  </a:lnTo>
                  <a:lnTo>
                    <a:pt x="63563" y="20320"/>
                  </a:lnTo>
                  <a:lnTo>
                    <a:pt x="63271" y="20320"/>
                  </a:lnTo>
                  <a:lnTo>
                    <a:pt x="63271" y="19050"/>
                  </a:lnTo>
                  <a:lnTo>
                    <a:pt x="62966" y="19050"/>
                  </a:lnTo>
                  <a:lnTo>
                    <a:pt x="62966" y="17780"/>
                  </a:lnTo>
                  <a:lnTo>
                    <a:pt x="65963" y="17780"/>
                  </a:lnTo>
                  <a:lnTo>
                    <a:pt x="65963" y="19050"/>
                  </a:lnTo>
                  <a:lnTo>
                    <a:pt x="66179" y="19050"/>
                  </a:lnTo>
                  <a:lnTo>
                    <a:pt x="66179" y="17780"/>
                  </a:lnTo>
                  <a:lnTo>
                    <a:pt x="69342" y="17780"/>
                  </a:lnTo>
                  <a:lnTo>
                    <a:pt x="69342" y="19050"/>
                  </a:lnTo>
                  <a:lnTo>
                    <a:pt x="69888" y="19050"/>
                  </a:lnTo>
                  <a:lnTo>
                    <a:pt x="69888" y="17780"/>
                  </a:lnTo>
                  <a:lnTo>
                    <a:pt x="70408" y="17780"/>
                  </a:lnTo>
                  <a:lnTo>
                    <a:pt x="70408" y="15240"/>
                  </a:lnTo>
                  <a:lnTo>
                    <a:pt x="70167" y="15240"/>
                  </a:lnTo>
                  <a:lnTo>
                    <a:pt x="70167" y="13970"/>
                  </a:lnTo>
                  <a:lnTo>
                    <a:pt x="72212" y="13970"/>
                  </a:lnTo>
                  <a:lnTo>
                    <a:pt x="72212" y="15240"/>
                  </a:lnTo>
                  <a:lnTo>
                    <a:pt x="73698" y="15240"/>
                  </a:lnTo>
                  <a:lnTo>
                    <a:pt x="73698" y="13970"/>
                  </a:lnTo>
                  <a:lnTo>
                    <a:pt x="73774" y="11430"/>
                  </a:lnTo>
                  <a:lnTo>
                    <a:pt x="74041" y="11430"/>
                  </a:lnTo>
                  <a:lnTo>
                    <a:pt x="74041" y="10160"/>
                  </a:lnTo>
                  <a:lnTo>
                    <a:pt x="75222" y="10160"/>
                  </a:lnTo>
                  <a:lnTo>
                    <a:pt x="75222" y="11430"/>
                  </a:lnTo>
                  <a:lnTo>
                    <a:pt x="77609" y="11430"/>
                  </a:lnTo>
                  <a:lnTo>
                    <a:pt x="77609" y="10160"/>
                  </a:lnTo>
                  <a:lnTo>
                    <a:pt x="77190" y="10160"/>
                  </a:lnTo>
                  <a:lnTo>
                    <a:pt x="77190" y="7620"/>
                  </a:lnTo>
                  <a:lnTo>
                    <a:pt x="77812" y="7620"/>
                  </a:lnTo>
                  <a:lnTo>
                    <a:pt x="77812" y="6350"/>
                  </a:lnTo>
                  <a:lnTo>
                    <a:pt x="78066" y="6350"/>
                  </a:lnTo>
                  <a:lnTo>
                    <a:pt x="78066" y="7620"/>
                  </a:lnTo>
                  <a:lnTo>
                    <a:pt x="81318" y="7620"/>
                  </a:lnTo>
                  <a:lnTo>
                    <a:pt x="81318" y="6350"/>
                  </a:lnTo>
                  <a:lnTo>
                    <a:pt x="80810" y="6350"/>
                  </a:lnTo>
                  <a:lnTo>
                    <a:pt x="80810" y="5080"/>
                  </a:lnTo>
                  <a:lnTo>
                    <a:pt x="80352" y="5080"/>
                  </a:lnTo>
                  <a:lnTo>
                    <a:pt x="80352" y="3810"/>
                  </a:lnTo>
                  <a:lnTo>
                    <a:pt x="83515" y="3810"/>
                  </a:lnTo>
                  <a:lnTo>
                    <a:pt x="83515" y="5080"/>
                  </a:lnTo>
                  <a:lnTo>
                    <a:pt x="83858" y="5080"/>
                  </a:lnTo>
                  <a:lnTo>
                    <a:pt x="83858" y="3810"/>
                  </a:lnTo>
                  <a:lnTo>
                    <a:pt x="84493" y="3810"/>
                  </a:lnTo>
                  <a:lnTo>
                    <a:pt x="84493" y="1270"/>
                  </a:lnTo>
                  <a:close/>
                </a:path>
                <a:path w="88265" h="25400">
                  <a:moveTo>
                    <a:pt x="87706" y="0"/>
                  </a:moveTo>
                  <a:lnTo>
                    <a:pt x="86436" y="0"/>
                  </a:lnTo>
                  <a:lnTo>
                    <a:pt x="86436" y="1270"/>
                  </a:lnTo>
                  <a:lnTo>
                    <a:pt x="87706" y="1270"/>
                  </a:lnTo>
                  <a:lnTo>
                    <a:pt x="877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/>
          <p:nvPr/>
        </p:nvSpPr>
        <p:spPr>
          <a:xfrm>
            <a:off x="16730919" y="8435078"/>
            <a:ext cx="107314" cy="106680"/>
          </a:xfrm>
          <a:custGeom>
            <a:avLst/>
            <a:gdLst/>
            <a:ahLst/>
            <a:cxnLst/>
            <a:rect l="l" t="t" r="r" b="b"/>
            <a:pathLst>
              <a:path w="107315" h="106679">
                <a:moveTo>
                  <a:pt x="44947" y="106091"/>
                </a:moveTo>
                <a:lnTo>
                  <a:pt x="42536" y="105609"/>
                </a:lnTo>
                <a:lnTo>
                  <a:pt x="43062" y="102400"/>
                </a:lnTo>
                <a:lnTo>
                  <a:pt x="42382" y="101721"/>
                </a:lnTo>
                <a:lnTo>
                  <a:pt x="39927" y="102305"/>
                </a:lnTo>
                <a:lnTo>
                  <a:pt x="37259" y="101640"/>
                </a:lnTo>
                <a:lnTo>
                  <a:pt x="34204" y="103000"/>
                </a:lnTo>
                <a:lnTo>
                  <a:pt x="31836" y="101955"/>
                </a:lnTo>
                <a:lnTo>
                  <a:pt x="32662" y="99024"/>
                </a:lnTo>
                <a:lnTo>
                  <a:pt x="31704" y="98059"/>
                </a:lnTo>
                <a:lnTo>
                  <a:pt x="29482" y="99111"/>
                </a:lnTo>
                <a:lnTo>
                  <a:pt x="28079" y="98176"/>
                </a:lnTo>
                <a:lnTo>
                  <a:pt x="25857" y="99228"/>
                </a:lnTo>
                <a:lnTo>
                  <a:pt x="24724" y="98096"/>
                </a:lnTo>
                <a:lnTo>
                  <a:pt x="25865" y="95618"/>
                </a:lnTo>
                <a:lnTo>
                  <a:pt x="24615" y="94595"/>
                </a:lnTo>
                <a:lnTo>
                  <a:pt x="22364" y="95735"/>
                </a:lnTo>
                <a:lnTo>
                  <a:pt x="21180" y="94551"/>
                </a:lnTo>
                <a:lnTo>
                  <a:pt x="22349" y="92212"/>
                </a:lnTo>
                <a:lnTo>
                  <a:pt x="21180" y="91043"/>
                </a:lnTo>
                <a:lnTo>
                  <a:pt x="18841" y="92212"/>
                </a:lnTo>
                <a:lnTo>
                  <a:pt x="17672" y="91043"/>
                </a:lnTo>
                <a:lnTo>
                  <a:pt x="18841" y="88704"/>
                </a:lnTo>
                <a:lnTo>
                  <a:pt x="17664" y="87535"/>
                </a:lnTo>
                <a:lnTo>
                  <a:pt x="15333" y="88704"/>
                </a:lnTo>
                <a:lnTo>
                  <a:pt x="14164" y="87535"/>
                </a:lnTo>
                <a:lnTo>
                  <a:pt x="15333" y="85196"/>
                </a:lnTo>
                <a:lnTo>
                  <a:pt x="14164" y="84027"/>
                </a:lnTo>
                <a:lnTo>
                  <a:pt x="11825" y="85196"/>
                </a:lnTo>
                <a:lnTo>
                  <a:pt x="10641" y="84012"/>
                </a:lnTo>
                <a:lnTo>
                  <a:pt x="11781" y="81761"/>
                </a:lnTo>
                <a:lnTo>
                  <a:pt x="10758" y="80511"/>
                </a:lnTo>
                <a:lnTo>
                  <a:pt x="8280" y="81651"/>
                </a:lnTo>
                <a:lnTo>
                  <a:pt x="7147" y="80519"/>
                </a:lnTo>
                <a:lnTo>
                  <a:pt x="8200" y="78297"/>
                </a:lnTo>
                <a:lnTo>
                  <a:pt x="7264" y="76894"/>
                </a:lnTo>
                <a:lnTo>
                  <a:pt x="8317" y="74672"/>
                </a:lnTo>
                <a:lnTo>
                  <a:pt x="7352" y="73707"/>
                </a:lnTo>
                <a:lnTo>
                  <a:pt x="4429" y="74540"/>
                </a:lnTo>
                <a:lnTo>
                  <a:pt x="3369" y="72179"/>
                </a:lnTo>
                <a:lnTo>
                  <a:pt x="4736" y="69110"/>
                </a:lnTo>
                <a:lnTo>
                  <a:pt x="4070" y="66449"/>
                </a:lnTo>
                <a:lnTo>
                  <a:pt x="4655" y="63994"/>
                </a:lnTo>
                <a:lnTo>
                  <a:pt x="3953" y="63292"/>
                </a:lnTo>
                <a:lnTo>
                  <a:pt x="789" y="63862"/>
                </a:lnTo>
                <a:lnTo>
                  <a:pt x="0" y="60522"/>
                </a:lnTo>
                <a:lnTo>
                  <a:pt x="716" y="56174"/>
                </a:lnTo>
                <a:lnTo>
                  <a:pt x="716" y="45167"/>
                </a:lnTo>
                <a:lnTo>
                  <a:pt x="387" y="43281"/>
                </a:lnTo>
                <a:lnTo>
                  <a:pt x="906" y="42068"/>
                </a:lnTo>
                <a:lnTo>
                  <a:pt x="3851" y="42879"/>
                </a:lnTo>
                <a:lnTo>
                  <a:pt x="4677" y="42053"/>
                </a:lnTo>
                <a:lnTo>
                  <a:pt x="4019" y="39656"/>
                </a:lnTo>
                <a:lnTo>
                  <a:pt x="4597" y="37807"/>
                </a:lnTo>
                <a:lnTo>
                  <a:pt x="3332" y="32720"/>
                </a:lnTo>
                <a:lnTo>
                  <a:pt x="4560" y="31712"/>
                </a:lnTo>
                <a:lnTo>
                  <a:pt x="7608" y="32340"/>
                </a:lnTo>
                <a:lnTo>
                  <a:pt x="8375" y="30126"/>
                </a:lnTo>
                <a:lnTo>
                  <a:pt x="6723" y="26639"/>
                </a:lnTo>
                <a:lnTo>
                  <a:pt x="8061" y="24432"/>
                </a:lnTo>
                <a:lnTo>
                  <a:pt x="10780" y="25433"/>
                </a:lnTo>
                <a:lnTo>
                  <a:pt x="11730" y="24483"/>
                </a:lnTo>
                <a:lnTo>
                  <a:pt x="10677" y="21837"/>
                </a:lnTo>
                <a:lnTo>
                  <a:pt x="12000" y="20961"/>
                </a:lnTo>
                <a:lnTo>
                  <a:pt x="14054" y="22050"/>
                </a:lnTo>
                <a:lnTo>
                  <a:pt x="15340" y="20968"/>
                </a:lnTo>
                <a:lnTo>
                  <a:pt x="14193" y="18512"/>
                </a:lnTo>
                <a:lnTo>
                  <a:pt x="15333" y="17372"/>
                </a:lnTo>
                <a:lnTo>
                  <a:pt x="17672" y="18541"/>
                </a:lnTo>
                <a:lnTo>
                  <a:pt x="18841" y="17372"/>
                </a:lnTo>
                <a:lnTo>
                  <a:pt x="17672" y="15033"/>
                </a:lnTo>
                <a:lnTo>
                  <a:pt x="18746" y="13959"/>
                </a:lnTo>
                <a:lnTo>
                  <a:pt x="21392" y="15011"/>
                </a:lnTo>
                <a:lnTo>
                  <a:pt x="22269" y="13688"/>
                </a:lnTo>
                <a:lnTo>
                  <a:pt x="21180" y="11635"/>
                </a:lnTo>
                <a:lnTo>
                  <a:pt x="22261" y="10349"/>
                </a:lnTo>
                <a:lnTo>
                  <a:pt x="24717" y="11496"/>
                </a:lnTo>
                <a:lnTo>
                  <a:pt x="25718" y="10495"/>
                </a:lnTo>
                <a:lnTo>
                  <a:pt x="24746" y="7732"/>
                </a:lnTo>
                <a:lnTo>
                  <a:pt x="26559" y="6694"/>
                </a:lnTo>
                <a:lnTo>
                  <a:pt x="31397" y="8521"/>
                </a:lnTo>
                <a:lnTo>
                  <a:pt x="32530" y="7133"/>
                </a:lnTo>
                <a:lnTo>
                  <a:pt x="31989" y="4005"/>
                </a:lnTo>
                <a:lnTo>
                  <a:pt x="35578" y="3047"/>
                </a:lnTo>
                <a:lnTo>
                  <a:pt x="39524" y="4582"/>
                </a:lnTo>
                <a:lnTo>
                  <a:pt x="42821" y="3931"/>
                </a:lnTo>
                <a:lnTo>
                  <a:pt x="43106" y="3873"/>
                </a:lnTo>
                <a:lnTo>
                  <a:pt x="42572" y="679"/>
                </a:lnTo>
                <a:lnTo>
                  <a:pt x="43157" y="95"/>
                </a:lnTo>
                <a:lnTo>
                  <a:pt x="45817" y="453"/>
                </a:lnTo>
                <a:lnTo>
                  <a:pt x="49808" y="241"/>
                </a:lnTo>
                <a:lnTo>
                  <a:pt x="53367" y="423"/>
                </a:lnTo>
                <a:lnTo>
                  <a:pt x="59031" y="423"/>
                </a:lnTo>
                <a:lnTo>
                  <a:pt x="61735" y="0"/>
                </a:lnTo>
                <a:lnTo>
                  <a:pt x="64147" y="475"/>
                </a:lnTo>
                <a:lnTo>
                  <a:pt x="63621" y="3683"/>
                </a:lnTo>
                <a:lnTo>
                  <a:pt x="64301" y="4363"/>
                </a:lnTo>
                <a:lnTo>
                  <a:pt x="66756" y="3778"/>
                </a:lnTo>
                <a:lnTo>
                  <a:pt x="69439" y="4443"/>
                </a:lnTo>
                <a:lnTo>
                  <a:pt x="72457" y="3098"/>
                </a:lnTo>
                <a:lnTo>
                  <a:pt x="74840" y="4122"/>
                </a:lnTo>
                <a:lnTo>
                  <a:pt x="74021" y="7067"/>
                </a:lnTo>
                <a:lnTo>
                  <a:pt x="74723" y="7768"/>
                </a:lnTo>
                <a:lnTo>
                  <a:pt x="77390" y="7418"/>
                </a:lnTo>
                <a:lnTo>
                  <a:pt x="78618" y="7476"/>
                </a:lnTo>
                <a:lnTo>
                  <a:pt x="80811" y="7067"/>
                </a:lnTo>
                <a:lnTo>
                  <a:pt x="81951" y="7783"/>
                </a:lnTo>
                <a:lnTo>
                  <a:pt x="80928" y="10473"/>
                </a:lnTo>
                <a:lnTo>
                  <a:pt x="81893" y="11437"/>
                </a:lnTo>
                <a:lnTo>
                  <a:pt x="84538" y="10385"/>
                </a:lnTo>
                <a:lnTo>
                  <a:pt x="85415" y="11708"/>
                </a:lnTo>
                <a:lnTo>
                  <a:pt x="84327" y="13761"/>
                </a:lnTo>
                <a:lnTo>
                  <a:pt x="85408" y="15048"/>
                </a:lnTo>
                <a:lnTo>
                  <a:pt x="87864" y="13900"/>
                </a:lnTo>
                <a:lnTo>
                  <a:pt x="89004" y="15041"/>
                </a:lnTo>
                <a:lnTo>
                  <a:pt x="87835" y="17379"/>
                </a:lnTo>
                <a:lnTo>
                  <a:pt x="89004" y="18549"/>
                </a:lnTo>
                <a:lnTo>
                  <a:pt x="91343" y="17379"/>
                </a:lnTo>
                <a:lnTo>
                  <a:pt x="92417" y="18454"/>
                </a:lnTo>
                <a:lnTo>
                  <a:pt x="91365" y="21099"/>
                </a:lnTo>
                <a:lnTo>
                  <a:pt x="92688" y="21984"/>
                </a:lnTo>
                <a:lnTo>
                  <a:pt x="94742" y="20887"/>
                </a:lnTo>
                <a:lnTo>
                  <a:pt x="96028" y="21969"/>
                </a:lnTo>
                <a:lnTo>
                  <a:pt x="94881" y="24425"/>
                </a:lnTo>
                <a:lnTo>
                  <a:pt x="95904" y="25448"/>
                </a:lnTo>
                <a:lnTo>
                  <a:pt x="98608" y="24439"/>
                </a:lnTo>
                <a:lnTo>
                  <a:pt x="99733" y="26266"/>
                </a:lnTo>
                <a:lnTo>
                  <a:pt x="97833" y="31083"/>
                </a:lnTo>
                <a:lnTo>
                  <a:pt x="99280" y="32274"/>
                </a:lnTo>
                <a:lnTo>
                  <a:pt x="102328" y="31646"/>
                </a:lnTo>
                <a:lnTo>
                  <a:pt x="102759" y="32873"/>
                </a:lnTo>
                <a:lnTo>
                  <a:pt x="102452" y="34569"/>
                </a:lnTo>
                <a:lnTo>
                  <a:pt x="102452" y="36440"/>
                </a:lnTo>
                <a:lnTo>
                  <a:pt x="102145" y="38128"/>
                </a:lnTo>
                <a:lnTo>
                  <a:pt x="102679" y="39671"/>
                </a:lnTo>
                <a:lnTo>
                  <a:pt x="101977" y="42046"/>
                </a:lnTo>
                <a:lnTo>
                  <a:pt x="102818" y="42879"/>
                </a:lnTo>
                <a:lnTo>
                  <a:pt x="105771" y="42068"/>
                </a:lnTo>
                <a:lnTo>
                  <a:pt x="106691" y="44216"/>
                </a:lnTo>
                <a:lnTo>
                  <a:pt x="105866" y="47652"/>
                </a:lnTo>
                <a:lnTo>
                  <a:pt x="106085" y="51854"/>
                </a:lnTo>
                <a:lnTo>
                  <a:pt x="105961" y="58724"/>
                </a:lnTo>
                <a:lnTo>
                  <a:pt x="106385" y="61428"/>
                </a:lnTo>
                <a:lnTo>
                  <a:pt x="105909" y="63840"/>
                </a:lnTo>
                <a:lnTo>
                  <a:pt x="102701" y="63314"/>
                </a:lnTo>
                <a:lnTo>
                  <a:pt x="102021" y="63994"/>
                </a:lnTo>
                <a:lnTo>
                  <a:pt x="102606" y="66449"/>
                </a:lnTo>
                <a:lnTo>
                  <a:pt x="101933" y="69132"/>
                </a:lnTo>
                <a:lnTo>
                  <a:pt x="103286" y="72143"/>
                </a:lnTo>
                <a:lnTo>
                  <a:pt x="102262" y="74525"/>
                </a:lnTo>
                <a:lnTo>
                  <a:pt x="99310" y="73722"/>
                </a:lnTo>
                <a:lnTo>
                  <a:pt x="98360" y="74672"/>
                </a:lnTo>
                <a:lnTo>
                  <a:pt x="99412" y="76894"/>
                </a:lnTo>
                <a:lnTo>
                  <a:pt x="98476" y="78297"/>
                </a:lnTo>
                <a:lnTo>
                  <a:pt x="99529" y="80519"/>
                </a:lnTo>
                <a:lnTo>
                  <a:pt x="98425" y="81622"/>
                </a:lnTo>
                <a:lnTo>
                  <a:pt x="95860" y="80526"/>
                </a:lnTo>
                <a:lnTo>
                  <a:pt x="94932" y="81790"/>
                </a:lnTo>
                <a:lnTo>
                  <a:pt x="96028" y="84019"/>
                </a:lnTo>
                <a:lnTo>
                  <a:pt x="94946" y="85101"/>
                </a:lnTo>
                <a:lnTo>
                  <a:pt x="92301" y="84049"/>
                </a:lnTo>
                <a:lnTo>
                  <a:pt x="91431" y="85357"/>
                </a:lnTo>
                <a:lnTo>
                  <a:pt x="92512" y="87469"/>
                </a:lnTo>
                <a:lnTo>
                  <a:pt x="91394" y="88711"/>
                </a:lnTo>
                <a:lnTo>
                  <a:pt x="88982" y="87549"/>
                </a:lnTo>
                <a:lnTo>
                  <a:pt x="87835" y="88704"/>
                </a:lnTo>
                <a:lnTo>
                  <a:pt x="89004" y="91043"/>
                </a:lnTo>
                <a:lnTo>
                  <a:pt x="87835" y="92212"/>
                </a:lnTo>
                <a:lnTo>
                  <a:pt x="85496" y="91043"/>
                </a:lnTo>
                <a:lnTo>
                  <a:pt x="84378" y="92154"/>
                </a:lnTo>
                <a:lnTo>
                  <a:pt x="85496" y="94690"/>
                </a:lnTo>
                <a:lnTo>
                  <a:pt x="84232" y="95655"/>
                </a:lnTo>
                <a:lnTo>
                  <a:pt x="82002" y="94536"/>
                </a:lnTo>
                <a:lnTo>
                  <a:pt x="81030" y="95501"/>
                </a:lnTo>
                <a:lnTo>
                  <a:pt x="81841" y="98454"/>
                </a:lnTo>
                <a:lnTo>
                  <a:pt x="79466" y="99477"/>
                </a:lnTo>
                <a:lnTo>
                  <a:pt x="76258" y="97694"/>
                </a:lnTo>
                <a:lnTo>
                  <a:pt x="73897" y="98892"/>
                </a:lnTo>
                <a:lnTo>
                  <a:pt x="74796" y="101743"/>
                </a:lnTo>
                <a:lnTo>
                  <a:pt x="73956" y="102583"/>
                </a:lnTo>
                <a:lnTo>
                  <a:pt x="71500" y="101998"/>
                </a:lnTo>
                <a:lnTo>
                  <a:pt x="68722" y="102693"/>
                </a:lnTo>
                <a:lnTo>
                  <a:pt x="65967" y="101450"/>
                </a:lnTo>
                <a:lnTo>
                  <a:pt x="63490" y="102276"/>
                </a:lnTo>
                <a:lnTo>
                  <a:pt x="64177" y="105346"/>
                </a:lnTo>
                <a:lnTo>
                  <a:pt x="63533" y="105996"/>
                </a:lnTo>
                <a:lnTo>
                  <a:pt x="60866" y="105638"/>
                </a:lnTo>
                <a:lnTo>
                  <a:pt x="56875" y="105843"/>
                </a:lnTo>
                <a:lnTo>
                  <a:pt x="53316" y="105660"/>
                </a:lnTo>
                <a:lnTo>
                  <a:pt x="47652" y="105660"/>
                </a:lnTo>
                <a:lnTo>
                  <a:pt x="44947" y="106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6941400" y="8434991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68855" y="106259"/>
                </a:moveTo>
                <a:lnTo>
                  <a:pt x="65990" y="105755"/>
                </a:lnTo>
                <a:lnTo>
                  <a:pt x="40731" y="105755"/>
                </a:lnTo>
                <a:lnTo>
                  <a:pt x="37837" y="106267"/>
                </a:lnTo>
                <a:lnTo>
                  <a:pt x="35506" y="105675"/>
                </a:lnTo>
                <a:lnTo>
                  <a:pt x="36090" y="102525"/>
                </a:lnTo>
                <a:lnTo>
                  <a:pt x="35484" y="101918"/>
                </a:lnTo>
                <a:lnTo>
                  <a:pt x="32816" y="102276"/>
                </a:lnTo>
                <a:lnTo>
                  <a:pt x="31449" y="102203"/>
                </a:lnTo>
                <a:lnTo>
                  <a:pt x="29571" y="102612"/>
                </a:lnTo>
                <a:lnTo>
                  <a:pt x="28336" y="102028"/>
                </a:lnTo>
                <a:lnTo>
                  <a:pt x="29198" y="99134"/>
                </a:lnTo>
                <a:lnTo>
                  <a:pt x="28475" y="98410"/>
                </a:lnTo>
                <a:lnTo>
                  <a:pt x="25807" y="98768"/>
                </a:lnTo>
                <a:lnTo>
                  <a:pt x="24623" y="98702"/>
                </a:lnTo>
                <a:lnTo>
                  <a:pt x="22321" y="99112"/>
                </a:lnTo>
                <a:lnTo>
                  <a:pt x="21217" y="98344"/>
                </a:lnTo>
                <a:lnTo>
                  <a:pt x="22291" y="95735"/>
                </a:lnTo>
                <a:lnTo>
                  <a:pt x="21202" y="94646"/>
                </a:lnTo>
                <a:lnTo>
                  <a:pt x="18864" y="95815"/>
                </a:lnTo>
                <a:lnTo>
                  <a:pt x="17694" y="94646"/>
                </a:lnTo>
                <a:lnTo>
                  <a:pt x="18864" y="92307"/>
                </a:lnTo>
                <a:lnTo>
                  <a:pt x="17694" y="91138"/>
                </a:lnTo>
                <a:lnTo>
                  <a:pt x="15356" y="92307"/>
                </a:lnTo>
                <a:lnTo>
                  <a:pt x="14186" y="91138"/>
                </a:lnTo>
                <a:lnTo>
                  <a:pt x="15355" y="88799"/>
                </a:lnTo>
                <a:lnTo>
                  <a:pt x="14186" y="87630"/>
                </a:lnTo>
                <a:lnTo>
                  <a:pt x="11847" y="88799"/>
                </a:lnTo>
                <a:lnTo>
                  <a:pt x="10678" y="87630"/>
                </a:lnTo>
                <a:lnTo>
                  <a:pt x="11847" y="85291"/>
                </a:lnTo>
                <a:lnTo>
                  <a:pt x="10765" y="84210"/>
                </a:lnTo>
                <a:lnTo>
                  <a:pt x="8149" y="85277"/>
                </a:lnTo>
                <a:lnTo>
                  <a:pt x="6885" y="83442"/>
                </a:lnTo>
                <a:lnTo>
                  <a:pt x="8902" y="78626"/>
                </a:lnTo>
                <a:lnTo>
                  <a:pt x="7345" y="77354"/>
                </a:lnTo>
                <a:lnTo>
                  <a:pt x="4451" y="78129"/>
                </a:lnTo>
                <a:lnTo>
                  <a:pt x="3639" y="76418"/>
                </a:lnTo>
                <a:lnTo>
                  <a:pt x="5269" y="71507"/>
                </a:lnTo>
                <a:lnTo>
                  <a:pt x="3961" y="70440"/>
                </a:lnTo>
                <a:lnTo>
                  <a:pt x="811" y="70959"/>
                </a:lnTo>
                <a:lnTo>
                  <a:pt x="233" y="68642"/>
                </a:lnTo>
                <a:lnTo>
                  <a:pt x="738" y="65762"/>
                </a:lnTo>
                <a:lnTo>
                  <a:pt x="738" y="52132"/>
                </a:lnTo>
                <a:lnTo>
                  <a:pt x="102" y="47067"/>
                </a:lnTo>
                <a:lnTo>
                  <a:pt x="891" y="41542"/>
                </a:lnTo>
                <a:lnTo>
                  <a:pt x="0" y="36199"/>
                </a:lnTo>
                <a:lnTo>
                  <a:pt x="1074" y="35315"/>
                </a:lnTo>
                <a:lnTo>
                  <a:pt x="4122" y="35943"/>
                </a:lnTo>
                <a:lnTo>
                  <a:pt x="4553" y="34715"/>
                </a:lnTo>
                <a:lnTo>
                  <a:pt x="4246" y="33020"/>
                </a:lnTo>
                <a:lnTo>
                  <a:pt x="4246" y="31309"/>
                </a:lnTo>
                <a:lnTo>
                  <a:pt x="3903" y="29256"/>
                </a:lnTo>
                <a:lnTo>
                  <a:pt x="4502" y="28086"/>
                </a:lnTo>
                <a:lnTo>
                  <a:pt x="7338" y="28993"/>
                </a:lnTo>
                <a:lnTo>
                  <a:pt x="8339" y="27991"/>
                </a:lnTo>
                <a:lnTo>
                  <a:pt x="7286" y="25770"/>
                </a:lnTo>
                <a:lnTo>
                  <a:pt x="8222" y="24366"/>
                </a:lnTo>
                <a:lnTo>
                  <a:pt x="7170" y="22145"/>
                </a:lnTo>
                <a:lnTo>
                  <a:pt x="8280" y="21034"/>
                </a:lnTo>
                <a:lnTo>
                  <a:pt x="10817" y="22145"/>
                </a:lnTo>
                <a:lnTo>
                  <a:pt x="11781" y="20880"/>
                </a:lnTo>
                <a:lnTo>
                  <a:pt x="10663" y="18651"/>
                </a:lnTo>
                <a:lnTo>
                  <a:pt x="11752" y="17562"/>
                </a:lnTo>
                <a:lnTo>
                  <a:pt x="14398" y="18614"/>
                </a:lnTo>
                <a:lnTo>
                  <a:pt x="15275" y="17292"/>
                </a:lnTo>
                <a:lnTo>
                  <a:pt x="14186" y="15238"/>
                </a:lnTo>
                <a:lnTo>
                  <a:pt x="15268" y="13952"/>
                </a:lnTo>
                <a:lnTo>
                  <a:pt x="17723" y="15099"/>
                </a:lnTo>
                <a:lnTo>
                  <a:pt x="18812" y="14010"/>
                </a:lnTo>
                <a:lnTo>
                  <a:pt x="17694" y="11496"/>
                </a:lnTo>
                <a:lnTo>
                  <a:pt x="18951" y="10509"/>
                </a:lnTo>
                <a:lnTo>
                  <a:pt x="21188" y="11635"/>
                </a:lnTo>
                <a:lnTo>
                  <a:pt x="22160" y="10670"/>
                </a:lnTo>
                <a:lnTo>
                  <a:pt x="21349" y="7717"/>
                </a:lnTo>
                <a:lnTo>
                  <a:pt x="23717" y="6701"/>
                </a:lnTo>
                <a:lnTo>
                  <a:pt x="26954" y="8492"/>
                </a:lnTo>
                <a:lnTo>
                  <a:pt x="29300" y="7272"/>
                </a:lnTo>
                <a:lnTo>
                  <a:pt x="28387" y="4443"/>
                </a:lnTo>
                <a:lnTo>
                  <a:pt x="29139" y="3690"/>
                </a:lnTo>
                <a:lnTo>
                  <a:pt x="31800" y="4048"/>
                </a:lnTo>
                <a:lnTo>
                  <a:pt x="33335" y="3946"/>
                </a:lnTo>
                <a:lnTo>
                  <a:pt x="34796" y="4312"/>
                </a:lnTo>
                <a:lnTo>
                  <a:pt x="35812" y="4019"/>
                </a:lnTo>
                <a:lnTo>
                  <a:pt x="36155" y="3917"/>
                </a:lnTo>
                <a:lnTo>
                  <a:pt x="35520" y="811"/>
                </a:lnTo>
                <a:lnTo>
                  <a:pt x="36199" y="131"/>
                </a:lnTo>
                <a:lnTo>
                  <a:pt x="38750" y="599"/>
                </a:lnTo>
                <a:lnTo>
                  <a:pt x="42609" y="0"/>
                </a:lnTo>
                <a:lnTo>
                  <a:pt x="46512" y="511"/>
                </a:lnTo>
                <a:lnTo>
                  <a:pt x="65989" y="511"/>
                </a:lnTo>
                <a:lnTo>
                  <a:pt x="68847" y="14"/>
                </a:lnTo>
                <a:lnTo>
                  <a:pt x="71200" y="584"/>
                </a:lnTo>
                <a:lnTo>
                  <a:pt x="70623" y="3749"/>
                </a:lnTo>
                <a:lnTo>
                  <a:pt x="71222" y="4348"/>
                </a:lnTo>
                <a:lnTo>
                  <a:pt x="73890" y="3990"/>
                </a:lnTo>
                <a:lnTo>
                  <a:pt x="75264" y="4063"/>
                </a:lnTo>
                <a:lnTo>
                  <a:pt x="77142" y="3654"/>
                </a:lnTo>
                <a:lnTo>
                  <a:pt x="78378" y="4239"/>
                </a:lnTo>
                <a:lnTo>
                  <a:pt x="77515" y="7133"/>
                </a:lnTo>
                <a:lnTo>
                  <a:pt x="78239" y="7856"/>
                </a:lnTo>
                <a:lnTo>
                  <a:pt x="80907" y="7505"/>
                </a:lnTo>
                <a:lnTo>
                  <a:pt x="82091" y="7564"/>
                </a:lnTo>
                <a:lnTo>
                  <a:pt x="84393" y="7155"/>
                </a:lnTo>
                <a:lnTo>
                  <a:pt x="85496" y="7922"/>
                </a:lnTo>
                <a:lnTo>
                  <a:pt x="84422" y="10531"/>
                </a:lnTo>
                <a:lnTo>
                  <a:pt x="85511" y="11620"/>
                </a:lnTo>
                <a:lnTo>
                  <a:pt x="87850" y="10451"/>
                </a:lnTo>
                <a:lnTo>
                  <a:pt x="89019" y="11620"/>
                </a:lnTo>
                <a:lnTo>
                  <a:pt x="87850" y="13959"/>
                </a:lnTo>
                <a:lnTo>
                  <a:pt x="89019" y="15128"/>
                </a:lnTo>
                <a:lnTo>
                  <a:pt x="91358" y="13959"/>
                </a:lnTo>
                <a:lnTo>
                  <a:pt x="92528" y="15128"/>
                </a:lnTo>
                <a:lnTo>
                  <a:pt x="91358" y="17467"/>
                </a:lnTo>
                <a:lnTo>
                  <a:pt x="92527" y="18636"/>
                </a:lnTo>
                <a:lnTo>
                  <a:pt x="94866" y="17467"/>
                </a:lnTo>
                <a:lnTo>
                  <a:pt x="96036" y="18636"/>
                </a:lnTo>
                <a:lnTo>
                  <a:pt x="94866" y="20975"/>
                </a:lnTo>
                <a:lnTo>
                  <a:pt x="95948" y="22064"/>
                </a:lnTo>
                <a:lnTo>
                  <a:pt x="98572" y="20990"/>
                </a:lnTo>
                <a:lnTo>
                  <a:pt x="99836" y="22824"/>
                </a:lnTo>
                <a:lnTo>
                  <a:pt x="97812" y="27641"/>
                </a:lnTo>
                <a:lnTo>
                  <a:pt x="99369" y="28912"/>
                </a:lnTo>
                <a:lnTo>
                  <a:pt x="102263" y="28138"/>
                </a:lnTo>
                <a:lnTo>
                  <a:pt x="103074" y="29848"/>
                </a:lnTo>
                <a:lnTo>
                  <a:pt x="101444" y="34759"/>
                </a:lnTo>
                <a:lnTo>
                  <a:pt x="102752" y="35819"/>
                </a:lnTo>
                <a:lnTo>
                  <a:pt x="105910" y="35307"/>
                </a:lnTo>
                <a:lnTo>
                  <a:pt x="106480" y="37632"/>
                </a:lnTo>
                <a:lnTo>
                  <a:pt x="105976" y="40497"/>
                </a:lnTo>
                <a:lnTo>
                  <a:pt x="105976" y="65755"/>
                </a:lnTo>
                <a:lnTo>
                  <a:pt x="106487" y="68649"/>
                </a:lnTo>
                <a:lnTo>
                  <a:pt x="105895" y="70988"/>
                </a:lnTo>
                <a:lnTo>
                  <a:pt x="102745" y="70396"/>
                </a:lnTo>
                <a:lnTo>
                  <a:pt x="102138" y="71003"/>
                </a:lnTo>
                <a:lnTo>
                  <a:pt x="102497" y="73671"/>
                </a:lnTo>
                <a:lnTo>
                  <a:pt x="102424" y="75045"/>
                </a:lnTo>
                <a:lnTo>
                  <a:pt x="102833" y="76923"/>
                </a:lnTo>
                <a:lnTo>
                  <a:pt x="102248" y="78158"/>
                </a:lnTo>
                <a:lnTo>
                  <a:pt x="99354" y="77296"/>
                </a:lnTo>
                <a:lnTo>
                  <a:pt x="98630" y="78019"/>
                </a:lnTo>
                <a:lnTo>
                  <a:pt x="98988" y="80687"/>
                </a:lnTo>
                <a:lnTo>
                  <a:pt x="98923" y="81878"/>
                </a:lnTo>
                <a:lnTo>
                  <a:pt x="99332" y="84166"/>
                </a:lnTo>
                <a:lnTo>
                  <a:pt x="98572" y="85277"/>
                </a:lnTo>
                <a:lnTo>
                  <a:pt x="95955" y="84210"/>
                </a:lnTo>
                <a:lnTo>
                  <a:pt x="94866" y="85291"/>
                </a:lnTo>
                <a:lnTo>
                  <a:pt x="96036" y="87630"/>
                </a:lnTo>
                <a:lnTo>
                  <a:pt x="94866" y="88799"/>
                </a:lnTo>
                <a:lnTo>
                  <a:pt x="92528" y="87630"/>
                </a:lnTo>
                <a:lnTo>
                  <a:pt x="91358" y="88799"/>
                </a:lnTo>
                <a:lnTo>
                  <a:pt x="92527" y="91138"/>
                </a:lnTo>
                <a:lnTo>
                  <a:pt x="91358" y="92307"/>
                </a:lnTo>
                <a:lnTo>
                  <a:pt x="89019" y="91138"/>
                </a:lnTo>
                <a:lnTo>
                  <a:pt x="87850" y="92307"/>
                </a:lnTo>
                <a:lnTo>
                  <a:pt x="89019" y="94646"/>
                </a:lnTo>
                <a:lnTo>
                  <a:pt x="87850" y="95815"/>
                </a:lnTo>
                <a:lnTo>
                  <a:pt x="85511" y="94646"/>
                </a:lnTo>
                <a:lnTo>
                  <a:pt x="84422" y="95735"/>
                </a:lnTo>
                <a:lnTo>
                  <a:pt x="85496" y="98344"/>
                </a:lnTo>
                <a:lnTo>
                  <a:pt x="83662" y="99623"/>
                </a:lnTo>
                <a:lnTo>
                  <a:pt x="78846" y="97591"/>
                </a:lnTo>
                <a:lnTo>
                  <a:pt x="77574" y="99148"/>
                </a:lnTo>
                <a:lnTo>
                  <a:pt x="78349" y="102042"/>
                </a:lnTo>
                <a:lnTo>
                  <a:pt x="76638" y="102854"/>
                </a:lnTo>
                <a:lnTo>
                  <a:pt x="71734" y="101224"/>
                </a:lnTo>
                <a:lnTo>
                  <a:pt x="70660" y="102532"/>
                </a:lnTo>
                <a:lnTo>
                  <a:pt x="71179" y="105689"/>
                </a:lnTo>
                <a:lnTo>
                  <a:pt x="68855" y="1062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7572873" y="8434991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68848" y="106259"/>
                </a:moveTo>
                <a:lnTo>
                  <a:pt x="65983" y="105755"/>
                </a:lnTo>
                <a:lnTo>
                  <a:pt x="40717" y="105755"/>
                </a:lnTo>
                <a:lnTo>
                  <a:pt x="37830" y="106267"/>
                </a:lnTo>
                <a:lnTo>
                  <a:pt x="35491" y="105675"/>
                </a:lnTo>
                <a:lnTo>
                  <a:pt x="36076" y="102525"/>
                </a:lnTo>
                <a:lnTo>
                  <a:pt x="35469" y="101918"/>
                </a:lnTo>
                <a:lnTo>
                  <a:pt x="32809" y="102276"/>
                </a:lnTo>
                <a:lnTo>
                  <a:pt x="31435" y="102203"/>
                </a:lnTo>
                <a:lnTo>
                  <a:pt x="29556" y="102612"/>
                </a:lnTo>
                <a:lnTo>
                  <a:pt x="28321" y="102028"/>
                </a:lnTo>
                <a:lnTo>
                  <a:pt x="29183" y="99134"/>
                </a:lnTo>
                <a:lnTo>
                  <a:pt x="28453" y="98410"/>
                </a:lnTo>
                <a:lnTo>
                  <a:pt x="25792" y="98768"/>
                </a:lnTo>
                <a:lnTo>
                  <a:pt x="24608" y="98702"/>
                </a:lnTo>
                <a:lnTo>
                  <a:pt x="22306" y="99112"/>
                </a:lnTo>
                <a:lnTo>
                  <a:pt x="21210" y="98344"/>
                </a:lnTo>
                <a:lnTo>
                  <a:pt x="22284" y="95735"/>
                </a:lnTo>
                <a:lnTo>
                  <a:pt x="21195" y="94646"/>
                </a:lnTo>
                <a:lnTo>
                  <a:pt x="18856" y="95815"/>
                </a:lnTo>
                <a:lnTo>
                  <a:pt x="17687" y="94646"/>
                </a:lnTo>
                <a:lnTo>
                  <a:pt x="18856" y="92307"/>
                </a:lnTo>
                <a:lnTo>
                  <a:pt x="17687" y="91138"/>
                </a:lnTo>
                <a:lnTo>
                  <a:pt x="15348" y="92307"/>
                </a:lnTo>
                <a:lnTo>
                  <a:pt x="14186" y="91138"/>
                </a:lnTo>
                <a:lnTo>
                  <a:pt x="15355" y="88799"/>
                </a:lnTo>
                <a:lnTo>
                  <a:pt x="14186" y="87630"/>
                </a:lnTo>
                <a:lnTo>
                  <a:pt x="11847" y="88799"/>
                </a:lnTo>
                <a:lnTo>
                  <a:pt x="10678" y="87630"/>
                </a:lnTo>
                <a:lnTo>
                  <a:pt x="11847" y="85291"/>
                </a:lnTo>
                <a:lnTo>
                  <a:pt x="10766" y="84210"/>
                </a:lnTo>
                <a:lnTo>
                  <a:pt x="8149" y="85277"/>
                </a:lnTo>
                <a:lnTo>
                  <a:pt x="6885" y="83442"/>
                </a:lnTo>
                <a:lnTo>
                  <a:pt x="8902" y="78626"/>
                </a:lnTo>
                <a:lnTo>
                  <a:pt x="7345" y="77354"/>
                </a:lnTo>
                <a:lnTo>
                  <a:pt x="4451" y="78129"/>
                </a:lnTo>
                <a:lnTo>
                  <a:pt x="3639" y="76418"/>
                </a:lnTo>
                <a:lnTo>
                  <a:pt x="5269" y="71507"/>
                </a:lnTo>
                <a:lnTo>
                  <a:pt x="3961" y="70440"/>
                </a:lnTo>
                <a:lnTo>
                  <a:pt x="811" y="70959"/>
                </a:lnTo>
                <a:lnTo>
                  <a:pt x="234" y="68642"/>
                </a:lnTo>
                <a:lnTo>
                  <a:pt x="738" y="65762"/>
                </a:lnTo>
                <a:lnTo>
                  <a:pt x="738" y="52132"/>
                </a:lnTo>
                <a:lnTo>
                  <a:pt x="102" y="47067"/>
                </a:lnTo>
                <a:lnTo>
                  <a:pt x="891" y="41542"/>
                </a:lnTo>
                <a:lnTo>
                  <a:pt x="0" y="36199"/>
                </a:lnTo>
                <a:lnTo>
                  <a:pt x="1074" y="35315"/>
                </a:lnTo>
                <a:lnTo>
                  <a:pt x="4122" y="35943"/>
                </a:lnTo>
                <a:lnTo>
                  <a:pt x="4553" y="34715"/>
                </a:lnTo>
                <a:lnTo>
                  <a:pt x="4246" y="33012"/>
                </a:lnTo>
                <a:lnTo>
                  <a:pt x="4246" y="31309"/>
                </a:lnTo>
                <a:lnTo>
                  <a:pt x="3903" y="29256"/>
                </a:lnTo>
                <a:lnTo>
                  <a:pt x="4502" y="28086"/>
                </a:lnTo>
                <a:lnTo>
                  <a:pt x="7338" y="28993"/>
                </a:lnTo>
                <a:lnTo>
                  <a:pt x="8339" y="27991"/>
                </a:lnTo>
                <a:lnTo>
                  <a:pt x="7286" y="25770"/>
                </a:lnTo>
                <a:lnTo>
                  <a:pt x="8222" y="24366"/>
                </a:lnTo>
                <a:lnTo>
                  <a:pt x="7170" y="22145"/>
                </a:lnTo>
                <a:lnTo>
                  <a:pt x="8288" y="21034"/>
                </a:lnTo>
                <a:lnTo>
                  <a:pt x="10817" y="22145"/>
                </a:lnTo>
                <a:lnTo>
                  <a:pt x="11781" y="20880"/>
                </a:lnTo>
                <a:lnTo>
                  <a:pt x="10670" y="18651"/>
                </a:lnTo>
                <a:lnTo>
                  <a:pt x="11752" y="17562"/>
                </a:lnTo>
                <a:lnTo>
                  <a:pt x="14398" y="18614"/>
                </a:lnTo>
                <a:lnTo>
                  <a:pt x="15275" y="17292"/>
                </a:lnTo>
                <a:lnTo>
                  <a:pt x="14186" y="15238"/>
                </a:lnTo>
                <a:lnTo>
                  <a:pt x="15268" y="13952"/>
                </a:lnTo>
                <a:lnTo>
                  <a:pt x="17723" y="15099"/>
                </a:lnTo>
                <a:lnTo>
                  <a:pt x="18805" y="14010"/>
                </a:lnTo>
                <a:lnTo>
                  <a:pt x="17687" y="11496"/>
                </a:lnTo>
                <a:lnTo>
                  <a:pt x="18944" y="10509"/>
                </a:lnTo>
                <a:lnTo>
                  <a:pt x="21180" y="11635"/>
                </a:lnTo>
                <a:lnTo>
                  <a:pt x="22145" y="10670"/>
                </a:lnTo>
                <a:lnTo>
                  <a:pt x="21334" y="7717"/>
                </a:lnTo>
                <a:lnTo>
                  <a:pt x="23709" y="6701"/>
                </a:lnTo>
                <a:lnTo>
                  <a:pt x="26947" y="8492"/>
                </a:lnTo>
                <a:lnTo>
                  <a:pt x="29293" y="7272"/>
                </a:lnTo>
                <a:lnTo>
                  <a:pt x="28372" y="4443"/>
                </a:lnTo>
                <a:lnTo>
                  <a:pt x="29125" y="3690"/>
                </a:lnTo>
                <a:lnTo>
                  <a:pt x="31793" y="4048"/>
                </a:lnTo>
                <a:lnTo>
                  <a:pt x="33327" y="3946"/>
                </a:lnTo>
                <a:lnTo>
                  <a:pt x="34789" y="4312"/>
                </a:lnTo>
                <a:lnTo>
                  <a:pt x="35805" y="4019"/>
                </a:lnTo>
                <a:lnTo>
                  <a:pt x="36148" y="3917"/>
                </a:lnTo>
                <a:lnTo>
                  <a:pt x="35505" y="811"/>
                </a:lnTo>
                <a:lnTo>
                  <a:pt x="36185" y="131"/>
                </a:lnTo>
                <a:lnTo>
                  <a:pt x="38735" y="599"/>
                </a:lnTo>
                <a:lnTo>
                  <a:pt x="42602" y="0"/>
                </a:lnTo>
                <a:lnTo>
                  <a:pt x="46505" y="511"/>
                </a:lnTo>
                <a:lnTo>
                  <a:pt x="65982" y="511"/>
                </a:lnTo>
                <a:lnTo>
                  <a:pt x="68840" y="14"/>
                </a:lnTo>
                <a:lnTo>
                  <a:pt x="71193" y="584"/>
                </a:lnTo>
                <a:lnTo>
                  <a:pt x="70616" y="3749"/>
                </a:lnTo>
                <a:lnTo>
                  <a:pt x="71215" y="4348"/>
                </a:lnTo>
                <a:lnTo>
                  <a:pt x="73883" y="3990"/>
                </a:lnTo>
                <a:lnTo>
                  <a:pt x="75257" y="4063"/>
                </a:lnTo>
                <a:lnTo>
                  <a:pt x="77135" y="3654"/>
                </a:lnTo>
                <a:lnTo>
                  <a:pt x="78370" y="4239"/>
                </a:lnTo>
                <a:lnTo>
                  <a:pt x="77508" y="7133"/>
                </a:lnTo>
                <a:lnTo>
                  <a:pt x="78232" y="7856"/>
                </a:lnTo>
                <a:lnTo>
                  <a:pt x="80899" y="7505"/>
                </a:lnTo>
                <a:lnTo>
                  <a:pt x="82083" y="7564"/>
                </a:lnTo>
                <a:lnTo>
                  <a:pt x="84385" y="7155"/>
                </a:lnTo>
                <a:lnTo>
                  <a:pt x="85489" y="7922"/>
                </a:lnTo>
                <a:lnTo>
                  <a:pt x="84415" y="10531"/>
                </a:lnTo>
                <a:lnTo>
                  <a:pt x="85504" y="11620"/>
                </a:lnTo>
                <a:lnTo>
                  <a:pt x="87842" y="10451"/>
                </a:lnTo>
                <a:lnTo>
                  <a:pt x="89012" y="11620"/>
                </a:lnTo>
                <a:lnTo>
                  <a:pt x="87843" y="13959"/>
                </a:lnTo>
                <a:lnTo>
                  <a:pt x="89012" y="15128"/>
                </a:lnTo>
                <a:lnTo>
                  <a:pt x="91351" y="13959"/>
                </a:lnTo>
                <a:lnTo>
                  <a:pt x="92520" y="15128"/>
                </a:lnTo>
                <a:lnTo>
                  <a:pt x="91351" y="17467"/>
                </a:lnTo>
                <a:lnTo>
                  <a:pt x="92520" y="18636"/>
                </a:lnTo>
                <a:lnTo>
                  <a:pt x="94859" y="17467"/>
                </a:lnTo>
                <a:lnTo>
                  <a:pt x="96028" y="18636"/>
                </a:lnTo>
                <a:lnTo>
                  <a:pt x="94859" y="20975"/>
                </a:lnTo>
                <a:lnTo>
                  <a:pt x="95948" y="22064"/>
                </a:lnTo>
                <a:lnTo>
                  <a:pt x="98565" y="20990"/>
                </a:lnTo>
                <a:lnTo>
                  <a:pt x="99829" y="22824"/>
                </a:lnTo>
                <a:lnTo>
                  <a:pt x="97812" y="27641"/>
                </a:lnTo>
                <a:lnTo>
                  <a:pt x="99361" y="28912"/>
                </a:lnTo>
                <a:lnTo>
                  <a:pt x="102255" y="28138"/>
                </a:lnTo>
                <a:lnTo>
                  <a:pt x="103059" y="29848"/>
                </a:lnTo>
                <a:lnTo>
                  <a:pt x="101437" y="34759"/>
                </a:lnTo>
                <a:lnTo>
                  <a:pt x="102745" y="35819"/>
                </a:lnTo>
                <a:lnTo>
                  <a:pt x="105895" y="35307"/>
                </a:lnTo>
                <a:lnTo>
                  <a:pt x="106465" y="37632"/>
                </a:lnTo>
                <a:lnTo>
                  <a:pt x="105961" y="40497"/>
                </a:lnTo>
                <a:lnTo>
                  <a:pt x="105961" y="65755"/>
                </a:lnTo>
                <a:lnTo>
                  <a:pt x="106473" y="68649"/>
                </a:lnTo>
                <a:lnTo>
                  <a:pt x="105881" y="70988"/>
                </a:lnTo>
                <a:lnTo>
                  <a:pt x="102731" y="70396"/>
                </a:lnTo>
                <a:lnTo>
                  <a:pt x="102124" y="71003"/>
                </a:lnTo>
                <a:lnTo>
                  <a:pt x="102482" y="73671"/>
                </a:lnTo>
                <a:lnTo>
                  <a:pt x="102416" y="75045"/>
                </a:lnTo>
                <a:lnTo>
                  <a:pt x="102818" y="76923"/>
                </a:lnTo>
                <a:lnTo>
                  <a:pt x="102234" y="78158"/>
                </a:lnTo>
                <a:lnTo>
                  <a:pt x="99347" y="77296"/>
                </a:lnTo>
                <a:lnTo>
                  <a:pt x="98623" y="78019"/>
                </a:lnTo>
                <a:lnTo>
                  <a:pt x="98981" y="80687"/>
                </a:lnTo>
                <a:lnTo>
                  <a:pt x="98915" y="81878"/>
                </a:lnTo>
                <a:lnTo>
                  <a:pt x="99325" y="84166"/>
                </a:lnTo>
                <a:lnTo>
                  <a:pt x="98565" y="85277"/>
                </a:lnTo>
                <a:lnTo>
                  <a:pt x="95948" y="84210"/>
                </a:lnTo>
                <a:lnTo>
                  <a:pt x="94859" y="85291"/>
                </a:lnTo>
                <a:lnTo>
                  <a:pt x="96028" y="87630"/>
                </a:lnTo>
                <a:lnTo>
                  <a:pt x="94859" y="88799"/>
                </a:lnTo>
                <a:lnTo>
                  <a:pt x="92520" y="87630"/>
                </a:lnTo>
                <a:lnTo>
                  <a:pt x="91351" y="88799"/>
                </a:lnTo>
                <a:lnTo>
                  <a:pt x="92520" y="91138"/>
                </a:lnTo>
                <a:lnTo>
                  <a:pt x="91351" y="92307"/>
                </a:lnTo>
                <a:lnTo>
                  <a:pt x="89012" y="91138"/>
                </a:lnTo>
                <a:lnTo>
                  <a:pt x="87842" y="92307"/>
                </a:lnTo>
                <a:lnTo>
                  <a:pt x="89012" y="94646"/>
                </a:lnTo>
                <a:lnTo>
                  <a:pt x="87843" y="95815"/>
                </a:lnTo>
                <a:lnTo>
                  <a:pt x="85504" y="94646"/>
                </a:lnTo>
                <a:lnTo>
                  <a:pt x="84415" y="95735"/>
                </a:lnTo>
                <a:lnTo>
                  <a:pt x="85489" y="98344"/>
                </a:lnTo>
                <a:lnTo>
                  <a:pt x="83655" y="99623"/>
                </a:lnTo>
                <a:lnTo>
                  <a:pt x="78838" y="97591"/>
                </a:lnTo>
                <a:lnTo>
                  <a:pt x="77567" y="99148"/>
                </a:lnTo>
                <a:lnTo>
                  <a:pt x="78341" y="102042"/>
                </a:lnTo>
                <a:lnTo>
                  <a:pt x="76631" y="102854"/>
                </a:lnTo>
                <a:lnTo>
                  <a:pt x="71727" y="101224"/>
                </a:lnTo>
                <a:lnTo>
                  <a:pt x="70653" y="102532"/>
                </a:lnTo>
                <a:lnTo>
                  <a:pt x="71172" y="105689"/>
                </a:lnTo>
                <a:lnTo>
                  <a:pt x="68848" y="1062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7783740" y="8435151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5">
                <a:moveTo>
                  <a:pt x="50474" y="105828"/>
                </a:moveTo>
                <a:lnTo>
                  <a:pt x="49158" y="105528"/>
                </a:lnTo>
                <a:lnTo>
                  <a:pt x="49714" y="102349"/>
                </a:lnTo>
                <a:lnTo>
                  <a:pt x="49121" y="101757"/>
                </a:lnTo>
                <a:lnTo>
                  <a:pt x="46454" y="102115"/>
                </a:lnTo>
                <a:lnTo>
                  <a:pt x="44773" y="102028"/>
                </a:lnTo>
                <a:lnTo>
                  <a:pt x="43603" y="102152"/>
                </a:lnTo>
                <a:lnTo>
                  <a:pt x="40409" y="101969"/>
                </a:lnTo>
                <a:lnTo>
                  <a:pt x="37318" y="102744"/>
                </a:lnTo>
                <a:lnTo>
                  <a:pt x="35038" y="101954"/>
                </a:lnTo>
                <a:lnTo>
                  <a:pt x="35739" y="98899"/>
                </a:lnTo>
                <a:lnTo>
                  <a:pt x="34833" y="97993"/>
                </a:lnTo>
                <a:lnTo>
                  <a:pt x="32611" y="99046"/>
                </a:lnTo>
                <a:lnTo>
                  <a:pt x="31208" y="98110"/>
                </a:lnTo>
                <a:lnTo>
                  <a:pt x="28986" y="99163"/>
                </a:lnTo>
                <a:lnTo>
                  <a:pt x="27970" y="98147"/>
                </a:lnTo>
                <a:lnTo>
                  <a:pt x="28905" y="95348"/>
                </a:lnTo>
                <a:lnTo>
                  <a:pt x="26574" y="94090"/>
                </a:lnTo>
                <a:lnTo>
                  <a:pt x="23300" y="95888"/>
                </a:lnTo>
                <a:lnTo>
                  <a:pt x="20939" y="94880"/>
                </a:lnTo>
                <a:lnTo>
                  <a:pt x="21750" y="91927"/>
                </a:lnTo>
                <a:lnTo>
                  <a:pt x="20786" y="90970"/>
                </a:lnTo>
                <a:lnTo>
                  <a:pt x="18505" y="92132"/>
                </a:lnTo>
                <a:lnTo>
                  <a:pt x="17285" y="91028"/>
                </a:lnTo>
                <a:lnTo>
                  <a:pt x="18447" y="88624"/>
                </a:lnTo>
                <a:lnTo>
                  <a:pt x="17387" y="87564"/>
                </a:lnTo>
                <a:lnTo>
                  <a:pt x="14741" y="88616"/>
                </a:lnTo>
                <a:lnTo>
                  <a:pt x="13864" y="87294"/>
                </a:lnTo>
                <a:lnTo>
                  <a:pt x="14953" y="85240"/>
                </a:lnTo>
                <a:lnTo>
                  <a:pt x="13872" y="83954"/>
                </a:lnTo>
                <a:lnTo>
                  <a:pt x="11416" y="85101"/>
                </a:lnTo>
                <a:lnTo>
                  <a:pt x="10283" y="83968"/>
                </a:lnTo>
                <a:lnTo>
                  <a:pt x="11299" y="81746"/>
                </a:lnTo>
                <a:lnTo>
                  <a:pt x="10422" y="80328"/>
                </a:lnTo>
                <a:lnTo>
                  <a:pt x="11438" y="78107"/>
                </a:lnTo>
                <a:lnTo>
                  <a:pt x="10371" y="77040"/>
                </a:lnTo>
                <a:lnTo>
                  <a:pt x="7725" y="78092"/>
                </a:lnTo>
                <a:lnTo>
                  <a:pt x="6811" y="76718"/>
                </a:lnTo>
                <a:lnTo>
                  <a:pt x="7878" y="74847"/>
                </a:lnTo>
                <a:lnTo>
                  <a:pt x="6899" y="73312"/>
                </a:lnTo>
                <a:lnTo>
                  <a:pt x="7930" y="71090"/>
                </a:lnTo>
                <a:lnTo>
                  <a:pt x="7016" y="70177"/>
                </a:lnTo>
                <a:lnTo>
                  <a:pt x="3990" y="70915"/>
                </a:lnTo>
                <a:lnTo>
                  <a:pt x="3193" y="68752"/>
                </a:lnTo>
                <a:lnTo>
                  <a:pt x="3844" y="65390"/>
                </a:lnTo>
                <a:lnTo>
                  <a:pt x="3844" y="61414"/>
                </a:lnTo>
                <a:lnTo>
                  <a:pt x="4370" y="58483"/>
                </a:lnTo>
                <a:lnTo>
                  <a:pt x="3756" y="56159"/>
                </a:lnTo>
                <a:lnTo>
                  <a:pt x="614" y="56758"/>
                </a:lnTo>
                <a:lnTo>
                  <a:pt x="0" y="56144"/>
                </a:lnTo>
                <a:lnTo>
                  <a:pt x="357" y="53484"/>
                </a:lnTo>
                <a:lnTo>
                  <a:pt x="343" y="49289"/>
                </a:lnTo>
                <a:lnTo>
                  <a:pt x="3654" y="49654"/>
                </a:lnTo>
                <a:lnTo>
                  <a:pt x="4173" y="49128"/>
                </a:lnTo>
                <a:lnTo>
                  <a:pt x="3815" y="46468"/>
                </a:lnTo>
                <a:lnTo>
                  <a:pt x="3902" y="44787"/>
                </a:lnTo>
                <a:lnTo>
                  <a:pt x="3778" y="43610"/>
                </a:lnTo>
                <a:lnTo>
                  <a:pt x="3910" y="41286"/>
                </a:lnTo>
                <a:lnTo>
                  <a:pt x="3844" y="37997"/>
                </a:lnTo>
                <a:lnTo>
                  <a:pt x="3544" y="36323"/>
                </a:lnTo>
                <a:lnTo>
                  <a:pt x="3968" y="35059"/>
                </a:lnTo>
                <a:lnTo>
                  <a:pt x="7030" y="35753"/>
                </a:lnTo>
                <a:lnTo>
                  <a:pt x="7681" y="35103"/>
                </a:lnTo>
                <a:lnTo>
                  <a:pt x="7323" y="32442"/>
                </a:lnTo>
                <a:lnTo>
                  <a:pt x="7396" y="31069"/>
                </a:lnTo>
                <a:lnTo>
                  <a:pt x="6987" y="29190"/>
                </a:lnTo>
                <a:lnTo>
                  <a:pt x="7571" y="27955"/>
                </a:lnTo>
                <a:lnTo>
                  <a:pt x="10466" y="28817"/>
                </a:lnTo>
                <a:lnTo>
                  <a:pt x="11189" y="28094"/>
                </a:lnTo>
                <a:lnTo>
                  <a:pt x="10831" y="25426"/>
                </a:lnTo>
                <a:lnTo>
                  <a:pt x="10889" y="24264"/>
                </a:lnTo>
                <a:lnTo>
                  <a:pt x="10488" y="21911"/>
                </a:lnTo>
                <a:lnTo>
                  <a:pt x="11284" y="20829"/>
                </a:lnTo>
                <a:lnTo>
                  <a:pt x="13849" y="21925"/>
                </a:lnTo>
                <a:lnTo>
                  <a:pt x="14858" y="20917"/>
                </a:lnTo>
                <a:lnTo>
                  <a:pt x="13806" y="18271"/>
                </a:lnTo>
                <a:lnTo>
                  <a:pt x="15070" y="17431"/>
                </a:lnTo>
                <a:lnTo>
                  <a:pt x="17292" y="18483"/>
                </a:lnTo>
                <a:lnTo>
                  <a:pt x="18462" y="17314"/>
                </a:lnTo>
                <a:lnTo>
                  <a:pt x="17292" y="14975"/>
                </a:lnTo>
                <a:lnTo>
                  <a:pt x="18366" y="13901"/>
                </a:lnTo>
                <a:lnTo>
                  <a:pt x="21012" y="14953"/>
                </a:lnTo>
                <a:lnTo>
                  <a:pt x="21743" y="13849"/>
                </a:lnTo>
                <a:lnTo>
                  <a:pt x="20881" y="11233"/>
                </a:lnTo>
                <a:lnTo>
                  <a:pt x="22649" y="10013"/>
                </a:lnTo>
                <a:lnTo>
                  <a:pt x="27466" y="12022"/>
                </a:lnTo>
                <a:lnTo>
                  <a:pt x="28737" y="10473"/>
                </a:lnTo>
                <a:lnTo>
                  <a:pt x="27963" y="7579"/>
                </a:lnTo>
                <a:lnTo>
                  <a:pt x="29673" y="6768"/>
                </a:lnTo>
                <a:lnTo>
                  <a:pt x="34584" y="8397"/>
                </a:lnTo>
                <a:lnTo>
                  <a:pt x="35666" y="7067"/>
                </a:lnTo>
                <a:lnTo>
                  <a:pt x="35111" y="3954"/>
                </a:lnTo>
                <a:lnTo>
                  <a:pt x="37369" y="3303"/>
                </a:lnTo>
                <a:lnTo>
                  <a:pt x="40395" y="3866"/>
                </a:lnTo>
                <a:lnTo>
                  <a:pt x="44699" y="3866"/>
                </a:lnTo>
                <a:lnTo>
                  <a:pt x="47184" y="4085"/>
                </a:lnTo>
                <a:lnTo>
                  <a:pt x="49457" y="3858"/>
                </a:lnTo>
                <a:lnTo>
                  <a:pt x="49662" y="3836"/>
                </a:lnTo>
                <a:lnTo>
                  <a:pt x="49253" y="555"/>
                </a:lnTo>
                <a:lnTo>
                  <a:pt x="49728" y="80"/>
                </a:lnTo>
                <a:lnTo>
                  <a:pt x="53507" y="402"/>
                </a:lnTo>
                <a:lnTo>
                  <a:pt x="56123" y="0"/>
                </a:lnTo>
                <a:lnTo>
                  <a:pt x="56963" y="840"/>
                </a:lnTo>
                <a:lnTo>
                  <a:pt x="55911" y="3486"/>
                </a:lnTo>
                <a:lnTo>
                  <a:pt x="57153" y="4312"/>
                </a:lnTo>
                <a:lnTo>
                  <a:pt x="59163" y="3683"/>
                </a:lnTo>
                <a:lnTo>
                  <a:pt x="62080" y="4312"/>
                </a:lnTo>
                <a:lnTo>
                  <a:pt x="64850" y="3858"/>
                </a:lnTo>
                <a:lnTo>
                  <a:pt x="67912" y="3858"/>
                </a:lnTo>
                <a:lnTo>
                  <a:pt x="69651" y="3544"/>
                </a:lnTo>
                <a:lnTo>
                  <a:pt x="70901" y="4005"/>
                </a:lnTo>
                <a:lnTo>
                  <a:pt x="70170" y="7030"/>
                </a:lnTo>
                <a:lnTo>
                  <a:pt x="70835" y="7695"/>
                </a:lnTo>
                <a:lnTo>
                  <a:pt x="73496" y="7345"/>
                </a:lnTo>
                <a:lnTo>
                  <a:pt x="74862" y="7410"/>
                </a:lnTo>
                <a:lnTo>
                  <a:pt x="76748" y="7001"/>
                </a:lnTo>
                <a:lnTo>
                  <a:pt x="77976" y="7593"/>
                </a:lnTo>
                <a:lnTo>
                  <a:pt x="77114" y="10480"/>
                </a:lnTo>
                <a:lnTo>
                  <a:pt x="77844" y="11204"/>
                </a:lnTo>
                <a:lnTo>
                  <a:pt x="80505" y="10853"/>
                </a:lnTo>
                <a:lnTo>
                  <a:pt x="81696" y="10911"/>
                </a:lnTo>
                <a:lnTo>
                  <a:pt x="83976" y="10502"/>
                </a:lnTo>
                <a:lnTo>
                  <a:pt x="85095" y="11262"/>
                </a:lnTo>
                <a:lnTo>
                  <a:pt x="84028" y="13886"/>
                </a:lnTo>
                <a:lnTo>
                  <a:pt x="85014" y="14872"/>
                </a:lnTo>
                <a:lnTo>
                  <a:pt x="87660" y="13820"/>
                </a:lnTo>
                <a:lnTo>
                  <a:pt x="88501" y="15084"/>
                </a:lnTo>
                <a:lnTo>
                  <a:pt x="87448" y="17306"/>
                </a:lnTo>
                <a:lnTo>
                  <a:pt x="88617" y="18476"/>
                </a:lnTo>
                <a:lnTo>
                  <a:pt x="90956" y="17306"/>
                </a:lnTo>
                <a:lnTo>
                  <a:pt x="92031" y="18381"/>
                </a:lnTo>
                <a:lnTo>
                  <a:pt x="90978" y="21026"/>
                </a:lnTo>
                <a:lnTo>
                  <a:pt x="92111" y="21779"/>
                </a:lnTo>
                <a:lnTo>
                  <a:pt x="94662" y="20873"/>
                </a:lnTo>
                <a:lnTo>
                  <a:pt x="95970" y="22649"/>
                </a:lnTo>
                <a:lnTo>
                  <a:pt x="93887" y="27472"/>
                </a:lnTo>
                <a:lnTo>
                  <a:pt x="95459" y="28752"/>
                </a:lnTo>
                <a:lnTo>
                  <a:pt x="98353" y="27977"/>
                </a:lnTo>
                <a:lnTo>
                  <a:pt x="99164" y="29687"/>
                </a:lnTo>
                <a:lnTo>
                  <a:pt x="97534" y="34598"/>
                </a:lnTo>
                <a:lnTo>
                  <a:pt x="98887" y="35702"/>
                </a:lnTo>
                <a:lnTo>
                  <a:pt x="101949" y="35081"/>
                </a:lnTo>
                <a:lnTo>
                  <a:pt x="103133" y="38589"/>
                </a:lnTo>
                <a:lnTo>
                  <a:pt x="101101" y="42762"/>
                </a:lnTo>
                <a:lnTo>
                  <a:pt x="102263" y="46599"/>
                </a:lnTo>
                <a:lnTo>
                  <a:pt x="101613" y="49004"/>
                </a:lnTo>
                <a:lnTo>
                  <a:pt x="102256" y="49654"/>
                </a:lnTo>
                <a:lnTo>
                  <a:pt x="105567" y="49296"/>
                </a:lnTo>
                <a:lnTo>
                  <a:pt x="105669" y="51145"/>
                </a:lnTo>
                <a:lnTo>
                  <a:pt x="106224" y="54953"/>
                </a:lnTo>
                <a:lnTo>
                  <a:pt x="105384" y="56919"/>
                </a:lnTo>
                <a:lnTo>
                  <a:pt x="102431" y="56108"/>
                </a:lnTo>
                <a:lnTo>
                  <a:pt x="101671" y="56868"/>
                </a:lnTo>
                <a:lnTo>
                  <a:pt x="102168" y="59404"/>
                </a:lnTo>
                <a:lnTo>
                  <a:pt x="101686" y="62167"/>
                </a:lnTo>
                <a:lnTo>
                  <a:pt x="102066" y="64790"/>
                </a:lnTo>
                <a:lnTo>
                  <a:pt x="102066" y="67919"/>
                </a:lnTo>
                <a:lnTo>
                  <a:pt x="102380" y="69665"/>
                </a:lnTo>
                <a:lnTo>
                  <a:pt x="101920" y="70915"/>
                </a:lnTo>
                <a:lnTo>
                  <a:pt x="98894" y="70177"/>
                </a:lnTo>
                <a:lnTo>
                  <a:pt x="98229" y="70842"/>
                </a:lnTo>
                <a:lnTo>
                  <a:pt x="98579" y="73510"/>
                </a:lnTo>
                <a:lnTo>
                  <a:pt x="98514" y="74811"/>
                </a:lnTo>
                <a:lnTo>
                  <a:pt x="98930" y="76850"/>
                </a:lnTo>
                <a:lnTo>
                  <a:pt x="98273" y="78041"/>
                </a:lnTo>
                <a:lnTo>
                  <a:pt x="95481" y="77091"/>
                </a:lnTo>
                <a:lnTo>
                  <a:pt x="94472" y="78107"/>
                </a:lnTo>
                <a:lnTo>
                  <a:pt x="95488" y="80328"/>
                </a:lnTo>
                <a:lnTo>
                  <a:pt x="94611" y="81746"/>
                </a:lnTo>
                <a:lnTo>
                  <a:pt x="95627" y="83968"/>
                </a:lnTo>
                <a:lnTo>
                  <a:pt x="94560" y="85035"/>
                </a:lnTo>
                <a:lnTo>
                  <a:pt x="91914" y="83983"/>
                </a:lnTo>
                <a:lnTo>
                  <a:pt x="91029" y="85306"/>
                </a:lnTo>
                <a:lnTo>
                  <a:pt x="92126" y="87359"/>
                </a:lnTo>
                <a:lnTo>
                  <a:pt x="91044" y="88646"/>
                </a:lnTo>
                <a:lnTo>
                  <a:pt x="88589" y="87498"/>
                </a:lnTo>
                <a:lnTo>
                  <a:pt x="87463" y="88624"/>
                </a:lnTo>
                <a:lnTo>
                  <a:pt x="88625" y="91028"/>
                </a:lnTo>
                <a:lnTo>
                  <a:pt x="87404" y="92132"/>
                </a:lnTo>
                <a:lnTo>
                  <a:pt x="85117" y="90970"/>
                </a:lnTo>
                <a:lnTo>
                  <a:pt x="84152" y="91934"/>
                </a:lnTo>
                <a:lnTo>
                  <a:pt x="84963" y="94880"/>
                </a:lnTo>
                <a:lnTo>
                  <a:pt x="82610" y="95888"/>
                </a:lnTo>
                <a:lnTo>
                  <a:pt x="79336" y="94090"/>
                </a:lnTo>
                <a:lnTo>
                  <a:pt x="77004" y="95348"/>
                </a:lnTo>
                <a:lnTo>
                  <a:pt x="77940" y="98147"/>
                </a:lnTo>
                <a:lnTo>
                  <a:pt x="76924" y="99163"/>
                </a:lnTo>
                <a:lnTo>
                  <a:pt x="74702" y="98110"/>
                </a:lnTo>
                <a:lnTo>
                  <a:pt x="73306" y="99046"/>
                </a:lnTo>
                <a:lnTo>
                  <a:pt x="71084" y="97993"/>
                </a:lnTo>
                <a:lnTo>
                  <a:pt x="70178" y="98900"/>
                </a:lnTo>
                <a:lnTo>
                  <a:pt x="70887" y="101955"/>
                </a:lnTo>
                <a:lnTo>
                  <a:pt x="67357" y="103175"/>
                </a:lnTo>
                <a:lnTo>
                  <a:pt x="63162" y="101121"/>
                </a:lnTo>
                <a:lnTo>
                  <a:pt x="59332" y="102283"/>
                </a:lnTo>
                <a:lnTo>
                  <a:pt x="56927" y="101633"/>
                </a:lnTo>
                <a:lnTo>
                  <a:pt x="56284" y="102276"/>
                </a:lnTo>
                <a:lnTo>
                  <a:pt x="56635" y="105587"/>
                </a:lnTo>
                <a:lnTo>
                  <a:pt x="51906" y="105594"/>
                </a:lnTo>
                <a:lnTo>
                  <a:pt x="50474" y="1058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6523916" y="8438308"/>
            <a:ext cx="100330" cy="99695"/>
          </a:xfrm>
          <a:custGeom>
            <a:avLst/>
            <a:gdLst/>
            <a:ahLst/>
            <a:cxnLst/>
            <a:rect l="l" t="t" r="r" b="b"/>
            <a:pathLst>
              <a:path w="100330" h="99695">
                <a:moveTo>
                  <a:pt x="50795" y="99404"/>
                </a:moveTo>
                <a:lnTo>
                  <a:pt x="44129" y="98680"/>
                </a:lnTo>
                <a:lnTo>
                  <a:pt x="41491" y="99462"/>
                </a:lnTo>
                <a:lnTo>
                  <a:pt x="38713" y="98768"/>
                </a:lnTo>
                <a:lnTo>
                  <a:pt x="36258" y="99353"/>
                </a:lnTo>
                <a:lnTo>
                  <a:pt x="35439" y="98534"/>
                </a:lnTo>
                <a:lnTo>
                  <a:pt x="36287" y="95625"/>
                </a:lnTo>
                <a:lnTo>
                  <a:pt x="34555" y="94829"/>
                </a:lnTo>
                <a:lnTo>
                  <a:pt x="29636" y="96429"/>
                </a:lnTo>
                <a:lnTo>
                  <a:pt x="28430" y="94960"/>
                </a:lnTo>
                <a:lnTo>
                  <a:pt x="29292" y="92176"/>
                </a:lnTo>
                <a:lnTo>
                  <a:pt x="27012" y="90911"/>
                </a:lnTo>
                <a:lnTo>
                  <a:pt x="23694" y="92724"/>
                </a:lnTo>
                <a:lnTo>
                  <a:pt x="21355" y="91715"/>
                </a:lnTo>
                <a:lnTo>
                  <a:pt x="22166" y="88763"/>
                </a:lnTo>
                <a:lnTo>
                  <a:pt x="21202" y="87805"/>
                </a:lnTo>
                <a:lnTo>
                  <a:pt x="18900" y="88975"/>
                </a:lnTo>
                <a:lnTo>
                  <a:pt x="17701" y="87849"/>
                </a:lnTo>
                <a:lnTo>
                  <a:pt x="18863" y="85466"/>
                </a:lnTo>
                <a:lnTo>
                  <a:pt x="17803" y="84399"/>
                </a:lnTo>
                <a:lnTo>
                  <a:pt x="15158" y="85452"/>
                </a:lnTo>
                <a:lnTo>
                  <a:pt x="14288" y="84144"/>
                </a:lnTo>
                <a:lnTo>
                  <a:pt x="15377" y="82046"/>
                </a:lnTo>
                <a:lnTo>
                  <a:pt x="14266" y="80789"/>
                </a:lnTo>
                <a:lnTo>
                  <a:pt x="11839" y="81944"/>
                </a:lnTo>
                <a:lnTo>
                  <a:pt x="10699" y="80796"/>
                </a:lnTo>
                <a:lnTo>
                  <a:pt x="11869" y="78458"/>
                </a:lnTo>
                <a:lnTo>
                  <a:pt x="10699" y="77288"/>
                </a:lnTo>
                <a:lnTo>
                  <a:pt x="8361" y="78458"/>
                </a:lnTo>
                <a:lnTo>
                  <a:pt x="7206" y="77296"/>
                </a:lnTo>
                <a:lnTo>
                  <a:pt x="8214" y="75074"/>
                </a:lnTo>
                <a:lnTo>
                  <a:pt x="7337" y="73656"/>
                </a:lnTo>
                <a:lnTo>
                  <a:pt x="8353" y="71434"/>
                </a:lnTo>
                <a:lnTo>
                  <a:pt x="7286" y="70367"/>
                </a:lnTo>
                <a:lnTo>
                  <a:pt x="4640" y="71419"/>
                </a:lnTo>
                <a:lnTo>
                  <a:pt x="3749" y="70075"/>
                </a:lnTo>
                <a:lnTo>
                  <a:pt x="4619" y="68233"/>
                </a:lnTo>
                <a:lnTo>
                  <a:pt x="3997" y="66662"/>
                </a:lnTo>
                <a:lnTo>
                  <a:pt x="4765" y="64337"/>
                </a:lnTo>
                <a:lnTo>
                  <a:pt x="3902" y="63475"/>
                </a:lnTo>
                <a:lnTo>
                  <a:pt x="950" y="64279"/>
                </a:lnTo>
                <a:lnTo>
                  <a:pt x="0" y="62057"/>
                </a:lnTo>
                <a:lnTo>
                  <a:pt x="964" y="58776"/>
                </a:lnTo>
                <a:lnTo>
                  <a:pt x="160" y="51123"/>
                </a:lnTo>
                <a:lnTo>
                  <a:pt x="760" y="45021"/>
                </a:lnTo>
                <a:lnTo>
                  <a:pt x="760" y="38428"/>
                </a:lnTo>
                <a:lnTo>
                  <a:pt x="431" y="36550"/>
                </a:lnTo>
                <a:lnTo>
                  <a:pt x="950" y="35337"/>
                </a:lnTo>
                <a:lnTo>
                  <a:pt x="3902" y="36148"/>
                </a:lnTo>
                <a:lnTo>
                  <a:pt x="4779" y="35264"/>
                </a:lnTo>
                <a:lnTo>
                  <a:pt x="3968" y="32962"/>
                </a:lnTo>
                <a:lnTo>
                  <a:pt x="4567" y="31580"/>
                </a:lnTo>
                <a:lnTo>
                  <a:pt x="3756" y="29278"/>
                </a:lnTo>
                <a:lnTo>
                  <a:pt x="4757" y="28277"/>
                </a:lnTo>
                <a:lnTo>
                  <a:pt x="7403" y="29329"/>
                </a:lnTo>
                <a:lnTo>
                  <a:pt x="8317" y="27955"/>
                </a:lnTo>
                <a:lnTo>
                  <a:pt x="7250" y="26084"/>
                </a:lnTo>
                <a:lnTo>
                  <a:pt x="8229" y="24557"/>
                </a:lnTo>
                <a:lnTo>
                  <a:pt x="7198" y="22335"/>
                </a:lnTo>
                <a:lnTo>
                  <a:pt x="8302" y="21224"/>
                </a:lnTo>
                <a:lnTo>
                  <a:pt x="10846" y="22335"/>
                </a:lnTo>
                <a:lnTo>
                  <a:pt x="11796" y="21070"/>
                </a:lnTo>
                <a:lnTo>
                  <a:pt x="10685" y="18841"/>
                </a:lnTo>
                <a:lnTo>
                  <a:pt x="11774" y="17752"/>
                </a:lnTo>
                <a:lnTo>
                  <a:pt x="14419" y="18805"/>
                </a:lnTo>
                <a:lnTo>
                  <a:pt x="15297" y="17482"/>
                </a:lnTo>
                <a:lnTo>
                  <a:pt x="14200" y="15428"/>
                </a:lnTo>
                <a:lnTo>
                  <a:pt x="15282" y="14142"/>
                </a:lnTo>
                <a:lnTo>
                  <a:pt x="17738" y="15289"/>
                </a:lnTo>
                <a:lnTo>
                  <a:pt x="18826" y="14200"/>
                </a:lnTo>
                <a:lnTo>
                  <a:pt x="17701" y="11686"/>
                </a:lnTo>
                <a:lnTo>
                  <a:pt x="18965" y="10700"/>
                </a:lnTo>
                <a:lnTo>
                  <a:pt x="21202" y="11825"/>
                </a:lnTo>
                <a:lnTo>
                  <a:pt x="22166" y="10860"/>
                </a:lnTo>
                <a:lnTo>
                  <a:pt x="21355" y="7908"/>
                </a:lnTo>
                <a:lnTo>
                  <a:pt x="23723" y="6892"/>
                </a:lnTo>
                <a:lnTo>
                  <a:pt x="26961" y="8683"/>
                </a:lnTo>
                <a:lnTo>
                  <a:pt x="29307" y="7462"/>
                </a:lnTo>
                <a:lnTo>
                  <a:pt x="28386" y="4626"/>
                </a:lnTo>
                <a:lnTo>
                  <a:pt x="29139" y="3881"/>
                </a:lnTo>
                <a:lnTo>
                  <a:pt x="31807" y="4239"/>
                </a:lnTo>
                <a:lnTo>
                  <a:pt x="33341" y="4137"/>
                </a:lnTo>
                <a:lnTo>
                  <a:pt x="34803" y="4502"/>
                </a:lnTo>
                <a:lnTo>
                  <a:pt x="35826" y="4209"/>
                </a:lnTo>
                <a:lnTo>
                  <a:pt x="36155" y="4122"/>
                </a:lnTo>
                <a:lnTo>
                  <a:pt x="35541" y="986"/>
                </a:lnTo>
                <a:lnTo>
                  <a:pt x="36228" y="299"/>
                </a:lnTo>
                <a:lnTo>
                  <a:pt x="38735" y="825"/>
                </a:lnTo>
                <a:lnTo>
                  <a:pt x="41461" y="270"/>
                </a:lnTo>
                <a:lnTo>
                  <a:pt x="44173" y="701"/>
                </a:lnTo>
                <a:lnTo>
                  <a:pt x="56517" y="701"/>
                </a:lnTo>
                <a:lnTo>
                  <a:pt x="60829" y="0"/>
                </a:lnTo>
                <a:lnTo>
                  <a:pt x="64191" y="767"/>
                </a:lnTo>
                <a:lnTo>
                  <a:pt x="63628" y="3946"/>
                </a:lnTo>
                <a:lnTo>
                  <a:pt x="64220" y="4538"/>
                </a:lnTo>
                <a:lnTo>
                  <a:pt x="66888" y="4187"/>
                </a:lnTo>
                <a:lnTo>
                  <a:pt x="68262" y="4253"/>
                </a:lnTo>
                <a:lnTo>
                  <a:pt x="70140" y="3844"/>
                </a:lnTo>
                <a:lnTo>
                  <a:pt x="71375" y="4436"/>
                </a:lnTo>
                <a:lnTo>
                  <a:pt x="70513" y="7323"/>
                </a:lnTo>
                <a:lnTo>
                  <a:pt x="71237" y="8054"/>
                </a:lnTo>
                <a:lnTo>
                  <a:pt x="73904" y="7695"/>
                </a:lnTo>
                <a:lnTo>
                  <a:pt x="75096" y="7754"/>
                </a:lnTo>
                <a:lnTo>
                  <a:pt x="77383" y="7345"/>
                </a:lnTo>
                <a:lnTo>
                  <a:pt x="78494" y="8112"/>
                </a:lnTo>
                <a:lnTo>
                  <a:pt x="77420" y="10721"/>
                </a:lnTo>
                <a:lnTo>
                  <a:pt x="78509" y="11810"/>
                </a:lnTo>
                <a:lnTo>
                  <a:pt x="80847" y="10641"/>
                </a:lnTo>
                <a:lnTo>
                  <a:pt x="82017" y="11810"/>
                </a:lnTo>
                <a:lnTo>
                  <a:pt x="80847" y="14149"/>
                </a:lnTo>
                <a:lnTo>
                  <a:pt x="82017" y="15318"/>
                </a:lnTo>
                <a:lnTo>
                  <a:pt x="84356" y="14149"/>
                </a:lnTo>
                <a:lnTo>
                  <a:pt x="85525" y="15318"/>
                </a:lnTo>
                <a:lnTo>
                  <a:pt x="84356" y="17657"/>
                </a:lnTo>
                <a:lnTo>
                  <a:pt x="85525" y="18826"/>
                </a:lnTo>
                <a:lnTo>
                  <a:pt x="87864" y="17657"/>
                </a:lnTo>
                <a:lnTo>
                  <a:pt x="89033" y="18826"/>
                </a:lnTo>
                <a:lnTo>
                  <a:pt x="87864" y="21165"/>
                </a:lnTo>
                <a:lnTo>
                  <a:pt x="88938" y="22247"/>
                </a:lnTo>
                <a:lnTo>
                  <a:pt x="91576" y="21187"/>
                </a:lnTo>
                <a:lnTo>
                  <a:pt x="93031" y="23343"/>
                </a:lnTo>
                <a:lnTo>
                  <a:pt x="91189" y="26975"/>
                </a:lnTo>
                <a:lnTo>
                  <a:pt x="92146" y="29212"/>
                </a:lnTo>
                <a:lnTo>
                  <a:pt x="95099" y="28401"/>
                </a:lnTo>
                <a:lnTo>
                  <a:pt x="95976" y="29278"/>
                </a:lnTo>
                <a:lnTo>
                  <a:pt x="95165" y="31587"/>
                </a:lnTo>
                <a:lnTo>
                  <a:pt x="95764" y="32969"/>
                </a:lnTo>
                <a:lnTo>
                  <a:pt x="94953" y="35271"/>
                </a:lnTo>
                <a:lnTo>
                  <a:pt x="95837" y="36148"/>
                </a:lnTo>
                <a:lnTo>
                  <a:pt x="98783" y="35337"/>
                </a:lnTo>
                <a:lnTo>
                  <a:pt x="99733" y="37558"/>
                </a:lnTo>
                <a:lnTo>
                  <a:pt x="98768" y="40840"/>
                </a:lnTo>
                <a:lnTo>
                  <a:pt x="99302" y="45971"/>
                </a:lnTo>
                <a:lnTo>
                  <a:pt x="99316" y="50137"/>
                </a:lnTo>
                <a:lnTo>
                  <a:pt x="98731" y="55538"/>
                </a:lnTo>
                <a:lnTo>
                  <a:pt x="99514" y="58176"/>
                </a:lnTo>
                <a:lnTo>
                  <a:pt x="98819" y="60953"/>
                </a:lnTo>
                <a:lnTo>
                  <a:pt x="99404" y="63409"/>
                </a:lnTo>
                <a:lnTo>
                  <a:pt x="98585" y="64228"/>
                </a:lnTo>
                <a:lnTo>
                  <a:pt x="95676" y="63380"/>
                </a:lnTo>
                <a:lnTo>
                  <a:pt x="94880" y="65112"/>
                </a:lnTo>
                <a:lnTo>
                  <a:pt x="96481" y="70023"/>
                </a:lnTo>
                <a:lnTo>
                  <a:pt x="95011" y="71222"/>
                </a:lnTo>
                <a:lnTo>
                  <a:pt x="92212" y="70381"/>
                </a:lnTo>
                <a:lnTo>
                  <a:pt x="91269" y="72143"/>
                </a:lnTo>
                <a:lnTo>
                  <a:pt x="93023" y="76996"/>
                </a:lnTo>
                <a:lnTo>
                  <a:pt x="91445" y="78290"/>
                </a:lnTo>
                <a:lnTo>
                  <a:pt x="88792" y="77339"/>
                </a:lnTo>
                <a:lnTo>
                  <a:pt x="87995" y="78574"/>
                </a:lnTo>
                <a:lnTo>
                  <a:pt x="89033" y="80796"/>
                </a:lnTo>
                <a:lnTo>
                  <a:pt x="87959" y="81871"/>
                </a:lnTo>
                <a:lnTo>
                  <a:pt x="85313" y="80818"/>
                </a:lnTo>
                <a:lnTo>
                  <a:pt x="84473" y="82090"/>
                </a:lnTo>
                <a:lnTo>
                  <a:pt x="85525" y="84297"/>
                </a:lnTo>
                <a:lnTo>
                  <a:pt x="84363" y="85474"/>
                </a:lnTo>
                <a:lnTo>
                  <a:pt x="82017" y="84304"/>
                </a:lnTo>
                <a:lnTo>
                  <a:pt x="80942" y="85379"/>
                </a:lnTo>
                <a:lnTo>
                  <a:pt x="81995" y="88025"/>
                </a:lnTo>
                <a:lnTo>
                  <a:pt x="80621" y="88938"/>
                </a:lnTo>
                <a:lnTo>
                  <a:pt x="78743" y="87864"/>
                </a:lnTo>
                <a:lnTo>
                  <a:pt x="77369" y="88755"/>
                </a:lnTo>
                <a:lnTo>
                  <a:pt x="78406" y="91423"/>
                </a:lnTo>
                <a:lnTo>
                  <a:pt x="77595" y="92234"/>
                </a:lnTo>
                <a:lnTo>
                  <a:pt x="74927" y="91883"/>
                </a:lnTo>
                <a:lnTo>
                  <a:pt x="73634" y="91949"/>
                </a:lnTo>
                <a:lnTo>
                  <a:pt x="71580" y="91533"/>
                </a:lnTo>
                <a:lnTo>
                  <a:pt x="70396" y="92190"/>
                </a:lnTo>
                <a:lnTo>
                  <a:pt x="71346" y="94975"/>
                </a:lnTo>
                <a:lnTo>
                  <a:pt x="70579" y="95750"/>
                </a:lnTo>
                <a:lnTo>
                  <a:pt x="67911" y="95391"/>
                </a:lnTo>
                <a:lnTo>
                  <a:pt x="66537" y="95457"/>
                </a:lnTo>
                <a:lnTo>
                  <a:pt x="64659" y="95048"/>
                </a:lnTo>
                <a:lnTo>
                  <a:pt x="63424" y="95633"/>
                </a:lnTo>
                <a:lnTo>
                  <a:pt x="64286" y="98527"/>
                </a:lnTo>
                <a:lnTo>
                  <a:pt x="63563" y="99250"/>
                </a:lnTo>
                <a:lnTo>
                  <a:pt x="60895" y="98900"/>
                </a:lnTo>
                <a:lnTo>
                  <a:pt x="50795" y="99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7997782" y="8438660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47440" y="99236"/>
                </a:moveTo>
                <a:lnTo>
                  <a:pt x="45467" y="98388"/>
                </a:lnTo>
                <a:lnTo>
                  <a:pt x="46278" y="95443"/>
                </a:lnTo>
                <a:lnTo>
                  <a:pt x="45518" y="94683"/>
                </a:lnTo>
                <a:lnTo>
                  <a:pt x="42982" y="95172"/>
                </a:lnTo>
                <a:lnTo>
                  <a:pt x="40226" y="94690"/>
                </a:lnTo>
                <a:lnTo>
                  <a:pt x="37603" y="95070"/>
                </a:lnTo>
                <a:lnTo>
                  <a:pt x="34467" y="95070"/>
                </a:lnTo>
                <a:lnTo>
                  <a:pt x="32735" y="95377"/>
                </a:lnTo>
                <a:lnTo>
                  <a:pt x="31485" y="94924"/>
                </a:lnTo>
                <a:lnTo>
                  <a:pt x="32216" y="91891"/>
                </a:lnTo>
                <a:lnTo>
                  <a:pt x="31295" y="90977"/>
                </a:lnTo>
                <a:lnTo>
                  <a:pt x="29073" y="92029"/>
                </a:lnTo>
                <a:lnTo>
                  <a:pt x="27670" y="91094"/>
                </a:lnTo>
                <a:lnTo>
                  <a:pt x="25456" y="92146"/>
                </a:lnTo>
                <a:lnTo>
                  <a:pt x="24440" y="91130"/>
                </a:lnTo>
                <a:lnTo>
                  <a:pt x="25375" y="88331"/>
                </a:lnTo>
                <a:lnTo>
                  <a:pt x="23051" y="87074"/>
                </a:lnTo>
                <a:lnTo>
                  <a:pt x="19777" y="88872"/>
                </a:lnTo>
                <a:lnTo>
                  <a:pt x="17409" y="87864"/>
                </a:lnTo>
                <a:lnTo>
                  <a:pt x="18227" y="84911"/>
                </a:lnTo>
                <a:lnTo>
                  <a:pt x="17270" y="83961"/>
                </a:lnTo>
                <a:lnTo>
                  <a:pt x="14939" y="85130"/>
                </a:lnTo>
                <a:lnTo>
                  <a:pt x="13769" y="83961"/>
                </a:lnTo>
                <a:lnTo>
                  <a:pt x="14938" y="81622"/>
                </a:lnTo>
                <a:lnTo>
                  <a:pt x="13981" y="80672"/>
                </a:lnTo>
                <a:lnTo>
                  <a:pt x="11036" y="81483"/>
                </a:lnTo>
                <a:lnTo>
                  <a:pt x="10027" y="79123"/>
                </a:lnTo>
                <a:lnTo>
                  <a:pt x="11832" y="75848"/>
                </a:lnTo>
                <a:lnTo>
                  <a:pt x="10575" y="73517"/>
                </a:lnTo>
                <a:lnTo>
                  <a:pt x="7769" y="74452"/>
                </a:lnTo>
                <a:lnTo>
                  <a:pt x="6760" y="73436"/>
                </a:lnTo>
                <a:lnTo>
                  <a:pt x="7805" y="71215"/>
                </a:lnTo>
                <a:lnTo>
                  <a:pt x="6877" y="69811"/>
                </a:lnTo>
                <a:lnTo>
                  <a:pt x="7922" y="67590"/>
                </a:lnTo>
                <a:lnTo>
                  <a:pt x="7009" y="66676"/>
                </a:lnTo>
                <a:lnTo>
                  <a:pt x="3975" y="67400"/>
                </a:lnTo>
                <a:lnTo>
                  <a:pt x="3193" y="65229"/>
                </a:lnTo>
                <a:lnTo>
                  <a:pt x="3837" y="61896"/>
                </a:lnTo>
                <a:lnTo>
                  <a:pt x="3837" y="57906"/>
                </a:lnTo>
                <a:lnTo>
                  <a:pt x="4363" y="54975"/>
                </a:lnTo>
                <a:lnTo>
                  <a:pt x="3749" y="52651"/>
                </a:lnTo>
                <a:lnTo>
                  <a:pt x="613" y="53250"/>
                </a:lnTo>
                <a:lnTo>
                  <a:pt x="0" y="52636"/>
                </a:lnTo>
                <a:lnTo>
                  <a:pt x="357" y="49976"/>
                </a:lnTo>
                <a:lnTo>
                  <a:pt x="343" y="45781"/>
                </a:lnTo>
                <a:lnTo>
                  <a:pt x="3646" y="46146"/>
                </a:lnTo>
                <a:lnTo>
                  <a:pt x="4173" y="45620"/>
                </a:lnTo>
                <a:lnTo>
                  <a:pt x="3807" y="42959"/>
                </a:lnTo>
                <a:lnTo>
                  <a:pt x="3902" y="41278"/>
                </a:lnTo>
                <a:lnTo>
                  <a:pt x="3771" y="40102"/>
                </a:lnTo>
                <a:lnTo>
                  <a:pt x="3902" y="37778"/>
                </a:lnTo>
                <a:lnTo>
                  <a:pt x="3837" y="34489"/>
                </a:lnTo>
                <a:lnTo>
                  <a:pt x="3537" y="32815"/>
                </a:lnTo>
                <a:lnTo>
                  <a:pt x="3968" y="31551"/>
                </a:lnTo>
                <a:lnTo>
                  <a:pt x="7030" y="32245"/>
                </a:lnTo>
                <a:lnTo>
                  <a:pt x="7674" y="31595"/>
                </a:lnTo>
                <a:lnTo>
                  <a:pt x="7316" y="28934"/>
                </a:lnTo>
                <a:lnTo>
                  <a:pt x="7389" y="27560"/>
                </a:lnTo>
                <a:lnTo>
                  <a:pt x="6979" y="25682"/>
                </a:lnTo>
                <a:lnTo>
                  <a:pt x="7564" y="24447"/>
                </a:lnTo>
                <a:lnTo>
                  <a:pt x="10458" y="25309"/>
                </a:lnTo>
                <a:lnTo>
                  <a:pt x="11182" y="24586"/>
                </a:lnTo>
                <a:lnTo>
                  <a:pt x="10816" y="21918"/>
                </a:lnTo>
                <a:lnTo>
                  <a:pt x="10882" y="20807"/>
                </a:lnTo>
                <a:lnTo>
                  <a:pt x="10487" y="18344"/>
                </a:lnTo>
                <a:lnTo>
                  <a:pt x="11321" y="17306"/>
                </a:lnTo>
                <a:lnTo>
                  <a:pt x="13806" y="18446"/>
                </a:lnTo>
                <a:lnTo>
                  <a:pt x="14836" y="17409"/>
                </a:lnTo>
                <a:lnTo>
                  <a:pt x="13791" y="14763"/>
                </a:lnTo>
                <a:lnTo>
                  <a:pt x="15114" y="13886"/>
                </a:lnTo>
                <a:lnTo>
                  <a:pt x="17168" y="14975"/>
                </a:lnTo>
                <a:lnTo>
                  <a:pt x="18447" y="13893"/>
                </a:lnTo>
                <a:lnTo>
                  <a:pt x="17306" y="11438"/>
                </a:lnTo>
                <a:lnTo>
                  <a:pt x="18432" y="10305"/>
                </a:lnTo>
                <a:lnTo>
                  <a:pt x="20661" y="11321"/>
                </a:lnTo>
                <a:lnTo>
                  <a:pt x="22072" y="10444"/>
                </a:lnTo>
                <a:lnTo>
                  <a:pt x="24294" y="11459"/>
                </a:lnTo>
                <a:lnTo>
                  <a:pt x="25353" y="10392"/>
                </a:lnTo>
                <a:lnTo>
                  <a:pt x="24308" y="7747"/>
                </a:lnTo>
                <a:lnTo>
                  <a:pt x="25675" y="6833"/>
                </a:lnTo>
                <a:lnTo>
                  <a:pt x="27546" y="7900"/>
                </a:lnTo>
                <a:lnTo>
                  <a:pt x="29081" y="6921"/>
                </a:lnTo>
                <a:lnTo>
                  <a:pt x="31295" y="7951"/>
                </a:lnTo>
                <a:lnTo>
                  <a:pt x="32158" y="7089"/>
                </a:lnTo>
                <a:lnTo>
                  <a:pt x="31544" y="3961"/>
                </a:lnTo>
                <a:lnTo>
                  <a:pt x="33846" y="3318"/>
                </a:lnTo>
                <a:lnTo>
                  <a:pt x="36835" y="3866"/>
                </a:lnTo>
                <a:lnTo>
                  <a:pt x="41155" y="3866"/>
                </a:lnTo>
                <a:lnTo>
                  <a:pt x="43640" y="4085"/>
                </a:lnTo>
                <a:lnTo>
                  <a:pt x="45905" y="3858"/>
                </a:lnTo>
                <a:lnTo>
                  <a:pt x="46110" y="3836"/>
                </a:lnTo>
                <a:lnTo>
                  <a:pt x="45701" y="562"/>
                </a:lnTo>
                <a:lnTo>
                  <a:pt x="46176" y="80"/>
                </a:lnTo>
                <a:lnTo>
                  <a:pt x="49947" y="402"/>
                </a:lnTo>
                <a:lnTo>
                  <a:pt x="52571" y="0"/>
                </a:lnTo>
                <a:lnTo>
                  <a:pt x="53287" y="723"/>
                </a:lnTo>
                <a:lnTo>
                  <a:pt x="52476" y="3668"/>
                </a:lnTo>
                <a:lnTo>
                  <a:pt x="54881" y="4699"/>
                </a:lnTo>
                <a:lnTo>
                  <a:pt x="57870" y="3274"/>
                </a:lnTo>
                <a:lnTo>
                  <a:pt x="61115" y="4195"/>
                </a:lnTo>
                <a:lnTo>
                  <a:pt x="66238" y="2996"/>
                </a:lnTo>
                <a:lnTo>
                  <a:pt x="67247" y="4224"/>
                </a:lnTo>
                <a:lnTo>
                  <a:pt x="66567" y="7213"/>
                </a:lnTo>
                <a:lnTo>
                  <a:pt x="68957" y="8156"/>
                </a:lnTo>
                <a:lnTo>
                  <a:pt x="71983" y="6519"/>
                </a:lnTo>
                <a:lnTo>
                  <a:pt x="74409" y="7557"/>
                </a:lnTo>
                <a:lnTo>
                  <a:pt x="73598" y="10509"/>
                </a:lnTo>
                <a:lnTo>
                  <a:pt x="74511" y="11423"/>
                </a:lnTo>
                <a:lnTo>
                  <a:pt x="76770" y="10509"/>
                </a:lnTo>
                <a:lnTo>
                  <a:pt x="78173" y="11240"/>
                </a:lnTo>
                <a:lnTo>
                  <a:pt x="80431" y="10334"/>
                </a:lnTo>
                <a:lnTo>
                  <a:pt x="81462" y="11364"/>
                </a:lnTo>
                <a:lnTo>
                  <a:pt x="80417" y="14010"/>
                </a:lnTo>
                <a:lnTo>
                  <a:pt x="81681" y="14851"/>
                </a:lnTo>
                <a:lnTo>
                  <a:pt x="83896" y="13798"/>
                </a:lnTo>
                <a:lnTo>
                  <a:pt x="85065" y="14967"/>
                </a:lnTo>
                <a:lnTo>
                  <a:pt x="83896" y="17306"/>
                </a:lnTo>
                <a:lnTo>
                  <a:pt x="84853" y="18256"/>
                </a:lnTo>
                <a:lnTo>
                  <a:pt x="87799" y="17452"/>
                </a:lnTo>
                <a:lnTo>
                  <a:pt x="88800" y="19806"/>
                </a:lnTo>
                <a:lnTo>
                  <a:pt x="87002" y="23080"/>
                </a:lnTo>
                <a:lnTo>
                  <a:pt x="88259" y="25412"/>
                </a:lnTo>
                <a:lnTo>
                  <a:pt x="91066" y="24476"/>
                </a:lnTo>
                <a:lnTo>
                  <a:pt x="92074" y="25492"/>
                </a:lnTo>
                <a:lnTo>
                  <a:pt x="91029" y="27714"/>
                </a:lnTo>
                <a:lnTo>
                  <a:pt x="91957" y="29117"/>
                </a:lnTo>
                <a:lnTo>
                  <a:pt x="90905" y="31339"/>
                </a:lnTo>
                <a:lnTo>
                  <a:pt x="91811" y="32245"/>
                </a:lnTo>
                <a:lnTo>
                  <a:pt x="94866" y="31536"/>
                </a:lnTo>
                <a:lnTo>
                  <a:pt x="96080" y="35066"/>
                </a:lnTo>
                <a:lnTo>
                  <a:pt x="94033" y="39261"/>
                </a:lnTo>
                <a:lnTo>
                  <a:pt x="95188" y="43091"/>
                </a:lnTo>
                <a:lnTo>
                  <a:pt x="94545" y="45496"/>
                </a:lnTo>
                <a:lnTo>
                  <a:pt x="95180" y="46139"/>
                </a:lnTo>
                <a:lnTo>
                  <a:pt x="98499" y="45788"/>
                </a:lnTo>
                <a:lnTo>
                  <a:pt x="98586" y="47644"/>
                </a:lnTo>
                <a:lnTo>
                  <a:pt x="99156" y="51437"/>
                </a:lnTo>
                <a:lnTo>
                  <a:pt x="98316" y="53411"/>
                </a:lnTo>
                <a:lnTo>
                  <a:pt x="95356" y="52600"/>
                </a:lnTo>
                <a:lnTo>
                  <a:pt x="94603" y="53360"/>
                </a:lnTo>
                <a:lnTo>
                  <a:pt x="95100" y="55896"/>
                </a:lnTo>
                <a:lnTo>
                  <a:pt x="94610" y="58658"/>
                </a:lnTo>
                <a:lnTo>
                  <a:pt x="94998" y="61282"/>
                </a:lnTo>
                <a:lnTo>
                  <a:pt x="94998" y="64418"/>
                </a:lnTo>
                <a:lnTo>
                  <a:pt x="95305" y="66150"/>
                </a:lnTo>
                <a:lnTo>
                  <a:pt x="94852" y="67400"/>
                </a:lnTo>
                <a:lnTo>
                  <a:pt x="91819" y="66676"/>
                </a:lnTo>
                <a:lnTo>
                  <a:pt x="90905" y="67590"/>
                </a:lnTo>
                <a:lnTo>
                  <a:pt x="91957" y="69811"/>
                </a:lnTo>
                <a:lnTo>
                  <a:pt x="91029" y="71215"/>
                </a:lnTo>
                <a:lnTo>
                  <a:pt x="92074" y="73436"/>
                </a:lnTo>
                <a:lnTo>
                  <a:pt x="91058" y="74452"/>
                </a:lnTo>
                <a:lnTo>
                  <a:pt x="88259" y="73517"/>
                </a:lnTo>
                <a:lnTo>
                  <a:pt x="87002" y="75848"/>
                </a:lnTo>
                <a:lnTo>
                  <a:pt x="88800" y="79122"/>
                </a:lnTo>
                <a:lnTo>
                  <a:pt x="87799" y="81476"/>
                </a:lnTo>
                <a:lnTo>
                  <a:pt x="84846" y="80672"/>
                </a:lnTo>
                <a:lnTo>
                  <a:pt x="83896" y="81622"/>
                </a:lnTo>
                <a:lnTo>
                  <a:pt x="85065" y="83961"/>
                </a:lnTo>
                <a:lnTo>
                  <a:pt x="83896" y="85130"/>
                </a:lnTo>
                <a:lnTo>
                  <a:pt x="81557" y="83961"/>
                </a:lnTo>
                <a:lnTo>
                  <a:pt x="80607" y="84911"/>
                </a:lnTo>
                <a:lnTo>
                  <a:pt x="81418" y="87864"/>
                </a:lnTo>
                <a:lnTo>
                  <a:pt x="79057" y="88872"/>
                </a:lnTo>
                <a:lnTo>
                  <a:pt x="75783" y="87074"/>
                </a:lnTo>
                <a:lnTo>
                  <a:pt x="73452" y="88324"/>
                </a:lnTo>
                <a:lnTo>
                  <a:pt x="74394" y="91131"/>
                </a:lnTo>
                <a:lnTo>
                  <a:pt x="73379" y="92146"/>
                </a:lnTo>
                <a:lnTo>
                  <a:pt x="71149" y="91094"/>
                </a:lnTo>
                <a:lnTo>
                  <a:pt x="69761" y="92029"/>
                </a:lnTo>
                <a:lnTo>
                  <a:pt x="67532" y="90977"/>
                </a:lnTo>
                <a:lnTo>
                  <a:pt x="66625" y="91883"/>
                </a:lnTo>
                <a:lnTo>
                  <a:pt x="67334" y="94938"/>
                </a:lnTo>
                <a:lnTo>
                  <a:pt x="63804" y="96151"/>
                </a:lnTo>
                <a:lnTo>
                  <a:pt x="59609" y="94105"/>
                </a:lnTo>
                <a:lnTo>
                  <a:pt x="55779" y="95267"/>
                </a:lnTo>
                <a:lnTo>
                  <a:pt x="53375" y="94617"/>
                </a:lnTo>
                <a:lnTo>
                  <a:pt x="52739" y="95260"/>
                </a:lnTo>
                <a:lnTo>
                  <a:pt x="53090" y="98571"/>
                </a:lnTo>
                <a:lnTo>
                  <a:pt x="51240" y="98666"/>
                </a:lnTo>
                <a:lnTo>
                  <a:pt x="47440" y="992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6316973" y="8442094"/>
            <a:ext cx="92710" cy="92075"/>
          </a:xfrm>
          <a:custGeom>
            <a:avLst/>
            <a:gdLst/>
            <a:ahLst/>
            <a:cxnLst/>
            <a:rect l="l" t="t" r="r" b="b"/>
            <a:pathLst>
              <a:path w="92709" h="92075">
                <a:moveTo>
                  <a:pt x="37931" y="92066"/>
                </a:moveTo>
                <a:lnTo>
                  <a:pt x="35519" y="91584"/>
                </a:lnTo>
                <a:lnTo>
                  <a:pt x="36045" y="88375"/>
                </a:lnTo>
                <a:lnTo>
                  <a:pt x="35366" y="87695"/>
                </a:lnTo>
                <a:lnTo>
                  <a:pt x="32910" y="88280"/>
                </a:lnTo>
                <a:lnTo>
                  <a:pt x="30250" y="87615"/>
                </a:lnTo>
                <a:lnTo>
                  <a:pt x="27180" y="88982"/>
                </a:lnTo>
                <a:lnTo>
                  <a:pt x="24819" y="87922"/>
                </a:lnTo>
                <a:lnTo>
                  <a:pt x="25653" y="84999"/>
                </a:lnTo>
                <a:lnTo>
                  <a:pt x="24688" y="84034"/>
                </a:lnTo>
                <a:lnTo>
                  <a:pt x="22349" y="85203"/>
                </a:lnTo>
                <a:lnTo>
                  <a:pt x="21180" y="84034"/>
                </a:lnTo>
                <a:lnTo>
                  <a:pt x="22349" y="81695"/>
                </a:lnTo>
                <a:lnTo>
                  <a:pt x="21187" y="80533"/>
                </a:lnTo>
                <a:lnTo>
                  <a:pt x="18965" y="81549"/>
                </a:lnTo>
                <a:lnTo>
                  <a:pt x="17547" y="80672"/>
                </a:lnTo>
                <a:lnTo>
                  <a:pt x="15326" y="81688"/>
                </a:lnTo>
                <a:lnTo>
                  <a:pt x="14259" y="80621"/>
                </a:lnTo>
                <a:lnTo>
                  <a:pt x="15311" y="77975"/>
                </a:lnTo>
                <a:lnTo>
                  <a:pt x="14098" y="77164"/>
                </a:lnTo>
                <a:lnTo>
                  <a:pt x="11752" y="78172"/>
                </a:lnTo>
                <a:lnTo>
                  <a:pt x="10195" y="76433"/>
                </a:lnTo>
                <a:lnTo>
                  <a:pt x="12431" y="71558"/>
                </a:lnTo>
                <a:lnTo>
                  <a:pt x="10590" y="70053"/>
                </a:lnTo>
                <a:lnTo>
                  <a:pt x="8302" y="71185"/>
                </a:lnTo>
                <a:lnTo>
                  <a:pt x="7155" y="69979"/>
                </a:lnTo>
                <a:lnTo>
                  <a:pt x="8324" y="67670"/>
                </a:lnTo>
                <a:lnTo>
                  <a:pt x="7345" y="66691"/>
                </a:lnTo>
                <a:lnTo>
                  <a:pt x="4436" y="67538"/>
                </a:lnTo>
                <a:lnTo>
                  <a:pt x="3354" y="65200"/>
                </a:lnTo>
                <a:lnTo>
                  <a:pt x="4728" y="62086"/>
                </a:lnTo>
                <a:lnTo>
                  <a:pt x="4070" y="59440"/>
                </a:lnTo>
                <a:lnTo>
                  <a:pt x="4655" y="56985"/>
                </a:lnTo>
                <a:lnTo>
                  <a:pt x="3961" y="56283"/>
                </a:lnTo>
                <a:lnTo>
                  <a:pt x="789" y="56853"/>
                </a:lnTo>
                <a:lnTo>
                  <a:pt x="0" y="53513"/>
                </a:lnTo>
                <a:lnTo>
                  <a:pt x="716" y="49164"/>
                </a:lnTo>
                <a:lnTo>
                  <a:pt x="716" y="38004"/>
                </a:lnTo>
                <a:lnTo>
                  <a:pt x="453" y="36469"/>
                </a:lnTo>
                <a:lnTo>
                  <a:pt x="803" y="35176"/>
                </a:lnTo>
                <a:lnTo>
                  <a:pt x="3939" y="35790"/>
                </a:lnTo>
                <a:lnTo>
                  <a:pt x="4553" y="35168"/>
                </a:lnTo>
                <a:lnTo>
                  <a:pt x="4195" y="32508"/>
                </a:lnTo>
                <a:lnTo>
                  <a:pt x="4275" y="31076"/>
                </a:lnTo>
                <a:lnTo>
                  <a:pt x="3880" y="29336"/>
                </a:lnTo>
                <a:lnTo>
                  <a:pt x="4509" y="27809"/>
                </a:lnTo>
                <a:lnTo>
                  <a:pt x="3720" y="25492"/>
                </a:lnTo>
                <a:lnTo>
                  <a:pt x="4714" y="24498"/>
                </a:lnTo>
                <a:lnTo>
                  <a:pt x="7359" y="25550"/>
                </a:lnTo>
                <a:lnTo>
                  <a:pt x="8273" y="24176"/>
                </a:lnTo>
                <a:lnTo>
                  <a:pt x="7198" y="22298"/>
                </a:lnTo>
                <a:lnTo>
                  <a:pt x="8090" y="20924"/>
                </a:lnTo>
                <a:lnTo>
                  <a:pt x="10758" y="21962"/>
                </a:lnTo>
                <a:lnTo>
                  <a:pt x="11569" y="21151"/>
                </a:lnTo>
                <a:lnTo>
                  <a:pt x="11211" y="18483"/>
                </a:lnTo>
                <a:lnTo>
                  <a:pt x="11269" y="17423"/>
                </a:lnTo>
                <a:lnTo>
                  <a:pt x="10897" y="14843"/>
                </a:lnTo>
                <a:lnTo>
                  <a:pt x="11781" y="13871"/>
                </a:lnTo>
                <a:lnTo>
                  <a:pt x="14178" y="15033"/>
                </a:lnTo>
                <a:lnTo>
                  <a:pt x="15238" y="13973"/>
                </a:lnTo>
                <a:lnTo>
                  <a:pt x="14185" y="11328"/>
                </a:lnTo>
                <a:lnTo>
                  <a:pt x="15559" y="10414"/>
                </a:lnTo>
                <a:lnTo>
                  <a:pt x="17431" y="11481"/>
                </a:lnTo>
                <a:lnTo>
                  <a:pt x="18965" y="10502"/>
                </a:lnTo>
                <a:lnTo>
                  <a:pt x="21187" y="11532"/>
                </a:lnTo>
                <a:lnTo>
                  <a:pt x="22188" y="10531"/>
                </a:lnTo>
                <a:lnTo>
                  <a:pt x="21268" y="7710"/>
                </a:lnTo>
                <a:lnTo>
                  <a:pt x="22473" y="7074"/>
                </a:lnTo>
                <a:lnTo>
                  <a:pt x="24724" y="7995"/>
                </a:lnTo>
                <a:lnTo>
                  <a:pt x="25762" y="6957"/>
                </a:lnTo>
                <a:lnTo>
                  <a:pt x="24710" y="4312"/>
                </a:lnTo>
                <a:lnTo>
                  <a:pt x="25930" y="3500"/>
                </a:lnTo>
                <a:lnTo>
                  <a:pt x="27984" y="4092"/>
                </a:lnTo>
                <a:lnTo>
                  <a:pt x="31046" y="3500"/>
                </a:lnTo>
                <a:lnTo>
                  <a:pt x="33531" y="4451"/>
                </a:lnTo>
                <a:lnTo>
                  <a:pt x="35790" y="3931"/>
                </a:lnTo>
                <a:lnTo>
                  <a:pt x="36089" y="3866"/>
                </a:lnTo>
                <a:lnTo>
                  <a:pt x="35527" y="686"/>
                </a:lnTo>
                <a:lnTo>
                  <a:pt x="36126" y="95"/>
                </a:lnTo>
                <a:lnTo>
                  <a:pt x="38786" y="453"/>
                </a:lnTo>
                <a:lnTo>
                  <a:pt x="42784" y="241"/>
                </a:lnTo>
                <a:lnTo>
                  <a:pt x="46336" y="423"/>
                </a:lnTo>
                <a:lnTo>
                  <a:pt x="52000" y="423"/>
                </a:lnTo>
                <a:lnTo>
                  <a:pt x="54704" y="0"/>
                </a:lnTo>
                <a:lnTo>
                  <a:pt x="57109" y="475"/>
                </a:lnTo>
                <a:lnTo>
                  <a:pt x="56590" y="3683"/>
                </a:lnTo>
                <a:lnTo>
                  <a:pt x="57270" y="4363"/>
                </a:lnTo>
                <a:lnTo>
                  <a:pt x="59726" y="3778"/>
                </a:lnTo>
                <a:lnTo>
                  <a:pt x="62386" y="4443"/>
                </a:lnTo>
                <a:lnTo>
                  <a:pt x="65455" y="3076"/>
                </a:lnTo>
                <a:lnTo>
                  <a:pt x="67816" y="4136"/>
                </a:lnTo>
                <a:lnTo>
                  <a:pt x="66983" y="7060"/>
                </a:lnTo>
                <a:lnTo>
                  <a:pt x="67948" y="8024"/>
                </a:lnTo>
                <a:lnTo>
                  <a:pt x="70286" y="6855"/>
                </a:lnTo>
                <a:lnTo>
                  <a:pt x="71456" y="8024"/>
                </a:lnTo>
                <a:lnTo>
                  <a:pt x="70286" y="10363"/>
                </a:lnTo>
                <a:lnTo>
                  <a:pt x="71449" y="11525"/>
                </a:lnTo>
                <a:lnTo>
                  <a:pt x="73670" y="10509"/>
                </a:lnTo>
                <a:lnTo>
                  <a:pt x="75088" y="11386"/>
                </a:lnTo>
                <a:lnTo>
                  <a:pt x="77310" y="10370"/>
                </a:lnTo>
                <a:lnTo>
                  <a:pt x="78377" y="11437"/>
                </a:lnTo>
                <a:lnTo>
                  <a:pt x="77325" y="14083"/>
                </a:lnTo>
                <a:lnTo>
                  <a:pt x="78545" y="14894"/>
                </a:lnTo>
                <a:lnTo>
                  <a:pt x="80884" y="13886"/>
                </a:lnTo>
                <a:lnTo>
                  <a:pt x="82441" y="15625"/>
                </a:lnTo>
                <a:lnTo>
                  <a:pt x="80204" y="20500"/>
                </a:lnTo>
                <a:lnTo>
                  <a:pt x="82039" y="22006"/>
                </a:lnTo>
                <a:lnTo>
                  <a:pt x="84334" y="20873"/>
                </a:lnTo>
                <a:lnTo>
                  <a:pt x="85481" y="22079"/>
                </a:lnTo>
                <a:lnTo>
                  <a:pt x="84312" y="24388"/>
                </a:lnTo>
                <a:lnTo>
                  <a:pt x="85298" y="25375"/>
                </a:lnTo>
                <a:lnTo>
                  <a:pt x="88192" y="24513"/>
                </a:lnTo>
                <a:lnTo>
                  <a:pt x="89128" y="26500"/>
                </a:lnTo>
                <a:lnTo>
                  <a:pt x="88412" y="30286"/>
                </a:lnTo>
                <a:lnTo>
                  <a:pt x="88412" y="33005"/>
                </a:lnTo>
                <a:lnTo>
                  <a:pt x="88149" y="34540"/>
                </a:lnTo>
                <a:lnTo>
                  <a:pt x="88499" y="35834"/>
                </a:lnTo>
                <a:lnTo>
                  <a:pt x="91635" y="35220"/>
                </a:lnTo>
                <a:lnTo>
                  <a:pt x="92249" y="35834"/>
                </a:lnTo>
                <a:lnTo>
                  <a:pt x="91891" y="38501"/>
                </a:lnTo>
                <a:lnTo>
                  <a:pt x="92103" y="42492"/>
                </a:lnTo>
                <a:lnTo>
                  <a:pt x="91920" y="46051"/>
                </a:lnTo>
                <a:lnTo>
                  <a:pt x="91920" y="51715"/>
                </a:lnTo>
                <a:lnTo>
                  <a:pt x="92351" y="54419"/>
                </a:lnTo>
                <a:lnTo>
                  <a:pt x="91869" y="56831"/>
                </a:lnTo>
                <a:lnTo>
                  <a:pt x="88660" y="56305"/>
                </a:lnTo>
                <a:lnTo>
                  <a:pt x="87980" y="56985"/>
                </a:lnTo>
                <a:lnTo>
                  <a:pt x="88565" y="59441"/>
                </a:lnTo>
                <a:lnTo>
                  <a:pt x="87900" y="62101"/>
                </a:lnTo>
                <a:lnTo>
                  <a:pt x="89267" y="65170"/>
                </a:lnTo>
                <a:lnTo>
                  <a:pt x="88207" y="67531"/>
                </a:lnTo>
                <a:lnTo>
                  <a:pt x="85284" y="66698"/>
                </a:lnTo>
                <a:lnTo>
                  <a:pt x="84319" y="67663"/>
                </a:lnTo>
                <a:lnTo>
                  <a:pt x="85488" y="70001"/>
                </a:lnTo>
                <a:lnTo>
                  <a:pt x="84319" y="71171"/>
                </a:lnTo>
                <a:lnTo>
                  <a:pt x="81980" y="70001"/>
                </a:lnTo>
                <a:lnTo>
                  <a:pt x="80818" y="71163"/>
                </a:lnTo>
                <a:lnTo>
                  <a:pt x="81834" y="73385"/>
                </a:lnTo>
                <a:lnTo>
                  <a:pt x="80957" y="74803"/>
                </a:lnTo>
                <a:lnTo>
                  <a:pt x="81973" y="77025"/>
                </a:lnTo>
                <a:lnTo>
                  <a:pt x="80906" y="78092"/>
                </a:lnTo>
                <a:lnTo>
                  <a:pt x="78260" y="77040"/>
                </a:lnTo>
                <a:lnTo>
                  <a:pt x="77449" y="78260"/>
                </a:lnTo>
                <a:lnTo>
                  <a:pt x="78458" y="80599"/>
                </a:lnTo>
                <a:lnTo>
                  <a:pt x="76718" y="82163"/>
                </a:lnTo>
                <a:lnTo>
                  <a:pt x="71843" y="79919"/>
                </a:lnTo>
                <a:lnTo>
                  <a:pt x="70338" y="81761"/>
                </a:lnTo>
                <a:lnTo>
                  <a:pt x="71470" y="84048"/>
                </a:lnTo>
                <a:lnTo>
                  <a:pt x="70264" y="85196"/>
                </a:lnTo>
                <a:lnTo>
                  <a:pt x="67955" y="84027"/>
                </a:lnTo>
                <a:lnTo>
                  <a:pt x="66968" y="85013"/>
                </a:lnTo>
                <a:lnTo>
                  <a:pt x="67831" y="87907"/>
                </a:lnTo>
                <a:lnTo>
                  <a:pt x="65843" y="88843"/>
                </a:lnTo>
                <a:lnTo>
                  <a:pt x="62057" y="88127"/>
                </a:lnTo>
                <a:lnTo>
                  <a:pt x="59338" y="88127"/>
                </a:lnTo>
                <a:lnTo>
                  <a:pt x="57803" y="87864"/>
                </a:lnTo>
                <a:lnTo>
                  <a:pt x="56510" y="88214"/>
                </a:lnTo>
                <a:lnTo>
                  <a:pt x="57124" y="91350"/>
                </a:lnTo>
                <a:lnTo>
                  <a:pt x="56502" y="91971"/>
                </a:lnTo>
                <a:lnTo>
                  <a:pt x="53842" y="91613"/>
                </a:lnTo>
                <a:lnTo>
                  <a:pt x="49851" y="91817"/>
                </a:lnTo>
                <a:lnTo>
                  <a:pt x="46292" y="91635"/>
                </a:lnTo>
                <a:lnTo>
                  <a:pt x="40628" y="91635"/>
                </a:lnTo>
                <a:lnTo>
                  <a:pt x="37931" y="920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8215038" y="8445310"/>
            <a:ext cx="73025" cy="85725"/>
          </a:xfrm>
          <a:custGeom>
            <a:avLst/>
            <a:gdLst/>
            <a:ahLst/>
            <a:cxnLst/>
            <a:rect l="l" t="t" r="r" b="b"/>
            <a:pathLst>
              <a:path w="73025" h="85725">
                <a:moveTo>
                  <a:pt x="58323" y="85510"/>
                </a:moveTo>
                <a:lnTo>
                  <a:pt x="55180" y="84911"/>
                </a:lnTo>
                <a:lnTo>
                  <a:pt x="30155" y="84911"/>
                </a:lnTo>
                <a:lnTo>
                  <a:pt x="27020" y="85503"/>
                </a:lnTo>
                <a:lnTo>
                  <a:pt x="24769" y="84801"/>
                </a:lnTo>
                <a:lnTo>
                  <a:pt x="25434" y="81710"/>
                </a:lnTo>
                <a:lnTo>
                  <a:pt x="24542" y="80818"/>
                </a:lnTo>
                <a:lnTo>
                  <a:pt x="22320" y="81871"/>
                </a:lnTo>
                <a:lnTo>
                  <a:pt x="20932" y="80935"/>
                </a:lnTo>
                <a:lnTo>
                  <a:pt x="18703" y="81988"/>
                </a:lnTo>
                <a:lnTo>
                  <a:pt x="17606" y="80884"/>
                </a:lnTo>
                <a:lnTo>
                  <a:pt x="18695" y="78319"/>
                </a:lnTo>
                <a:lnTo>
                  <a:pt x="17431" y="77390"/>
                </a:lnTo>
                <a:lnTo>
                  <a:pt x="15209" y="78487"/>
                </a:lnTo>
                <a:lnTo>
                  <a:pt x="14127" y="77405"/>
                </a:lnTo>
                <a:lnTo>
                  <a:pt x="15180" y="74759"/>
                </a:lnTo>
                <a:lnTo>
                  <a:pt x="13915" y="73919"/>
                </a:lnTo>
                <a:lnTo>
                  <a:pt x="11694" y="74971"/>
                </a:lnTo>
                <a:lnTo>
                  <a:pt x="10524" y="73802"/>
                </a:lnTo>
                <a:lnTo>
                  <a:pt x="11693" y="71463"/>
                </a:lnTo>
                <a:lnTo>
                  <a:pt x="10524" y="70294"/>
                </a:lnTo>
                <a:lnTo>
                  <a:pt x="8193" y="71463"/>
                </a:lnTo>
                <a:lnTo>
                  <a:pt x="7023" y="70294"/>
                </a:lnTo>
                <a:lnTo>
                  <a:pt x="8192" y="67955"/>
                </a:lnTo>
                <a:lnTo>
                  <a:pt x="7104" y="66866"/>
                </a:lnTo>
                <a:lnTo>
                  <a:pt x="4494" y="67941"/>
                </a:lnTo>
                <a:lnTo>
                  <a:pt x="3223" y="66106"/>
                </a:lnTo>
                <a:lnTo>
                  <a:pt x="5247" y="61290"/>
                </a:lnTo>
                <a:lnTo>
                  <a:pt x="3778" y="60091"/>
                </a:lnTo>
                <a:lnTo>
                  <a:pt x="694" y="60683"/>
                </a:lnTo>
                <a:lnTo>
                  <a:pt x="0" y="58469"/>
                </a:lnTo>
                <a:lnTo>
                  <a:pt x="599" y="55326"/>
                </a:lnTo>
                <a:lnTo>
                  <a:pt x="599" y="30301"/>
                </a:lnTo>
                <a:lnTo>
                  <a:pt x="0" y="27158"/>
                </a:lnTo>
                <a:lnTo>
                  <a:pt x="716" y="24907"/>
                </a:lnTo>
                <a:lnTo>
                  <a:pt x="3800" y="25580"/>
                </a:lnTo>
                <a:lnTo>
                  <a:pt x="4436" y="24936"/>
                </a:lnTo>
                <a:lnTo>
                  <a:pt x="4078" y="22276"/>
                </a:lnTo>
                <a:lnTo>
                  <a:pt x="4136" y="21129"/>
                </a:lnTo>
                <a:lnTo>
                  <a:pt x="3734" y="18746"/>
                </a:lnTo>
                <a:lnTo>
                  <a:pt x="4538" y="17672"/>
                </a:lnTo>
                <a:lnTo>
                  <a:pt x="7081" y="18783"/>
                </a:lnTo>
                <a:lnTo>
                  <a:pt x="8097" y="17767"/>
                </a:lnTo>
                <a:lnTo>
                  <a:pt x="7045" y="15121"/>
                </a:lnTo>
                <a:lnTo>
                  <a:pt x="8266" y="14310"/>
                </a:lnTo>
                <a:lnTo>
                  <a:pt x="10604" y="15318"/>
                </a:lnTo>
                <a:lnTo>
                  <a:pt x="11679" y="14120"/>
                </a:lnTo>
                <a:lnTo>
                  <a:pt x="10517" y="11839"/>
                </a:lnTo>
                <a:lnTo>
                  <a:pt x="11598" y="10750"/>
                </a:lnTo>
                <a:lnTo>
                  <a:pt x="14244" y="11803"/>
                </a:lnTo>
                <a:lnTo>
                  <a:pt x="15077" y="10539"/>
                </a:lnTo>
                <a:lnTo>
                  <a:pt x="14032" y="8317"/>
                </a:lnTo>
                <a:lnTo>
                  <a:pt x="15202" y="7147"/>
                </a:lnTo>
                <a:lnTo>
                  <a:pt x="17540" y="8317"/>
                </a:lnTo>
                <a:lnTo>
                  <a:pt x="18607" y="7242"/>
                </a:lnTo>
                <a:lnTo>
                  <a:pt x="17562" y="4597"/>
                </a:lnTo>
                <a:lnTo>
                  <a:pt x="18929" y="3683"/>
                </a:lnTo>
                <a:lnTo>
                  <a:pt x="20793" y="4743"/>
                </a:lnTo>
                <a:lnTo>
                  <a:pt x="22335" y="3785"/>
                </a:lnTo>
                <a:lnTo>
                  <a:pt x="24557" y="4801"/>
                </a:lnTo>
                <a:lnTo>
                  <a:pt x="25616" y="3734"/>
                </a:lnTo>
                <a:lnTo>
                  <a:pt x="24572" y="1088"/>
                </a:lnTo>
                <a:lnTo>
                  <a:pt x="25829" y="255"/>
                </a:lnTo>
                <a:lnTo>
                  <a:pt x="27809" y="913"/>
                </a:lnTo>
                <a:lnTo>
                  <a:pt x="31675" y="0"/>
                </a:lnTo>
                <a:lnTo>
                  <a:pt x="36024" y="716"/>
                </a:lnTo>
                <a:lnTo>
                  <a:pt x="55209" y="716"/>
                </a:lnTo>
                <a:lnTo>
                  <a:pt x="58272" y="146"/>
                </a:lnTo>
                <a:lnTo>
                  <a:pt x="60552" y="818"/>
                </a:lnTo>
                <a:lnTo>
                  <a:pt x="59909" y="3924"/>
                </a:lnTo>
                <a:lnTo>
                  <a:pt x="60786" y="4809"/>
                </a:lnTo>
                <a:lnTo>
                  <a:pt x="63015" y="3756"/>
                </a:lnTo>
                <a:lnTo>
                  <a:pt x="64403" y="4692"/>
                </a:lnTo>
                <a:lnTo>
                  <a:pt x="66632" y="3639"/>
                </a:lnTo>
                <a:lnTo>
                  <a:pt x="67729" y="4743"/>
                </a:lnTo>
                <a:lnTo>
                  <a:pt x="66640" y="7308"/>
                </a:lnTo>
                <a:lnTo>
                  <a:pt x="67904" y="8236"/>
                </a:lnTo>
                <a:lnTo>
                  <a:pt x="70126" y="7140"/>
                </a:lnTo>
                <a:lnTo>
                  <a:pt x="71208" y="8222"/>
                </a:lnTo>
                <a:lnTo>
                  <a:pt x="70163" y="10867"/>
                </a:lnTo>
                <a:lnTo>
                  <a:pt x="71420" y="11708"/>
                </a:lnTo>
                <a:lnTo>
                  <a:pt x="72961" y="10978"/>
                </a:lnTo>
                <a:lnTo>
                  <a:pt x="72961" y="74627"/>
                </a:lnTo>
                <a:lnTo>
                  <a:pt x="71310" y="73802"/>
                </a:lnTo>
                <a:lnTo>
                  <a:pt x="70140" y="74971"/>
                </a:lnTo>
                <a:lnTo>
                  <a:pt x="71310" y="77310"/>
                </a:lnTo>
                <a:lnTo>
                  <a:pt x="70141" y="78479"/>
                </a:lnTo>
                <a:lnTo>
                  <a:pt x="67802" y="77310"/>
                </a:lnTo>
                <a:lnTo>
                  <a:pt x="66720" y="78399"/>
                </a:lnTo>
                <a:lnTo>
                  <a:pt x="67795" y="81008"/>
                </a:lnTo>
                <a:lnTo>
                  <a:pt x="65960" y="82287"/>
                </a:lnTo>
                <a:lnTo>
                  <a:pt x="61144" y="80255"/>
                </a:lnTo>
                <a:lnTo>
                  <a:pt x="59945" y="81724"/>
                </a:lnTo>
                <a:lnTo>
                  <a:pt x="60537" y="84809"/>
                </a:lnTo>
                <a:lnTo>
                  <a:pt x="58323" y="855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0" name="object 13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113757" y="8449074"/>
            <a:ext cx="78077" cy="78085"/>
          </a:xfrm>
          <a:prstGeom prst="rect">
            <a:avLst/>
          </a:prstGeom>
        </p:spPr>
      </p:pic>
      <p:pic>
        <p:nvPicPr>
          <p:cNvPr id="131" name="object 13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5906543" y="8452400"/>
            <a:ext cx="71236" cy="71141"/>
          </a:xfrm>
          <a:prstGeom prst="rect">
            <a:avLst/>
          </a:prstGeom>
        </p:spPr>
      </p:pic>
      <p:sp>
        <p:nvSpPr>
          <p:cNvPr id="132" name="object 132"/>
          <p:cNvSpPr/>
          <p:nvPr/>
        </p:nvSpPr>
        <p:spPr>
          <a:xfrm>
            <a:off x="15703289" y="8459285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3139" y="57591"/>
                </a:moveTo>
                <a:lnTo>
                  <a:pt x="21078" y="56707"/>
                </a:lnTo>
                <a:lnTo>
                  <a:pt x="21882" y="53754"/>
                </a:lnTo>
                <a:lnTo>
                  <a:pt x="20968" y="52841"/>
                </a:lnTo>
                <a:lnTo>
                  <a:pt x="18717" y="53754"/>
                </a:lnTo>
                <a:lnTo>
                  <a:pt x="17299" y="53023"/>
                </a:lnTo>
                <a:lnTo>
                  <a:pt x="15048" y="53937"/>
                </a:lnTo>
                <a:lnTo>
                  <a:pt x="14010" y="52899"/>
                </a:lnTo>
                <a:lnTo>
                  <a:pt x="15063" y="50253"/>
                </a:lnTo>
                <a:lnTo>
                  <a:pt x="13740" y="49376"/>
                </a:lnTo>
                <a:lnTo>
                  <a:pt x="11679" y="50465"/>
                </a:lnTo>
                <a:lnTo>
                  <a:pt x="10400" y="49376"/>
                </a:lnTo>
                <a:lnTo>
                  <a:pt x="11547" y="46928"/>
                </a:lnTo>
                <a:lnTo>
                  <a:pt x="10407" y="45788"/>
                </a:lnTo>
                <a:lnTo>
                  <a:pt x="8068" y="46957"/>
                </a:lnTo>
                <a:lnTo>
                  <a:pt x="6899" y="45788"/>
                </a:lnTo>
                <a:lnTo>
                  <a:pt x="8068" y="43449"/>
                </a:lnTo>
                <a:lnTo>
                  <a:pt x="6994" y="42375"/>
                </a:lnTo>
                <a:lnTo>
                  <a:pt x="4348" y="43427"/>
                </a:lnTo>
                <a:lnTo>
                  <a:pt x="2908" y="41257"/>
                </a:lnTo>
                <a:lnTo>
                  <a:pt x="4743" y="37646"/>
                </a:lnTo>
                <a:lnTo>
                  <a:pt x="3785" y="35402"/>
                </a:lnTo>
                <a:lnTo>
                  <a:pt x="833" y="36214"/>
                </a:lnTo>
                <a:lnTo>
                  <a:pt x="109" y="35490"/>
                </a:lnTo>
                <a:lnTo>
                  <a:pt x="518" y="32881"/>
                </a:lnTo>
                <a:lnTo>
                  <a:pt x="0" y="27187"/>
                </a:lnTo>
                <a:lnTo>
                  <a:pt x="621" y="24702"/>
                </a:lnTo>
                <a:lnTo>
                  <a:pt x="36" y="22247"/>
                </a:lnTo>
                <a:lnTo>
                  <a:pt x="855" y="21428"/>
                </a:lnTo>
                <a:lnTo>
                  <a:pt x="3763" y="22276"/>
                </a:lnTo>
                <a:lnTo>
                  <a:pt x="4560" y="20544"/>
                </a:lnTo>
                <a:lnTo>
                  <a:pt x="2960" y="15625"/>
                </a:lnTo>
                <a:lnTo>
                  <a:pt x="4538" y="14346"/>
                </a:lnTo>
                <a:lnTo>
                  <a:pt x="7067" y="15362"/>
                </a:lnTo>
                <a:lnTo>
                  <a:pt x="7988" y="14112"/>
                </a:lnTo>
                <a:lnTo>
                  <a:pt x="6892" y="11891"/>
                </a:lnTo>
                <a:lnTo>
                  <a:pt x="8068" y="10714"/>
                </a:lnTo>
                <a:lnTo>
                  <a:pt x="10407" y="11883"/>
                </a:lnTo>
                <a:lnTo>
                  <a:pt x="11576" y="10714"/>
                </a:lnTo>
                <a:lnTo>
                  <a:pt x="10407" y="8375"/>
                </a:lnTo>
                <a:lnTo>
                  <a:pt x="11576" y="7206"/>
                </a:lnTo>
                <a:lnTo>
                  <a:pt x="13798" y="8258"/>
                </a:lnTo>
                <a:lnTo>
                  <a:pt x="15063" y="7418"/>
                </a:lnTo>
                <a:lnTo>
                  <a:pt x="14010" y="4772"/>
                </a:lnTo>
                <a:lnTo>
                  <a:pt x="14829" y="3953"/>
                </a:lnTo>
                <a:lnTo>
                  <a:pt x="17496" y="4311"/>
                </a:lnTo>
                <a:lnTo>
                  <a:pt x="19031" y="4209"/>
                </a:lnTo>
                <a:lnTo>
                  <a:pt x="20566" y="4575"/>
                </a:lnTo>
                <a:lnTo>
                  <a:pt x="21516" y="4282"/>
                </a:lnTo>
                <a:lnTo>
                  <a:pt x="21692" y="4231"/>
                </a:lnTo>
                <a:lnTo>
                  <a:pt x="21363" y="781"/>
                </a:lnTo>
                <a:lnTo>
                  <a:pt x="23658" y="694"/>
                </a:lnTo>
                <a:lnTo>
                  <a:pt x="26435" y="380"/>
                </a:lnTo>
                <a:lnTo>
                  <a:pt x="29644" y="986"/>
                </a:lnTo>
                <a:lnTo>
                  <a:pt x="34913" y="0"/>
                </a:lnTo>
                <a:lnTo>
                  <a:pt x="35827" y="1110"/>
                </a:lnTo>
                <a:lnTo>
                  <a:pt x="35198" y="4158"/>
                </a:lnTo>
                <a:lnTo>
                  <a:pt x="37376" y="4911"/>
                </a:lnTo>
                <a:lnTo>
                  <a:pt x="40972" y="3259"/>
                </a:lnTo>
                <a:lnTo>
                  <a:pt x="43113" y="4640"/>
                </a:lnTo>
                <a:lnTo>
                  <a:pt x="42083" y="7315"/>
                </a:lnTo>
                <a:lnTo>
                  <a:pt x="43143" y="8375"/>
                </a:lnTo>
                <a:lnTo>
                  <a:pt x="45503" y="7199"/>
                </a:lnTo>
                <a:lnTo>
                  <a:pt x="46651" y="8397"/>
                </a:lnTo>
                <a:lnTo>
                  <a:pt x="45481" y="10707"/>
                </a:lnTo>
                <a:lnTo>
                  <a:pt x="46651" y="11883"/>
                </a:lnTo>
                <a:lnTo>
                  <a:pt x="48989" y="10714"/>
                </a:lnTo>
                <a:lnTo>
                  <a:pt x="50159" y="11883"/>
                </a:lnTo>
                <a:lnTo>
                  <a:pt x="48989" y="14222"/>
                </a:lnTo>
                <a:lnTo>
                  <a:pt x="50064" y="15289"/>
                </a:lnTo>
                <a:lnTo>
                  <a:pt x="52710" y="14237"/>
                </a:lnTo>
                <a:lnTo>
                  <a:pt x="54149" y="16407"/>
                </a:lnTo>
                <a:lnTo>
                  <a:pt x="52315" y="20018"/>
                </a:lnTo>
                <a:lnTo>
                  <a:pt x="53272" y="22254"/>
                </a:lnTo>
                <a:lnTo>
                  <a:pt x="56218" y="21443"/>
                </a:lnTo>
                <a:lnTo>
                  <a:pt x="56941" y="22167"/>
                </a:lnTo>
                <a:lnTo>
                  <a:pt x="56532" y="24783"/>
                </a:lnTo>
                <a:lnTo>
                  <a:pt x="56817" y="27604"/>
                </a:lnTo>
                <a:lnTo>
                  <a:pt x="56590" y="30045"/>
                </a:lnTo>
                <a:lnTo>
                  <a:pt x="56590" y="33195"/>
                </a:lnTo>
                <a:lnTo>
                  <a:pt x="56919" y="35074"/>
                </a:lnTo>
                <a:lnTo>
                  <a:pt x="56400" y="36287"/>
                </a:lnTo>
                <a:lnTo>
                  <a:pt x="53448" y="35483"/>
                </a:lnTo>
                <a:lnTo>
                  <a:pt x="52534" y="36389"/>
                </a:lnTo>
                <a:lnTo>
                  <a:pt x="53440" y="38647"/>
                </a:lnTo>
                <a:lnTo>
                  <a:pt x="52724" y="40065"/>
                </a:lnTo>
                <a:lnTo>
                  <a:pt x="53623" y="42324"/>
                </a:lnTo>
                <a:lnTo>
                  <a:pt x="52593" y="43354"/>
                </a:lnTo>
                <a:lnTo>
                  <a:pt x="49947" y="42302"/>
                </a:lnTo>
                <a:lnTo>
                  <a:pt x="49063" y="43625"/>
                </a:lnTo>
                <a:lnTo>
                  <a:pt x="50159" y="45678"/>
                </a:lnTo>
                <a:lnTo>
                  <a:pt x="49077" y="46965"/>
                </a:lnTo>
                <a:lnTo>
                  <a:pt x="46621" y="45817"/>
                </a:lnTo>
                <a:lnTo>
                  <a:pt x="45511" y="46935"/>
                </a:lnTo>
                <a:lnTo>
                  <a:pt x="46665" y="49369"/>
                </a:lnTo>
                <a:lnTo>
                  <a:pt x="45423" y="50436"/>
                </a:lnTo>
                <a:lnTo>
                  <a:pt x="43157" y="49281"/>
                </a:lnTo>
                <a:lnTo>
                  <a:pt x="42192" y="50246"/>
                </a:lnTo>
                <a:lnTo>
                  <a:pt x="43004" y="53199"/>
                </a:lnTo>
                <a:lnTo>
                  <a:pt x="40584" y="54237"/>
                </a:lnTo>
                <a:lnTo>
                  <a:pt x="37515" y="52534"/>
                </a:lnTo>
                <a:lnTo>
                  <a:pt x="35103" y="53579"/>
                </a:lnTo>
                <a:lnTo>
                  <a:pt x="35922" y="56524"/>
                </a:lnTo>
                <a:lnTo>
                  <a:pt x="35220" y="57226"/>
                </a:lnTo>
                <a:lnTo>
                  <a:pt x="32552" y="56875"/>
                </a:lnTo>
                <a:lnTo>
                  <a:pt x="30879" y="56955"/>
                </a:lnTo>
                <a:lnTo>
                  <a:pt x="26742" y="56897"/>
                </a:lnTo>
                <a:lnTo>
                  <a:pt x="23139" y="575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5503047" y="8469867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9391" y="36484"/>
                </a:moveTo>
                <a:lnTo>
                  <a:pt x="7337" y="35622"/>
                </a:lnTo>
                <a:lnTo>
                  <a:pt x="8083" y="32662"/>
                </a:lnTo>
                <a:lnTo>
                  <a:pt x="7754" y="32289"/>
                </a:lnTo>
                <a:lnTo>
                  <a:pt x="7052" y="31821"/>
                </a:lnTo>
                <a:lnTo>
                  <a:pt x="4831" y="32874"/>
                </a:lnTo>
                <a:lnTo>
                  <a:pt x="3756" y="31799"/>
                </a:lnTo>
                <a:lnTo>
                  <a:pt x="4809" y="29154"/>
                </a:lnTo>
                <a:lnTo>
                  <a:pt x="3829" y="28503"/>
                </a:lnTo>
                <a:lnTo>
                  <a:pt x="928" y="29183"/>
                </a:lnTo>
                <a:lnTo>
                  <a:pt x="21" y="27261"/>
                </a:lnTo>
                <a:lnTo>
                  <a:pt x="738" y="23467"/>
                </a:lnTo>
                <a:lnTo>
                  <a:pt x="738" y="20610"/>
                </a:lnTo>
                <a:lnTo>
                  <a:pt x="635" y="19404"/>
                </a:lnTo>
                <a:lnTo>
                  <a:pt x="840" y="17102"/>
                </a:lnTo>
                <a:lnTo>
                  <a:pt x="577" y="15888"/>
                </a:lnTo>
                <a:lnTo>
                  <a:pt x="884" y="13681"/>
                </a:lnTo>
                <a:lnTo>
                  <a:pt x="0" y="8331"/>
                </a:lnTo>
                <a:lnTo>
                  <a:pt x="1439" y="7155"/>
                </a:lnTo>
                <a:lnTo>
                  <a:pt x="3449" y="8185"/>
                </a:lnTo>
                <a:lnTo>
                  <a:pt x="4246" y="7732"/>
                </a:lnTo>
                <a:lnTo>
                  <a:pt x="4714" y="7030"/>
                </a:lnTo>
                <a:lnTo>
                  <a:pt x="3661" y="4809"/>
                </a:lnTo>
                <a:lnTo>
                  <a:pt x="4831" y="3639"/>
                </a:lnTo>
                <a:lnTo>
                  <a:pt x="7052" y="4692"/>
                </a:lnTo>
                <a:lnTo>
                  <a:pt x="7754" y="4224"/>
                </a:lnTo>
                <a:lnTo>
                  <a:pt x="8083" y="3851"/>
                </a:lnTo>
                <a:lnTo>
                  <a:pt x="7337" y="891"/>
                </a:lnTo>
                <a:lnTo>
                  <a:pt x="8638" y="350"/>
                </a:lnTo>
                <a:lnTo>
                  <a:pt x="10297" y="825"/>
                </a:lnTo>
                <a:lnTo>
                  <a:pt x="14398" y="372"/>
                </a:lnTo>
                <a:lnTo>
                  <a:pt x="18658" y="343"/>
                </a:lnTo>
                <a:lnTo>
                  <a:pt x="22839" y="847"/>
                </a:lnTo>
                <a:lnTo>
                  <a:pt x="28211" y="0"/>
                </a:lnTo>
                <a:lnTo>
                  <a:pt x="29373" y="1425"/>
                </a:lnTo>
                <a:lnTo>
                  <a:pt x="28350" y="3435"/>
                </a:lnTo>
                <a:lnTo>
                  <a:pt x="28803" y="4224"/>
                </a:lnTo>
                <a:lnTo>
                  <a:pt x="29504" y="4692"/>
                </a:lnTo>
                <a:lnTo>
                  <a:pt x="31726" y="3639"/>
                </a:lnTo>
                <a:lnTo>
                  <a:pt x="32801" y="4714"/>
                </a:lnTo>
                <a:lnTo>
                  <a:pt x="31748" y="7359"/>
                </a:lnTo>
                <a:lnTo>
                  <a:pt x="33122" y="8244"/>
                </a:lnTo>
                <a:lnTo>
                  <a:pt x="34935" y="7294"/>
                </a:lnTo>
                <a:lnTo>
                  <a:pt x="35819" y="7732"/>
                </a:lnTo>
                <a:lnTo>
                  <a:pt x="35819" y="26062"/>
                </a:lnTo>
                <a:lnTo>
                  <a:pt x="36163" y="28079"/>
                </a:lnTo>
                <a:lnTo>
                  <a:pt x="35585" y="29256"/>
                </a:lnTo>
                <a:lnTo>
                  <a:pt x="32713" y="28379"/>
                </a:lnTo>
                <a:lnTo>
                  <a:pt x="31821" y="29271"/>
                </a:lnTo>
                <a:lnTo>
                  <a:pt x="32874" y="31916"/>
                </a:lnTo>
                <a:lnTo>
                  <a:pt x="31500" y="32830"/>
                </a:lnTo>
                <a:lnTo>
                  <a:pt x="29687" y="31858"/>
                </a:lnTo>
                <a:lnTo>
                  <a:pt x="28803" y="32289"/>
                </a:lnTo>
                <a:lnTo>
                  <a:pt x="28474" y="32654"/>
                </a:lnTo>
                <a:lnTo>
                  <a:pt x="29212" y="35629"/>
                </a:lnTo>
                <a:lnTo>
                  <a:pt x="28006" y="36126"/>
                </a:lnTo>
                <a:lnTo>
                  <a:pt x="26164" y="35797"/>
                </a:lnTo>
                <a:lnTo>
                  <a:pt x="12965" y="35797"/>
                </a:lnTo>
                <a:lnTo>
                  <a:pt x="9391" y="364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5303822" y="8481108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0" y="0"/>
                </a:moveTo>
                <a:lnTo>
                  <a:pt x="14032" y="0"/>
                </a:lnTo>
                <a:lnTo>
                  <a:pt x="14032" y="14032"/>
                </a:lnTo>
                <a:lnTo>
                  <a:pt x="0" y="14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7250145" y="8532926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4">
                <a:moveTo>
                  <a:pt x="54939" y="120767"/>
                </a:moveTo>
                <a:lnTo>
                  <a:pt x="52878" y="119883"/>
                </a:lnTo>
                <a:lnTo>
                  <a:pt x="53682" y="116930"/>
                </a:lnTo>
                <a:lnTo>
                  <a:pt x="52930" y="116177"/>
                </a:lnTo>
                <a:lnTo>
                  <a:pt x="50394" y="116667"/>
                </a:lnTo>
                <a:lnTo>
                  <a:pt x="47631" y="116184"/>
                </a:lnTo>
                <a:lnTo>
                  <a:pt x="45007" y="116564"/>
                </a:lnTo>
                <a:lnTo>
                  <a:pt x="41879" y="116564"/>
                </a:lnTo>
                <a:lnTo>
                  <a:pt x="40139" y="116879"/>
                </a:lnTo>
                <a:lnTo>
                  <a:pt x="38890" y="116418"/>
                </a:lnTo>
                <a:lnTo>
                  <a:pt x="39613" y="113392"/>
                </a:lnTo>
                <a:lnTo>
                  <a:pt x="38955" y="112727"/>
                </a:lnTo>
                <a:lnTo>
                  <a:pt x="36288" y="113086"/>
                </a:lnTo>
                <a:lnTo>
                  <a:pt x="34914" y="113020"/>
                </a:lnTo>
                <a:lnTo>
                  <a:pt x="33035" y="113422"/>
                </a:lnTo>
                <a:lnTo>
                  <a:pt x="31800" y="112837"/>
                </a:lnTo>
                <a:lnTo>
                  <a:pt x="32662" y="109950"/>
                </a:lnTo>
                <a:lnTo>
                  <a:pt x="31939" y="109227"/>
                </a:lnTo>
                <a:lnTo>
                  <a:pt x="29271" y="109585"/>
                </a:lnTo>
                <a:lnTo>
                  <a:pt x="28087" y="109519"/>
                </a:lnTo>
                <a:lnTo>
                  <a:pt x="25785" y="109928"/>
                </a:lnTo>
                <a:lnTo>
                  <a:pt x="24681" y="109161"/>
                </a:lnTo>
                <a:lnTo>
                  <a:pt x="25756" y="106552"/>
                </a:lnTo>
                <a:lnTo>
                  <a:pt x="24667" y="105463"/>
                </a:lnTo>
                <a:lnTo>
                  <a:pt x="22328" y="106632"/>
                </a:lnTo>
                <a:lnTo>
                  <a:pt x="21158" y="105463"/>
                </a:lnTo>
                <a:lnTo>
                  <a:pt x="22328" y="103124"/>
                </a:lnTo>
                <a:lnTo>
                  <a:pt x="21159" y="101955"/>
                </a:lnTo>
                <a:lnTo>
                  <a:pt x="18820" y="103124"/>
                </a:lnTo>
                <a:lnTo>
                  <a:pt x="17650" y="101955"/>
                </a:lnTo>
                <a:lnTo>
                  <a:pt x="18820" y="99616"/>
                </a:lnTo>
                <a:lnTo>
                  <a:pt x="17650" y="98446"/>
                </a:lnTo>
                <a:lnTo>
                  <a:pt x="15312" y="99616"/>
                </a:lnTo>
                <a:lnTo>
                  <a:pt x="14142" y="98446"/>
                </a:lnTo>
                <a:lnTo>
                  <a:pt x="15311" y="96108"/>
                </a:lnTo>
                <a:lnTo>
                  <a:pt x="14222" y="95026"/>
                </a:lnTo>
                <a:lnTo>
                  <a:pt x="11606" y="96093"/>
                </a:lnTo>
                <a:lnTo>
                  <a:pt x="10341" y="94259"/>
                </a:lnTo>
                <a:lnTo>
                  <a:pt x="12359" y="89442"/>
                </a:lnTo>
                <a:lnTo>
                  <a:pt x="10809" y="88171"/>
                </a:lnTo>
                <a:lnTo>
                  <a:pt x="7915" y="88945"/>
                </a:lnTo>
                <a:lnTo>
                  <a:pt x="7104" y="87235"/>
                </a:lnTo>
                <a:lnTo>
                  <a:pt x="8734" y="82331"/>
                </a:lnTo>
                <a:lnTo>
                  <a:pt x="7367" y="81205"/>
                </a:lnTo>
                <a:lnTo>
                  <a:pt x="4334" y="81856"/>
                </a:lnTo>
                <a:lnTo>
                  <a:pt x="3559" y="79722"/>
                </a:lnTo>
                <a:lnTo>
                  <a:pt x="4202" y="76382"/>
                </a:lnTo>
                <a:lnTo>
                  <a:pt x="4202" y="72391"/>
                </a:lnTo>
                <a:lnTo>
                  <a:pt x="4728" y="69460"/>
                </a:lnTo>
                <a:lnTo>
                  <a:pt x="4114" y="67136"/>
                </a:lnTo>
                <a:lnTo>
                  <a:pt x="972" y="67735"/>
                </a:lnTo>
                <a:lnTo>
                  <a:pt x="358" y="67122"/>
                </a:lnTo>
                <a:lnTo>
                  <a:pt x="716" y="64461"/>
                </a:lnTo>
                <a:lnTo>
                  <a:pt x="628" y="62788"/>
                </a:lnTo>
                <a:lnTo>
                  <a:pt x="694" y="58651"/>
                </a:lnTo>
                <a:lnTo>
                  <a:pt x="0" y="55040"/>
                </a:lnTo>
                <a:lnTo>
                  <a:pt x="876" y="52979"/>
                </a:lnTo>
                <a:lnTo>
                  <a:pt x="3829" y="53791"/>
                </a:lnTo>
                <a:lnTo>
                  <a:pt x="4589" y="53031"/>
                </a:lnTo>
                <a:lnTo>
                  <a:pt x="4100" y="50502"/>
                </a:lnTo>
                <a:lnTo>
                  <a:pt x="4582" y="47739"/>
                </a:lnTo>
                <a:lnTo>
                  <a:pt x="4202" y="45115"/>
                </a:lnTo>
                <a:lnTo>
                  <a:pt x="4202" y="41965"/>
                </a:lnTo>
                <a:lnTo>
                  <a:pt x="3895" y="40270"/>
                </a:lnTo>
                <a:lnTo>
                  <a:pt x="4334" y="39013"/>
                </a:lnTo>
                <a:lnTo>
                  <a:pt x="7389" y="39714"/>
                </a:lnTo>
                <a:lnTo>
                  <a:pt x="8039" y="39056"/>
                </a:lnTo>
                <a:lnTo>
                  <a:pt x="7681" y="36396"/>
                </a:lnTo>
                <a:lnTo>
                  <a:pt x="7754" y="35022"/>
                </a:lnTo>
                <a:lnTo>
                  <a:pt x="7345" y="33144"/>
                </a:lnTo>
                <a:lnTo>
                  <a:pt x="7930" y="31909"/>
                </a:lnTo>
                <a:lnTo>
                  <a:pt x="10824" y="32771"/>
                </a:lnTo>
                <a:lnTo>
                  <a:pt x="11547" y="32040"/>
                </a:lnTo>
                <a:lnTo>
                  <a:pt x="11189" y="29380"/>
                </a:lnTo>
                <a:lnTo>
                  <a:pt x="11255" y="28189"/>
                </a:lnTo>
                <a:lnTo>
                  <a:pt x="10846" y="25908"/>
                </a:lnTo>
                <a:lnTo>
                  <a:pt x="11606" y="24797"/>
                </a:lnTo>
                <a:lnTo>
                  <a:pt x="14230" y="25864"/>
                </a:lnTo>
                <a:lnTo>
                  <a:pt x="15311" y="24783"/>
                </a:lnTo>
                <a:lnTo>
                  <a:pt x="14142" y="22444"/>
                </a:lnTo>
                <a:lnTo>
                  <a:pt x="15311" y="21275"/>
                </a:lnTo>
                <a:lnTo>
                  <a:pt x="17650" y="22444"/>
                </a:lnTo>
                <a:lnTo>
                  <a:pt x="18805" y="21289"/>
                </a:lnTo>
                <a:lnTo>
                  <a:pt x="17643" y="18892"/>
                </a:lnTo>
                <a:lnTo>
                  <a:pt x="18856" y="17781"/>
                </a:lnTo>
                <a:lnTo>
                  <a:pt x="21151" y="18951"/>
                </a:lnTo>
                <a:lnTo>
                  <a:pt x="22233" y="17862"/>
                </a:lnTo>
                <a:lnTo>
                  <a:pt x="21180" y="15216"/>
                </a:lnTo>
                <a:lnTo>
                  <a:pt x="22533" y="14317"/>
                </a:lnTo>
                <a:lnTo>
                  <a:pt x="24484" y="15413"/>
                </a:lnTo>
                <a:lnTo>
                  <a:pt x="25836" y="14412"/>
                </a:lnTo>
                <a:lnTo>
                  <a:pt x="24732" y="11854"/>
                </a:lnTo>
                <a:lnTo>
                  <a:pt x="25836" y="10750"/>
                </a:lnTo>
                <a:lnTo>
                  <a:pt x="28058" y="11803"/>
                </a:lnTo>
                <a:lnTo>
                  <a:pt x="29461" y="10867"/>
                </a:lnTo>
                <a:lnTo>
                  <a:pt x="31683" y="11920"/>
                </a:lnTo>
                <a:lnTo>
                  <a:pt x="32706" y="10897"/>
                </a:lnTo>
                <a:lnTo>
                  <a:pt x="31749" y="8112"/>
                </a:lnTo>
                <a:lnTo>
                  <a:pt x="33554" y="7111"/>
                </a:lnTo>
                <a:lnTo>
                  <a:pt x="38400" y="8901"/>
                </a:lnTo>
                <a:lnTo>
                  <a:pt x="39540" y="7513"/>
                </a:lnTo>
                <a:lnTo>
                  <a:pt x="38962" y="4421"/>
                </a:lnTo>
                <a:lnTo>
                  <a:pt x="41192" y="3734"/>
                </a:lnTo>
                <a:lnTo>
                  <a:pt x="44290" y="4319"/>
                </a:lnTo>
                <a:lnTo>
                  <a:pt x="48566" y="4319"/>
                </a:lnTo>
                <a:lnTo>
                  <a:pt x="51051" y="4611"/>
                </a:lnTo>
                <a:lnTo>
                  <a:pt x="53324" y="4312"/>
                </a:lnTo>
                <a:lnTo>
                  <a:pt x="53550" y="4282"/>
                </a:lnTo>
                <a:lnTo>
                  <a:pt x="53104" y="1023"/>
                </a:lnTo>
                <a:lnTo>
                  <a:pt x="53630" y="496"/>
                </a:lnTo>
                <a:lnTo>
                  <a:pt x="57935" y="818"/>
                </a:lnTo>
                <a:lnTo>
                  <a:pt x="59258" y="606"/>
                </a:lnTo>
                <a:lnTo>
                  <a:pt x="62372" y="1169"/>
                </a:lnTo>
                <a:lnTo>
                  <a:pt x="65478" y="0"/>
                </a:lnTo>
                <a:lnTo>
                  <a:pt x="67802" y="993"/>
                </a:lnTo>
                <a:lnTo>
                  <a:pt x="66991" y="3946"/>
                </a:lnTo>
                <a:lnTo>
                  <a:pt x="67751" y="4706"/>
                </a:lnTo>
                <a:lnTo>
                  <a:pt x="70280" y="4209"/>
                </a:lnTo>
                <a:lnTo>
                  <a:pt x="73042" y="4692"/>
                </a:lnTo>
                <a:lnTo>
                  <a:pt x="75666" y="4312"/>
                </a:lnTo>
                <a:lnTo>
                  <a:pt x="78816" y="4312"/>
                </a:lnTo>
                <a:lnTo>
                  <a:pt x="80512" y="4005"/>
                </a:lnTo>
                <a:lnTo>
                  <a:pt x="81769" y="4443"/>
                </a:lnTo>
                <a:lnTo>
                  <a:pt x="81067" y="7498"/>
                </a:lnTo>
                <a:lnTo>
                  <a:pt x="81718" y="8156"/>
                </a:lnTo>
                <a:lnTo>
                  <a:pt x="84385" y="7798"/>
                </a:lnTo>
                <a:lnTo>
                  <a:pt x="85752" y="7864"/>
                </a:lnTo>
                <a:lnTo>
                  <a:pt x="87631" y="7454"/>
                </a:lnTo>
                <a:lnTo>
                  <a:pt x="88866" y="8046"/>
                </a:lnTo>
                <a:lnTo>
                  <a:pt x="88003" y="10933"/>
                </a:lnTo>
                <a:lnTo>
                  <a:pt x="88727" y="11657"/>
                </a:lnTo>
                <a:lnTo>
                  <a:pt x="91395" y="11306"/>
                </a:lnTo>
                <a:lnTo>
                  <a:pt x="92593" y="11364"/>
                </a:lnTo>
                <a:lnTo>
                  <a:pt x="94859" y="10955"/>
                </a:lnTo>
                <a:lnTo>
                  <a:pt x="95977" y="11708"/>
                </a:lnTo>
                <a:lnTo>
                  <a:pt x="94918" y="14346"/>
                </a:lnTo>
                <a:lnTo>
                  <a:pt x="95999" y="15421"/>
                </a:lnTo>
                <a:lnTo>
                  <a:pt x="98338" y="14251"/>
                </a:lnTo>
                <a:lnTo>
                  <a:pt x="99507" y="15421"/>
                </a:lnTo>
                <a:lnTo>
                  <a:pt x="98338" y="17759"/>
                </a:lnTo>
                <a:lnTo>
                  <a:pt x="99507" y="18929"/>
                </a:lnTo>
                <a:lnTo>
                  <a:pt x="101846" y="17759"/>
                </a:lnTo>
                <a:lnTo>
                  <a:pt x="103016" y="18929"/>
                </a:lnTo>
                <a:lnTo>
                  <a:pt x="101846" y="21267"/>
                </a:lnTo>
                <a:lnTo>
                  <a:pt x="103015" y="22437"/>
                </a:lnTo>
                <a:lnTo>
                  <a:pt x="105354" y="21267"/>
                </a:lnTo>
                <a:lnTo>
                  <a:pt x="106524" y="22437"/>
                </a:lnTo>
                <a:lnTo>
                  <a:pt x="105355" y="24776"/>
                </a:lnTo>
                <a:lnTo>
                  <a:pt x="106422" y="25843"/>
                </a:lnTo>
                <a:lnTo>
                  <a:pt x="109082" y="24797"/>
                </a:lnTo>
                <a:lnTo>
                  <a:pt x="110288" y="26632"/>
                </a:lnTo>
                <a:lnTo>
                  <a:pt x="108315" y="31448"/>
                </a:lnTo>
                <a:lnTo>
                  <a:pt x="109857" y="32713"/>
                </a:lnTo>
                <a:lnTo>
                  <a:pt x="112751" y="31938"/>
                </a:lnTo>
                <a:lnTo>
                  <a:pt x="113562" y="33648"/>
                </a:lnTo>
                <a:lnTo>
                  <a:pt x="111932" y="38552"/>
                </a:lnTo>
                <a:lnTo>
                  <a:pt x="113292" y="39671"/>
                </a:lnTo>
                <a:lnTo>
                  <a:pt x="116340" y="39035"/>
                </a:lnTo>
                <a:lnTo>
                  <a:pt x="117538" y="42477"/>
                </a:lnTo>
                <a:lnTo>
                  <a:pt x="115762" y="46709"/>
                </a:lnTo>
                <a:lnTo>
                  <a:pt x="116595" y="50524"/>
                </a:lnTo>
                <a:lnTo>
                  <a:pt x="116047" y="53009"/>
                </a:lnTo>
                <a:lnTo>
                  <a:pt x="116953" y="53915"/>
                </a:lnTo>
                <a:lnTo>
                  <a:pt x="119599" y="52863"/>
                </a:lnTo>
                <a:lnTo>
                  <a:pt x="120345" y="53981"/>
                </a:lnTo>
                <a:lnTo>
                  <a:pt x="119943" y="56247"/>
                </a:lnTo>
                <a:lnTo>
                  <a:pt x="120060" y="58965"/>
                </a:lnTo>
                <a:lnTo>
                  <a:pt x="120462" y="61984"/>
                </a:lnTo>
                <a:lnTo>
                  <a:pt x="119819" y="64571"/>
                </a:lnTo>
                <a:lnTo>
                  <a:pt x="120403" y="67027"/>
                </a:lnTo>
                <a:lnTo>
                  <a:pt x="119723" y="67706"/>
                </a:lnTo>
                <a:lnTo>
                  <a:pt x="116515" y="67180"/>
                </a:lnTo>
                <a:lnTo>
                  <a:pt x="116033" y="69592"/>
                </a:lnTo>
                <a:lnTo>
                  <a:pt x="116464" y="72296"/>
                </a:lnTo>
                <a:lnTo>
                  <a:pt x="116464" y="76382"/>
                </a:lnTo>
                <a:lnTo>
                  <a:pt x="117107" y="79715"/>
                </a:lnTo>
                <a:lnTo>
                  <a:pt x="116318" y="81885"/>
                </a:lnTo>
                <a:lnTo>
                  <a:pt x="113285" y="81162"/>
                </a:lnTo>
                <a:lnTo>
                  <a:pt x="112627" y="81820"/>
                </a:lnTo>
                <a:lnTo>
                  <a:pt x="112977" y="84487"/>
                </a:lnTo>
                <a:lnTo>
                  <a:pt x="112912" y="85861"/>
                </a:lnTo>
                <a:lnTo>
                  <a:pt x="113321" y="87739"/>
                </a:lnTo>
                <a:lnTo>
                  <a:pt x="112736" y="88975"/>
                </a:lnTo>
                <a:lnTo>
                  <a:pt x="109842" y="88112"/>
                </a:lnTo>
                <a:lnTo>
                  <a:pt x="109118" y="88843"/>
                </a:lnTo>
                <a:lnTo>
                  <a:pt x="109477" y="91503"/>
                </a:lnTo>
                <a:lnTo>
                  <a:pt x="109411" y="92695"/>
                </a:lnTo>
                <a:lnTo>
                  <a:pt x="109820" y="94982"/>
                </a:lnTo>
                <a:lnTo>
                  <a:pt x="109053" y="96093"/>
                </a:lnTo>
                <a:lnTo>
                  <a:pt x="106436" y="95026"/>
                </a:lnTo>
                <a:lnTo>
                  <a:pt x="105355" y="96108"/>
                </a:lnTo>
                <a:lnTo>
                  <a:pt x="106524" y="98446"/>
                </a:lnTo>
                <a:lnTo>
                  <a:pt x="105355" y="99616"/>
                </a:lnTo>
                <a:lnTo>
                  <a:pt x="103016" y="98446"/>
                </a:lnTo>
                <a:lnTo>
                  <a:pt x="101846" y="99616"/>
                </a:lnTo>
                <a:lnTo>
                  <a:pt x="103015" y="101955"/>
                </a:lnTo>
                <a:lnTo>
                  <a:pt x="101846" y="103124"/>
                </a:lnTo>
                <a:lnTo>
                  <a:pt x="99507" y="101955"/>
                </a:lnTo>
                <a:lnTo>
                  <a:pt x="98338" y="103124"/>
                </a:lnTo>
                <a:lnTo>
                  <a:pt x="99507" y="105463"/>
                </a:lnTo>
                <a:lnTo>
                  <a:pt x="98338" y="106632"/>
                </a:lnTo>
                <a:lnTo>
                  <a:pt x="95999" y="105463"/>
                </a:lnTo>
                <a:lnTo>
                  <a:pt x="94910" y="106552"/>
                </a:lnTo>
                <a:lnTo>
                  <a:pt x="95985" y="109161"/>
                </a:lnTo>
                <a:lnTo>
                  <a:pt x="94150" y="110440"/>
                </a:lnTo>
                <a:lnTo>
                  <a:pt x="89334" y="108408"/>
                </a:lnTo>
                <a:lnTo>
                  <a:pt x="88062" y="109972"/>
                </a:lnTo>
                <a:lnTo>
                  <a:pt x="88837" y="112859"/>
                </a:lnTo>
                <a:lnTo>
                  <a:pt x="87126" y="113663"/>
                </a:lnTo>
                <a:lnTo>
                  <a:pt x="82215" y="112040"/>
                </a:lnTo>
                <a:lnTo>
                  <a:pt x="81097" y="113407"/>
                </a:lnTo>
                <a:lnTo>
                  <a:pt x="81747" y="116440"/>
                </a:lnTo>
                <a:lnTo>
                  <a:pt x="79606" y="117208"/>
                </a:lnTo>
                <a:lnTo>
                  <a:pt x="76266" y="116564"/>
                </a:lnTo>
                <a:lnTo>
                  <a:pt x="72283" y="116564"/>
                </a:lnTo>
                <a:lnTo>
                  <a:pt x="69352" y="116038"/>
                </a:lnTo>
                <a:lnTo>
                  <a:pt x="67028" y="116652"/>
                </a:lnTo>
                <a:lnTo>
                  <a:pt x="67635" y="119795"/>
                </a:lnTo>
                <a:lnTo>
                  <a:pt x="67021" y="120401"/>
                </a:lnTo>
                <a:lnTo>
                  <a:pt x="64353" y="120043"/>
                </a:lnTo>
                <a:lnTo>
                  <a:pt x="58543" y="120073"/>
                </a:lnTo>
                <a:lnTo>
                  <a:pt x="54939" y="1207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6832676" y="8536632"/>
            <a:ext cx="114300" cy="113664"/>
          </a:xfrm>
          <a:custGeom>
            <a:avLst/>
            <a:gdLst/>
            <a:ahLst/>
            <a:cxnLst/>
            <a:rect l="l" t="t" r="r" b="b"/>
            <a:pathLst>
              <a:path w="114300" h="113665">
                <a:moveTo>
                  <a:pt x="43377" y="113561"/>
                </a:moveTo>
                <a:lnTo>
                  <a:pt x="42559" y="112552"/>
                </a:lnTo>
                <a:lnTo>
                  <a:pt x="43107" y="109424"/>
                </a:lnTo>
                <a:lnTo>
                  <a:pt x="40819" y="108810"/>
                </a:lnTo>
                <a:lnTo>
                  <a:pt x="37852" y="109351"/>
                </a:lnTo>
                <a:lnTo>
                  <a:pt x="34892" y="109351"/>
                </a:lnTo>
                <a:lnTo>
                  <a:pt x="33101" y="109665"/>
                </a:lnTo>
                <a:lnTo>
                  <a:pt x="31866" y="109190"/>
                </a:lnTo>
                <a:lnTo>
                  <a:pt x="32619" y="106186"/>
                </a:lnTo>
                <a:lnTo>
                  <a:pt x="31691" y="105258"/>
                </a:lnTo>
                <a:lnTo>
                  <a:pt x="29469" y="106310"/>
                </a:lnTo>
                <a:lnTo>
                  <a:pt x="28065" y="105375"/>
                </a:lnTo>
                <a:lnTo>
                  <a:pt x="25844" y="106427"/>
                </a:lnTo>
                <a:lnTo>
                  <a:pt x="24711" y="105295"/>
                </a:lnTo>
                <a:lnTo>
                  <a:pt x="25851" y="102817"/>
                </a:lnTo>
                <a:lnTo>
                  <a:pt x="24601" y="101794"/>
                </a:lnTo>
                <a:lnTo>
                  <a:pt x="22350" y="102934"/>
                </a:lnTo>
                <a:lnTo>
                  <a:pt x="21166" y="101750"/>
                </a:lnTo>
                <a:lnTo>
                  <a:pt x="22335" y="99411"/>
                </a:lnTo>
                <a:lnTo>
                  <a:pt x="21166" y="98242"/>
                </a:lnTo>
                <a:lnTo>
                  <a:pt x="18827" y="99411"/>
                </a:lnTo>
                <a:lnTo>
                  <a:pt x="17658" y="98242"/>
                </a:lnTo>
                <a:lnTo>
                  <a:pt x="18827" y="95903"/>
                </a:lnTo>
                <a:lnTo>
                  <a:pt x="17658" y="94734"/>
                </a:lnTo>
                <a:lnTo>
                  <a:pt x="15319" y="95903"/>
                </a:lnTo>
                <a:lnTo>
                  <a:pt x="14149" y="94734"/>
                </a:lnTo>
                <a:lnTo>
                  <a:pt x="15319" y="92395"/>
                </a:lnTo>
                <a:lnTo>
                  <a:pt x="14150" y="91226"/>
                </a:lnTo>
                <a:lnTo>
                  <a:pt x="11811" y="92395"/>
                </a:lnTo>
                <a:lnTo>
                  <a:pt x="10627" y="91211"/>
                </a:lnTo>
                <a:lnTo>
                  <a:pt x="11767" y="88960"/>
                </a:lnTo>
                <a:lnTo>
                  <a:pt x="10743" y="87710"/>
                </a:lnTo>
                <a:lnTo>
                  <a:pt x="8266" y="88850"/>
                </a:lnTo>
                <a:lnTo>
                  <a:pt x="7133" y="87718"/>
                </a:lnTo>
                <a:lnTo>
                  <a:pt x="8185" y="85496"/>
                </a:lnTo>
                <a:lnTo>
                  <a:pt x="7250" y="84093"/>
                </a:lnTo>
                <a:lnTo>
                  <a:pt x="8302" y="81871"/>
                </a:lnTo>
                <a:lnTo>
                  <a:pt x="7359" y="80928"/>
                </a:lnTo>
                <a:lnTo>
                  <a:pt x="4385" y="81717"/>
                </a:lnTo>
                <a:lnTo>
                  <a:pt x="2982" y="78289"/>
                </a:lnTo>
                <a:lnTo>
                  <a:pt x="5481" y="73736"/>
                </a:lnTo>
                <a:lnTo>
                  <a:pt x="4019" y="70316"/>
                </a:lnTo>
                <a:lnTo>
                  <a:pt x="1067" y="71127"/>
                </a:lnTo>
                <a:lnTo>
                  <a:pt x="321" y="70381"/>
                </a:lnTo>
                <a:lnTo>
                  <a:pt x="782" y="67824"/>
                </a:lnTo>
                <a:lnTo>
                  <a:pt x="219" y="63943"/>
                </a:lnTo>
                <a:lnTo>
                  <a:pt x="701" y="60084"/>
                </a:lnTo>
                <a:lnTo>
                  <a:pt x="701" y="54427"/>
                </a:lnTo>
                <a:lnTo>
                  <a:pt x="489" y="52000"/>
                </a:lnTo>
                <a:lnTo>
                  <a:pt x="796" y="48689"/>
                </a:lnTo>
                <a:lnTo>
                  <a:pt x="0" y="43266"/>
                </a:lnTo>
                <a:lnTo>
                  <a:pt x="1037" y="42419"/>
                </a:lnTo>
                <a:lnTo>
                  <a:pt x="4085" y="43047"/>
                </a:lnTo>
                <a:lnTo>
                  <a:pt x="4516" y="41819"/>
                </a:lnTo>
                <a:lnTo>
                  <a:pt x="4209" y="40124"/>
                </a:lnTo>
                <a:lnTo>
                  <a:pt x="4209" y="38297"/>
                </a:lnTo>
                <a:lnTo>
                  <a:pt x="3888" y="36499"/>
                </a:lnTo>
                <a:lnTo>
                  <a:pt x="4480" y="34993"/>
                </a:lnTo>
                <a:lnTo>
                  <a:pt x="3713" y="32669"/>
                </a:lnTo>
                <a:lnTo>
                  <a:pt x="4699" y="31682"/>
                </a:lnTo>
                <a:lnTo>
                  <a:pt x="7345" y="32735"/>
                </a:lnTo>
                <a:lnTo>
                  <a:pt x="8259" y="31361"/>
                </a:lnTo>
                <a:lnTo>
                  <a:pt x="7191" y="29490"/>
                </a:lnTo>
                <a:lnTo>
                  <a:pt x="8171" y="27955"/>
                </a:lnTo>
                <a:lnTo>
                  <a:pt x="7140" y="25733"/>
                </a:lnTo>
                <a:lnTo>
                  <a:pt x="8207" y="24666"/>
                </a:lnTo>
                <a:lnTo>
                  <a:pt x="10846" y="25719"/>
                </a:lnTo>
                <a:lnTo>
                  <a:pt x="11701" y="24454"/>
                </a:lnTo>
                <a:lnTo>
                  <a:pt x="10641" y="22240"/>
                </a:lnTo>
                <a:lnTo>
                  <a:pt x="11715" y="21165"/>
                </a:lnTo>
                <a:lnTo>
                  <a:pt x="14361" y="22218"/>
                </a:lnTo>
                <a:lnTo>
                  <a:pt x="15238" y="20895"/>
                </a:lnTo>
                <a:lnTo>
                  <a:pt x="14150" y="18841"/>
                </a:lnTo>
                <a:lnTo>
                  <a:pt x="15231" y="17555"/>
                </a:lnTo>
                <a:lnTo>
                  <a:pt x="17687" y="18702"/>
                </a:lnTo>
                <a:lnTo>
                  <a:pt x="18834" y="17555"/>
                </a:lnTo>
                <a:lnTo>
                  <a:pt x="17665" y="15253"/>
                </a:lnTo>
                <a:lnTo>
                  <a:pt x="18798" y="14047"/>
                </a:lnTo>
                <a:lnTo>
                  <a:pt x="21173" y="15216"/>
                </a:lnTo>
                <a:lnTo>
                  <a:pt x="22335" y="14054"/>
                </a:lnTo>
                <a:lnTo>
                  <a:pt x="21166" y="11715"/>
                </a:lnTo>
                <a:lnTo>
                  <a:pt x="22335" y="10546"/>
                </a:lnTo>
                <a:lnTo>
                  <a:pt x="24674" y="11715"/>
                </a:lnTo>
                <a:lnTo>
                  <a:pt x="25705" y="10685"/>
                </a:lnTo>
                <a:lnTo>
                  <a:pt x="24733" y="7922"/>
                </a:lnTo>
                <a:lnTo>
                  <a:pt x="26545" y="6884"/>
                </a:lnTo>
                <a:lnTo>
                  <a:pt x="31383" y="8712"/>
                </a:lnTo>
                <a:lnTo>
                  <a:pt x="32516" y="7323"/>
                </a:lnTo>
                <a:lnTo>
                  <a:pt x="31975" y="4195"/>
                </a:lnTo>
                <a:lnTo>
                  <a:pt x="35564" y="3237"/>
                </a:lnTo>
                <a:lnTo>
                  <a:pt x="39510" y="4918"/>
                </a:lnTo>
                <a:lnTo>
                  <a:pt x="42800" y="4114"/>
                </a:lnTo>
                <a:lnTo>
                  <a:pt x="43099" y="4048"/>
                </a:lnTo>
                <a:lnTo>
                  <a:pt x="42536" y="869"/>
                </a:lnTo>
                <a:lnTo>
                  <a:pt x="43209" y="204"/>
                </a:lnTo>
                <a:lnTo>
                  <a:pt x="45709" y="730"/>
                </a:lnTo>
                <a:lnTo>
                  <a:pt x="48442" y="175"/>
                </a:lnTo>
                <a:lnTo>
                  <a:pt x="51146" y="606"/>
                </a:lnTo>
                <a:lnTo>
                  <a:pt x="63585" y="606"/>
                </a:lnTo>
                <a:lnTo>
                  <a:pt x="67678" y="0"/>
                </a:lnTo>
                <a:lnTo>
                  <a:pt x="71135" y="657"/>
                </a:lnTo>
                <a:lnTo>
                  <a:pt x="70616" y="3873"/>
                </a:lnTo>
                <a:lnTo>
                  <a:pt x="71296" y="4545"/>
                </a:lnTo>
                <a:lnTo>
                  <a:pt x="73752" y="3961"/>
                </a:lnTo>
                <a:lnTo>
                  <a:pt x="76529" y="4655"/>
                </a:lnTo>
                <a:lnTo>
                  <a:pt x="79284" y="3413"/>
                </a:lnTo>
                <a:lnTo>
                  <a:pt x="81762" y="4238"/>
                </a:lnTo>
                <a:lnTo>
                  <a:pt x="81075" y="7308"/>
                </a:lnTo>
                <a:lnTo>
                  <a:pt x="81718" y="7951"/>
                </a:lnTo>
                <a:lnTo>
                  <a:pt x="84386" y="7600"/>
                </a:lnTo>
                <a:lnTo>
                  <a:pt x="85636" y="7659"/>
                </a:lnTo>
                <a:lnTo>
                  <a:pt x="87792" y="7250"/>
                </a:lnTo>
                <a:lnTo>
                  <a:pt x="88947" y="7951"/>
                </a:lnTo>
                <a:lnTo>
                  <a:pt x="87945" y="10670"/>
                </a:lnTo>
                <a:lnTo>
                  <a:pt x="88895" y="11620"/>
                </a:lnTo>
                <a:lnTo>
                  <a:pt x="91541" y="10568"/>
                </a:lnTo>
                <a:lnTo>
                  <a:pt x="92418" y="11891"/>
                </a:lnTo>
                <a:lnTo>
                  <a:pt x="91329" y="13944"/>
                </a:lnTo>
                <a:lnTo>
                  <a:pt x="92411" y="15230"/>
                </a:lnTo>
                <a:lnTo>
                  <a:pt x="94866" y="14083"/>
                </a:lnTo>
                <a:lnTo>
                  <a:pt x="96007" y="15223"/>
                </a:lnTo>
                <a:lnTo>
                  <a:pt x="94837" y="17562"/>
                </a:lnTo>
                <a:lnTo>
                  <a:pt x="96007" y="18731"/>
                </a:lnTo>
                <a:lnTo>
                  <a:pt x="98345" y="17562"/>
                </a:lnTo>
                <a:lnTo>
                  <a:pt x="99420" y="18636"/>
                </a:lnTo>
                <a:lnTo>
                  <a:pt x="98368" y="21282"/>
                </a:lnTo>
                <a:lnTo>
                  <a:pt x="99690" y="22159"/>
                </a:lnTo>
                <a:lnTo>
                  <a:pt x="101744" y="21070"/>
                </a:lnTo>
                <a:lnTo>
                  <a:pt x="103030" y="22152"/>
                </a:lnTo>
                <a:lnTo>
                  <a:pt x="101883" y="24607"/>
                </a:lnTo>
                <a:lnTo>
                  <a:pt x="102972" y="25689"/>
                </a:lnTo>
                <a:lnTo>
                  <a:pt x="105494" y="24571"/>
                </a:lnTo>
                <a:lnTo>
                  <a:pt x="106897" y="26391"/>
                </a:lnTo>
                <a:lnTo>
                  <a:pt x="104777" y="31214"/>
                </a:lnTo>
                <a:lnTo>
                  <a:pt x="106363" y="32508"/>
                </a:lnTo>
                <a:lnTo>
                  <a:pt x="109243" y="31733"/>
                </a:lnTo>
                <a:lnTo>
                  <a:pt x="110178" y="33677"/>
                </a:lnTo>
                <a:lnTo>
                  <a:pt x="109455" y="37485"/>
                </a:lnTo>
                <a:lnTo>
                  <a:pt x="109455" y="40043"/>
                </a:lnTo>
                <a:lnTo>
                  <a:pt x="109126" y="41922"/>
                </a:lnTo>
                <a:lnTo>
                  <a:pt x="109645" y="43135"/>
                </a:lnTo>
                <a:lnTo>
                  <a:pt x="112598" y="42324"/>
                </a:lnTo>
                <a:lnTo>
                  <a:pt x="113336" y="43069"/>
                </a:lnTo>
                <a:lnTo>
                  <a:pt x="112883" y="45642"/>
                </a:lnTo>
                <a:lnTo>
                  <a:pt x="113431" y="49530"/>
                </a:lnTo>
                <a:lnTo>
                  <a:pt x="112963" y="53367"/>
                </a:lnTo>
                <a:lnTo>
                  <a:pt x="112963" y="59017"/>
                </a:lnTo>
                <a:lnTo>
                  <a:pt x="113204" y="61465"/>
                </a:lnTo>
                <a:lnTo>
                  <a:pt x="112853" y="64783"/>
                </a:lnTo>
                <a:lnTo>
                  <a:pt x="113672" y="70184"/>
                </a:lnTo>
                <a:lnTo>
                  <a:pt x="112664" y="71003"/>
                </a:lnTo>
                <a:lnTo>
                  <a:pt x="109535" y="70462"/>
                </a:lnTo>
                <a:lnTo>
                  <a:pt x="108914" y="72742"/>
                </a:lnTo>
                <a:lnTo>
                  <a:pt x="109455" y="75710"/>
                </a:lnTo>
                <a:lnTo>
                  <a:pt x="109455" y="78669"/>
                </a:lnTo>
                <a:lnTo>
                  <a:pt x="109777" y="80460"/>
                </a:lnTo>
                <a:lnTo>
                  <a:pt x="109294" y="81703"/>
                </a:lnTo>
                <a:lnTo>
                  <a:pt x="106290" y="80943"/>
                </a:lnTo>
                <a:lnTo>
                  <a:pt x="105362" y="81871"/>
                </a:lnTo>
                <a:lnTo>
                  <a:pt x="106414" y="84093"/>
                </a:lnTo>
                <a:lnTo>
                  <a:pt x="105479" y="85496"/>
                </a:lnTo>
                <a:lnTo>
                  <a:pt x="106531" y="87718"/>
                </a:lnTo>
                <a:lnTo>
                  <a:pt x="105399" y="88850"/>
                </a:lnTo>
                <a:lnTo>
                  <a:pt x="102921" y="87710"/>
                </a:lnTo>
                <a:lnTo>
                  <a:pt x="101898" y="88960"/>
                </a:lnTo>
                <a:lnTo>
                  <a:pt x="103038" y="91211"/>
                </a:lnTo>
                <a:lnTo>
                  <a:pt x="101854" y="92395"/>
                </a:lnTo>
                <a:lnTo>
                  <a:pt x="99515" y="91226"/>
                </a:lnTo>
                <a:lnTo>
                  <a:pt x="98345" y="92395"/>
                </a:lnTo>
                <a:lnTo>
                  <a:pt x="99515" y="94734"/>
                </a:lnTo>
                <a:lnTo>
                  <a:pt x="98346" y="95903"/>
                </a:lnTo>
                <a:lnTo>
                  <a:pt x="96007" y="94734"/>
                </a:lnTo>
                <a:lnTo>
                  <a:pt x="94837" y="95903"/>
                </a:lnTo>
                <a:lnTo>
                  <a:pt x="96007" y="98242"/>
                </a:lnTo>
                <a:lnTo>
                  <a:pt x="94837" y="99411"/>
                </a:lnTo>
                <a:lnTo>
                  <a:pt x="92499" y="98242"/>
                </a:lnTo>
                <a:lnTo>
                  <a:pt x="91329" y="99411"/>
                </a:lnTo>
                <a:lnTo>
                  <a:pt x="92498" y="101750"/>
                </a:lnTo>
                <a:lnTo>
                  <a:pt x="91314" y="102934"/>
                </a:lnTo>
                <a:lnTo>
                  <a:pt x="89063" y="101794"/>
                </a:lnTo>
                <a:lnTo>
                  <a:pt x="87814" y="102817"/>
                </a:lnTo>
                <a:lnTo>
                  <a:pt x="88954" y="105295"/>
                </a:lnTo>
                <a:lnTo>
                  <a:pt x="87821" y="106427"/>
                </a:lnTo>
                <a:lnTo>
                  <a:pt x="85599" y="105375"/>
                </a:lnTo>
                <a:lnTo>
                  <a:pt x="84196" y="106310"/>
                </a:lnTo>
                <a:lnTo>
                  <a:pt x="81974" y="105258"/>
                </a:lnTo>
                <a:lnTo>
                  <a:pt x="81046" y="106194"/>
                </a:lnTo>
                <a:lnTo>
                  <a:pt x="81806" y="109190"/>
                </a:lnTo>
                <a:lnTo>
                  <a:pt x="78363" y="110520"/>
                </a:lnTo>
                <a:lnTo>
                  <a:pt x="73839" y="108072"/>
                </a:lnTo>
                <a:lnTo>
                  <a:pt x="70419" y="109534"/>
                </a:lnTo>
                <a:lnTo>
                  <a:pt x="71230" y="112486"/>
                </a:lnTo>
                <a:lnTo>
                  <a:pt x="70492" y="113224"/>
                </a:lnTo>
                <a:lnTo>
                  <a:pt x="67919" y="112779"/>
                </a:lnTo>
                <a:lnTo>
                  <a:pt x="64024" y="113312"/>
                </a:lnTo>
                <a:lnTo>
                  <a:pt x="60201" y="112852"/>
                </a:lnTo>
                <a:lnTo>
                  <a:pt x="54545" y="112852"/>
                </a:lnTo>
                <a:lnTo>
                  <a:pt x="52096" y="113093"/>
                </a:lnTo>
                <a:lnTo>
                  <a:pt x="48778" y="112742"/>
                </a:lnTo>
                <a:lnTo>
                  <a:pt x="43377" y="113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7043268" y="8536837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38867" y="113254"/>
                </a:moveTo>
                <a:lnTo>
                  <a:pt x="35454" y="112618"/>
                </a:lnTo>
                <a:lnTo>
                  <a:pt x="35834" y="109417"/>
                </a:lnTo>
                <a:lnTo>
                  <a:pt x="35666" y="109154"/>
                </a:lnTo>
                <a:lnTo>
                  <a:pt x="34401" y="108269"/>
                </a:lnTo>
                <a:lnTo>
                  <a:pt x="29585" y="110301"/>
                </a:lnTo>
                <a:lnTo>
                  <a:pt x="28123" y="108503"/>
                </a:lnTo>
                <a:lnTo>
                  <a:pt x="29249" y="106216"/>
                </a:lnTo>
                <a:lnTo>
                  <a:pt x="28043" y="105068"/>
                </a:lnTo>
                <a:lnTo>
                  <a:pt x="25734" y="106238"/>
                </a:lnTo>
                <a:lnTo>
                  <a:pt x="24681" y="105185"/>
                </a:lnTo>
                <a:lnTo>
                  <a:pt x="25690" y="102466"/>
                </a:lnTo>
                <a:lnTo>
                  <a:pt x="23446" y="101100"/>
                </a:lnTo>
                <a:lnTo>
                  <a:pt x="19982" y="102934"/>
                </a:lnTo>
                <a:lnTo>
                  <a:pt x="17687" y="101947"/>
                </a:lnTo>
                <a:lnTo>
                  <a:pt x="18498" y="99002"/>
                </a:lnTo>
                <a:lnTo>
                  <a:pt x="17548" y="98045"/>
                </a:lnTo>
                <a:lnTo>
                  <a:pt x="15209" y="99214"/>
                </a:lnTo>
                <a:lnTo>
                  <a:pt x="14040" y="98045"/>
                </a:lnTo>
                <a:lnTo>
                  <a:pt x="15209" y="95706"/>
                </a:lnTo>
                <a:lnTo>
                  <a:pt x="14135" y="94632"/>
                </a:lnTo>
                <a:lnTo>
                  <a:pt x="11489" y="95684"/>
                </a:lnTo>
                <a:lnTo>
                  <a:pt x="10575" y="94310"/>
                </a:lnTo>
                <a:lnTo>
                  <a:pt x="11642" y="92439"/>
                </a:lnTo>
                <a:lnTo>
                  <a:pt x="10663" y="90904"/>
                </a:lnTo>
                <a:lnTo>
                  <a:pt x="11701" y="88690"/>
                </a:lnTo>
                <a:lnTo>
                  <a:pt x="10663" y="87652"/>
                </a:lnTo>
                <a:lnTo>
                  <a:pt x="7922" y="88639"/>
                </a:lnTo>
                <a:lnTo>
                  <a:pt x="7184" y="87396"/>
                </a:lnTo>
                <a:lnTo>
                  <a:pt x="8178" y="85167"/>
                </a:lnTo>
                <a:lnTo>
                  <a:pt x="7243" y="84231"/>
                </a:lnTo>
                <a:lnTo>
                  <a:pt x="4290" y="85043"/>
                </a:lnTo>
                <a:lnTo>
                  <a:pt x="3252" y="82616"/>
                </a:lnTo>
                <a:lnTo>
                  <a:pt x="4750" y="79642"/>
                </a:lnTo>
                <a:lnTo>
                  <a:pt x="4100" y="77581"/>
                </a:lnTo>
                <a:lnTo>
                  <a:pt x="3844" y="77449"/>
                </a:lnTo>
                <a:lnTo>
                  <a:pt x="614" y="77749"/>
                </a:lnTo>
                <a:lnTo>
                  <a:pt x="116" y="74270"/>
                </a:lnTo>
                <a:lnTo>
                  <a:pt x="591" y="70411"/>
                </a:lnTo>
                <a:lnTo>
                  <a:pt x="591" y="42740"/>
                </a:lnTo>
                <a:lnTo>
                  <a:pt x="0" y="38684"/>
                </a:lnTo>
                <a:lnTo>
                  <a:pt x="591" y="35264"/>
                </a:lnTo>
                <a:lnTo>
                  <a:pt x="3807" y="35629"/>
                </a:lnTo>
                <a:lnTo>
                  <a:pt x="4107" y="35483"/>
                </a:lnTo>
                <a:lnTo>
                  <a:pt x="4757" y="33422"/>
                </a:lnTo>
                <a:lnTo>
                  <a:pt x="3259" y="30440"/>
                </a:lnTo>
                <a:lnTo>
                  <a:pt x="4297" y="28021"/>
                </a:lnTo>
                <a:lnTo>
                  <a:pt x="7249" y="28832"/>
                </a:lnTo>
                <a:lnTo>
                  <a:pt x="8192" y="27889"/>
                </a:lnTo>
                <a:lnTo>
                  <a:pt x="7176" y="25667"/>
                </a:lnTo>
                <a:lnTo>
                  <a:pt x="7951" y="24417"/>
                </a:lnTo>
                <a:lnTo>
                  <a:pt x="10655" y="25426"/>
                </a:lnTo>
                <a:lnTo>
                  <a:pt x="11708" y="24374"/>
                </a:lnTo>
                <a:lnTo>
                  <a:pt x="10655" y="22152"/>
                </a:lnTo>
                <a:lnTo>
                  <a:pt x="11591" y="20756"/>
                </a:lnTo>
                <a:lnTo>
                  <a:pt x="10538" y="18534"/>
                </a:lnTo>
                <a:lnTo>
                  <a:pt x="11700" y="17372"/>
                </a:lnTo>
                <a:lnTo>
                  <a:pt x="14076" y="18541"/>
                </a:lnTo>
                <a:lnTo>
                  <a:pt x="15209" y="17343"/>
                </a:lnTo>
                <a:lnTo>
                  <a:pt x="14039" y="15033"/>
                </a:lnTo>
                <a:lnTo>
                  <a:pt x="15216" y="13857"/>
                </a:lnTo>
                <a:lnTo>
                  <a:pt x="17555" y="15026"/>
                </a:lnTo>
                <a:lnTo>
                  <a:pt x="18724" y="13857"/>
                </a:lnTo>
                <a:lnTo>
                  <a:pt x="17555" y="11518"/>
                </a:lnTo>
                <a:lnTo>
                  <a:pt x="18710" y="10356"/>
                </a:lnTo>
                <a:lnTo>
                  <a:pt x="20939" y="11372"/>
                </a:lnTo>
                <a:lnTo>
                  <a:pt x="22349" y="10495"/>
                </a:lnTo>
                <a:lnTo>
                  <a:pt x="24578" y="11510"/>
                </a:lnTo>
                <a:lnTo>
                  <a:pt x="25638" y="10443"/>
                </a:lnTo>
                <a:lnTo>
                  <a:pt x="24586" y="7798"/>
                </a:lnTo>
                <a:lnTo>
                  <a:pt x="25960" y="6884"/>
                </a:lnTo>
                <a:lnTo>
                  <a:pt x="27787" y="7893"/>
                </a:lnTo>
                <a:lnTo>
                  <a:pt x="29161" y="7155"/>
                </a:lnTo>
                <a:lnTo>
                  <a:pt x="28218" y="4348"/>
                </a:lnTo>
                <a:lnTo>
                  <a:pt x="28986" y="3588"/>
                </a:lnTo>
                <a:lnTo>
                  <a:pt x="31646" y="3946"/>
                </a:lnTo>
                <a:lnTo>
                  <a:pt x="33320" y="3858"/>
                </a:lnTo>
                <a:lnTo>
                  <a:pt x="34496" y="3968"/>
                </a:lnTo>
                <a:lnTo>
                  <a:pt x="35666" y="3917"/>
                </a:lnTo>
                <a:lnTo>
                  <a:pt x="36134" y="3215"/>
                </a:lnTo>
                <a:lnTo>
                  <a:pt x="35081" y="993"/>
                </a:lnTo>
                <a:lnTo>
                  <a:pt x="36031" y="43"/>
                </a:lnTo>
                <a:lnTo>
                  <a:pt x="38618" y="475"/>
                </a:lnTo>
                <a:lnTo>
                  <a:pt x="42543" y="0"/>
                </a:lnTo>
                <a:lnTo>
                  <a:pt x="46300" y="409"/>
                </a:lnTo>
                <a:lnTo>
                  <a:pt x="72947" y="409"/>
                </a:lnTo>
                <a:lnTo>
                  <a:pt x="75608" y="7"/>
                </a:lnTo>
                <a:lnTo>
                  <a:pt x="77976" y="445"/>
                </a:lnTo>
                <a:lnTo>
                  <a:pt x="77595" y="3654"/>
                </a:lnTo>
                <a:lnTo>
                  <a:pt x="77764" y="3917"/>
                </a:lnTo>
                <a:lnTo>
                  <a:pt x="79825" y="4567"/>
                </a:lnTo>
                <a:lnTo>
                  <a:pt x="82807" y="3069"/>
                </a:lnTo>
                <a:lnTo>
                  <a:pt x="85226" y="4107"/>
                </a:lnTo>
                <a:lnTo>
                  <a:pt x="84414" y="7060"/>
                </a:lnTo>
                <a:lnTo>
                  <a:pt x="85343" y="7988"/>
                </a:lnTo>
                <a:lnTo>
                  <a:pt x="87579" y="7030"/>
                </a:lnTo>
                <a:lnTo>
                  <a:pt x="88807" y="7717"/>
                </a:lnTo>
                <a:lnTo>
                  <a:pt x="87850" y="10495"/>
                </a:lnTo>
                <a:lnTo>
                  <a:pt x="88624" y="11269"/>
                </a:lnTo>
                <a:lnTo>
                  <a:pt x="91285" y="10911"/>
                </a:lnTo>
                <a:lnTo>
                  <a:pt x="92396" y="10962"/>
                </a:lnTo>
                <a:lnTo>
                  <a:pt x="94866" y="10575"/>
                </a:lnTo>
                <a:lnTo>
                  <a:pt x="95896" y="11415"/>
                </a:lnTo>
                <a:lnTo>
                  <a:pt x="94756" y="13893"/>
                </a:lnTo>
                <a:lnTo>
                  <a:pt x="95794" y="14931"/>
                </a:lnTo>
                <a:lnTo>
                  <a:pt x="98440" y="13878"/>
                </a:lnTo>
                <a:lnTo>
                  <a:pt x="99354" y="15252"/>
                </a:lnTo>
                <a:lnTo>
                  <a:pt x="98279" y="17131"/>
                </a:lnTo>
                <a:lnTo>
                  <a:pt x="99171" y="18505"/>
                </a:lnTo>
                <a:lnTo>
                  <a:pt x="101838" y="17467"/>
                </a:lnTo>
                <a:lnTo>
                  <a:pt x="102657" y="18286"/>
                </a:lnTo>
                <a:lnTo>
                  <a:pt x="102299" y="20946"/>
                </a:lnTo>
                <a:lnTo>
                  <a:pt x="102358" y="22174"/>
                </a:lnTo>
                <a:lnTo>
                  <a:pt x="101948" y="24381"/>
                </a:lnTo>
                <a:lnTo>
                  <a:pt x="102679" y="25514"/>
                </a:lnTo>
                <a:lnTo>
                  <a:pt x="105354" y="24483"/>
                </a:lnTo>
                <a:lnTo>
                  <a:pt x="106319" y="25448"/>
                </a:lnTo>
                <a:lnTo>
                  <a:pt x="105266" y="28094"/>
                </a:lnTo>
                <a:lnTo>
                  <a:pt x="106231" y="28729"/>
                </a:lnTo>
                <a:lnTo>
                  <a:pt x="109162" y="28079"/>
                </a:lnTo>
                <a:lnTo>
                  <a:pt x="110207" y="30411"/>
                </a:lnTo>
                <a:lnTo>
                  <a:pt x="108658" y="33444"/>
                </a:lnTo>
                <a:lnTo>
                  <a:pt x="109330" y="35483"/>
                </a:lnTo>
                <a:lnTo>
                  <a:pt x="109586" y="35614"/>
                </a:lnTo>
                <a:lnTo>
                  <a:pt x="112816" y="35315"/>
                </a:lnTo>
                <a:lnTo>
                  <a:pt x="113313" y="38794"/>
                </a:lnTo>
                <a:lnTo>
                  <a:pt x="112838" y="42653"/>
                </a:lnTo>
                <a:lnTo>
                  <a:pt x="112838" y="70316"/>
                </a:lnTo>
                <a:lnTo>
                  <a:pt x="113430" y="74379"/>
                </a:lnTo>
                <a:lnTo>
                  <a:pt x="112802" y="77793"/>
                </a:lnTo>
                <a:lnTo>
                  <a:pt x="109593" y="77412"/>
                </a:lnTo>
                <a:lnTo>
                  <a:pt x="109330" y="77581"/>
                </a:lnTo>
                <a:lnTo>
                  <a:pt x="108453" y="78845"/>
                </a:lnTo>
                <a:lnTo>
                  <a:pt x="110478" y="83661"/>
                </a:lnTo>
                <a:lnTo>
                  <a:pt x="108687" y="85130"/>
                </a:lnTo>
                <a:lnTo>
                  <a:pt x="106399" y="83998"/>
                </a:lnTo>
                <a:lnTo>
                  <a:pt x="105252" y="85203"/>
                </a:lnTo>
                <a:lnTo>
                  <a:pt x="106421" y="87513"/>
                </a:lnTo>
                <a:lnTo>
                  <a:pt x="105361" y="88573"/>
                </a:lnTo>
                <a:lnTo>
                  <a:pt x="102650" y="87564"/>
                </a:lnTo>
                <a:lnTo>
                  <a:pt x="101283" y="89808"/>
                </a:lnTo>
                <a:lnTo>
                  <a:pt x="103118" y="93272"/>
                </a:lnTo>
                <a:lnTo>
                  <a:pt x="102138" y="95567"/>
                </a:lnTo>
                <a:lnTo>
                  <a:pt x="99186" y="94756"/>
                </a:lnTo>
                <a:lnTo>
                  <a:pt x="98228" y="95706"/>
                </a:lnTo>
                <a:lnTo>
                  <a:pt x="99397" y="98045"/>
                </a:lnTo>
                <a:lnTo>
                  <a:pt x="98228" y="99214"/>
                </a:lnTo>
                <a:lnTo>
                  <a:pt x="95889" y="98045"/>
                </a:lnTo>
                <a:lnTo>
                  <a:pt x="94815" y="99119"/>
                </a:lnTo>
                <a:lnTo>
                  <a:pt x="95867" y="101765"/>
                </a:lnTo>
                <a:lnTo>
                  <a:pt x="94493" y="102686"/>
                </a:lnTo>
                <a:lnTo>
                  <a:pt x="92622" y="101611"/>
                </a:lnTo>
                <a:lnTo>
                  <a:pt x="91095" y="102591"/>
                </a:lnTo>
                <a:lnTo>
                  <a:pt x="88873" y="101560"/>
                </a:lnTo>
                <a:lnTo>
                  <a:pt x="87835" y="102591"/>
                </a:lnTo>
                <a:lnTo>
                  <a:pt x="88822" y="105331"/>
                </a:lnTo>
                <a:lnTo>
                  <a:pt x="87579" y="106069"/>
                </a:lnTo>
                <a:lnTo>
                  <a:pt x="85350" y="105076"/>
                </a:lnTo>
                <a:lnTo>
                  <a:pt x="84414" y="106018"/>
                </a:lnTo>
                <a:lnTo>
                  <a:pt x="85226" y="108971"/>
                </a:lnTo>
                <a:lnTo>
                  <a:pt x="82807" y="110001"/>
                </a:lnTo>
                <a:lnTo>
                  <a:pt x="79825" y="108503"/>
                </a:lnTo>
                <a:lnTo>
                  <a:pt x="77764" y="109154"/>
                </a:lnTo>
                <a:lnTo>
                  <a:pt x="77632" y="109402"/>
                </a:lnTo>
                <a:lnTo>
                  <a:pt x="77932" y="112640"/>
                </a:lnTo>
                <a:lnTo>
                  <a:pt x="74445" y="113137"/>
                </a:lnTo>
                <a:lnTo>
                  <a:pt x="70594" y="112655"/>
                </a:lnTo>
                <a:lnTo>
                  <a:pt x="42931" y="112655"/>
                </a:lnTo>
                <a:lnTo>
                  <a:pt x="38867" y="113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17464165" y="8536522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71266" y="113656"/>
                </a:moveTo>
                <a:lnTo>
                  <a:pt x="66998" y="112969"/>
                </a:lnTo>
                <a:lnTo>
                  <a:pt x="44144" y="112969"/>
                </a:lnTo>
                <a:lnTo>
                  <a:pt x="41359" y="113436"/>
                </a:lnTo>
                <a:lnTo>
                  <a:pt x="38977" y="112903"/>
                </a:lnTo>
                <a:lnTo>
                  <a:pt x="39533" y="109724"/>
                </a:lnTo>
                <a:lnTo>
                  <a:pt x="38838" y="109037"/>
                </a:lnTo>
                <a:lnTo>
                  <a:pt x="36382" y="109621"/>
                </a:lnTo>
                <a:lnTo>
                  <a:pt x="33795" y="108978"/>
                </a:lnTo>
                <a:lnTo>
                  <a:pt x="30543" y="110367"/>
                </a:lnTo>
                <a:lnTo>
                  <a:pt x="28270" y="109219"/>
                </a:lnTo>
                <a:lnTo>
                  <a:pt x="29162" y="106369"/>
                </a:lnTo>
                <a:lnTo>
                  <a:pt x="28168" y="105375"/>
                </a:lnTo>
                <a:lnTo>
                  <a:pt x="25829" y="106544"/>
                </a:lnTo>
                <a:lnTo>
                  <a:pt x="24659" y="105375"/>
                </a:lnTo>
                <a:lnTo>
                  <a:pt x="25829" y="103036"/>
                </a:lnTo>
                <a:lnTo>
                  <a:pt x="24667" y="101874"/>
                </a:lnTo>
                <a:lnTo>
                  <a:pt x="22445" y="102890"/>
                </a:lnTo>
                <a:lnTo>
                  <a:pt x="21027" y="102013"/>
                </a:lnTo>
                <a:lnTo>
                  <a:pt x="18805" y="103029"/>
                </a:lnTo>
                <a:lnTo>
                  <a:pt x="17738" y="101962"/>
                </a:lnTo>
                <a:lnTo>
                  <a:pt x="18790" y="99316"/>
                </a:lnTo>
                <a:lnTo>
                  <a:pt x="17526" y="98476"/>
                </a:lnTo>
                <a:lnTo>
                  <a:pt x="15304" y="99528"/>
                </a:lnTo>
                <a:lnTo>
                  <a:pt x="14135" y="98359"/>
                </a:lnTo>
                <a:lnTo>
                  <a:pt x="15304" y="96020"/>
                </a:lnTo>
                <a:lnTo>
                  <a:pt x="14354" y="95070"/>
                </a:lnTo>
                <a:lnTo>
                  <a:pt x="11401" y="95881"/>
                </a:lnTo>
                <a:lnTo>
                  <a:pt x="10480" y="93732"/>
                </a:lnTo>
                <a:lnTo>
                  <a:pt x="12300" y="89874"/>
                </a:lnTo>
                <a:lnTo>
                  <a:pt x="10773" y="87834"/>
                </a:lnTo>
                <a:lnTo>
                  <a:pt x="8229" y="88945"/>
                </a:lnTo>
                <a:lnTo>
                  <a:pt x="7213" y="87929"/>
                </a:lnTo>
                <a:lnTo>
                  <a:pt x="8266" y="85284"/>
                </a:lnTo>
                <a:lnTo>
                  <a:pt x="7272" y="84626"/>
                </a:lnTo>
                <a:lnTo>
                  <a:pt x="4407" y="85328"/>
                </a:lnTo>
                <a:lnTo>
                  <a:pt x="3296" y="83120"/>
                </a:lnTo>
                <a:lnTo>
                  <a:pt x="4684" y="79868"/>
                </a:lnTo>
                <a:lnTo>
                  <a:pt x="4041" y="77273"/>
                </a:lnTo>
                <a:lnTo>
                  <a:pt x="4626" y="74818"/>
                </a:lnTo>
                <a:lnTo>
                  <a:pt x="3931" y="74123"/>
                </a:lnTo>
                <a:lnTo>
                  <a:pt x="752" y="74679"/>
                </a:lnTo>
                <a:lnTo>
                  <a:pt x="0" y="71310"/>
                </a:lnTo>
                <a:lnTo>
                  <a:pt x="686" y="67027"/>
                </a:lnTo>
                <a:lnTo>
                  <a:pt x="686" y="44173"/>
                </a:lnTo>
                <a:lnTo>
                  <a:pt x="226" y="41395"/>
                </a:lnTo>
                <a:lnTo>
                  <a:pt x="752" y="39013"/>
                </a:lnTo>
                <a:lnTo>
                  <a:pt x="3939" y="39561"/>
                </a:lnTo>
                <a:lnTo>
                  <a:pt x="4626" y="38874"/>
                </a:lnTo>
                <a:lnTo>
                  <a:pt x="4041" y="36418"/>
                </a:lnTo>
                <a:lnTo>
                  <a:pt x="4692" y="33802"/>
                </a:lnTo>
                <a:lnTo>
                  <a:pt x="3310" y="30615"/>
                </a:lnTo>
                <a:lnTo>
                  <a:pt x="4421" y="28306"/>
                </a:lnTo>
                <a:lnTo>
                  <a:pt x="7308" y="29175"/>
                </a:lnTo>
                <a:lnTo>
                  <a:pt x="8192" y="28291"/>
                </a:lnTo>
                <a:lnTo>
                  <a:pt x="7140" y="25645"/>
                </a:lnTo>
                <a:lnTo>
                  <a:pt x="8105" y="25009"/>
                </a:lnTo>
                <a:lnTo>
                  <a:pt x="11043" y="25660"/>
                </a:lnTo>
                <a:lnTo>
                  <a:pt x="11547" y="24527"/>
                </a:lnTo>
                <a:lnTo>
                  <a:pt x="11211" y="22598"/>
                </a:lnTo>
                <a:lnTo>
                  <a:pt x="11211" y="21209"/>
                </a:lnTo>
                <a:lnTo>
                  <a:pt x="10882" y="18666"/>
                </a:lnTo>
                <a:lnTo>
                  <a:pt x="11701" y="17672"/>
                </a:lnTo>
                <a:lnTo>
                  <a:pt x="14171" y="18812"/>
                </a:lnTo>
                <a:lnTo>
                  <a:pt x="15209" y="17774"/>
                </a:lnTo>
                <a:lnTo>
                  <a:pt x="14157" y="15128"/>
                </a:lnTo>
                <a:lnTo>
                  <a:pt x="15479" y="14251"/>
                </a:lnTo>
                <a:lnTo>
                  <a:pt x="17533" y="15340"/>
                </a:lnTo>
                <a:lnTo>
                  <a:pt x="18820" y="14259"/>
                </a:lnTo>
                <a:lnTo>
                  <a:pt x="17672" y="11803"/>
                </a:lnTo>
                <a:lnTo>
                  <a:pt x="18827" y="10655"/>
                </a:lnTo>
                <a:lnTo>
                  <a:pt x="21056" y="11759"/>
                </a:lnTo>
                <a:lnTo>
                  <a:pt x="22423" y="10736"/>
                </a:lnTo>
                <a:lnTo>
                  <a:pt x="24652" y="11847"/>
                </a:lnTo>
                <a:lnTo>
                  <a:pt x="25829" y="10663"/>
                </a:lnTo>
                <a:lnTo>
                  <a:pt x="24659" y="8324"/>
                </a:lnTo>
                <a:lnTo>
                  <a:pt x="25829" y="7155"/>
                </a:lnTo>
                <a:lnTo>
                  <a:pt x="28167" y="8324"/>
                </a:lnTo>
                <a:lnTo>
                  <a:pt x="29264" y="7228"/>
                </a:lnTo>
                <a:lnTo>
                  <a:pt x="28175" y="4648"/>
                </a:lnTo>
                <a:lnTo>
                  <a:pt x="29476" y="3719"/>
                </a:lnTo>
                <a:lnTo>
                  <a:pt x="31413" y="4545"/>
                </a:lnTo>
                <a:lnTo>
                  <a:pt x="34307" y="3427"/>
                </a:lnTo>
                <a:lnTo>
                  <a:pt x="37157" y="4816"/>
                </a:lnTo>
                <a:lnTo>
                  <a:pt x="39269" y="4224"/>
                </a:lnTo>
                <a:lnTo>
                  <a:pt x="39598" y="4136"/>
                </a:lnTo>
                <a:lnTo>
                  <a:pt x="38984" y="1001"/>
                </a:lnTo>
                <a:lnTo>
                  <a:pt x="39649" y="336"/>
                </a:lnTo>
                <a:lnTo>
                  <a:pt x="42207" y="803"/>
                </a:lnTo>
                <a:lnTo>
                  <a:pt x="47221" y="65"/>
                </a:lnTo>
                <a:lnTo>
                  <a:pt x="52307" y="716"/>
                </a:lnTo>
                <a:lnTo>
                  <a:pt x="60223" y="716"/>
                </a:lnTo>
                <a:lnTo>
                  <a:pt x="63950" y="336"/>
                </a:lnTo>
                <a:lnTo>
                  <a:pt x="68379" y="833"/>
                </a:lnTo>
                <a:lnTo>
                  <a:pt x="73766" y="0"/>
                </a:lnTo>
                <a:lnTo>
                  <a:pt x="74591" y="1015"/>
                </a:lnTo>
                <a:lnTo>
                  <a:pt x="74051" y="4143"/>
                </a:lnTo>
                <a:lnTo>
                  <a:pt x="76331" y="4765"/>
                </a:lnTo>
                <a:lnTo>
                  <a:pt x="79298" y="4224"/>
                </a:lnTo>
                <a:lnTo>
                  <a:pt x="82222" y="4224"/>
                </a:lnTo>
                <a:lnTo>
                  <a:pt x="84100" y="3895"/>
                </a:lnTo>
                <a:lnTo>
                  <a:pt x="85313" y="4407"/>
                </a:lnTo>
                <a:lnTo>
                  <a:pt x="84510" y="7367"/>
                </a:lnTo>
                <a:lnTo>
                  <a:pt x="85459" y="8317"/>
                </a:lnTo>
                <a:lnTo>
                  <a:pt x="87798" y="7147"/>
                </a:lnTo>
                <a:lnTo>
                  <a:pt x="88968" y="8317"/>
                </a:lnTo>
                <a:lnTo>
                  <a:pt x="87798" y="10655"/>
                </a:lnTo>
                <a:lnTo>
                  <a:pt x="88961" y="11817"/>
                </a:lnTo>
                <a:lnTo>
                  <a:pt x="91182" y="10802"/>
                </a:lnTo>
                <a:lnTo>
                  <a:pt x="92600" y="11679"/>
                </a:lnTo>
                <a:lnTo>
                  <a:pt x="94822" y="10663"/>
                </a:lnTo>
                <a:lnTo>
                  <a:pt x="95889" y="11730"/>
                </a:lnTo>
                <a:lnTo>
                  <a:pt x="94837" y="14376"/>
                </a:lnTo>
                <a:lnTo>
                  <a:pt x="96094" y="15209"/>
                </a:lnTo>
                <a:lnTo>
                  <a:pt x="98338" y="14164"/>
                </a:lnTo>
                <a:lnTo>
                  <a:pt x="99492" y="15348"/>
                </a:lnTo>
                <a:lnTo>
                  <a:pt x="98323" y="17672"/>
                </a:lnTo>
                <a:lnTo>
                  <a:pt x="99280" y="18629"/>
                </a:lnTo>
                <a:lnTo>
                  <a:pt x="102226" y="17818"/>
                </a:lnTo>
                <a:lnTo>
                  <a:pt x="103147" y="19967"/>
                </a:lnTo>
                <a:lnTo>
                  <a:pt x="101327" y="23818"/>
                </a:lnTo>
                <a:lnTo>
                  <a:pt x="102854" y="25857"/>
                </a:lnTo>
                <a:lnTo>
                  <a:pt x="105398" y="24754"/>
                </a:lnTo>
                <a:lnTo>
                  <a:pt x="106414" y="25762"/>
                </a:lnTo>
                <a:lnTo>
                  <a:pt x="105361" y="28408"/>
                </a:lnTo>
                <a:lnTo>
                  <a:pt x="106355" y="29066"/>
                </a:lnTo>
                <a:lnTo>
                  <a:pt x="109228" y="28364"/>
                </a:lnTo>
                <a:lnTo>
                  <a:pt x="110339" y="30571"/>
                </a:lnTo>
                <a:lnTo>
                  <a:pt x="108943" y="33824"/>
                </a:lnTo>
                <a:lnTo>
                  <a:pt x="109586" y="36418"/>
                </a:lnTo>
                <a:lnTo>
                  <a:pt x="109001" y="38874"/>
                </a:lnTo>
                <a:lnTo>
                  <a:pt x="109696" y="39568"/>
                </a:lnTo>
                <a:lnTo>
                  <a:pt x="112875" y="39013"/>
                </a:lnTo>
                <a:lnTo>
                  <a:pt x="113635" y="42382"/>
                </a:lnTo>
                <a:lnTo>
                  <a:pt x="112941" y="46665"/>
                </a:lnTo>
                <a:lnTo>
                  <a:pt x="112941" y="69519"/>
                </a:lnTo>
                <a:lnTo>
                  <a:pt x="113401" y="72296"/>
                </a:lnTo>
                <a:lnTo>
                  <a:pt x="112875" y="74679"/>
                </a:lnTo>
                <a:lnTo>
                  <a:pt x="109696" y="74124"/>
                </a:lnTo>
                <a:lnTo>
                  <a:pt x="109001" y="74818"/>
                </a:lnTo>
                <a:lnTo>
                  <a:pt x="109586" y="77274"/>
                </a:lnTo>
                <a:lnTo>
                  <a:pt x="108943" y="79868"/>
                </a:lnTo>
                <a:lnTo>
                  <a:pt x="110339" y="83120"/>
                </a:lnTo>
                <a:lnTo>
                  <a:pt x="109191" y="85393"/>
                </a:lnTo>
                <a:lnTo>
                  <a:pt x="106333" y="84502"/>
                </a:lnTo>
                <a:lnTo>
                  <a:pt x="105340" y="85496"/>
                </a:lnTo>
                <a:lnTo>
                  <a:pt x="106509" y="87834"/>
                </a:lnTo>
                <a:lnTo>
                  <a:pt x="105340" y="89004"/>
                </a:lnTo>
                <a:lnTo>
                  <a:pt x="103001" y="87834"/>
                </a:lnTo>
                <a:lnTo>
                  <a:pt x="101838" y="88997"/>
                </a:lnTo>
                <a:lnTo>
                  <a:pt x="102854" y="91218"/>
                </a:lnTo>
                <a:lnTo>
                  <a:pt x="101977" y="92636"/>
                </a:lnTo>
                <a:lnTo>
                  <a:pt x="102993" y="94858"/>
                </a:lnTo>
                <a:lnTo>
                  <a:pt x="101926" y="95925"/>
                </a:lnTo>
                <a:lnTo>
                  <a:pt x="99281" y="94873"/>
                </a:lnTo>
                <a:lnTo>
                  <a:pt x="98440" y="96137"/>
                </a:lnTo>
                <a:lnTo>
                  <a:pt x="99492" y="98359"/>
                </a:lnTo>
                <a:lnTo>
                  <a:pt x="98323" y="99528"/>
                </a:lnTo>
                <a:lnTo>
                  <a:pt x="95984" y="98359"/>
                </a:lnTo>
                <a:lnTo>
                  <a:pt x="95034" y="99316"/>
                </a:lnTo>
                <a:lnTo>
                  <a:pt x="95845" y="102262"/>
                </a:lnTo>
                <a:lnTo>
                  <a:pt x="93689" y="103183"/>
                </a:lnTo>
                <a:lnTo>
                  <a:pt x="89838" y="101363"/>
                </a:lnTo>
                <a:lnTo>
                  <a:pt x="87799" y="102890"/>
                </a:lnTo>
                <a:lnTo>
                  <a:pt x="88909" y="105441"/>
                </a:lnTo>
                <a:lnTo>
                  <a:pt x="87894" y="106449"/>
                </a:lnTo>
                <a:lnTo>
                  <a:pt x="85248" y="105397"/>
                </a:lnTo>
                <a:lnTo>
                  <a:pt x="84590" y="106391"/>
                </a:lnTo>
                <a:lnTo>
                  <a:pt x="85292" y="109263"/>
                </a:lnTo>
                <a:lnTo>
                  <a:pt x="83084" y="110367"/>
                </a:lnTo>
                <a:lnTo>
                  <a:pt x="79832" y="108978"/>
                </a:lnTo>
                <a:lnTo>
                  <a:pt x="77238" y="109621"/>
                </a:lnTo>
                <a:lnTo>
                  <a:pt x="74782" y="109037"/>
                </a:lnTo>
                <a:lnTo>
                  <a:pt x="74087" y="109724"/>
                </a:lnTo>
                <a:lnTo>
                  <a:pt x="74643" y="112910"/>
                </a:lnTo>
                <a:lnTo>
                  <a:pt x="71266" y="113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7674835" y="8536785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64111" y="113422"/>
                </a:moveTo>
                <a:lnTo>
                  <a:pt x="59763" y="112706"/>
                </a:lnTo>
                <a:lnTo>
                  <a:pt x="54522" y="112706"/>
                </a:lnTo>
                <a:lnTo>
                  <a:pt x="51643" y="113217"/>
                </a:lnTo>
                <a:lnTo>
                  <a:pt x="48990" y="112552"/>
                </a:lnTo>
                <a:lnTo>
                  <a:pt x="46534" y="113137"/>
                </a:lnTo>
                <a:lnTo>
                  <a:pt x="45803" y="112406"/>
                </a:lnTo>
                <a:lnTo>
                  <a:pt x="46454" y="109307"/>
                </a:lnTo>
                <a:lnTo>
                  <a:pt x="43961" y="108547"/>
                </a:lnTo>
                <a:lnTo>
                  <a:pt x="41265" y="109746"/>
                </a:lnTo>
                <a:lnTo>
                  <a:pt x="38465" y="109051"/>
                </a:lnTo>
                <a:lnTo>
                  <a:pt x="36010" y="109636"/>
                </a:lnTo>
                <a:lnTo>
                  <a:pt x="35213" y="108839"/>
                </a:lnTo>
                <a:lnTo>
                  <a:pt x="36017" y="105872"/>
                </a:lnTo>
                <a:lnTo>
                  <a:pt x="33590" y="104871"/>
                </a:lnTo>
                <a:lnTo>
                  <a:pt x="30543" y="106544"/>
                </a:lnTo>
                <a:lnTo>
                  <a:pt x="28116" y="105514"/>
                </a:lnTo>
                <a:lnTo>
                  <a:pt x="28928" y="102561"/>
                </a:lnTo>
                <a:lnTo>
                  <a:pt x="28014" y="101640"/>
                </a:lnTo>
                <a:lnTo>
                  <a:pt x="25763" y="102554"/>
                </a:lnTo>
                <a:lnTo>
                  <a:pt x="24345" y="101830"/>
                </a:lnTo>
                <a:lnTo>
                  <a:pt x="22094" y="102737"/>
                </a:lnTo>
                <a:lnTo>
                  <a:pt x="21056" y="101699"/>
                </a:lnTo>
                <a:lnTo>
                  <a:pt x="22109" y="99053"/>
                </a:lnTo>
                <a:lnTo>
                  <a:pt x="20808" y="98191"/>
                </a:lnTo>
                <a:lnTo>
                  <a:pt x="18681" y="99272"/>
                </a:lnTo>
                <a:lnTo>
                  <a:pt x="17438" y="98147"/>
                </a:lnTo>
                <a:lnTo>
                  <a:pt x="18608" y="95742"/>
                </a:lnTo>
                <a:lnTo>
                  <a:pt x="17548" y="94683"/>
                </a:lnTo>
                <a:lnTo>
                  <a:pt x="14902" y="95735"/>
                </a:lnTo>
                <a:lnTo>
                  <a:pt x="14018" y="94412"/>
                </a:lnTo>
                <a:lnTo>
                  <a:pt x="15114" y="92358"/>
                </a:lnTo>
                <a:lnTo>
                  <a:pt x="14032" y="91072"/>
                </a:lnTo>
                <a:lnTo>
                  <a:pt x="11577" y="92220"/>
                </a:lnTo>
                <a:lnTo>
                  <a:pt x="10466" y="91109"/>
                </a:lnTo>
                <a:lnTo>
                  <a:pt x="11409" y="88865"/>
                </a:lnTo>
                <a:lnTo>
                  <a:pt x="10641" y="87447"/>
                </a:lnTo>
                <a:lnTo>
                  <a:pt x="11577" y="85203"/>
                </a:lnTo>
                <a:lnTo>
                  <a:pt x="10656" y="84282"/>
                </a:lnTo>
                <a:lnTo>
                  <a:pt x="7703" y="85094"/>
                </a:lnTo>
                <a:lnTo>
                  <a:pt x="6672" y="82675"/>
                </a:lnTo>
                <a:lnTo>
                  <a:pt x="8368" y="79605"/>
                </a:lnTo>
                <a:lnTo>
                  <a:pt x="7330" y="77186"/>
                </a:lnTo>
                <a:lnTo>
                  <a:pt x="4378" y="78004"/>
                </a:lnTo>
                <a:lnTo>
                  <a:pt x="3581" y="77200"/>
                </a:lnTo>
                <a:lnTo>
                  <a:pt x="4165" y="74745"/>
                </a:lnTo>
                <a:lnTo>
                  <a:pt x="3471" y="71945"/>
                </a:lnTo>
                <a:lnTo>
                  <a:pt x="4670" y="69249"/>
                </a:lnTo>
                <a:lnTo>
                  <a:pt x="3902" y="66756"/>
                </a:lnTo>
                <a:lnTo>
                  <a:pt x="811" y="67407"/>
                </a:lnTo>
                <a:lnTo>
                  <a:pt x="80" y="66676"/>
                </a:lnTo>
                <a:lnTo>
                  <a:pt x="665" y="64220"/>
                </a:lnTo>
                <a:lnTo>
                  <a:pt x="0" y="61567"/>
                </a:lnTo>
                <a:lnTo>
                  <a:pt x="511" y="58688"/>
                </a:lnTo>
                <a:lnTo>
                  <a:pt x="511" y="54478"/>
                </a:lnTo>
                <a:lnTo>
                  <a:pt x="0" y="51598"/>
                </a:lnTo>
                <a:lnTo>
                  <a:pt x="665" y="48945"/>
                </a:lnTo>
                <a:lnTo>
                  <a:pt x="80" y="46489"/>
                </a:lnTo>
                <a:lnTo>
                  <a:pt x="774" y="45788"/>
                </a:lnTo>
                <a:lnTo>
                  <a:pt x="3946" y="46358"/>
                </a:lnTo>
                <a:lnTo>
                  <a:pt x="4494" y="43997"/>
                </a:lnTo>
                <a:lnTo>
                  <a:pt x="4012" y="41169"/>
                </a:lnTo>
                <a:lnTo>
                  <a:pt x="4012" y="38136"/>
                </a:lnTo>
                <a:lnTo>
                  <a:pt x="3698" y="36374"/>
                </a:lnTo>
                <a:lnTo>
                  <a:pt x="4165" y="35125"/>
                </a:lnTo>
                <a:lnTo>
                  <a:pt x="7184" y="35870"/>
                </a:lnTo>
                <a:lnTo>
                  <a:pt x="7849" y="35198"/>
                </a:lnTo>
                <a:lnTo>
                  <a:pt x="7491" y="32537"/>
                </a:lnTo>
                <a:lnTo>
                  <a:pt x="7564" y="31163"/>
                </a:lnTo>
                <a:lnTo>
                  <a:pt x="7155" y="29285"/>
                </a:lnTo>
                <a:lnTo>
                  <a:pt x="7739" y="28050"/>
                </a:lnTo>
                <a:lnTo>
                  <a:pt x="10634" y="28912"/>
                </a:lnTo>
                <a:lnTo>
                  <a:pt x="11357" y="28181"/>
                </a:lnTo>
                <a:lnTo>
                  <a:pt x="10999" y="25521"/>
                </a:lnTo>
                <a:lnTo>
                  <a:pt x="11058" y="24374"/>
                </a:lnTo>
                <a:lnTo>
                  <a:pt x="10656" y="21991"/>
                </a:lnTo>
                <a:lnTo>
                  <a:pt x="11460" y="20924"/>
                </a:lnTo>
                <a:lnTo>
                  <a:pt x="14003" y="22035"/>
                </a:lnTo>
                <a:lnTo>
                  <a:pt x="15114" y="20924"/>
                </a:lnTo>
                <a:lnTo>
                  <a:pt x="13945" y="18585"/>
                </a:lnTo>
                <a:lnTo>
                  <a:pt x="15114" y="17416"/>
                </a:lnTo>
                <a:lnTo>
                  <a:pt x="17453" y="18585"/>
                </a:lnTo>
                <a:lnTo>
                  <a:pt x="18564" y="17474"/>
                </a:lnTo>
                <a:lnTo>
                  <a:pt x="17453" y="14946"/>
                </a:lnTo>
                <a:lnTo>
                  <a:pt x="18710" y="13973"/>
                </a:lnTo>
                <a:lnTo>
                  <a:pt x="20946" y="15092"/>
                </a:lnTo>
                <a:lnTo>
                  <a:pt x="21911" y="14127"/>
                </a:lnTo>
                <a:lnTo>
                  <a:pt x="21100" y="11174"/>
                </a:lnTo>
                <a:lnTo>
                  <a:pt x="23461" y="10166"/>
                </a:lnTo>
                <a:lnTo>
                  <a:pt x="26735" y="11971"/>
                </a:lnTo>
                <a:lnTo>
                  <a:pt x="29066" y="10714"/>
                </a:lnTo>
                <a:lnTo>
                  <a:pt x="28131" y="7907"/>
                </a:lnTo>
                <a:lnTo>
                  <a:pt x="29147" y="6891"/>
                </a:lnTo>
                <a:lnTo>
                  <a:pt x="31368" y="7944"/>
                </a:lnTo>
                <a:lnTo>
                  <a:pt x="32772" y="7008"/>
                </a:lnTo>
                <a:lnTo>
                  <a:pt x="34994" y="8061"/>
                </a:lnTo>
                <a:lnTo>
                  <a:pt x="35878" y="7177"/>
                </a:lnTo>
                <a:lnTo>
                  <a:pt x="35228" y="4078"/>
                </a:lnTo>
                <a:lnTo>
                  <a:pt x="38721" y="3018"/>
                </a:lnTo>
                <a:lnTo>
                  <a:pt x="42814" y="4553"/>
                </a:lnTo>
                <a:lnTo>
                  <a:pt x="46103" y="3961"/>
                </a:lnTo>
                <a:lnTo>
                  <a:pt x="46366" y="3917"/>
                </a:lnTo>
                <a:lnTo>
                  <a:pt x="45862" y="694"/>
                </a:lnTo>
                <a:lnTo>
                  <a:pt x="46432" y="124"/>
                </a:lnTo>
                <a:lnTo>
                  <a:pt x="49099" y="482"/>
                </a:lnTo>
                <a:lnTo>
                  <a:pt x="53090" y="270"/>
                </a:lnTo>
                <a:lnTo>
                  <a:pt x="56649" y="453"/>
                </a:lnTo>
                <a:lnTo>
                  <a:pt x="61115" y="453"/>
                </a:lnTo>
                <a:lnTo>
                  <a:pt x="62715" y="168"/>
                </a:lnTo>
                <a:lnTo>
                  <a:pt x="64294" y="650"/>
                </a:lnTo>
                <a:lnTo>
                  <a:pt x="66699" y="0"/>
                </a:lnTo>
                <a:lnTo>
                  <a:pt x="67452" y="752"/>
                </a:lnTo>
                <a:lnTo>
                  <a:pt x="66808" y="3858"/>
                </a:lnTo>
                <a:lnTo>
                  <a:pt x="69308" y="4597"/>
                </a:lnTo>
                <a:lnTo>
                  <a:pt x="71990" y="3413"/>
                </a:lnTo>
                <a:lnTo>
                  <a:pt x="74789" y="4114"/>
                </a:lnTo>
                <a:lnTo>
                  <a:pt x="77245" y="3529"/>
                </a:lnTo>
                <a:lnTo>
                  <a:pt x="78042" y="4326"/>
                </a:lnTo>
                <a:lnTo>
                  <a:pt x="77238" y="7286"/>
                </a:lnTo>
                <a:lnTo>
                  <a:pt x="78933" y="8002"/>
                </a:lnTo>
                <a:lnTo>
                  <a:pt x="83889" y="6489"/>
                </a:lnTo>
                <a:lnTo>
                  <a:pt x="84970" y="7805"/>
                </a:lnTo>
                <a:lnTo>
                  <a:pt x="84342" y="10853"/>
                </a:lnTo>
                <a:lnTo>
                  <a:pt x="86527" y="11613"/>
                </a:lnTo>
                <a:lnTo>
                  <a:pt x="90101" y="9954"/>
                </a:lnTo>
                <a:lnTo>
                  <a:pt x="92264" y="11328"/>
                </a:lnTo>
                <a:lnTo>
                  <a:pt x="91234" y="14010"/>
                </a:lnTo>
                <a:lnTo>
                  <a:pt x="92293" y="15070"/>
                </a:lnTo>
                <a:lnTo>
                  <a:pt x="94632" y="13900"/>
                </a:lnTo>
                <a:lnTo>
                  <a:pt x="95802" y="15070"/>
                </a:lnTo>
                <a:lnTo>
                  <a:pt x="94632" y="17408"/>
                </a:lnTo>
                <a:lnTo>
                  <a:pt x="95787" y="18563"/>
                </a:lnTo>
                <a:lnTo>
                  <a:pt x="98184" y="17401"/>
                </a:lnTo>
                <a:lnTo>
                  <a:pt x="99288" y="18622"/>
                </a:lnTo>
                <a:lnTo>
                  <a:pt x="98126" y="20909"/>
                </a:lnTo>
                <a:lnTo>
                  <a:pt x="99091" y="21867"/>
                </a:lnTo>
                <a:lnTo>
                  <a:pt x="102043" y="21055"/>
                </a:lnTo>
                <a:lnTo>
                  <a:pt x="103074" y="23475"/>
                </a:lnTo>
                <a:lnTo>
                  <a:pt x="101364" y="26544"/>
                </a:lnTo>
                <a:lnTo>
                  <a:pt x="102416" y="28963"/>
                </a:lnTo>
                <a:lnTo>
                  <a:pt x="105361" y="28145"/>
                </a:lnTo>
                <a:lnTo>
                  <a:pt x="106063" y="28846"/>
                </a:lnTo>
                <a:lnTo>
                  <a:pt x="105705" y="31514"/>
                </a:lnTo>
                <a:lnTo>
                  <a:pt x="105778" y="32932"/>
                </a:lnTo>
                <a:lnTo>
                  <a:pt x="105384" y="34708"/>
                </a:lnTo>
                <a:lnTo>
                  <a:pt x="105924" y="35972"/>
                </a:lnTo>
                <a:lnTo>
                  <a:pt x="108870" y="35161"/>
                </a:lnTo>
                <a:lnTo>
                  <a:pt x="109674" y="35965"/>
                </a:lnTo>
                <a:lnTo>
                  <a:pt x="109089" y="38421"/>
                </a:lnTo>
                <a:lnTo>
                  <a:pt x="109783" y="41198"/>
                </a:lnTo>
                <a:lnTo>
                  <a:pt x="108541" y="43953"/>
                </a:lnTo>
                <a:lnTo>
                  <a:pt x="109367" y="46431"/>
                </a:lnTo>
                <a:lnTo>
                  <a:pt x="112437" y="45744"/>
                </a:lnTo>
                <a:lnTo>
                  <a:pt x="113080" y="46387"/>
                </a:lnTo>
                <a:lnTo>
                  <a:pt x="112722" y="49055"/>
                </a:lnTo>
                <a:lnTo>
                  <a:pt x="112933" y="53045"/>
                </a:lnTo>
                <a:lnTo>
                  <a:pt x="112751" y="56605"/>
                </a:lnTo>
                <a:lnTo>
                  <a:pt x="112751" y="61070"/>
                </a:lnTo>
                <a:lnTo>
                  <a:pt x="113036" y="62671"/>
                </a:lnTo>
                <a:lnTo>
                  <a:pt x="112553" y="64249"/>
                </a:lnTo>
                <a:lnTo>
                  <a:pt x="113204" y="66654"/>
                </a:lnTo>
                <a:lnTo>
                  <a:pt x="112451" y="67407"/>
                </a:lnTo>
                <a:lnTo>
                  <a:pt x="109345" y="66764"/>
                </a:lnTo>
                <a:lnTo>
                  <a:pt x="108607" y="69263"/>
                </a:lnTo>
                <a:lnTo>
                  <a:pt x="109791" y="71938"/>
                </a:lnTo>
                <a:lnTo>
                  <a:pt x="109089" y="74745"/>
                </a:lnTo>
                <a:lnTo>
                  <a:pt x="109674" y="77200"/>
                </a:lnTo>
                <a:lnTo>
                  <a:pt x="108877" y="77997"/>
                </a:lnTo>
                <a:lnTo>
                  <a:pt x="105917" y="77193"/>
                </a:lnTo>
                <a:lnTo>
                  <a:pt x="105201" y="78889"/>
                </a:lnTo>
                <a:lnTo>
                  <a:pt x="106714" y="83844"/>
                </a:lnTo>
                <a:lnTo>
                  <a:pt x="105398" y="84925"/>
                </a:lnTo>
                <a:lnTo>
                  <a:pt x="102350" y="84297"/>
                </a:lnTo>
                <a:lnTo>
                  <a:pt x="101590" y="86475"/>
                </a:lnTo>
                <a:lnTo>
                  <a:pt x="103249" y="90056"/>
                </a:lnTo>
                <a:lnTo>
                  <a:pt x="101875" y="92220"/>
                </a:lnTo>
                <a:lnTo>
                  <a:pt x="99193" y="91189"/>
                </a:lnTo>
                <a:lnTo>
                  <a:pt x="98133" y="92249"/>
                </a:lnTo>
                <a:lnTo>
                  <a:pt x="99303" y="94588"/>
                </a:lnTo>
                <a:lnTo>
                  <a:pt x="98133" y="95757"/>
                </a:lnTo>
                <a:lnTo>
                  <a:pt x="95802" y="94588"/>
                </a:lnTo>
                <a:lnTo>
                  <a:pt x="94647" y="95742"/>
                </a:lnTo>
                <a:lnTo>
                  <a:pt x="95809" y="98147"/>
                </a:lnTo>
                <a:lnTo>
                  <a:pt x="94589" y="99250"/>
                </a:lnTo>
                <a:lnTo>
                  <a:pt x="92301" y="98088"/>
                </a:lnTo>
                <a:lnTo>
                  <a:pt x="91344" y="99053"/>
                </a:lnTo>
                <a:lnTo>
                  <a:pt x="92155" y="101998"/>
                </a:lnTo>
                <a:lnTo>
                  <a:pt x="89794" y="103007"/>
                </a:lnTo>
                <a:lnTo>
                  <a:pt x="86520" y="101209"/>
                </a:lnTo>
                <a:lnTo>
                  <a:pt x="84188" y="102466"/>
                </a:lnTo>
                <a:lnTo>
                  <a:pt x="85124" y="105265"/>
                </a:lnTo>
                <a:lnTo>
                  <a:pt x="84108" y="106281"/>
                </a:lnTo>
                <a:lnTo>
                  <a:pt x="81886" y="105236"/>
                </a:lnTo>
                <a:lnTo>
                  <a:pt x="80483" y="106164"/>
                </a:lnTo>
                <a:lnTo>
                  <a:pt x="78261" y="105112"/>
                </a:lnTo>
                <a:lnTo>
                  <a:pt x="77333" y="106040"/>
                </a:lnTo>
                <a:lnTo>
                  <a:pt x="78093" y="109044"/>
                </a:lnTo>
                <a:lnTo>
                  <a:pt x="75659" y="109979"/>
                </a:lnTo>
                <a:lnTo>
                  <a:pt x="72772" y="108678"/>
                </a:lnTo>
                <a:lnTo>
                  <a:pt x="70039" y="109358"/>
                </a:lnTo>
                <a:lnTo>
                  <a:pt x="67583" y="108773"/>
                </a:lnTo>
                <a:lnTo>
                  <a:pt x="66889" y="109468"/>
                </a:lnTo>
                <a:lnTo>
                  <a:pt x="67459" y="112640"/>
                </a:lnTo>
                <a:lnTo>
                  <a:pt x="64111" y="1134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6625667" y="8540235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68854" y="106245"/>
                </a:moveTo>
                <a:lnTo>
                  <a:pt x="65989" y="105748"/>
                </a:lnTo>
                <a:lnTo>
                  <a:pt x="40723" y="105748"/>
                </a:lnTo>
                <a:lnTo>
                  <a:pt x="37836" y="106260"/>
                </a:lnTo>
                <a:lnTo>
                  <a:pt x="35497" y="105667"/>
                </a:lnTo>
                <a:lnTo>
                  <a:pt x="36089" y="102510"/>
                </a:lnTo>
                <a:lnTo>
                  <a:pt x="35483" y="101911"/>
                </a:lnTo>
                <a:lnTo>
                  <a:pt x="32815" y="102269"/>
                </a:lnTo>
                <a:lnTo>
                  <a:pt x="31441" y="102196"/>
                </a:lnTo>
                <a:lnTo>
                  <a:pt x="29563" y="102605"/>
                </a:lnTo>
                <a:lnTo>
                  <a:pt x="28328" y="102021"/>
                </a:lnTo>
                <a:lnTo>
                  <a:pt x="29190" y="99126"/>
                </a:lnTo>
                <a:lnTo>
                  <a:pt x="28466" y="98403"/>
                </a:lnTo>
                <a:lnTo>
                  <a:pt x="25799" y="98761"/>
                </a:lnTo>
                <a:lnTo>
                  <a:pt x="24607" y="98702"/>
                </a:lnTo>
                <a:lnTo>
                  <a:pt x="22313" y="99104"/>
                </a:lnTo>
                <a:lnTo>
                  <a:pt x="21209" y="98337"/>
                </a:lnTo>
                <a:lnTo>
                  <a:pt x="22283" y="95728"/>
                </a:lnTo>
                <a:lnTo>
                  <a:pt x="21194" y="94639"/>
                </a:lnTo>
                <a:lnTo>
                  <a:pt x="18856" y="95808"/>
                </a:lnTo>
                <a:lnTo>
                  <a:pt x="17686" y="94639"/>
                </a:lnTo>
                <a:lnTo>
                  <a:pt x="18856" y="92300"/>
                </a:lnTo>
                <a:lnTo>
                  <a:pt x="17686" y="91131"/>
                </a:lnTo>
                <a:lnTo>
                  <a:pt x="15348" y="92300"/>
                </a:lnTo>
                <a:lnTo>
                  <a:pt x="14178" y="91131"/>
                </a:lnTo>
                <a:lnTo>
                  <a:pt x="15348" y="88792"/>
                </a:lnTo>
                <a:lnTo>
                  <a:pt x="14178" y="87623"/>
                </a:lnTo>
                <a:lnTo>
                  <a:pt x="11839" y="88792"/>
                </a:lnTo>
                <a:lnTo>
                  <a:pt x="10670" y="87623"/>
                </a:lnTo>
                <a:lnTo>
                  <a:pt x="11839" y="85284"/>
                </a:lnTo>
                <a:lnTo>
                  <a:pt x="10750" y="84202"/>
                </a:lnTo>
                <a:lnTo>
                  <a:pt x="8134" y="85269"/>
                </a:lnTo>
                <a:lnTo>
                  <a:pt x="6877" y="83435"/>
                </a:lnTo>
                <a:lnTo>
                  <a:pt x="8894" y="78618"/>
                </a:lnTo>
                <a:lnTo>
                  <a:pt x="7337" y="77347"/>
                </a:lnTo>
                <a:lnTo>
                  <a:pt x="4450" y="78121"/>
                </a:lnTo>
                <a:lnTo>
                  <a:pt x="3639" y="76411"/>
                </a:lnTo>
                <a:lnTo>
                  <a:pt x="5269" y="71507"/>
                </a:lnTo>
                <a:lnTo>
                  <a:pt x="3961" y="70433"/>
                </a:lnTo>
                <a:lnTo>
                  <a:pt x="804" y="70952"/>
                </a:lnTo>
                <a:lnTo>
                  <a:pt x="233" y="68635"/>
                </a:lnTo>
                <a:lnTo>
                  <a:pt x="738" y="65755"/>
                </a:lnTo>
                <a:lnTo>
                  <a:pt x="738" y="52124"/>
                </a:lnTo>
                <a:lnTo>
                  <a:pt x="102" y="47060"/>
                </a:lnTo>
                <a:lnTo>
                  <a:pt x="891" y="41534"/>
                </a:lnTo>
                <a:lnTo>
                  <a:pt x="0" y="36192"/>
                </a:lnTo>
                <a:lnTo>
                  <a:pt x="1074" y="35307"/>
                </a:lnTo>
                <a:lnTo>
                  <a:pt x="4122" y="35936"/>
                </a:lnTo>
                <a:lnTo>
                  <a:pt x="4553" y="34708"/>
                </a:lnTo>
                <a:lnTo>
                  <a:pt x="4246" y="33012"/>
                </a:lnTo>
                <a:lnTo>
                  <a:pt x="4246" y="31302"/>
                </a:lnTo>
                <a:lnTo>
                  <a:pt x="3895" y="29241"/>
                </a:lnTo>
                <a:lnTo>
                  <a:pt x="4494" y="28079"/>
                </a:lnTo>
                <a:lnTo>
                  <a:pt x="7337" y="28985"/>
                </a:lnTo>
                <a:lnTo>
                  <a:pt x="8331" y="27984"/>
                </a:lnTo>
                <a:lnTo>
                  <a:pt x="7286" y="25762"/>
                </a:lnTo>
                <a:lnTo>
                  <a:pt x="8214" y="24359"/>
                </a:lnTo>
                <a:lnTo>
                  <a:pt x="7162" y="22137"/>
                </a:lnTo>
                <a:lnTo>
                  <a:pt x="8280" y="21026"/>
                </a:lnTo>
                <a:lnTo>
                  <a:pt x="10809" y="22137"/>
                </a:lnTo>
                <a:lnTo>
                  <a:pt x="11774" y="20873"/>
                </a:lnTo>
                <a:lnTo>
                  <a:pt x="10655" y="18644"/>
                </a:lnTo>
                <a:lnTo>
                  <a:pt x="11744" y="17562"/>
                </a:lnTo>
                <a:lnTo>
                  <a:pt x="14390" y="18614"/>
                </a:lnTo>
                <a:lnTo>
                  <a:pt x="15267" y="17292"/>
                </a:lnTo>
                <a:lnTo>
                  <a:pt x="14178" y="15238"/>
                </a:lnTo>
                <a:lnTo>
                  <a:pt x="15260" y="13952"/>
                </a:lnTo>
                <a:lnTo>
                  <a:pt x="17716" y="15099"/>
                </a:lnTo>
                <a:lnTo>
                  <a:pt x="18805" y="14010"/>
                </a:lnTo>
                <a:lnTo>
                  <a:pt x="17679" y="11496"/>
                </a:lnTo>
                <a:lnTo>
                  <a:pt x="18943" y="10509"/>
                </a:lnTo>
                <a:lnTo>
                  <a:pt x="21180" y="11635"/>
                </a:lnTo>
                <a:lnTo>
                  <a:pt x="22145" y="10670"/>
                </a:lnTo>
                <a:lnTo>
                  <a:pt x="21333" y="7717"/>
                </a:lnTo>
                <a:lnTo>
                  <a:pt x="23709" y="6701"/>
                </a:lnTo>
                <a:lnTo>
                  <a:pt x="26946" y="8492"/>
                </a:lnTo>
                <a:lnTo>
                  <a:pt x="29292" y="7272"/>
                </a:lnTo>
                <a:lnTo>
                  <a:pt x="28372" y="4443"/>
                </a:lnTo>
                <a:lnTo>
                  <a:pt x="29124" y="3690"/>
                </a:lnTo>
                <a:lnTo>
                  <a:pt x="31792" y="4048"/>
                </a:lnTo>
                <a:lnTo>
                  <a:pt x="33327" y="3946"/>
                </a:lnTo>
                <a:lnTo>
                  <a:pt x="34788" y="4312"/>
                </a:lnTo>
                <a:lnTo>
                  <a:pt x="35812" y="4019"/>
                </a:lnTo>
                <a:lnTo>
                  <a:pt x="36155" y="3917"/>
                </a:lnTo>
                <a:lnTo>
                  <a:pt x="35512" y="811"/>
                </a:lnTo>
                <a:lnTo>
                  <a:pt x="36192" y="131"/>
                </a:lnTo>
                <a:lnTo>
                  <a:pt x="38750" y="599"/>
                </a:lnTo>
                <a:lnTo>
                  <a:pt x="42609" y="0"/>
                </a:lnTo>
                <a:lnTo>
                  <a:pt x="46512" y="511"/>
                </a:lnTo>
                <a:lnTo>
                  <a:pt x="65989" y="511"/>
                </a:lnTo>
                <a:lnTo>
                  <a:pt x="68847" y="14"/>
                </a:lnTo>
                <a:lnTo>
                  <a:pt x="71200" y="584"/>
                </a:lnTo>
                <a:lnTo>
                  <a:pt x="70623" y="3749"/>
                </a:lnTo>
                <a:lnTo>
                  <a:pt x="71222" y="4348"/>
                </a:lnTo>
                <a:lnTo>
                  <a:pt x="73890" y="3997"/>
                </a:lnTo>
                <a:lnTo>
                  <a:pt x="75264" y="4063"/>
                </a:lnTo>
                <a:lnTo>
                  <a:pt x="77142" y="3661"/>
                </a:lnTo>
                <a:lnTo>
                  <a:pt x="78377" y="4246"/>
                </a:lnTo>
                <a:lnTo>
                  <a:pt x="77515" y="7133"/>
                </a:lnTo>
                <a:lnTo>
                  <a:pt x="78246" y="7864"/>
                </a:lnTo>
                <a:lnTo>
                  <a:pt x="80906" y="7505"/>
                </a:lnTo>
                <a:lnTo>
                  <a:pt x="82097" y="7564"/>
                </a:lnTo>
                <a:lnTo>
                  <a:pt x="84392" y="7155"/>
                </a:lnTo>
                <a:lnTo>
                  <a:pt x="85496" y="7929"/>
                </a:lnTo>
                <a:lnTo>
                  <a:pt x="84421" y="10531"/>
                </a:lnTo>
                <a:lnTo>
                  <a:pt x="85510" y="11620"/>
                </a:lnTo>
                <a:lnTo>
                  <a:pt x="87849" y="10451"/>
                </a:lnTo>
                <a:lnTo>
                  <a:pt x="89011" y="11620"/>
                </a:lnTo>
                <a:lnTo>
                  <a:pt x="87842" y="13959"/>
                </a:lnTo>
                <a:lnTo>
                  <a:pt x="89011" y="15128"/>
                </a:lnTo>
                <a:lnTo>
                  <a:pt x="91350" y="13959"/>
                </a:lnTo>
                <a:lnTo>
                  <a:pt x="92519" y="15128"/>
                </a:lnTo>
                <a:lnTo>
                  <a:pt x="91350" y="17467"/>
                </a:lnTo>
                <a:lnTo>
                  <a:pt x="92519" y="18636"/>
                </a:lnTo>
                <a:lnTo>
                  <a:pt x="94858" y="17467"/>
                </a:lnTo>
                <a:lnTo>
                  <a:pt x="96020" y="18636"/>
                </a:lnTo>
                <a:lnTo>
                  <a:pt x="94851" y="20975"/>
                </a:lnTo>
                <a:lnTo>
                  <a:pt x="95940" y="22057"/>
                </a:lnTo>
                <a:lnTo>
                  <a:pt x="98556" y="20982"/>
                </a:lnTo>
                <a:lnTo>
                  <a:pt x="99813" y="22824"/>
                </a:lnTo>
                <a:lnTo>
                  <a:pt x="97796" y="27633"/>
                </a:lnTo>
                <a:lnTo>
                  <a:pt x="99353" y="28905"/>
                </a:lnTo>
                <a:lnTo>
                  <a:pt x="102247" y="28130"/>
                </a:lnTo>
                <a:lnTo>
                  <a:pt x="103058" y="29841"/>
                </a:lnTo>
                <a:lnTo>
                  <a:pt x="101429" y="34745"/>
                </a:lnTo>
                <a:lnTo>
                  <a:pt x="102737" y="35819"/>
                </a:lnTo>
                <a:lnTo>
                  <a:pt x="105887" y="35300"/>
                </a:lnTo>
                <a:lnTo>
                  <a:pt x="106457" y="37624"/>
                </a:lnTo>
                <a:lnTo>
                  <a:pt x="105960" y="40489"/>
                </a:lnTo>
                <a:lnTo>
                  <a:pt x="105960" y="65748"/>
                </a:lnTo>
                <a:lnTo>
                  <a:pt x="106472" y="68642"/>
                </a:lnTo>
                <a:lnTo>
                  <a:pt x="105879" y="70981"/>
                </a:lnTo>
                <a:lnTo>
                  <a:pt x="102722" y="70389"/>
                </a:lnTo>
                <a:lnTo>
                  <a:pt x="102123" y="70996"/>
                </a:lnTo>
                <a:lnTo>
                  <a:pt x="102474" y="73663"/>
                </a:lnTo>
                <a:lnTo>
                  <a:pt x="102408" y="75037"/>
                </a:lnTo>
                <a:lnTo>
                  <a:pt x="102810" y="76916"/>
                </a:lnTo>
                <a:lnTo>
                  <a:pt x="102225" y="78151"/>
                </a:lnTo>
                <a:lnTo>
                  <a:pt x="99338" y="77288"/>
                </a:lnTo>
                <a:lnTo>
                  <a:pt x="98607" y="78012"/>
                </a:lnTo>
                <a:lnTo>
                  <a:pt x="98966" y="80680"/>
                </a:lnTo>
                <a:lnTo>
                  <a:pt x="98907" y="81871"/>
                </a:lnTo>
                <a:lnTo>
                  <a:pt x="99316" y="84158"/>
                </a:lnTo>
                <a:lnTo>
                  <a:pt x="98549" y="85269"/>
                </a:lnTo>
                <a:lnTo>
                  <a:pt x="95933" y="84202"/>
                </a:lnTo>
                <a:lnTo>
                  <a:pt x="94851" y="85284"/>
                </a:lnTo>
                <a:lnTo>
                  <a:pt x="96020" y="87623"/>
                </a:lnTo>
                <a:lnTo>
                  <a:pt x="94851" y="88792"/>
                </a:lnTo>
                <a:lnTo>
                  <a:pt x="92519" y="87623"/>
                </a:lnTo>
                <a:lnTo>
                  <a:pt x="91350" y="88792"/>
                </a:lnTo>
                <a:lnTo>
                  <a:pt x="92519" y="91131"/>
                </a:lnTo>
                <a:lnTo>
                  <a:pt x="91350" y="92300"/>
                </a:lnTo>
                <a:lnTo>
                  <a:pt x="89011" y="91131"/>
                </a:lnTo>
                <a:lnTo>
                  <a:pt x="87842" y="92300"/>
                </a:lnTo>
                <a:lnTo>
                  <a:pt x="89011" y="94639"/>
                </a:lnTo>
                <a:lnTo>
                  <a:pt x="87842" y="95808"/>
                </a:lnTo>
                <a:lnTo>
                  <a:pt x="85503" y="94639"/>
                </a:lnTo>
                <a:lnTo>
                  <a:pt x="84421" y="95728"/>
                </a:lnTo>
                <a:lnTo>
                  <a:pt x="85496" y="98337"/>
                </a:lnTo>
                <a:lnTo>
                  <a:pt x="83661" y="99616"/>
                </a:lnTo>
                <a:lnTo>
                  <a:pt x="78845" y="97584"/>
                </a:lnTo>
                <a:lnTo>
                  <a:pt x="77573" y="99141"/>
                </a:lnTo>
                <a:lnTo>
                  <a:pt x="78348" y="102035"/>
                </a:lnTo>
                <a:lnTo>
                  <a:pt x="76638" y="102846"/>
                </a:lnTo>
                <a:lnTo>
                  <a:pt x="71734" y="101217"/>
                </a:lnTo>
                <a:lnTo>
                  <a:pt x="70659" y="102525"/>
                </a:lnTo>
                <a:lnTo>
                  <a:pt x="71178" y="105682"/>
                </a:lnTo>
                <a:lnTo>
                  <a:pt x="68854" y="106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7888926" y="8540038"/>
            <a:ext cx="106045" cy="106680"/>
          </a:xfrm>
          <a:custGeom>
            <a:avLst/>
            <a:gdLst/>
            <a:ahLst/>
            <a:cxnLst/>
            <a:rect l="l" t="t" r="r" b="b"/>
            <a:pathLst>
              <a:path w="106044" h="106679">
                <a:moveTo>
                  <a:pt x="40899" y="106530"/>
                </a:moveTo>
                <a:lnTo>
                  <a:pt x="38633" y="105843"/>
                </a:lnTo>
                <a:lnTo>
                  <a:pt x="39291" y="102744"/>
                </a:lnTo>
                <a:lnTo>
                  <a:pt x="38400" y="101859"/>
                </a:lnTo>
                <a:lnTo>
                  <a:pt x="36178" y="102912"/>
                </a:lnTo>
                <a:lnTo>
                  <a:pt x="34774" y="101976"/>
                </a:lnTo>
                <a:lnTo>
                  <a:pt x="32553" y="103029"/>
                </a:lnTo>
                <a:lnTo>
                  <a:pt x="31595" y="102071"/>
                </a:lnTo>
                <a:lnTo>
                  <a:pt x="32421" y="99133"/>
                </a:lnTo>
                <a:lnTo>
                  <a:pt x="30009" y="98066"/>
                </a:lnTo>
                <a:lnTo>
                  <a:pt x="26925" y="99784"/>
                </a:lnTo>
                <a:lnTo>
                  <a:pt x="24513" y="98746"/>
                </a:lnTo>
                <a:lnTo>
                  <a:pt x="25324" y="95801"/>
                </a:lnTo>
                <a:lnTo>
                  <a:pt x="24403" y="94887"/>
                </a:lnTo>
                <a:lnTo>
                  <a:pt x="22152" y="95793"/>
                </a:lnTo>
                <a:lnTo>
                  <a:pt x="20734" y="95062"/>
                </a:lnTo>
                <a:lnTo>
                  <a:pt x="18483" y="95976"/>
                </a:lnTo>
                <a:lnTo>
                  <a:pt x="17446" y="94938"/>
                </a:lnTo>
                <a:lnTo>
                  <a:pt x="18498" y="92293"/>
                </a:lnTo>
                <a:lnTo>
                  <a:pt x="17233" y="91452"/>
                </a:lnTo>
                <a:lnTo>
                  <a:pt x="15012" y="92505"/>
                </a:lnTo>
                <a:lnTo>
                  <a:pt x="13842" y="91335"/>
                </a:lnTo>
                <a:lnTo>
                  <a:pt x="15012" y="88996"/>
                </a:lnTo>
                <a:lnTo>
                  <a:pt x="14062" y="88046"/>
                </a:lnTo>
                <a:lnTo>
                  <a:pt x="11109" y="88858"/>
                </a:lnTo>
                <a:lnTo>
                  <a:pt x="10100" y="86497"/>
                </a:lnTo>
                <a:lnTo>
                  <a:pt x="11898" y="83223"/>
                </a:lnTo>
                <a:lnTo>
                  <a:pt x="10648" y="80891"/>
                </a:lnTo>
                <a:lnTo>
                  <a:pt x="7842" y="81827"/>
                </a:lnTo>
                <a:lnTo>
                  <a:pt x="6826" y="80811"/>
                </a:lnTo>
                <a:lnTo>
                  <a:pt x="7878" y="78589"/>
                </a:lnTo>
                <a:lnTo>
                  <a:pt x="6943" y="77186"/>
                </a:lnTo>
                <a:lnTo>
                  <a:pt x="7995" y="74964"/>
                </a:lnTo>
                <a:lnTo>
                  <a:pt x="7067" y="74036"/>
                </a:lnTo>
                <a:lnTo>
                  <a:pt x="4063" y="74796"/>
                </a:lnTo>
                <a:lnTo>
                  <a:pt x="3120" y="72362"/>
                </a:lnTo>
                <a:lnTo>
                  <a:pt x="4750" y="69351"/>
                </a:lnTo>
                <a:lnTo>
                  <a:pt x="3712" y="66917"/>
                </a:lnTo>
                <a:lnTo>
                  <a:pt x="760" y="67728"/>
                </a:lnTo>
                <a:lnTo>
                  <a:pt x="0" y="66968"/>
                </a:lnTo>
                <a:lnTo>
                  <a:pt x="496" y="64439"/>
                </a:lnTo>
                <a:lnTo>
                  <a:pt x="7" y="61684"/>
                </a:lnTo>
                <a:lnTo>
                  <a:pt x="394" y="59053"/>
                </a:lnTo>
                <a:lnTo>
                  <a:pt x="394" y="41797"/>
                </a:lnTo>
                <a:lnTo>
                  <a:pt x="131" y="40262"/>
                </a:lnTo>
                <a:lnTo>
                  <a:pt x="482" y="38969"/>
                </a:lnTo>
                <a:lnTo>
                  <a:pt x="3617" y="39583"/>
                </a:lnTo>
                <a:lnTo>
                  <a:pt x="4231" y="38962"/>
                </a:lnTo>
                <a:lnTo>
                  <a:pt x="3873" y="36301"/>
                </a:lnTo>
                <a:lnTo>
                  <a:pt x="3946" y="34876"/>
                </a:lnTo>
                <a:lnTo>
                  <a:pt x="3551" y="33107"/>
                </a:lnTo>
                <a:lnTo>
                  <a:pt x="4085" y="31843"/>
                </a:lnTo>
                <a:lnTo>
                  <a:pt x="7045" y="32647"/>
                </a:lnTo>
                <a:lnTo>
                  <a:pt x="7739" y="31945"/>
                </a:lnTo>
                <a:lnTo>
                  <a:pt x="7381" y="29285"/>
                </a:lnTo>
                <a:lnTo>
                  <a:pt x="7454" y="27911"/>
                </a:lnTo>
                <a:lnTo>
                  <a:pt x="7045" y="26033"/>
                </a:lnTo>
                <a:lnTo>
                  <a:pt x="7630" y="24798"/>
                </a:lnTo>
                <a:lnTo>
                  <a:pt x="10524" y="25660"/>
                </a:lnTo>
                <a:lnTo>
                  <a:pt x="11248" y="24929"/>
                </a:lnTo>
                <a:lnTo>
                  <a:pt x="10889" y="22269"/>
                </a:lnTo>
                <a:lnTo>
                  <a:pt x="10948" y="21165"/>
                </a:lnTo>
                <a:lnTo>
                  <a:pt x="10561" y="18680"/>
                </a:lnTo>
                <a:lnTo>
                  <a:pt x="11408" y="17664"/>
                </a:lnTo>
                <a:lnTo>
                  <a:pt x="13879" y="18804"/>
                </a:lnTo>
                <a:lnTo>
                  <a:pt x="14917" y="17767"/>
                </a:lnTo>
                <a:lnTo>
                  <a:pt x="13864" y="15121"/>
                </a:lnTo>
                <a:lnTo>
                  <a:pt x="15187" y="14244"/>
                </a:lnTo>
                <a:lnTo>
                  <a:pt x="17241" y="15333"/>
                </a:lnTo>
                <a:lnTo>
                  <a:pt x="18527" y="14251"/>
                </a:lnTo>
                <a:lnTo>
                  <a:pt x="17380" y="11795"/>
                </a:lnTo>
                <a:lnTo>
                  <a:pt x="18491" y="10685"/>
                </a:lnTo>
                <a:lnTo>
                  <a:pt x="20734" y="11627"/>
                </a:lnTo>
                <a:lnTo>
                  <a:pt x="22152" y="10860"/>
                </a:lnTo>
                <a:lnTo>
                  <a:pt x="24396" y="11796"/>
                </a:lnTo>
                <a:lnTo>
                  <a:pt x="25324" y="10875"/>
                </a:lnTo>
                <a:lnTo>
                  <a:pt x="24513" y="7922"/>
                </a:lnTo>
                <a:lnTo>
                  <a:pt x="26932" y="6884"/>
                </a:lnTo>
                <a:lnTo>
                  <a:pt x="29980" y="8565"/>
                </a:lnTo>
                <a:lnTo>
                  <a:pt x="32406" y="7557"/>
                </a:lnTo>
                <a:lnTo>
                  <a:pt x="31610" y="4589"/>
                </a:lnTo>
                <a:lnTo>
                  <a:pt x="32304" y="3895"/>
                </a:lnTo>
                <a:lnTo>
                  <a:pt x="34964" y="4253"/>
                </a:lnTo>
                <a:lnTo>
                  <a:pt x="36572" y="4151"/>
                </a:lnTo>
                <a:lnTo>
                  <a:pt x="37961" y="4443"/>
                </a:lnTo>
                <a:lnTo>
                  <a:pt x="38991" y="4217"/>
                </a:lnTo>
                <a:lnTo>
                  <a:pt x="39298" y="4143"/>
                </a:lnTo>
                <a:lnTo>
                  <a:pt x="38721" y="979"/>
                </a:lnTo>
                <a:lnTo>
                  <a:pt x="39349" y="358"/>
                </a:lnTo>
                <a:lnTo>
                  <a:pt x="41959" y="760"/>
                </a:lnTo>
                <a:lnTo>
                  <a:pt x="47067" y="255"/>
                </a:lnTo>
                <a:lnTo>
                  <a:pt x="51942" y="708"/>
                </a:lnTo>
                <a:lnTo>
                  <a:pt x="59667" y="708"/>
                </a:lnTo>
                <a:lnTo>
                  <a:pt x="64009" y="0"/>
                </a:lnTo>
                <a:lnTo>
                  <a:pt x="67349" y="781"/>
                </a:lnTo>
                <a:lnTo>
                  <a:pt x="66786" y="3953"/>
                </a:lnTo>
                <a:lnTo>
                  <a:pt x="67385" y="4545"/>
                </a:lnTo>
                <a:lnTo>
                  <a:pt x="70046" y="4195"/>
                </a:lnTo>
                <a:lnTo>
                  <a:pt x="71413" y="4260"/>
                </a:lnTo>
                <a:lnTo>
                  <a:pt x="73298" y="3858"/>
                </a:lnTo>
                <a:lnTo>
                  <a:pt x="74526" y="4443"/>
                </a:lnTo>
                <a:lnTo>
                  <a:pt x="73664" y="7330"/>
                </a:lnTo>
                <a:lnTo>
                  <a:pt x="74394" y="8061"/>
                </a:lnTo>
                <a:lnTo>
                  <a:pt x="77055" y="7703"/>
                </a:lnTo>
                <a:lnTo>
                  <a:pt x="78378" y="7768"/>
                </a:lnTo>
                <a:lnTo>
                  <a:pt x="80358" y="7352"/>
                </a:lnTo>
                <a:lnTo>
                  <a:pt x="81564" y="7980"/>
                </a:lnTo>
                <a:lnTo>
                  <a:pt x="80651" y="10816"/>
                </a:lnTo>
                <a:lnTo>
                  <a:pt x="81403" y="11562"/>
                </a:lnTo>
                <a:lnTo>
                  <a:pt x="84064" y="11211"/>
                </a:lnTo>
                <a:lnTo>
                  <a:pt x="85365" y="11277"/>
                </a:lnTo>
                <a:lnTo>
                  <a:pt x="87404" y="10860"/>
                </a:lnTo>
                <a:lnTo>
                  <a:pt x="88588" y="11518"/>
                </a:lnTo>
                <a:lnTo>
                  <a:pt x="87645" y="14310"/>
                </a:lnTo>
                <a:lnTo>
                  <a:pt x="88668" y="15333"/>
                </a:lnTo>
                <a:lnTo>
                  <a:pt x="90992" y="14156"/>
                </a:lnTo>
                <a:lnTo>
                  <a:pt x="92169" y="15318"/>
                </a:lnTo>
                <a:lnTo>
                  <a:pt x="91000" y="17664"/>
                </a:lnTo>
                <a:lnTo>
                  <a:pt x="91957" y="18614"/>
                </a:lnTo>
                <a:lnTo>
                  <a:pt x="94903" y="17803"/>
                </a:lnTo>
                <a:lnTo>
                  <a:pt x="95933" y="20222"/>
                </a:lnTo>
                <a:lnTo>
                  <a:pt x="94230" y="23292"/>
                </a:lnTo>
                <a:lnTo>
                  <a:pt x="95283" y="25711"/>
                </a:lnTo>
                <a:lnTo>
                  <a:pt x="98228" y="24893"/>
                </a:lnTo>
                <a:lnTo>
                  <a:pt x="98930" y="25594"/>
                </a:lnTo>
                <a:lnTo>
                  <a:pt x="98564" y="28262"/>
                </a:lnTo>
                <a:lnTo>
                  <a:pt x="98638" y="29621"/>
                </a:lnTo>
                <a:lnTo>
                  <a:pt x="98228" y="31522"/>
                </a:lnTo>
                <a:lnTo>
                  <a:pt x="98820" y="32757"/>
                </a:lnTo>
                <a:lnTo>
                  <a:pt x="101707" y="31880"/>
                </a:lnTo>
                <a:lnTo>
                  <a:pt x="102431" y="32610"/>
                </a:lnTo>
                <a:lnTo>
                  <a:pt x="102073" y="35278"/>
                </a:lnTo>
                <a:lnTo>
                  <a:pt x="102146" y="36652"/>
                </a:lnTo>
                <a:lnTo>
                  <a:pt x="101736" y="38530"/>
                </a:lnTo>
                <a:lnTo>
                  <a:pt x="102321" y="39765"/>
                </a:lnTo>
                <a:lnTo>
                  <a:pt x="105215" y="38903"/>
                </a:lnTo>
                <a:lnTo>
                  <a:pt x="105939" y="39627"/>
                </a:lnTo>
                <a:lnTo>
                  <a:pt x="105574" y="42294"/>
                </a:lnTo>
                <a:lnTo>
                  <a:pt x="105844" y="47454"/>
                </a:lnTo>
                <a:lnTo>
                  <a:pt x="105603" y="52183"/>
                </a:lnTo>
                <a:lnTo>
                  <a:pt x="105603" y="59046"/>
                </a:lnTo>
                <a:lnTo>
                  <a:pt x="105997" y="61691"/>
                </a:lnTo>
                <a:lnTo>
                  <a:pt x="105493" y="64447"/>
                </a:lnTo>
                <a:lnTo>
                  <a:pt x="105997" y="66968"/>
                </a:lnTo>
                <a:lnTo>
                  <a:pt x="105230" y="67728"/>
                </a:lnTo>
                <a:lnTo>
                  <a:pt x="102285" y="66917"/>
                </a:lnTo>
                <a:lnTo>
                  <a:pt x="101247" y="69343"/>
                </a:lnTo>
                <a:lnTo>
                  <a:pt x="102862" y="72355"/>
                </a:lnTo>
                <a:lnTo>
                  <a:pt x="101941" y="74788"/>
                </a:lnTo>
                <a:lnTo>
                  <a:pt x="98930" y="74036"/>
                </a:lnTo>
                <a:lnTo>
                  <a:pt x="98009" y="74964"/>
                </a:lnTo>
                <a:lnTo>
                  <a:pt x="99054" y="77186"/>
                </a:lnTo>
                <a:lnTo>
                  <a:pt x="98133" y="78589"/>
                </a:lnTo>
                <a:lnTo>
                  <a:pt x="99178" y="80811"/>
                </a:lnTo>
                <a:lnTo>
                  <a:pt x="98163" y="81827"/>
                </a:lnTo>
                <a:lnTo>
                  <a:pt x="95363" y="80891"/>
                </a:lnTo>
                <a:lnTo>
                  <a:pt x="94106" y="83223"/>
                </a:lnTo>
                <a:lnTo>
                  <a:pt x="95904" y="86497"/>
                </a:lnTo>
                <a:lnTo>
                  <a:pt x="94903" y="88858"/>
                </a:lnTo>
                <a:lnTo>
                  <a:pt x="91950" y="88046"/>
                </a:lnTo>
                <a:lnTo>
                  <a:pt x="91000" y="88996"/>
                </a:lnTo>
                <a:lnTo>
                  <a:pt x="92169" y="91335"/>
                </a:lnTo>
                <a:lnTo>
                  <a:pt x="91000" y="92505"/>
                </a:lnTo>
                <a:lnTo>
                  <a:pt x="88661" y="91335"/>
                </a:lnTo>
                <a:lnTo>
                  <a:pt x="87711" y="92293"/>
                </a:lnTo>
                <a:lnTo>
                  <a:pt x="88522" y="95245"/>
                </a:lnTo>
                <a:lnTo>
                  <a:pt x="86103" y="96276"/>
                </a:lnTo>
                <a:lnTo>
                  <a:pt x="83033" y="94573"/>
                </a:lnTo>
                <a:lnTo>
                  <a:pt x="80614" y="95625"/>
                </a:lnTo>
                <a:lnTo>
                  <a:pt x="81440" y="98563"/>
                </a:lnTo>
                <a:lnTo>
                  <a:pt x="80731" y="99272"/>
                </a:lnTo>
                <a:lnTo>
                  <a:pt x="78071" y="98914"/>
                </a:lnTo>
                <a:lnTo>
                  <a:pt x="76711" y="98980"/>
                </a:lnTo>
                <a:lnTo>
                  <a:pt x="74804" y="98571"/>
                </a:lnTo>
                <a:lnTo>
                  <a:pt x="73583" y="99170"/>
                </a:lnTo>
                <a:lnTo>
                  <a:pt x="74453" y="102042"/>
                </a:lnTo>
                <a:lnTo>
                  <a:pt x="73722" y="102780"/>
                </a:lnTo>
                <a:lnTo>
                  <a:pt x="71062" y="102422"/>
                </a:lnTo>
                <a:lnTo>
                  <a:pt x="69688" y="102488"/>
                </a:lnTo>
                <a:lnTo>
                  <a:pt x="67810" y="102086"/>
                </a:lnTo>
                <a:lnTo>
                  <a:pt x="66582" y="102671"/>
                </a:lnTo>
                <a:lnTo>
                  <a:pt x="67437" y="105558"/>
                </a:lnTo>
                <a:lnTo>
                  <a:pt x="66713" y="106281"/>
                </a:lnTo>
                <a:lnTo>
                  <a:pt x="64053" y="105923"/>
                </a:lnTo>
                <a:lnTo>
                  <a:pt x="57731" y="106259"/>
                </a:lnTo>
                <a:lnTo>
                  <a:pt x="51818" y="105952"/>
                </a:lnTo>
                <a:lnTo>
                  <a:pt x="43991" y="105952"/>
                </a:lnTo>
                <a:lnTo>
                  <a:pt x="40899" y="10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2" name="object 142"/>
          <p:cNvGrpSpPr/>
          <p:nvPr/>
        </p:nvGrpSpPr>
        <p:grpSpPr>
          <a:xfrm>
            <a:off x="16418773" y="8543360"/>
            <a:ext cx="99695" cy="99060"/>
            <a:chOff x="16418773" y="8543360"/>
            <a:chExt cx="99695" cy="99060"/>
          </a:xfrm>
        </p:grpSpPr>
        <p:sp>
          <p:nvSpPr>
            <p:cNvPr id="143" name="object 143"/>
            <p:cNvSpPr/>
            <p:nvPr/>
          </p:nvSpPr>
          <p:spPr>
            <a:xfrm>
              <a:off x="16418763" y="8543365"/>
              <a:ext cx="99695" cy="99060"/>
            </a:xfrm>
            <a:custGeom>
              <a:avLst/>
              <a:gdLst/>
              <a:ahLst/>
              <a:cxnLst/>
              <a:rect l="l" t="t" r="r" b="b"/>
              <a:pathLst>
                <a:path w="99694" h="99059">
                  <a:moveTo>
                    <a:pt x="77939" y="90170"/>
                  </a:moveTo>
                  <a:lnTo>
                    <a:pt x="77597" y="90170"/>
                  </a:lnTo>
                  <a:lnTo>
                    <a:pt x="77597" y="88900"/>
                  </a:lnTo>
                  <a:lnTo>
                    <a:pt x="22009" y="88900"/>
                  </a:lnTo>
                  <a:lnTo>
                    <a:pt x="22009" y="90170"/>
                  </a:lnTo>
                  <a:lnTo>
                    <a:pt x="21513" y="90170"/>
                  </a:lnTo>
                  <a:lnTo>
                    <a:pt x="21513" y="91440"/>
                  </a:lnTo>
                  <a:lnTo>
                    <a:pt x="21666" y="91440"/>
                  </a:lnTo>
                  <a:lnTo>
                    <a:pt x="21666" y="92710"/>
                  </a:lnTo>
                  <a:lnTo>
                    <a:pt x="23444" y="92710"/>
                  </a:lnTo>
                  <a:lnTo>
                    <a:pt x="23444" y="91440"/>
                  </a:lnTo>
                  <a:lnTo>
                    <a:pt x="25184" y="91440"/>
                  </a:lnTo>
                  <a:lnTo>
                    <a:pt x="25184" y="92710"/>
                  </a:lnTo>
                  <a:lnTo>
                    <a:pt x="25158" y="95250"/>
                  </a:lnTo>
                  <a:lnTo>
                    <a:pt x="25717" y="95250"/>
                  </a:lnTo>
                  <a:lnTo>
                    <a:pt x="25717" y="96520"/>
                  </a:lnTo>
                  <a:lnTo>
                    <a:pt x="26365" y="96520"/>
                  </a:lnTo>
                  <a:lnTo>
                    <a:pt x="26365" y="95250"/>
                  </a:lnTo>
                  <a:lnTo>
                    <a:pt x="32499" y="95250"/>
                  </a:lnTo>
                  <a:lnTo>
                    <a:pt x="32499" y="96520"/>
                  </a:lnTo>
                  <a:lnTo>
                    <a:pt x="32143" y="96520"/>
                  </a:lnTo>
                  <a:lnTo>
                    <a:pt x="32143" y="99060"/>
                  </a:lnTo>
                  <a:lnTo>
                    <a:pt x="67386" y="99060"/>
                  </a:lnTo>
                  <a:lnTo>
                    <a:pt x="67386" y="96520"/>
                  </a:lnTo>
                  <a:lnTo>
                    <a:pt x="67017" y="96520"/>
                  </a:lnTo>
                  <a:lnTo>
                    <a:pt x="67017" y="95250"/>
                  </a:lnTo>
                  <a:lnTo>
                    <a:pt x="69710" y="95250"/>
                  </a:lnTo>
                  <a:lnTo>
                    <a:pt x="69710" y="96520"/>
                  </a:lnTo>
                  <a:lnTo>
                    <a:pt x="70396" y="96520"/>
                  </a:lnTo>
                  <a:lnTo>
                    <a:pt x="70396" y="95250"/>
                  </a:lnTo>
                  <a:lnTo>
                    <a:pt x="73088" y="95250"/>
                  </a:lnTo>
                  <a:lnTo>
                    <a:pt x="73088" y="96520"/>
                  </a:lnTo>
                  <a:lnTo>
                    <a:pt x="74041" y="96520"/>
                  </a:lnTo>
                  <a:lnTo>
                    <a:pt x="74041" y="95250"/>
                  </a:lnTo>
                  <a:lnTo>
                    <a:pt x="74358" y="95250"/>
                  </a:lnTo>
                  <a:lnTo>
                    <a:pt x="74358" y="92710"/>
                  </a:lnTo>
                  <a:lnTo>
                    <a:pt x="74358" y="91440"/>
                  </a:lnTo>
                  <a:lnTo>
                    <a:pt x="75933" y="91440"/>
                  </a:lnTo>
                  <a:lnTo>
                    <a:pt x="75933" y="92710"/>
                  </a:lnTo>
                  <a:lnTo>
                    <a:pt x="77851" y="92710"/>
                  </a:lnTo>
                  <a:lnTo>
                    <a:pt x="77851" y="91440"/>
                  </a:lnTo>
                  <a:lnTo>
                    <a:pt x="77939" y="90170"/>
                  </a:lnTo>
                  <a:close/>
                </a:path>
                <a:path w="99694" h="99059">
                  <a:moveTo>
                    <a:pt x="83820" y="88900"/>
                  </a:moveTo>
                  <a:lnTo>
                    <a:pt x="83324" y="88900"/>
                  </a:lnTo>
                  <a:lnTo>
                    <a:pt x="83324" y="90170"/>
                  </a:lnTo>
                  <a:lnTo>
                    <a:pt x="83820" y="90170"/>
                  </a:lnTo>
                  <a:lnTo>
                    <a:pt x="83820" y="88900"/>
                  </a:lnTo>
                  <a:close/>
                </a:path>
                <a:path w="99694" h="99059">
                  <a:moveTo>
                    <a:pt x="99199" y="34290"/>
                  </a:moveTo>
                  <a:lnTo>
                    <a:pt x="99187" y="33020"/>
                  </a:lnTo>
                  <a:lnTo>
                    <a:pt x="98856" y="33020"/>
                  </a:lnTo>
                  <a:lnTo>
                    <a:pt x="98856" y="31750"/>
                  </a:lnTo>
                  <a:lnTo>
                    <a:pt x="97523" y="31750"/>
                  </a:lnTo>
                  <a:lnTo>
                    <a:pt x="97523" y="33020"/>
                  </a:lnTo>
                  <a:lnTo>
                    <a:pt x="95300" y="33020"/>
                  </a:lnTo>
                  <a:lnTo>
                    <a:pt x="95300" y="31750"/>
                  </a:lnTo>
                  <a:lnTo>
                    <a:pt x="95148" y="31750"/>
                  </a:lnTo>
                  <a:lnTo>
                    <a:pt x="95148" y="30480"/>
                  </a:lnTo>
                  <a:lnTo>
                    <a:pt x="95732" y="30480"/>
                  </a:lnTo>
                  <a:lnTo>
                    <a:pt x="95732" y="29210"/>
                  </a:lnTo>
                  <a:lnTo>
                    <a:pt x="95135" y="29210"/>
                  </a:lnTo>
                  <a:lnTo>
                    <a:pt x="95135" y="27940"/>
                  </a:lnTo>
                  <a:lnTo>
                    <a:pt x="95313" y="27940"/>
                  </a:lnTo>
                  <a:lnTo>
                    <a:pt x="95313" y="26670"/>
                  </a:lnTo>
                  <a:lnTo>
                    <a:pt x="95758" y="26670"/>
                  </a:lnTo>
                  <a:lnTo>
                    <a:pt x="95758" y="25400"/>
                  </a:lnTo>
                  <a:lnTo>
                    <a:pt x="91617" y="25400"/>
                  </a:lnTo>
                  <a:lnTo>
                    <a:pt x="91617" y="22860"/>
                  </a:lnTo>
                  <a:lnTo>
                    <a:pt x="92049" y="22860"/>
                  </a:lnTo>
                  <a:lnTo>
                    <a:pt x="92049" y="21590"/>
                  </a:lnTo>
                  <a:lnTo>
                    <a:pt x="89319" y="21590"/>
                  </a:lnTo>
                  <a:lnTo>
                    <a:pt x="89319" y="22860"/>
                  </a:lnTo>
                  <a:lnTo>
                    <a:pt x="88646" y="22860"/>
                  </a:lnTo>
                  <a:lnTo>
                    <a:pt x="88646" y="21590"/>
                  </a:lnTo>
                  <a:lnTo>
                    <a:pt x="88252" y="21590"/>
                  </a:lnTo>
                  <a:lnTo>
                    <a:pt x="88252" y="19050"/>
                  </a:lnTo>
                  <a:lnTo>
                    <a:pt x="88341" y="17780"/>
                  </a:lnTo>
                  <a:lnTo>
                    <a:pt x="88455" y="15240"/>
                  </a:lnTo>
                  <a:lnTo>
                    <a:pt x="88138" y="15240"/>
                  </a:lnTo>
                  <a:lnTo>
                    <a:pt x="88138" y="13970"/>
                  </a:lnTo>
                  <a:lnTo>
                    <a:pt x="87376" y="13970"/>
                  </a:lnTo>
                  <a:lnTo>
                    <a:pt x="87376" y="15240"/>
                  </a:lnTo>
                  <a:lnTo>
                    <a:pt x="84518" y="15240"/>
                  </a:lnTo>
                  <a:lnTo>
                    <a:pt x="84518" y="13970"/>
                  </a:lnTo>
                  <a:lnTo>
                    <a:pt x="85077" y="13970"/>
                  </a:lnTo>
                  <a:lnTo>
                    <a:pt x="85077" y="11430"/>
                  </a:lnTo>
                  <a:lnTo>
                    <a:pt x="77685" y="11430"/>
                  </a:lnTo>
                  <a:lnTo>
                    <a:pt x="77685" y="8890"/>
                  </a:lnTo>
                  <a:lnTo>
                    <a:pt x="78054" y="8890"/>
                  </a:lnTo>
                  <a:lnTo>
                    <a:pt x="78054" y="7620"/>
                  </a:lnTo>
                  <a:lnTo>
                    <a:pt x="75171" y="7620"/>
                  </a:lnTo>
                  <a:lnTo>
                    <a:pt x="75171" y="8890"/>
                  </a:lnTo>
                  <a:lnTo>
                    <a:pt x="74663" y="8890"/>
                  </a:lnTo>
                  <a:lnTo>
                    <a:pt x="74663" y="7620"/>
                  </a:lnTo>
                  <a:lnTo>
                    <a:pt x="74256" y="7620"/>
                  </a:lnTo>
                  <a:lnTo>
                    <a:pt x="74256" y="5080"/>
                  </a:lnTo>
                  <a:lnTo>
                    <a:pt x="71488" y="5080"/>
                  </a:lnTo>
                  <a:lnTo>
                    <a:pt x="71488" y="3810"/>
                  </a:lnTo>
                  <a:lnTo>
                    <a:pt x="69824" y="3810"/>
                  </a:lnTo>
                  <a:lnTo>
                    <a:pt x="69824" y="5080"/>
                  </a:lnTo>
                  <a:lnTo>
                    <a:pt x="67348" y="5080"/>
                  </a:lnTo>
                  <a:lnTo>
                    <a:pt x="67348" y="3810"/>
                  </a:lnTo>
                  <a:lnTo>
                    <a:pt x="67322" y="1270"/>
                  </a:lnTo>
                  <a:lnTo>
                    <a:pt x="66306" y="1270"/>
                  </a:lnTo>
                  <a:lnTo>
                    <a:pt x="66306" y="0"/>
                  </a:lnTo>
                  <a:lnTo>
                    <a:pt x="63817" y="0"/>
                  </a:lnTo>
                  <a:lnTo>
                    <a:pt x="63817" y="1270"/>
                  </a:lnTo>
                  <a:lnTo>
                    <a:pt x="40944" y="1270"/>
                  </a:lnTo>
                  <a:lnTo>
                    <a:pt x="40944" y="0"/>
                  </a:lnTo>
                  <a:lnTo>
                    <a:pt x="37388" y="0"/>
                  </a:lnTo>
                  <a:lnTo>
                    <a:pt x="37388" y="1270"/>
                  </a:lnTo>
                  <a:lnTo>
                    <a:pt x="33274" y="1270"/>
                  </a:lnTo>
                  <a:lnTo>
                    <a:pt x="33274" y="0"/>
                  </a:lnTo>
                  <a:lnTo>
                    <a:pt x="32486" y="0"/>
                  </a:lnTo>
                  <a:lnTo>
                    <a:pt x="32486" y="1270"/>
                  </a:lnTo>
                  <a:lnTo>
                    <a:pt x="32207" y="1270"/>
                  </a:lnTo>
                  <a:lnTo>
                    <a:pt x="32207" y="3810"/>
                  </a:lnTo>
                  <a:lnTo>
                    <a:pt x="32080" y="3810"/>
                  </a:lnTo>
                  <a:lnTo>
                    <a:pt x="32080" y="5080"/>
                  </a:lnTo>
                  <a:lnTo>
                    <a:pt x="30226" y="5080"/>
                  </a:lnTo>
                  <a:lnTo>
                    <a:pt x="30226" y="3810"/>
                  </a:lnTo>
                  <a:lnTo>
                    <a:pt x="25171" y="3810"/>
                  </a:lnTo>
                  <a:lnTo>
                    <a:pt x="25171" y="5080"/>
                  </a:lnTo>
                  <a:lnTo>
                    <a:pt x="25298" y="5080"/>
                  </a:lnTo>
                  <a:lnTo>
                    <a:pt x="25298" y="7620"/>
                  </a:lnTo>
                  <a:lnTo>
                    <a:pt x="24612" y="7620"/>
                  </a:lnTo>
                  <a:lnTo>
                    <a:pt x="24612" y="8890"/>
                  </a:lnTo>
                  <a:lnTo>
                    <a:pt x="24104" y="8890"/>
                  </a:lnTo>
                  <a:lnTo>
                    <a:pt x="24104" y="7620"/>
                  </a:lnTo>
                  <a:lnTo>
                    <a:pt x="21183" y="7620"/>
                  </a:lnTo>
                  <a:lnTo>
                    <a:pt x="21183" y="8890"/>
                  </a:lnTo>
                  <a:lnTo>
                    <a:pt x="21894" y="8890"/>
                  </a:lnTo>
                  <a:lnTo>
                    <a:pt x="21894" y="11430"/>
                  </a:lnTo>
                  <a:lnTo>
                    <a:pt x="14490" y="11430"/>
                  </a:lnTo>
                  <a:lnTo>
                    <a:pt x="14490" y="13970"/>
                  </a:lnTo>
                  <a:lnTo>
                    <a:pt x="15011" y="13970"/>
                  </a:lnTo>
                  <a:lnTo>
                    <a:pt x="15011" y="15240"/>
                  </a:lnTo>
                  <a:lnTo>
                    <a:pt x="12280" y="15240"/>
                  </a:lnTo>
                  <a:lnTo>
                    <a:pt x="12280" y="13970"/>
                  </a:lnTo>
                  <a:lnTo>
                    <a:pt x="11480" y="13970"/>
                  </a:lnTo>
                  <a:lnTo>
                    <a:pt x="11480" y="15240"/>
                  </a:lnTo>
                  <a:lnTo>
                    <a:pt x="11010" y="15240"/>
                  </a:lnTo>
                  <a:lnTo>
                    <a:pt x="11010" y="17780"/>
                  </a:lnTo>
                  <a:lnTo>
                    <a:pt x="11176" y="17780"/>
                  </a:lnTo>
                  <a:lnTo>
                    <a:pt x="11176" y="19050"/>
                  </a:lnTo>
                  <a:lnTo>
                    <a:pt x="11366" y="19050"/>
                  </a:lnTo>
                  <a:lnTo>
                    <a:pt x="11366" y="21590"/>
                  </a:lnTo>
                  <a:lnTo>
                    <a:pt x="11049" y="21590"/>
                  </a:lnTo>
                  <a:lnTo>
                    <a:pt x="11049" y="22860"/>
                  </a:lnTo>
                  <a:lnTo>
                    <a:pt x="10604" y="22860"/>
                  </a:lnTo>
                  <a:lnTo>
                    <a:pt x="10604" y="21590"/>
                  </a:lnTo>
                  <a:lnTo>
                    <a:pt x="7239" y="21590"/>
                  </a:lnTo>
                  <a:lnTo>
                    <a:pt x="7239" y="22860"/>
                  </a:lnTo>
                  <a:lnTo>
                    <a:pt x="7835" y="22860"/>
                  </a:lnTo>
                  <a:lnTo>
                    <a:pt x="7835" y="25400"/>
                  </a:lnTo>
                  <a:lnTo>
                    <a:pt x="3848" y="25400"/>
                  </a:lnTo>
                  <a:lnTo>
                    <a:pt x="3848" y="26670"/>
                  </a:lnTo>
                  <a:lnTo>
                    <a:pt x="3238" y="26670"/>
                  </a:lnTo>
                  <a:lnTo>
                    <a:pt x="3238" y="27940"/>
                  </a:lnTo>
                  <a:lnTo>
                    <a:pt x="3873" y="27940"/>
                  </a:lnTo>
                  <a:lnTo>
                    <a:pt x="3873" y="29210"/>
                  </a:lnTo>
                  <a:lnTo>
                    <a:pt x="4495" y="29210"/>
                  </a:lnTo>
                  <a:lnTo>
                    <a:pt x="4495" y="30480"/>
                  </a:lnTo>
                  <a:lnTo>
                    <a:pt x="4635" y="30480"/>
                  </a:lnTo>
                  <a:lnTo>
                    <a:pt x="4635" y="31750"/>
                  </a:lnTo>
                  <a:lnTo>
                    <a:pt x="4191" y="31750"/>
                  </a:lnTo>
                  <a:lnTo>
                    <a:pt x="4191" y="33020"/>
                  </a:lnTo>
                  <a:lnTo>
                    <a:pt x="1981" y="33020"/>
                  </a:lnTo>
                  <a:lnTo>
                    <a:pt x="1981" y="31750"/>
                  </a:lnTo>
                  <a:lnTo>
                    <a:pt x="749" y="31750"/>
                  </a:lnTo>
                  <a:lnTo>
                    <a:pt x="749" y="33020"/>
                  </a:lnTo>
                  <a:lnTo>
                    <a:pt x="0" y="33020"/>
                  </a:lnTo>
                  <a:lnTo>
                    <a:pt x="0" y="34290"/>
                  </a:lnTo>
                  <a:lnTo>
                    <a:pt x="330" y="34290"/>
                  </a:lnTo>
                  <a:lnTo>
                    <a:pt x="330" y="36830"/>
                  </a:lnTo>
                  <a:lnTo>
                    <a:pt x="660" y="36830"/>
                  </a:lnTo>
                  <a:lnTo>
                    <a:pt x="660" y="38100"/>
                  </a:lnTo>
                  <a:lnTo>
                    <a:pt x="368" y="38100"/>
                  </a:lnTo>
                  <a:lnTo>
                    <a:pt x="368" y="44450"/>
                  </a:lnTo>
                  <a:lnTo>
                    <a:pt x="381" y="49530"/>
                  </a:lnTo>
                  <a:lnTo>
                    <a:pt x="660" y="49530"/>
                  </a:lnTo>
                  <a:lnTo>
                    <a:pt x="660" y="62230"/>
                  </a:lnTo>
                  <a:lnTo>
                    <a:pt x="381" y="62230"/>
                  </a:lnTo>
                  <a:lnTo>
                    <a:pt x="381" y="66040"/>
                  </a:lnTo>
                  <a:lnTo>
                    <a:pt x="419" y="67310"/>
                  </a:lnTo>
                  <a:lnTo>
                    <a:pt x="4572" y="67310"/>
                  </a:lnTo>
                  <a:lnTo>
                    <a:pt x="4572" y="68580"/>
                  </a:lnTo>
                  <a:lnTo>
                    <a:pt x="4229" y="68580"/>
                  </a:lnTo>
                  <a:lnTo>
                    <a:pt x="4229" y="69850"/>
                  </a:lnTo>
                  <a:lnTo>
                    <a:pt x="3784" y="69850"/>
                  </a:lnTo>
                  <a:lnTo>
                    <a:pt x="3784" y="71120"/>
                  </a:lnTo>
                  <a:lnTo>
                    <a:pt x="4635" y="71120"/>
                  </a:lnTo>
                  <a:lnTo>
                    <a:pt x="4635" y="72390"/>
                  </a:lnTo>
                  <a:lnTo>
                    <a:pt x="4025" y="72390"/>
                  </a:lnTo>
                  <a:lnTo>
                    <a:pt x="4025" y="73660"/>
                  </a:lnTo>
                  <a:lnTo>
                    <a:pt x="3898" y="73660"/>
                  </a:lnTo>
                  <a:lnTo>
                    <a:pt x="3898" y="74930"/>
                  </a:lnTo>
                  <a:lnTo>
                    <a:pt x="6578" y="74930"/>
                  </a:lnTo>
                  <a:lnTo>
                    <a:pt x="6578" y="73660"/>
                  </a:lnTo>
                  <a:lnTo>
                    <a:pt x="7518" y="73660"/>
                  </a:lnTo>
                  <a:lnTo>
                    <a:pt x="7518" y="74930"/>
                  </a:lnTo>
                  <a:lnTo>
                    <a:pt x="7683" y="74930"/>
                  </a:lnTo>
                  <a:lnTo>
                    <a:pt x="7683" y="77470"/>
                  </a:lnTo>
                  <a:lnTo>
                    <a:pt x="7708" y="78740"/>
                  </a:lnTo>
                  <a:lnTo>
                    <a:pt x="9245" y="78740"/>
                  </a:lnTo>
                  <a:lnTo>
                    <a:pt x="9245" y="77470"/>
                  </a:lnTo>
                  <a:lnTo>
                    <a:pt x="11201" y="77470"/>
                  </a:lnTo>
                  <a:lnTo>
                    <a:pt x="11201" y="78740"/>
                  </a:lnTo>
                  <a:lnTo>
                    <a:pt x="11747" y="78740"/>
                  </a:lnTo>
                  <a:lnTo>
                    <a:pt x="11747" y="80010"/>
                  </a:lnTo>
                  <a:lnTo>
                    <a:pt x="11417" y="80010"/>
                  </a:lnTo>
                  <a:lnTo>
                    <a:pt x="11417" y="81280"/>
                  </a:lnTo>
                  <a:lnTo>
                    <a:pt x="10896" y="81280"/>
                  </a:lnTo>
                  <a:lnTo>
                    <a:pt x="10896" y="82550"/>
                  </a:lnTo>
                  <a:lnTo>
                    <a:pt x="10388" y="82550"/>
                  </a:lnTo>
                  <a:lnTo>
                    <a:pt x="10388" y="83820"/>
                  </a:lnTo>
                  <a:lnTo>
                    <a:pt x="10604" y="83820"/>
                  </a:lnTo>
                  <a:lnTo>
                    <a:pt x="10604" y="85090"/>
                  </a:lnTo>
                  <a:lnTo>
                    <a:pt x="14846" y="85090"/>
                  </a:lnTo>
                  <a:lnTo>
                    <a:pt x="14846" y="87630"/>
                  </a:lnTo>
                  <a:lnTo>
                    <a:pt x="14198" y="87630"/>
                  </a:lnTo>
                  <a:lnTo>
                    <a:pt x="14198" y="88900"/>
                  </a:lnTo>
                  <a:lnTo>
                    <a:pt x="21374" y="88900"/>
                  </a:lnTo>
                  <a:lnTo>
                    <a:pt x="21374" y="87630"/>
                  </a:lnTo>
                  <a:lnTo>
                    <a:pt x="78600" y="87630"/>
                  </a:lnTo>
                  <a:lnTo>
                    <a:pt x="78600" y="88900"/>
                  </a:lnTo>
                  <a:lnTo>
                    <a:pt x="80162" y="88900"/>
                  </a:lnTo>
                  <a:lnTo>
                    <a:pt x="80162" y="87630"/>
                  </a:lnTo>
                  <a:lnTo>
                    <a:pt x="84620" y="87630"/>
                  </a:lnTo>
                  <a:lnTo>
                    <a:pt x="84620" y="85090"/>
                  </a:lnTo>
                  <a:lnTo>
                    <a:pt x="88696" y="85090"/>
                  </a:lnTo>
                  <a:lnTo>
                    <a:pt x="88696" y="83820"/>
                  </a:lnTo>
                  <a:lnTo>
                    <a:pt x="88480" y="83820"/>
                  </a:lnTo>
                  <a:lnTo>
                    <a:pt x="88480" y="82550"/>
                  </a:lnTo>
                  <a:lnTo>
                    <a:pt x="88341" y="82550"/>
                  </a:lnTo>
                  <a:lnTo>
                    <a:pt x="88341" y="81280"/>
                  </a:lnTo>
                  <a:lnTo>
                    <a:pt x="88328" y="80010"/>
                  </a:lnTo>
                  <a:lnTo>
                    <a:pt x="88150" y="80010"/>
                  </a:lnTo>
                  <a:lnTo>
                    <a:pt x="88150" y="78740"/>
                  </a:lnTo>
                  <a:lnTo>
                    <a:pt x="88315" y="78740"/>
                  </a:lnTo>
                  <a:lnTo>
                    <a:pt x="88315" y="77470"/>
                  </a:lnTo>
                  <a:lnTo>
                    <a:pt x="90170" y="77470"/>
                  </a:lnTo>
                  <a:lnTo>
                    <a:pt x="90170" y="78740"/>
                  </a:lnTo>
                  <a:lnTo>
                    <a:pt x="91833" y="78740"/>
                  </a:lnTo>
                  <a:lnTo>
                    <a:pt x="91833" y="77470"/>
                  </a:lnTo>
                  <a:lnTo>
                    <a:pt x="91770" y="74930"/>
                  </a:lnTo>
                  <a:lnTo>
                    <a:pt x="92125" y="74930"/>
                  </a:lnTo>
                  <a:lnTo>
                    <a:pt x="92125" y="73660"/>
                  </a:lnTo>
                  <a:lnTo>
                    <a:pt x="92798" y="73660"/>
                  </a:lnTo>
                  <a:lnTo>
                    <a:pt x="92798" y="74930"/>
                  </a:lnTo>
                  <a:lnTo>
                    <a:pt x="95516" y="74930"/>
                  </a:lnTo>
                  <a:lnTo>
                    <a:pt x="95516" y="73660"/>
                  </a:lnTo>
                  <a:lnTo>
                    <a:pt x="95567" y="72390"/>
                  </a:lnTo>
                  <a:lnTo>
                    <a:pt x="95338" y="72390"/>
                  </a:lnTo>
                  <a:lnTo>
                    <a:pt x="95338" y="71120"/>
                  </a:lnTo>
                  <a:lnTo>
                    <a:pt x="95389" y="69850"/>
                  </a:lnTo>
                  <a:lnTo>
                    <a:pt x="95224" y="69850"/>
                  </a:lnTo>
                  <a:lnTo>
                    <a:pt x="95224" y="68580"/>
                  </a:lnTo>
                  <a:lnTo>
                    <a:pt x="95046" y="68580"/>
                  </a:lnTo>
                  <a:lnTo>
                    <a:pt x="95046" y="67310"/>
                  </a:lnTo>
                  <a:lnTo>
                    <a:pt x="99110" y="67310"/>
                  </a:lnTo>
                  <a:lnTo>
                    <a:pt x="99110" y="66040"/>
                  </a:lnTo>
                  <a:lnTo>
                    <a:pt x="99161" y="62230"/>
                  </a:lnTo>
                  <a:lnTo>
                    <a:pt x="98882" y="62230"/>
                  </a:lnTo>
                  <a:lnTo>
                    <a:pt x="98882" y="49530"/>
                  </a:lnTo>
                  <a:lnTo>
                    <a:pt x="98882" y="44450"/>
                  </a:lnTo>
                  <a:lnTo>
                    <a:pt x="98882" y="38100"/>
                  </a:lnTo>
                  <a:lnTo>
                    <a:pt x="98882" y="36830"/>
                  </a:lnTo>
                  <a:lnTo>
                    <a:pt x="99199" y="36830"/>
                  </a:lnTo>
                  <a:lnTo>
                    <a:pt x="99199" y="342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6450910" y="8639880"/>
              <a:ext cx="35560" cy="2540"/>
            </a:xfrm>
            <a:custGeom>
              <a:avLst/>
              <a:gdLst/>
              <a:ahLst/>
              <a:cxnLst/>
              <a:rect l="l" t="t" r="r" b="b"/>
              <a:pathLst>
                <a:path w="35559" h="2540">
                  <a:moveTo>
                    <a:pt x="0" y="0"/>
                  </a:moveTo>
                  <a:lnTo>
                    <a:pt x="35249" y="0"/>
                  </a:lnTo>
                  <a:lnTo>
                    <a:pt x="35249" y="2540"/>
                  </a:lnTo>
                  <a:lnTo>
                    <a:pt x="0" y="2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/>
          <p:nvPr/>
        </p:nvSpPr>
        <p:spPr>
          <a:xfrm>
            <a:off x="18102908" y="8543831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59390" y="99090"/>
                </a:moveTo>
                <a:lnTo>
                  <a:pt x="57343" y="98498"/>
                </a:lnTo>
                <a:lnTo>
                  <a:pt x="54383" y="99046"/>
                </a:lnTo>
                <a:lnTo>
                  <a:pt x="51730" y="98644"/>
                </a:lnTo>
                <a:lnTo>
                  <a:pt x="41659" y="98644"/>
                </a:lnTo>
                <a:lnTo>
                  <a:pt x="39773" y="98980"/>
                </a:lnTo>
                <a:lnTo>
                  <a:pt x="38560" y="98461"/>
                </a:lnTo>
                <a:lnTo>
                  <a:pt x="39379" y="95508"/>
                </a:lnTo>
                <a:lnTo>
                  <a:pt x="38553" y="94683"/>
                </a:lnTo>
                <a:lnTo>
                  <a:pt x="36148" y="95340"/>
                </a:lnTo>
                <a:lnTo>
                  <a:pt x="34299" y="94763"/>
                </a:lnTo>
                <a:lnTo>
                  <a:pt x="29212" y="96027"/>
                </a:lnTo>
                <a:lnTo>
                  <a:pt x="28211" y="94799"/>
                </a:lnTo>
                <a:lnTo>
                  <a:pt x="28840" y="91752"/>
                </a:lnTo>
                <a:lnTo>
                  <a:pt x="26654" y="90999"/>
                </a:lnTo>
                <a:lnTo>
                  <a:pt x="23073" y="92651"/>
                </a:lnTo>
                <a:lnTo>
                  <a:pt x="20917" y="91277"/>
                </a:lnTo>
                <a:lnTo>
                  <a:pt x="21940" y="88595"/>
                </a:lnTo>
                <a:lnTo>
                  <a:pt x="20881" y="87535"/>
                </a:lnTo>
                <a:lnTo>
                  <a:pt x="18549" y="88704"/>
                </a:lnTo>
                <a:lnTo>
                  <a:pt x="17380" y="87535"/>
                </a:lnTo>
                <a:lnTo>
                  <a:pt x="18549" y="85196"/>
                </a:lnTo>
                <a:lnTo>
                  <a:pt x="17380" y="84027"/>
                </a:lnTo>
                <a:lnTo>
                  <a:pt x="15041" y="85196"/>
                </a:lnTo>
                <a:lnTo>
                  <a:pt x="13871" y="84027"/>
                </a:lnTo>
                <a:lnTo>
                  <a:pt x="15041" y="81688"/>
                </a:lnTo>
                <a:lnTo>
                  <a:pt x="13872" y="80519"/>
                </a:lnTo>
                <a:lnTo>
                  <a:pt x="11540" y="81688"/>
                </a:lnTo>
                <a:lnTo>
                  <a:pt x="10370" y="80519"/>
                </a:lnTo>
                <a:lnTo>
                  <a:pt x="11540" y="78180"/>
                </a:lnTo>
                <a:lnTo>
                  <a:pt x="10488" y="77127"/>
                </a:lnTo>
                <a:lnTo>
                  <a:pt x="7783" y="78143"/>
                </a:lnTo>
                <a:lnTo>
                  <a:pt x="6650" y="76316"/>
                </a:lnTo>
                <a:lnTo>
                  <a:pt x="8558" y="71492"/>
                </a:lnTo>
                <a:lnTo>
                  <a:pt x="7111" y="70301"/>
                </a:lnTo>
                <a:lnTo>
                  <a:pt x="4063" y="70930"/>
                </a:lnTo>
                <a:lnTo>
                  <a:pt x="3639" y="69702"/>
                </a:lnTo>
                <a:lnTo>
                  <a:pt x="3946" y="68006"/>
                </a:lnTo>
                <a:lnTo>
                  <a:pt x="3946" y="66099"/>
                </a:lnTo>
                <a:lnTo>
                  <a:pt x="4231" y="64483"/>
                </a:lnTo>
                <a:lnTo>
                  <a:pt x="3741" y="62912"/>
                </a:lnTo>
                <a:lnTo>
                  <a:pt x="4399" y="60515"/>
                </a:lnTo>
                <a:lnTo>
                  <a:pt x="3457" y="59565"/>
                </a:lnTo>
                <a:lnTo>
                  <a:pt x="811" y="60617"/>
                </a:lnTo>
                <a:lnTo>
                  <a:pt x="0" y="59397"/>
                </a:lnTo>
                <a:lnTo>
                  <a:pt x="591" y="57343"/>
                </a:lnTo>
                <a:lnTo>
                  <a:pt x="36" y="54390"/>
                </a:lnTo>
                <a:lnTo>
                  <a:pt x="438" y="51730"/>
                </a:lnTo>
                <a:lnTo>
                  <a:pt x="438" y="41505"/>
                </a:lnTo>
                <a:lnTo>
                  <a:pt x="175" y="39970"/>
                </a:lnTo>
                <a:lnTo>
                  <a:pt x="533" y="38677"/>
                </a:lnTo>
                <a:lnTo>
                  <a:pt x="3661" y="39291"/>
                </a:lnTo>
                <a:lnTo>
                  <a:pt x="4275" y="38677"/>
                </a:lnTo>
                <a:lnTo>
                  <a:pt x="3917" y="36009"/>
                </a:lnTo>
                <a:lnTo>
                  <a:pt x="3997" y="34533"/>
                </a:lnTo>
                <a:lnTo>
                  <a:pt x="3610" y="32888"/>
                </a:lnTo>
                <a:lnTo>
                  <a:pt x="4195" y="31317"/>
                </a:lnTo>
                <a:lnTo>
                  <a:pt x="3464" y="28964"/>
                </a:lnTo>
                <a:lnTo>
                  <a:pt x="4429" y="27992"/>
                </a:lnTo>
                <a:lnTo>
                  <a:pt x="7081" y="29044"/>
                </a:lnTo>
                <a:lnTo>
                  <a:pt x="7988" y="27663"/>
                </a:lnTo>
                <a:lnTo>
                  <a:pt x="6972" y="25836"/>
                </a:lnTo>
                <a:lnTo>
                  <a:pt x="7842" y="24264"/>
                </a:lnTo>
                <a:lnTo>
                  <a:pt x="6892" y="22020"/>
                </a:lnTo>
                <a:lnTo>
                  <a:pt x="7937" y="20975"/>
                </a:lnTo>
                <a:lnTo>
                  <a:pt x="10582" y="22028"/>
                </a:lnTo>
                <a:lnTo>
                  <a:pt x="11467" y="20690"/>
                </a:lnTo>
                <a:lnTo>
                  <a:pt x="10371" y="18666"/>
                </a:lnTo>
                <a:lnTo>
                  <a:pt x="11430" y="17365"/>
                </a:lnTo>
                <a:lnTo>
                  <a:pt x="13915" y="18505"/>
                </a:lnTo>
                <a:lnTo>
                  <a:pt x="14946" y="17467"/>
                </a:lnTo>
                <a:lnTo>
                  <a:pt x="13901" y="14822"/>
                </a:lnTo>
                <a:lnTo>
                  <a:pt x="15158" y="13988"/>
                </a:lnTo>
                <a:lnTo>
                  <a:pt x="17380" y="15041"/>
                </a:lnTo>
                <a:lnTo>
                  <a:pt x="18549" y="13871"/>
                </a:lnTo>
                <a:lnTo>
                  <a:pt x="17380" y="11533"/>
                </a:lnTo>
                <a:lnTo>
                  <a:pt x="18454" y="10458"/>
                </a:lnTo>
                <a:lnTo>
                  <a:pt x="21100" y="11511"/>
                </a:lnTo>
                <a:lnTo>
                  <a:pt x="21794" y="10466"/>
                </a:lnTo>
                <a:lnTo>
                  <a:pt x="21005" y="7725"/>
                </a:lnTo>
                <a:lnTo>
                  <a:pt x="22751" y="6680"/>
                </a:lnTo>
                <a:lnTo>
                  <a:pt x="27583" y="8543"/>
                </a:lnTo>
                <a:lnTo>
                  <a:pt x="28723" y="7140"/>
                </a:lnTo>
                <a:lnTo>
                  <a:pt x="28182" y="4012"/>
                </a:lnTo>
                <a:lnTo>
                  <a:pt x="31770" y="3055"/>
                </a:lnTo>
                <a:lnTo>
                  <a:pt x="35717" y="4663"/>
                </a:lnTo>
                <a:lnTo>
                  <a:pt x="39006" y="3931"/>
                </a:lnTo>
                <a:lnTo>
                  <a:pt x="39291" y="3873"/>
                </a:lnTo>
                <a:lnTo>
                  <a:pt x="38750" y="679"/>
                </a:lnTo>
                <a:lnTo>
                  <a:pt x="39335" y="95"/>
                </a:lnTo>
                <a:lnTo>
                  <a:pt x="42002" y="453"/>
                </a:lnTo>
                <a:lnTo>
                  <a:pt x="45993" y="241"/>
                </a:lnTo>
                <a:lnTo>
                  <a:pt x="49552" y="423"/>
                </a:lnTo>
                <a:lnTo>
                  <a:pt x="55217" y="423"/>
                </a:lnTo>
                <a:lnTo>
                  <a:pt x="57913" y="0"/>
                </a:lnTo>
                <a:lnTo>
                  <a:pt x="60318" y="482"/>
                </a:lnTo>
                <a:lnTo>
                  <a:pt x="59799" y="3683"/>
                </a:lnTo>
                <a:lnTo>
                  <a:pt x="60479" y="4363"/>
                </a:lnTo>
                <a:lnTo>
                  <a:pt x="62934" y="3778"/>
                </a:lnTo>
                <a:lnTo>
                  <a:pt x="65675" y="4465"/>
                </a:lnTo>
                <a:lnTo>
                  <a:pt x="68540" y="3164"/>
                </a:lnTo>
                <a:lnTo>
                  <a:pt x="70974" y="4085"/>
                </a:lnTo>
                <a:lnTo>
                  <a:pt x="70228" y="7103"/>
                </a:lnTo>
                <a:lnTo>
                  <a:pt x="70901" y="7768"/>
                </a:lnTo>
                <a:lnTo>
                  <a:pt x="73561" y="7418"/>
                </a:lnTo>
                <a:lnTo>
                  <a:pt x="74811" y="7476"/>
                </a:lnTo>
                <a:lnTo>
                  <a:pt x="76974" y="7067"/>
                </a:lnTo>
                <a:lnTo>
                  <a:pt x="78122" y="7776"/>
                </a:lnTo>
                <a:lnTo>
                  <a:pt x="77113" y="10480"/>
                </a:lnTo>
                <a:lnTo>
                  <a:pt x="78158" y="11532"/>
                </a:lnTo>
                <a:lnTo>
                  <a:pt x="80497" y="10363"/>
                </a:lnTo>
                <a:lnTo>
                  <a:pt x="81667" y="11532"/>
                </a:lnTo>
                <a:lnTo>
                  <a:pt x="80497" y="13871"/>
                </a:lnTo>
                <a:lnTo>
                  <a:pt x="81666" y="15041"/>
                </a:lnTo>
                <a:lnTo>
                  <a:pt x="84005" y="13871"/>
                </a:lnTo>
                <a:lnTo>
                  <a:pt x="85175" y="15041"/>
                </a:lnTo>
                <a:lnTo>
                  <a:pt x="84005" y="17379"/>
                </a:lnTo>
                <a:lnTo>
                  <a:pt x="85175" y="18541"/>
                </a:lnTo>
                <a:lnTo>
                  <a:pt x="87506" y="17372"/>
                </a:lnTo>
                <a:lnTo>
                  <a:pt x="88676" y="18541"/>
                </a:lnTo>
                <a:lnTo>
                  <a:pt x="87506" y="20880"/>
                </a:lnTo>
                <a:lnTo>
                  <a:pt x="88566" y="21940"/>
                </a:lnTo>
                <a:lnTo>
                  <a:pt x="91248" y="20909"/>
                </a:lnTo>
                <a:lnTo>
                  <a:pt x="92418" y="22744"/>
                </a:lnTo>
                <a:lnTo>
                  <a:pt x="90474" y="27560"/>
                </a:lnTo>
                <a:lnTo>
                  <a:pt x="91935" y="28759"/>
                </a:lnTo>
                <a:lnTo>
                  <a:pt x="94983" y="28130"/>
                </a:lnTo>
                <a:lnTo>
                  <a:pt x="95407" y="29358"/>
                </a:lnTo>
                <a:lnTo>
                  <a:pt x="95100" y="31054"/>
                </a:lnTo>
                <a:lnTo>
                  <a:pt x="95100" y="32925"/>
                </a:lnTo>
                <a:lnTo>
                  <a:pt x="94800" y="34613"/>
                </a:lnTo>
                <a:lnTo>
                  <a:pt x="95327" y="36162"/>
                </a:lnTo>
                <a:lnTo>
                  <a:pt x="94632" y="38530"/>
                </a:lnTo>
                <a:lnTo>
                  <a:pt x="95473" y="39371"/>
                </a:lnTo>
                <a:lnTo>
                  <a:pt x="98418" y="38560"/>
                </a:lnTo>
                <a:lnTo>
                  <a:pt x="99339" y="40708"/>
                </a:lnTo>
                <a:lnTo>
                  <a:pt x="98506" y="44143"/>
                </a:lnTo>
                <a:lnTo>
                  <a:pt x="98762" y="49062"/>
                </a:lnTo>
                <a:lnTo>
                  <a:pt x="99251" y="53579"/>
                </a:lnTo>
                <a:lnTo>
                  <a:pt x="98469" y="57153"/>
                </a:lnTo>
                <a:lnTo>
                  <a:pt x="99025" y="59645"/>
                </a:lnTo>
                <a:lnTo>
                  <a:pt x="98119" y="60544"/>
                </a:lnTo>
                <a:lnTo>
                  <a:pt x="95473" y="59492"/>
                </a:lnTo>
                <a:lnTo>
                  <a:pt x="94617" y="60785"/>
                </a:lnTo>
                <a:lnTo>
                  <a:pt x="95356" y="62700"/>
                </a:lnTo>
                <a:lnTo>
                  <a:pt x="94749" y="64754"/>
                </a:lnTo>
                <a:lnTo>
                  <a:pt x="95977" y="69862"/>
                </a:lnTo>
                <a:lnTo>
                  <a:pt x="94764" y="70856"/>
                </a:lnTo>
                <a:lnTo>
                  <a:pt x="91716" y="70228"/>
                </a:lnTo>
                <a:lnTo>
                  <a:pt x="90956" y="72428"/>
                </a:lnTo>
                <a:lnTo>
                  <a:pt x="92615" y="75958"/>
                </a:lnTo>
                <a:lnTo>
                  <a:pt x="91256" y="78143"/>
                </a:lnTo>
                <a:lnTo>
                  <a:pt x="88559" y="77127"/>
                </a:lnTo>
                <a:lnTo>
                  <a:pt x="87506" y="78180"/>
                </a:lnTo>
                <a:lnTo>
                  <a:pt x="88675" y="80519"/>
                </a:lnTo>
                <a:lnTo>
                  <a:pt x="87506" y="81688"/>
                </a:lnTo>
                <a:lnTo>
                  <a:pt x="85175" y="80519"/>
                </a:lnTo>
                <a:lnTo>
                  <a:pt x="84005" y="81688"/>
                </a:lnTo>
                <a:lnTo>
                  <a:pt x="85175" y="84027"/>
                </a:lnTo>
                <a:lnTo>
                  <a:pt x="84005" y="85196"/>
                </a:lnTo>
                <a:lnTo>
                  <a:pt x="81667" y="84027"/>
                </a:lnTo>
                <a:lnTo>
                  <a:pt x="80497" y="85196"/>
                </a:lnTo>
                <a:lnTo>
                  <a:pt x="81666" y="87535"/>
                </a:lnTo>
                <a:lnTo>
                  <a:pt x="80497" y="88704"/>
                </a:lnTo>
                <a:lnTo>
                  <a:pt x="78166" y="87535"/>
                </a:lnTo>
                <a:lnTo>
                  <a:pt x="77106" y="88595"/>
                </a:lnTo>
                <a:lnTo>
                  <a:pt x="78129" y="91277"/>
                </a:lnTo>
                <a:lnTo>
                  <a:pt x="76295" y="92439"/>
                </a:lnTo>
                <a:lnTo>
                  <a:pt x="71478" y="90509"/>
                </a:lnTo>
                <a:lnTo>
                  <a:pt x="70287" y="91964"/>
                </a:lnTo>
                <a:lnTo>
                  <a:pt x="70916" y="95011"/>
                </a:lnTo>
                <a:lnTo>
                  <a:pt x="69688" y="95443"/>
                </a:lnTo>
                <a:lnTo>
                  <a:pt x="67985" y="95136"/>
                </a:lnTo>
                <a:lnTo>
                  <a:pt x="66084" y="95136"/>
                </a:lnTo>
                <a:lnTo>
                  <a:pt x="64469" y="94851"/>
                </a:lnTo>
                <a:lnTo>
                  <a:pt x="62898" y="95340"/>
                </a:lnTo>
                <a:lnTo>
                  <a:pt x="60501" y="94683"/>
                </a:lnTo>
                <a:lnTo>
                  <a:pt x="59558" y="95625"/>
                </a:lnTo>
                <a:lnTo>
                  <a:pt x="60610" y="98271"/>
                </a:lnTo>
                <a:lnTo>
                  <a:pt x="59390" y="990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6211722" y="8547310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09">
                <a:moveTo>
                  <a:pt x="37931" y="92088"/>
                </a:moveTo>
                <a:lnTo>
                  <a:pt x="35519" y="91606"/>
                </a:lnTo>
                <a:lnTo>
                  <a:pt x="36045" y="88397"/>
                </a:lnTo>
                <a:lnTo>
                  <a:pt x="35366" y="87717"/>
                </a:lnTo>
                <a:lnTo>
                  <a:pt x="32910" y="88302"/>
                </a:lnTo>
                <a:lnTo>
                  <a:pt x="30169" y="87622"/>
                </a:lnTo>
                <a:lnTo>
                  <a:pt x="27304" y="88916"/>
                </a:lnTo>
                <a:lnTo>
                  <a:pt x="24863" y="87995"/>
                </a:lnTo>
                <a:lnTo>
                  <a:pt x="25609" y="84984"/>
                </a:lnTo>
                <a:lnTo>
                  <a:pt x="24944" y="84312"/>
                </a:lnTo>
                <a:lnTo>
                  <a:pt x="22276" y="84670"/>
                </a:lnTo>
                <a:lnTo>
                  <a:pt x="21070" y="84604"/>
                </a:lnTo>
                <a:lnTo>
                  <a:pt x="18812" y="85013"/>
                </a:lnTo>
                <a:lnTo>
                  <a:pt x="17694" y="84260"/>
                </a:lnTo>
                <a:lnTo>
                  <a:pt x="18753" y="81629"/>
                </a:lnTo>
                <a:lnTo>
                  <a:pt x="17767" y="80643"/>
                </a:lnTo>
                <a:lnTo>
                  <a:pt x="15121" y="81695"/>
                </a:lnTo>
                <a:lnTo>
                  <a:pt x="14244" y="80372"/>
                </a:lnTo>
                <a:lnTo>
                  <a:pt x="15333" y="78319"/>
                </a:lnTo>
                <a:lnTo>
                  <a:pt x="14251" y="77032"/>
                </a:lnTo>
                <a:lnTo>
                  <a:pt x="11795" y="78180"/>
                </a:lnTo>
                <a:lnTo>
                  <a:pt x="10641" y="77025"/>
                </a:lnTo>
                <a:lnTo>
                  <a:pt x="11759" y="74796"/>
                </a:lnTo>
                <a:lnTo>
                  <a:pt x="10787" y="73532"/>
                </a:lnTo>
                <a:lnTo>
                  <a:pt x="8266" y="74650"/>
                </a:lnTo>
                <a:lnTo>
                  <a:pt x="7147" y="73532"/>
                </a:lnTo>
                <a:lnTo>
                  <a:pt x="8200" y="71310"/>
                </a:lnTo>
                <a:lnTo>
                  <a:pt x="7264" y="69907"/>
                </a:lnTo>
                <a:lnTo>
                  <a:pt x="8317" y="67685"/>
                </a:lnTo>
                <a:lnTo>
                  <a:pt x="7359" y="66727"/>
                </a:lnTo>
                <a:lnTo>
                  <a:pt x="4421" y="67553"/>
                </a:lnTo>
                <a:lnTo>
                  <a:pt x="3376" y="65178"/>
                </a:lnTo>
                <a:lnTo>
                  <a:pt x="4736" y="62137"/>
                </a:lnTo>
                <a:lnTo>
                  <a:pt x="4070" y="59462"/>
                </a:lnTo>
                <a:lnTo>
                  <a:pt x="4655" y="57007"/>
                </a:lnTo>
                <a:lnTo>
                  <a:pt x="3953" y="56305"/>
                </a:lnTo>
                <a:lnTo>
                  <a:pt x="789" y="56875"/>
                </a:lnTo>
                <a:lnTo>
                  <a:pt x="0" y="53535"/>
                </a:lnTo>
                <a:lnTo>
                  <a:pt x="716" y="49187"/>
                </a:lnTo>
                <a:lnTo>
                  <a:pt x="716" y="43946"/>
                </a:lnTo>
                <a:lnTo>
                  <a:pt x="212" y="41067"/>
                </a:lnTo>
                <a:lnTo>
                  <a:pt x="869" y="38413"/>
                </a:lnTo>
                <a:lnTo>
                  <a:pt x="285" y="35958"/>
                </a:lnTo>
                <a:lnTo>
                  <a:pt x="979" y="35256"/>
                </a:lnTo>
                <a:lnTo>
                  <a:pt x="4151" y="35826"/>
                </a:lnTo>
                <a:lnTo>
                  <a:pt x="4977" y="32333"/>
                </a:lnTo>
                <a:lnTo>
                  <a:pt x="3120" y="28072"/>
                </a:lnTo>
                <a:lnTo>
                  <a:pt x="4363" y="24608"/>
                </a:lnTo>
                <a:lnTo>
                  <a:pt x="7403" y="25331"/>
                </a:lnTo>
                <a:lnTo>
                  <a:pt x="8061" y="24666"/>
                </a:lnTo>
                <a:lnTo>
                  <a:pt x="7703" y="22006"/>
                </a:lnTo>
                <a:lnTo>
                  <a:pt x="7769" y="20807"/>
                </a:lnTo>
                <a:lnTo>
                  <a:pt x="7359" y="18527"/>
                </a:lnTo>
                <a:lnTo>
                  <a:pt x="8119" y="17416"/>
                </a:lnTo>
                <a:lnTo>
                  <a:pt x="10743" y="18483"/>
                </a:lnTo>
                <a:lnTo>
                  <a:pt x="11730" y="17496"/>
                </a:lnTo>
                <a:lnTo>
                  <a:pt x="10677" y="14851"/>
                </a:lnTo>
                <a:lnTo>
                  <a:pt x="11942" y="14017"/>
                </a:lnTo>
                <a:lnTo>
                  <a:pt x="14164" y="15063"/>
                </a:lnTo>
                <a:lnTo>
                  <a:pt x="15333" y="13893"/>
                </a:lnTo>
                <a:lnTo>
                  <a:pt x="14164" y="11555"/>
                </a:lnTo>
                <a:lnTo>
                  <a:pt x="15238" y="10487"/>
                </a:lnTo>
                <a:lnTo>
                  <a:pt x="17884" y="11540"/>
                </a:lnTo>
                <a:lnTo>
                  <a:pt x="18578" y="10487"/>
                </a:lnTo>
                <a:lnTo>
                  <a:pt x="17789" y="7747"/>
                </a:lnTo>
                <a:lnTo>
                  <a:pt x="19543" y="6709"/>
                </a:lnTo>
                <a:lnTo>
                  <a:pt x="24366" y="8573"/>
                </a:lnTo>
                <a:lnTo>
                  <a:pt x="25514" y="7169"/>
                </a:lnTo>
                <a:lnTo>
                  <a:pt x="24973" y="4041"/>
                </a:lnTo>
                <a:lnTo>
                  <a:pt x="28562" y="3084"/>
                </a:lnTo>
                <a:lnTo>
                  <a:pt x="32508" y="4692"/>
                </a:lnTo>
                <a:lnTo>
                  <a:pt x="35797" y="3961"/>
                </a:lnTo>
                <a:lnTo>
                  <a:pt x="36089" y="3895"/>
                </a:lnTo>
                <a:lnTo>
                  <a:pt x="35534" y="716"/>
                </a:lnTo>
                <a:lnTo>
                  <a:pt x="36133" y="124"/>
                </a:lnTo>
                <a:lnTo>
                  <a:pt x="38794" y="482"/>
                </a:lnTo>
                <a:lnTo>
                  <a:pt x="42792" y="270"/>
                </a:lnTo>
                <a:lnTo>
                  <a:pt x="46343" y="453"/>
                </a:lnTo>
                <a:lnTo>
                  <a:pt x="50809" y="453"/>
                </a:lnTo>
                <a:lnTo>
                  <a:pt x="52410" y="168"/>
                </a:lnTo>
                <a:lnTo>
                  <a:pt x="53988" y="650"/>
                </a:lnTo>
                <a:lnTo>
                  <a:pt x="56393" y="0"/>
                </a:lnTo>
                <a:lnTo>
                  <a:pt x="57146" y="752"/>
                </a:lnTo>
                <a:lnTo>
                  <a:pt x="56502" y="3858"/>
                </a:lnTo>
                <a:lnTo>
                  <a:pt x="59002" y="4597"/>
                </a:lnTo>
                <a:lnTo>
                  <a:pt x="61684" y="3413"/>
                </a:lnTo>
                <a:lnTo>
                  <a:pt x="64484" y="4114"/>
                </a:lnTo>
                <a:lnTo>
                  <a:pt x="66946" y="3529"/>
                </a:lnTo>
                <a:lnTo>
                  <a:pt x="67772" y="4370"/>
                </a:lnTo>
                <a:lnTo>
                  <a:pt x="66888" y="7235"/>
                </a:lnTo>
                <a:lnTo>
                  <a:pt x="69263" y="8404"/>
                </a:lnTo>
                <a:lnTo>
                  <a:pt x="72435" y="6636"/>
                </a:lnTo>
                <a:lnTo>
                  <a:pt x="74825" y="7659"/>
                </a:lnTo>
                <a:lnTo>
                  <a:pt x="74014" y="10611"/>
                </a:lnTo>
                <a:lnTo>
                  <a:pt x="74979" y="11569"/>
                </a:lnTo>
                <a:lnTo>
                  <a:pt x="77215" y="10458"/>
                </a:lnTo>
                <a:lnTo>
                  <a:pt x="78479" y="11423"/>
                </a:lnTo>
                <a:lnTo>
                  <a:pt x="77361" y="13952"/>
                </a:lnTo>
                <a:lnTo>
                  <a:pt x="78479" y="15062"/>
                </a:lnTo>
                <a:lnTo>
                  <a:pt x="80818" y="13893"/>
                </a:lnTo>
                <a:lnTo>
                  <a:pt x="81988" y="15062"/>
                </a:lnTo>
                <a:lnTo>
                  <a:pt x="80818" y="17401"/>
                </a:lnTo>
                <a:lnTo>
                  <a:pt x="81885" y="18468"/>
                </a:lnTo>
                <a:lnTo>
                  <a:pt x="84538" y="17423"/>
                </a:lnTo>
                <a:lnTo>
                  <a:pt x="85752" y="19258"/>
                </a:lnTo>
                <a:lnTo>
                  <a:pt x="83778" y="24074"/>
                </a:lnTo>
                <a:lnTo>
                  <a:pt x="85247" y="25280"/>
                </a:lnTo>
                <a:lnTo>
                  <a:pt x="88295" y="24651"/>
                </a:lnTo>
                <a:lnTo>
                  <a:pt x="88726" y="25879"/>
                </a:lnTo>
                <a:lnTo>
                  <a:pt x="88419" y="27575"/>
                </a:lnTo>
                <a:lnTo>
                  <a:pt x="88419" y="29446"/>
                </a:lnTo>
                <a:lnTo>
                  <a:pt x="88112" y="31134"/>
                </a:lnTo>
                <a:lnTo>
                  <a:pt x="88646" y="32684"/>
                </a:lnTo>
                <a:lnTo>
                  <a:pt x="87944" y="35051"/>
                </a:lnTo>
                <a:lnTo>
                  <a:pt x="88785" y="35892"/>
                </a:lnTo>
                <a:lnTo>
                  <a:pt x="91737" y="35081"/>
                </a:lnTo>
                <a:lnTo>
                  <a:pt x="92658" y="37237"/>
                </a:lnTo>
                <a:lnTo>
                  <a:pt x="91825" y="40665"/>
                </a:lnTo>
                <a:lnTo>
                  <a:pt x="92059" y="44860"/>
                </a:lnTo>
                <a:lnTo>
                  <a:pt x="91927" y="51737"/>
                </a:lnTo>
                <a:lnTo>
                  <a:pt x="92351" y="54441"/>
                </a:lnTo>
                <a:lnTo>
                  <a:pt x="91876" y="56853"/>
                </a:lnTo>
                <a:lnTo>
                  <a:pt x="88668" y="56327"/>
                </a:lnTo>
                <a:lnTo>
                  <a:pt x="87988" y="57007"/>
                </a:lnTo>
                <a:lnTo>
                  <a:pt x="88573" y="59462"/>
                </a:lnTo>
                <a:lnTo>
                  <a:pt x="87900" y="62145"/>
                </a:lnTo>
                <a:lnTo>
                  <a:pt x="89252" y="65163"/>
                </a:lnTo>
                <a:lnTo>
                  <a:pt x="88229" y="67546"/>
                </a:lnTo>
                <a:lnTo>
                  <a:pt x="85276" y="66727"/>
                </a:lnTo>
                <a:lnTo>
                  <a:pt x="84582" y="67429"/>
                </a:lnTo>
                <a:lnTo>
                  <a:pt x="84933" y="70097"/>
                </a:lnTo>
                <a:lnTo>
                  <a:pt x="84867" y="71405"/>
                </a:lnTo>
                <a:lnTo>
                  <a:pt x="85284" y="73436"/>
                </a:lnTo>
                <a:lnTo>
                  <a:pt x="84626" y="74628"/>
                </a:lnTo>
                <a:lnTo>
                  <a:pt x="81834" y="73685"/>
                </a:lnTo>
                <a:lnTo>
                  <a:pt x="80804" y="74716"/>
                </a:lnTo>
                <a:lnTo>
                  <a:pt x="81944" y="76967"/>
                </a:lnTo>
                <a:lnTo>
                  <a:pt x="80921" y="78216"/>
                </a:lnTo>
                <a:lnTo>
                  <a:pt x="78443" y="77076"/>
                </a:lnTo>
                <a:lnTo>
                  <a:pt x="77310" y="78209"/>
                </a:lnTo>
                <a:lnTo>
                  <a:pt x="78479" y="80548"/>
                </a:lnTo>
                <a:lnTo>
                  <a:pt x="77310" y="81717"/>
                </a:lnTo>
                <a:lnTo>
                  <a:pt x="74971" y="80548"/>
                </a:lnTo>
                <a:lnTo>
                  <a:pt x="73890" y="81629"/>
                </a:lnTo>
                <a:lnTo>
                  <a:pt x="74949" y="84253"/>
                </a:lnTo>
                <a:lnTo>
                  <a:pt x="73115" y="85510"/>
                </a:lnTo>
                <a:lnTo>
                  <a:pt x="68299" y="83500"/>
                </a:lnTo>
                <a:lnTo>
                  <a:pt x="67093" y="84977"/>
                </a:lnTo>
                <a:lnTo>
                  <a:pt x="67714" y="88032"/>
                </a:lnTo>
                <a:lnTo>
                  <a:pt x="64220" y="89223"/>
                </a:lnTo>
                <a:lnTo>
                  <a:pt x="60062" y="87272"/>
                </a:lnTo>
                <a:lnTo>
                  <a:pt x="56517" y="88244"/>
                </a:lnTo>
                <a:lnTo>
                  <a:pt x="57131" y="91372"/>
                </a:lnTo>
                <a:lnTo>
                  <a:pt x="56517" y="91993"/>
                </a:lnTo>
                <a:lnTo>
                  <a:pt x="53849" y="91635"/>
                </a:lnTo>
                <a:lnTo>
                  <a:pt x="49859" y="91839"/>
                </a:lnTo>
                <a:lnTo>
                  <a:pt x="46300" y="91657"/>
                </a:lnTo>
                <a:lnTo>
                  <a:pt x="40635" y="91657"/>
                </a:lnTo>
                <a:lnTo>
                  <a:pt x="37931" y="920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7" name="object 14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008528" y="8554333"/>
            <a:ext cx="78070" cy="78077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5801664" y="8557622"/>
            <a:ext cx="71141" cy="71141"/>
          </a:xfrm>
          <a:prstGeom prst="rect">
            <a:avLst/>
          </a:prstGeom>
        </p:spPr>
      </p:pic>
      <p:sp>
        <p:nvSpPr>
          <p:cNvPr id="149" name="object 149"/>
          <p:cNvSpPr/>
          <p:nvPr/>
        </p:nvSpPr>
        <p:spPr>
          <a:xfrm>
            <a:off x="15598206" y="8564821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6311" y="57233"/>
                </a:moveTo>
                <a:lnTo>
                  <a:pt x="24425" y="56422"/>
                </a:lnTo>
                <a:lnTo>
                  <a:pt x="25229" y="53469"/>
                </a:lnTo>
                <a:lnTo>
                  <a:pt x="24462" y="52702"/>
                </a:lnTo>
                <a:lnTo>
                  <a:pt x="21955" y="53228"/>
                </a:lnTo>
                <a:lnTo>
                  <a:pt x="20303" y="52892"/>
                </a:lnTo>
                <a:lnTo>
                  <a:pt x="18922" y="53104"/>
                </a:lnTo>
                <a:lnTo>
                  <a:pt x="17109" y="53104"/>
                </a:lnTo>
                <a:lnTo>
                  <a:pt x="14968" y="53455"/>
                </a:lnTo>
                <a:lnTo>
                  <a:pt x="13828" y="52819"/>
                </a:lnTo>
                <a:lnTo>
                  <a:pt x="14778" y="50034"/>
                </a:lnTo>
                <a:lnTo>
                  <a:pt x="13791" y="49047"/>
                </a:lnTo>
                <a:lnTo>
                  <a:pt x="11321" y="50188"/>
                </a:lnTo>
                <a:lnTo>
                  <a:pt x="10290" y="48938"/>
                </a:lnTo>
                <a:lnTo>
                  <a:pt x="11430" y="46687"/>
                </a:lnTo>
                <a:lnTo>
                  <a:pt x="10246" y="45503"/>
                </a:lnTo>
                <a:lnTo>
                  <a:pt x="7907" y="46672"/>
                </a:lnTo>
                <a:lnTo>
                  <a:pt x="6738" y="45503"/>
                </a:lnTo>
                <a:lnTo>
                  <a:pt x="7907" y="43164"/>
                </a:lnTo>
                <a:lnTo>
                  <a:pt x="6870" y="42126"/>
                </a:lnTo>
                <a:lnTo>
                  <a:pt x="4122" y="43106"/>
                </a:lnTo>
                <a:lnTo>
                  <a:pt x="3398" y="41870"/>
                </a:lnTo>
                <a:lnTo>
                  <a:pt x="3924" y="39904"/>
                </a:lnTo>
                <a:lnTo>
                  <a:pt x="3668" y="38004"/>
                </a:lnTo>
                <a:lnTo>
                  <a:pt x="4545" y="32654"/>
                </a:lnTo>
                <a:lnTo>
                  <a:pt x="3478" y="31777"/>
                </a:lnTo>
                <a:lnTo>
                  <a:pt x="431" y="32406"/>
                </a:lnTo>
                <a:lnTo>
                  <a:pt x="0" y="31178"/>
                </a:lnTo>
                <a:lnTo>
                  <a:pt x="306" y="29482"/>
                </a:lnTo>
                <a:lnTo>
                  <a:pt x="306" y="27399"/>
                </a:lnTo>
                <a:lnTo>
                  <a:pt x="190" y="26179"/>
                </a:lnTo>
                <a:lnTo>
                  <a:pt x="328" y="24834"/>
                </a:lnTo>
                <a:lnTo>
                  <a:pt x="3610" y="25243"/>
                </a:lnTo>
                <a:lnTo>
                  <a:pt x="4246" y="24607"/>
                </a:lnTo>
                <a:lnTo>
                  <a:pt x="3661" y="22152"/>
                </a:lnTo>
                <a:lnTo>
                  <a:pt x="4290" y="19608"/>
                </a:lnTo>
                <a:lnTo>
                  <a:pt x="2894" y="16232"/>
                </a:lnTo>
                <a:lnTo>
                  <a:pt x="4085" y="14010"/>
                </a:lnTo>
                <a:lnTo>
                  <a:pt x="6892" y="14946"/>
                </a:lnTo>
                <a:lnTo>
                  <a:pt x="7907" y="13930"/>
                </a:lnTo>
                <a:lnTo>
                  <a:pt x="6738" y="11591"/>
                </a:lnTo>
                <a:lnTo>
                  <a:pt x="7907" y="10421"/>
                </a:lnTo>
                <a:lnTo>
                  <a:pt x="10246" y="11591"/>
                </a:lnTo>
                <a:lnTo>
                  <a:pt x="11416" y="10414"/>
                </a:lnTo>
                <a:lnTo>
                  <a:pt x="10246" y="8090"/>
                </a:lnTo>
                <a:lnTo>
                  <a:pt x="11408" y="6906"/>
                </a:lnTo>
                <a:lnTo>
                  <a:pt x="13754" y="8083"/>
                </a:lnTo>
                <a:lnTo>
                  <a:pt x="14719" y="7118"/>
                </a:lnTo>
                <a:lnTo>
                  <a:pt x="13886" y="4195"/>
                </a:lnTo>
                <a:lnTo>
                  <a:pt x="15910" y="3281"/>
                </a:lnTo>
                <a:lnTo>
                  <a:pt x="19609" y="3990"/>
                </a:lnTo>
                <a:lnTo>
                  <a:pt x="22452" y="3990"/>
                </a:lnTo>
                <a:lnTo>
                  <a:pt x="23767" y="4209"/>
                </a:lnTo>
                <a:lnTo>
                  <a:pt x="24864" y="3990"/>
                </a:lnTo>
                <a:lnTo>
                  <a:pt x="25083" y="3946"/>
                </a:lnTo>
                <a:lnTo>
                  <a:pt x="24644" y="526"/>
                </a:lnTo>
                <a:lnTo>
                  <a:pt x="25616" y="328"/>
                </a:lnTo>
                <a:lnTo>
                  <a:pt x="31485" y="0"/>
                </a:lnTo>
                <a:lnTo>
                  <a:pt x="32121" y="781"/>
                </a:lnTo>
                <a:lnTo>
                  <a:pt x="31580" y="3910"/>
                </a:lnTo>
                <a:lnTo>
                  <a:pt x="33861" y="4531"/>
                </a:lnTo>
                <a:lnTo>
                  <a:pt x="36828" y="3990"/>
                </a:lnTo>
                <a:lnTo>
                  <a:pt x="39634" y="3990"/>
                </a:lnTo>
                <a:lnTo>
                  <a:pt x="41776" y="3639"/>
                </a:lnTo>
                <a:lnTo>
                  <a:pt x="42923" y="4275"/>
                </a:lnTo>
                <a:lnTo>
                  <a:pt x="41966" y="7060"/>
                </a:lnTo>
                <a:lnTo>
                  <a:pt x="42952" y="8046"/>
                </a:lnTo>
                <a:lnTo>
                  <a:pt x="45423" y="6906"/>
                </a:lnTo>
                <a:lnTo>
                  <a:pt x="46461" y="8156"/>
                </a:lnTo>
                <a:lnTo>
                  <a:pt x="45313" y="10407"/>
                </a:lnTo>
                <a:lnTo>
                  <a:pt x="46497" y="11591"/>
                </a:lnTo>
                <a:lnTo>
                  <a:pt x="48836" y="10421"/>
                </a:lnTo>
                <a:lnTo>
                  <a:pt x="50005" y="11591"/>
                </a:lnTo>
                <a:lnTo>
                  <a:pt x="48836" y="13930"/>
                </a:lnTo>
                <a:lnTo>
                  <a:pt x="49859" y="14953"/>
                </a:lnTo>
                <a:lnTo>
                  <a:pt x="52644" y="14003"/>
                </a:lnTo>
                <a:lnTo>
                  <a:pt x="53243" y="15084"/>
                </a:lnTo>
                <a:lnTo>
                  <a:pt x="52373" y="24578"/>
                </a:lnTo>
                <a:lnTo>
                  <a:pt x="53148" y="25221"/>
                </a:lnTo>
                <a:lnTo>
                  <a:pt x="56422" y="24856"/>
                </a:lnTo>
                <a:lnTo>
                  <a:pt x="57058" y="30608"/>
                </a:lnTo>
                <a:lnTo>
                  <a:pt x="56254" y="32494"/>
                </a:lnTo>
                <a:lnTo>
                  <a:pt x="53302" y="31690"/>
                </a:lnTo>
                <a:lnTo>
                  <a:pt x="52527" y="32457"/>
                </a:lnTo>
                <a:lnTo>
                  <a:pt x="53053" y="34964"/>
                </a:lnTo>
                <a:lnTo>
                  <a:pt x="52717" y="36616"/>
                </a:lnTo>
                <a:lnTo>
                  <a:pt x="52929" y="37997"/>
                </a:lnTo>
                <a:lnTo>
                  <a:pt x="52929" y="39788"/>
                </a:lnTo>
                <a:lnTo>
                  <a:pt x="53280" y="41973"/>
                </a:lnTo>
                <a:lnTo>
                  <a:pt x="52622" y="43106"/>
                </a:lnTo>
                <a:lnTo>
                  <a:pt x="49874" y="42126"/>
                </a:lnTo>
                <a:lnTo>
                  <a:pt x="48836" y="43164"/>
                </a:lnTo>
                <a:lnTo>
                  <a:pt x="50005" y="45503"/>
                </a:lnTo>
                <a:lnTo>
                  <a:pt x="48836" y="46672"/>
                </a:lnTo>
                <a:lnTo>
                  <a:pt x="46497" y="45503"/>
                </a:lnTo>
                <a:lnTo>
                  <a:pt x="45313" y="46687"/>
                </a:lnTo>
                <a:lnTo>
                  <a:pt x="46461" y="48938"/>
                </a:lnTo>
                <a:lnTo>
                  <a:pt x="45423" y="50188"/>
                </a:lnTo>
                <a:lnTo>
                  <a:pt x="42953" y="49047"/>
                </a:lnTo>
                <a:lnTo>
                  <a:pt x="41966" y="50034"/>
                </a:lnTo>
                <a:lnTo>
                  <a:pt x="42916" y="52819"/>
                </a:lnTo>
                <a:lnTo>
                  <a:pt x="41834" y="53418"/>
                </a:lnTo>
                <a:lnTo>
                  <a:pt x="32340" y="52541"/>
                </a:lnTo>
                <a:lnTo>
                  <a:pt x="31697" y="53323"/>
                </a:lnTo>
                <a:lnTo>
                  <a:pt x="32063" y="56597"/>
                </a:lnTo>
                <a:lnTo>
                  <a:pt x="26311" y="57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5398089" y="8575068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12570" y="36528"/>
                </a:moveTo>
                <a:lnTo>
                  <a:pt x="10531" y="35651"/>
                </a:lnTo>
                <a:lnTo>
                  <a:pt x="11343" y="32698"/>
                </a:lnTo>
                <a:lnTo>
                  <a:pt x="10385" y="31741"/>
                </a:lnTo>
                <a:lnTo>
                  <a:pt x="8083" y="32910"/>
                </a:lnTo>
                <a:lnTo>
                  <a:pt x="6877" y="31785"/>
                </a:lnTo>
                <a:lnTo>
                  <a:pt x="8039" y="29402"/>
                </a:lnTo>
                <a:lnTo>
                  <a:pt x="6979" y="28335"/>
                </a:lnTo>
                <a:lnTo>
                  <a:pt x="4334" y="29387"/>
                </a:lnTo>
                <a:lnTo>
                  <a:pt x="3420" y="28013"/>
                </a:lnTo>
                <a:lnTo>
                  <a:pt x="4392" y="26201"/>
                </a:lnTo>
                <a:lnTo>
                  <a:pt x="3961" y="25317"/>
                </a:lnTo>
                <a:lnTo>
                  <a:pt x="3259" y="24849"/>
                </a:lnTo>
                <a:lnTo>
                  <a:pt x="1037" y="25901"/>
                </a:lnTo>
                <a:lnTo>
                  <a:pt x="0" y="24863"/>
                </a:lnTo>
                <a:lnTo>
                  <a:pt x="650" y="22459"/>
                </a:lnTo>
                <a:lnTo>
                  <a:pt x="7" y="20339"/>
                </a:lnTo>
                <a:lnTo>
                  <a:pt x="80" y="16290"/>
                </a:lnTo>
                <a:lnTo>
                  <a:pt x="606" y="14171"/>
                </a:lnTo>
                <a:lnTo>
                  <a:pt x="21" y="11715"/>
                </a:lnTo>
                <a:lnTo>
                  <a:pt x="1037" y="10699"/>
                </a:lnTo>
                <a:lnTo>
                  <a:pt x="3259" y="11752"/>
                </a:lnTo>
                <a:lnTo>
                  <a:pt x="3961" y="11284"/>
                </a:lnTo>
                <a:lnTo>
                  <a:pt x="4429" y="10582"/>
                </a:lnTo>
                <a:lnTo>
                  <a:pt x="3376" y="8361"/>
                </a:lnTo>
                <a:lnTo>
                  <a:pt x="4545" y="7191"/>
                </a:lnTo>
                <a:lnTo>
                  <a:pt x="6884" y="8361"/>
                </a:lnTo>
                <a:lnTo>
                  <a:pt x="8054" y="7191"/>
                </a:lnTo>
                <a:lnTo>
                  <a:pt x="6884" y="4852"/>
                </a:lnTo>
                <a:lnTo>
                  <a:pt x="8054" y="3683"/>
                </a:lnTo>
                <a:lnTo>
                  <a:pt x="10275" y="4735"/>
                </a:lnTo>
                <a:lnTo>
                  <a:pt x="10977" y="4268"/>
                </a:lnTo>
                <a:lnTo>
                  <a:pt x="11233" y="3961"/>
                </a:lnTo>
                <a:lnTo>
                  <a:pt x="10656" y="855"/>
                </a:lnTo>
                <a:lnTo>
                  <a:pt x="11913" y="475"/>
                </a:lnTo>
                <a:lnTo>
                  <a:pt x="13499" y="760"/>
                </a:lnTo>
                <a:lnTo>
                  <a:pt x="15633" y="760"/>
                </a:lnTo>
                <a:lnTo>
                  <a:pt x="16853" y="650"/>
                </a:lnTo>
                <a:lnTo>
                  <a:pt x="19930" y="942"/>
                </a:lnTo>
                <a:lnTo>
                  <a:pt x="23241" y="0"/>
                </a:lnTo>
                <a:lnTo>
                  <a:pt x="25448" y="950"/>
                </a:lnTo>
                <a:lnTo>
                  <a:pt x="24637" y="3895"/>
                </a:lnTo>
                <a:lnTo>
                  <a:pt x="25602" y="4860"/>
                </a:lnTo>
                <a:lnTo>
                  <a:pt x="27904" y="3690"/>
                </a:lnTo>
                <a:lnTo>
                  <a:pt x="29110" y="4816"/>
                </a:lnTo>
                <a:lnTo>
                  <a:pt x="27940" y="7198"/>
                </a:lnTo>
                <a:lnTo>
                  <a:pt x="29008" y="8266"/>
                </a:lnTo>
                <a:lnTo>
                  <a:pt x="31653" y="7213"/>
                </a:lnTo>
                <a:lnTo>
                  <a:pt x="32567" y="8587"/>
                </a:lnTo>
                <a:lnTo>
                  <a:pt x="31595" y="10400"/>
                </a:lnTo>
                <a:lnTo>
                  <a:pt x="32026" y="11284"/>
                </a:lnTo>
                <a:lnTo>
                  <a:pt x="32728" y="11752"/>
                </a:lnTo>
                <a:lnTo>
                  <a:pt x="34950" y="10699"/>
                </a:lnTo>
                <a:lnTo>
                  <a:pt x="36119" y="11869"/>
                </a:lnTo>
                <a:lnTo>
                  <a:pt x="35066" y="14061"/>
                </a:lnTo>
                <a:lnTo>
                  <a:pt x="35534" y="14792"/>
                </a:lnTo>
                <a:lnTo>
                  <a:pt x="35110" y="17028"/>
                </a:lnTo>
                <a:lnTo>
                  <a:pt x="36082" y="19608"/>
                </a:lnTo>
                <a:lnTo>
                  <a:pt x="35381" y="22430"/>
                </a:lnTo>
                <a:lnTo>
                  <a:pt x="35965" y="24885"/>
                </a:lnTo>
                <a:lnTo>
                  <a:pt x="35066" y="25784"/>
                </a:lnTo>
                <a:lnTo>
                  <a:pt x="32362" y="24776"/>
                </a:lnTo>
                <a:lnTo>
                  <a:pt x="31588" y="26025"/>
                </a:lnTo>
                <a:lnTo>
                  <a:pt x="32603" y="28247"/>
                </a:lnTo>
                <a:lnTo>
                  <a:pt x="31536" y="29314"/>
                </a:lnTo>
                <a:lnTo>
                  <a:pt x="28891" y="28262"/>
                </a:lnTo>
                <a:lnTo>
                  <a:pt x="28240" y="29241"/>
                </a:lnTo>
                <a:lnTo>
                  <a:pt x="28920" y="32143"/>
                </a:lnTo>
                <a:lnTo>
                  <a:pt x="27568" y="32786"/>
                </a:lnTo>
                <a:lnTo>
                  <a:pt x="26004" y="31967"/>
                </a:lnTo>
                <a:lnTo>
                  <a:pt x="25010" y="32333"/>
                </a:lnTo>
                <a:lnTo>
                  <a:pt x="24542" y="33034"/>
                </a:lnTo>
                <a:lnTo>
                  <a:pt x="25594" y="35256"/>
                </a:lnTo>
                <a:lnTo>
                  <a:pt x="24674" y="36170"/>
                </a:lnTo>
                <a:lnTo>
                  <a:pt x="22013" y="35819"/>
                </a:lnTo>
                <a:lnTo>
                  <a:pt x="20340" y="35899"/>
                </a:lnTo>
                <a:lnTo>
                  <a:pt x="19155" y="35826"/>
                </a:lnTo>
                <a:lnTo>
                  <a:pt x="16232" y="35863"/>
                </a:lnTo>
                <a:lnTo>
                  <a:pt x="12570" y="365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5197430" y="8585205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1401" y="15443"/>
                </a:moveTo>
                <a:lnTo>
                  <a:pt x="4860" y="15428"/>
                </a:lnTo>
                <a:lnTo>
                  <a:pt x="4085" y="14478"/>
                </a:lnTo>
                <a:lnTo>
                  <a:pt x="5116" y="12461"/>
                </a:lnTo>
                <a:lnTo>
                  <a:pt x="4655" y="11671"/>
                </a:lnTo>
                <a:lnTo>
                  <a:pt x="3866" y="11211"/>
                </a:lnTo>
                <a:lnTo>
                  <a:pt x="1849" y="12249"/>
                </a:lnTo>
                <a:lnTo>
                  <a:pt x="0" y="10736"/>
                </a:lnTo>
                <a:lnTo>
                  <a:pt x="2024" y="5919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19" y="2024"/>
                </a:lnTo>
                <a:lnTo>
                  <a:pt x="10736" y="0"/>
                </a:lnTo>
                <a:lnTo>
                  <a:pt x="12249" y="1849"/>
                </a:lnTo>
                <a:lnTo>
                  <a:pt x="11218" y="3858"/>
                </a:lnTo>
                <a:lnTo>
                  <a:pt x="11671" y="4655"/>
                </a:lnTo>
                <a:lnTo>
                  <a:pt x="12468" y="5108"/>
                </a:lnTo>
                <a:lnTo>
                  <a:pt x="14478" y="4078"/>
                </a:lnTo>
                <a:lnTo>
                  <a:pt x="15435" y="4860"/>
                </a:lnTo>
                <a:lnTo>
                  <a:pt x="15443" y="11394"/>
                </a:lnTo>
                <a:lnTo>
                  <a:pt x="14624" y="12256"/>
                </a:lnTo>
                <a:lnTo>
                  <a:pt x="12351" y="11204"/>
                </a:lnTo>
                <a:lnTo>
                  <a:pt x="11671" y="11671"/>
                </a:lnTo>
                <a:lnTo>
                  <a:pt x="11211" y="12351"/>
                </a:lnTo>
                <a:lnTo>
                  <a:pt x="12256" y="14624"/>
                </a:lnTo>
                <a:lnTo>
                  <a:pt x="11401" y="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7141443" y="8635145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65742" y="127272"/>
                </a:moveTo>
                <a:lnTo>
                  <a:pt x="62014" y="126658"/>
                </a:lnTo>
                <a:lnTo>
                  <a:pt x="60136" y="126592"/>
                </a:lnTo>
                <a:lnTo>
                  <a:pt x="60472" y="123274"/>
                </a:lnTo>
                <a:lnTo>
                  <a:pt x="59960" y="122762"/>
                </a:lnTo>
                <a:lnTo>
                  <a:pt x="57293" y="123113"/>
                </a:lnTo>
                <a:lnTo>
                  <a:pt x="53295" y="122909"/>
                </a:lnTo>
                <a:lnTo>
                  <a:pt x="49743" y="123091"/>
                </a:lnTo>
                <a:lnTo>
                  <a:pt x="45285" y="123091"/>
                </a:lnTo>
                <a:lnTo>
                  <a:pt x="43669" y="123376"/>
                </a:lnTo>
                <a:lnTo>
                  <a:pt x="42390" y="122982"/>
                </a:lnTo>
                <a:lnTo>
                  <a:pt x="43055" y="119890"/>
                </a:lnTo>
                <a:lnTo>
                  <a:pt x="42412" y="119247"/>
                </a:lnTo>
                <a:lnTo>
                  <a:pt x="39752" y="119605"/>
                </a:lnTo>
                <a:lnTo>
                  <a:pt x="38378" y="119539"/>
                </a:lnTo>
                <a:lnTo>
                  <a:pt x="36500" y="119949"/>
                </a:lnTo>
                <a:lnTo>
                  <a:pt x="35264" y="119357"/>
                </a:lnTo>
                <a:lnTo>
                  <a:pt x="36127" y="116470"/>
                </a:lnTo>
                <a:lnTo>
                  <a:pt x="35396" y="115739"/>
                </a:lnTo>
                <a:lnTo>
                  <a:pt x="32736" y="116097"/>
                </a:lnTo>
                <a:lnTo>
                  <a:pt x="31566" y="116038"/>
                </a:lnTo>
                <a:lnTo>
                  <a:pt x="29227" y="116440"/>
                </a:lnTo>
                <a:lnTo>
                  <a:pt x="28138" y="115658"/>
                </a:lnTo>
                <a:lnTo>
                  <a:pt x="29227" y="113078"/>
                </a:lnTo>
                <a:lnTo>
                  <a:pt x="28226" y="112077"/>
                </a:lnTo>
                <a:lnTo>
                  <a:pt x="25580" y="113130"/>
                </a:lnTo>
                <a:lnTo>
                  <a:pt x="24696" y="111807"/>
                </a:lnTo>
                <a:lnTo>
                  <a:pt x="25792" y="109753"/>
                </a:lnTo>
                <a:lnTo>
                  <a:pt x="24710" y="108459"/>
                </a:lnTo>
                <a:lnTo>
                  <a:pt x="22255" y="109614"/>
                </a:lnTo>
                <a:lnTo>
                  <a:pt x="21115" y="108474"/>
                </a:lnTo>
                <a:lnTo>
                  <a:pt x="22284" y="106135"/>
                </a:lnTo>
                <a:lnTo>
                  <a:pt x="21115" y="104966"/>
                </a:lnTo>
                <a:lnTo>
                  <a:pt x="18776" y="106135"/>
                </a:lnTo>
                <a:lnTo>
                  <a:pt x="17701" y="105061"/>
                </a:lnTo>
                <a:lnTo>
                  <a:pt x="18754" y="102415"/>
                </a:lnTo>
                <a:lnTo>
                  <a:pt x="17489" y="101575"/>
                </a:lnTo>
                <a:lnTo>
                  <a:pt x="15268" y="102627"/>
                </a:lnTo>
                <a:lnTo>
                  <a:pt x="14106" y="101458"/>
                </a:lnTo>
                <a:lnTo>
                  <a:pt x="15275" y="99119"/>
                </a:lnTo>
                <a:lnTo>
                  <a:pt x="14201" y="98052"/>
                </a:lnTo>
                <a:lnTo>
                  <a:pt x="11555" y="99104"/>
                </a:lnTo>
                <a:lnTo>
                  <a:pt x="10641" y="97731"/>
                </a:lnTo>
                <a:lnTo>
                  <a:pt x="11715" y="95852"/>
                </a:lnTo>
                <a:lnTo>
                  <a:pt x="10729" y="94332"/>
                </a:lnTo>
                <a:lnTo>
                  <a:pt x="11767" y="92110"/>
                </a:lnTo>
                <a:lnTo>
                  <a:pt x="10692" y="91036"/>
                </a:lnTo>
                <a:lnTo>
                  <a:pt x="8047" y="92088"/>
                </a:lnTo>
                <a:lnTo>
                  <a:pt x="7133" y="90714"/>
                </a:lnTo>
                <a:lnTo>
                  <a:pt x="8207" y="88843"/>
                </a:lnTo>
                <a:lnTo>
                  <a:pt x="7228" y="87316"/>
                </a:lnTo>
                <a:lnTo>
                  <a:pt x="8259" y="85094"/>
                </a:lnTo>
                <a:lnTo>
                  <a:pt x="7374" y="84202"/>
                </a:lnTo>
                <a:lnTo>
                  <a:pt x="4283" y="84867"/>
                </a:lnTo>
                <a:lnTo>
                  <a:pt x="3581" y="82616"/>
                </a:lnTo>
                <a:lnTo>
                  <a:pt x="4173" y="79488"/>
                </a:lnTo>
                <a:lnTo>
                  <a:pt x="4173" y="75278"/>
                </a:lnTo>
                <a:lnTo>
                  <a:pt x="4560" y="72647"/>
                </a:lnTo>
                <a:lnTo>
                  <a:pt x="4070" y="69892"/>
                </a:lnTo>
                <a:lnTo>
                  <a:pt x="4567" y="67363"/>
                </a:lnTo>
                <a:lnTo>
                  <a:pt x="3808" y="66603"/>
                </a:lnTo>
                <a:lnTo>
                  <a:pt x="855" y="67414"/>
                </a:lnTo>
                <a:lnTo>
                  <a:pt x="0" y="65404"/>
                </a:lnTo>
                <a:lnTo>
                  <a:pt x="614" y="61677"/>
                </a:lnTo>
                <a:lnTo>
                  <a:pt x="672" y="59799"/>
                </a:lnTo>
                <a:lnTo>
                  <a:pt x="3990" y="60135"/>
                </a:lnTo>
                <a:lnTo>
                  <a:pt x="4509" y="59623"/>
                </a:lnTo>
                <a:lnTo>
                  <a:pt x="4151" y="56956"/>
                </a:lnTo>
                <a:lnTo>
                  <a:pt x="4356" y="52958"/>
                </a:lnTo>
                <a:lnTo>
                  <a:pt x="4173" y="49406"/>
                </a:lnTo>
                <a:lnTo>
                  <a:pt x="4173" y="44940"/>
                </a:lnTo>
                <a:lnTo>
                  <a:pt x="3888" y="43340"/>
                </a:lnTo>
                <a:lnTo>
                  <a:pt x="4283" y="42061"/>
                </a:lnTo>
                <a:lnTo>
                  <a:pt x="7381" y="42719"/>
                </a:lnTo>
                <a:lnTo>
                  <a:pt x="8266" y="41827"/>
                </a:lnTo>
                <a:lnTo>
                  <a:pt x="7213" y="39605"/>
                </a:lnTo>
                <a:lnTo>
                  <a:pt x="8141" y="38202"/>
                </a:lnTo>
                <a:lnTo>
                  <a:pt x="7096" y="35980"/>
                </a:lnTo>
                <a:lnTo>
                  <a:pt x="8112" y="34964"/>
                </a:lnTo>
                <a:lnTo>
                  <a:pt x="10911" y="35900"/>
                </a:lnTo>
                <a:lnTo>
                  <a:pt x="12169" y="33568"/>
                </a:lnTo>
                <a:lnTo>
                  <a:pt x="10363" y="30294"/>
                </a:lnTo>
                <a:lnTo>
                  <a:pt x="11372" y="27933"/>
                </a:lnTo>
                <a:lnTo>
                  <a:pt x="14325" y="28744"/>
                </a:lnTo>
                <a:lnTo>
                  <a:pt x="15282" y="27780"/>
                </a:lnTo>
                <a:lnTo>
                  <a:pt x="14164" y="25543"/>
                </a:lnTo>
                <a:lnTo>
                  <a:pt x="15143" y="24279"/>
                </a:lnTo>
                <a:lnTo>
                  <a:pt x="17658" y="25404"/>
                </a:lnTo>
                <a:lnTo>
                  <a:pt x="18776" y="24286"/>
                </a:lnTo>
                <a:lnTo>
                  <a:pt x="17606" y="21947"/>
                </a:lnTo>
                <a:lnTo>
                  <a:pt x="18776" y="20778"/>
                </a:lnTo>
                <a:lnTo>
                  <a:pt x="21114" y="21947"/>
                </a:lnTo>
                <a:lnTo>
                  <a:pt x="22284" y="20778"/>
                </a:lnTo>
                <a:lnTo>
                  <a:pt x="21115" y="18439"/>
                </a:lnTo>
                <a:lnTo>
                  <a:pt x="22284" y="17270"/>
                </a:lnTo>
                <a:lnTo>
                  <a:pt x="24623" y="18439"/>
                </a:lnTo>
                <a:lnTo>
                  <a:pt x="25792" y="17270"/>
                </a:lnTo>
                <a:lnTo>
                  <a:pt x="24623" y="14931"/>
                </a:lnTo>
                <a:lnTo>
                  <a:pt x="25792" y="13762"/>
                </a:lnTo>
                <a:lnTo>
                  <a:pt x="28131" y="14931"/>
                </a:lnTo>
                <a:lnTo>
                  <a:pt x="29213" y="13850"/>
                </a:lnTo>
                <a:lnTo>
                  <a:pt x="28146" y="11233"/>
                </a:lnTo>
                <a:lnTo>
                  <a:pt x="29980" y="9969"/>
                </a:lnTo>
                <a:lnTo>
                  <a:pt x="34796" y="11986"/>
                </a:lnTo>
                <a:lnTo>
                  <a:pt x="36068" y="10429"/>
                </a:lnTo>
                <a:lnTo>
                  <a:pt x="35293" y="7542"/>
                </a:lnTo>
                <a:lnTo>
                  <a:pt x="37004" y="6731"/>
                </a:lnTo>
                <a:lnTo>
                  <a:pt x="41908" y="8361"/>
                </a:lnTo>
                <a:lnTo>
                  <a:pt x="43004" y="7031"/>
                </a:lnTo>
                <a:lnTo>
                  <a:pt x="42434" y="3924"/>
                </a:lnTo>
                <a:lnTo>
                  <a:pt x="44678" y="3259"/>
                </a:lnTo>
                <a:lnTo>
                  <a:pt x="47740" y="3829"/>
                </a:lnTo>
                <a:lnTo>
                  <a:pt x="53199" y="3829"/>
                </a:lnTo>
                <a:lnTo>
                  <a:pt x="56854" y="4122"/>
                </a:lnTo>
                <a:lnTo>
                  <a:pt x="60289" y="3829"/>
                </a:lnTo>
                <a:lnTo>
                  <a:pt x="60487" y="3815"/>
                </a:lnTo>
                <a:lnTo>
                  <a:pt x="60092" y="526"/>
                </a:lnTo>
                <a:lnTo>
                  <a:pt x="60582" y="29"/>
                </a:lnTo>
                <a:lnTo>
                  <a:pt x="64302" y="343"/>
                </a:lnTo>
                <a:lnTo>
                  <a:pt x="66977" y="0"/>
                </a:lnTo>
                <a:lnTo>
                  <a:pt x="67671" y="694"/>
                </a:lnTo>
                <a:lnTo>
                  <a:pt x="66867" y="3639"/>
                </a:lnTo>
                <a:lnTo>
                  <a:pt x="69089" y="4597"/>
                </a:lnTo>
                <a:lnTo>
                  <a:pt x="72370" y="3625"/>
                </a:lnTo>
                <a:lnTo>
                  <a:pt x="76602" y="4070"/>
                </a:lnTo>
                <a:lnTo>
                  <a:pt x="79043" y="3829"/>
                </a:lnTo>
                <a:lnTo>
                  <a:pt x="82274" y="3829"/>
                </a:lnTo>
                <a:lnTo>
                  <a:pt x="83969" y="3522"/>
                </a:lnTo>
                <a:lnTo>
                  <a:pt x="85234" y="3961"/>
                </a:lnTo>
                <a:lnTo>
                  <a:pt x="84525" y="7016"/>
                </a:lnTo>
                <a:lnTo>
                  <a:pt x="85182" y="7674"/>
                </a:lnTo>
                <a:lnTo>
                  <a:pt x="87843" y="7315"/>
                </a:lnTo>
                <a:lnTo>
                  <a:pt x="89217" y="7381"/>
                </a:lnTo>
                <a:lnTo>
                  <a:pt x="91095" y="6979"/>
                </a:lnTo>
                <a:lnTo>
                  <a:pt x="92330" y="7564"/>
                </a:lnTo>
                <a:lnTo>
                  <a:pt x="91468" y="10451"/>
                </a:lnTo>
                <a:lnTo>
                  <a:pt x="92199" y="11174"/>
                </a:lnTo>
                <a:lnTo>
                  <a:pt x="94859" y="10816"/>
                </a:lnTo>
                <a:lnTo>
                  <a:pt x="96051" y="10882"/>
                </a:lnTo>
                <a:lnTo>
                  <a:pt x="98338" y="10473"/>
                </a:lnTo>
                <a:lnTo>
                  <a:pt x="99442" y="11240"/>
                </a:lnTo>
                <a:lnTo>
                  <a:pt x="98375" y="13849"/>
                </a:lnTo>
                <a:lnTo>
                  <a:pt x="99361" y="14836"/>
                </a:lnTo>
                <a:lnTo>
                  <a:pt x="102007" y="13784"/>
                </a:lnTo>
                <a:lnTo>
                  <a:pt x="102884" y="15106"/>
                </a:lnTo>
                <a:lnTo>
                  <a:pt x="101795" y="17160"/>
                </a:lnTo>
                <a:lnTo>
                  <a:pt x="102877" y="18446"/>
                </a:lnTo>
                <a:lnTo>
                  <a:pt x="105333" y="17299"/>
                </a:lnTo>
                <a:lnTo>
                  <a:pt x="106465" y="18439"/>
                </a:lnTo>
                <a:lnTo>
                  <a:pt x="105296" y="20778"/>
                </a:lnTo>
                <a:lnTo>
                  <a:pt x="106465" y="21947"/>
                </a:lnTo>
                <a:lnTo>
                  <a:pt x="108804" y="20778"/>
                </a:lnTo>
                <a:lnTo>
                  <a:pt x="109879" y="21852"/>
                </a:lnTo>
                <a:lnTo>
                  <a:pt x="108826" y="24498"/>
                </a:lnTo>
                <a:lnTo>
                  <a:pt x="110149" y="25375"/>
                </a:lnTo>
                <a:lnTo>
                  <a:pt x="112203" y="24286"/>
                </a:lnTo>
                <a:lnTo>
                  <a:pt x="113489" y="25368"/>
                </a:lnTo>
                <a:lnTo>
                  <a:pt x="112342" y="27823"/>
                </a:lnTo>
                <a:lnTo>
                  <a:pt x="113394" y="28876"/>
                </a:lnTo>
                <a:lnTo>
                  <a:pt x="116011" y="27809"/>
                </a:lnTo>
                <a:lnTo>
                  <a:pt x="117275" y="29643"/>
                </a:lnTo>
                <a:lnTo>
                  <a:pt x="115258" y="34460"/>
                </a:lnTo>
                <a:lnTo>
                  <a:pt x="116815" y="35731"/>
                </a:lnTo>
                <a:lnTo>
                  <a:pt x="119709" y="34957"/>
                </a:lnTo>
                <a:lnTo>
                  <a:pt x="120520" y="36667"/>
                </a:lnTo>
                <a:lnTo>
                  <a:pt x="118890" y="41571"/>
                </a:lnTo>
                <a:lnTo>
                  <a:pt x="120228" y="42674"/>
                </a:lnTo>
                <a:lnTo>
                  <a:pt x="123320" y="42083"/>
                </a:lnTo>
                <a:lnTo>
                  <a:pt x="124014" y="44304"/>
                </a:lnTo>
                <a:lnTo>
                  <a:pt x="123422" y="47432"/>
                </a:lnTo>
                <a:lnTo>
                  <a:pt x="123422" y="50561"/>
                </a:lnTo>
                <a:lnTo>
                  <a:pt x="123283" y="51810"/>
                </a:lnTo>
                <a:lnTo>
                  <a:pt x="123546" y="53988"/>
                </a:lnTo>
                <a:lnTo>
                  <a:pt x="122698" y="59360"/>
                </a:lnTo>
                <a:lnTo>
                  <a:pt x="123619" y="60113"/>
                </a:lnTo>
                <a:lnTo>
                  <a:pt x="126923" y="59806"/>
                </a:lnTo>
                <a:lnTo>
                  <a:pt x="126981" y="61677"/>
                </a:lnTo>
                <a:lnTo>
                  <a:pt x="127603" y="65404"/>
                </a:lnTo>
                <a:lnTo>
                  <a:pt x="126740" y="67414"/>
                </a:lnTo>
                <a:lnTo>
                  <a:pt x="123788" y="66603"/>
                </a:lnTo>
                <a:lnTo>
                  <a:pt x="123027" y="67363"/>
                </a:lnTo>
                <a:lnTo>
                  <a:pt x="123524" y="69892"/>
                </a:lnTo>
                <a:lnTo>
                  <a:pt x="123035" y="72647"/>
                </a:lnTo>
                <a:lnTo>
                  <a:pt x="123422" y="75278"/>
                </a:lnTo>
                <a:lnTo>
                  <a:pt x="123422" y="79496"/>
                </a:lnTo>
                <a:lnTo>
                  <a:pt x="124007" y="82609"/>
                </a:lnTo>
                <a:lnTo>
                  <a:pt x="123312" y="84867"/>
                </a:lnTo>
                <a:lnTo>
                  <a:pt x="120214" y="84210"/>
                </a:lnTo>
                <a:lnTo>
                  <a:pt x="119585" y="84846"/>
                </a:lnTo>
                <a:lnTo>
                  <a:pt x="119936" y="87506"/>
                </a:lnTo>
                <a:lnTo>
                  <a:pt x="119870" y="88880"/>
                </a:lnTo>
                <a:lnTo>
                  <a:pt x="120279" y="90758"/>
                </a:lnTo>
                <a:lnTo>
                  <a:pt x="119687" y="91993"/>
                </a:lnTo>
                <a:lnTo>
                  <a:pt x="116800" y="91131"/>
                </a:lnTo>
                <a:lnTo>
                  <a:pt x="116069" y="91862"/>
                </a:lnTo>
                <a:lnTo>
                  <a:pt x="116427" y="94522"/>
                </a:lnTo>
                <a:lnTo>
                  <a:pt x="116369" y="95691"/>
                </a:lnTo>
                <a:lnTo>
                  <a:pt x="116778" y="98030"/>
                </a:lnTo>
                <a:lnTo>
                  <a:pt x="115989" y="99119"/>
                </a:lnTo>
                <a:lnTo>
                  <a:pt x="113409" y="98030"/>
                </a:lnTo>
                <a:lnTo>
                  <a:pt x="112408" y="99031"/>
                </a:lnTo>
                <a:lnTo>
                  <a:pt x="113460" y="101677"/>
                </a:lnTo>
                <a:lnTo>
                  <a:pt x="112137" y="102554"/>
                </a:lnTo>
                <a:lnTo>
                  <a:pt x="110083" y="101458"/>
                </a:lnTo>
                <a:lnTo>
                  <a:pt x="108797" y="102540"/>
                </a:lnTo>
                <a:lnTo>
                  <a:pt x="109944" y="104995"/>
                </a:lnTo>
                <a:lnTo>
                  <a:pt x="108805" y="106135"/>
                </a:lnTo>
                <a:lnTo>
                  <a:pt x="106466" y="104966"/>
                </a:lnTo>
                <a:lnTo>
                  <a:pt x="105296" y="106135"/>
                </a:lnTo>
                <a:lnTo>
                  <a:pt x="106465" y="108474"/>
                </a:lnTo>
                <a:lnTo>
                  <a:pt x="105391" y="109548"/>
                </a:lnTo>
                <a:lnTo>
                  <a:pt x="102746" y="108496"/>
                </a:lnTo>
                <a:lnTo>
                  <a:pt x="101912" y="109760"/>
                </a:lnTo>
                <a:lnTo>
                  <a:pt x="102965" y="111982"/>
                </a:lnTo>
                <a:lnTo>
                  <a:pt x="101795" y="113152"/>
                </a:lnTo>
                <a:lnTo>
                  <a:pt x="99457" y="111982"/>
                </a:lnTo>
                <a:lnTo>
                  <a:pt x="98382" y="113057"/>
                </a:lnTo>
                <a:lnTo>
                  <a:pt x="99435" y="115702"/>
                </a:lnTo>
                <a:lnTo>
                  <a:pt x="98061" y="116616"/>
                </a:lnTo>
                <a:lnTo>
                  <a:pt x="96189" y="115541"/>
                </a:lnTo>
                <a:lnTo>
                  <a:pt x="94662" y="116528"/>
                </a:lnTo>
                <a:lnTo>
                  <a:pt x="92440" y="115490"/>
                </a:lnTo>
                <a:lnTo>
                  <a:pt x="91373" y="116565"/>
                </a:lnTo>
                <a:lnTo>
                  <a:pt x="92425" y="119210"/>
                </a:lnTo>
                <a:lnTo>
                  <a:pt x="91052" y="120124"/>
                </a:lnTo>
                <a:lnTo>
                  <a:pt x="89180" y="119057"/>
                </a:lnTo>
                <a:lnTo>
                  <a:pt x="87653" y="120036"/>
                </a:lnTo>
                <a:lnTo>
                  <a:pt x="85431" y="118998"/>
                </a:lnTo>
                <a:lnTo>
                  <a:pt x="84547" y="119883"/>
                </a:lnTo>
                <a:lnTo>
                  <a:pt x="85204" y="122982"/>
                </a:lnTo>
                <a:lnTo>
                  <a:pt x="82946" y="123676"/>
                </a:lnTo>
                <a:lnTo>
                  <a:pt x="79833" y="123091"/>
                </a:lnTo>
                <a:lnTo>
                  <a:pt x="75615" y="123091"/>
                </a:lnTo>
                <a:lnTo>
                  <a:pt x="72992" y="122704"/>
                </a:lnTo>
                <a:lnTo>
                  <a:pt x="70229" y="123194"/>
                </a:lnTo>
                <a:lnTo>
                  <a:pt x="67700" y="122697"/>
                </a:lnTo>
                <a:lnTo>
                  <a:pt x="66940" y="123457"/>
                </a:lnTo>
                <a:lnTo>
                  <a:pt x="67751" y="126409"/>
                </a:lnTo>
                <a:lnTo>
                  <a:pt x="65742" y="127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6723926" y="8638171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4">
                <a:moveTo>
                  <a:pt x="54938" y="120760"/>
                </a:moveTo>
                <a:lnTo>
                  <a:pt x="52877" y="119875"/>
                </a:lnTo>
                <a:lnTo>
                  <a:pt x="53681" y="116923"/>
                </a:lnTo>
                <a:lnTo>
                  <a:pt x="52928" y="116163"/>
                </a:lnTo>
                <a:lnTo>
                  <a:pt x="50392" y="116660"/>
                </a:lnTo>
                <a:lnTo>
                  <a:pt x="47630" y="116177"/>
                </a:lnTo>
                <a:lnTo>
                  <a:pt x="45006" y="116557"/>
                </a:lnTo>
                <a:lnTo>
                  <a:pt x="41878" y="116557"/>
                </a:lnTo>
                <a:lnTo>
                  <a:pt x="40138" y="116864"/>
                </a:lnTo>
                <a:lnTo>
                  <a:pt x="38889" y="116411"/>
                </a:lnTo>
                <a:lnTo>
                  <a:pt x="39612" y="113378"/>
                </a:lnTo>
                <a:lnTo>
                  <a:pt x="38954" y="112713"/>
                </a:lnTo>
                <a:lnTo>
                  <a:pt x="36287" y="113071"/>
                </a:lnTo>
                <a:lnTo>
                  <a:pt x="34913" y="113005"/>
                </a:lnTo>
                <a:lnTo>
                  <a:pt x="33034" y="113407"/>
                </a:lnTo>
                <a:lnTo>
                  <a:pt x="31799" y="112822"/>
                </a:lnTo>
                <a:lnTo>
                  <a:pt x="32661" y="109936"/>
                </a:lnTo>
                <a:lnTo>
                  <a:pt x="31938" y="109205"/>
                </a:lnTo>
                <a:lnTo>
                  <a:pt x="29270" y="109563"/>
                </a:lnTo>
                <a:lnTo>
                  <a:pt x="28079" y="109504"/>
                </a:lnTo>
                <a:lnTo>
                  <a:pt x="25784" y="109914"/>
                </a:lnTo>
                <a:lnTo>
                  <a:pt x="24680" y="109139"/>
                </a:lnTo>
                <a:lnTo>
                  <a:pt x="25755" y="106537"/>
                </a:lnTo>
                <a:lnTo>
                  <a:pt x="24666" y="105448"/>
                </a:lnTo>
                <a:lnTo>
                  <a:pt x="22327" y="106618"/>
                </a:lnTo>
                <a:lnTo>
                  <a:pt x="21158" y="105448"/>
                </a:lnTo>
                <a:lnTo>
                  <a:pt x="22327" y="103109"/>
                </a:lnTo>
                <a:lnTo>
                  <a:pt x="21158" y="101940"/>
                </a:lnTo>
                <a:lnTo>
                  <a:pt x="18819" y="103109"/>
                </a:lnTo>
                <a:lnTo>
                  <a:pt x="17650" y="101940"/>
                </a:lnTo>
                <a:lnTo>
                  <a:pt x="18819" y="99601"/>
                </a:lnTo>
                <a:lnTo>
                  <a:pt x="17650" y="98432"/>
                </a:lnTo>
                <a:lnTo>
                  <a:pt x="15311" y="99601"/>
                </a:lnTo>
                <a:lnTo>
                  <a:pt x="14142" y="98432"/>
                </a:lnTo>
                <a:lnTo>
                  <a:pt x="15311" y="96093"/>
                </a:lnTo>
                <a:lnTo>
                  <a:pt x="14229" y="95012"/>
                </a:lnTo>
                <a:lnTo>
                  <a:pt x="11605" y="96086"/>
                </a:lnTo>
                <a:lnTo>
                  <a:pt x="10341" y="94244"/>
                </a:lnTo>
                <a:lnTo>
                  <a:pt x="12366" y="89435"/>
                </a:lnTo>
                <a:lnTo>
                  <a:pt x="10809" y="88163"/>
                </a:lnTo>
                <a:lnTo>
                  <a:pt x="7915" y="88938"/>
                </a:lnTo>
                <a:lnTo>
                  <a:pt x="7103" y="87228"/>
                </a:lnTo>
                <a:lnTo>
                  <a:pt x="8733" y="82324"/>
                </a:lnTo>
                <a:lnTo>
                  <a:pt x="7367" y="81198"/>
                </a:lnTo>
                <a:lnTo>
                  <a:pt x="4333" y="81849"/>
                </a:lnTo>
                <a:lnTo>
                  <a:pt x="3559" y="79714"/>
                </a:lnTo>
                <a:lnTo>
                  <a:pt x="4202" y="76374"/>
                </a:lnTo>
                <a:lnTo>
                  <a:pt x="4202" y="72384"/>
                </a:lnTo>
                <a:lnTo>
                  <a:pt x="4728" y="69453"/>
                </a:lnTo>
                <a:lnTo>
                  <a:pt x="4114" y="67129"/>
                </a:lnTo>
                <a:lnTo>
                  <a:pt x="971" y="67728"/>
                </a:lnTo>
                <a:lnTo>
                  <a:pt x="358" y="67122"/>
                </a:lnTo>
                <a:lnTo>
                  <a:pt x="716" y="64454"/>
                </a:lnTo>
                <a:lnTo>
                  <a:pt x="628" y="62780"/>
                </a:lnTo>
                <a:lnTo>
                  <a:pt x="694" y="58644"/>
                </a:lnTo>
                <a:lnTo>
                  <a:pt x="0" y="55033"/>
                </a:lnTo>
                <a:lnTo>
                  <a:pt x="876" y="52979"/>
                </a:lnTo>
                <a:lnTo>
                  <a:pt x="3829" y="53783"/>
                </a:lnTo>
                <a:lnTo>
                  <a:pt x="4589" y="53023"/>
                </a:lnTo>
                <a:lnTo>
                  <a:pt x="4100" y="50495"/>
                </a:lnTo>
                <a:lnTo>
                  <a:pt x="4582" y="47732"/>
                </a:lnTo>
                <a:lnTo>
                  <a:pt x="4202" y="45108"/>
                </a:lnTo>
                <a:lnTo>
                  <a:pt x="4202" y="41958"/>
                </a:lnTo>
                <a:lnTo>
                  <a:pt x="3895" y="40270"/>
                </a:lnTo>
                <a:lnTo>
                  <a:pt x="4334" y="39005"/>
                </a:lnTo>
                <a:lnTo>
                  <a:pt x="7389" y="39707"/>
                </a:lnTo>
                <a:lnTo>
                  <a:pt x="8039" y="39057"/>
                </a:lnTo>
                <a:lnTo>
                  <a:pt x="7681" y="36389"/>
                </a:lnTo>
                <a:lnTo>
                  <a:pt x="7754" y="35015"/>
                </a:lnTo>
                <a:lnTo>
                  <a:pt x="7345" y="33137"/>
                </a:lnTo>
                <a:lnTo>
                  <a:pt x="7929" y="31901"/>
                </a:lnTo>
                <a:lnTo>
                  <a:pt x="10823" y="32764"/>
                </a:lnTo>
                <a:lnTo>
                  <a:pt x="11547" y="32040"/>
                </a:lnTo>
                <a:lnTo>
                  <a:pt x="11189" y="29373"/>
                </a:lnTo>
                <a:lnTo>
                  <a:pt x="11255" y="28174"/>
                </a:lnTo>
                <a:lnTo>
                  <a:pt x="10845" y="25901"/>
                </a:lnTo>
                <a:lnTo>
                  <a:pt x="11605" y="24783"/>
                </a:lnTo>
                <a:lnTo>
                  <a:pt x="14229" y="25850"/>
                </a:lnTo>
                <a:lnTo>
                  <a:pt x="15311" y="24768"/>
                </a:lnTo>
                <a:lnTo>
                  <a:pt x="14142" y="22430"/>
                </a:lnTo>
                <a:lnTo>
                  <a:pt x="15311" y="21260"/>
                </a:lnTo>
                <a:lnTo>
                  <a:pt x="17650" y="22430"/>
                </a:lnTo>
                <a:lnTo>
                  <a:pt x="18804" y="21275"/>
                </a:lnTo>
                <a:lnTo>
                  <a:pt x="17642" y="18878"/>
                </a:lnTo>
                <a:lnTo>
                  <a:pt x="18856" y="17767"/>
                </a:lnTo>
                <a:lnTo>
                  <a:pt x="21151" y="18929"/>
                </a:lnTo>
                <a:lnTo>
                  <a:pt x="22232" y="17847"/>
                </a:lnTo>
                <a:lnTo>
                  <a:pt x="21180" y="15201"/>
                </a:lnTo>
                <a:lnTo>
                  <a:pt x="22532" y="14295"/>
                </a:lnTo>
                <a:lnTo>
                  <a:pt x="24483" y="15391"/>
                </a:lnTo>
                <a:lnTo>
                  <a:pt x="25835" y="14397"/>
                </a:lnTo>
                <a:lnTo>
                  <a:pt x="24732" y="11839"/>
                </a:lnTo>
                <a:lnTo>
                  <a:pt x="25835" y="10736"/>
                </a:lnTo>
                <a:lnTo>
                  <a:pt x="28057" y="11788"/>
                </a:lnTo>
                <a:lnTo>
                  <a:pt x="29460" y="10860"/>
                </a:lnTo>
                <a:lnTo>
                  <a:pt x="31682" y="11905"/>
                </a:lnTo>
                <a:lnTo>
                  <a:pt x="32705" y="10882"/>
                </a:lnTo>
                <a:lnTo>
                  <a:pt x="31748" y="8105"/>
                </a:lnTo>
                <a:lnTo>
                  <a:pt x="33553" y="7103"/>
                </a:lnTo>
                <a:lnTo>
                  <a:pt x="38399" y="8894"/>
                </a:lnTo>
                <a:lnTo>
                  <a:pt x="39539" y="7505"/>
                </a:lnTo>
                <a:lnTo>
                  <a:pt x="38961" y="4407"/>
                </a:lnTo>
                <a:lnTo>
                  <a:pt x="41190" y="3734"/>
                </a:lnTo>
                <a:lnTo>
                  <a:pt x="44289" y="4312"/>
                </a:lnTo>
                <a:lnTo>
                  <a:pt x="48565" y="4312"/>
                </a:lnTo>
                <a:lnTo>
                  <a:pt x="51050" y="4604"/>
                </a:lnTo>
                <a:lnTo>
                  <a:pt x="53323" y="4312"/>
                </a:lnTo>
                <a:lnTo>
                  <a:pt x="53549" y="4282"/>
                </a:lnTo>
                <a:lnTo>
                  <a:pt x="53103" y="1023"/>
                </a:lnTo>
                <a:lnTo>
                  <a:pt x="53629" y="496"/>
                </a:lnTo>
                <a:lnTo>
                  <a:pt x="57934" y="818"/>
                </a:lnTo>
                <a:lnTo>
                  <a:pt x="59257" y="613"/>
                </a:lnTo>
                <a:lnTo>
                  <a:pt x="62371" y="1169"/>
                </a:lnTo>
                <a:lnTo>
                  <a:pt x="65477" y="0"/>
                </a:lnTo>
                <a:lnTo>
                  <a:pt x="67801" y="993"/>
                </a:lnTo>
                <a:lnTo>
                  <a:pt x="66990" y="3946"/>
                </a:lnTo>
                <a:lnTo>
                  <a:pt x="67750" y="4706"/>
                </a:lnTo>
                <a:lnTo>
                  <a:pt x="70279" y="4209"/>
                </a:lnTo>
                <a:lnTo>
                  <a:pt x="73041" y="4692"/>
                </a:lnTo>
                <a:lnTo>
                  <a:pt x="75665" y="4312"/>
                </a:lnTo>
                <a:lnTo>
                  <a:pt x="78815" y="4312"/>
                </a:lnTo>
                <a:lnTo>
                  <a:pt x="80511" y="4012"/>
                </a:lnTo>
                <a:lnTo>
                  <a:pt x="81768" y="4443"/>
                </a:lnTo>
                <a:lnTo>
                  <a:pt x="81066" y="7498"/>
                </a:lnTo>
                <a:lnTo>
                  <a:pt x="81717" y="8149"/>
                </a:lnTo>
                <a:lnTo>
                  <a:pt x="84384" y="7790"/>
                </a:lnTo>
                <a:lnTo>
                  <a:pt x="85751" y="7863"/>
                </a:lnTo>
                <a:lnTo>
                  <a:pt x="87629" y="7454"/>
                </a:lnTo>
                <a:lnTo>
                  <a:pt x="88865" y="8039"/>
                </a:lnTo>
                <a:lnTo>
                  <a:pt x="88002" y="10933"/>
                </a:lnTo>
                <a:lnTo>
                  <a:pt x="88726" y="11657"/>
                </a:lnTo>
                <a:lnTo>
                  <a:pt x="91394" y="11299"/>
                </a:lnTo>
                <a:lnTo>
                  <a:pt x="92592" y="11357"/>
                </a:lnTo>
                <a:lnTo>
                  <a:pt x="94858" y="10948"/>
                </a:lnTo>
                <a:lnTo>
                  <a:pt x="95976" y="11708"/>
                </a:lnTo>
                <a:lnTo>
                  <a:pt x="94916" y="14339"/>
                </a:lnTo>
                <a:lnTo>
                  <a:pt x="95998" y="15413"/>
                </a:lnTo>
                <a:lnTo>
                  <a:pt x="98337" y="14244"/>
                </a:lnTo>
                <a:lnTo>
                  <a:pt x="99506" y="15413"/>
                </a:lnTo>
                <a:lnTo>
                  <a:pt x="98337" y="17752"/>
                </a:lnTo>
                <a:lnTo>
                  <a:pt x="99506" y="18921"/>
                </a:lnTo>
                <a:lnTo>
                  <a:pt x="101845" y="17752"/>
                </a:lnTo>
                <a:lnTo>
                  <a:pt x="103015" y="18921"/>
                </a:lnTo>
                <a:lnTo>
                  <a:pt x="101845" y="21260"/>
                </a:lnTo>
                <a:lnTo>
                  <a:pt x="103014" y="22430"/>
                </a:lnTo>
                <a:lnTo>
                  <a:pt x="105353" y="21260"/>
                </a:lnTo>
                <a:lnTo>
                  <a:pt x="106523" y="22430"/>
                </a:lnTo>
                <a:lnTo>
                  <a:pt x="105353" y="24768"/>
                </a:lnTo>
                <a:lnTo>
                  <a:pt x="106421" y="25835"/>
                </a:lnTo>
                <a:lnTo>
                  <a:pt x="109081" y="24790"/>
                </a:lnTo>
                <a:lnTo>
                  <a:pt x="110287" y="26625"/>
                </a:lnTo>
                <a:lnTo>
                  <a:pt x="108313" y="31441"/>
                </a:lnTo>
                <a:lnTo>
                  <a:pt x="109856" y="32706"/>
                </a:lnTo>
                <a:lnTo>
                  <a:pt x="112750" y="31931"/>
                </a:lnTo>
                <a:lnTo>
                  <a:pt x="113561" y="33641"/>
                </a:lnTo>
                <a:lnTo>
                  <a:pt x="111931" y="38545"/>
                </a:lnTo>
                <a:lnTo>
                  <a:pt x="113291" y="39663"/>
                </a:lnTo>
                <a:lnTo>
                  <a:pt x="116339" y="39035"/>
                </a:lnTo>
                <a:lnTo>
                  <a:pt x="117537" y="42470"/>
                </a:lnTo>
                <a:lnTo>
                  <a:pt x="115761" y="46702"/>
                </a:lnTo>
                <a:lnTo>
                  <a:pt x="116594" y="50517"/>
                </a:lnTo>
                <a:lnTo>
                  <a:pt x="116046" y="53009"/>
                </a:lnTo>
                <a:lnTo>
                  <a:pt x="116952" y="53908"/>
                </a:lnTo>
                <a:lnTo>
                  <a:pt x="119598" y="52855"/>
                </a:lnTo>
                <a:lnTo>
                  <a:pt x="120344" y="53974"/>
                </a:lnTo>
                <a:lnTo>
                  <a:pt x="119942" y="56239"/>
                </a:lnTo>
                <a:lnTo>
                  <a:pt x="120059" y="58958"/>
                </a:lnTo>
                <a:lnTo>
                  <a:pt x="120461" y="61977"/>
                </a:lnTo>
                <a:lnTo>
                  <a:pt x="119817" y="64564"/>
                </a:lnTo>
                <a:lnTo>
                  <a:pt x="120402" y="67020"/>
                </a:lnTo>
                <a:lnTo>
                  <a:pt x="119722" y="67699"/>
                </a:lnTo>
                <a:lnTo>
                  <a:pt x="116514" y="67173"/>
                </a:lnTo>
                <a:lnTo>
                  <a:pt x="116032" y="69585"/>
                </a:lnTo>
                <a:lnTo>
                  <a:pt x="116463" y="72289"/>
                </a:lnTo>
                <a:lnTo>
                  <a:pt x="116463" y="76375"/>
                </a:lnTo>
                <a:lnTo>
                  <a:pt x="117106" y="79715"/>
                </a:lnTo>
                <a:lnTo>
                  <a:pt x="116317" y="81878"/>
                </a:lnTo>
                <a:lnTo>
                  <a:pt x="113283" y="81154"/>
                </a:lnTo>
                <a:lnTo>
                  <a:pt x="112626" y="81812"/>
                </a:lnTo>
                <a:lnTo>
                  <a:pt x="112976" y="84480"/>
                </a:lnTo>
                <a:lnTo>
                  <a:pt x="112911" y="85854"/>
                </a:lnTo>
                <a:lnTo>
                  <a:pt x="113320" y="87732"/>
                </a:lnTo>
                <a:lnTo>
                  <a:pt x="112728" y="88967"/>
                </a:lnTo>
                <a:lnTo>
                  <a:pt x="109841" y="88105"/>
                </a:lnTo>
                <a:lnTo>
                  <a:pt x="109117" y="88836"/>
                </a:lnTo>
                <a:lnTo>
                  <a:pt x="109476" y="91496"/>
                </a:lnTo>
                <a:lnTo>
                  <a:pt x="109410" y="92687"/>
                </a:lnTo>
                <a:lnTo>
                  <a:pt x="109819" y="94975"/>
                </a:lnTo>
                <a:lnTo>
                  <a:pt x="109052" y="96086"/>
                </a:lnTo>
                <a:lnTo>
                  <a:pt x="106435" y="95012"/>
                </a:lnTo>
                <a:lnTo>
                  <a:pt x="105353" y="96101"/>
                </a:lnTo>
                <a:lnTo>
                  <a:pt x="106523" y="98439"/>
                </a:lnTo>
                <a:lnTo>
                  <a:pt x="105353" y="99601"/>
                </a:lnTo>
                <a:lnTo>
                  <a:pt x="103015" y="98432"/>
                </a:lnTo>
                <a:lnTo>
                  <a:pt x="101845" y="99601"/>
                </a:lnTo>
                <a:lnTo>
                  <a:pt x="103014" y="101940"/>
                </a:lnTo>
                <a:lnTo>
                  <a:pt x="101845" y="103109"/>
                </a:lnTo>
                <a:lnTo>
                  <a:pt x="99506" y="101940"/>
                </a:lnTo>
                <a:lnTo>
                  <a:pt x="98337" y="103109"/>
                </a:lnTo>
                <a:lnTo>
                  <a:pt x="99506" y="105448"/>
                </a:lnTo>
                <a:lnTo>
                  <a:pt x="98337" y="106618"/>
                </a:lnTo>
                <a:lnTo>
                  <a:pt x="95998" y="105448"/>
                </a:lnTo>
                <a:lnTo>
                  <a:pt x="94909" y="106537"/>
                </a:lnTo>
                <a:lnTo>
                  <a:pt x="95984" y="109139"/>
                </a:lnTo>
                <a:lnTo>
                  <a:pt x="94149" y="110425"/>
                </a:lnTo>
                <a:lnTo>
                  <a:pt x="89333" y="108394"/>
                </a:lnTo>
                <a:lnTo>
                  <a:pt x="88061" y="109950"/>
                </a:lnTo>
                <a:lnTo>
                  <a:pt x="88836" y="112844"/>
                </a:lnTo>
                <a:lnTo>
                  <a:pt x="87125" y="113656"/>
                </a:lnTo>
                <a:lnTo>
                  <a:pt x="82214" y="112026"/>
                </a:lnTo>
                <a:lnTo>
                  <a:pt x="81096" y="113393"/>
                </a:lnTo>
                <a:lnTo>
                  <a:pt x="81746" y="116426"/>
                </a:lnTo>
                <a:lnTo>
                  <a:pt x="79605" y="117200"/>
                </a:lnTo>
                <a:lnTo>
                  <a:pt x="76265" y="116557"/>
                </a:lnTo>
                <a:lnTo>
                  <a:pt x="72282" y="116557"/>
                </a:lnTo>
                <a:lnTo>
                  <a:pt x="69351" y="116031"/>
                </a:lnTo>
                <a:lnTo>
                  <a:pt x="67027" y="116645"/>
                </a:lnTo>
                <a:lnTo>
                  <a:pt x="67634" y="119780"/>
                </a:lnTo>
                <a:lnTo>
                  <a:pt x="67020" y="120394"/>
                </a:lnTo>
                <a:lnTo>
                  <a:pt x="64352" y="120036"/>
                </a:lnTo>
                <a:lnTo>
                  <a:pt x="58542" y="120065"/>
                </a:lnTo>
                <a:lnTo>
                  <a:pt x="54938" y="120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6934398" y="8638448"/>
            <a:ext cx="121285" cy="120650"/>
          </a:xfrm>
          <a:custGeom>
            <a:avLst/>
            <a:gdLst/>
            <a:ahLst/>
            <a:cxnLst/>
            <a:rect l="l" t="t" r="r" b="b"/>
            <a:pathLst>
              <a:path w="121284" h="120650">
                <a:moveTo>
                  <a:pt x="70010" y="120526"/>
                </a:moveTo>
                <a:lnTo>
                  <a:pt x="64799" y="119788"/>
                </a:lnTo>
                <a:lnTo>
                  <a:pt x="57008" y="119788"/>
                </a:lnTo>
                <a:lnTo>
                  <a:pt x="53134" y="120277"/>
                </a:lnTo>
                <a:lnTo>
                  <a:pt x="47828" y="119488"/>
                </a:lnTo>
                <a:lnTo>
                  <a:pt x="44656" y="120577"/>
                </a:lnTo>
                <a:lnTo>
                  <a:pt x="42376" y="119598"/>
                </a:lnTo>
                <a:lnTo>
                  <a:pt x="43187" y="116645"/>
                </a:lnTo>
                <a:lnTo>
                  <a:pt x="42273" y="115731"/>
                </a:lnTo>
                <a:lnTo>
                  <a:pt x="40015" y="116645"/>
                </a:lnTo>
                <a:lnTo>
                  <a:pt x="38605" y="115914"/>
                </a:lnTo>
                <a:lnTo>
                  <a:pt x="36346" y="116820"/>
                </a:lnTo>
                <a:lnTo>
                  <a:pt x="35316" y="115790"/>
                </a:lnTo>
                <a:lnTo>
                  <a:pt x="36368" y="113144"/>
                </a:lnTo>
                <a:lnTo>
                  <a:pt x="34994" y="112230"/>
                </a:lnTo>
                <a:lnTo>
                  <a:pt x="33181" y="113210"/>
                </a:lnTo>
                <a:lnTo>
                  <a:pt x="31595" y="112420"/>
                </a:lnTo>
                <a:lnTo>
                  <a:pt x="29330" y="113312"/>
                </a:lnTo>
                <a:lnTo>
                  <a:pt x="28299" y="112282"/>
                </a:lnTo>
                <a:lnTo>
                  <a:pt x="29352" y="109636"/>
                </a:lnTo>
                <a:lnTo>
                  <a:pt x="27970" y="108715"/>
                </a:lnTo>
                <a:lnTo>
                  <a:pt x="26143" y="109738"/>
                </a:lnTo>
                <a:lnTo>
                  <a:pt x="24572" y="108869"/>
                </a:lnTo>
                <a:lnTo>
                  <a:pt x="22335" y="109819"/>
                </a:lnTo>
                <a:lnTo>
                  <a:pt x="21283" y="108774"/>
                </a:lnTo>
                <a:lnTo>
                  <a:pt x="22335" y="106128"/>
                </a:lnTo>
                <a:lnTo>
                  <a:pt x="21034" y="105258"/>
                </a:lnTo>
                <a:lnTo>
                  <a:pt x="18915" y="106340"/>
                </a:lnTo>
                <a:lnTo>
                  <a:pt x="17672" y="105222"/>
                </a:lnTo>
                <a:lnTo>
                  <a:pt x="18834" y="102817"/>
                </a:lnTo>
                <a:lnTo>
                  <a:pt x="17680" y="101662"/>
                </a:lnTo>
                <a:lnTo>
                  <a:pt x="15341" y="102832"/>
                </a:lnTo>
                <a:lnTo>
                  <a:pt x="14171" y="101662"/>
                </a:lnTo>
                <a:lnTo>
                  <a:pt x="15341" y="99324"/>
                </a:lnTo>
                <a:lnTo>
                  <a:pt x="14252" y="98235"/>
                </a:lnTo>
                <a:lnTo>
                  <a:pt x="11643" y="99309"/>
                </a:lnTo>
                <a:lnTo>
                  <a:pt x="10363" y="97474"/>
                </a:lnTo>
                <a:lnTo>
                  <a:pt x="12395" y="92665"/>
                </a:lnTo>
                <a:lnTo>
                  <a:pt x="10787" y="91342"/>
                </a:lnTo>
                <a:lnTo>
                  <a:pt x="8017" y="92212"/>
                </a:lnTo>
                <a:lnTo>
                  <a:pt x="6731" y="89939"/>
                </a:lnTo>
                <a:lnTo>
                  <a:pt x="8551" y="86599"/>
                </a:lnTo>
                <a:lnTo>
                  <a:pt x="7549" y="84268"/>
                </a:lnTo>
                <a:lnTo>
                  <a:pt x="4597" y="85079"/>
                </a:lnTo>
                <a:lnTo>
                  <a:pt x="3683" y="84165"/>
                </a:lnTo>
                <a:lnTo>
                  <a:pt x="4597" y="81907"/>
                </a:lnTo>
                <a:lnTo>
                  <a:pt x="3866" y="80489"/>
                </a:lnTo>
                <a:lnTo>
                  <a:pt x="4779" y="78238"/>
                </a:lnTo>
                <a:lnTo>
                  <a:pt x="3742" y="77200"/>
                </a:lnTo>
                <a:lnTo>
                  <a:pt x="1096" y="78253"/>
                </a:lnTo>
                <a:lnTo>
                  <a:pt x="277" y="77025"/>
                </a:lnTo>
                <a:lnTo>
                  <a:pt x="877" y="74986"/>
                </a:lnTo>
                <a:lnTo>
                  <a:pt x="314" y="72033"/>
                </a:lnTo>
                <a:lnTo>
                  <a:pt x="723" y="69358"/>
                </a:lnTo>
                <a:lnTo>
                  <a:pt x="723" y="61472"/>
                </a:lnTo>
                <a:lnTo>
                  <a:pt x="29" y="55274"/>
                </a:lnTo>
                <a:lnTo>
                  <a:pt x="855" y="48572"/>
                </a:lnTo>
                <a:lnTo>
                  <a:pt x="0" y="43201"/>
                </a:lnTo>
                <a:lnTo>
                  <a:pt x="1132" y="42272"/>
                </a:lnTo>
                <a:lnTo>
                  <a:pt x="4027" y="43047"/>
                </a:lnTo>
                <a:lnTo>
                  <a:pt x="4838" y="41337"/>
                </a:lnTo>
                <a:lnTo>
                  <a:pt x="3208" y="36426"/>
                </a:lnTo>
                <a:lnTo>
                  <a:pt x="4633" y="35263"/>
                </a:lnTo>
                <a:lnTo>
                  <a:pt x="7542" y="36023"/>
                </a:lnTo>
                <a:lnTo>
                  <a:pt x="8324" y="34321"/>
                </a:lnTo>
                <a:lnTo>
                  <a:pt x="6724" y="29402"/>
                </a:lnTo>
                <a:lnTo>
                  <a:pt x="8076" y="28298"/>
                </a:lnTo>
                <a:lnTo>
                  <a:pt x="11124" y="28927"/>
                </a:lnTo>
                <a:lnTo>
                  <a:pt x="11825" y="26917"/>
                </a:lnTo>
                <a:lnTo>
                  <a:pt x="10203" y="22904"/>
                </a:lnTo>
                <a:lnTo>
                  <a:pt x="11701" y="20975"/>
                </a:lnTo>
                <a:lnTo>
                  <a:pt x="14222" y="22093"/>
                </a:lnTo>
                <a:lnTo>
                  <a:pt x="15246" y="21070"/>
                </a:lnTo>
                <a:lnTo>
                  <a:pt x="14193" y="18424"/>
                </a:lnTo>
                <a:lnTo>
                  <a:pt x="15458" y="17584"/>
                </a:lnTo>
                <a:lnTo>
                  <a:pt x="17679" y="18636"/>
                </a:lnTo>
                <a:lnTo>
                  <a:pt x="18849" y="17467"/>
                </a:lnTo>
                <a:lnTo>
                  <a:pt x="17680" y="15128"/>
                </a:lnTo>
                <a:lnTo>
                  <a:pt x="18754" y="14054"/>
                </a:lnTo>
                <a:lnTo>
                  <a:pt x="21399" y="15106"/>
                </a:lnTo>
                <a:lnTo>
                  <a:pt x="22109" y="14032"/>
                </a:lnTo>
                <a:lnTo>
                  <a:pt x="21290" y="11342"/>
                </a:lnTo>
                <a:lnTo>
                  <a:pt x="23051" y="10231"/>
                </a:lnTo>
                <a:lnTo>
                  <a:pt x="27875" y="12153"/>
                </a:lnTo>
                <a:lnTo>
                  <a:pt x="29066" y="10699"/>
                </a:lnTo>
                <a:lnTo>
                  <a:pt x="28438" y="7651"/>
                </a:lnTo>
                <a:lnTo>
                  <a:pt x="29666" y="7227"/>
                </a:lnTo>
                <a:lnTo>
                  <a:pt x="31361" y="7534"/>
                </a:lnTo>
                <a:lnTo>
                  <a:pt x="33159" y="7534"/>
                </a:lnTo>
                <a:lnTo>
                  <a:pt x="35023" y="7863"/>
                </a:lnTo>
                <a:lnTo>
                  <a:pt x="36244" y="7352"/>
                </a:lnTo>
                <a:lnTo>
                  <a:pt x="35447" y="4384"/>
                </a:lnTo>
                <a:lnTo>
                  <a:pt x="36141" y="3697"/>
                </a:lnTo>
                <a:lnTo>
                  <a:pt x="38802" y="4056"/>
                </a:lnTo>
                <a:lnTo>
                  <a:pt x="40410" y="3953"/>
                </a:lnTo>
                <a:lnTo>
                  <a:pt x="41798" y="4319"/>
                </a:lnTo>
                <a:lnTo>
                  <a:pt x="42814" y="4034"/>
                </a:lnTo>
                <a:lnTo>
                  <a:pt x="43136" y="3953"/>
                </a:lnTo>
                <a:lnTo>
                  <a:pt x="42536" y="803"/>
                </a:lnTo>
                <a:lnTo>
                  <a:pt x="43201" y="146"/>
                </a:lnTo>
                <a:lnTo>
                  <a:pt x="45745" y="621"/>
                </a:lnTo>
                <a:lnTo>
                  <a:pt x="49596" y="0"/>
                </a:lnTo>
                <a:lnTo>
                  <a:pt x="53521" y="526"/>
                </a:lnTo>
                <a:lnTo>
                  <a:pt x="73013" y="526"/>
                </a:lnTo>
                <a:lnTo>
                  <a:pt x="75820" y="51"/>
                </a:lnTo>
                <a:lnTo>
                  <a:pt x="78195" y="592"/>
                </a:lnTo>
                <a:lnTo>
                  <a:pt x="77632" y="3771"/>
                </a:lnTo>
                <a:lnTo>
                  <a:pt x="78224" y="4370"/>
                </a:lnTo>
                <a:lnTo>
                  <a:pt x="80892" y="4012"/>
                </a:lnTo>
                <a:lnTo>
                  <a:pt x="82266" y="4078"/>
                </a:lnTo>
                <a:lnTo>
                  <a:pt x="84144" y="3668"/>
                </a:lnTo>
                <a:lnTo>
                  <a:pt x="85380" y="4260"/>
                </a:lnTo>
                <a:lnTo>
                  <a:pt x="84517" y="7147"/>
                </a:lnTo>
                <a:lnTo>
                  <a:pt x="85241" y="7871"/>
                </a:lnTo>
                <a:lnTo>
                  <a:pt x="87908" y="7513"/>
                </a:lnTo>
                <a:lnTo>
                  <a:pt x="89239" y="7586"/>
                </a:lnTo>
                <a:lnTo>
                  <a:pt x="91212" y="7169"/>
                </a:lnTo>
                <a:lnTo>
                  <a:pt x="92425" y="7798"/>
                </a:lnTo>
                <a:lnTo>
                  <a:pt x="91512" y="10626"/>
                </a:lnTo>
                <a:lnTo>
                  <a:pt x="92257" y="11379"/>
                </a:lnTo>
                <a:lnTo>
                  <a:pt x="94925" y="11021"/>
                </a:lnTo>
                <a:lnTo>
                  <a:pt x="96226" y="11087"/>
                </a:lnTo>
                <a:lnTo>
                  <a:pt x="98265" y="10670"/>
                </a:lnTo>
                <a:lnTo>
                  <a:pt x="99456" y="11328"/>
                </a:lnTo>
                <a:lnTo>
                  <a:pt x="98514" y="14120"/>
                </a:lnTo>
                <a:lnTo>
                  <a:pt x="99544" y="15143"/>
                </a:lnTo>
                <a:lnTo>
                  <a:pt x="101824" y="13981"/>
                </a:lnTo>
                <a:lnTo>
                  <a:pt x="103045" y="15084"/>
                </a:lnTo>
                <a:lnTo>
                  <a:pt x="101883" y="17489"/>
                </a:lnTo>
                <a:lnTo>
                  <a:pt x="103038" y="18644"/>
                </a:lnTo>
                <a:lnTo>
                  <a:pt x="105376" y="17474"/>
                </a:lnTo>
                <a:lnTo>
                  <a:pt x="106546" y="18644"/>
                </a:lnTo>
                <a:lnTo>
                  <a:pt x="105377" y="20982"/>
                </a:lnTo>
                <a:lnTo>
                  <a:pt x="106465" y="22071"/>
                </a:lnTo>
                <a:lnTo>
                  <a:pt x="109075" y="20997"/>
                </a:lnTo>
                <a:lnTo>
                  <a:pt x="110354" y="22832"/>
                </a:lnTo>
                <a:lnTo>
                  <a:pt x="108322" y="27648"/>
                </a:lnTo>
                <a:lnTo>
                  <a:pt x="109930" y="28964"/>
                </a:lnTo>
                <a:lnTo>
                  <a:pt x="112700" y="28094"/>
                </a:lnTo>
                <a:lnTo>
                  <a:pt x="113986" y="30367"/>
                </a:lnTo>
                <a:lnTo>
                  <a:pt x="112166" y="33707"/>
                </a:lnTo>
                <a:lnTo>
                  <a:pt x="113168" y="36038"/>
                </a:lnTo>
                <a:lnTo>
                  <a:pt x="116120" y="35227"/>
                </a:lnTo>
                <a:lnTo>
                  <a:pt x="117034" y="36141"/>
                </a:lnTo>
                <a:lnTo>
                  <a:pt x="116128" y="38399"/>
                </a:lnTo>
                <a:lnTo>
                  <a:pt x="116851" y="39817"/>
                </a:lnTo>
                <a:lnTo>
                  <a:pt x="115945" y="42068"/>
                </a:lnTo>
                <a:lnTo>
                  <a:pt x="116975" y="43106"/>
                </a:lnTo>
                <a:lnTo>
                  <a:pt x="119621" y="42053"/>
                </a:lnTo>
                <a:lnTo>
                  <a:pt x="120440" y="43281"/>
                </a:lnTo>
                <a:lnTo>
                  <a:pt x="119841" y="45320"/>
                </a:lnTo>
                <a:lnTo>
                  <a:pt x="120403" y="48273"/>
                </a:lnTo>
                <a:lnTo>
                  <a:pt x="119994" y="50948"/>
                </a:lnTo>
                <a:lnTo>
                  <a:pt x="119994" y="58827"/>
                </a:lnTo>
                <a:lnTo>
                  <a:pt x="120718" y="65046"/>
                </a:lnTo>
                <a:lnTo>
                  <a:pt x="119738" y="72662"/>
                </a:lnTo>
                <a:lnTo>
                  <a:pt x="120769" y="75885"/>
                </a:lnTo>
                <a:lnTo>
                  <a:pt x="119804" y="78143"/>
                </a:lnTo>
                <a:lnTo>
                  <a:pt x="116859" y="77332"/>
                </a:lnTo>
                <a:lnTo>
                  <a:pt x="115945" y="78246"/>
                </a:lnTo>
                <a:lnTo>
                  <a:pt x="116851" y="80497"/>
                </a:lnTo>
                <a:lnTo>
                  <a:pt x="116121" y="81915"/>
                </a:lnTo>
                <a:lnTo>
                  <a:pt x="117034" y="84173"/>
                </a:lnTo>
                <a:lnTo>
                  <a:pt x="115996" y="85203"/>
                </a:lnTo>
                <a:lnTo>
                  <a:pt x="113351" y="84151"/>
                </a:lnTo>
                <a:lnTo>
                  <a:pt x="112437" y="85525"/>
                </a:lnTo>
                <a:lnTo>
                  <a:pt x="113416" y="87345"/>
                </a:lnTo>
                <a:lnTo>
                  <a:pt x="112627" y="88931"/>
                </a:lnTo>
                <a:lnTo>
                  <a:pt x="113519" y="91189"/>
                </a:lnTo>
                <a:lnTo>
                  <a:pt x="112488" y="92220"/>
                </a:lnTo>
                <a:lnTo>
                  <a:pt x="109842" y="91167"/>
                </a:lnTo>
                <a:lnTo>
                  <a:pt x="108929" y="92548"/>
                </a:lnTo>
                <a:lnTo>
                  <a:pt x="109952" y="94376"/>
                </a:lnTo>
                <a:lnTo>
                  <a:pt x="109075" y="95947"/>
                </a:lnTo>
                <a:lnTo>
                  <a:pt x="110032" y="98183"/>
                </a:lnTo>
                <a:lnTo>
                  <a:pt x="108980" y="99229"/>
                </a:lnTo>
                <a:lnTo>
                  <a:pt x="106334" y="98176"/>
                </a:lnTo>
                <a:lnTo>
                  <a:pt x="105472" y="99484"/>
                </a:lnTo>
                <a:lnTo>
                  <a:pt x="106553" y="101597"/>
                </a:lnTo>
                <a:lnTo>
                  <a:pt x="105428" y="102839"/>
                </a:lnTo>
                <a:lnTo>
                  <a:pt x="103023" y="101677"/>
                </a:lnTo>
                <a:lnTo>
                  <a:pt x="101868" y="102832"/>
                </a:lnTo>
                <a:lnTo>
                  <a:pt x="103038" y="105170"/>
                </a:lnTo>
                <a:lnTo>
                  <a:pt x="101868" y="106340"/>
                </a:lnTo>
                <a:lnTo>
                  <a:pt x="99530" y="105170"/>
                </a:lnTo>
                <a:lnTo>
                  <a:pt x="98440" y="106259"/>
                </a:lnTo>
                <a:lnTo>
                  <a:pt x="99515" y="108861"/>
                </a:lnTo>
                <a:lnTo>
                  <a:pt x="97680" y="110148"/>
                </a:lnTo>
                <a:lnTo>
                  <a:pt x="92864" y="108116"/>
                </a:lnTo>
                <a:lnTo>
                  <a:pt x="91549" y="109724"/>
                </a:lnTo>
                <a:lnTo>
                  <a:pt x="92418" y="112494"/>
                </a:lnTo>
                <a:lnTo>
                  <a:pt x="90145" y="113773"/>
                </a:lnTo>
                <a:lnTo>
                  <a:pt x="86805" y="111960"/>
                </a:lnTo>
                <a:lnTo>
                  <a:pt x="84466" y="112961"/>
                </a:lnTo>
                <a:lnTo>
                  <a:pt x="85278" y="115907"/>
                </a:lnTo>
                <a:lnTo>
                  <a:pt x="84364" y="116820"/>
                </a:lnTo>
                <a:lnTo>
                  <a:pt x="82113" y="115914"/>
                </a:lnTo>
                <a:lnTo>
                  <a:pt x="80695" y="116645"/>
                </a:lnTo>
                <a:lnTo>
                  <a:pt x="78444" y="115731"/>
                </a:lnTo>
                <a:lnTo>
                  <a:pt x="77406" y="116769"/>
                </a:lnTo>
                <a:lnTo>
                  <a:pt x="78459" y="119415"/>
                </a:lnTo>
                <a:lnTo>
                  <a:pt x="77253" y="120219"/>
                </a:lnTo>
                <a:lnTo>
                  <a:pt x="75170" y="119656"/>
                </a:lnTo>
                <a:lnTo>
                  <a:pt x="70010" y="1205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5" name="object 155"/>
          <p:cNvGrpSpPr/>
          <p:nvPr/>
        </p:nvGrpSpPr>
        <p:grpSpPr>
          <a:xfrm>
            <a:off x="17355660" y="8638610"/>
            <a:ext cx="120650" cy="120650"/>
            <a:chOff x="17355660" y="8638610"/>
            <a:chExt cx="120650" cy="120650"/>
          </a:xfrm>
        </p:grpSpPr>
        <p:sp>
          <p:nvSpPr>
            <p:cNvPr id="156" name="object 156"/>
            <p:cNvSpPr/>
            <p:nvPr/>
          </p:nvSpPr>
          <p:spPr>
            <a:xfrm>
              <a:off x="17355655" y="8638615"/>
              <a:ext cx="120650" cy="107950"/>
            </a:xfrm>
            <a:custGeom>
              <a:avLst/>
              <a:gdLst/>
              <a:ahLst/>
              <a:cxnLst/>
              <a:rect l="l" t="t" r="r" b="b"/>
              <a:pathLst>
                <a:path w="120650" h="107950">
                  <a:moveTo>
                    <a:pt x="120167" y="40640"/>
                  </a:moveTo>
                  <a:lnTo>
                    <a:pt x="119976" y="40640"/>
                  </a:lnTo>
                  <a:lnTo>
                    <a:pt x="119976" y="39370"/>
                  </a:lnTo>
                  <a:lnTo>
                    <a:pt x="119659" y="39370"/>
                  </a:lnTo>
                  <a:lnTo>
                    <a:pt x="119659" y="38100"/>
                  </a:lnTo>
                  <a:lnTo>
                    <a:pt x="119075" y="38100"/>
                  </a:lnTo>
                  <a:lnTo>
                    <a:pt x="119075" y="39370"/>
                  </a:lnTo>
                  <a:lnTo>
                    <a:pt x="115989" y="39370"/>
                  </a:lnTo>
                  <a:lnTo>
                    <a:pt x="115989" y="38100"/>
                  </a:lnTo>
                  <a:lnTo>
                    <a:pt x="116332" y="38100"/>
                  </a:lnTo>
                  <a:lnTo>
                    <a:pt x="116332" y="35560"/>
                  </a:lnTo>
                  <a:lnTo>
                    <a:pt x="115874" y="35560"/>
                  </a:lnTo>
                  <a:lnTo>
                    <a:pt x="115874" y="34290"/>
                  </a:lnTo>
                  <a:lnTo>
                    <a:pt x="116217" y="34290"/>
                  </a:lnTo>
                  <a:lnTo>
                    <a:pt x="116217" y="33020"/>
                  </a:lnTo>
                  <a:lnTo>
                    <a:pt x="116509" y="33020"/>
                  </a:lnTo>
                  <a:lnTo>
                    <a:pt x="116509" y="31750"/>
                  </a:lnTo>
                  <a:lnTo>
                    <a:pt x="113271" y="31750"/>
                  </a:lnTo>
                  <a:lnTo>
                    <a:pt x="113271" y="33020"/>
                  </a:lnTo>
                  <a:lnTo>
                    <a:pt x="113144" y="33020"/>
                  </a:lnTo>
                  <a:lnTo>
                    <a:pt x="113144" y="31750"/>
                  </a:lnTo>
                  <a:lnTo>
                    <a:pt x="112509" y="31750"/>
                  </a:lnTo>
                  <a:lnTo>
                    <a:pt x="112509" y="29210"/>
                  </a:lnTo>
                  <a:lnTo>
                    <a:pt x="112788" y="29210"/>
                  </a:lnTo>
                  <a:lnTo>
                    <a:pt x="112788" y="27940"/>
                  </a:lnTo>
                  <a:lnTo>
                    <a:pt x="112699" y="25400"/>
                  </a:lnTo>
                  <a:lnTo>
                    <a:pt x="112598" y="24130"/>
                  </a:lnTo>
                  <a:lnTo>
                    <a:pt x="111277" y="24130"/>
                  </a:lnTo>
                  <a:lnTo>
                    <a:pt x="111277" y="25400"/>
                  </a:lnTo>
                  <a:lnTo>
                    <a:pt x="109029" y="25400"/>
                  </a:lnTo>
                  <a:lnTo>
                    <a:pt x="109029" y="24130"/>
                  </a:lnTo>
                  <a:lnTo>
                    <a:pt x="109334" y="24130"/>
                  </a:lnTo>
                  <a:lnTo>
                    <a:pt x="109334" y="21590"/>
                  </a:lnTo>
                  <a:lnTo>
                    <a:pt x="108737" y="21590"/>
                  </a:lnTo>
                  <a:lnTo>
                    <a:pt x="108737" y="20320"/>
                  </a:lnTo>
                  <a:lnTo>
                    <a:pt x="108318" y="20320"/>
                  </a:lnTo>
                  <a:lnTo>
                    <a:pt x="108318" y="21590"/>
                  </a:lnTo>
                  <a:lnTo>
                    <a:pt x="105143" y="21590"/>
                  </a:lnTo>
                  <a:lnTo>
                    <a:pt x="105143" y="20320"/>
                  </a:lnTo>
                  <a:lnTo>
                    <a:pt x="105651" y="20320"/>
                  </a:lnTo>
                  <a:lnTo>
                    <a:pt x="105651" y="19050"/>
                  </a:lnTo>
                  <a:lnTo>
                    <a:pt x="106159" y="19050"/>
                  </a:lnTo>
                  <a:lnTo>
                    <a:pt x="106159" y="17780"/>
                  </a:lnTo>
                  <a:lnTo>
                    <a:pt x="102882" y="17780"/>
                  </a:lnTo>
                  <a:lnTo>
                    <a:pt x="102882" y="19050"/>
                  </a:lnTo>
                  <a:lnTo>
                    <a:pt x="102679" y="19050"/>
                  </a:lnTo>
                  <a:lnTo>
                    <a:pt x="102679" y="17780"/>
                  </a:lnTo>
                  <a:lnTo>
                    <a:pt x="101663" y="17780"/>
                  </a:lnTo>
                  <a:lnTo>
                    <a:pt x="101663" y="16510"/>
                  </a:lnTo>
                  <a:lnTo>
                    <a:pt x="102298" y="16510"/>
                  </a:lnTo>
                  <a:lnTo>
                    <a:pt x="102298" y="15240"/>
                  </a:lnTo>
                  <a:lnTo>
                    <a:pt x="102387" y="13970"/>
                  </a:lnTo>
                  <a:lnTo>
                    <a:pt x="99961" y="13970"/>
                  </a:lnTo>
                  <a:lnTo>
                    <a:pt x="99961" y="15240"/>
                  </a:lnTo>
                  <a:lnTo>
                    <a:pt x="98844" y="15240"/>
                  </a:lnTo>
                  <a:lnTo>
                    <a:pt x="98844" y="13970"/>
                  </a:lnTo>
                  <a:lnTo>
                    <a:pt x="98602" y="13970"/>
                  </a:lnTo>
                  <a:lnTo>
                    <a:pt x="98602" y="11430"/>
                  </a:lnTo>
                  <a:lnTo>
                    <a:pt x="98602" y="10160"/>
                  </a:lnTo>
                  <a:lnTo>
                    <a:pt x="97091" y="10160"/>
                  </a:lnTo>
                  <a:lnTo>
                    <a:pt x="97091" y="11430"/>
                  </a:lnTo>
                  <a:lnTo>
                    <a:pt x="95059" y="11430"/>
                  </a:lnTo>
                  <a:lnTo>
                    <a:pt x="95059" y="10160"/>
                  </a:lnTo>
                  <a:lnTo>
                    <a:pt x="94996" y="8890"/>
                  </a:lnTo>
                  <a:lnTo>
                    <a:pt x="95529" y="8890"/>
                  </a:lnTo>
                  <a:lnTo>
                    <a:pt x="95529" y="7620"/>
                  </a:lnTo>
                  <a:lnTo>
                    <a:pt x="87744" y="7620"/>
                  </a:lnTo>
                  <a:lnTo>
                    <a:pt x="87744" y="6350"/>
                  </a:lnTo>
                  <a:lnTo>
                    <a:pt x="88315" y="6350"/>
                  </a:lnTo>
                  <a:lnTo>
                    <a:pt x="88315" y="3810"/>
                  </a:lnTo>
                  <a:lnTo>
                    <a:pt x="81038" y="3810"/>
                  </a:lnTo>
                  <a:lnTo>
                    <a:pt x="81038" y="1270"/>
                  </a:lnTo>
                  <a:lnTo>
                    <a:pt x="81394" y="1270"/>
                  </a:lnTo>
                  <a:lnTo>
                    <a:pt x="81394" y="0"/>
                  </a:lnTo>
                  <a:lnTo>
                    <a:pt x="38747" y="0"/>
                  </a:lnTo>
                  <a:lnTo>
                    <a:pt x="38747" y="1270"/>
                  </a:lnTo>
                  <a:lnTo>
                    <a:pt x="39116" y="1270"/>
                  </a:lnTo>
                  <a:lnTo>
                    <a:pt x="39116" y="3810"/>
                  </a:lnTo>
                  <a:lnTo>
                    <a:pt x="31826" y="3810"/>
                  </a:lnTo>
                  <a:lnTo>
                    <a:pt x="31826" y="6350"/>
                  </a:lnTo>
                  <a:lnTo>
                    <a:pt x="32512" y="6350"/>
                  </a:lnTo>
                  <a:lnTo>
                    <a:pt x="32512" y="7620"/>
                  </a:lnTo>
                  <a:lnTo>
                    <a:pt x="30518" y="7620"/>
                  </a:lnTo>
                  <a:lnTo>
                    <a:pt x="30518" y="8890"/>
                  </a:lnTo>
                  <a:lnTo>
                    <a:pt x="29984" y="8890"/>
                  </a:lnTo>
                  <a:lnTo>
                    <a:pt x="29984" y="7620"/>
                  </a:lnTo>
                  <a:lnTo>
                    <a:pt x="27622" y="7620"/>
                  </a:lnTo>
                  <a:lnTo>
                    <a:pt x="27622" y="6350"/>
                  </a:lnTo>
                  <a:lnTo>
                    <a:pt x="25895" y="6350"/>
                  </a:lnTo>
                  <a:lnTo>
                    <a:pt x="25895" y="7620"/>
                  </a:lnTo>
                  <a:lnTo>
                    <a:pt x="24739" y="7620"/>
                  </a:lnTo>
                  <a:lnTo>
                    <a:pt x="24739" y="8890"/>
                  </a:lnTo>
                  <a:lnTo>
                    <a:pt x="25082" y="8890"/>
                  </a:lnTo>
                  <a:lnTo>
                    <a:pt x="25082" y="10160"/>
                  </a:lnTo>
                  <a:lnTo>
                    <a:pt x="25082" y="11430"/>
                  </a:lnTo>
                  <a:lnTo>
                    <a:pt x="23012" y="11430"/>
                  </a:lnTo>
                  <a:lnTo>
                    <a:pt x="23012" y="10160"/>
                  </a:lnTo>
                  <a:lnTo>
                    <a:pt x="21590" y="10160"/>
                  </a:lnTo>
                  <a:lnTo>
                    <a:pt x="21590" y="11430"/>
                  </a:lnTo>
                  <a:lnTo>
                    <a:pt x="21501" y="13970"/>
                  </a:lnTo>
                  <a:lnTo>
                    <a:pt x="21259" y="13970"/>
                  </a:lnTo>
                  <a:lnTo>
                    <a:pt x="21259" y="15240"/>
                  </a:lnTo>
                  <a:lnTo>
                    <a:pt x="20193" y="15240"/>
                  </a:lnTo>
                  <a:lnTo>
                    <a:pt x="20193" y="13970"/>
                  </a:lnTo>
                  <a:lnTo>
                    <a:pt x="17792" y="13970"/>
                  </a:lnTo>
                  <a:lnTo>
                    <a:pt x="17792" y="15240"/>
                  </a:lnTo>
                  <a:lnTo>
                    <a:pt x="17805" y="16510"/>
                  </a:lnTo>
                  <a:lnTo>
                    <a:pt x="18465" y="16510"/>
                  </a:lnTo>
                  <a:lnTo>
                    <a:pt x="18465" y="17780"/>
                  </a:lnTo>
                  <a:lnTo>
                    <a:pt x="17627" y="17780"/>
                  </a:lnTo>
                  <a:lnTo>
                    <a:pt x="17627" y="19050"/>
                  </a:lnTo>
                  <a:lnTo>
                    <a:pt x="17487" y="19050"/>
                  </a:lnTo>
                  <a:lnTo>
                    <a:pt x="17487" y="17780"/>
                  </a:lnTo>
                  <a:lnTo>
                    <a:pt x="13944" y="17780"/>
                  </a:lnTo>
                  <a:lnTo>
                    <a:pt x="13944" y="19050"/>
                  </a:lnTo>
                  <a:lnTo>
                    <a:pt x="14465" y="19050"/>
                  </a:lnTo>
                  <a:lnTo>
                    <a:pt x="14465" y="20320"/>
                  </a:lnTo>
                  <a:lnTo>
                    <a:pt x="14846" y="20320"/>
                  </a:lnTo>
                  <a:lnTo>
                    <a:pt x="14846" y="21590"/>
                  </a:lnTo>
                  <a:lnTo>
                    <a:pt x="11747" y="21590"/>
                  </a:lnTo>
                  <a:lnTo>
                    <a:pt x="11747" y="20320"/>
                  </a:lnTo>
                  <a:lnTo>
                    <a:pt x="11404" y="20320"/>
                  </a:lnTo>
                  <a:lnTo>
                    <a:pt x="11404" y="21590"/>
                  </a:lnTo>
                  <a:lnTo>
                    <a:pt x="10807" y="21590"/>
                  </a:lnTo>
                  <a:lnTo>
                    <a:pt x="10807" y="24130"/>
                  </a:lnTo>
                  <a:lnTo>
                    <a:pt x="11099" y="24130"/>
                  </a:lnTo>
                  <a:lnTo>
                    <a:pt x="11099" y="25400"/>
                  </a:lnTo>
                  <a:lnTo>
                    <a:pt x="8902" y="25400"/>
                  </a:lnTo>
                  <a:lnTo>
                    <a:pt x="8902" y="24130"/>
                  </a:lnTo>
                  <a:lnTo>
                    <a:pt x="7594" y="24130"/>
                  </a:lnTo>
                  <a:lnTo>
                    <a:pt x="7594" y="25400"/>
                  </a:lnTo>
                  <a:lnTo>
                    <a:pt x="7416" y="25400"/>
                  </a:lnTo>
                  <a:lnTo>
                    <a:pt x="7416" y="27940"/>
                  </a:lnTo>
                  <a:lnTo>
                    <a:pt x="7340" y="29210"/>
                  </a:lnTo>
                  <a:lnTo>
                    <a:pt x="7632" y="29210"/>
                  </a:lnTo>
                  <a:lnTo>
                    <a:pt x="7632" y="31750"/>
                  </a:lnTo>
                  <a:lnTo>
                    <a:pt x="3683" y="31750"/>
                  </a:lnTo>
                  <a:lnTo>
                    <a:pt x="3683" y="33020"/>
                  </a:lnTo>
                  <a:lnTo>
                    <a:pt x="3784" y="34290"/>
                  </a:lnTo>
                  <a:lnTo>
                    <a:pt x="3962" y="34290"/>
                  </a:lnTo>
                  <a:lnTo>
                    <a:pt x="3962" y="35560"/>
                  </a:lnTo>
                  <a:lnTo>
                    <a:pt x="4025" y="38100"/>
                  </a:lnTo>
                  <a:lnTo>
                    <a:pt x="4152" y="38100"/>
                  </a:lnTo>
                  <a:lnTo>
                    <a:pt x="4152" y="39370"/>
                  </a:lnTo>
                  <a:lnTo>
                    <a:pt x="1066" y="39370"/>
                  </a:lnTo>
                  <a:lnTo>
                    <a:pt x="1066" y="38100"/>
                  </a:lnTo>
                  <a:lnTo>
                    <a:pt x="482" y="38100"/>
                  </a:lnTo>
                  <a:lnTo>
                    <a:pt x="482" y="39370"/>
                  </a:lnTo>
                  <a:lnTo>
                    <a:pt x="190" y="39370"/>
                  </a:lnTo>
                  <a:lnTo>
                    <a:pt x="190" y="40640"/>
                  </a:lnTo>
                  <a:lnTo>
                    <a:pt x="406" y="40640"/>
                  </a:lnTo>
                  <a:lnTo>
                    <a:pt x="406" y="41910"/>
                  </a:lnTo>
                  <a:lnTo>
                    <a:pt x="431" y="44450"/>
                  </a:lnTo>
                  <a:lnTo>
                    <a:pt x="431" y="76200"/>
                  </a:lnTo>
                  <a:lnTo>
                    <a:pt x="190" y="76200"/>
                  </a:lnTo>
                  <a:lnTo>
                    <a:pt x="190" y="78740"/>
                  </a:lnTo>
                  <a:lnTo>
                    <a:pt x="0" y="78740"/>
                  </a:lnTo>
                  <a:lnTo>
                    <a:pt x="0" y="80010"/>
                  </a:lnTo>
                  <a:lnTo>
                    <a:pt x="330" y="80010"/>
                  </a:lnTo>
                  <a:lnTo>
                    <a:pt x="330" y="81280"/>
                  </a:lnTo>
                  <a:lnTo>
                    <a:pt x="4089" y="81280"/>
                  </a:lnTo>
                  <a:lnTo>
                    <a:pt x="4089" y="83820"/>
                  </a:lnTo>
                  <a:lnTo>
                    <a:pt x="3873" y="83820"/>
                  </a:lnTo>
                  <a:lnTo>
                    <a:pt x="3873" y="85090"/>
                  </a:lnTo>
                  <a:lnTo>
                    <a:pt x="3898" y="87630"/>
                  </a:lnTo>
                  <a:lnTo>
                    <a:pt x="4076" y="87630"/>
                  </a:lnTo>
                  <a:lnTo>
                    <a:pt x="4076" y="88900"/>
                  </a:lnTo>
                  <a:lnTo>
                    <a:pt x="5207" y="88900"/>
                  </a:lnTo>
                  <a:lnTo>
                    <a:pt x="5207" y="87630"/>
                  </a:lnTo>
                  <a:lnTo>
                    <a:pt x="7658" y="87630"/>
                  </a:lnTo>
                  <a:lnTo>
                    <a:pt x="7658" y="88900"/>
                  </a:lnTo>
                  <a:lnTo>
                    <a:pt x="7315" y="88900"/>
                  </a:lnTo>
                  <a:lnTo>
                    <a:pt x="7315" y="91440"/>
                  </a:lnTo>
                  <a:lnTo>
                    <a:pt x="7772" y="91440"/>
                  </a:lnTo>
                  <a:lnTo>
                    <a:pt x="7772" y="92710"/>
                  </a:lnTo>
                  <a:lnTo>
                    <a:pt x="7429" y="92710"/>
                  </a:lnTo>
                  <a:lnTo>
                    <a:pt x="7429" y="93980"/>
                  </a:lnTo>
                  <a:lnTo>
                    <a:pt x="7137" y="93980"/>
                  </a:lnTo>
                  <a:lnTo>
                    <a:pt x="7137" y="95250"/>
                  </a:lnTo>
                  <a:lnTo>
                    <a:pt x="10388" y="95250"/>
                  </a:lnTo>
                  <a:lnTo>
                    <a:pt x="10388" y="93980"/>
                  </a:lnTo>
                  <a:lnTo>
                    <a:pt x="10490" y="95250"/>
                  </a:lnTo>
                  <a:lnTo>
                    <a:pt x="11112" y="95250"/>
                  </a:lnTo>
                  <a:lnTo>
                    <a:pt x="11112" y="97790"/>
                  </a:lnTo>
                  <a:lnTo>
                    <a:pt x="10807" y="97790"/>
                  </a:lnTo>
                  <a:lnTo>
                    <a:pt x="10807" y="99060"/>
                  </a:lnTo>
                  <a:lnTo>
                    <a:pt x="13106" y="99060"/>
                  </a:lnTo>
                  <a:lnTo>
                    <a:pt x="13106" y="97790"/>
                  </a:lnTo>
                  <a:lnTo>
                    <a:pt x="14224" y="97790"/>
                  </a:lnTo>
                  <a:lnTo>
                    <a:pt x="14224" y="99060"/>
                  </a:lnTo>
                  <a:lnTo>
                    <a:pt x="14478" y="99060"/>
                  </a:lnTo>
                  <a:lnTo>
                    <a:pt x="14478" y="101600"/>
                  </a:lnTo>
                  <a:lnTo>
                    <a:pt x="14617" y="101600"/>
                  </a:lnTo>
                  <a:lnTo>
                    <a:pt x="14617" y="102870"/>
                  </a:lnTo>
                  <a:lnTo>
                    <a:pt x="15913" y="102870"/>
                  </a:lnTo>
                  <a:lnTo>
                    <a:pt x="15913" y="101600"/>
                  </a:lnTo>
                  <a:lnTo>
                    <a:pt x="18122" y="101600"/>
                  </a:lnTo>
                  <a:lnTo>
                    <a:pt x="18122" y="102870"/>
                  </a:lnTo>
                  <a:lnTo>
                    <a:pt x="17818" y="102870"/>
                  </a:lnTo>
                  <a:lnTo>
                    <a:pt x="17818" y="105410"/>
                  </a:lnTo>
                  <a:lnTo>
                    <a:pt x="18427" y="105410"/>
                  </a:lnTo>
                  <a:lnTo>
                    <a:pt x="18427" y="106680"/>
                  </a:lnTo>
                  <a:lnTo>
                    <a:pt x="18745" y="106680"/>
                  </a:lnTo>
                  <a:lnTo>
                    <a:pt x="18745" y="105410"/>
                  </a:lnTo>
                  <a:lnTo>
                    <a:pt x="21856" y="105410"/>
                  </a:lnTo>
                  <a:lnTo>
                    <a:pt x="21856" y="106680"/>
                  </a:lnTo>
                  <a:lnTo>
                    <a:pt x="21513" y="106680"/>
                  </a:lnTo>
                  <a:lnTo>
                    <a:pt x="21513" y="107950"/>
                  </a:lnTo>
                  <a:lnTo>
                    <a:pt x="98679" y="107950"/>
                  </a:lnTo>
                  <a:lnTo>
                    <a:pt x="98679" y="106680"/>
                  </a:lnTo>
                  <a:lnTo>
                    <a:pt x="98361" y="106680"/>
                  </a:lnTo>
                  <a:lnTo>
                    <a:pt x="98361" y="105410"/>
                  </a:lnTo>
                  <a:lnTo>
                    <a:pt x="101587" y="105410"/>
                  </a:lnTo>
                  <a:lnTo>
                    <a:pt x="101587" y="106680"/>
                  </a:lnTo>
                  <a:lnTo>
                    <a:pt x="101714" y="106680"/>
                  </a:lnTo>
                  <a:lnTo>
                    <a:pt x="101714" y="105410"/>
                  </a:lnTo>
                  <a:lnTo>
                    <a:pt x="102323" y="105410"/>
                  </a:lnTo>
                  <a:lnTo>
                    <a:pt x="102323" y="102870"/>
                  </a:lnTo>
                  <a:lnTo>
                    <a:pt x="102019" y="102870"/>
                  </a:lnTo>
                  <a:lnTo>
                    <a:pt x="102019" y="101600"/>
                  </a:lnTo>
                  <a:lnTo>
                    <a:pt x="104216" y="101600"/>
                  </a:lnTo>
                  <a:lnTo>
                    <a:pt x="104216" y="102870"/>
                  </a:lnTo>
                  <a:lnTo>
                    <a:pt x="105524" y="102870"/>
                  </a:lnTo>
                  <a:lnTo>
                    <a:pt x="105524" y="101600"/>
                  </a:lnTo>
                  <a:lnTo>
                    <a:pt x="105676" y="101600"/>
                  </a:lnTo>
                  <a:lnTo>
                    <a:pt x="105676" y="99060"/>
                  </a:lnTo>
                  <a:lnTo>
                    <a:pt x="105854" y="99060"/>
                  </a:lnTo>
                  <a:lnTo>
                    <a:pt x="105854" y="97790"/>
                  </a:lnTo>
                  <a:lnTo>
                    <a:pt x="107175" y="97790"/>
                  </a:lnTo>
                  <a:lnTo>
                    <a:pt x="107175" y="99060"/>
                  </a:lnTo>
                  <a:lnTo>
                    <a:pt x="109423" y="99060"/>
                  </a:lnTo>
                  <a:lnTo>
                    <a:pt x="109423" y="97790"/>
                  </a:lnTo>
                  <a:lnTo>
                    <a:pt x="109080" y="97790"/>
                  </a:lnTo>
                  <a:lnTo>
                    <a:pt x="109080" y="95250"/>
                  </a:lnTo>
                  <a:lnTo>
                    <a:pt x="109639" y="95250"/>
                  </a:lnTo>
                  <a:lnTo>
                    <a:pt x="109639" y="93980"/>
                  </a:lnTo>
                  <a:lnTo>
                    <a:pt x="109816" y="93980"/>
                  </a:lnTo>
                  <a:lnTo>
                    <a:pt x="109816" y="95250"/>
                  </a:lnTo>
                  <a:lnTo>
                    <a:pt x="113030" y="95250"/>
                  </a:lnTo>
                  <a:lnTo>
                    <a:pt x="113030" y="93980"/>
                  </a:lnTo>
                  <a:lnTo>
                    <a:pt x="112852" y="93980"/>
                  </a:lnTo>
                  <a:lnTo>
                    <a:pt x="112852" y="92710"/>
                  </a:lnTo>
                  <a:lnTo>
                    <a:pt x="112661" y="92710"/>
                  </a:lnTo>
                  <a:lnTo>
                    <a:pt x="112661" y="91440"/>
                  </a:lnTo>
                  <a:lnTo>
                    <a:pt x="112598" y="88900"/>
                  </a:lnTo>
                  <a:lnTo>
                    <a:pt x="112496" y="87630"/>
                  </a:lnTo>
                  <a:lnTo>
                    <a:pt x="115100" y="87630"/>
                  </a:lnTo>
                  <a:lnTo>
                    <a:pt x="115100" y="88900"/>
                  </a:lnTo>
                  <a:lnTo>
                    <a:pt x="116103" y="88900"/>
                  </a:lnTo>
                  <a:lnTo>
                    <a:pt x="116103" y="87630"/>
                  </a:lnTo>
                  <a:lnTo>
                    <a:pt x="116357" y="87630"/>
                  </a:lnTo>
                  <a:lnTo>
                    <a:pt x="116357" y="85090"/>
                  </a:lnTo>
                  <a:lnTo>
                    <a:pt x="116205" y="85090"/>
                  </a:lnTo>
                  <a:lnTo>
                    <a:pt x="116205" y="83820"/>
                  </a:lnTo>
                  <a:lnTo>
                    <a:pt x="116027" y="83820"/>
                  </a:lnTo>
                  <a:lnTo>
                    <a:pt x="116027" y="81280"/>
                  </a:lnTo>
                  <a:lnTo>
                    <a:pt x="119811" y="81280"/>
                  </a:lnTo>
                  <a:lnTo>
                    <a:pt x="119811" y="80010"/>
                  </a:lnTo>
                  <a:lnTo>
                    <a:pt x="119849" y="78740"/>
                  </a:lnTo>
                  <a:lnTo>
                    <a:pt x="119710" y="78740"/>
                  </a:lnTo>
                  <a:lnTo>
                    <a:pt x="119710" y="76200"/>
                  </a:lnTo>
                  <a:lnTo>
                    <a:pt x="119710" y="44450"/>
                  </a:lnTo>
                  <a:lnTo>
                    <a:pt x="119837" y="44450"/>
                  </a:lnTo>
                  <a:lnTo>
                    <a:pt x="119837" y="41910"/>
                  </a:lnTo>
                  <a:lnTo>
                    <a:pt x="120167" y="41910"/>
                  </a:lnTo>
                  <a:lnTo>
                    <a:pt x="120167" y="406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7376788" y="8745295"/>
              <a:ext cx="78105" cy="13970"/>
            </a:xfrm>
            <a:custGeom>
              <a:avLst/>
              <a:gdLst/>
              <a:ahLst/>
              <a:cxnLst/>
              <a:rect l="l" t="t" r="r" b="b"/>
              <a:pathLst>
                <a:path w="78105" h="13970">
                  <a:moveTo>
                    <a:pt x="78041" y="1270"/>
                  </a:moveTo>
                  <a:lnTo>
                    <a:pt x="77546" y="1270"/>
                  </a:lnTo>
                  <a:lnTo>
                    <a:pt x="77546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4000" y="2540"/>
                  </a:lnTo>
                  <a:lnTo>
                    <a:pt x="4000" y="5080"/>
                  </a:lnTo>
                  <a:lnTo>
                    <a:pt x="3556" y="5080"/>
                  </a:lnTo>
                  <a:lnTo>
                    <a:pt x="3556" y="6350"/>
                  </a:lnTo>
                  <a:lnTo>
                    <a:pt x="9639" y="6350"/>
                  </a:lnTo>
                  <a:lnTo>
                    <a:pt x="9639" y="5080"/>
                  </a:lnTo>
                  <a:lnTo>
                    <a:pt x="10668" y="5080"/>
                  </a:lnTo>
                  <a:lnTo>
                    <a:pt x="10668" y="6350"/>
                  </a:lnTo>
                  <a:lnTo>
                    <a:pt x="10883" y="6350"/>
                  </a:lnTo>
                  <a:lnTo>
                    <a:pt x="10883" y="8890"/>
                  </a:lnTo>
                  <a:lnTo>
                    <a:pt x="11061" y="8890"/>
                  </a:lnTo>
                  <a:lnTo>
                    <a:pt x="11061" y="10160"/>
                  </a:lnTo>
                  <a:lnTo>
                    <a:pt x="12915" y="10160"/>
                  </a:lnTo>
                  <a:lnTo>
                    <a:pt x="12915" y="8890"/>
                  </a:lnTo>
                  <a:lnTo>
                    <a:pt x="17983" y="8890"/>
                  </a:lnTo>
                  <a:lnTo>
                    <a:pt x="17983" y="10160"/>
                  </a:lnTo>
                  <a:lnTo>
                    <a:pt x="17843" y="10160"/>
                  </a:lnTo>
                  <a:lnTo>
                    <a:pt x="17843" y="12700"/>
                  </a:lnTo>
                  <a:lnTo>
                    <a:pt x="57251" y="12700"/>
                  </a:lnTo>
                  <a:lnTo>
                    <a:pt x="57251" y="13970"/>
                  </a:lnTo>
                  <a:lnTo>
                    <a:pt x="58483" y="13970"/>
                  </a:lnTo>
                  <a:lnTo>
                    <a:pt x="58483" y="12700"/>
                  </a:lnTo>
                  <a:lnTo>
                    <a:pt x="60032" y="12700"/>
                  </a:lnTo>
                  <a:lnTo>
                    <a:pt x="60032" y="10160"/>
                  </a:lnTo>
                  <a:lnTo>
                    <a:pt x="59893" y="10160"/>
                  </a:lnTo>
                  <a:lnTo>
                    <a:pt x="59893" y="8890"/>
                  </a:lnTo>
                  <a:lnTo>
                    <a:pt x="62001" y="8890"/>
                  </a:lnTo>
                  <a:lnTo>
                    <a:pt x="62001" y="10160"/>
                  </a:lnTo>
                  <a:lnTo>
                    <a:pt x="63360" y="10160"/>
                  </a:lnTo>
                  <a:lnTo>
                    <a:pt x="63360" y="8890"/>
                  </a:lnTo>
                  <a:lnTo>
                    <a:pt x="65392" y="8890"/>
                  </a:lnTo>
                  <a:lnTo>
                    <a:pt x="65392" y="10160"/>
                  </a:lnTo>
                  <a:lnTo>
                    <a:pt x="66878" y="10160"/>
                  </a:lnTo>
                  <a:lnTo>
                    <a:pt x="66878" y="8890"/>
                  </a:lnTo>
                  <a:lnTo>
                    <a:pt x="66992" y="6350"/>
                  </a:lnTo>
                  <a:lnTo>
                    <a:pt x="67221" y="6350"/>
                  </a:lnTo>
                  <a:lnTo>
                    <a:pt x="67221" y="5080"/>
                  </a:lnTo>
                  <a:lnTo>
                    <a:pt x="68376" y="5080"/>
                  </a:lnTo>
                  <a:lnTo>
                    <a:pt x="68376" y="6350"/>
                  </a:lnTo>
                  <a:lnTo>
                    <a:pt x="70840" y="6350"/>
                  </a:lnTo>
                  <a:lnTo>
                    <a:pt x="70840" y="5080"/>
                  </a:lnTo>
                  <a:lnTo>
                    <a:pt x="71882" y="5080"/>
                  </a:lnTo>
                  <a:lnTo>
                    <a:pt x="71882" y="6350"/>
                  </a:lnTo>
                  <a:lnTo>
                    <a:pt x="74345" y="6350"/>
                  </a:lnTo>
                  <a:lnTo>
                    <a:pt x="74345" y="5080"/>
                  </a:lnTo>
                  <a:lnTo>
                    <a:pt x="73888" y="5080"/>
                  </a:lnTo>
                  <a:lnTo>
                    <a:pt x="73888" y="2540"/>
                  </a:lnTo>
                  <a:lnTo>
                    <a:pt x="74536" y="2540"/>
                  </a:lnTo>
                  <a:lnTo>
                    <a:pt x="74536" y="1270"/>
                  </a:lnTo>
                  <a:lnTo>
                    <a:pt x="74739" y="1270"/>
                  </a:lnTo>
                  <a:lnTo>
                    <a:pt x="74739" y="2540"/>
                  </a:lnTo>
                  <a:lnTo>
                    <a:pt x="78041" y="2540"/>
                  </a:lnTo>
                  <a:lnTo>
                    <a:pt x="78041" y="1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158"/>
          <p:cNvSpPr/>
          <p:nvPr/>
        </p:nvSpPr>
        <p:spPr>
          <a:xfrm>
            <a:off x="17565901" y="8638339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2604" y="120643"/>
                </a:moveTo>
                <a:lnTo>
                  <a:pt x="69249" y="119744"/>
                </a:lnTo>
                <a:lnTo>
                  <a:pt x="64060" y="120160"/>
                </a:lnTo>
                <a:lnTo>
                  <a:pt x="60077" y="120226"/>
                </a:lnTo>
                <a:lnTo>
                  <a:pt x="54595" y="119671"/>
                </a:lnTo>
                <a:lnTo>
                  <a:pt x="51943" y="120438"/>
                </a:lnTo>
                <a:lnTo>
                  <a:pt x="49173" y="119744"/>
                </a:lnTo>
                <a:lnTo>
                  <a:pt x="46717" y="120328"/>
                </a:lnTo>
                <a:lnTo>
                  <a:pt x="45979" y="119590"/>
                </a:lnTo>
                <a:lnTo>
                  <a:pt x="46636" y="116499"/>
                </a:lnTo>
                <a:lnTo>
                  <a:pt x="44144" y="115739"/>
                </a:lnTo>
                <a:lnTo>
                  <a:pt x="41447" y="116930"/>
                </a:lnTo>
                <a:lnTo>
                  <a:pt x="38648" y="116236"/>
                </a:lnTo>
                <a:lnTo>
                  <a:pt x="36192" y="116820"/>
                </a:lnTo>
                <a:lnTo>
                  <a:pt x="35374" y="116002"/>
                </a:lnTo>
                <a:lnTo>
                  <a:pt x="36214" y="113086"/>
                </a:lnTo>
                <a:lnTo>
                  <a:pt x="33817" y="111997"/>
                </a:lnTo>
                <a:lnTo>
                  <a:pt x="30711" y="113721"/>
                </a:lnTo>
                <a:lnTo>
                  <a:pt x="28299" y="112691"/>
                </a:lnTo>
                <a:lnTo>
                  <a:pt x="29110" y="109738"/>
                </a:lnTo>
                <a:lnTo>
                  <a:pt x="28182" y="108810"/>
                </a:lnTo>
                <a:lnTo>
                  <a:pt x="25946" y="109768"/>
                </a:lnTo>
                <a:lnTo>
                  <a:pt x="24725" y="109081"/>
                </a:lnTo>
                <a:lnTo>
                  <a:pt x="25675" y="106303"/>
                </a:lnTo>
                <a:lnTo>
                  <a:pt x="24908" y="105529"/>
                </a:lnTo>
                <a:lnTo>
                  <a:pt x="22240" y="105887"/>
                </a:lnTo>
                <a:lnTo>
                  <a:pt x="21180" y="105836"/>
                </a:lnTo>
                <a:lnTo>
                  <a:pt x="18608" y="106208"/>
                </a:lnTo>
                <a:lnTo>
                  <a:pt x="17636" y="105324"/>
                </a:lnTo>
                <a:lnTo>
                  <a:pt x="18798" y="102927"/>
                </a:lnTo>
                <a:lnTo>
                  <a:pt x="17738" y="101867"/>
                </a:lnTo>
                <a:lnTo>
                  <a:pt x="15092" y="102919"/>
                </a:lnTo>
                <a:lnTo>
                  <a:pt x="14179" y="101545"/>
                </a:lnTo>
                <a:lnTo>
                  <a:pt x="15246" y="99674"/>
                </a:lnTo>
                <a:lnTo>
                  <a:pt x="14266" y="98147"/>
                </a:lnTo>
                <a:lnTo>
                  <a:pt x="15304" y="95925"/>
                </a:lnTo>
                <a:lnTo>
                  <a:pt x="14244" y="94865"/>
                </a:lnTo>
                <a:lnTo>
                  <a:pt x="11569" y="95896"/>
                </a:lnTo>
                <a:lnTo>
                  <a:pt x="10758" y="94639"/>
                </a:lnTo>
                <a:lnTo>
                  <a:pt x="11796" y="92417"/>
                </a:lnTo>
                <a:lnTo>
                  <a:pt x="10722" y="91350"/>
                </a:lnTo>
                <a:lnTo>
                  <a:pt x="8076" y="92402"/>
                </a:lnTo>
                <a:lnTo>
                  <a:pt x="7162" y="91028"/>
                </a:lnTo>
                <a:lnTo>
                  <a:pt x="8229" y="89157"/>
                </a:lnTo>
                <a:lnTo>
                  <a:pt x="7250" y="87630"/>
                </a:lnTo>
                <a:lnTo>
                  <a:pt x="8288" y="85408"/>
                </a:lnTo>
                <a:lnTo>
                  <a:pt x="7367" y="84480"/>
                </a:lnTo>
                <a:lnTo>
                  <a:pt x="4356" y="85233"/>
                </a:lnTo>
                <a:lnTo>
                  <a:pt x="3040" y="81790"/>
                </a:lnTo>
                <a:lnTo>
                  <a:pt x="5474" y="77274"/>
                </a:lnTo>
                <a:lnTo>
                  <a:pt x="4005" y="73860"/>
                </a:lnTo>
                <a:lnTo>
                  <a:pt x="1052" y="74664"/>
                </a:lnTo>
                <a:lnTo>
                  <a:pt x="314" y="73926"/>
                </a:lnTo>
                <a:lnTo>
                  <a:pt x="767" y="71361"/>
                </a:lnTo>
                <a:lnTo>
                  <a:pt x="204" y="67480"/>
                </a:lnTo>
                <a:lnTo>
                  <a:pt x="687" y="63621"/>
                </a:lnTo>
                <a:lnTo>
                  <a:pt x="687" y="57957"/>
                </a:lnTo>
                <a:lnTo>
                  <a:pt x="504" y="55552"/>
                </a:lnTo>
                <a:lnTo>
                  <a:pt x="767" y="52241"/>
                </a:lnTo>
                <a:lnTo>
                  <a:pt x="0" y="46797"/>
                </a:lnTo>
                <a:lnTo>
                  <a:pt x="986" y="45992"/>
                </a:lnTo>
                <a:lnTo>
                  <a:pt x="4114" y="46533"/>
                </a:lnTo>
                <a:lnTo>
                  <a:pt x="4736" y="44253"/>
                </a:lnTo>
                <a:lnTo>
                  <a:pt x="4195" y="41286"/>
                </a:lnTo>
                <a:lnTo>
                  <a:pt x="4195" y="38370"/>
                </a:lnTo>
                <a:lnTo>
                  <a:pt x="3866" y="36477"/>
                </a:lnTo>
                <a:lnTo>
                  <a:pt x="4385" y="35263"/>
                </a:lnTo>
                <a:lnTo>
                  <a:pt x="7330" y="36082"/>
                </a:lnTo>
                <a:lnTo>
                  <a:pt x="8288" y="35125"/>
                </a:lnTo>
                <a:lnTo>
                  <a:pt x="7235" y="32903"/>
                </a:lnTo>
                <a:lnTo>
                  <a:pt x="8171" y="31500"/>
                </a:lnTo>
                <a:lnTo>
                  <a:pt x="7118" y="29278"/>
                </a:lnTo>
                <a:lnTo>
                  <a:pt x="8171" y="28225"/>
                </a:lnTo>
                <a:lnTo>
                  <a:pt x="10875" y="29234"/>
                </a:lnTo>
                <a:lnTo>
                  <a:pt x="11657" y="27984"/>
                </a:lnTo>
                <a:lnTo>
                  <a:pt x="10634" y="25762"/>
                </a:lnTo>
                <a:lnTo>
                  <a:pt x="11584" y="24819"/>
                </a:lnTo>
                <a:lnTo>
                  <a:pt x="14529" y="25623"/>
                </a:lnTo>
                <a:lnTo>
                  <a:pt x="15370" y="23665"/>
                </a:lnTo>
                <a:lnTo>
                  <a:pt x="13638" y="19331"/>
                </a:lnTo>
                <a:lnTo>
                  <a:pt x="15275" y="17577"/>
                </a:lnTo>
                <a:lnTo>
                  <a:pt x="17658" y="18739"/>
                </a:lnTo>
                <a:lnTo>
                  <a:pt x="18717" y="17679"/>
                </a:lnTo>
                <a:lnTo>
                  <a:pt x="17665" y="15033"/>
                </a:lnTo>
                <a:lnTo>
                  <a:pt x="19046" y="14112"/>
                </a:lnTo>
                <a:lnTo>
                  <a:pt x="20873" y="15136"/>
                </a:lnTo>
                <a:lnTo>
                  <a:pt x="22445" y="14266"/>
                </a:lnTo>
                <a:lnTo>
                  <a:pt x="24681" y="15216"/>
                </a:lnTo>
                <a:lnTo>
                  <a:pt x="25726" y="14171"/>
                </a:lnTo>
                <a:lnTo>
                  <a:pt x="24674" y="11525"/>
                </a:lnTo>
                <a:lnTo>
                  <a:pt x="26055" y="10611"/>
                </a:lnTo>
                <a:lnTo>
                  <a:pt x="27912" y="11671"/>
                </a:lnTo>
                <a:lnTo>
                  <a:pt x="29293" y="10816"/>
                </a:lnTo>
                <a:lnTo>
                  <a:pt x="28270" y="8119"/>
                </a:lnTo>
                <a:lnTo>
                  <a:pt x="29074" y="7315"/>
                </a:lnTo>
                <a:lnTo>
                  <a:pt x="31741" y="7673"/>
                </a:lnTo>
                <a:lnTo>
                  <a:pt x="33042" y="7608"/>
                </a:lnTo>
                <a:lnTo>
                  <a:pt x="35074" y="8024"/>
                </a:lnTo>
                <a:lnTo>
                  <a:pt x="36266" y="7366"/>
                </a:lnTo>
                <a:lnTo>
                  <a:pt x="35316" y="4575"/>
                </a:lnTo>
                <a:lnTo>
                  <a:pt x="36222" y="3676"/>
                </a:lnTo>
                <a:lnTo>
                  <a:pt x="38597" y="4370"/>
                </a:lnTo>
                <a:lnTo>
                  <a:pt x="40147" y="3844"/>
                </a:lnTo>
                <a:lnTo>
                  <a:pt x="41828" y="4143"/>
                </a:lnTo>
                <a:lnTo>
                  <a:pt x="43794" y="4143"/>
                </a:lnTo>
                <a:lnTo>
                  <a:pt x="45255" y="4363"/>
                </a:lnTo>
                <a:lnTo>
                  <a:pt x="46285" y="4143"/>
                </a:lnTo>
                <a:lnTo>
                  <a:pt x="46577" y="4078"/>
                </a:lnTo>
                <a:lnTo>
                  <a:pt x="46022" y="898"/>
                </a:lnTo>
                <a:lnTo>
                  <a:pt x="46643" y="277"/>
                </a:lnTo>
                <a:lnTo>
                  <a:pt x="49245" y="701"/>
                </a:lnTo>
                <a:lnTo>
                  <a:pt x="54332" y="124"/>
                </a:lnTo>
                <a:lnTo>
                  <a:pt x="59251" y="635"/>
                </a:lnTo>
                <a:lnTo>
                  <a:pt x="67042" y="635"/>
                </a:lnTo>
                <a:lnTo>
                  <a:pt x="71208" y="0"/>
                </a:lnTo>
                <a:lnTo>
                  <a:pt x="74628" y="694"/>
                </a:lnTo>
                <a:lnTo>
                  <a:pt x="74102" y="3895"/>
                </a:lnTo>
                <a:lnTo>
                  <a:pt x="74679" y="4480"/>
                </a:lnTo>
                <a:lnTo>
                  <a:pt x="77347" y="4122"/>
                </a:lnTo>
                <a:lnTo>
                  <a:pt x="78787" y="4195"/>
                </a:lnTo>
                <a:lnTo>
                  <a:pt x="80511" y="3800"/>
                </a:lnTo>
                <a:lnTo>
                  <a:pt x="82054" y="4421"/>
                </a:lnTo>
                <a:lnTo>
                  <a:pt x="84378" y="3647"/>
                </a:lnTo>
                <a:lnTo>
                  <a:pt x="85364" y="4633"/>
                </a:lnTo>
                <a:lnTo>
                  <a:pt x="84312" y="7279"/>
                </a:lnTo>
                <a:lnTo>
                  <a:pt x="85686" y="8192"/>
                </a:lnTo>
                <a:lnTo>
                  <a:pt x="87506" y="7206"/>
                </a:lnTo>
                <a:lnTo>
                  <a:pt x="89092" y="8002"/>
                </a:lnTo>
                <a:lnTo>
                  <a:pt x="91350" y="7111"/>
                </a:lnTo>
                <a:lnTo>
                  <a:pt x="92381" y="8141"/>
                </a:lnTo>
                <a:lnTo>
                  <a:pt x="91329" y="10787"/>
                </a:lnTo>
                <a:lnTo>
                  <a:pt x="92702" y="11693"/>
                </a:lnTo>
                <a:lnTo>
                  <a:pt x="94581" y="10626"/>
                </a:lnTo>
                <a:lnTo>
                  <a:pt x="95955" y="11511"/>
                </a:lnTo>
                <a:lnTo>
                  <a:pt x="94917" y="14178"/>
                </a:lnTo>
                <a:lnTo>
                  <a:pt x="95729" y="14989"/>
                </a:lnTo>
                <a:lnTo>
                  <a:pt x="98396" y="14631"/>
                </a:lnTo>
                <a:lnTo>
                  <a:pt x="99463" y="14690"/>
                </a:lnTo>
                <a:lnTo>
                  <a:pt x="102036" y="14310"/>
                </a:lnTo>
                <a:lnTo>
                  <a:pt x="103015" y="15194"/>
                </a:lnTo>
                <a:lnTo>
                  <a:pt x="101846" y="17599"/>
                </a:lnTo>
                <a:lnTo>
                  <a:pt x="102906" y="18658"/>
                </a:lnTo>
                <a:lnTo>
                  <a:pt x="105551" y="17606"/>
                </a:lnTo>
                <a:lnTo>
                  <a:pt x="106465" y="18980"/>
                </a:lnTo>
                <a:lnTo>
                  <a:pt x="105398" y="20851"/>
                </a:lnTo>
                <a:lnTo>
                  <a:pt x="106377" y="22378"/>
                </a:lnTo>
                <a:lnTo>
                  <a:pt x="105347" y="24600"/>
                </a:lnTo>
                <a:lnTo>
                  <a:pt x="106407" y="25660"/>
                </a:lnTo>
                <a:lnTo>
                  <a:pt x="109082" y="24629"/>
                </a:lnTo>
                <a:lnTo>
                  <a:pt x="109886" y="25886"/>
                </a:lnTo>
                <a:lnTo>
                  <a:pt x="108848" y="28108"/>
                </a:lnTo>
                <a:lnTo>
                  <a:pt x="109922" y="29183"/>
                </a:lnTo>
                <a:lnTo>
                  <a:pt x="112568" y="28130"/>
                </a:lnTo>
                <a:lnTo>
                  <a:pt x="113474" y="29504"/>
                </a:lnTo>
                <a:lnTo>
                  <a:pt x="112407" y="31375"/>
                </a:lnTo>
                <a:lnTo>
                  <a:pt x="113386" y="32903"/>
                </a:lnTo>
                <a:lnTo>
                  <a:pt x="112356" y="35132"/>
                </a:lnTo>
                <a:lnTo>
                  <a:pt x="113306" y="36082"/>
                </a:lnTo>
                <a:lnTo>
                  <a:pt x="116251" y="35263"/>
                </a:lnTo>
                <a:lnTo>
                  <a:pt x="117136" y="37310"/>
                </a:lnTo>
                <a:lnTo>
                  <a:pt x="116441" y="40949"/>
                </a:lnTo>
                <a:lnTo>
                  <a:pt x="116441" y="43734"/>
                </a:lnTo>
                <a:lnTo>
                  <a:pt x="116178" y="45262"/>
                </a:lnTo>
                <a:lnTo>
                  <a:pt x="116529" y="46563"/>
                </a:lnTo>
                <a:lnTo>
                  <a:pt x="119665" y="45949"/>
                </a:lnTo>
                <a:lnTo>
                  <a:pt x="120279" y="46563"/>
                </a:lnTo>
                <a:lnTo>
                  <a:pt x="119921" y="49230"/>
                </a:lnTo>
                <a:lnTo>
                  <a:pt x="120396" y="59309"/>
                </a:lnTo>
                <a:lnTo>
                  <a:pt x="119723" y="65989"/>
                </a:lnTo>
                <a:lnTo>
                  <a:pt x="120483" y="68642"/>
                </a:lnTo>
                <a:lnTo>
                  <a:pt x="119789" y="71412"/>
                </a:lnTo>
                <a:lnTo>
                  <a:pt x="120374" y="73868"/>
                </a:lnTo>
                <a:lnTo>
                  <a:pt x="119643" y="74606"/>
                </a:lnTo>
                <a:lnTo>
                  <a:pt x="116544" y="73948"/>
                </a:lnTo>
                <a:lnTo>
                  <a:pt x="115791" y="76440"/>
                </a:lnTo>
                <a:lnTo>
                  <a:pt x="116982" y="79137"/>
                </a:lnTo>
                <a:lnTo>
                  <a:pt x="116288" y="81936"/>
                </a:lnTo>
                <a:lnTo>
                  <a:pt x="116873" y="84392"/>
                </a:lnTo>
                <a:lnTo>
                  <a:pt x="116054" y="85211"/>
                </a:lnTo>
                <a:lnTo>
                  <a:pt x="113138" y="84370"/>
                </a:lnTo>
                <a:lnTo>
                  <a:pt x="112049" y="86767"/>
                </a:lnTo>
                <a:lnTo>
                  <a:pt x="113781" y="89873"/>
                </a:lnTo>
                <a:lnTo>
                  <a:pt x="112751" y="92285"/>
                </a:lnTo>
                <a:lnTo>
                  <a:pt x="109798" y="91474"/>
                </a:lnTo>
                <a:lnTo>
                  <a:pt x="108870" y="92402"/>
                </a:lnTo>
                <a:lnTo>
                  <a:pt x="109827" y="94639"/>
                </a:lnTo>
                <a:lnTo>
                  <a:pt x="109140" y="95859"/>
                </a:lnTo>
                <a:lnTo>
                  <a:pt x="106363" y="94909"/>
                </a:lnTo>
                <a:lnTo>
                  <a:pt x="105595" y="95677"/>
                </a:lnTo>
                <a:lnTo>
                  <a:pt x="105953" y="98344"/>
                </a:lnTo>
                <a:lnTo>
                  <a:pt x="105895" y="99404"/>
                </a:lnTo>
                <a:lnTo>
                  <a:pt x="106275" y="101977"/>
                </a:lnTo>
                <a:lnTo>
                  <a:pt x="105383" y="102949"/>
                </a:lnTo>
                <a:lnTo>
                  <a:pt x="102986" y="101786"/>
                </a:lnTo>
                <a:lnTo>
                  <a:pt x="102051" y="102722"/>
                </a:lnTo>
                <a:lnTo>
                  <a:pt x="102862" y="105675"/>
                </a:lnTo>
                <a:lnTo>
                  <a:pt x="100618" y="106632"/>
                </a:lnTo>
                <a:lnTo>
                  <a:pt x="97008" y="104798"/>
                </a:lnTo>
                <a:lnTo>
                  <a:pt x="94837" y="106237"/>
                </a:lnTo>
                <a:lnTo>
                  <a:pt x="95889" y="108883"/>
                </a:lnTo>
                <a:lnTo>
                  <a:pt x="94815" y="109958"/>
                </a:lnTo>
                <a:lnTo>
                  <a:pt x="92476" y="108788"/>
                </a:lnTo>
                <a:lnTo>
                  <a:pt x="91307" y="109958"/>
                </a:lnTo>
                <a:lnTo>
                  <a:pt x="92476" y="112296"/>
                </a:lnTo>
                <a:lnTo>
                  <a:pt x="91351" y="113422"/>
                </a:lnTo>
                <a:lnTo>
                  <a:pt x="89092" y="112530"/>
                </a:lnTo>
                <a:lnTo>
                  <a:pt x="87674" y="113232"/>
                </a:lnTo>
                <a:lnTo>
                  <a:pt x="85416" y="112340"/>
                </a:lnTo>
                <a:lnTo>
                  <a:pt x="84510" y="113246"/>
                </a:lnTo>
                <a:lnTo>
                  <a:pt x="85321" y="116199"/>
                </a:lnTo>
                <a:lnTo>
                  <a:pt x="82894" y="117237"/>
                </a:lnTo>
                <a:lnTo>
                  <a:pt x="79891" y="115644"/>
                </a:lnTo>
                <a:lnTo>
                  <a:pt x="77186" y="116630"/>
                </a:lnTo>
                <a:lnTo>
                  <a:pt x="74833" y="115907"/>
                </a:lnTo>
                <a:lnTo>
                  <a:pt x="73985" y="116754"/>
                </a:lnTo>
                <a:lnTo>
                  <a:pt x="74789" y="119707"/>
                </a:lnTo>
                <a:lnTo>
                  <a:pt x="72604" y="1206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16516959" y="8641752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55267" y="113466"/>
                </a:moveTo>
                <a:lnTo>
                  <a:pt x="52687" y="112822"/>
                </a:lnTo>
                <a:lnTo>
                  <a:pt x="50232" y="113407"/>
                </a:lnTo>
                <a:lnTo>
                  <a:pt x="49552" y="112727"/>
                </a:lnTo>
                <a:lnTo>
                  <a:pt x="50078" y="109519"/>
                </a:lnTo>
                <a:lnTo>
                  <a:pt x="47666" y="109037"/>
                </a:lnTo>
                <a:lnTo>
                  <a:pt x="44962" y="109468"/>
                </a:lnTo>
                <a:lnTo>
                  <a:pt x="40862" y="109468"/>
                </a:lnTo>
                <a:lnTo>
                  <a:pt x="37558" y="110104"/>
                </a:lnTo>
                <a:lnTo>
                  <a:pt x="35380" y="109329"/>
                </a:lnTo>
                <a:lnTo>
                  <a:pt x="36089" y="106289"/>
                </a:lnTo>
                <a:lnTo>
                  <a:pt x="35183" y="105375"/>
                </a:lnTo>
                <a:lnTo>
                  <a:pt x="32961" y="106427"/>
                </a:lnTo>
                <a:lnTo>
                  <a:pt x="31558" y="105492"/>
                </a:lnTo>
                <a:lnTo>
                  <a:pt x="29336" y="106544"/>
                </a:lnTo>
                <a:lnTo>
                  <a:pt x="28320" y="105528"/>
                </a:lnTo>
                <a:lnTo>
                  <a:pt x="29263" y="102722"/>
                </a:lnTo>
                <a:lnTo>
                  <a:pt x="26932" y="101465"/>
                </a:lnTo>
                <a:lnTo>
                  <a:pt x="23650" y="103270"/>
                </a:lnTo>
                <a:lnTo>
                  <a:pt x="21297" y="102262"/>
                </a:lnTo>
                <a:lnTo>
                  <a:pt x="22108" y="99309"/>
                </a:lnTo>
                <a:lnTo>
                  <a:pt x="21143" y="98344"/>
                </a:lnTo>
                <a:lnTo>
                  <a:pt x="18856" y="99506"/>
                </a:lnTo>
                <a:lnTo>
                  <a:pt x="17635" y="98403"/>
                </a:lnTo>
                <a:lnTo>
                  <a:pt x="18804" y="96006"/>
                </a:lnTo>
                <a:lnTo>
                  <a:pt x="17745" y="94946"/>
                </a:lnTo>
                <a:lnTo>
                  <a:pt x="15099" y="95998"/>
                </a:lnTo>
                <a:lnTo>
                  <a:pt x="14222" y="94675"/>
                </a:lnTo>
                <a:lnTo>
                  <a:pt x="15311" y="92622"/>
                </a:lnTo>
                <a:lnTo>
                  <a:pt x="14229" y="91335"/>
                </a:lnTo>
                <a:lnTo>
                  <a:pt x="11774" y="92490"/>
                </a:lnTo>
                <a:lnTo>
                  <a:pt x="10641" y="91357"/>
                </a:lnTo>
                <a:lnTo>
                  <a:pt x="11657" y="89135"/>
                </a:lnTo>
                <a:lnTo>
                  <a:pt x="10780" y="87717"/>
                </a:lnTo>
                <a:lnTo>
                  <a:pt x="11795" y="85496"/>
                </a:lnTo>
                <a:lnTo>
                  <a:pt x="10728" y="84429"/>
                </a:lnTo>
                <a:lnTo>
                  <a:pt x="8083" y="85481"/>
                </a:lnTo>
                <a:lnTo>
                  <a:pt x="7169" y="84107"/>
                </a:lnTo>
                <a:lnTo>
                  <a:pt x="8236" y="82236"/>
                </a:lnTo>
                <a:lnTo>
                  <a:pt x="7257" y="80709"/>
                </a:lnTo>
                <a:lnTo>
                  <a:pt x="8295" y="78487"/>
                </a:lnTo>
                <a:lnTo>
                  <a:pt x="7374" y="77566"/>
                </a:lnTo>
                <a:lnTo>
                  <a:pt x="4348" y="78304"/>
                </a:lnTo>
                <a:lnTo>
                  <a:pt x="3559" y="76141"/>
                </a:lnTo>
                <a:lnTo>
                  <a:pt x="4202" y="72779"/>
                </a:lnTo>
                <a:lnTo>
                  <a:pt x="4202" y="68803"/>
                </a:lnTo>
                <a:lnTo>
                  <a:pt x="4728" y="65872"/>
                </a:lnTo>
                <a:lnTo>
                  <a:pt x="4122" y="63548"/>
                </a:lnTo>
                <a:lnTo>
                  <a:pt x="979" y="64154"/>
                </a:lnTo>
                <a:lnTo>
                  <a:pt x="365" y="63541"/>
                </a:lnTo>
                <a:lnTo>
                  <a:pt x="723" y="60873"/>
                </a:lnTo>
                <a:lnTo>
                  <a:pt x="694" y="55063"/>
                </a:lnTo>
                <a:lnTo>
                  <a:pt x="0" y="51459"/>
                </a:lnTo>
                <a:lnTo>
                  <a:pt x="884" y="49398"/>
                </a:lnTo>
                <a:lnTo>
                  <a:pt x="3837" y="50202"/>
                </a:lnTo>
                <a:lnTo>
                  <a:pt x="4597" y="49442"/>
                </a:lnTo>
                <a:lnTo>
                  <a:pt x="4100" y="46914"/>
                </a:lnTo>
                <a:lnTo>
                  <a:pt x="4582" y="44151"/>
                </a:lnTo>
                <a:lnTo>
                  <a:pt x="4202" y="41527"/>
                </a:lnTo>
                <a:lnTo>
                  <a:pt x="4202" y="38377"/>
                </a:lnTo>
                <a:lnTo>
                  <a:pt x="3895" y="36689"/>
                </a:lnTo>
                <a:lnTo>
                  <a:pt x="4334" y="35424"/>
                </a:lnTo>
                <a:lnTo>
                  <a:pt x="7389" y="36126"/>
                </a:lnTo>
                <a:lnTo>
                  <a:pt x="8046" y="35476"/>
                </a:lnTo>
                <a:lnTo>
                  <a:pt x="7688" y="32808"/>
                </a:lnTo>
                <a:lnTo>
                  <a:pt x="7754" y="31434"/>
                </a:lnTo>
                <a:lnTo>
                  <a:pt x="7345" y="29556"/>
                </a:lnTo>
                <a:lnTo>
                  <a:pt x="7937" y="28320"/>
                </a:lnTo>
                <a:lnTo>
                  <a:pt x="10824" y="29183"/>
                </a:lnTo>
                <a:lnTo>
                  <a:pt x="11554" y="28459"/>
                </a:lnTo>
                <a:lnTo>
                  <a:pt x="11196" y="25792"/>
                </a:lnTo>
                <a:lnTo>
                  <a:pt x="11255" y="24637"/>
                </a:lnTo>
                <a:lnTo>
                  <a:pt x="10853" y="22269"/>
                </a:lnTo>
                <a:lnTo>
                  <a:pt x="11649" y="21187"/>
                </a:lnTo>
                <a:lnTo>
                  <a:pt x="14207" y="22291"/>
                </a:lnTo>
                <a:lnTo>
                  <a:pt x="15216" y="21282"/>
                </a:lnTo>
                <a:lnTo>
                  <a:pt x="14164" y="18637"/>
                </a:lnTo>
                <a:lnTo>
                  <a:pt x="15428" y="17796"/>
                </a:lnTo>
                <a:lnTo>
                  <a:pt x="17650" y="18849"/>
                </a:lnTo>
                <a:lnTo>
                  <a:pt x="18819" y="17679"/>
                </a:lnTo>
                <a:lnTo>
                  <a:pt x="17650" y="15340"/>
                </a:lnTo>
                <a:lnTo>
                  <a:pt x="18724" y="14266"/>
                </a:lnTo>
                <a:lnTo>
                  <a:pt x="21370" y="15318"/>
                </a:lnTo>
                <a:lnTo>
                  <a:pt x="22101" y="14215"/>
                </a:lnTo>
                <a:lnTo>
                  <a:pt x="21231" y="11591"/>
                </a:lnTo>
                <a:lnTo>
                  <a:pt x="23007" y="10378"/>
                </a:lnTo>
                <a:lnTo>
                  <a:pt x="27816" y="12388"/>
                </a:lnTo>
                <a:lnTo>
                  <a:pt x="29088" y="10831"/>
                </a:lnTo>
                <a:lnTo>
                  <a:pt x="28313" y="7944"/>
                </a:lnTo>
                <a:lnTo>
                  <a:pt x="30031" y="7140"/>
                </a:lnTo>
                <a:lnTo>
                  <a:pt x="34935" y="8763"/>
                </a:lnTo>
                <a:lnTo>
                  <a:pt x="36016" y="7432"/>
                </a:lnTo>
                <a:lnTo>
                  <a:pt x="35454" y="4326"/>
                </a:lnTo>
                <a:lnTo>
                  <a:pt x="37719" y="3676"/>
                </a:lnTo>
                <a:lnTo>
                  <a:pt x="40745" y="4239"/>
                </a:lnTo>
                <a:lnTo>
                  <a:pt x="45050" y="4239"/>
                </a:lnTo>
                <a:lnTo>
                  <a:pt x="47535" y="4531"/>
                </a:lnTo>
                <a:lnTo>
                  <a:pt x="49800" y="4239"/>
                </a:lnTo>
                <a:lnTo>
                  <a:pt x="50027" y="4209"/>
                </a:lnTo>
                <a:lnTo>
                  <a:pt x="49581" y="950"/>
                </a:lnTo>
                <a:lnTo>
                  <a:pt x="50100" y="431"/>
                </a:lnTo>
                <a:lnTo>
                  <a:pt x="54449" y="760"/>
                </a:lnTo>
                <a:lnTo>
                  <a:pt x="55684" y="584"/>
                </a:lnTo>
                <a:lnTo>
                  <a:pt x="57876" y="869"/>
                </a:lnTo>
                <a:lnTo>
                  <a:pt x="63234" y="0"/>
                </a:lnTo>
                <a:lnTo>
                  <a:pt x="64111" y="1067"/>
                </a:lnTo>
                <a:lnTo>
                  <a:pt x="63482" y="4114"/>
                </a:lnTo>
                <a:lnTo>
                  <a:pt x="64710" y="4538"/>
                </a:lnTo>
                <a:lnTo>
                  <a:pt x="66406" y="4239"/>
                </a:lnTo>
                <a:lnTo>
                  <a:pt x="68328" y="4239"/>
                </a:lnTo>
                <a:lnTo>
                  <a:pt x="69906" y="3961"/>
                </a:lnTo>
                <a:lnTo>
                  <a:pt x="72918" y="4845"/>
                </a:lnTo>
                <a:lnTo>
                  <a:pt x="75899" y="3391"/>
                </a:lnTo>
                <a:lnTo>
                  <a:pt x="78311" y="4421"/>
                </a:lnTo>
                <a:lnTo>
                  <a:pt x="77500" y="7374"/>
                </a:lnTo>
                <a:lnTo>
                  <a:pt x="78384" y="8258"/>
                </a:lnTo>
                <a:lnTo>
                  <a:pt x="80679" y="7432"/>
                </a:lnTo>
                <a:lnTo>
                  <a:pt x="82075" y="8054"/>
                </a:lnTo>
                <a:lnTo>
                  <a:pt x="84363" y="7220"/>
                </a:lnTo>
                <a:lnTo>
                  <a:pt x="85247" y="8112"/>
                </a:lnTo>
                <a:lnTo>
                  <a:pt x="84443" y="11065"/>
                </a:lnTo>
                <a:lnTo>
                  <a:pt x="86680" y="12015"/>
                </a:lnTo>
                <a:lnTo>
                  <a:pt x="90297" y="10180"/>
                </a:lnTo>
                <a:lnTo>
                  <a:pt x="92461" y="11620"/>
                </a:lnTo>
                <a:lnTo>
                  <a:pt x="91408" y="14266"/>
                </a:lnTo>
                <a:lnTo>
                  <a:pt x="92483" y="15340"/>
                </a:lnTo>
                <a:lnTo>
                  <a:pt x="94822" y="14171"/>
                </a:lnTo>
                <a:lnTo>
                  <a:pt x="95991" y="15340"/>
                </a:lnTo>
                <a:lnTo>
                  <a:pt x="94822" y="17679"/>
                </a:lnTo>
                <a:lnTo>
                  <a:pt x="95976" y="18834"/>
                </a:lnTo>
                <a:lnTo>
                  <a:pt x="98381" y="17672"/>
                </a:lnTo>
                <a:lnTo>
                  <a:pt x="99484" y="18885"/>
                </a:lnTo>
                <a:lnTo>
                  <a:pt x="98322" y="21173"/>
                </a:lnTo>
                <a:lnTo>
                  <a:pt x="99287" y="22137"/>
                </a:lnTo>
                <a:lnTo>
                  <a:pt x="102240" y="21326"/>
                </a:lnTo>
                <a:lnTo>
                  <a:pt x="103241" y="23687"/>
                </a:lnTo>
                <a:lnTo>
                  <a:pt x="101443" y="26961"/>
                </a:lnTo>
                <a:lnTo>
                  <a:pt x="102700" y="29292"/>
                </a:lnTo>
                <a:lnTo>
                  <a:pt x="105499" y="28357"/>
                </a:lnTo>
                <a:lnTo>
                  <a:pt x="106515" y="29373"/>
                </a:lnTo>
                <a:lnTo>
                  <a:pt x="105463" y="31595"/>
                </a:lnTo>
                <a:lnTo>
                  <a:pt x="106391" y="32998"/>
                </a:lnTo>
                <a:lnTo>
                  <a:pt x="105346" y="35220"/>
                </a:lnTo>
                <a:lnTo>
                  <a:pt x="106259" y="36133"/>
                </a:lnTo>
                <a:lnTo>
                  <a:pt x="109293" y="35410"/>
                </a:lnTo>
                <a:lnTo>
                  <a:pt x="110075" y="37580"/>
                </a:lnTo>
                <a:lnTo>
                  <a:pt x="109431" y="40913"/>
                </a:lnTo>
                <a:lnTo>
                  <a:pt x="109431" y="43880"/>
                </a:lnTo>
                <a:lnTo>
                  <a:pt x="109212" y="45291"/>
                </a:lnTo>
                <a:lnTo>
                  <a:pt x="109570" y="46935"/>
                </a:lnTo>
                <a:lnTo>
                  <a:pt x="109022" y="49428"/>
                </a:lnTo>
                <a:lnTo>
                  <a:pt x="109921" y="50327"/>
                </a:lnTo>
                <a:lnTo>
                  <a:pt x="112567" y="49274"/>
                </a:lnTo>
                <a:lnTo>
                  <a:pt x="113312" y="50392"/>
                </a:lnTo>
                <a:lnTo>
                  <a:pt x="112910" y="52651"/>
                </a:lnTo>
                <a:lnTo>
                  <a:pt x="113034" y="55369"/>
                </a:lnTo>
                <a:lnTo>
                  <a:pt x="113429" y="58403"/>
                </a:lnTo>
                <a:lnTo>
                  <a:pt x="112786" y="60983"/>
                </a:lnTo>
                <a:lnTo>
                  <a:pt x="113371" y="63438"/>
                </a:lnTo>
                <a:lnTo>
                  <a:pt x="112691" y="64118"/>
                </a:lnTo>
                <a:lnTo>
                  <a:pt x="109482" y="63592"/>
                </a:lnTo>
                <a:lnTo>
                  <a:pt x="109008" y="66004"/>
                </a:lnTo>
                <a:lnTo>
                  <a:pt x="109431" y="68708"/>
                </a:lnTo>
                <a:lnTo>
                  <a:pt x="109431" y="72786"/>
                </a:lnTo>
                <a:lnTo>
                  <a:pt x="110075" y="76133"/>
                </a:lnTo>
                <a:lnTo>
                  <a:pt x="109285" y="78297"/>
                </a:lnTo>
                <a:lnTo>
                  <a:pt x="106259" y="77573"/>
                </a:lnTo>
                <a:lnTo>
                  <a:pt x="105594" y="78231"/>
                </a:lnTo>
                <a:lnTo>
                  <a:pt x="105953" y="80899"/>
                </a:lnTo>
                <a:lnTo>
                  <a:pt x="105887" y="82207"/>
                </a:lnTo>
                <a:lnTo>
                  <a:pt x="106303" y="84239"/>
                </a:lnTo>
                <a:lnTo>
                  <a:pt x="105645" y="85430"/>
                </a:lnTo>
                <a:lnTo>
                  <a:pt x="102854" y="84487"/>
                </a:lnTo>
                <a:lnTo>
                  <a:pt x="101845" y="85496"/>
                </a:lnTo>
                <a:lnTo>
                  <a:pt x="102861" y="87717"/>
                </a:lnTo>
                <a:lnTo>
                  <a:pt x="101984" y="89135"/>
                </a:lnTo>
                <a:lnTo>
                  <a:pt x="103000" y="91357"/>
                </a:lnTo>
                <a:lnTo>
                  <a:pt x="101933" y="92424"/>
                </a:lnTo>
                <a:lnTo>
                  <a:pt x="99287" y="91372"/>
                </a:lnTo>
                <a:lnTo>
                  <a:pt x="98410" y="92695"/>
                </a:lnTo>
                <a:lnTo>
                  <a:pt x="99499" y="94748"/>
                </a:lnTo>
                <a:lnTo>
                  <a:pt x="98417" y="96035"/>
                </a:lnTo>
                <a:lnTo>
                  <a:pt x="95962" y="94880"/>
                </a:lnTo>
                <a:lnTo>
                  <a:pt x="94836" y="96006"/>
                </a:lnTo>
                <a:lnTo>
                  <a:pt x="95998" y="98410"/>
                </a:lnTo>
                <a:lnTo>
                  <a:pt x="94785" y="99506"/>
                </a:lnTo>
                <a:lnTo>
                  <a:pt x="92497" y="98344"/>
                </a:lnTo>
                <a:lnTo>
                  <a:pt x="91533" y="99309"/>
                </a:lnTo>
                <a:lnTo>
                  <a:pt x="92344" y="102262"/>
                </a:lnTo>
                <a:lnTo>
                  <a:pt x="89983" y="103270"/>
                </a:lnTo>
                <a:lnTo>
                  <a:pt x="86709" y="101465"/>
                </a:lnTo>
                <a:lnTo>
                  <a:pt x="84377" y="102722"/>
                </a:lnTo>
                <a:lnTo>
                  <a:pt x="85313" y="105529"/>
                </a:lnTo>
                <a:lnTo>
                  <a:pt x="84297" y="106544"/>
                </a:lnTo>
                <a:lnTo>
                  <a:pt x="82075" y="105492"/>
                </a:lnTo>
                <a:lnTo>
                  <a:pt x="80672" y="106427"/>
                </a:lnTo>
                <a:lnTo>
                  <a:pt x="78450" y="105375"/>
                </a:lnTo>
                <a:lnTo>
                  <a:pt x="77537" y="106289"/>
                </a:lnTo>
                <a:lnTo>
                  <a:pt x="78260" y="109322"/>
                </a:lnTo>
                <a:lnTo>
                  <a:pt x="76090" y="110111"/>
                </a:lnTo>
                <a:lnTo>
                  <a:pt x="72757" y="109468"/>
                </a:lnTo>
                <a:lnTo>
                  <a:pt x="69789" y="109468"/>
                </a:lnTo>
                <a:lnTo>
                  <a:pt x="68379" y="109241"/>
                </a:lnTo>
                <a:lnTo>
                  <a:pt x="66735" y="109599"/>
                </a:lnTo>
                <a:lnTo>
                  <a:pt x="64250" y="109051"/>
                </a:lnTo>
                <a:lnTo>
                  <a:pt x="63343" y="109958"/>
                </a:lnTo>
                <a:lnTo>
                  <a:pt x="64396" y="112603"/>
                </a:lnTo>
                <a:lnTo>
                  <a:pt x="63278" y="113349"/>
                </a:lnTo>
                <a:lnTo>
                  <a:pt x="61019" y="112947"/>
                </a:lnTo>
                <a:lnTo>
                  <a:pt x="58300" y="113071"/>
                </a:lnTo>
                <a:lnTo>
                  <a:pt x="55267" y="113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7779882" y="8641767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71281" y="113641"/>
                </a:moveTo>
                <a:lnTo>
                  <a:pt x="67013" y="112961"/>
                </a:lnTo>
                <a:lnTo>
                  <a:pt x="44159" y="112961"/>
                </a:lnTo>
                <a:lnTo>
                  <a:pt x="41367" y="113429"/>
                </a:lnTo>
                <a:lnTo>
                  <a:pt x="38992" y="112896"/>
                </a:lnTo>
                <a:lnTo>
                  <a:pt x="39547" y="109716"/>
                </a:lnTo>
                <a:lnTo>
                  <a:pt x="38853" y="109022"/>
                </a:lnTo>
                <a:lnTo>
                  <a:pt x="36397" y="109607"/>
                </a:lnTo>
                <a:lnTo>
                  <a:pt x="33803" y="108964"/>
                </a:lnTo>
                <a:lnTo>
                  <a:pt x="30558" y="110352"/>
                </a:lnTo>
                <a:lnTo>
                  <a:pt x="28270" y="109205"/>
                </a:lnTo>
                <a:lnTo>
                  <a:pt x="29169" y="106354"/>
                </a:lnTo>
                <a:lnTo>
                  <a:pt x="28175" y="105361"/>
                </a:lnTo>
                <a:lnTo>
                  <a:pt x="25836" y="106530"/>
                </a:lnTo>
                <a:lnTo>
                  <a:pt x="24667" y="105361"/>
                </a:lnTo>
                <a:lnTo>
                  <a:pt x="25836" y="103022"/>
                </a:lnTo>
                <a:lnTo>
                  <a:pt x="24674" y="101860"/>
                </a:lnTo>
                <a:lnTo>
                  <a:pt x="22452" y="102876"/>
                </a:lnTo>
                <a:lnTo>
                  <a:pt x="21034" y="101999"/>
                </a:lnTo>
                <a:lnTo>
                  <a:pt x="18812" y="103014"/>
                </a:lnTo>
                <a:lnTo>
                  <a:pt x="17745" y="101947"/>
                </a:lnTo>
                <a:lnTo>
                  <a:pt x="18798" y="99302"/>
                </a:lnTo>
                <a:lnTo>
                  <a:pt x="17533" y="98461"/>
                </a:lnTo>
                <a:lnTo>
                  <a:pt x="15312" y="99514"/>
                </a:lnTo>
                <a:lnTo>
                  <a:pt x="14142" y="98344"/>
                </a:lnTo>
                <a:lnTo>
                  <a:pt x="15311" y="96006"/>
                </a:lnTo>
                <a:lnTo>
                  <a:pt x="14361" y="95055"/>
                </a:lnTo>
                <a:lnTo>
                  <a:pt x="11408" y="95867"/>
                </a:lnTo>
                <a:lnTo>
                  <a:pt x="10488" y="93718"/>
                </a:lnTo>
                <a:lnTo>
                  <a:pt x="12307" y="89866"/>
                </a:lnTo>
                <a:lnTo>
                  <a:pt x="10780" y="87820"/>
                </a:lnTo>
                <a:lnTo>
                  <a:pt x="8237" y="88931"/>
                </a:lnTo>
                <a:lnTo>
                  <a:pt x="7221" y="87915"/>
                </a:lnTo>
                <a:lnTo>
                  <a:pt x="8273" y="85269"/>
                </a:lnTo>
                <a:lnTo>
                  <a:pt x="7279" y="84611"/>
                </a:lnTo>
                <a:lnTo>
                  <a:pt x="4407" y="85313"/>
                </a:lnTo>
                <a:lnTo>
                  <a:pt x="3296" y="83106"/>
                </a:lnTo>
                <a:lnTo>
                  <a:pt x="4692" y="79853"/>
                </a:lnTo>
                <a:lnTo>
                  <a:pt x="4049" y="77259"/>
                </a:lnTo>
                <a:lnTo>
                  <a:pt x="4633" y="74803"/>
                </a:lnTo>
                <a:lnTo>
                  <a:pt x="3939" y="74109"/>
                </a:lnTo>
                <a:lnTo>
                  <a:pt x="760" y="74664"/>
                </a:lnTo>
                <a:lnTo>
                  <a:pt x="0" y="71295"/>
                </a:lnTo>
                <a:lnTo>
                  <a:pt x="694" y="67012"/>
                </a:lnTo>
                <a:lnTo>
                  <a:pt x="694" y="44158"/>
                </a:lnTo>
                <a:lnTo>
                  <a:pt x="233" y="41381"/>
                </a:lnTo>
                <a:lnTo>
                  <a:pt x="760" y="38998"/>
                </a:lnTo>
                <a:lnTo>
                  <a:pt x="3939" y="39546"/>
                </a:lnTo>
                <a:lnTo>
                  <a:pt x="4633" y="38859"/>
                </a:lnTo>
                <a:lnTo>
                  <a:pt x="4049" y="36404"/>
                </a:lnTo>
                <a:lnTo>
                  <a:pt x="4699" y="33787"/>
                </a:lnTo>
                <a:lnTo>
                  <a:pt x="3318" y="30608"/>
                </a:lnTo>
                <a:lnTo>
                  <a:pt x="4429" y="28291"/>
                </a:lnTo>
                <a:lnTo>
                  <a:pt x="7308" y="29161"/>
                </a:lnTo>
                <a:lnTo>
                  <a:pt x="8200" y="28277"/>
                </a:lnTo>
                <a:lnTo>
                  <a:pt x="7147" y="25631"/>
                </a:lnTo>
                <a:lnTo>
                  <a:pt x="8112" y="24988"/>
                </a:lnTo>
                <a:lnTo>
                  <a:pt x="11043" y="25645"/>
                </a:lnTo>
                <a:lnTo>
                  <a:pt x="11555" y="24505"/>
                </a:lnTo>
                <a:lnTo>
                  <a:pt x="11218" y="22583"/>
                </a:lnTo>
                <a:lnTo>
                  <a:pt x="11218" y="21187"/>
                </a:lnTo>
                <a:lnTo>
                  <a:pt x="10882" y="18644"/>
                </a:lnTo>
                <a:lnTo>
                  <a:pt x="11701" y="17650"/>
                </a:lnTo>
                <a:lnTo>
                  <a:pt x="14178" y="18790"/>
                </a:lnTo>
                <a:lnTo>
                  <a:pt x="15216" y="17752"/>
                </a:lnTo>
                <a:lnTo>
                  <a:pt x="14164" y="15106"/>
                </a:lnTo>
                <a:lnTo>
                  <a:pt x="15487" y="14222"/>
                </a:lnTo>
                <a:lnTo>
                  <a:pt x="17541" y="15318"/>
                </a:lnTo>
                <a:lnTo>
                  <a:pt x="18827" y="14237"/>
                </a:lnTo>
                <a:lnTo>
                  <a:pt x="17680" y="11781"/>
                </a:lnTo>
                <a:lnTo>
                  <a:pt x="18827" y="10626"/>
                </a:lnTo>
                <a:lnTo>
                  <a:pt x="21063" y="11737"/>
                </a:lnTo>
                <a:lnTo>
                  <a:pt x="22423" y="10714"/>
                </a:lnTo>
                <a:lnTo>
                  <a:pt x="24659" y="11818"/>
                </a:lnTo>
                <a:lnTo>
                  <a:pt x="25836" y="10641"/>
                </a:lnTo>
                <a:lnTo>
                  <a:pt x="24667" y="8302"/>
                </a:lnTo>
                <a:lnTo>
                  <a:pt x="25836" y="7133"/>
                </a:lnTo>
                <a:lnTo>
                  <a:pt x="28175" y="8302"/>
                </a:lnTo>
                <a:lnTo>
                  <a:pt x="29271" y="7206"/>
                </a:lnTo>
                <a:lnTo>
                  <a:pt x="28182" y="4626"/>
                </a:lnTo>
                <a:lnTo>
                  <a:pt x="29476" y="3698"/>
                </a:lnTo>
                <a:lnTo>
                  <a:pt x="31420" y="4524"/>
                </a:lnTo>
                <a:lnTo>
                  <a:pt x="34314" y="3486"/>
                </a:lnTo>
                <a:lnTo>
                  <a:pt x="37165" y="4801"/>
                </a:lnTo>
                <a:lnTo>
                  <a:pt x="39284" y="4224"/>
                </a:lnTo>
                <a:lnTo>
                  <a:pt x="39613" y="4136"/>
                </a:lnTo>
                <a:lnTo>
                  <a:pt x="38999" y="1001"/>
                </a:lnTo>
                <a:lnTo>
                  <a:pt x="39664" y="343"/>
                </a:lnTo>
                <a:lnTo>
                  <a:pt x="42222" y="803"/>
                </a:lnTo>
                <a:lnTo>
                  <a:pt x="47235" y="65"/>
                </a:lnTo>
                <a:lnTo>
                  <a:pt x="52329" y="716"/>
                </a:lnTo>
                <a:lnTo>
                  <a:pt x="60238" y="716"/>
                </a:lnTo>
                <a:lnTo>
                  <a:pt x="63965" y="336"/>
                </a:lnTo>
                <a:lnTo>
                  <a:pt x="68394" y="840"/>
                </a:lnTo>
                <a:lnTo>
                  <a:pt x="73781" y="0"/>
                </a:lnTo>
                <a:lnTo>
                  <a:pt x="74614" y="1015"/>
                </a:lnTo>
                <a:lnTo>
                  <a:pt x="74066" y="4143"/>
                </a:lnTo>
                <a:lnTo>
                  <a:pt x="76346" y="4765"/>
                </a:lnTo>
                <a:lnTo>
                  <a:pt x="79320" y="4224"/>
                </a:lnTo>
                <a:lnTo>
                  <a:pt x="82236" y="4224"/>
                </a:lnTo>
                <a:lnTo>
                  <a:pt x="84115" y="3895"/>
                </a:lnTo>
                <a:lnTo>
                  <a:pt x="85328" y="4407"/>
                </a:lnTo>
                <a:lnTo>
                  <a:pt x="84524" y="7367"/>
                </a:lnTo>
                <a:lnTo>
                  <a:pt x="85474" y="8309"/>
                </a:lnTo>
                <a:lnTo>
                  <a:pt x="87813" y="7140"/>
                </a:lnTo>
                <a:lnTo>
                  <a:pt x="88983" y="8309"/>
                </a:lnTo>
                <a:lnTo>
                  <a:pt x="87813" y="10648"/>
                </a:lnTo>
                <a:lnTo>
                  <a:pt x="88975" y="11803"/>
                </a:lnTo>
                <a:lnTo>
                  <a:pt x="91197" y="10794"/>
                </a:lnTo>
                <a:lnTo>
                  <a:pt x="92615" y="11671"/>
                </a:lnTo>
                <a:lnTo>
                  <a:pt x="94837" y="10656"/>
                </a:lnTo>
                <a:lnTo>
                  <a:pt x="95904" y="11723"/>
                </a:lnTo>
                <a:lnTo>
                  <a:pt x="94852" y="14368"/>
                </a:lnTo>
                <a:lnTo>
                  <a:pt x="96101" y="15201"/>
                </a:lnTo>
                <a:lnTo>
                  <a:pt x="98352" y="14156"/>
                </a:lnTo>
                <a:lnTo>
                  <a:pt x="99507" y="15333"/>
                </a:lnTo>
                <a:lnTo>
                  <a:pt x="98330" y="17657"/>
                </a:lnTo>
                <a:lnTo>
                  <a:pt x="99288" y="18615"/>
                </a:lnTo>
                <a:lnTo>
                  <a:pt x="102241" y="17803"/>
                </a:lnTo>
                <a:lnTo>
                  <a:pt x="103162" y="19952"/>
                </a:lnTo>
                <a:lnTo>
                  <a:pt x="101342" y="23811"/>
                </a:lnTo>
                <a:lnTo>
                  <a:pt x="102869" y="25850"/>
                </a:lnTo>
                <a:lnTo>
                  <a:pt x="105412" y="24739"/>
                </a:lnTo>
                <a:lnTo>
                  <a:pt x="106428" y="25755"/>
                </a:lnTo>
                <a:lnTo>
                  <a:pt x="105376" y="28401"/>
                </a:lnTo>
                <a:lnTo>
                  <a:pt x="106370" y="29059"/>
                </a:lnTo>
                <a:lnTo>
                  <a:pt x="109235" y="28357"/>
                </a:lnTo>
                <a:lnTo>
                  <a:pt x="110346" y="30564"/>
                </a:lnTo>
                <a:lnTo>
                  <a:pt x="108958" y="33817"/>
                </a:lnTo>
                <a:lnTo>
                  <a:pt x="109601" y="36411"/>
                </a:lnTo>
                <a:lnTo>
                  <a:pt x="109016" y="38867"/>
                </a:lnTo>
                <a:lnTo>
                  <a:pt x="109710" y="39561"/>
                </a:lnTo>
                <a:lnTo>
                  <a:pt x="112889" y="39006"/>
                </a:lnTo>
                <a:lnTo>
                  <a:pt x="113642" y="42375"/>
                </a:lnTo>
                <a:lnTo>
                  <a:pt x="112955" y="46658"/>
                </a:lnTo>
                <a:lnTo>
                  <a:pt x="112955" y="69512"/>
                </a:lnTo>
                <a:lnTo>
                  <a:pt x="113416" y="72289"/>
                </a:lnTo>
                <a:lnTo>
                  <a:pt x="112889" y="74672"/>
                </a:lnTo>
                <a:lnTo>
                  <a:pt x="109710" y="74124"/>
                </a:lnTo>
                <a:lnTo>
                  <a:pt x="109016" y="74811"/>
                </a:lnTo>
                <a:lnTo>
                  <a:pt x="109601" y="77266"/>
                </a:lnTo>
                <a:lnTo>
                  <a:pt x="108958" y="79861"/>
                </a:lnTo>
                <a:lnTo>
                  <a:pt x="110346" y="83113"/>
                </a:lnTo>
                <a:lnTo>
                  <a:pt x="109199" y="85394"/>
                </a:lnTo>
                <a:lnTo>
                  <a:pt x="106348" y="84495"/>
                </a:lnTo>
                <a:lnTo>
                  <a:pt x="105354" y="85489"/>
                </a:lnTo>
                <a:lnTo>
                  <a:pt x="106523" y="87827"/>
                </a:lnTo>
                <a:lnTo>
                  <a:pt x="105354" y="88997"/>
                </a:lnTo>
                <a:lnTo>
                  <a:pt x="103015" y="87827"/>
                </a:lnTo>
                <a:lnTo>
                  <a:pt x="101853" y="88989"/>
                </a:lnTo>
                <a:lnTo>
                  <a:pt x="102869" y="91211"/>
                </a:lnTo>
                <a:lnTo>
                  <a:pt x="101992" y="92629"/>
                </a:lnTo>
                <a:lnTo>
                  <a:pt x="103008" y="94851"/>
                </a:lnTo>
                <a:lnTo>
                  <a:pt x="101941" y="95911"/>
                </a:lnTo>
                <a:lnTo>
                  <a:pt x="99295" y="94858"/>
                </a:lnTo>
                <a:lnTo>
                  <a:pt x="98455" y="96122"/>
                </a:lnTo>
                <a:lnTo>
                  <a:pt x="99507" y="98344"/>
                </a:lnTo>
                <a:lnTo>
                  <a:pt x="98338" y="99514"/>
                </a:lnTo>
                <a:lnTo>
                  <a:pt x="95999" y="98344"/>
                </a:lnTo>
                <a:lnTo>
                  <a:pt x="95042" y="99295"/>
                </a:lnTo>
                <a:lnTo>
                  <a:pt x="95853" y="102247"/>
                </a:lnTo>
                <a:lnTo>
                  <a:pt x="93704" y="103168"/>
                </a:lnTo>
                <a:lnTo>
                  <a:pt x="89852" y="101341"/>
                </a:lnTo>
                <a:lnTo>
                  <a:pt x="87813" y="102876"/>
                </a:lnTo>
                <a:lnTo>
                  <a:pt x="88924" y="105419"/>
                </a:lnTo>
                <a:lnTo>
                  <a:pt x="87908" y="106435"/>
                </a:lnTo>
                <a:lnTo>
                  <a:pt x="85263" y="105383"/>
                </a:lnTo>
                <a:lnTo>
                  <a:pt x="84597" y="106376"/>
                </a:lnTo>
                <a:lnTo>
                  <a:pt x="85306" y="109241"/>
                </a:lnTo>
                <a:lnTo>
                  <a:pt x="83092" y="110352"/>
                </a:lnTo>
                <a:lnTo>
                  <a:pt x="79847" y="108964"/>
                </a:lnTo>
                <a:lnTo>
                  <a:pt x="77252" y="109607"/>
                </a:lnTo>
                <a:lnTo>
                  <a:pt x="74797" y="109022"/>
                </a:lnTo>
                <a:lnTo>
                  <a:pt x="74109" y="109709"/>
                </a:lnTo>
                <a:lnTo>
                  <a:pt x="74658" y="112896"/>
                </a:lnTo>
                <a:lnTo>
                  <a:pt x="71281" y="1136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6310337" y="8645647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5">
                <a:moveTo>
                  <a:pt x="50458" y="105814"/>
                </a:moveTo>
                <a:lnTo>
                  <a:pt x="49142" y="105514"/>
                </a:lnTo>
                <a:lnTo>
                  <a:pt x="49705" y="102335"/>
                </a:lnTo>
                <a:lnTo>
                  <a:pt x="49106" y="101735"/>
                </a:lnTo>
                <a:lnTo>
                  <a:pt x="46446" y="102094"/>
                </a:lnTo>
                <a:lnTo>
                  <a:pt x="44772" y="102006"/>
                </a:lnTo>
                <a:lnTo>
                  <a:pt x="43595" y="102137"/>
                </a:lnTo>
                <a:lnTo>
                  <a:pt x="40402" y="101955"/>
                </a:lnTo>
                <a:lnTo>
                  <a:pt x="37310" y="102729"/>
                </a:lnTo>
                <a:lnTo>
                  <a:pt x="35030" y="101933"/>
                </a:lnTo>
                <a:lnTo>
                  <a:pt x="35731" y="98885"/>
                </a:lnTo>
                <a:lnTo>
                  <a:pt x="34825" y="97979"/>
                </a:lnTo>
                <a:lnTo>
                  <a:pt x="32603" y="99031"/>
                </a:lnTo>
                <a:lnTo>
                  <a:pt x="31200" y="98096"/>
                </a:lnTo>
                <a:lnTo>
                  <a:pt x="28978" y="99148"/>
                </a:lnTo>
                <a:lnTo>
                  <a:pt x="27962" y="98132"/>
                </a:lnTo>
                <a:lnTo>
                  <a:pt x="28898" y="95326"/>
                </a:lnTo>
                <a:lnTo>
                  <a:pt x="26566" y="94069"/>
                </a:lnTo>
                <a:lnTo>
                  <a:pt x="23292" y="95874"/>
                </a:lnTo>
                <a:lnTo>
                  <a:pt x="20939" y="94865"/>
                </a:lnTo>
                <a:lnTo>
                  <a:pt x="21743" y="91913"/>
                </a:lnTo>
                <a:lnTo>
                  <a:pt x="20778" y="90955"/>
                </a:lnTo>
                <a:lnTo>
                  <a:pt x="18497" y="92117"/>
                </a:lnTo>
                <a:lnTo>
                  <a:pt x="17277" y="91014"/>
                </a:lnTo>
                <a:lnTo>
                  <a:pt x="18439" y="88609"/>
                </a:lnTo>
                <a:lnTo>
                  <a:pt x="17379" y="87557"/>
                </a:lnTo>
                <a:lnTo>
                  <a:pt x="14734" y="88609"/>
                </a:lnTo>
                <a:lnTo>
                  <a:pt x="13857" y="87286"/>
                </a:lnTo>
                <a:lnTo>
                  <a:pt x="14945" y="85233"/>
                </a:lnTo>
                <a:lnTo>
                  <a:pt x="13864" y="83946"/>
                </a:lnTo>
                <a:lnTo>
                  <a:pt x="11408" y="85094"/>
                </a:lnTo>
                <a:lnTo>
                  <a:pt x="10275" y="83961"/>
                </a:lnTo>
                <a:lnTo>
                  <a:pt x="11291" y="81739"/>
                </a:lnTo>
                <a:lnTo>
                  <a:pt x="10414" y="80321"/>
                </a:lnTo>
                <a:lnTo>
                  <a:pt x="11430" y="78099"/>
                </a:lnTo>
                <a:lnTo>
                  <a:pt x="10363" y="77032"/>
                </a:lnTo>
                <a:lnTo>
                  <a:pt x="7717" y="78085"/>
                </a:lnTo>
                <a:lnTo>
                  <a:pt x="6804" y="76711"/>
                </a:lnTo>
                <a:lnTo>
                  <a:pt x="7871" y="74840"/>
                </a:lnTo>
                <a:lnTo>
                  <a:pt x="6891" y="73312"/>
                </a:lnTo>
                <a:lnTo>
                  <a:pt x="7922" y="71083"/>
                </a:lnTo>
                <a:lnTo>
                  <a:pt x="7008" y="70170"/>
                </a:lnTo>
                <a:lnTo>
                  <a:pt x="3983" y="70908"/>
                </a:lnTo>
                <a:lnTo>
                  <a:pt x="3186" y="68744"/>
                </a:lnTo>
                <a:lnTo>
                  <a:pt x="3836" y="65382"/>
                </a:lnTo>
                <a:lnTo>
                  <a:pt x="3836" y="61407"/>
                </a:lnTo>
                <a:lnTo>
                  <a:pt x="4363" y="58476"/>
                </a:lnTo>
                <a:lnTo>
                  <a:pt x="3749" y="56152"/>
                </a:lnTo>
                <a:lnTo>
                  <a:pt x="606" y="56751"/>
                </a:lnTo>
                <a:lnTo>
                  <a:pt x="0" y="56144"/>
                </a:lnTo>
                <a:lnTo>
                  <a:pt x="350" y="53477"/>
                </a:lnTo>
                <a:lnTo>
                  <a:pt x="336" y="49289"/>
                </a:lnTo>
                <a:lnTo>
                  <a:pt x="3646" y="49647"/>
                </a:lnTo>
                <a:lnTo>
                  <a:pt x="4165" y="49128"/>
                </a:lnTo>
                <a:lnTo>
                  <a:pt x="3807" y="46460"/>
                </a:lnTo>
                <a:lnTo>
                  <a:pt x="3895" y="44779"/>
                </a:lnTo>
                <a:lnTo>
                  <a:pt x="3771" y="43610"/>
                </a:lnTo>
                <a:lnTo>
                  <a:pt x="3902" y="41279"/>
                </a:lnTo>
                <a:lnTo>
                  <a:pt x="3836" y="37990"/>
                </a:lnTo>
                <a:lnTo>
                  <a:pt x="3537" y="36316"/>
                </a:lnTo>
                <a:lnTo>
                  <a:pt x="3968" y="35044"/>
                </a:lnTo>
                <a:lnTo>
                  <a:pt x="7030" y="35739"/>
                </a:lnTo>
                <a:lnTo>
                  <a:pt x="7673" y="35096"/>
                </a:lnTo>
                <a:lnTo>
                  <a:pt x="7323" y="32428"/>
                </a:lnTo>
                <a:lnTo>
                  <a:pt x="7388" y="31054"/>
                </a:lnTo>
                <a:lnTo>
                  <a:pt x="6979" y="29176"/>
                </a:lnTo>
                <a:lnTo>
                  <a:pt x="7564" y="27941"/>
                </a:lnTo>
                <a:lnTo>
                  <a:pt x="10458" y="28803"/>
                </a:lnTo>
                <a:lnTo>
                  <a:pt x="11182" y="28072"/>
                </a:lnTo>
                <a:lnTo>
                  <a:pt x="10824" y="25412"/>
                </a:lnTo>
                <a:lnTo>
                  <a:pt x="10889" y="24250"/>
                </a:lnTo>
                <a:lnTo>
                  <a:pt x="10487" y="21889"/>
                </a:lnTo>
                <a:lnTo>
                  <a:pt x="11284" y="20807"/>
                </a:lnTo>
                <a:lnTo>
                  <a:pt x="13842" y="21911"/>
                </a:lnTo>
                <a:lnTo>
                  <a:pt x="14850" y="20902"/>
                </a:lnTo>
                <a:lnTo>
                  <a:pt x="13798" y="18257"/>
                </a:lnTo>
                <a:lnTo>
                  <a:pt x="15062" y="17416"/>
                </a:lnTo>
                <a:lnTo>
                  <a:pt x="17284" y="18469"/>
                </a:lnTo>
                <a:lnTo>
                  <a:pt x="18454" y="17299"/>
                </a:lnTo>
                <a:lnTo>
                  <a:pt x="17284" y="14961"/>
                </a:lnTo>
                <a:lnTo>
                  <a:pt x="18359" y="13886"/>
                </a:lnTo>
                <a:lnTo>
                  <a:pt x="21004" y="14939"/>
                </a:lnTo>
                <a:lnTo>
                  <a:pt x="21735" y="13835"/>
                </a:lnTo>
                <a:lnTo>
                  <a:pt x="20873" y="11211"/>
                </a:lnTo>
                <a:lnTo>
                  <a:pt x="22641" y="9998"/>
                </a:lnTo>
                <a:lnTo>
                  <a:pt x="27458" y="12008"/>
                </a:lnTo>
                <a:lnTo>
                  <a:pt x="28730" y="10458"/>
                </a:lnTo>
                <a:lnTo>
                  <a:pt x="27955" y="7564"/>
                </a:lnTo>
                <a:lnTo>
                  <a:pt x="29665" y="6753"/>
                </a:lnTo>
                <a:lnTo>
                  <a:pt x="34576" y="8383"/>
                </a:lnTo>
                <a:lnTo>
                  <a:pt x="35658" y="7053"/>
                </a:lnTo>
                <a:lnTo>
                  <a:pt x="35103" y="3939"/>
                </a:lnTo>
                <a:lnTo>
                  <a:pt x="37361" y="3296"/>
                </a:lnTo>
                <a:lnTo>
                  <a:pt x="40387" y="3852"/>
                </a:lnTo>
                <a:lnTo>
                  <a:pt x="44692" y="3852"/>
                </a:lnTo>
                <a:lnTo>
                  <a:pt x="47177" y="4071"/>
                </a:lnTo>
                <a:lnTo>
                  <a:pt x="49442" y="3851"/>
                </a:lnTo>
                <a:lnTo>
                  <a:pt x="49640" y="3837"/>
                </a:lnTo>
                <a:lnTo>
                  <a:pt x="49238" y="548"/>
                </a:lnTo>
                <a:lnTo>
                  <a:pt x="49713" y="80"/>
                </a:lnTo>
                <a:lnTo>
                  <a:pt x="53484" y="402"/>
                </a:lnTo>
                <a:lnTo>
                  <a:pt x="56101" y="0"/>
                </a:lnTo>
                <a:lnTo>
                  <a:pt x="56941" y="840"/>
                </a:lnTo>
                <a:lnTo>
                  <a:pt x="55888" y="3486"/>
                </a:lnTo>
                <a:lnTo>
                  <a:pt x="57131" y="4304"/>
                </a:lnTo>
                <a:lnTo>
                  <a:pt x="59141" y="3676"/>
                </a:lnTo>
                <a:lnTo>
                  <a:pt x="62050" y="4304"/>
                </a:lnTo>
                <a:lnTo>
                  <a:pt x="64820" y="3851"/>
                </a:lnTo>
                <a:lnTo>
                  <a:pt x="67882" y="3851"/>
                </a:lnTo>
                <a:lnTo>
                  <a:pt x="69629" y="3544"/>
                </a:lnTo>
                <a:lnTo>
                  <a:pt x="70871" y="4005"/>
                </a:lnTo>
                <a:lnTo>
                  <a:pt x="70140" y="7030"/>
                </a:lnTo>
                <a:lnTo>
                  <a:pt x="70805" y="7688"/>
                </a:lnTo>
                <a:lnTo>
                  <a:pt x="73473" y="7330"/>
                </a:lnTo>
                <a:lnTo>
                  <a:pt x="74847" y="7403"/>
                </a:lnTo>
                <a:lnTo>
                  <a:pt x="76725" y="6994"/>
                </a:lnTo>
                <a:lnTo>
                  <a:pt x="77960" y="7579"/>
                </a:lnTo>
                <a:lnTo>
                  <a:pt x="77098" y="10473"/>
                </a:lnTo>
                <a:lnTo>
                  <a:pt x="77822" y="11196"/>
                </a:lnTo>
                <a:lnTo>
                  <a:pt x="80489" y="10838"/>
                </a:lnTo>
                <a:lnTo>
                  <a:pt x="81681" y="10904"/>
                </a:lnTo>
                <a:lnTo>
                  <a:pt x="83961" y="10495"/>
                </a:lnTo>
                <a:lnTo>
                  <a:pt x="85079" y="11255"/>
                </a:lnTo>
                <a:lnTo>
                  <a:pt x="84012" y="13879"/>
                </a:lnTo>
                <a:lnTo>
                  <a:pt x="84999" y="14865"/>
                </a:lnTo>
                <a:lnTo>
                  <a:pt x="87644" y="13813"/>
                </a:lnTo>
                <a:lnTo>
                  <a:pt x="88485" y="15077"/>
                </a:lnTo>
                <a:lnTo>
                  <a:pt x="87432" y="17299"/>
                </a:lnTo>
                <a:lnTo>
                  <a:pt x="88602" y="18468"/>
                </a:lnTo>
                <a:lnTo>
                  <a:pt x="90940" y="17299"/>
                </a:lnTo>
                <a:lnTo>
                  <a:pt x="92015" y="18373"/>
                </a:lnTo>
                <a:lnTo>
                  <a:pt x="90962" y="21019"/>
                </a:lnTo>
                <a:lnTo>
                  <a:pt x="92095" y="21772"/>
                </a:lnTo>
                <a:lnTo>
                  <a:pt x="94646" y="20865"/>
                </a:lnTo>
                <a:lnTo>
                  <a:pt x="95954" y="22642"/>
                </a:lnTo>
                <a:lnTo>
                  <a:pt x="93871" y="27458"/>
                </a:lnTo>
                <a:lnTo>
                  <a:pt x="95443" y="28744"/>
                </a:lnTo>
                <a:lnTo>
                  <a:pt x="98337" y="27970"/>
                </a:lnTo>
                <a:lnTo>
                  <a:pt x="99148" y="29680"/>
                </a:lnTo>
                <a:lnTo>
                  <a:pt x="97518" y="34584"/>
                </a:lnTo>
                <a:lnTo>
                  <a:pt x="98870" y="35695"/>
                </a:lnTo>
                <a:lnTo>
                  <a:pt x="101933" y="35081"/>
                </a:lnTo>
                <a:lnTo>
                  <a:pt x="103117" y="38582"/>
                </a:lnTo>
                <a:lnTo>
                  <a:pt x="101085" y="42755"/>
                </a:lnTo>
                <a:lnTo>
                  <a:pt x="102247" y="46599"/>
                </a:lnTo>
                <a:lnTo>
                  <a:pt x="101596" y="49004"/>
                </a:lnTo>
                <a:lnTo>
                  <a:pt x="102240" y="49647"/>
                </a:lnTo>
                <a:lnTo>
                  <a:pt x="105550" y="49289"/>
                </a:lnTo>
                <a:lnTo>
                  <a:pt x="105653" y="51138"/>
                </a:lnTo>
                <a:lnTo>
                  <a:pt x="106208" y="54946"/>
                </a:lnTo>
                <a:lnTo>
                  <a:pt x="105368" y="56919"/>
                </a:lnTo>
                <a:lnTo>
                  <a:pt x="102415" y="56108"/>
                </a:lnTo>
                <a:lnTo>
                  <a:pt x="101662" y="56868"/>
                </a:lnTo>
                <a:lnTo>
                  <a:pt x="102152" y="59397"/>
                </a:lnTo>
                <a:lnTo>
                  <a:pt x="101669" y="62159"/>
                </a:lnTo>
                <a:lnTo>
                  <a:pt x="102049" y="64783"/>
                </a:lnTo>
                <a:lnTo>
                  <a:pt x="102049" y="67911"/>
                </a:lnTo>
                <a:lnTo>
                  <a:pt x="102364" y="69658"/>
                </a:lnTo>
                <a:lnTo>
                  <a:pt x="101903" y="70908"/>
                </a:lnTo>
                <a:lnTo>
                  <a:pt x="98878" y="70170"/>
                </a:lnTo>
                <a:lnTo>
                  <a:pt x="98213" y="70842"/>
                </a:lnTo>
                <a:lnTo>
                  <a:pt x="98571" y="73502"/>
                </a:lnTo>
                <a:lnTo>
                  <a:pt x="98498" y="74811"/>
                </a:lnTo>
                <a:lnTo>
                  <a:pt x="98914" y="76842"/>
                </a:lnTo>
                <a:lnTo>
                  <a:pt x="98264" y="78034"/>
                </a:lnTo>
                <a:lnTo>
                  <a:pt x="95464" y="77091"/>
                </a:lnTo>
                <a:lnTo>
                  <a:pt x="94456" y="78099"/>
                </a:lnTo>
                <a:lnTo>
                  <a:pt x="95472" y="80321"/>
                </a:lnTo>
                <a:lnTo>
                  <a:pt x="94595" y="81739"/>
                </a:lnTo>
                <a:lnTo>
                  <a:pt x="95611" y="83961"/>
                </a:lnTo>
                <a:lnTo>
                  <a:pt x="94544" y="85028"/>
                </a:lnTo>
                <a:lnTo>
                  <a:pt x="91898" y="83976"/>
                </a:lnTo>
                <a:lnTo>
                  <a:pt x="91021" y="85298"/>
                </a:lnTo>
                <a:lnTo>
                  <a:pt x="92110" y="87352"/>
                </a:lnTo>
                <a:lnTo>
                  <a:pt x="91028" y="88638"/>
                </a:lnTo>
                <a:lnTo>
                  <a:pt x="88572" y="87491"/>
                </a:lnTo>
                <a:lnTo>
                  <a:pt x="87447" y="88616"/>
                </a:lnTo>
                <a:lnTo>
                  <a:pt x="88609" y="91014"/>
                </a:lnTo>
                <a:lnTo>
                  <a:pt x="87389" y="92117"/>
                </a:lnTo>
                <a:lnTo>
                  <a:pt x="85101" y="90955"/>
                </a:lnTo>
                <a:lnTo>
                  <a:pt x="84143" y="91920"/>
                </a:lnTo>
                <a:lnTo>
                  <a:pt x="84947" y="94873"/>
                </a:lnTo>
                <a:lnTo>
                  <a:pt x="82594" y="95874"/>
                </a:lnTo>
                <a:lnTo>
                  <a:pt x="79320" y="94069"/>
                </a:lnTo>
                <a:lnTo>
                  <a:pt x="76988" y="95326"/>
                </a:lnTo>
                <a:lnTo>
                  <a:pt x="77924" y="98132"/>
                </a:lnTo>
                <a:lnTo>
                  <a:pt x="76908" y="99148"/>
                </a:lnTo>
                <a:lnTo>
                  <a:pt x="74686" y="98096"/>
                </a:lnTo>
                <a:lnTo>
                  <a:pt x="73283" y="99031"/>
                </a:lnTo>
                <a:lnTo>
                  <a:pt x="71061" y="97979"/>
                </a:lnTo>
                <a:lnTo>
                  <a:pt x="70155" y="98885"/>
                </a:lnTo>
                <a:lnTo>
                  <a:pt x="70856" y="101933"/>
                </a:lnTo>
                <a:lnTo>
                  <a:pt x="67334" y="103153"/>
                </a:lnTo>
                <a:lnTo>
                  <a:pt x="63139" y="101107"/>
                </a:lnTo>
                <a:lnTo>
                  <a:pt x="59309" y="102269"/>
                </a:lnTo>
                <a:lnTo>
                  <a:pt x="56904" y="101618"/>
                </a:lnTo>
                <a:lnTo>
                  <a:pt x="56261" y="102254"/>
                </a:lnTo>
                <a:lnTo>
                  <a:pt x="56619" y="105572"/>
                </a:lnTo>
                <a:lnTo>
                  <a:pt x="51891" y="105580"/>
                </a:lnTo>
                <a:lnTo>
                  <a:pt x="50458" y="1058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7993842" y="8645487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68840" y="106238"/>
                </a:moveTo>
                <a:lnTo>
                  <a:pt x="65968" y="105741"/>
                </a:lnTo>
                <a:lnTo>
                  <a:pt x="40709" y="105741"/>
                </a:lnTo>
                <a:lnTo>
                  <a:pt x="37815" y="106252"/>
                </a:lnTo>
                <a:lnTo>
                  <a:pt x="35476" y="105660"/>
                </a:lnTo>
                <a:lnTo>
                  <a:pt x="36068" y="102503"/>
                </a:lnTo>
                <a:lnTo>
                  <a:pt x="35461" y="101896"/>
                </a:lnTo>
                <a:lnTo>
                  <a:pt x="32801" y="102254"/>
                </a:lnTo>
                <a:lnTo>
                  <a:pt x="31427" y="102189"/>
                </a:lnTo>
                <a:lnTo>
                  <a:pt x="29549" y="102598"/>
                </a:lnTo>
                <a:lnTo>
                  <a:pt x="28313" y="102006"/>
                </a:lnTo>
                <a:lnTo>
                  <a:pt x="29176" y="99119"/>
                </a:lnTo>
                <a:lnTo>
                  <a:pt x="28452" y="98388"/>
                </a:lnTo>
                <a:lnTo>
                  <a:pt x="25785" y="98746"/>
                </a:lnTo>
                <a:lnTo>
                  <a:pt x="24601" y="98688"/>
                </a:lnTo>
                <a:lnTo>
                  <a:pt x="22306" y="99097"/>
                </a:lnTo>
                <a:lnTo>
                  <a:pt x="21202" y="98322"/>
                </a:lnTo>
                <a:lnTo>
                  <a:pt x="22276" y="95721"/>
                </a:lnTo>
                <a:lnTo>
                  <a:pt x="21188" y="94632"/>
                </a:lnTo>
                <a:lnTo>
                  <a:pt x="18856" y="95801"/>
                </a:lnTo>
                <a:lnTo>
                  <a:pt x="17686" y="94632"/>
                </a:lnTo>
                <a:lnTo>
                  <a:pt x="18856" y="92293"/>
                </a:lnTo>
                <a:lnTo>
                  <a:pt x="17687" y="91123"/>
                </a:lnTo>
                <a:lnTo>
                  <a:pt x="15348" y="92293"/>
                </a:lnTo>
                <a:lnTo>
                  <a:pt x="14178" y="91123"/>
                </a:lnTo>
                <a:lnTo>
                  <a:pt x="15348" y="88785"/>
                </a:lnTo>
                <a:lnTo>
                  <a:pt x="14178" y="87623"/>
                </a:lnTo>
                <a:lnTo>
                  <a:pt x="11847" y="88792"/>
                </a:lnTo>
                <a:lnTo>
                  <a:pt x="10677" y="87623"/>
                </a:lnTo>
                <a:lnTo>
                  <a:pt x="11847" y="85284"/>
                </a:lnTo>
                <a:lnTo>
                  <a:pt x="10758" y="84202"/>
                </a:lnTo>
                <a:lnTo>
                  <a:pt x="8141" y="85269"/>
                </a:lnTo>
                <a:lnTo>
                  <a:pt x="6884" y="83435"/>
                </a:lnTo>
                <a:lnTo>
                  <a:pt x="8894" y="78618"/>
                </a:lnTo>
                <a:lnTo>
                  <a:pt x="7345" y="77347"/>
                </a:lnTo>
                <a:lnTo>
                  <a:pt x="4458" y="78121"/>
                </a:lnTo>
                <a:lnTo>
                  <a:pt x="3646" y="76411"/>
                </a:lnTo>
                <a:lnTo>
                  <a:pt x="5276" y="71507"/>
                </a:lnTo>
                <a:lnTo>
                  <a:pt x="3968" y="70433"/>
                </a:lnTo>
                <a:lnTo>
                  <a:pt x="811" y="70952"/>
                </a:lnTo>
                <a:lnTo>
                  <a:pt x="241" y="68635"/>
                </a:lnTo>
                <a:lnTo>
                  <a:pt x="745" y="65755"/>
                </a:lnTo>
                <a:lnTo>
                  <a:pt x="745" y="52124"/>
                </a:lnTo>
                <a:lnTo>
                  <a:pt x="109" y="47060"/>
                </a:lnTo>
                <a:lnTo>
                  <a:pt x="898" y="41534"/>
                </a:lnTo>
                <a:lnTo>
                  <a:pt x="0" y="36192"/>
                </a:lnTo>
                <a:lnTo>
                  <a:pt x="1081" y="35307"/>
                </a:lnTo>
                <a:lnTo>
                  <a:pt x="4129" y="35936"/>
                </a:lnTo>
                <a:lnTo>
                  <a:pt x="4553" y="34708"/>
                </a:lnTo>
                <a:lnTo>
                  <a:pt x="4253" y="33012"/>
                </a:lnTo>
                <a:lnTo>
                  <a:pt x="4253" y="31302"/>
                </a:lnTo>
                <a:lnTo>
                  <a:pt x="3902" y="29241"/>
                </a:lnTo>
                <a:lnTo>
                  <a:pt x="4502" y="28079"/>
                </a:lnTo>
                <a:lnTo>
                  <a:pt x="7345" y="28985"/>
                </a:lnTo>
                <a:lnTo>
                  <a:pt x="8339" y="27984"/>
                </a:lnTo>
                <a:lnTo>
                  <a:pt x="7294" y="25762"/>
                </a:lnTo>
                <a:lnTo>
                  <a:pt x="8222" y="24359"/>
                </a:lnTo>
                <a:lnTo>
                  <a:pt x="7169" y="22137"/>
                </a:lnTo>
                <a:lnTo>
                  <a:pt x="8280" y="21026"/>
                </a:lnTo>
                <a:lnTo>
                  <a:pt x="10816" y="22137"/>
                </a:lnTo>
                <a:lnTo>
                  <a:pt x="11774" y="20873"/>
                </a:lnTo>
                <a:lnTo>
                  <a:pt x="10663" y="18644"/>
                </a:lnTo>
                <a:lnTo>
                  <a:pt x="11745" y="17555"/>
                </a:lnTo>
                <a:lnTo>
                  <a:pt x="14397" y="18607"/>
                </a:lnTo>
                <a:lnTo>
                  <a:pt x="15267" y="17284"/>
                </a:lnTo>
                <a:lnTo>
                  <a:pt x="14178" y="15231"/>
                </a:lnTo>
                <a:lnTo>
                  <a:pt x="15260" y="13944"/>
                </a:lnTo>
                <a:lnTo>
                  <a:pt x="17716" y="15092"/>
                </a:lnTo>
                <a:lnTo>
                  <a:pt x="18797" y="14003"/>
                </a:lnTo>
                <a:lnTo>
                  <a:pt x="17679" y="11489"/>
                </a:lnTo>
                <a:lnTo>
                  <a:pt x="18944" y="10502"/>
                </a:lnTo>
                <a:lnTo>
                  <a:pt x="21180" y="11628"/>
                </a:lnTo>
                <a:lnTo>
                  <a:pt x="22145" y="10656"/>
                </a:lnTo>
                <a:lnTo>
                  <a:pt x="21326" y="7703"/>
                </a:lnTo>
                <a:lnTo>
                  <a:pt x="23702" y="6694"/>
                </a:lnTo>
                <a:lnTo>
                  <a:pt x="26939" y="8485"/>
                </a:lnTo>
                <a:lnTo>
                  <a:pt x="29285" y="7257"/>
                </a:lnTo>
                <a:lnTo>
                  <a:pt x="28364" y="4429"/>
                </a:lnTo>
                <a:lnTo>
                  <a:pt x="29125" y="3683"/>
                </a:lnTo>
                <a:lnTo>
                  <a:pt x="31785" y="4041"/>
                </a:lnTo>
                <a:lnTo>
                  <a:pt x="33320" y="3939"/>
                </a:lnTo>
                <a:lnTo>
                  <a:pt x="34781" y="4304"/>
                </a:lnTo>
                <a:lnTo>
                  <a:pt x="35812" y="4012"/>
                </a:lnTo>
                <a:lnTo>
                  <a:pt x="36163" y="3910"/>
                </a:lnTo>
                <a:lnTo>
                  <a:pt x="35520" y="804"/>
                </a:lnTo>
                <a:lnTo>
                  <a:pt x="36199" y="131"/>
                </a:lnTo>
                <a:lnTo>
                  <a:pt x="38743" y="599"/>
                </a:lnTo>
                <a:lnTo>
                  <a:pt x="42602" y="0"/>
                </a:lnTo>
                <a:lnTo>
                  <a:pt x="46505" y="511"/>
                </a:lnTo>
                <a:lnTo>
                  <a:pt x="65982" y="511"/>
                </a:lnTo>
                <a:lnTo>
                  <a:pt x="68847" y="14"/>
                </a:lnTo>
                <a:lnTo>
                  <a:pt x="71200" y="584"/>
                </a:lnTo>
                <a:lnTo>
                  <a:pt x="70623" y="3749"/>
                </a:lnTo>
                <a:lnTo>
                  <a:pt x="71222" y="4348"/>
                </a:lnTo>
                <a:lnTo>
                  <a:pt x="73883" y="3990"/>
                </a:lnTo>
                <a:lnTo>
                  <a:pt x="75249" y="4056"/>
                </a:lnTo>
                <a:lnTo>
                  <a:pt x="77135" y="3654"/>
                </a:lnTo>
                <a:lnTo>
                  <a:pt x="78363" y="4239"/>
                </a:lnTo>
                <a:lnTo>
                  <a:pt x="77501" y="7125"/>
                </a:lnTo>
                <a:lnTo>
                  <a:pt x="78232" y="7849"/>
                </a:lnTo>
                <a:lnTo>
                  <a:pt x="80892" y="7491"/>
                </a:lnTo>
                <a:lnTo>
                  <a:pt x="82076" y="7557"/>
                </a:lnTo>
                <a:lnTo>
                  <a:pt x="84378" y="7147"/>
                </a:lnTo>
                <a:lnTo>
                  <a:pt x="85474" y="7915"/>
                </a:lnTo>
                <a:lnTo>
                  <a:pt x="84407" y="10524"/>
                </a:lnTo>
                <a:lnTo>
                  <a:pt x="85489" y="11613"/>
                </a:lnTo>
                <a:lnTo>
                  <a:pt x="87828" y="10444"/>
                </a:lnTo>
                <a:lnTo>
                  <a:pt x="88997" y="11613"/>
                </a:lnTo>
                <a:lnTo>
                  <a:pt x="87828" y="13952"/>
                </a:lnTo>
                <a:lnTo>
                  <a:pt x="88997" y="15121"/>
                </a:lnTo>
                <a:lnTo>
                  <a:pt x="91336" y="13952"/>
                </a:lnTo>
                <a:lnTo>
                  <a:pt x="92498" y="15121"/>
                </a:lnTo>
                <a:lnTo>
                  <a:pt x="91336" y="17460"/>
                </a:lnTo>
                <a:lnTo>
                  <a:pt x="92498" y="18629"/>
                </a:lnTo>
                <a:lnTo>
                  <a:pt x="94837" y="17460"/>
                </a:lnTo>
                <a:lnTo>
                  <a:pt x="96006" y="18629"/>
                </a:lnTo>
                <a:lnTo>
                  <a:pt x="94837" y="20968"/>
                </a:lnTo>
                <a:lnTo>
                  <a:pt x="95919" y="22050"/>
                </a:lnTo>
                <a:lnTo>
                  <a:pt x="98542" y="20982"/>
                </a:lnTo>
                <a:lnTo>
                  <a:pt x="99799" y="22817"/>
                </a:lnTo>
                <a:lnTo>
                  <a:pt x="97782" y="27633"/>
                </a:lnTo>
                <a:lnTo>
                  <a:pt x="99339" y="28905"/>
                </a:lnTo>
                <a:lnTo>
                  <a:pt x="102226" y="28130"/>
                </a:lnTo>
                <a:lnTo>
                  <a:pt x="103037" y="29841"/>
                </a:lnTo>
                <a:lnTo>
                  <a:pt x="101407" y="34745"/>
                </a:lnTo>
                <a:lnTo>
                  <a:pt x="102716" y="35819"/>
                </a:lnTo>
                <a:lnTo>
                  <a:pt x="105873" y="35300"/>
                </a:lnTo>
                <a:lnTo>
                  <a:pt x="106436" y="37624"/>
                </a:lnTo>
                <a:lnTo>
                  <a:pt x="105939" y="40489"/>
                </a:lnTo>
                <a:lnTo>
                  <a:pt x="105939" y="65755"/>
                </a:lnTo>
                <a:lnTo>
                  <a:pt x="106443" y="68642"/>
                </a:lnTo>
                <a:lnTo>
                  <a:pt x="105859" y="70981"/>
                </a:lnTo>
                <a:lnTo>
                  <a:pt x="102701" y="70396"/>
                </a:lnTo>
                <a:lnTo>
                  <a:pt x="102102" y="71003"/>
                </a:lnTo>
                <a:lnTo>
                  <a:pt x="102460" y="73663"/>
                </a:lnTo>
                <a:lnTo>
                  <a:pt x="102387" y="75037"/>
                </a:lnTo>
                <a:lnTo>
                  <a:pt x="102796" y="76916"/>
                </a:lnTo>
                <a:lnTo>
                  <a:pt x="102211" y="78151"/>
                </a:lnTo>
                <a:lnTo>
                  <a:pt x="99317" y="77288"/>
                </a:lnTo>
                <a:lnTo>
                  <a:pt x="98594" y="78019"/>
                </a:lnTo>
                <a:lnTo>
                  <a:pt x="98952" y="80680"/>
                </a:lnTo>
                <a:lnTo>
                  <a:pt x="98893" y="81871"/>
                </a:lnTo>
                <a:lnTo>
                  <a:pt x="99303" y="84158"/>
                </a:lnTo>
                <a:lnTo>
                  <a:pt x="98535" y="85269"/>
                </a:lnTo>
                <a:lnTo>
                  <a:pt x="95919" y="84202"/>
                </a:lnTo>
                <a:lnTo>
                  <a:pt x="94837" y="85284"/>
                </a:lnTo>
                <a:lnTo>
                  <a:pt x="96006" y="87623"/>
                </a:lnTo>
                <a:lnTo>
                  <a:pt x="94837" y="88792"/>
                </a:lnTo>
                <a:lnTo>
                  <a:pt x="92506" y="87623"/>
                </a:lnTo>
                <a:lnTo>
                  <a:pt x="91336" y="88792"/>
                </a:lnTo>
                <a:lnTo>
                  <a:pt x="92498" y="91131"/>
                </a:lnTo>
                <a:lnTo>
                  <a:pt x="91336" y="92293"/>
                </a:lnTo>
                <a:lnTo>
                  <a:pt x="88997" y="91123"/>
                </a:lnTo>
                <a:lnTo>
                  <a:pt x="87828" y="92293"/>
                </a:lnTo>
                <a:lnTo>
                  <a:pt x="88997" y="94632"/>
                </a:lnTo>
                <a:lnTo>
                  <a:pt x="87828" y="95801"/>
                </a:lnTo>
                <a:lnTo>
                  <a:pt x="85489" y="94632"/>
                </a:lnTo>
                <a:lnTo>
                  <a:pt x="84407" y="95721"/>
                </a:lnTo>
                <a:lnTo>
                  <a:pt x="85474" y="98322"/>
                </a:lnTo>
                <a:lnTo>
                  <a:pt x="83640" y="99609"/>
                </a:lnTo>
                <a:lnTo>
                  <a:pt x="78831" y="97577"/>
                </a:lnTo>
                <a:lnTo>
                  <a:pt x="77552" y="99134"/>
                </a:lnTo>
                <a:lnTo>
                  <a:pt x="78334" y="102028"/>
                </a:lnTo>
                <a:lnTo>
                  <a:pt x="76616" y="102839"/>
                </a:lnTo>
                <a:lnTo>
                  <a:pt x="71712" y="101209"/>
                </a:lnTo>
                <a:lnTo>
                  <a:pt x="70645" y="102518"/>
                </a:lnTo>
                <a:lnTo>
                  <a:pt x="71157" y="105668"/>
                </a:lnTo>
                <a:lnTo>
                  <a:pt x="68840" y="106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8208155" y="8648775"/>
            <a:ext cx="80010" cy="99060"/>
          </a:xfrm>
          <a:custGeom>
            <a:avLst/>
            <a:gdLst/>
            <a:ahLst/>
            <a:cxnLst/>
            <a:rect l="l" t="t" r="r" b="b"/>
            <a:pathLst>
              <a:path w="80009" h="99059">
                <a:moveTo>
                  <a:pt x="79844" y="11430"/>
                </a:moveTo>
                <a:lnTo>
                  <a:pt x="77114" y="11430"/>
                </a:lnTo>
                <a:lnTo>
                  <a:pt x="77114" y="10160"/>
                </a:lnTo>
                <a:lnTo>
                  <a:pt x="77571" y="10160"/>
                </a:lnTo>
                <a:lnTo>
                  <a:pt x="77571" y="8890"/>
                </a:lnTo>
                <a:lnTo>
                  <a:pt x="78092" y="8890"/>
                </a:lnTo>
                <a:lnTo>
                  <a:pt x="78092" y="7620"/>
                </a:lnTo>
                <a:lnTo>
                  <a:pt x="70269" y="7620"/>
                </a:lnTo>
                <a:lnTo>
                  <a:pt x="70269" y="6350"/>
                </a:lnTo>
                <a:lnTo>
                  <a:pt x="70650" y="6350"/>
                </a:lnTo>
                <a:lnTo>
                  <a:pt x="70650" y="5080"/>
                </a:lnTo>
                <a:lnTo>
                  <a:pt x="71005" y="5080"/>
                </a:lnTo>
                <a:lnTo>
                  <a:pt x="71005" y="3810"/>
                </a:lnTo>
                <a:lnTo>
                  <a:pt x="64782" y="3810"/>
                </a:lnTo>
                <a:lnTo>
                  <a:pt x="64782" y="5080"/>
                </a:lnTo>
                <a:lnTo>
                  <a:pt x="63766" y="5080"/>
                </a:lnTo>
                <a:lnTo>
                  <a:pt x="63766" y="3810"/>
                </a:lnTo>
                <a:lnTo>
                  <a:pt x="63538" y="3810"/>
                </a:lnTo>
                <a:lnTo>
                  <a:pt x="63538" y="1270"/>
                </a:lnTo>
                <a:lnTo>
                  <a:pt x="63131" y="1270"/>
                </a:lnTo>
                <a:lnTo>
                  <a:pt x="63131" y="0"/>
                </a:lnTo>
                <a:lnTo>
                  <a:pt x="56743" y="0"/>
                </a:lnTo>
                <a:lnTo>
                  <a:pt x="56743" y="1270"/>
                </a:lnTo>
                <a:lnTo>
                  <a:pt x="43256" y="1270"/>
                </a:lnTo>
                <a:lnTo>
                  <a:pt x="43256" y="0"/>
                </a:lnTo>
                <a:lnTo>
                  <a:pt x="39471" y="0"/>
                </a:lnTo>
                <a:lnTo>
                  <a:pt x="39471" y="1270"/>
                </a:lnTo>
                <a:lnTo>
                  <a:pt x="37363" y="1270"/>
                </a:lnTo>
                <a:lnTo>
                  <a:pt x="37363" y="0"/>
                </a:lnTo>
                <a:lnTo>
                  <a:pt x="35585" y="0"/>
                </a:lnTo>
                <a:lnTo>
                  <a:pt x="35585" y="1270"/>
                </a:lnTo>
                <a:lnTo>
                  <a:pt x="35509" y="3810"/>
                </a:lnTo>
                <a:lnTo>
                  <a:pt x="34759" y="3810"/>
                </a:lnTo>
                <a:lnTo>
                  <a:pt x="34759" y="5080"/>
                </a:lnTo>
                <a:lnTo>
                  <a:pt x="34124" y="5080"/>
                </a:lnTo>
                <a:lnTo>
                  <a:pt x="34124" y="3810"/>
                </a:lnTo>
                <a:lnTo>
                  <a:pt x="28257" y="3810"/>
                </a:lnTo>
                <a:lnTo>
                  <a:pt x="28257" y="5080"/>
                </a:lnTo>
                <a:lnTo>
                  <a:pt x="28397" y="5080"/>
                </a:lnTo>
                <a:lnTo>
                  <a:pt x="28397" y="6350"/>
                </a:lnTo>
                <a:lnTo>
                  <a:pt x="28816" y="6350"/>
                </a:lnTo>
                <a:lnTo>
                  <a:pt x="28816" y="7620"/>
                </a:lnTo>
                <a:lnTo>
                  <a:pt x="27495" y="7620"/>
                </a:lnTo>
                <a:lnTo>
                  <a:pt x="27495" y="8890"/>
                </a:lnTo>
                <a:lnTo>
                  <a:pt x="25806" y="8890"/>
                </a:lnTo>
                <a:lnTo>
                  <a:pt x="25806" y="7620"/>
                </a:lnTo>
                <a:lnTo>
                  <a:pt x="23507" y="7620"/>
                </a:lnTo>
                <a:lnTo>
                  <a:pt x="23507" y="6350"/>
                </a:lnTo>
                <a:lnTo>
                  <a:pt x="23228" y="6350"/>
                </a:lnTo>
                <a:lnTo>
                  <a:pt x="23228" y="7620"/>
                </a:lnTo>
                <a:lnTo>
                  <a:pt x="21107" y="7620"/>
                </a:lnTo>
                <a:lnTo>
                  <a:pt x="21107" y="8890"/>
                </a:lnTo>
                <a:lnTo>
                  <a:pt x="21450" y="8890"/>
                </a:lnTo>
                <a:lnTo>
                  <a:pt x="21450" y="10160"/>
                </a:lnTo>
                <a:lnTo>
                  <a:pt x="21805" y="10160"/>
                </a:lnTo>
                <a:lnTo>
                  <a:pt x="21805" y="11430"/>
                </a:lnTo>
                <a:lnTo>
                  <a:pt x="18770" y="11430"/>
                </a:lnTo>
                <a:lnTo>
                  <a:pt x="18770" y="10160"/>
                </a:lnTo>
                <a:lnTo>
                  <a:pt x="18542" y="10160"/>
                </a:lnTo>
                <a:lnTo>
                  <a:pt x="18542" y="11430"/>
                </a:lnTo>
                <a:lnTo>
                  <a:pt x="17805" y="11430"/>
                </a:lnTo>
                <a:lnTo>
                  <a:pt x="17805" y="13970"/>
                </a:lnTo>
                <a:lnTo>
                  <a:pt x="18110" y="13970"/>
                </a:lnTo>
                <a:lnTo>
                  <a:pt x="18110" y="15240"/>
                </a:lnTo>
                <a:lnTo>
                  <a:pt x="15875" y="15240"/>
                </a:lnTo>
                <a:lnTo>
                  <a:pt x="15875" y="13970"/>
                </a:lnTo>
                <a:lnTo>
                  <a:pt x="14579" y="13970"/>
                </a:lnTo>
                <a:lnTo>
                  <a:pt x="14579" y="15240"/>
                </a:lnTo>
                <a:lnTo>
                  <a:pt x="14427" y="15240"/>
                </a:lnTo>
                <a:lnTo>
                  <a:pt x="14427" y="17780"/>
                </a:lnTo>
                <a:lnTo>
                  <a:pt x="14351" y="19050"/>
                </a:lnTo>
                <a:lnTo>
                  <a:pt x="13030" y="19050"/>
                </a:lnTo>
                <a:lnTo>
                  <a:pt x="13030" y="17780"/>
                </a:lnTo>
                <a:lnTo>
                  <a:pt x="10795" y="17780"/>
                </a:lnTo>
                <a:lnTo>
                  <a:pt x="10795" y="19050"/>
                </a:lnTo>
                <a:lnTo>
                  <a:pt x="11074" y="19050"/>
                </a:lnTo>
                <a:lnTo>
                  <a:pt x="11074" y="21590"/>
                </a:lnTo>
                <a:lnTo>
                  <a:pt x="10617" y="21590"/>
                </a:lnTo>
                <a:lnTo>
                  <a:pt x="10617" y="22860"/>
                </a:lnTo>
                <a:lnTo>
                  <a:pt x="10198" y="22860"/>
                </a:lnTo>
                <a:lnTo>
                  <a:pt x="10198" y="21590"/>
                </a:lnTo>
                <a:lnTo>
                  <a:pt x="6997" y="21590"/>
                </a:lnTo>
                <a:lnTo>
                  <a:pt x="6997" y="22860"/>
                </a:lnTo>
                <a:lnTo>
                  <a:pt x="7391" y="22860"/>
                </a:lnTo>
                <a:lnTo>
                  <a:pt x="7391" y="24130"/>
                </a:lnTo>
                <a:lnTo>
                  <a:pt x="7366" y="26670"/>
                </a:lnTo>
                <a:lnTo>
                  <a:pt x="7594" y="26670"/>
                </a:lnTo>
                <a:lnTo>
                  <a:pt x="7594" y="27940"/>
                </a:lnTo>
                <a:lnTo>
                  <a:pt x="7581" y="29210"/>
                </a:lnTo>
                <a:lnTo>
                  <a:pt x="5105" y="29210"/>
                </a:lnTo>
                <a:lnTo>
                  <a:pt x="5105" y="27940"/>
                </a:lnTo>
                <a:lnTo>
                  <a:pt x="4152" y="27940"/>
                </a:lnTo>
                <a:lnTo>
                  <a:pt x="4152" y="29210"/>
                </a:lnTo>
                <a:lnTo>
                  <a:pt x="3835" y="29210"/>
                </a:lnTo>
                <a:lnTo>
                  <a:pt x="3835" y="31750"/>
                </a:lnTo>
                <a:lnTo>
                  <a:pt x="3898" y="33020"/>
                </a:lnTo>
                <a:lnTo>
                  <a:pt x="4089" y="33020"/>
                </a:lnTo>
                <a:lnTo>
                  <a:pt x="4089" y="35560"/>
                </a:lnTo>
                <a:lnTo>
                  <a:pt x="266" y="35560"/>
                </a:lnTo>
                <a:lnTo>
                  <a:pt x="266" y="36830"/>
                </a:lnTo>
                <a:lnTo>
                  <a:pt x="254" y="38100"/>
                </a:lnTo>
                <a:lnTo>
                  <a:pt x="431" y="38100"/>
                </a:lnTo>
                <a:lnTo>
                  <a:pt x="431" y="44450"/>
                </a:lnTo>
                <a:lnTo>
                  <a:pt x="177" y="44450"/>
                </a:lnTo>
                <a:lnTo>
                  <a:pt x="177" y="50800"/>
                </a:lnTo>
                <a:lnTo>
                  <a:pt x="190" y="58420"/>
                </a:lnTo>
                <a:lnTo>
                  <a:pt x="190" y="62230"/>
                </a:lnTo>
                <a:lnTo>
                  <a:pt x="0" y="62230"/>
                </a:lnTo>
                <a:lnTo>
                  <a:pt x="0" y="63500"/>
                </a:lnTo>
                <a:lnTo>
                  <a:pt x="533" y="63500"/>
                </a:lnTo>
                <a:lnTo>
                  <a:pt x="533" y="64770"/>
                </a:lnTo>
                <a:lnTo>
                  <a:pt x="1295" y="64770"/>
                </a:lnTo>
                <a:lnTo>
                  <a:pt x="1295" y="63500"/>
                </a:lnTo>
                <a:lnTo>
                  <a:pt x="4191" y="63500"/>
                </a:lnTo>
                <a:lnTo>
                  <a:pt x="4191" y="64770"/>
                </a:lnTo>
                <a:lnTo>
                  <a:pt x="3886" y="64770"/>
                </a:lnTo>
                <a:lnTo>
                  <a:pt x="3886" y="67310"/>
                </a:lnTo>
                <a:lnTo>
                  <a:pt x="4152" y="67310"/>
                </a:lnTo>
                <a:lnTo>
                  <a:pt x="4152" y="68580"/>
                </a:lnTo>
                <a:lnTo>
                  <a:pt x="3835" y="68580"/>
                </a:lnTo>
                <a:lnTo>
                  <a:pt x="3835" y="69850"/>
                </a:lnTo>
                <a:lnTo>
                  <a:pt x="3657" y="69850"/>
                </a:lnTo>
                <a:lnTo>
                  <a:pt x="3657" y="71120"/>
                </a:lnTo>
                <a:lnTo>
                  <a:pt x="6743" y="71120"/>
                </a:lnTo>
                <a:lnTo>
                  <a:pt x="6743" y="69850"/>
                </a:lnTo>
                <a:lnTo>
                  <a:pt x="7035" y="69850"/>
                </a:lnTo>
                <a:lnTo>
                  <a:pt x="7035" y="71120"/>
                </a:lnTo>
                <a:lnTo>
                  <a:pt x="7594" y="71120"/>
                </a:lnTo>
                <a:lnTo>
                  <a:pt x="7594" y="73660"/>
                </a:lnTo>
                <a:lnTo>
                  <a:pt x="7378" y="73660"/>
                </a:lnTo>
                <a:lnTo>
                  <a:pt x="7378" y="74930"/>
                </a:lnTo>
                <a:lnTo>
                  <a:pt x="7378" y="77470"/>
                </a:lnTo>
                <a:lnTo>
                  <a:pt x="7632" y="77470"/>
                </a:lnTo>
                <a:lnTo>
                  <a:pt x="7632" y="78740"/>
                </a:lnTo>
                <a:lnTo>
                  <a:pt x="8801" y="78740"/>
                </a:lnTo>
                <a:lnTo>
                  <a:pt x="8801" y="77470"/>
                </a:lnTo>
                <a:lnTo>
                  <a:pt x="11137" y="77470"/>
                </a:lnTo>
                <a:lnTo>
                  <a:pt x="11137" y="78740"/>
                </a:lnTo>
                <a:lnTo>
                  <a:pt x="10769" y="78740"/>
                </a:lnTo>
                <a:lnTo>
                  <a:pt x="10769" y="81280"/>
                </a:lnTo>
                <a:lnTo>
                  <a:pt x="11442" y="81280"/>
                </a:lnTo>
                <a:lnTo>
                  <a:pt x="11442" y="82550"/>
                </a:lnTo>
                <a:lnTo>
                  <a:pt x="11633" y="82550"/>
                </a:lnTo>
                <a:lnTo>
                  <a:pt x="11633" y="81280"/>
                </a:lnTo>
                <a:lnTo>
                  <a:pt x="14884" y="81280"/>
                </a:lnTo>
                <a:lnTo>
                  <a:pt x="14884" y="82550"/>
                </a:lnTo>
                <a:lnTo>
                  <a:pt x="14465" y="82550"/>
                </a:lnTo>
                <a:lnTo>
                  <a:pt x="14465" y="83820"/>
                </a:lnTo>
                <a:lnTo>
                  <a:pt x="14135" y="83820"/>
                </a:lnTo>
                <a:lnTo>
                  <a:pt x="14135" y="85090"/>
                </a:lnTo>
                <a:lnTo>
                  <a:pt x="17411" y="85090"/>
                </a:lnTo>
                <a:lnTo>
                  <a:pt x="17411" y="83820"/>
                </a:lnTo>
                <a:lnTo>
                  <a:pt x="17487" y="85090"/>
                </a:lnTo>
                <a:lnTo>
                  <a:pt x="18110" y="85090"/>
                </a:lnTo>
                <a:lnTo>
                  <a:pt x="18110" y="87630"/>
                </a:lnTo>
                <a:lnTo>
                  <a:pt x="17780" y="87630"/>
                </a:lnTo>
                <a:lnTo>
                  <a:pt x="17780" y="88900"/>
                </a:lnTo>
                <a:lnTo>
                  <a:pt x="20015" y="88900"/>
                </a:lnTo>
                <a:lnTo>
                  <a:pt x="20015" y="87630"/>
                </a:lnTo>
                <a:lnTo>
                  <a:pt x="21297" y="87630"/>
                </a:lnTo>
                <a:lnTo>
                  <a:pt x="21297" y="88900"/>
                </a:lnTo>
                <a:lnTo>
                  <a:pt x="21450" y="88900"/>
                </a:lnTo>
                <a:lnTo>
                  <a:pt x="21450" y="91440"/>
                </a:lnTo>
                <a:lnTo>
                  <a:pt x="21793" y="91440"/>
                </a:lnTo>
                <a:lnTo>
                  <a:pt x="21793" y="92710"/>
                </a:lnTo>
                <a:lnTo>
                  <a:pt x="24587" y="92710"/>
                </a:lnTo>
                <a:lnTo>
                  <a:pt x="24587" y="91440"/>
                </a:lnTo>
                <a:lnTo>
                  <a:pt x="28727" y="91440"/>
                </a:lnTo>
                <a:lnTo>
                  <a:pt x="28727" y="92710"/>
                </a:lnTo>
                <a:lnTo>
                  <a:pt x="28409" y="92710"/>
                </a:lnTo>
                <a:lnTo>
                  <a:pt x="28409" y="95250"/>
                </a:lnTo>
                <a:lnTo>
                  <a:pt x="28829" y="95250"/>
                </a:lnTo>
                <a:lnTo>
                  <a:pt x="28829" y="96520"/>
                </a:lnTo>
                <a:lnTo>
                  <a:pt x="31051" y="96520"/>
                </a:lnTo>
                <a:lnTo>
                  <a:pt x="31051" y="95250"/>
                </a:lnTo>
                <a:lnTo>
                  <a:pt x="35890" y="95250"/>
                </a:lnTo>
                <a:lnTo>
                  <a:pt x="35890" y="96520"/>
                </a:lnTo>
                <a:lnTo>
                  <a:pt x="35331" y="96520"/>
                </a:lnTo>
                <a:lnTo>
                  <a:pt x="35331" y="99060"/>
                </a:lnTo>
                <a:lnTo>
                  <a:pt x="63715" y="99060"/>
                </a:lnTo>
                <a:lnTo>
                  <a:pt x="63715" y="96520"/>
                </a:lnTo>
                <a:lnTo>
                  <a:pt x="63144" y="96520"/>
                </a:lnTo>
                <a:lnTo>
                  <a:pt x="63144" y="95250"/>
                </a:lnTo>
                <a:lnTo>
                  <a:pt x="70650" y="95250"/>
                </a:lnTo>
                <a:lnTo>
                  <a:pt x="70650" y="92710"/>
                </a:lnTo>
                <a:lnTo>
                  <a:pt x="70307" y="92710"/>
                </a:lnTo>
                <a:lnTo>
                  <a:pt x="70307" y="91440"/>
                </a:lnTo>
                <a:lnTo>
                  <a:pt x="75844" y="91440"/>
                </a:lnTo>
                <a:lnTo>
                  <a:pt x="75844" y="92710"/>
                </a:lnTo>
                <a:lnTo>
                  <a:pt x="77419" y="92710"/>
                </a:lnTo>
                <a:lnTo>
                  <a:pt x="77419" y="91440"/>
                </a:lnTo>
                <a:lnTo>
                  <a:pt x="77546" y="91440"/>
                </a:lnTo>
                <a:lnTo>
                  <a:pt x="77546" y="88900"/>
                </a:lnTo>
                <a:lnTo>
                  <a:pt x="77812" y="88900"/>
                </a:lnTo>
                <a:lnTo>
                  <a:pt x="77812" y="87630"/>
                </a:lnTo>
                <a:lnTo>
                  <a:pt x="79032" y="87630"/>
                </a:lnTo>
                <a:lnTo>
                  <a:pt x="79032" y="88900"/>
                </a:lnTo>
                <a:lnTo>
                  <a:pt x="79844" y="88900"/>
                </a:lnTo>
                <a:lnTo>
                  <a:pt x="79844" y="87630"/>
                </a:lnTo>
                <a:lnTo>
                  <a:pt x="79844" y="85090"/>
                </a:lnTo>
                <a:lnTo>
                  <a:pt x="79844" y="13970"/>
                </a:lnTo>
                <a:lnTo>
                  <a:pt x="79844" y="114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6106404" y="8652298"/>
            <a:ext cx="93345" cy="92710"/>
          </a:xfrm>
          <a:custGeom>
            <a:avLst/>
            <a:gdLst/>
            <a:ahLst/>
            <a:cxnLst/>
            <a:rect l="l" t="t" r="r" b="b"/>
            <a:pathLst>
              <a:path w="93344" h="92709">
                <a:moveTo>
                  <a:pt x="34196" y="92694"/>
                </a:moveTo>
                <a:lnTo>
                  <a:pt x="31916" y="91722"/>
                </a:lnTo>
                <a:lnTo>
                  <a:pt x="32727" y="88770"/>
                </a:lnTo>
                <a:lnTo>
                  <a:pt x="31814" y="87856"/>
                </a:lnTo>
                <a:lnTo>
                  <a:pt x="29563" y="88762"/>
                </a:lnTo>
                <a:lnTo>
                  <a:pt x="28145" y="88039"/>
                </a:lnTo>
                <a:lnTo>
                  <a:pt x="25894" y="88945"/>
                </a:lnTo>
                <a:lnTo>
                  <a:pt x="24856" y="87915"/>
                </a:lnTo>
                <a:lnTo>
                  <a:pt x="25908" y="85269"/>
                </a:lnTo>
                <a:lnTo>
                  <a:pt x="24527" y="84355"/>
                </a:lnTo>
                <a:lnTo>
                  <a:pt x="22671" y="85415"/>
                </a:lnTo>
                <a:lnTo>
                  <a:pt x="21129" y="84458"/>
                </a:lnTo>
                <a:lnTo>
                  <a:pt x="18907" y="85474"/>
                </a:lnTo>
                <a:lnTo>
                  <a:pt x="17745" y="84312"/>
                </a:lnTo>
                <a:lnTo>
                  <a:pt x="18914" y="81973"/>
                </a:lnTo>
                <a:lnTo>
                  <a:pt x="17745" y="80811"/>
                </a:lnTo>
                <a:lnTo>
                  <a:pt x="15406" y="81980"/>
                </a:lnTo>
                <a:lnTo>
                  <a:pt x="14251" y="80825"/>
                </a:lnTo>
                <a:lnTo>
                  <a:pt x="15413" y="78421"/>
                </a:lnTo>
                <a:lnTo>
                  <a:pt x="14200" y="77317"/>
                </a:lnTo>
                <a:lnTo>
                  <a:pt x="11905" y="78487"/>
                </a:lnTo>
                <a:lnTo>
                  <a:pt x="10823" y="77398"/>
                </a:lnTo>
                <a:lnTo>
                  <a:pt x="11876" y="74752"/>
                </a:lnTo>
                <a:lnTo>
                  <a:pt x="10750" y="74006"/>
                </a:lnTo>
                <a:lnTo>
                  <a:pt x="8178" y="74905"/>
                </a:lnTo>
                <a:lnTo>
                  <a:pt x="6716" y="72866"/>
                </a:lnTo>
                <a:lnTo>
                  <a:pt x="8551" y="69110"/>
                </a:lnTo>
                <a:lnTo>
                  <a:pt x="7615" y="66924"/>
                </a:lnTo>
                <a:lnTo>
                  <a:pt x="4662" y="67736"/>
                </a:lnTo>
                <a:lnTo>
                  <a:pt x="3785" y="66851"/>
                </a:lnTo>
                <a:lnTo>
                  <a:pt x="4597" y="64549"/>
                </a:lnTo>
                <a:lnTo>
                  <a:pt x="3997" y="63160"/>
                </a:lnTo>
                <a:lnTo>
                  <a:pt x="4809" y="60858"/>
                </a:lnTo>
                <a:lnTo>
                  <a:pt x="3924" y="59981"/>
                </a:lnTo>
                <a:lnTo>
                  <a:pt x="979" y="60793"/>
                </a:lnTo>
                <a:lnTo>
                  <a:pt x="0" y="58505"/>
                </a:lnTo>
                <a:lnTo>
                  <a:pt x="1096" y="55333"/>
                </a:lnTo>
                <a:lnTo>
                  <a:pt x="314" y="50144"/>
                </a:lnTo>
                <a:lnTo>
                  <a:pt x="913" y="40482"/>
                </a:lnTo>
                <a:lnTo>
                  <a:pt x="789" y="34934"/>
                </a:lnTo>
                <a:lnTo>
                  <a:pt x="460" y="33056"/>
                </a:lnTo>
                <a:lnTo>
                  <a:pt x="979" y="31836"/>
                </a:lnTo>
                <a:lnTo>
                  <a:pt x="3932" y="32647"/>
                </a:lnTo>
                <a:lnTo>
                  <a:pt x="4794" y="31785"/>
                </a:lnTo>
                <a:lnTo>
                  <a:pt x="4027" y="29453"/>
                </a:lnTo>
                <a:lnTo>
                  <a:pt x="4567" y="28086"/>
                </a:lnTo>
                <a:lnTo>
                  <a:pt x="3800" y="25762"/>
                </a:lnTo>
                <a:lnTo>
                  <a:pt x="4662" y="24900"/>
                </a:lnTo>
                <a:lnTo>
                  <a:pt x="7615" y="25704"/>
                </a:lnTo>
                <a:lnTo>
                  <a:pt x="8551" y="23526"/>
                </a:lnTo>
                <a:lnTo>
                  <a:pt x="6716" y="19762"/>
                </a:lnTo>
                <a:lnTo>
                  <a:pt x="8222" y="17672"/>
                </a:lnTo>
                <a:lnTo>
                  <a:pt x="10802" y="18761"/>
                </a:lnTo>
                <a:lnTo>
                  <a:pt x="11898" y="17664"/>
                </a:lnTo>
                <a:lnTo>
                  <a:pt x="10728" y="15325"/>
                </a:lnTo>
                <a:lnTo>
                  <a:pt x="11898" y="14156"/>
                </a:lnTo>
                <a:lnTo>
                  <a:pt x="14237" y="15325"/>
                </a:lnTo>
                <a:lnTo>
                  <a:pt x="15348" y="14207"/>
                </a:lnTo>
                <a:lnTo>
                  <a:pt x="14237" y="11678"/>
                </a:lnTo>
                <a:lnTo>
                  <a:pt x="15501" y="10714"/>
                </a:lnTo>
                <a:lnTo>
                  <a:pt x="17730" y="11832"/>
                </a:lnTo>
                <a:lnTo>
                  <a:pt x="18695" y="10860"/>
                </a:lnTo>
                <a:lnTo>
                  <a:pt x="17884" y="7907"/>
                </a:lnTo>
                <a:lnTo>
                  <a:pt x="20266" y="6891"/>
                </a:lnTo>
                <a:lnTo>
                  <a:pt x="23482" y="8675"/>
                </a:lnTo>
                <a:lnTo>
                  <a:pt x="25835" y="7469"/>
                </a:lnTo>
                <a:lnTo>
                  <a:pt x="24929" y="4633"/>
                </a:lnTo>
                <a:lnTo>
                  <a:pt x="25675" y="3880"/>
                </a:lnTo>
                <a:lnTo>
                  <a:pt x="28342" y="4238"/>
                </a:lnTo>
                <a:lnTo>
                  <a:pt x="29877" y="4143"/>
                </a:lnTo>
                <a:lnTo>
                  <a:pt x="31339" y="4509"/>
                </a:lnTo>
                <a:lnTo>
                  <a:pt x="32362" y="4217"/>
                </a:lnTo>
                <a:lnTo>
                  <a:pt x="32705" y="4114"/>
                </a:lnTo>
                <a:lnTo>
                  <a:pt x="32070" y="1001"/>
                </a:lnTo>
                <a:lnTo>
                  <a:pt x="32771" y="299"/>
                </a:lnTo>
                <a:lnTo>
                  <a:pt x="35271" y="833"/>
                </a:lnTo>
                <a:lnTo>
                  <a:pt x="37997" y="277"/>
                </a:lnTo>
                <a:lnTo>
                  <a:pt x="40708" y="708"/>
                </a:lnTo>
                <a:lnTo>
                  <a:pt x="53045" y="708"/>
                </a:lnTo>
                <a:lnTo>
                  <a:pt x="57379" y="0"/>
                </a:lnTo>
                <a:lnTo>
                  <a:pt x="60727" y="774"/>
                </a:lnTo>
                <a:lnTo>
                  <a:pt x="60164" y="3946"/>
                </a:lnTo>
                <a:lnTo>
                  <a:pt x="60763" y="4545"/>
                </a:lnTo>
                <a:lnTo>
                  <a:pt x="63424" y="4187"/>
                </a:lnTo>
                <a:lnTo>
                  <a:pt x="64798" y="4260"/>
                </a:lnTo>
                <a:lnTo>
                  <a:pt x="66676" y="3851"/>
                </a:lnTo>
                <a:lnTo>
                  <a:pt x="67911" y="4436"/>
                </a:lnTo>
                <a:lnTo>
                  <a:pt x="67049" y="7330"/>
                </a:lnTo>
                <a:lnTo>
                  <a:pt x="67780" y="8054"/>
                </a:lnTo>
                <a:lnTo>
                  <a:pt x="70440" y="7695"/>
                </a:lnTo>
                <a:lnTo>
                  <a:pt x="71638" y="7761"/>
                </a:lnTo>
                <a:lnTo>
                  <a:pt x="73919" y="7352"/>
                </a:lnTo>
                <a:lnTo>
                  <a:pt x="75030" y="8112"/>
                </a:lnTo>
                <a:lnTo>
                  <a:pt x="73963" y="10736"/>
                </a:lnTo>
                <a:lnTo>
                  <a:pt x="74949" y="11722"/>
                </a:lnTo>
                <a:lnTo>
                  <a:pt x="77595" y="10670"/>
                </a:lnTo>
                <a:lnTo>
                  <a:pt x="78428" y="11934"/>
                </a:lnTo>
                <a:lnTo>
                  <a:pt x="77383" y="14156"/>
                </a:lnTo>
                <a:lnTo>
                  <a:pt x="78552" y="15326"/>
                </a:lnTo>
                <a:lnTo>
                  <a:pt x="80891" y="14156"/>
                </a:lnTo>
                <a:lnTo>
                  <a:pt x="81958" y="15231"/>
                </a:lnTo>
                <a:lnTo>
                  <a:pt x="80906" y="17876"/>
                </a:lnTo>
                <a:lnTo>
                  <a:pt x="82039" y="18629"/>
                </a:lnTo>
                <a:lnTo>
                  <a:pt x="84597" y="17723"/>
                </a:lnTo>
                <a:lnTo>
                  <a:pt x="86066" y="19740"/>
                </a:lnTo>
                <a:lnTo>
                  <a:pt x="84231" y="23533"/>
                </a:lnTo>
                <a:lnTo>
                  <a:pt x="85159" y="25704"/>
                </a:lnTo>
                <a:lnTo>
                  <a:pt x="88112" y="24900"/>
                </a:lnTo>
                <a:lnTo>
                  <a:pt x="89026" y="25813"/>
                </a:lnTo>
                <a:lnTo>
                  <a:pt x="88119" y="28064"/>
                </a:lnTo>
                <a:lnTo>
                  <a:pt x="88843" y="29482"/>
                </a:lnTo>
                <a:lnTo>
                  <a:pt x="87937" y="31733"/>
                </a:lnTo>
                <a:lnTo>
                  <a:pt x="88967" y="32771"/>
                </a:lnTo>
                <a:lnTo>
                  <a:pt x="91613" y="31719"/>
                </a:lnTo>
                <a:lnTo>
                  <a:pt x="92417" y="32925"/>
                </a:lnTo>
                <a:lnTo>
                  <a:pt x="91854" y="35008"/>
                </a:lnTo>
                <a:lnTo>
                  <a:pt x="92526" y="39049"/>
                </a:lnTo>
                <a:lnTo>
                  <a:pt x="91986" y="43003"/>
                </a:lnTo>
                <a:lnTo>
                  <a:pt x="91986" y="48573"/>
                </a:lnTo>
                <a:lnTo>
                  <a:pt x="92300" y="51101"/>
                </a:lnTo>
                <a:lnTo>
                  <a:pt x="91701" y="55326"/>
                </a:lnTo>
                <a:lnTo>
                  <a:pt x="92768" y="58512"/>
                </a:lnTo>
                <a:lnTo>
                  <a:pt x="91796" y="60793"/>
                </a:lnTo>
                <a:lnTo>
                  <a:pt x="88843" y="59981"/>
                </a:lnTo>
                <a:lnTo>
                  <a:pt x="87937" y="60895"/>
                </a:lnTo>
                <a:lnTo>
                  <a:pt x="88843" y="63146"/>
                </a:lnTo>
                <a:lnTo>
                  <a:pt x="88119" y="64564"/>
                </a:lnTo>
                <a:lnTo>
                  <a:pt x="89026" y="66815"/>
                </a:lnTo>
                <a:lnTo>
                  <a:pt x="87988" y="67853"/>
                </a:lnTo>
                <a:lnTo>
                  <a:pt x="85342" y="66800"/>
                </a:lnTo>
                <a:lnTo>
                  <a:pt x="84429" y="68182"/>
                </a:lnTo>
                <a:lnTo>
                  <a:pt x="85488" y="70038"/>
                </a:lnTo>
                <a:lnTo>
                  <a:pt x="84538" y="71580"/>
                </a:lnTo>
                <a:lnTo>
                  <a:pt x="85554" y="73802"/>
                </a:lnTo>
                <a:lnTo>
                  <a:pt x="84392" y="74964"/>
                </a:lnTo>
                <a:lnTo>
                  <a:pt x="82053" y="73795"/>
                </a:lnTo>
                <a:lnTo>
                  <a:pt x="80884" y="74964"/>
                </a:lnTo>
                <a:lnTo>
                  <a:pt x="82053" y="77303"/>
                </a:lnTo>
                <a:lnTo>
                  <a:pt x="80898" y="78457"/>
                </a:lnTo>
                <a:lnTo>
                  <a:pt x="78501" y="77295"/>
                </a:lnTo>
                <a:lnTo>
                  <a:pt x="77398" y="78516"/>
                </a:lnTo>
                <a:lnTo>
                  <a:pt x="78560" y="80803"/>
                </a:lnTo>
                <a:lnTo>
                  <a:pt x="77478" y="81885"/>
                </a:lnTo>
                <a:lnTo>
                  <a:pt x="74832" y="80833"/>
                </a:lnTo>
                <a:lnTo>
                  <a:pt x="74080" y="81965"/>
                </a:lnTo>
                <a:lnTo>
                  <a:pt x="74986" y="84516"/>
                </a:lnTo>
                <a:lnTo>
                  <a:pt x="72969" y="85985"/>
                </a:lnTo>
                <a:lnTo>
                  <a:pt x="69175" y="84158"/>
                </a:lnTo>
                <a:lnTo>
                  <a:pt x="67005" y="85086"/>
                </a:lnTo>
                <a:lnTo>
                  <a:pt x="67816" y="88039"/>
                </a:lnTo>
                <a:lnTo>
                  <a:pt x="66902" y="88945"/>
                </a:lnTo>
                <a:lnTo>
                  <a:pt x="64644" y="88039"/>
                </a:lnTo>
                <a:lnTo>
                  <a:pt x="63226" y="88762"/>
                </a:lnTo>
                <a:lnTo>
                  <a:pt x="60975" y="87856"/>
                </a:lnTo>
                <a:lnTo>
                  <a:pt x="59937" y="88894"/>
                </a:lnTo>
                <a:lnTo>
                  <a:pt x="60990" y="91540"/>
                </a:lnTo>
                <a:lnTo>
                  <a:pt x="59784" y="92344"/>
                </a:lnTo>
                <a:lnTo>
                  <a:pt x="57701" y="91781"/>
                </a:lnTo>
                <a:lnTo>
                  <a:pt x="53659" y="92453"/>
                </a:lnTo>
                <a:lnTo>
                  <a:pt x="49705" y="91913"/>
                </a:lnTo>
                <a:lnTo>
                  <a:pt x="44136" y="91913"/>
                </a:lnTo>
                <a:lnTo>
                  <a:pt x="41615" y="92219"/>
                </a:lnTo>
                <a:lnTo>
                  <a:pt x="37383" y="91627"/>
                </a:lnTo>
                <a:lnTo>
                  <a:pt x="34196" y="92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5" name="object 16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903269" y="8659570"/>
            <a:ext cx="78084" cy="78077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5699657" y="8666594"/>
            <a:ext cx="64264" cy="64008"/>
          </a:xfrm>
          <a:prstGeom prst="rect">
            <a:avLst/>
          </a:prstGeom>
        </p:spPr>
      </p:pic>
      <p:sp>
        <p:nvSpPr>
          <p:cNvPr id="167" name="object 167"/>
          <p:cNvSpPr/>
          <p:nvPr/>
        </p:nvSpPr>
        <p:spPr>
          <a:xfrm>
            <a:off x="15496046" y="8673727"/>
            <a:ext cx="50800" cy="50165"/>
          </a:xfrm>
          <a:custGeom>
            <a:avLst/>
            <a:gdLst/>
            <a:ahLst/>
            <a:cxnLst/>
            <a:rect l="l" t="t" r="r" b="b"/>
            <a:pathLst>
              <a:path w="50800" h="50165">
                <a:moveTo>
                  <a:pt x="30265" y="49954"/>
                </a:moveTo>
                <a:lnTo>
                  <a:pt x="27385" y="49442"/>
                </a:lnTo>
                <a:lnTo>
                  <a:pt x="23175" y="49442"/>
                </a:lnTo>
                <a:lnTo>
                  <a:pt x="20296" y="49954"/>
                </a:lnTo>
                <a:lnTo>
                  <a:pt x="17643" y="49289"/>
                </a:lnTo>
                <a:lnTo>
                  <a:pt x="15187" y="49873"/>
                </a:lnTo>
                <a:lnTo>
                  <a:pt x="14171" y="48857"/>
                </a:lnTo>
                <a:lnTo>
                  <a:pt x="15223" y="46636"/>
                </a:lnTo>
                <a:lnTo>
                  <a:pt x="14756" y="45934"/>
                </a:lnTo>
                <a:lnTo>
                  <a:pt x="14054" y="45466"/>
                </a:lnTo>
                <a:lnTo>
                  <a:pt x="11832" y="46519"/>
                </a:lnTo>
                <a:lnTo>
                  <a:pt x="10758" y="45444"/>
                </a:lnTo>
                <a:lnTo>
                  <a:pt x="11810" y="42799"/>
                </a:lnTo>
                <a:lnTo>
                  <a:pt x="10546" y="41958"/>
                </a:lnTo>
                <a:lnTo>
                  <a:pt x="8324" y="43011"/>
                </a:lnTo>
                <a:lnTo>
                  <a:pt x="7155" y="41841"/>
                </a:lnTo>
                <a:lnTo>
                  <a:pt x="8324" y="39503"/>
                </a:lnTo>
                <a:lnTo>
                  <a:pt x="7250" y="38428"/>
                </a:lnTo>
                <a:lnTo>
                  <a:pt x="4604" y="39481"/>
                </a:lnTo>
                <a:lnTo>
                  <a:pt x="3690" y="38107"/>
                </a:lnTo>
                <a:lnTo>
                  <a:pt x="4662" y="36294"/>
                </a:lnTo>
                <a:lnTo>
                  <a:pt x="4231" y="35410"/>
                </a:lnTo>
                <a:lnTo>
                  <a:pt x="3530" y="34942"/>
                </a:lnTo>
                <a:lnTo>
                  <a:pt x="1308" y="35994"/>
                </a:lnTo>
                <a:lnTo>
                  <a:pt x="277" y="34964"/>
                </a:lnTo>
                <a:lnTo>
                  <a:pt x="898" y="32537"/>
                </a:lnTo>
                <a:lnTo>
                  <a:pt x="175" y="29936"/>
                </a:lnTo>
                <a:lnTo>
                  <a:pt x="723" y="26939"/>
                </a:lnTo>
                <a:lnTo>
                  <a:pt x="723" y="23752"/>
                </a:lnTo>
                <a:lnTo>
                  <a:pt x="584" y="22503"/>
                </a:lnTo>
                <a:lnTo>
                  <a:pt x="847" y="20325"/>
                </a:lnTo>
                <a:lnTo>
                  <a:pt x="0" y="14953"/>
                </a:lnTo>
                <a:lnTo>
                  <a:pt x="1425" y="13783"/>
                </a:lnTo>
                <a:lnTo>
                  <a:pt x="3435" y="14814"/>
                </a:lnTo>
                <a:lnTo>
                  <a:pt x="4231" y="14361"/>
                </a:lnTo>
                <a:lnTo>
                  <a:pt x="4699" y="13659"/>
                </a:lnTo>
                <a:lnTo>
                  <a:pt x="3647" y="11437"/>
                </a:lnTo>
                <a:lnTo>
                  <a:pt x="4721" y="10363"/>
                </a:lnTo>
                <a:lnTo>
                  <a:pt x="7367" y="11416"/>
                </a:lnTo>
                <a:lnTo>
                  <a:pt x="8207" y="10151"/>
                </a:lnTo>
                <a:lnTo>
                  <a:pt x="7155" y="7929"/>
                </a:lnTo>
                <a:lnTo>
                  <a:pt x="8324" y="6760"/>
                </a:lnTo>
                <a:lnTo>
                  <a:pt x="10663" y="7929"/>
                </a:lnTo>
                <a:lnTo>
                  <a:pt x="11737" y="6855"/>
                </a:lnTo>
                <a:lnTo>
                  <a:pt x="10685" y="4209"/>
                </a:lnTo>
                <a:lnTo>
                  <a:pt x="12059" y="3296"/>
                </a:lnTo>
                <a:lnTo>
                  <a:pt x="13871" y="4268"/>
                </a:lnTo>
                <a:lnTo>
                  <a:pt x="14756" y="3837"/>
                </a:lnTo>
                <a:lnTo>
                  <a:pt x="15085" y="3464"/>
                </a:lnTo>
                <a:lnTo>
                  <a:pt x="14339" y="496"/>
                </a:lnTo>
                <a:lnTo>
                  <a:pt x="15545" y="0"/>
                </a:lnTo>
                <a:lnTo>
                  <a:pt x="17394" y="328"/>
                </a:lnTo>
                <a:lnTo>
                  <a:pt x="33159" y="328"/>
                </a:lnTo>
                <a:lnTo>
                  <a:pt x="35023" y="0"/>
                </a:lnTo>
                <a:lnTo>
                  <a:pt x="36221" y="504"/>
                </a:lnTo>
                <a:lnTo>
                  <a:pt x="35468" y="3464"/>
                </a:lnTo>
                <a:lnTo>
                  <a:pt x="35805" y="3837"/>
                </a:lnTo>
                <a:lnTo>
                  <a:pt x="36506" y="4304"/>
                </a:lnTo>
                <a:lnTo>
                  <a:pt x="38728" y="3252"/>
                </a:lnTo>
                <a:lnTo>
                  <a:pt x="39802" y="4326"/>
                </a:lnTo>
                <a:lnTo>
                  <a:pt x="38750" y="6972"/>
                </a:lnTo>
                <a:lnTo>
                  <a:pt x="40014" y="7812"/>
                </a:lnTo>
                <a:lnTo>
                  <a:pt x="42236" y="6760"/>
                </a:lnTo>
                <a:lnTo>
                  <a:pt x="43406" y="7929"/>
                </a:lnTo>
                <a:lnTo>
                  <a:pt x="42236" y="10268"/>
                </a:lnTo>
                <a:lnTo>
                  <a:pt x="43311" y="11342"/>
                </a:lnTo>
                <a:lnTo>
                  <a:pt x="45956" y="10290"/>
                </a:lnTo>
                <a:lnTo>
                  <a:pt x="46870" y="11664"/>
                </a:lnTo>
                <a:lnTo>
                  <a:pt x="45898" y="13476"/>
                </a:lnTo>
                <a:lnTo>
                  <a:pt x="46329" y="14361"/>
                </a:lnTo>
                <a:lnTo>
                  <a:pt x="47031" y="14829"/>
                </a:lnTo>
                <a:lnTo>
                  <a:pt x="49253" y="13776"/>
                </a:lnTo>
                <a:lnTo>
                  <a:pt x="50166" y="14690"/>
                </a:lnTo>
                <a:lnTo>
                  <a:pt x="49815" y="17357"/>
                </a:lnTo>
                <a:lnTo>
                  <a:pt x="50020" y="21348"/>
                </a:lnTo>
                <a:lnTo>
                  <a:pt x="49837" y="24907"/>
                </a:lnTo>
                <a:lnTo>
                  <a:pt x="49837" y="29373"/>
                </a:lnTo>
                <a:lnTo>
                  <a:pt x="50122" y="30973"/>
                </a:lnTo>
                <a:lnTo>
                  <a:pt x="49640" y="32552"/>
                </a:lnTo>
                <a:lnTo>
                  <a:pt x="50290" y="34957"/>
                </a:lnTo>
                <a:lnTo>
                  <a:pt x="49253" y="35994"/>
                </a:lnTo>
                <a:lnTo>
                  <a:pt x="47031" y="34971"/>
                </a:lnTo>
                <a:lnTo>
                  <a:pt x="46329" y="35410"/>
                </a:lnTo>
                <a:lnTo>
                  <a:pt x="45861" y="36111"/>
                </a:lnTo>
                <a:lnTo>
                  <a:pt x="46914" y="38333"/>
                </a:lnTo>
                <a:lnTo>
                  <a:pt x="45839" y="39408"/>
                </a:lnTo>
                <a:lnTo>
                  <a:pt x="43194" y="38355"/>
                </a:lnTo>
                <a:lnTo>
                  <a:pt x="42353" y="39619"/>
                </a:lnTo>
                <a:lnTo>
                  <a:pt x="43406" y="41841"/>
                </a:lnTo>
                <a:lnTo>
                  <a:pt x="42236" y="43011"/>
                </a:lnTo>
                <a:lnTo>
                  <a:pt x="39897" y="41841"/>
                </a:lnTo>
                <a:lnTo>
                  <a:pt x="38823" y="42916"/>
                </a:lnTo>
                <a:lnTo>
                  <a:pt x="39876" y="45561"/>
                </a:lnTo>
                <a:lnTo>
                  <a:pt x="38501" y="46475"/>
                </a:lnTo>
                <a:lnTo>
                  <a:pt x="36689" y="45503"/>
                </a:lnTo>
                <a:lnTo>
                  <a:pt x="35805" y="45934"/>
                </a:lnTo>
                <a:lnTo>
                  <a:pt x="35337" y="46636"/>
                </a:lnTo>
                <a:lnTo>
                  <a:pt x="36389" y="48857"/>
                </a:lnTo>
                <a:lnTo>
                  <a:pt x="35373" y="49873"/>
                </a:lnTo>
                <a:lnTo>
                  <a:pt x="32918" y="49289"/>
                </a:lnTo>
                <a:lnTo>
                  <a:pt x="30265" y="499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5296477" y="8683856"/>
            <a:ext cx="29209" cy="29845"/>
          </a:xfrm>
          <a:custGeom>
            <a:avLst/>
            <a:gdLst/>
            <a:ahLst/>
            <a:cxnLst/>
            <a:rect l="l" t="t" r="r" b="b"/>
            <a:pathLst>
              <a:path w="29209" h="29845">
                <a:moveTo>
                  <a:pt x="4911" y="29541"/>
                </a:moveTo>
                <a:lnTo>
                  <a:pt x="3288" y="28408"/>
                </a:lnTo>
                <a:lnTo>
                  <a:pt x="4275" y="25821"/>
                </a:lnTo>
                <a:lnTo>
                  <a:pt x="3837" y="25280"/>
                </a:lnTo>
                <a:lnTo>
                  <a:pt x="3135" y="24812"/>
                </a:lnTo>
                <a:lnTo>
                  <a:pt x="913" y="25865"/>
                </a:lnTo>
                <a:lnTo>
                  <a:pt x="0" y="24951"/>
                </a:lnTo>
                <a:lnTo>
                  <a:pt x="358" y="22283"/>
                </a:lnTo>
                <a:lnTo>
                  <a:pt x="21" y="15939"/>
                </a:lnTo>
                <a:lnTo>
                  <a:pt x="562" y="10063"/>
                </a:lnTo>
                <a:lnTo>
                  <a:pt x="328" y="4231"/>
                </a:lnTo>
                <a:lnTo>
                  <a:pt x="3837" y="4231"/>
                </a:lnTo>
                <a:lnTo>
                  <a:pt x="4173" y="3858"/>
                </a:lnTo>
                <a:lnTo>
                  <a:pt x="3420" y="898"/>
                </a:lnTo>
                <a:lnTo>
                  <a:pt x="4721" y="350"/>
                </a:lnTo>
                <a:lnTo>
                  <a:pt x="6387" y="833"/>
                </a:lnTo>
                <a:lnTo>
                  <a:pt x="10480" y="372"/>
                </a:lnTo>
                <a:lnTo>
                  <a:pt x="14741" y="350"/>
                </a:lnTo>
                <a:lnTo>
                  <a:pt x="18922" y="847"/>
                </a:lnTo>
                <a:lnTo>
                  <a:pt x="24293" y="0"/>
                </a:lnTo>
                <a:lnTo>
                  <a:pt x="25455" y="1425"/>
                </a:lnTo>
                <a:lnTo>
                  <a:pt x="24425" y="3442"/>
                </a:lnTo>
                <a:lnTo>
                  <a:pt x="24885" y="4231"/>
                </a:lnTo>
                <a:lnTo>
                  <a:pt x="28393" y="4231"/>
                </a:lnTo>
                <a:lnTo>
                  <a:pt x="28393" y="22642"/>
                </a:lnTo>
                <a:lnTo>
                  <a:pt x="28715" y="24491"/>
                </a:lnTo>
                <a:lnTo>
                  <a:pt x="28225" y="25697"/>
                </a:lnTo>
                <a:lnTo>
                  <a:pt x="25251" y="24951"/>
                </a:lnTo>
                <a:lnTo>
                  <a:pt x="24885" y="25280"/>
                </a:lnTo>
                <a:lnTo>
                  <a:pt x="24418" y="25982"/>
                </a:lnTo>
                <a:lnTo>
                  <a:pt x="25470" y="28203"/>
                </a:lnTo>
                <a:lnTo>
                  <a:pt x="24549" y="29117"/>
                </a:lnTo>
                <a:lnTo>
                  <a:pt x="21889" y="28766"/>
                </a:lnTo>
                <a:lnTo>
                  <a:pt x="20208" y="28847"/>
                </a:lnTo>
                <a:lnTo>
                  <a:pt x="19031" y="28744"/>
                </a:lnTo>
                <a:lnTo>
                  <a:pt x="17869" y="28788"/>
                </a:lnTo>
                <a:lnTo>
                  <a:pt x="9479" y="28788"/>
                </a:lnTo>
                <a:lnTo>
                  <a:pt x="4911" y="29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6825850" y="8740257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3744" y="127169"/>
                </a:moveTo>
                <a:lnTo>
                  <a:pt x="71289" y="126585"/>
                </a:lnTo>
                <a:lnTo>
                  <a:pt x="68643" y="127242"/>
                </a:lnTo>
                <a:lnTo>
                  <a:pt x="65756" y="126738"/>
                </a:lnTo>
                <a:lnTo>
                  <a:pt x="61546" y="126738"/>
                </a:lnTo>
                <a:lnTo>
                  <a:pt x="58667" y="127242"/>
                </a:lnTo>
                <a:lnTo>
                  <a:pt x="56014" y="126585"/>
                </a:lnTo>
                <a:lnTo>
                  <a:pt x="53558" y="127169"/>
                </a:lnTo>
                <a:lnTo>
                  <a:pt x="52878" y="126490"/>
                </a:lnTo>
                <a:lnTo>
                  <a:pt x="53404" y="123281"/>
                </a:lnTo>
                <a:lnTo>
                  <a:pt x="50993" y="122799"/>
                </a:lnTo>
                <a:lnTo>
                  <a:pt x="48288" y="123230"/>
                </a:lnTo>
                <a:lnTo>
                  <a:pt x="44239" y="123230"/>
                </a:lnTo>
                <a:lnTo>
                  <a:pt x="40819" y="123888"/>
                </a:lnTo>
                <a:lnTo>
                  <a:pt x="38685" y="123077"/>
                </a:lnTo>
                <a:lnTo>
                  <a:pt x="39438" y="120065"/>
                </a:lnTo>
                <a:lnTo>
                  <a:pt x="38765" y="119393"/>
                </a:lnTo>
                <a:lnTo>
                  <a:pt x="36098" y="119744"/>
                </a:lnTo>
                <a:lnTo>
                  <a:pt x="34899" y="119685"/>
                </a:lnTo>
                <a:lnTo>
                  <a:pt x="32626" y="120095"/>
                </a:lnTo>
                <a:lnTo>
                  <a:pt x="31515" y="119335"/>
                </a:lnTo>
                <a:lnTo>
                  <a:pt x="32575" y="116711"/>
                </a:lnTo>
                <a:lnTo>
                  <a:pt x="31493" y="115629"/>
                </a:lnTo>
                <a:lnTo>
                  <a:pt x="29154" y="116798"/>
                </a:lnTo>
                <a:lnTo>
                  <a:pt x="27985" y="115629"/>
                </a:lnTo>
                <a:lnTo>
                  <a:pt x="29154" y="113290"/>
                </a:lnTo>
                <a:lnTo>
                  <a:pt x="27992" y="112128"/>
                </a:lnTo>
                <a:lnTo>
                  <a:pt x="25770" y="113144"/>
                </a:lnTo>
                <a:lnTo>
                  <a:pt x="24352" y="112267"/>
                </a:lnTo>
                <a:lnTo>
                  <a:pt x="22131" y="113283"/>
                </a:lnTo>
                <a:lnTo>
                  <a:pt x="21064" y="112216"/>
                </a:lnTo>
                <a:lnTo>
                  <a:pt x="22116" y="109570"/>
                </a:lnTo>
                <a:lnTo>
                  <a:pt x="20851" y="108730"/>
                </a:lnTo>
                <a:lnTo>
                  <a:pt x="18630" y="109782"/>
                </a:lnTo>
                <a:lnTo>
                  <a:pt x="17460" y="108613"/>
                </a:lnTo>
                <a:lnTo>
                  <a:pt x="18630" y="106274"/>
                </a:lnTo>
                <a:lnTo>
                  <a:pt x="17680" y="105317"/>
                </a:lnTo>
                <a:lnTo>
                  <a:pt x="14727" y="106128"/>
                </a:lnTo>
                <a:lnTo>
                  <a:pt x="13806" y="103979"/>
                </a:lnTo>
                <a:lnTo>
                  <a:pt x="15626" y="100128"/>
                </a:lnTo>
                <a:lnTo>
                  <a:pt x="14098" y="98088"/>
                </a:lnTo>
                <a:lnTo>
                  <a:pt x="11555" y="99199"/>
                </a:lnTo>
                <a:lnTo>
                  <a:pt x="10539" y="98183"/>
                </a:lnTo>
                <a:lnTo>
                  <a:pt x="11591" y="95538"/>
                </a:lnTo>
                <a:lnTo>
                  <a:pt x="10488" y="94807"/>
                </a:lnTo>
                <a:lnTo>
                  <a:pt x="7864" y="95669"/>
                </a:lnTo>
                <a:lnTo>
                  <a:pt x="6658" y="93893"/>
                </a:lnTo>
                <a:lnTo>
                  <a:pt x="8660" y="89077"/>
                </a:lnTo>
                <a:lnTo>
                  <a:pt x="7162" y="87856"/>
                </a:lnTo>
                <a:lnTo>
                  <a:pt x="4158" y="88521"/>
                </a:lnTo>
                <a:lnTo>
                  <a:pt x="3354" y="86424"/>
                </a:lnTo>
                <a:lnTo>
                  <a:pt x="4012" y="83003"/>
                </a:lnTo>
                <a:lnTo>
                  <a:pt x="4012" y="78947"/>
                </a:lnTo>
                <a:lnTo>
                  <a:pt x="4436" y="76250"/>
                </a:lnTo>
                <a:lnTo>
                  <a:pt x="3954" y="73838"/>
                </a:lnTo>
                <a:lnTo>
                  <a:pt x="752" y="74364"/>
                </a:lnTo>
                <a:lnTo>
                  <a:pt x="73" y="73685"/>
                </a:lnTo>
                <a:lnTo>
                  <a:pt x="657" y="71229"/>
                </a:lnTo>
                <a:lnTo>
                  <a:pt x="0" y="68576"/>
                </a:lnTo>
                <a:lnTo>
                  <a:pt x="504" y="65697"/>
                </a:lnTo>
                <a:lnTo>
                  <a:pt x="504" y="61487"/>
                </a:lnTo>
                <a:lnTo>
                  <a:pt x="0" y="58607"/>
                </a:lnTo>
                <a:lnTo>
                  <a:pt x="657" y="55954"/>
                </a:lnTo>
                <a:lnTo>
                  <a:pt x="73" y="53498"/>
                </a:lnTo>
                <a:lnTo>
                  <a:pt x="752" y="52819"/>
                </a:lnTo>
                <a:lnTo>
                  <a:pt x="3961" y="53345"/>
                </a:lnTo>
                <a:lnTo>
                  <a:pt x="4436" y="50933"/>
                </a:lnTo>
                <a:lnTo>
                  <a:pt x="4012" y="48229"/>
                </a:lnTo>
                <a:lnTo>
                  <a:pt x="4012" y="44180"/>
                </a:lnTo>
                <a:lnTo>
                  <a:pt x="3354" y="40759"/>
                </a:lnTo>
                <a:lnTo>
                  <a:pt x="4165" y="38625"/>
                </a:lnTo>
                <a:lnTo>
                  <a:pt x="7177" y="39378"/>
                </a:lnTo>
                <a:lnTo>
                  <a:pt x="7849" y="38706"/>
                </a:lnTo>
                <a:lnTo>
                  <a:pt x="7491" y="36038"/>
                </a:lnTo>
                <a:lnTo>
                  <a:pt x="7557" y="34847"/>
                </a:lnTo>
                <a:lnTo>
                  <a:pt x="7148" y="32559"/>
                </a:lnTo>
                <a:lnTo>
                  <a:pt x="7908" y="31448"/>
                </a:lnTo>
                <a:lnTo>
                  <a:pt x="10531" y="32515"/>
                </a:lnTo>
                <a:lnTo>
                  <a:pt x="11518" y="31529"/>
                </a:lnTo>
                <a:lnTo>
                  <a:pt x="10466" y="28883"/>
                </a:lnTo>
                <a:lnTo>
                  <a:pt x="11430" y="28240"/>
                </a:lnTo>
                <a:lnTo>
                  <a:pt x="14361" y="28897"/>
                </a:lnTo>
                <a:lnTo>
                  <a:pt x="14873" y="27757"/>
                </a:lnTo>
                <a:lnTo>
                  <a:pt x="14537" y="25835"/>
                </a:lnTo>
                <a:lnTo>
                  <a:pt x="14537" y="24454"/>
                </a:lnTo>
                <a:lnTo>
                  <a:pt x="14208" y="21889"/>
                </a:lnTo>
                <a:lnTo>
                  <a:pt x="15034" y="20902"/>
                </a:lnTo>
                <a:lnTo>
                  <a:pt x="17489" y="22049"/>
                </a:lnTo>
                <a:lnTo>
                  <a:pt x="18535" y="21004"/>
                </a:lnTo>
                <a:lnTo>
                  <a:pt x="17482" y="18358"/>
                </a:lnTo>
                <a:lnTo>
                  <a:pt x="18856" y="17445"/>
                </a:lnTo>
                <a:lnTo>
                  <a:pt x="20735" y="18519"/>
                </a:lnTo>
                <a:lnTo>
                  <a:pt x="22109" y="17628"/>
                </a:lnTo>
                <a:lnTo>
                  <a:pt x="21071" y="14960"/>
                </a:lnTo>
                <a:lnTo>
                  <a:pt x="21882" y="14141"/>
                </a:lnTo>
                <a:lnTo>
                  <a:pt x="24550" y="14500"/>
                </a:lnTo>
                <a:lnTo>
                  <a:pt x="25741" y="14441"/>
                </a:lnTo>
                <a:lnTo>
                  <a:pt x="28029" y="14850"/>
                </a:lnTo>
                <a:lnTo>
                  <a:pt x="29140" y="14090"/>
                </a:lnTo>
                <a:lnTo>
                  <a:pt x="28073" y="11467"/>
                </a:lnTo>
                <a:lnTo>
                  <a:pt x="29059" y="10480"/>
                </a:lnTo>
                <a:lnTo>
                  <a:pt x="31705" y="11532"/>
                </a:lnTo>
                <a:lnTo>
                  <a:pt x="32465" y="10385"/>
                </a:lnTo>
                <a:lnTo>
                  <a:pt x="31544" y="7863"/>
                </a:lnTo>
                <a:lnTo>
                  <a:pt x="33320" y="6526"/>
                </a:lnTo>
                <a:lnTo>
                  <a:pt x="38144" y="8624"/>
                </a:lnTo>
                <a:lnTo>
                  <a:pt x="39364" y="7133"/>
                </a:lnTo>
                <a:lnTo>
                  <a:pt x="38751" y="4063"/>
                </a:lnTo>
                <a:lnTo>
                  <a:pt x="40943" y="3339"/>
                </a:lnTo>
                <a:lnTo>
                  <a:pt x="44151" y="3953"/>
                </a:lnTo>
                <a:lnTo>
                  <a:pt x="48303" y="3953"/>
                </a:lnTo>
                <a:lnTo>
                  <a:pt x="50934" y="4319"/>
                </a:lnTo>
                <a:lnTo>
                  <a:pt x="53133" y="3961"/>
                </a:lnTo>
                <a:lnTo>
                  <a:pt x="53382" y="3917"/>
                </a:lnTo>
                <a:lnTo>
                  <a:pt x="52899" y="687"/>
                </a:lnTo>
                <a:lnTo>
                  <a:pt x="53469" y="116"/>
                </a:lnTo>
                <a:lnTo>
                  <a:pt x="56130" y="475"/>
                </a:lnTo>
                <a:lnTo>
                  <a:pt x="60128" y="270"/>
                </a:lnTo>
                <a:lnTo>
                  <a:pt x="63680" y="453"/>
                </a:lnTo>
                <a:lnTo>
                  <a:pt x="68145" y="453"/>
                </a:lnTo>
                <a:lnTo>
                  <a:pt x="69739" y="168"/>
                </a:lnTo>
                <a:lnTo>
                  <a:pt x="71317" y="643"/>
                </a:lnTo>
                <a:lnTo>
                  <a:pt x="73722" y="0"/>
                </a:lnTo>
                <a:lnTo>
                  <a:pt x="74409" y="687"/>
                </a:lnTo>
                <a:lnTo>
                  <a:pt x="73912" y="3917"/>
                </a:lnTo>
                <a:lnTo>
                  <a:pt x="76346" y="4348"/>
                </a:lnTo>
                <a:lnTo>
                  <a:pt x="78977" y="3961"/>
                </a:lnTo>
                <a:lnTo>
                  <a:pt x="83070" y="3961"/>
                </a:lnTo>
                <a:lnTo>
                  <a:pt x="86461" y="3303"/>
                </a:lnTo>
                <a:lnTo>
                  <a:pt x="88610" y="4114"/>
                </a:lnTo>
                <a:lnTo>
                  <a:pt x="87871" y="7133"/>
                </a:lnTo>
                <a:lnTo>
                  <a:pt x="88537" y="7798"/>
                </a:lnTo>
                <a:lnTo>
                  <a:pt x="91204" y="7440"/>
                </a:lnTo>
                <a:lnTo>
                  <a:pt x="92505" y="7505"/>
                </a:lnTo>
                <a:lnTo>
                  <a:pt x="94537" y="7096"/>
                </a:lnTo>
                <a:lnTo>
                  <a:pt x="95736" y="7746"/>
                </a:lnTo>
                <a:lnTo>
                  <a:pt x="94786" y="10538"/>
                </a:lnTo>
                <a:lnTo>
                  <a:pt x="95801" y="11554"/>
                </a:lnTo>
                <a:lnTo>
                  <a:pt x="98023" y="10524"/>
                </a:lnTo>
                <a:lnTo>
                  <a:pt x="99288" y="11328"/>
                </a:lnTo>
                <a:lnTo>
                  <a:pt x="98250" y="14003"/>
                </a:lnTo>
                <a:lnTo>
                  <a:pt x="99061" y="14814"/>
                </a:lnTo>
                <a:lnTo>
                  <a:pt x="101729" y="14456"/>
                </a:lnTo>
                <a:lnTo>
                  <a:pt x="103030" y="14522"/>
                </a:lnTo>
                <a:lnTo>
                  <a:pt x="105069" y="14112"/>
                </a:lnTo>
                <a:lnTo>
                  <a:pt x="106260" y="14763"/>
                </a:lnTo>
                <a:lnTo>
                  <a:pt x="105318" y="17555"/>
                </a:lnTo>
                <a:lnTo>
                  <a:pt x="106333" y="18578"/>
                </a:lnTo>
                <a:lnTo>
                  <a:pt x="108672" y="17408"/>
                </a:lnTo>
                <a:lnTo>
                  <a:pt x="109842" y="18578"/>
                </a:lnTo>
                <a:lnTo>
                  <a:pt x="108672" y="20917"/>
                </a:lnTo>
                <a:lnTo>
                  <a:pt x="109622" y="21867"/>
                </a:lnTo>
                <a:lnTo>
                  <a:pt x="112575" y="21055"/>
                </a:lnTo>
                <a:lnTo>
                  <a:pt x="113496" y="23204"/>
                </a:lnTo>
                <a:lnTo>
                  <a:pt x="111676" y="27063"/>
                </a:lnTo>
                <a:lnTo>
                  <a:pt x="113204" y="29102"/>
                </a:lnTo>
                <a:lnTo>
                  <a:pt x="115747" y="27991"/>
                </a:lnTo>
                <a:lnTo>
                  <a:pt x="116763" y="29007"/>
                </a:lnTo>
                <a:lnTo>
                  <a:pt x="115711" y="31653"/>
                </a:lnTo>
                <a:lnTo>
                  <a:pt x="116814" y="32384"/>
                </a:lnTo>
                <a:lnTo>
                  <a:pt x="119438" y="31521"/>
                </a:lnTo>
                <a:lnTo>
                  <a:pt x="120644" y="33297"/>
                </a:lnTo>
                <a:lnTo>
                  <a:pt x="118641" y="38106"/>
                </a:lnTo>
                <a:lnTo>
                  <a:pt x="120140" y="39342"/>
                </a:lnTo>
                <a:lnTo>
                  <a:pt x="123136" y="38662"/>
                </a:lnTo>
                <a:lnTo>
                  <a:pt x="123955" y="40752"/>
                </a:lnTo>
                <a:lnTo>
                  <a:pt x="123290" y="44202"/>
                </a:lnTo>
                <a:lnTo>
                  <a:pt x="123290" y="48141"/>
                </a:lnTo>
                <a:lnTo>
                  <a:pt x="122764" y="51072"/>
                </a:lnTo>
                <a:lnTo>
                  <a:pt x="123377" y="53396"/>
                </a:lnTo>
                <a:lnTo>
                  <a:pt x="126520" y="52797"/>
                </a:lnTo>
                <a:lnTo>
                  <a:pt x="127127" y="53404"/>
                </a:lnTo>
                <a:lnTo>
                  <a:pt x="126776" y="56071"/>
                </a:lnTo>
                <a:lnTo>
                  <a:pt x="126981" y="60069"/>
                </a:lnTo>
                <a:lnTo>
                  <a:pt x="126798" y="63621"/>
                </a:lnTo>
                <a:lnTo>
                  <a:pt x="126798" y="68087"/>
                </a:lnTo>
                <a:lnTo>
                  <a:pt x="127083" y="69687"/>
                </a:lnTo>
                <a:lnTo>
                  <a:pt x="126601" y="71266"/>
                </a:lnTo>
                <a:lnTo>
                  <a:pt x="127251" y="73670"/>
                </a:lnTo>
                <a:lnTo>
                  <a:pt x="126557" y="74365"/>
                </a:lnTo>
                <a:lnTo>
                  <a:pt x="123334" y="73868"/>
                </a:lnTo>
                <a:lnTo>
                  <a:pt x="122902" y="76294"/>
                </a:lnTo>
                <a:lnTo>
                  <a:pt x="123290" y="78933"/>
                </a:lnTo>
                <a:lnTo>
                  <a:pt x="123290" y="83018"/>
                </a:lnTo>
                <a:lnTo>
                  <a:pt x="123948" y="86409"/>
                </a:lnTo>
                <a:lnTo>
                  <a:pt x="123136" y="88558"/>
                </a:lnTo>
                <a:lnTo>
                  <a:pt x="120118" y="87813"/>
                </a:lnTo>
                <a:lnTo>
                  <a:pt x="119453" y="88485"/>
                </a:lnTo>
                <a:lnTo>
                  <a:pt x="119811" y="91153"/>
                </a:lnTo>
                <a:lnTo>
                  <a:pt x="119745" y="92344"/>
                </a:lnTo>
                <a:lnTo>
                  <a:pt x="120154" y="94617"/>
                </a:lnTo>
                <a:lnTo>
                  <a:pt x="119394" y="95728"/>
                </a:lnTo>
                <a:lnTo>
                  <a:pt x="116771" y="94668"/>
                </a:lnTo>
                <a:lnTo>
                  <a:pt x="115689" y="95750"/>
                </a:lnTo>
                <a:lnTo>
                  <a:pt x="116858" y="98088"/>
                </a:lnTo>
                <a:lnTo>
                  <a:pt x="115689" y="99258"/>
                </a:lnTo>
                <a:lnTo>
                  <a:pt x="113350" y="98088"/>
                </a:lnTo>
                <a:lnTo>
                  <a:pt x="112188" y="99251"/>
                </a:lnTo>
                <a:lnTo>
                  <a:pt x="113204" y="101472"/>
                </a:lnTo>
                <a:lnTo>
                  <a:pt x="112327" y="102890"/>
                </a:lnTo>
                <a:lnTo>
                  <a:pt x="113343" y="105112"/>
                </a:lnTo>
                <a:lnTo>
                  <a:pt x="112276" y="106179"/>
                </a:lnTo>
                <a:lnTo>
                  <a:pt x="109630" y="105127"/>
                </a:lnTo>
                <a:lnTo>
                  <a:pt x="108789" y="106391"/>
                </a:lnTo>
                <a:lnTo>
                  <a:pt x="109841" y="108613"/>
                </a:lnTo>
                <a:lnTo>
                  <a:pt x="108672" y="109782"/>
                </a:lnTo>
                <a:lnTo>
                  <a:pt x="106334" y="108613"/>
                </a:lnTo>
                <a:lnTo>
                  <a:pt x="105383" y="109563"/>
                </a:lnTo>
                <a:lnTo>
                  <a:pt x="106187" y="112516"/>
                </a:lnTo>
                <a:lnTo>
                  <a:pt x="104038" y="113437"/>
                </a:lnTo>
                <a:lnTo>
                  <a:pt x="100187" y="111617"/>
                </a:lnTo>
                <a:lnTo>
                  <a:pt x="98148" y="113144"/>
                </a:lnTo>
                <a:lnTo>
                  <a:pt x="99259" y="115688"/>
                </a:lnTo>
                <a:lnTo>
                  <a:pt x="98243" y="116703"/>
                </a:lnTo>
                <a:lnTo>
                  <a:pt x="95597" y="115651"/>
                </a:lnTo>
                <a:lnTo>
                  <a:pt x="94866" y="116755"/>
                </a:lnTo>
                <a:lnTo>
                  <a:pt x="95729" y="119378"/>
                </a:lnTo>
                <a:lnTo>
                  <a:pt x="93952" y="120584"/>
                </a:lnTo>
                <a:lnTo>
                  <a:pt x="89136" y="118582"/>
                </a:lnTo>
                <a:lnTo>
                  <a:pt x="87916" y="120080"/>
                </a:lnTo>
                <a:lnTo>
                  <a:pt x="88588" y="123084"/>
                </a:lnTo>
                <a:lnTo>
                  <a:pt x="86483" y="123888"/>
                </a:lnTo>
                <a:lnTo>
                  <a:pt x="83063" y="123230"/>
                </a:lnTo>
                <a:lnTo>
                  <a:pt x="79014" y="123230"/>
                </a:lnTo>
                <a:lnTo>
                  <a:pt x="76310" y="122799"/>
                </a:lnTo>
                <a:lnTo>
                  <a:pt x="73898" y="123281"/>
                </a:lnTo>
                <a:lnTo>
                  <a:pt x="74424" y="126490"/>
                </a:lnTo>
                <a:lnTo>
                  <a:pt x="73744" y="127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7036281" y="8740199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8042" y="127381"/>
                </a:moveTo>
                <a:lnTo>
                  <a:pt x="74007" y="126796"/>
                </a:lnTo>
                <a:lnTo>
                  <a:pt x="50985" y="126796"/>
                </a:lnTo>
                <a:lnTo>
                  <a:pt x="48339" y="127191"/>
                </a:lnTo>
                <a:lnTo>
                  <a:pt x="45913" y="126753"/>
                </a:lnTo>
                <a:lnTo>
                  <a:pt x="46417" y="123529"/>
                </a:lnTo>
                <a:lnTo>
                  <a:pt x="45745" y="122857"/>
                </a:lnTo>
                <a:lnTo>
                  <a:pt x="43289" y="123442"/>
                </a:lnTo>
                <a:lnTo>
                  <a:pt x="40556" y="122762"/>
                </a:lnTo>
                <a:lnTo>
                  <a:pt x="37669" y="124063"/>
                </a:lnTo>
                <a:lnTo>
                  <a:pt x="35242" y="123127"/>
                </a:lnTo>
                <a:lnTo>
                  <a:pt x="35995" y="120124"/>
                </a:lnTo>
                <a:lnTo>
                  <a:pt x="35323" y="119451"/>
                </a:lnTo>
                <a:lnTo>
                  <a:pt x="32655" y="119802"/>
                </a:lnTo>
                <a:lnTo>
                  <a:pt x="31354" y="119736"/>
                </a:lnTo>
                <a:lnTo>
                  <a:pt x="29322" y="120153"/>
                </a:lnTo>
                <a:lnTo>
                  <a:pt x="28131" y="119495"/>
                </a:lnTo>
                <a:lnTo>
                  <a:pt x="29081" y="116703"/>
                </a:lnTo>
                <a:lnTo>
                  <a:pt x="28043" y="115673"/>
                </a:lnTo>
                <a:lnTo>
                  <a:pt x="25799" y="116813"/>
                </a:lnTo>
                <a:lnTo>
                  <a:pt x="24550" y="115790"/>
                </a:lnTo>
                <a:lnTo>
                  <a:pt x="25690" y="113312"/>
                </a:lnTo>
                <a:lnTo>
                  <a:pt x="24557" y="112179"/>
                </a:lnTo>
                <a:lnTo>
                  <a:pt x="22218" y="113349"/>
                </a:lnTo>
                <a:lnTo>
                  <a:pt x="21049" y="112179"/>
                </a:lnTo>
                <a:lnTo>
                  <a:pt x="22218" y="109841"/>
                </a:lnTo>
                <a:lnTo>
                  <a:pt x="21049" y="108671"/>
                </a:lnTo>
                <a:lnTo>
                  <a:pt x="18710" y="109841"/>
                </a:lnTo>
                <a:lnTo>
                  <a:pt x="17540" y="108671"/>
                </a:lnTo>
                <a:lnTo>
                  <a:pt x="18710" y="106332"/>
                </a:lnTo>
                <a:lnTo>
                  <a:pt x="17636" y="105258"/>
                </a:lnTo>
                <a:lnTo>
                  <a:pt x="14990" y="106310"/>
                </a:lnTo>
                <a:lnTo>
                  <a:pt x="14113" y="104988"/>
                </a:lnTo>
                <a:lnTo>
                  <a:pt x="15202" y="102934"/>
                </a:lnTo>
                <a:lnTo>
                  <a:pt x="14120" y="101648"/>
                </a:lnTo>
                <a:lnTo>
                  <a:pt x="11664" y="102795"/>
                </a:lnTo>
                <a:lnTo>
                  <a:pt x="10509" y="101640"/>
                </a:lnTo>
                <a:lnTo>
                  <a:pt x="11628" y="99404"/>
                </a:lnTo>
                <a:lnTo>
                  <a:pt x="10655" y="98140"/>
                </a:lnTo>
                <a:lnTo>
                  <a:pt x="8134" y="99265"/>
                </a:lnTo>
                <a:lnTo>
                  <a:pt x="7016" y="98147"/>
                </a:lnTo>
                <a:lnTo>
                  <a:pt x="8068" y="95925"/>
                </a:lnTo>
                <a:lnTo>
                  <a:pt x="7133" y="94522"/>
                </a:lnTo>
                <a:lnTo>
                  <a:pt x="8185" y="92300"/>
                </a:lnTo>
                <a:lnTo>
                  <a:pt x="7257" y="91372"/>
                </a:lnTo>
                <a:lnTo>
                  <a:pt x="4253" y="92132"/>
                </a:lnTo>
                <a:lnTo>
                  <a:pt x="3318" y="89698"/>
                </a:lnTo>
                <a:lnTo>
                  <a:pt x="4618" y="86811"/>
                </a:lnTo>
                <a:lnTo>
                  <a:pt x="3939" y="84078"/>
                </a:lnTo>
                <a:lnTo>
                  <a:pt x="4523" y="81622"/>
                </a:lnTo>
                <a:lnTo>
                  <a:pt x="3851" y="80957"/>
                </a:lnTo>
                <a:lnTo>
                  <a:pt x="628" y="81454"/>
                </a:lnTo>
                <a:lnTo>
                  <a:pt x="0" y="77982"/>
                </a:lnTo>
                <a:lnTo>
                  <a:pt x="584" y="73948"/>
                </a:lnTo>
                <a:lnTo>
                  <a:pt x="584" y="50970"/>
                </a:lnTo>
                <a:lnTo>
                  <a:pt x="138" y="48229"/>
                </a:lnTo>
                <a:lnTo>
                  <a:pt x="643" y="45832"/>
                </a:lnTo>
                <a:lnTo>
                  <a:pt x="3836" y="46373"/>
                </a:lnTo>
                <a:lnTo>
                  <a:pt x="4545" y="45664"/>
                </a:lnTo>
                <a:lnTo>
                  <a:pt x="3902" y="43252"/>
                </a:lnTo>
                <a:lnTo>
                  <a:pt x="4450" y="41417"/>
                </a:lnTo>
                <a:lnTo>
                  <a:pt x="3215" y="36316"/>
                </a:lnTo>
                <a:lnTo>
                  <a:pt x="4428" y="35315"/>
                </a:lnTo>
                <a:lnTo>
                  <a:pt x="7476" y="35943"/>
                </a:lnTo>
                <a:lnTo>
                  <a:pt x="8222" y="33802"/>
                </a:lnTo>
                <a:lnTo>
                  <a:pt x="6570" y="30125"/>
                </a:lnTo>
                <a:lnTo>
                  <a:pt x="7973" y="28013"/>
                </a:lnTo>
                <a:lnTo>
                  <a:pt x="10619" y="29066"/>
                </a:lnTo>
                <a:lnTo>
                  <a:pt x="11599" y="28086"/>
                </a:lnTo>
                <a:lnTo>
                  <a:pt x="10546" y="25441"/>
                </a:lnTo>
                <a:lnTo>
                  <a:pt x="11869" y="24556"/>
                </a:lnTo>
                <a:lnTo>
                  <a:pt x="13923" y="25652"/>
                </a:lnTo>
                <a:lnTo>
                  <a:pt x="15209" y="24571"/>
                </a:lnTo>
                <a:lnTo>
                  <a:pt x="14062" y="22115"/>
                </a:lnTo>
                <a:lnTo>
                  <a:pt x="15187" y="20990"/>
                </a:lnTo>
                <a:lnTo>
                  <a:pt x="17584" y="22152"/>
                </a:lnTo>
                <a:lnTo>
                  <a:pt x="18695" y="20938"/>
                </a:lnTo>
                <a:lnTo>
                  <a:pt x="17533" y="18644"/>
                </a:lnTo>
                <a:lnTo>
                  <a:pt x="18615" y="17562"/>
                </a:lnTo>
                <a:lnTo>
                  <a:pt x="21260" y="18614"/>
                </a:lnTo>
                <a:lnTo>
                  <a:pt x="22145" y="17291"/>
                </a:lnTo>
                <a:lnTo>
                  <a:pt x="21049" y="15238"/>
                </a:lnTo>
                <a:lnTo>
                  <a:pt x="22130" y="13952"/>
                </a:lnTo>
                <a:lnTo>
                  <a:pt x="24586" y="15099"/>
                </a:lnTo>
                <a:lnTo>
                  <a:pt x="25697" y="13981"/>
                </a:lnTo>
                <a:lnTo>
                  <a:pt x="24542" y="11547"/>
                </a:lnTo>
                <a:lnTo>
                  <a:pt x="25785" y="10480"/>
                </a:lnTo>
                <a:lnTo>
                  <a:pt x="28051" y="11635"/>
                </a:lnTo>
                <a:lnTo>
                  <a:pt x="29132" y="10546"/>
                </a:lnTo>
                <a:lnTo>
                  <a:pt x="28080" y="7900"/>
                </a:lnTo>
                <a:lnTo>
                  <a:pt x="29454" y="6986"/>
                </a:lnTo>
                <a:lnTo>
                  <a:pt x="31325" y="8054"/>
                </a:lnTo>
                <a:lnTo>
                  <a:pt x="32852" y="7074"/>
                </a:lnTo>
                <a:lnTo>
                  <a:pt x="35074" y="8105"/>
                </a:lnTo>
                <a:lnTo>
                  <a:pt x="36039" y="7140"/>
                </a:lnTo>
                <a:lnTo>
                  <a:pt x="35198" y="4231"/>
                </a:lnTo>
                <a:lnTo>
                  <a:pt x="36390" y="3683"/>
                </a:lnTo>
                <a:lnTo>
                  <a:pt x="38341" y="4019"/>
                </a:lnTo>
                <a:lnTo>
                  <a:pt x="41279" y="4019"/>
                </a:lnTo>
                <a:lnTo>
                  <a:pt x="44130" y="4531"/>
                </a:lnTo>
                <a:lnTo>
                  <a:pt x="46176" y="4019"/>
                </a:lnTo>
                <a:lnTo>
                  <a:pt x="46483" y="3939"/>
                </a:lnTo>
                <a:lnTo>
                  <a:pt x="45898" y="782"/>
                </a:lnTo>
                <a:lnTo>
                  <a:pt x="46556" y="124"/>
                </a:lnTo>
                <a:lnTo>
                  <a:pt x="49107" y="599"/>
                </a:lnTo>
                <a:lnTo>
                  <a:pt x="52973" y="0"/>
                </a:lnTo>
                <a:lnTo>
                  <a:pt x="56876" y="511"/>
                </a:lnTo>
                <a:lnTo>
                  <a:pt x="76426" y="511"/>
                </a:lnTo>
                <a:lnTo>
                  <a:pt x="79116" y="95"/>
                </a:lnTo>
                <a:lnTo>
                  <a:pt x="81528" y="562"/>
                </a:lnTo>
                <a:lnTo>
                  <a:pt x="81009" y="3771"/>
                </a:lnTo>
                <a:lnTo>
                  <a:pt x="81688" y="4451"/>
                </a:lnTo>
                <a:lnTo>
                  <a:pt x="84144" y="3866"/>
                </a:lnTo>
                <a:lnTo>
                  <a:pt x="86878" y="4546"/>
                </a:lnTo>
                <a:lnTo>
                  <a:pt x="89765" y="3237"/>
                </a:lnTo>
                <a:lnTo>
                  <a:pt x="92198" y="4180"/>
                </a:lnTo>
                <a:lnTo>
                  <a:pt x="91438" y="7184"/>
                </a:lnTo>
                <a:lnTo>
                  <a:pt x="92111" y="7856"/>
                </a:lnTo>
                <a:lnTo>
                  <a:pt x="94778" y="7498"/>
                </a:lnTo>
                <a:lnTo>
                  <a:pt x="96079" y="7564"/>
                </a:lnTo>
                <a:lnTo>
                  <a:pt x="98118" y="7155"/>
                </a:lnTo>
                <a:lnTo>
                  <a:pt x="99310" y="7805"/>
                </a:lnTo>
                <a:lnTo>
                  <a:pt x="98367" y="10597"/>
                </a:lnTo>
                <a:lnTo>
                  <a:pt x="99397" y="11635"/>
                </a:lnTo>
                <a:lnTo>
                  <a:pt x="101649" y="10495"/>
                </a:lnTo>
                <a:lnTo>
                  <a:pt x="102898" y="11518"/>
                </a:lnTo>
                <a:lnTo>
                  <a:pt x="101758" y="13995"/>
                </a:lnTo>
                <a:lnTo>
                  <a:pt x="102891" y="15128"/>
                </a:lnTo>
                <a:lnTo>
                  <a:pt x="105230" y="13959"/>
                </a:lnTo>
                <a:lnTo>
                  <a:pt x="106399" y="15128"/>
                </a:lnTo>
                <a:lnTo>
                  <a:pt x="105230" y="17467"/>
                </a:lnTo>
                <a:lnTo>
                  <a:pt x="106399" y="18636"/>
                </a:lnTo>
                <a:lnTo>
                  <a:pt x="108738" y="17467"/>
                </a:lnTo>
                <a:lnTo>
                  <a:pt x="109908" y="18636"/>
                </a:lnTo>
                <a:lnTo>
                  <a:pt x="108738" y="20975"/>
                </a:lnTo>
                <a:lnTo>
                  <a:pt x="109812" y="22049"/>
                </a:lnTo>
                <a:lnTo>
                  <a:pt x="112458" y="20997"/>
                </a:lnTo>
                <a:lnTo>
                  <a:pt x="113335" y="22320"/>
                </a:lnTo>
                <a:lnTo>
                  <a:pt x="112246" y="24374"/>
                </a:lnTo>
                <a:lnTo>
                  <a:pt x="113328" y="25660"/>
                </a:lnTo>
                <a:lnTo>
                  <a:pt x="115784" y="24512"/>
                </a:lnTo>
                <a:lnTo>
                  <a:pt x="116931" y="25667"/>
                </a:lnTo>
                <a:lnTo>
                  <a:pt x="115813" y="27896"/>
                </a:lnTo>
                <a:lnTo>
                  <a:pt x="116785" y="29161"/>
                </a:lnTo>
                <a:lnTo>
                  <a:pt x="119314" y="28043"/>
                </a:lnTo>
                <a:lnTo>
                  <a:pt x="120425" y="29161"/>
                </a:lnTo>
                <a:lnTo>
                  <a:pt x="119372" y="31383"/>
                </a:lnTo>
                <a:lnTo>
                  <a:pt x="120301" y="32786"/>
                </a:lnTo>
                <a:lnTo>
                  <a:pt x="119256" y="35008"/>
                </a:lnTo>
                <a:lnTo>
                  <a:pt x="120184" y="35936"/>
                </a:lnTo>
                <a:lnTo>
                  <a:pt x="123188" y="35183"/>
                </a:lnTo>
                <a:lnTo>
                  <a:pt x="124123" y="37609"/>
                </a:lnTo>
                <a:lnTo>
                  <a:pt x="122815" y="40496"/>
                </a:lnTo>
                <a:lnTo>
                  <a:pt x="123494" y="43230"/>
                </a:lnTo>
                <a:lnTo>
                  <a:pt x="122910" y="45686"/>
                </a:lnTo>
                <a:lnTo>
                  <a:pt x="123582" y="46358"/>
                </a:lnTo>
                <a:lnTo>
                  <a:pt x="126805" y="45854"/>
                </a:lnTo>
                <a:lnTo>
                  <a:pt x="127434" y="49333"/>
                </a:lnTo>
                <a:lnTo>
                  <a:pt x="126849" y="53367"/>
                </a:lnTo>
                <a:lnTo>
                  <a:pt x="126849" y="76389"/>
                </a:lnTo>
                <a:lnTo>
                  <a:pt x="127244" y="79035"/>
                </a:lnTo>
                <a:lnTo>
                  <a:pt x="126798" y="81454"/>
                </a:lnTo>
                <a:lnTo>
                  <a:pt x="123582" y="80957"/>
                </a:lnTo>
                <a:lnTo>
                  <a:pt x="122910" y="81629"/>
                </a:lnTo>
                <a:lnTo>
                  <a:pt x="123494" y="84085"/>
                </a:lnTo>
                <a:lnTo>
                  <a:pt x="122815" y="86811"/>
                </a:lnTo>
                <a:lnTo>
                  <a:pt x="124123" y="89698"/>
                </a:lnTo>
                <a:lnTo>
                  <a:pt x="123188" y="92132"/>
                </a:lnTo>
                <a:lnTo>
                  <a:pt x="120176" y="91372"/>
                </a:lnTo>
                <a:lnTo>
                  <a:pt x="119504" y="92052"/>
                </a:lnTo>
                <a:lnTo>
                  <a:pt x="119862" y="94712"/>
                </a:lnTo>
                <a:lnTo>
                  <a:pt x="119796" y="96013"/>
                </a:lnTo>
                <a:lnTo>
                  <a:pt x="120213" y="98052"/>
                </a:lnTo>
                <a:lnTo>
                  <a:pt x="119555" y="99243"/>
                </a:lnTo>
                <a:lnTo>
                  <a:pt x="116763" y="98293"/>
                </a:lnTo>
                <a:lnTo>
                  <a:pt x="115733" y="99331"/>
                </a:lnTo>
                <a:lnTo>
                  <a:pt x="116873" y="101582"/>
                </a:lnTo>
                <a:lnTo>
                  <a:pt x="115849" y="102832"/>
                </a:lnTo>
                <a:lnTo>
                  <a:pt x="113372" y="101692"/>
                </a:lnTo>
                <a:lnTo>
                  <a:pt x="112246" y="102824"/>
                </a:lnTo>
                <a:lnTo>
                  <a:pt x="113416" y="105163"/>
                </a:lnTo>
                <a:lnTo>
                  <a:pt x="112246" y="106332"/>
                </a:lnTo>
                <a:lnTo>
                  <a:pt x="109908" y="105163"/>
                </a:lnTo>
                <a:lnTo>
                  <a:pt x="108738" y="106332"/>
                </a:lnTo>
                <a:lnTo>
                  <a:pt x="109907" y="108671"/>
                </a:lnTo>
                <a:lnTo>
                  <a:pt x="108738" y="109841"/>
                </a:lnTo>
                <a:lnTo>
                  <a:pt x="106399" y="108671"/>
                </a:lnTo>
                <a:lnTo>
                  <a:pt x="105325" y="109746"/>
                </a:lnTo>
                <a:lnTo>
                  <a:pt x="106377" y="112391"/>
                </a:lnTo>
                <a:lnTo>
                  <a:pt x="105054" y="113268"/>
                </a:lnTo>
                <a:lnTo>
                  <a:pt x="103001" y="112179"/>
                </a:lnTo>
                <a:lnTo>
                  <a:pt x="101714" y="113261"/>
                </a:lnTo>
                <a:lnTo>
                  <a:pt x="102862" y="115717"/>
                </a:lnTo>
                <a:lnTo>
                  <a:pt x="101707" y="116871"/>
                </a:lnTo>
                <a:lnTo>
                  <a:pt x="99478" y="115753"/>
                </a:lnTo>
                <a:lnTo>
                  <a:pt x="98214" y="116725"/>
                </a:lnTo>
                <a:lnTo>
                  <a:pt x="99332" y="119247"/>
                </a:lnTo>
                <a:lnTo>
                  <a:pt x="98214" y="120365"/>
                </a:lnTo>
                <a:lnTo>
                  <a:pt x="95992" y="119312"/>
                </a:lnTo>
                <a:lnTo>
                  <a:pt x="94588" y="120248"/>
                </a:lnTo>
                <a:lnTo>
                  <a:pt x="92367" y="119195"/>
                </a:lnTo>
                <a:lnTo>
                  <a:pt x="91438" y="120124"/>
                </a:lnTo>
                <a:lnTo>
                  <a:pt x="92191" y="123127"/>
                </a:lnTo>
                <a:lnTo>
                  <a:pt x="89765" y="124063"/>
                </a:lnTo>
                <a:lnTo>
                  <a:pt x="86878" y="122762"/>
                </a:lnTo>
                <a:lnTo>
                  <a:pt x="84144" y="123442"/>
                </a:lnTo>
                <a:lnTo>
                  <a:pt x="81689" y="122857"/>
                </a:lnTo>
                <a:lnTo>
                  <a:pt x="81016" y="123530"/>
                </a:lnTo>
                <a:lnTo>
                  <a:pt x="81520" y="126753"/>
                </a:lnTo>
                <a:lnTo>
                  <a:pt x="78042" y="127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7246601" y="8740162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69" h="127634">
                <a:moveTo>
                  <a:pt x="45848" y="127564"/>
                </a:moveTo>
                <a:lnTo>
                  <a:pt x="42522" y="126760"/>
                </a:lnTo>
                <a:lnTo>
                  <a:pt x="43099" y="123595"/>
                </a:lnTo>
                <a:lnTo>
                  <a:pt x="42500" y="122996"/>
                </a:lnTo>
                <a:lnTo>
                  <a:pt x="39833" y="123354"/>
                </a:lnTo>
                <a:lnTo>
                  <a:pt x="38458" y="123281"/>
                </a:lnTo>
                <a:lnTo>
                  <a:pt x="36580" y="123690"/>
                </a:lnTo>
                <a:lnTo>
                  <a:pt x="35345" y="123106"/>
                </a:lnTo>
                <a:lnTo>
                  <a:pt x="36207" y="120212"/>
                </a:lnTo>
                <a:lnTo>
                  <a:pt x="35484" y="119488"/>
                </a:lnTo>
                <a:lnTo>
                  <a:pt x="32816" y="119839"/>
                </a:lnTo>
                <a:lnTo>
                  <a:pt x="31537" y="119780"/>
                </a:lnTo>
                <a:lnTo>
                  <a:pt x="29447" y="120190"/>
                </a:lnTo>
                <a:lnTo>
                  <a:pt x="28270" y="119510"/>
                </a:lnTo>
                <a:lnTo>
                  <a:pt x="29249" y="116762"/>
                </a:lnTo>
                <a:lnTo>
                  <a:pt x="28307" y="115819"/>
                </a:lnTo>
                <a:lnTo>
                  <a:pt x="25661" y="116872"/>
                </a:lnTo>
                <a:lnTo>
                  <a:pt x="25018" y="115907"/>
                </a:lnTo>
                <a:lnTo>
                  <a:pt x="25675" y="112976"/>
                </a:lnTo>
                <a:lnTo>
                  <a:pt x="24535" y="112464"/>
                </a:lnTo>
                <a:lnTo>
                  <a:pt x="22613" y="112801"/>
                </a:lnTo>
                <a:lnTo>
                  <a:pt x="21268" y="112801"/>
                </a:lnTo>
                <a:lnTo>
                  <a:pt x="18615" y="113115"/>
                </a:lnTo>
                <a:lnTo>
                  <a:pt x="17680" y="112253"/>
                </a:lnTo>
                <a:lnTo>
                  <a:pt x="18842" y="109863"/>
                </a:lnTo>
                <a:lnTo>
                  <a:pt x="17899" y="108920"/>
                </a:lnTo>
                <a:lnTo>
                  <a:pt x="14953" y="109731"/>
                </a:lnTo>
                <a:lnTo>
                  <a:pt x="14032" y="107582"/>
                </a:lnTo>
                <a:lnTo>
                  <a:pt x="15852" y="103731"/>
                </a:lnTo>
                <a:lnTo>
                  <a:pt x="14325" y="101692"/>
                </a:lnTo>
                <a:lnTo>
                  <a:pt x="11781" y="102802"/>
                </a:lnTo>
                <a:lnTo>
                  <a:pt x="10766" y="101787"/>
                </a:lnTo>
                <a:lnTo>
                  <a:pt x="11818" y="99141"/>
                </a:lnTo>
                <a:lnTo>
                  <a:pt x="10766" y="98439"/>
                </a:lnTo>
                <a:lnTo>
                  <a:pt x="8025" y="99236"/>
                </a:lnTo>
                <a:lnTo>
                  <a:pt x="6979" y="97482"/>
                </a:lnTo>
                <a:lnTo>
                  <a:pt x="8850" y="92658"/>
                </a:lnTo>
                <a:lnTo>
                  <a:pt x="7338" y="91416"/>
                </a:lnTo>
                <a:lnTo>
                  <a:pt x="4443" y="92190"/>
                </a:lnTo>
                <a:lnTo>
                  <a:pt x="3632" y="90480"/>
                </a:lnTo>
                <a:lnTo>
                  <a:pt x="5262" y="85576"/>
                </a:lnTo>
                <a:lnTo>
                  <a:pt x="3954" y="84502"/>
                </a:lnTo>
                <a:lnTo>
                  <a:pt x="796" y="85021"/>
                </a:lnTo>
                <a:lnTo>
                  <a:pt x="234" y="82696"/>
                </a:lnTo>
                <a:lnTo>
                  <a:pt x="730" y="79831"/>
                </a:lnTo>
                <a:lnTo>
                  <a:pt x="730" y="50049"/>
                </a:lnTo>
                <a:lnTo>
                  <a:pt x="0" y="45656"/>
                </a:lnTo>
                <a:lnTo>
                  <a:pt x="804" y="42331"/>
                </a:lnTo>
                <a:lnTo>
                  <a:pt x="3968" y="42908"/>
                </a:lnTo>
                <a:lnTo>
                  <a:pt x="4568" y="42309"/>
                </a:lnTo>
                <a:lnTo>
                  <a:pt x="4209" y="39641"/>
                </a:lnTo>
                <a:lnTo>
                  <a:pt x="4283" y="38267"/>
                </a:lnTo>
                <a:lnTo>
                  <a:pt x="3873" y="36389"/>
                </a:lnTo>
                <a:lnTo>
                  <a:pt x="4458" y="35154"/>
                </a:lnTo>
                <a:lnTo>
                  <a:pt x="7352" y="36016"/>
                </a:lnTo>
                <a:lnTo>
                  <a:pt x="8076" y="35293"/>
                </a:lnTo>
                <a:lnTo>
                  <a:pt x="7718" y="32625"/>
                </a:lnTo>
                <a:lnTo>
                  <a:pt x="7783" y="31346"/>
                </a:lnTo>
                <a:lnTo>
                  <a:pt x="7374" y="29256"/>
                </a:lnTo>
                <a:lnTo>
                  <a:pt x="8054" y="28079"/>
                </a:lnTo>
                <a:lnTo>
                  <a:pt x="10802" y="29058"/>
                </a:lnTo>
                <a:lnTo>
                  <a:pt x="11745" y="28116"/>
                </a:lnTo>
                <a:lnTo>
                  <a:pt x="10692" y="25470"/>
                </a:lnTo>
                <a:lnTo>
                  <a:pt x="11657" y="24827"/>
                </a:lnTo>
                <a:lnTo>
                  <a:pt x="14588" y="25484"/>
                </a:lnTo>
                <a:lnTo>
                  <a:pt x="15099" y="24352"/>
                </a:lnTo>
                <a:lnTo>
                  <a:pt x="14763" y="22422"/>
                </a:lnTo>
                <a:lnTo>
                  <a:pt x="14763" y="21085"/>
                </a:lnTo>
                <a:lnTo>
                  <a:pt x="14449" y="18417"/>
                </a:lnTo>
                <a:lnTo>
                  <a:pt x="15319" y="17489"/>
                </a:lnTo>
                <a:lnTo>
                  <a:pt x="17694" y="18658"/>
                </a:lnTo>
                <a:lnTo>
                  <a:pt x="18761" y="17591"/>
                </a:lnTo>
                <a:lnTo>
                  <a:pt x="17709" y="14945"/>
                </a:lnTo>
                <a:lnTo>
                  <a:pt x="19083" y="14032"/>
                </a:lnTo>
                <a:lnTo>
                  <a:pt x="20954" y="15099"/>
                </a:lnTo>
                <a:lnTo>
                  <a:pt x="22481" y="14120"/>
                </a:lnTo>
                <a:lnTo>
                  <a:pt x="24711" y="15150"/>
                </a:lnTo>
                <a:lnTo>
                  <a:pt x="25741" y="14120"/>
                </a:lnTo>
                <a:lnTo>
                  <a:pt x="24754" y="11379"/>
                </a:lnTo>
                <a:lnTo>
                  <a:pt x="25997" y="10641"/>
                </a:lnTo>
                <a:lnTo>
                  <a:pt x="28226" y="11635"/>
                </a:lnTo>
                <a:lnTo>
                  <a:pt x="29162" y="10692"/>
                </a:lnTo>
                <a:lnTo>
                  <a:pt x="28350" y="7739"/>
                </a:lnTo>
                <a:lnTo>
                  <a:pt x="30733" y="6723"/>
                </a:lnTo>
                <a:lnTo>
                  <a:pt x="33934" y="8499"/>
                </a:lnTo>
                <a:lnTo>
                  <a:pt x="36302" y="7308"/>
                </a:lnTo>
                <a:lnTo>
                  <a:pt x="35403" y="4458"/>
                </a:lnTo>
                <a:lnTo>
                  <a:pt x="36141" y="3712"/>
                </a:lnTo>
                <a:lnTo>
                  <a:pt x="38809" y="4070"/>
                </a:lnTo>
                <a:lnTo>
                  <a:pt x="40344" y="3975"/>
                </a:lnTo>
                <a:lnTo>
                  <a:pt x="41806" y="4341"/>
                </a:lnTo>
                <a:lnTo>
                  <a:pt x="42836" y="4056"/>
                </a:lnTo>
                <a:lnTo>
                  <a:pt x="43179" y="3953"/>
                </a:lnTo>
                <a:lnTo>
                  <a:pt x="42543" y="840"/>
                </a:lnTo>
                <a:lnTo>
                  <a:pt x="43223" y="160"/>
                </a:lnTo>
                <a:lnTo>
                  <a:pt x="45766" y="643"/>
                </a:lnTo>
                <a:lnTo>
                  <a:pt x="49596" y="0"/>
                </a:lnTo>
                <a:lnTo>
                  <a:pt x="53565" y="548"/>
                </a:lnTo>
                <a:lnTo>
                  <a:pt x="80029" y="548"/>
                </a:lnTo>
                <a:lnTo>
                  <a:pt x="82887" y="51"/>
                </a:lnTo>
                <a:lnTo>
                  <a:pt x="85240" y="621"/>
                </a:lnTo>
                <a:lnTo>
                  <a:pt x="84663" y="3785"/>
                </a:lnTo>
                <a:lnTo>
                  <a:pt x="85262" y="4385"/>
                </a:lnTo>
                <a:lnTo>
                  <a:pt x="87930" y="4027"/>
                </a:lnTo>
                <a:lnTo>
                  <a:pt x="89297" y="4100"/>
                </a:lnTo>
                <a:lnTo>
                  <a:pt x="91175" y="3690"/>
                </a:lnTo>
                <a:lnTo>
                  <a:pt x="92410" y="4275"/>
                </a:lnTo>
                <a:lnTo>
                  <a:pt x="91548" y="7169"/>
                </a:lnTo>
                <a:lnTo>
                  <a:pt x="92271" y="7893"/>
                </a:lnTo>
                <a:lnTo>
                  <a:pt x="94939" y="7535"/>
                </a:lnTo>
                <a:lnTo>
                  <a:pt x="96218" y="7600"/>
                </a:lnTo>
                <a:lnTo>
                  <a:pt x="98308" y="7184"/>
                </a:lnTo>
                <a:lnTo>
                  <a:pt x="99485" y="7871"/>
                </a:lnTo>
                <a:lnTo>
                  <a:pt x="98506" y="10619"/>
                </a:lnTo>
                <a:lnTo>
                  <a:pt x="99448" y="11562"/>
                </a:lnTo>
                <a:lnTo>
                  <a:pt x="102094" y="10509"/>
                </a:lnTo>
                <a:lnTo>
                  <a:pt x="102737" y="11474"/>
                </a:lnTo>
                <a:lnTo>
                  <a:pt x="102080" y="14405"/>
                </a:lnTo>
                <a:lnTo>
                  <a:pt x="103212" y="14916"/>
                </a:lnTo>
                <a:lnTo>
                  <a:pt x="105142" y="14580"/>
                </a:lnTo>
                <a:lnTo>
                  <a:pt x="106487" y="14580"/>
                </a:lnTo>
                <a:lnTo>
                  <a:pt x="109140" y="14258"/>
                </a:lnTo>
                <a:lnTo>
                  <a:pt x="110075" y="15128"/>
                </a:lnTo>
                <a:lnTo>
                  <a:pt x="108906" y="17511"/>
                </a:lnTo>
                <a:lnTo>
                  <a:pt x="109849" y="18454"/>
                </a:lnTo>
                <a:lnTo>
                  <a:pt x="112802" y="17642"/>
                </a:lnTo>
                <a:lnTo>
                  <a:pt x="113723" y="19791"/>
                </a:lnTo>
                <a:lnTo>
                  <a:pt x="111903" y="23650"/>
                </a:lnTo>
                <a:lnTo>
                  <a:pt x="113430" y="25689"/>
                </a:lnTo>
                <a:lnTo>
                  <a:pt x="115974" y="24578"/>
                </a:lnTo>
                <a:lnTo>
                  <a:pt x="116989" y="25594"/>
                </a:lnTo>
                <a:lnTo>
                  <a:pt x="115937" y="28240"/>
                </a:lnTo>
                <a:lnTo>
                  <a:pt x="116989" y="28934"/>
                </a:lnTo>
                <a:lnTo>
                  <a:pt x="119723" y="28145"/>
                </a:lnTo>
                <a:lnTo>
                  <a:pt x="120776" y="29899"/>
                </a:lnTo>
                <a:lnTo>
                  <a:pt x="118905" y="34723"/>
                </a:lnTo>
                <a:lnTo>
                  <a:pt x="120417" y="35965"/>
                </a:lnTo>
                <a:lnTo>
                  <a:pt x="123312" y="35190"/>
                </a:lnTo>
                <a:lnTo>
                  <a:pt x="124123" y="36901"/>
                </a:lnTo>
                <a:lnTo>
                  <a:pt x="122493" y="41812"/>
                </a:lnTo>
                <a:lnTo>
                  <a:pt x="123801" y="42879"/>
                </a:lnTo>
                <a:lnTo>
                  <a:pt x="126951" y="42360"/>
                </a:lnTo>
                <a:lnTo>
                  <a:pt x="127529" y="44684"/>
                </a:lnTo>
                <a:lnTo>
                  <a:pt x="127025" y="47549"/>
                </a:lnTo>
                <a:lnTo>
                  <a:pt x="127025" y="77339"/>
                </a:lnTo>
                <a:lnTo>
                  <a:pt x="127756" y="81724"/>
                </a:lnTo>
                <a:lnTo>
                  <a:pt x="126951" y="85050"/>
                </a:lnTo>
                <a:lnTo>
                  <a:pt x="123787" y="84473"/>
                </a:lnTo>
                <a:lnTo>
                  <a:pt x="123187" y="85079"/>
                </a:lnTo>
                <a:lnTo>
                  <a:pt x="123538" y="87740"/>
                </a:lnTo>
                <a:lnTo>
                  <a:pt x="123472" y="89114"/>
                </a:lnTo>
                <a:lnTo>
                  <a:pt x="123882" y="90992"/>
                </a:lnTo>
                <a:lnTo>
                  <a:pt x="123297" y="92220"/>
                </a:lnTo>
                <a:lnTo>
                  <a:pt x="120403" y="91357"/>
                </a:lnTo>
                <a:lnTo>
                  <a:pt x="119679" y="92088"/>
                </a:lnTo>
                <a:lnTo>
                  <a:pt x="120037" y="94749"/>
                </a:lnTo>
                <a:lnTo>
                  <a:pt x="119972" y="96020"/>
                </a:lnTo>
                <a:lnTo>
                  <a:pt x="120381" y="98118"/>
                </a:lnTo>
                <a:lnTo>
                  <a:pt x="119701" y="99294"/>
                </a:lnTo>
                <a:lnTo>
                  <a:pt x="116953" y="98315"/>
                </a:lnTo>
                <a:lnTo>
                  <a:pt x="116010" y="99258"/>
                </a:lnTo>
                <a:lnTo>
                  <a:pt x="117063" y="101904"/>
                </a:lnTo>
                <a:lnTo>
                  <a:pt x="116098" y="102539"/>
                </a:lnTo>
                <a:lnTo>
                  <a:pt x="113160" y="101889"/>
                </a:lnTo>
                <a:lnTo>
                  <a:pt x="112656" y="103022"/>
                </a:lnTo>
                <a:lnTo>
                  <a:pt x="112992" y="104951"/>
                </a:lnTo>
                <a:lnTo>
                  <a:pt x="112992" y="106296"/>
                </a:lnTo>
                <a:lnTo>
                  <a:pt x="113313" y="108949"/>
                </a:lnTo>
                <a:lnTo>
                  <a:pt x="112443" y="109884"/>
                </a:lnTo>
                <a:lnTo>
                  <a:pt x="110054" y="108715"/>
                </a:lnTo>
                <a:lnTo>
                  <a:pt x="109118" y="109658"/>
                </a:lnTo>
                <a:lnTo>
                  <a:pt x="109922" y="112611"/>
                </a:lnTo>
                <a:lnTo>
                  <a:pt x="107773" y="113532"/>
                </a:lnTo>
                <a:lnTo>
                  <a:pt x="103922" y="111712"/>
                </a:lnTo>
                <a:lnTo>
                  <a:pt x="101883" y="113239"/>
                </a:lnTo>
                <a:lnTo>
                  <a:pt x="102993" y="115783"/>
                </a:lnTo>
                <a:lnTo>
                  <a:pt x="101978" y="116798"/>
                </a:lnTo>
                <a:lnTo>
                  <a:pt x="99332" y="115746"/>
                </a:lnTo>
                <a:lnTo>
                  <a:pt x="98630" y="116798"/>
                </a:lnTo>
                <a:lnTo>
                  <a:pt x="99427" y="119532"/>
                </a:lnTo>
                <a:lnTo>
                  <a:pt x="97673" y="120584"/>
                </a:lnTo>
                <a:lnTo>
                  <a:pt x="92842" y="118713"/>
                </a:lnTo>
                <a:lnTo>
                  <a:pt x="91607" y="120226"/>
                </a:lnTo>
                <a:lnTo>
                  <a:pt x="92381" y="123120"/>
                </a:lnTo>
                <a:lnTo>
                  <a:pt x="90671" y="123932"/>
                </a:lnTo>
                <a:lnTo>
                  <a:pt x="85760" y="122302"/>
                </a:lnTo>
                <a:lnTo>
                  <a:pt x="84693" y="123610"/>
                </a:lnTo>
                <a:lnTo>
                  <a:pt x="85212" y="126767"/>
                </a:lnTo>
                <a:lnTo>
                  <a:pt x="82888" y="127337"/>
                </a:lnTo>
                <a:lnTo>
                  <a:pt x="80015" y="126833"/>
                </a:lnTo>
                <a:lnTo>
                  <a:pt x="50240" y="126833"/>
                </a:lnTo>
                <a:lnTo>
                  <a:pt x="45848" y="1275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7457148" y="8740199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69" h="127634">
                <a:moveTo>
                  <a:pt x="78254" y="127454"/>
                </a:moveTo>
                <a:lnTo>
                  <a:pt x="74037" y="126789"/>
                </a:lnTo>
                <a:lnTo>
                  <a:pt x="51161" y="126789"/>
                </a:lnTo>
                <a:lnTo>
                  <a:pt x="48376" y="127250"/>
                </a:lnTo>
                <a:lnTo>
                  <a:pt x="45993" y="126723"/>
                </a:lnTo>
                <a:lnTo>
                  <a:pt x="46549" y="123544"/>
                </a:lnTo>
                <a:lnTo>
                  <a:pt x="45957" y="122952"/>
                </a:lnTo>
                <a:lnTo>
                  <a:pt x="43289" y="123310"/>
                </a:lnTo>
                <a:lnTo>
                  <a:pt x="41849" y="123230"/>
                </a:lnTo>
                <a:lnTo>
                  <a:pt x="40132" y="123625"/>
                </a:lnTo>
                <a:lnTo>
                  <a:pt x="38590" y="123003"/>
                </a:lnTo>
                <a:lnTo>
                  <a:pt x="36273" y="123778"/>
                </a:lnTo>
                <a:lnTo>
                  <a:pt x="35359" y="122865"/>
                </a:lnTo>
                <a:lnTo>
                  <a:pt x="36258" y="120022"/>
                </a:lnTo>
                <a:lnTo>
                  <a:pt x="35060" y="119415"/>
                </a:lnTo>
                <a:lnTo>
                  <a:pt x="32808" y="120314"/>
                </a:lnTo>
                <a:lnTo>
                  <a:pt x="31895" y="119408"/>
                </a:lnTo>
                <a:lnTo>
                  <a:pt x="32706" y="116455"/>
                </a:lnTo>
                <a:lnTo>
                  <a:pt x="30543" y="115527"/>
                </a:lnTo>
                <a:lnTo>
                  <a:pt x="26728" y="117354"/>
                </a:lnTo>
                <a:lnTo>
                  <a:pt x="24667" y="115834"/>
                </a:lnTo>
                <a:lnTo>
                  <a:pt x="25763" y="113276"/>
                </a:lnTo>
                <a:lnTo>
                  <a:pt x="24659" y="112172"/>
                </a:lnTo>
                <a:lnTo>
                  <a:pt x="22321" y="113342"/>
                </a:lnTo>
                <a:lnTo>
                  <a:pt x="21151" y="112172"/>
                </a:lnTo>
                <a:lnTo>
                  <a:pt x="22320" y="109833"/>
                </a:lnTo>
                <a:lnTo>
                  <a:pt x="21151" y="108664"/>
                </a:lnTo>
                <a:lnTo>
                  <a:pt x="18812" y="109833"/>
                </a:lnTo>
                <a:lnTo>
                  <a:pt x="17643" y="108664"/>
                </a:lnTo>
                <a:lnTo>
                  <a:pt x="18812" y="106325"/>
                </a:lnTo>
                <a:lnTo>
                  <a:pt x="17643" y="105156"/>
                </a:lnTo>
                <a:lnTo>
                  <a:pt x="15304" y="106325"/>
                </a:lnTo>
                <a:lnTo>
                  <a:pt x="14135" y="105156"/>
                </a:lnTo>
                <a:lnTo>
                  <a:pt x="15304" y="102817"/>
                </a:lnTo>
                <a:lnTo>
                  <a:pt x="14208" y="101721"/>
                </a:lnTo>
                <a:lnTo>
                  <a:pt x="11628" y="102810"/>
                </a:lnTo>
                <a:lnTo>
                  <a:pt x="10305" y="100975"/>
                </a:lnTo>
                <a:lnTo>
                  <a:pt x="12366" y="96159"/>
                </a:lnTo>
                <a:lnTo>
                  <a:pt x="10561" y="94683"/>
                </a:lnTo>
                <a:lnTo>
                  <a:pt x="8280" y="95816"/>
                </a:lnTo>
                <a:lnTo>
                  <a:pt x="7125" y="94610"/>
                </a:lnTo>
                <a:lnTo>
                  <a:pt x="8295" y="92300"/>
                </a:lnTo>
                <a:lnTo>
                  <a:pt x="7301" y="91306"/>
                </a:lnTo>
                <a:lnTo>
                  <a:pt x="4429" y="92190"/>
                </a:lnTo>
                <a:lnTo>
                  <a:pt x="3303" y="89896"/>
                </a:lnTo>
                <a:lnTo>
                  <a:pt x="4692" y="86680"/>
                </a:lnTo>
                <a:lnTo>
                  <a:pt x="4041" y="84070"/>
                </a:lnTo>
                <a:lnTo>
                  <a:pt x="4626" y="81615"/>
                </a:lnTo>
                <a:lnTo>
                  <a:pt x="3931" y="80928"/>
                </a:lnTo>
                <a:lnTo>
                  <a:pt x="752" y="81483"/>
                </a:lnTo>
                <a:lnTo>
                  <a:pt x="0" y="78107"/>
                </a:lnTo>
                <a:lnTo>
                  <a:pt x="686" y="73831"/>
                </a:lnTo>
                <a:lnTo>
                  <a:pt x="686" y="50970"/>
                </a:lnTo>
                <a:lnTo>
                  <a:pt x="233" y="48214"/>
                </a:lnTo>
                <a:lnTo>
                  <a:pt x="745" y="45824"/>
                </a:lnTo>
                <a:lnTo>
                  <a:pt x="3939" y="46365"/>
                </a:lnTo>
                <a:lnTo>
                  <a:pt x="4524" y="45781"/>
                </a:lnTo>
                <a:lnTo>
                  <a:pt x="4165" y="43113"/>
                </a:lnTo>
                <a:lnTo>
                  <a:pt x="4246" y="41673"/>
                </a:lnTo>
                <a:lnTo>
                  <a:pt x="3851" y="39948"/>
                </a:lnTo>
                <a:lnTo>
                  <a:pt x="4472" y="38406"/>
                </a:lnTo>
                <a:lnTo>
                  <a:pt x="3698" y="36082"/>
                </a:lnTo>
                <a:lnTo>
                  <a:pt x="4684" y="35095"/>
                </a:lnTo>
                <a:lnTo>
                  <a:pt x="7330" y="36148"/>
                </a:lnTo>
                <a:lnTo>
                  <a:pt x="8251" y="34767"/>
                </a:lnTo>
                <a:lnTo>
                  <a:pt x="7199" y="32925"/>
                </a:lnTo>
                <a:lnTo>
                  <a:pt x="8017" y="31543"/>
                </a:lnTo>
                <a:lnTo>
                  <a:pt x="10751" y="32530"/>
                </a:lnTo>
                <a:lnTo>
                  <a:pt x="11540" y="31748"/>
                </a:lnTo>
                <a:lnTo>
                  <a:pt x="11182" y="29080"/>
                </a:lnTo>
                <a:lnTo>
                  <a:pt x="11248" y="27933"/>
                </a:lnTo>
                <a:lnTo>
                  <a:pt x="10846" y="25550"/>
                </a:lnTo>
                <a:lnTo>
                  <a:pt x="11650" y="24476"/>
                </a:lnTo>
                <a:lnTo>
                  <a:pt x="14193" y="25587"/>
                </a:lnTo>
                <a:lnTo>
                  <a:pt x="15209" y="24571"/>
                </a:lnTo>
                <a:lnTo>
                  <a:pt x="14157" y="21925"/>
                </a:lnTo>
                <a:lnTo>
                  <a:pt x="15384" y="21107"/>
                </a:lnTo>
                <a:lnTo>
                  <a:pt x="17701" y="22130"/>
                </a:lnTo>
                <a:lnTo>
                  <a:pt x="18798" y="20931"/>
                </a:lnTo>
                <a:lnTo>
                  <a:pt x="17636" y="18636"/>
                </a:lnTo>
                <a:lnTo>
                  <a:pt x="18717" y="17555"/>
                </a:lnTo>
                <a:lnTo>
                  <a:pt x="21363" y="18607"/>
                </a:lnTo>
                <a:lnTo>
                  <a:pt x="22203" y="17343"/>
                </a:lnTo>
                <a:lnTo>
                  <a:pt x="21151" y="15121"/>
                </a:lnTo>
                <a:lnTo>
                  <a:pt x="22320" y="13952"/>
                </a:lnTo>
                <a:lnTo>
                  <a:pt x="24659" y="15121"/>
                </a:lnTo>
                <a:lnTo>
                  <a:pt x="25734" y="14047"/>
                </a:lnTo>
                <a:lnTo>
                  <a:pt x="24681" y="11401"/>
                </a:lnTo>
                <a:lnTo>
                  <a:pt x="26033" y="10502"/>
                </a:lnTo>
                <a:lnTo>
                  <a:pt x="27999" y="11598"/>
                </a:lnTo>
                <a:lnTo>
                  <a:pt x="29432" y="10509"/>
                </a:lnTo>
                <a:lnTo>
                  <a:pt x="31668" y="11620"/>
                </a:lnTo>
                <a:lnTo>
                  <a:pt x="32750" y="10539"/>
                </a:lnTo>
                <a:lnTo>
                  <a:pt x="31698" y="7893"/>
                </a:lnTo>
                <a:lnTo>
                  <a:pt x="33021" y="7009"/>
                </a:lnTo>
                <a:lnTo>
                  <a:pt x="35074" y="8105"/>
                </a:lnTo>
                <a:lnTo>
                  <a:pt x="36361" y="7023"/>
                </a:lnTo>
                <a:lnTo>
                  <a:pt x="35213" y="4568"/>
                </a:lnTo>
                <a:lnTo>
                  <a:pt x="36258" y="3522"/>
                </a:lnTo>
                <a:lnTo>
                  <a:pt x="38597" y="4268"/>
                </a:lnTo>
                <a:lnTo>
                  <a:pt x="41323" y="3208"/>
                </a:lnTo>
                <a:lnTo>
                  <a:pt x="44174" y="4524"/>
                </a:lnTo>
                <a:lnTo>
                  <a:pt x="46285" y="4019"/>
                </a:lnTo>
                <a:lnTo>
                  <a:pt x="46600" y="3939"/>
                </a:lnTo>
                <a:lnTo>
                  <a:pt x="46015" y="782"/>
                </a:lnTo>
                <a:lnTo>
                  <a:pt x="46673" y="131"/>
                </a:lnTo>
                <a:lnTo>
                  <a:pt x="49223" y="599"/>
                </a:lnTo>
                <a:lnTo>
                  <a:pt x="53082" y="0"/>
                </a:lnTo>
                <a:lnTo>
                  <a:pt x="56985" y="511"/>
                </a:lnTo>
                <a:lnTo>
                  <a:pt x="76507" y="511"/>
                </a:lnTo>
                <a:lnTo>
                  <a:pt x="79255" y="58"/>
                </a:lnTo>
                <a:lnTo>
                  <a:pt x="81652" y="570"/>
                </a:lnTo>
                <a:lnTo>
                  <a:pt x="81111" y="3764"/>
                </a:lnTo>
                <a:lnTo>
                  <a:pt x="81798" y="4451"/>
                </a:lnTo>
                <a:lnTo>
                  <a:pt x="84254" y="3866"/>
                </a:lnTo>
                <a:lnTo>
                  <a:pt x="86856" y="4516"/>
                </a:lnTo>
                <a:lnTo>
                  <a:pt x="90079" y="3120"/>
                </a:lnTo>
                <a:lnTo>
                  <a:pt x="92374" y="4253"/>
                </a:lnTo>
                <a:lnTo>
                  <a:pt x="91482" y="7118"/>
                </a:lnTo>
                <a:lnTo>
                  <a:pt x="92381" y="8017"/>
                </a:lnTo>
                <a:lnTo>
                  <a:pt x="95027" y="6965"/>
                </a:lnTo>
                <a:lnTo>
                  <a:pt x="95670" y="7929"/>
                </a:lnTo>
                <a:lnTo>
                  <a:pt x="95012" y="10860"/>
                </a:lnTo>
                <a:lnTo>
                  <a:pt x="96145" y="11372"/>
                </a:lnTo>
                <a:lnTo>
                  <a:pt x="98074" y="11035"/>
                </a:lnTo>
                <a:lnTo>
                  <a:pt x="99507" y="11035"/>
                </a:lnTo>
                <a:lnTo>
                  <a:pt x="101963" y="10692"/>
                </a:lnTo>
                <a:lnTo>
                  <a:pt x="103001" y="11474"/>
                </a:lnTo>
                <a:lnTo>
                  <a:pt x="101890" y="14017"/>
                </a:lnTo>
                <a:lnTo>
                  <a:pt x="103001" y="15128"/>
                </a:lnTo>
                <a:lnTo>
                  <a:pt x="105339" y="13959"/>
                </a:lnTo>
                <a:lnTo>
                  <a:pt x="106509" y="15128"/>
                </a:lnTo>
                <a:lnTo>
                  <a:pt x="105340" y="17467"/>
                </a:lnTo>
                <a:lnTo>
                  <a:pt x="106509" y="18636"/>
                </a:lnTo>
                <a:lnTo>
                  <a:pt x="108848" y="17467"/>
                </a:lnTo>
                <a:lnTo>
                  <a:pt x="110017" y="18636"/>
                </a:lnTo>
                <a:lnTo>
                  <a:pt x="108848" y="20975"/>
                </a:lnTo>
                <a:lnTo>
                  <a:pt x="110017" y="22144"/>
                </a:lnTo>
                <a:lnTo>
                  <a:pt x="112356" y="20975"/>
                </a:lnTo>
                <a:lnTo>
                  <a:pt x="113525" y="22144"/>
                </a:lnTo>
                <a:lnTo>
                  <a:pt x="112356" y="24483"/>
                </a:lnTo>
                <a:lnTo>
                  <a:pt x="113452" y="25580"/>
                </a:lnTo>
                <a:lnTo>
                  <a:pt x="116032" y="24491"/>
                </a:lnTo>
                <a:lnTo>
                  <a:pt x="117362" y="26325"/>
                </a:lnTo>
                <a:lnTo>
                  <a:pt x="115294" y="31141"/>
                </a:lnTo>
                <a:lnTo>
                  <a:pt x="117099" y="32618"/>
                </a:lnTo>
                <a:lnTo>
                  <a:pt x="119387" y="31485"/>
                </a:lnTo>
                <a:lnTo>
                  <a:pt x="120534" y="32691"/>
                </a:lnTo>
                <a:lnTo>
                  <a:pt x="119365" y="35000"/>
                </a:lnTo>
                <a:lnTo>
                  <a:pt x="120359" y="35994"/>
                </a:lnTo>
                <a:lnTo>
                  <a:pt x="123231" y="35117"/>
                </a:lnTo>
                <a:lnTo>
                  <a:pt x="124364" y="37412"/>
                </a:lnTo>
                <a:lnTo>
                  <a:pt x="122968" y="40621"/>
                </a:lnTo>
                <a:lnTo>
                  <a:pt x="123619" y="43230"/>
                </a:lnTo>
                <a:lnTo>
                  <a:pt x="123034" y="45686"/>
                </a:lnTo>
                <a:lnTo>
                  <a:pt x="123728" y="46380"/>
                </a:lnTo>
                <a:lnTo>
                  <a:pt x="126908" y="45825"/>
                </a:lnTo>
                <a:lnTo>
                  <a:pt x="127660" y="49201"/>
                </a:lnTo>
                <a:lnTo>
                  <a:pt x="126974" y="53469"/>
                </a:lnTo>
                <a:lnTo>
                  <a:pt x="126974" y="76345"/>
                </a:lnTo>
                <a:lnTo>
                  <a:pt x="127427" y="79093"/>
                </a:lnTo>
                <a:lnTo>
                  <a:pt x="126915" y="81483"/>
                </a:lnTo>
                <a:lnTo>
                  <a:pt x="123721" y="80942"/>
                </a:lnTo>
                <a:lnTo>
                  <a:pt x="123136" y="81527"/>
                </a:lnTo>
                <a:lnTo>
                  <a:pt x="123494" y="84195"/>
                </a:lnTo>
                <a:lnTo>
                  <a:pt x="123421" y="85635"/>
                </a:lnTo>
                <a:lnTo>
                  <a:pt x="123809" y="87352"/>
                </a:lnTo>
                <a:lnTo>
                  <a:pt x="123195" y="88887"/>
                </a:lnTo>
                <a:lnTo>
                  <a:pt x="123970" y="91211"/>
                </a:lnTo>
                <a:lnTo>
                  <a:pt x="123056" y="92125"/>
                </a:lnTo>
                <a:lnTo>
                  <a:pt x="120205" y="91218"/>
                </a:lnTo>
                <a:lnTo>
                  <a:pt x="119599" y="92417"/>
                </a:lnTo>
                <a:lnTo>
                  <a:pt x="120498" y="94675"/>
                </a:lnTo>
                <a:lnTo>
                  <a:pt x="119592" y="95582"/>
                </a:lnTo>
                <a:lnTo>
                  <a:pt x="116639" y="94770"/>
                </a:lnTo>
                <a:lnTo>
                  <a:pt x="115711" y="96934"/>
                </a:lnTo>
                <a:lnTo>
                  <a:pt x="117538" y="100749"/>
                </a:lnTo>
                <a:lnTo>
                  <a:pt x="116025" y="102810"/>
                </a:lnTo>
                <a:lnTo>
                  <a:pt x="113460" y="101714"/>
                </a:lnTo>
                <a:lnTo>
                  <a:pt x="112356" y="102817"/>
                </a:lnTo>
                <a:lnTo>
                  <a:pt x="113525" y="105156"/>
                </a:lnTo>
                <a:lnTo>
                  <a:pt x="112356" y="106325"/>
                </a:lnTo>
                <a:lnTo>
                  <a:pt x="110017" y="105156"/>
                </a:lnTo>
                <a:lnTo>
                  <a:pt x="108848" y="106325"/>
                </a:lnTo>
                <a:lnTo>
                  <a:pt x="110017" y="108664"/>
                </a:lnTo>
                <a:lnTo>
                  <a:pt x="108848" y="109833"/>
                </a:lnTo>
                <a:lnTo>
                  <a:pt x="106509" y="108664"/>
                </a:lnTo>
                <a:lnTo>
                  <a:pt x="105339" y="109833"/>
                </a:lnTo>
                <a:lnTo>
                  <a:pt x="106509" y="112172"/>
                </a:lnTo>
                <a:lnTo>
                  <a:pt x="105340" y="113342"/>
                </a:lnTo>
                <a:lnTo>
                  <a:pt x="103001" y="112172"/>
                </a:lnTo>
                <a:lnTo>
                  <a:pt x="101904" y="113269"/>
                </a:lnTo>
                <a:lnTo>
                  <a:pt x="102993" y="115848"/>
                </a:lnTo>
                <a:lnTo>
                  <a:pt x="101159" y="117171"/>
                </a:lnTo>
                <a:lnTo>
                  <a:pt x="96343" y="115110"/>
                </a:lnTo>
                <a:lnTo>
                  <a:pt x="94866" y="116915"/>
                </a:lnTo>
                <a:lnTo>
                  <a:pt x="95999" y="119203"/>
                </a:lnTo>
                <a:lnTo>
                  <a:pt x="94793" y="120350"/>
                </a:lnTo>
                <a:lnTo>
                  <a:pt x="92484" y="119181"/>
                </a:lnTo>
                <a:lnTo>
                  <a:pt x="91490" y="120175"/>
                </a:lnTo>
                <a:lnTo>
                  <a:pt x="92374" y="123047"/>
                </a:lnTo>
                <a:lnTo>
                  <a:pt x="90072" y="124173"/>
                </a:lnTo>
                <a:lnTo>
                  <a:pt x="86863" y="122784"/>
                </a:lnTo>
                <a:lnTo>
                  <a:pt x="84254" y="123435"/>
                </a:lnTo>
                <a:lnTo>
                  <a:pt x="81798" y="122850"/>
                </a:lnTo>
                <a:lnTo>
                  <a:pt x="81111" y="123537"/>
                </a:lnTo>
                <a:lnTo>
                  <a:pt x="81652" y="126731"/>
                </a:lnTo>
                <a:lnTo>
                  <a:pt x="78254" y="1274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7667628" y="8739863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0514" y="127462"/>
                </a:moveTo>
                <a:lnTo>
                  <a:pt x="67839" y="127111"/>
                </a:lnTo>
                <a:lnTo>
                  <a:pt x="65011" y="127235"/>
                </a:lnTo>
                <a:lnTo>
                  <a:pt x="59310" y="127133"/>
                </a:lnTo>
                <a:lnTo>
                  <a:pt x="57775" y="127396"/>
                </a:lnTo>
                <a:lnTo>
                  <a:pt x="56481" y="127045"/>
                </a:lnTo>
                <a:lnTo>
                  <a:pt x="57095" y="123910"/>
                </a:lnTo>
                <a:lnTo>
                  <a:pt x="56481" y="123296"/>
                </a:lnTo>
                <a:lnTo>
                  <a:pt x="53814" y="123654"/>
                </a:lnTo>
                <a:lnTo>
                  <a:pt x="52264" y="123573"/>
                </a:lnTo>
                <a:lnTo>
                  <a:pt x="50780" y="123917"/>
                </a:lnTo>
                <a:lnTo>
                  <a:pt x="47725" y="123018"/>
                </a:lnTo>
                <a:lnTo>
                  <a:pt x="44743" y="124465"/>
                </a:lnTo>
                <a:lnTo>
                  <a:pt x="42332" y="123435"/>
                </a:lnTo>
                <a:lnTo>
                  <a:pt x="43143" y="120482"/>
                </a:lnTo>
                <a:lnTo>
                  <a:pt x="42266" y="119605"/>
                </a:lnTo>
                <a:lnTo>
                  <a:pt x="39964" y="120416"/>
                </a:lnTo>
                <a:lnTo>
                  <a:pt x="38575" y="119817"/>
                </a:lnTo>
                <a:lnTo>
                  <a:pt x="36273" y="120628"/>
                </a:lnTo>
                <a:lnTo>
                  <a:pt x="35388" y="119751"/>
                </a:lnTo>
                <a:lnTo>
                  <a:pt x="36200" y="116798"/>
                </a:lnTo>
                <a:lnTo>
                  <a:pt x="33971" y="115841"/>
                </a:lnTo>
                <a:lnTo>
                  <a:pt x="30338" y="117675"/>
                </a:lnTo>
                <a:lnTo>
                  <a:pt x="28182" y="116228"/>
                </a:lnTo>
                <a:lnTo>
                  <a:pt x="29234" y="113590"/>
                </a:lnTo>
                <a:lnTo>
                  <a:pt x="28255" y="112611"/>
                </a:lnTo>
                <a:lnTo>
                  <a:pt x="25610" y="113663"/>
                </a:lnTo>
                <a:lnTo>
                  <a:pt x="24725" y="112340"/>
                </a:lnTo>
                <a:lnTo>
                  <a:pt x="25821" y="110286"/>
                </a:lnTo>
                <a:lnTo>
                  <a:pt x="24740" y="109000"/>
                </a:lnTo>
                <a:lnTo>
                  <a:pt x="22284" y="110148"/>
                </a:lnTo>
                <a:lnTo>
                  <a:pt x="21144" y="109007"/>
                </a:lnTo>
                <a:lnTo>
                  <a:pt x="22313" y="106669"/>
                </a:lnTo>
                <a:lnTo>
                  <a:pt x="21144" y="105499"/>
                </a:lnTo>
                <a:lnTo>
                  <a:pt x="18805" y="106669"/>
                </a:lnTo>
                <a:lnTo>
                  <a:pt x="17731" y="105594"/>
                </a:lnTo>
                <a:lnTo>
                  <a:pt x="18783" y="102949"/>
                </a:lnTo>
                <a:lnTo>
                  <a:pt x="17460" y="102064"/>
                </a:lnTo>
                <a:lnTo>
                  <a:pt x="15406" y="103161"/>
                </a:lnTo>
                <a:lnTo>
                  <a:pt x="14120" y="102079"/>
                </a:lnTo>
                <a:lnTo>
                  <a:pt x="15275" y="99623"/>
                </a:lnTo>
                <a:lnTo>
                  <a:pt x="14237" y="98585"/>
                </a:lnTo>
                <a:lnTo>
                  <a:pt x="11569" y="99623"/>
                </a:lnTo>
                <a:lnTo>
                  <a:pt x="10151" y="97423"/>
                </a:lnTo>
                <a:lnTo>
                  <a:pt x="11993" y="93871"/>
                </a:lnTo>
                <a:lnTo>
                  <a:pt x="11028" y="91613"/>
                </a:lnTo>
                <a:lnTo>
                  <a:pt x="8076" y="92424"/>
                </a:lnTo>
                <a:lnTo>
                  <a:pt x="7162" y="91511"/>
                </a:lnTo>
                <a:lnTo>
                  <a:pt x="8068" y="89252"/>
                </a:lnTo>
                <a:lnTo>
                  <a:pt x="7345" y="87842"/>
                </a:lnTo>
                <a:lnTo>
                  <a:pt x="8251" y="85583"/>
                </a:lnTo>
                <a:lnTo>
                  <a:pt x="7221" y="84553"/>
                </a:lnTo>
                <a:lnTo>
                  <a:pt x="4575" y="85605"/>
                </a:lnTo>
                <a:lnTo>
                  <a:pt x="3705" y="84297"/>
                </a:lnTo>
                <a:lnTo>
                  <a:pt x="4487" y="82404"/>
                </a:lnTo>
                <a:lnTo>
                  <a:pt x="3172" y="78355"/>
                </a:lnTo>
                <a:lnTo>
                  <a:pt x="5086" y="74248"/>
                </a:lnTo>
                <a:lnTo>
                  <a:pt x="4114" y="70688"/>
                </a:lnTo>
                <a:lnTo>
                  <a:pt x="979" y="71302"/>
                </a:lnTo>
                <a:lnTo>
                  <a:pt x="365" y="70688"/>
                </a:lnTo>
                <a:lnTo>
                  <a:pt x="723" y="68021"/>
                </a:lnTo>
                <a:lnTo>
                  <a:pt x="694" y="62218"/>
                </a:lnTo>
                <a:lnTo>
                  <a:pt x="0" y="58607"/>
                </a:lnTo>
                <a:lnTo>
                  <a:pt x="884" y="56546"/>
                </a:lnTo>
                <a:lnTo>
                  <a:pt x="3836" y="57357"/>
                </a:lnTo>
                <a:lnTo>
                  <a:pt x="4597" y="56597"/>
                </a:lnTo>
                <a:lnTo>
                  <a:pt x="4100" y="54061"/>
                </a:lnTo>
                <a:lnTo>
                  <a:pt x="4582" y="51299"/>
                </a:lnTo>
                <a:lnTo>
                  <a:pt x="4202" y="48675"/>
                </a:lnTo>
                <a:lnTo>
                  <a:pt x="4202" y="45554"/>
                </a:lnTo>
                <a:lnTo>
                  <a:pt x="3888" y="43792"/>
                </a:lnTo>
                <a:lnTo>
                  <a:pt x="4356" y="42543"/>
                </a:lnTo>
                <a:lnTo>
                  <a:pt x="7374" y="43296"/>
                </a:lnTo>
                <a:lnTo>
                  <a:pt x="8295" y="42367"/>
                </a:lnTo>
                <a:lnTo>
                  <a:pt x="7243" y="40146"/>
                </a:lnTo>
                <a:lnTo>
                  <a:pt x="8171" y="38742"/>
                </a:lnTo>
                <a:lnTo>
                  <a:pt x="7126" y="36521"/>
                </a:lnTo>
                <a:lnTo>
                  <a:pt x="8141" y="35505"/>
                </a:lnTo>
                <a:lnTo>
                  <a:pt x="10941" y="36440"/>
                </a:lnTo>
                <a:lnTo>
                  <a:pt x="12198" y="34109"/>
                </a:lnTo>
                <a:lnTo>
                  <a:pt x="10393" y="30834"/>
                </a:lnTo>
                <a:lnTo>
                  <a:pt x="11401" y="28474"/>
                </a:lnTo>
                <a:lnTo>
                  <a:pt x="14354" y="29285"/>
                </a:lnTo>
                <a:lnTo>
                  <a:pt x="15311" y="28320"/>
                </a:lnTo>
                <a:lnTo>
                  <a:pt x="14193" y="26084"/>
                </a:lnTo>
                <a:lnTo>
                  <a:pt x="15173" y="24819"/>
                </a:lnTo>
                <a:lnTo>
                  <a:pt x="17687" y="25945"/>
                </a:lnTo>
                <a:lnTo>
                  <a:pt x="18805" y="24827"/>
                </a:lnTo>
                <a:lnTo>
                  <a:pt x="17636" y="22488"/>
                </a:lnTo>
                <a:lnTo>
                  <a:pt x="18805" y="21319"/>
                </a:lnTo>
                <a:lnTo>
                  <a:pt x="21144" y="22488"/>
                </a:lnTo>
                <a:lnTo>
                  <a:pt x="22313" y="21319"/>
                </a:lnTo>
                <a:lnTo>
                  <a:pt x="21144" y="18980"/>
                </a:lnTo>
                <a:lnTo>
                  <a:pt x="22313" y="17810"/>
                </a:lnTo>
                <a:lnTo>
                  <a:pt x="24652" y="18980"/>
                </a:lnTo>
                <a:lnTo>
                  <a:pt x="25821" y="17810"/>
                </a:lnTo>
                <a:lnTo>
                  <a:pt x="24652" y="15472"/>
                </a:lnTo>
                <a:lnTo>
                  <a:pt x="25821" y="14302"/>
                </a:lnTo>
                <a:lnTo>
                  <a:pt x="28160" y="15472"/>
                </a:lnTo>
                <a:lnTo>
                  <a:pt x="29242" y="14390"/>
                </a:lnTo>
                <a:lnTo>
                  <a:pt x="28175" y="11766"/>
                </a:lnTo>
                <a:lnTo>
                  <a:pt x="30009" y="10502"/>
                </a:lnTo>
                <a:lnTo>
                  <a:pt x="34826" y="12519"/>
                </a:lnTo>
                <a:lnTo>
                  <a:pt x="36097" y="10970"/>
                </a:lnTo>
                <a:lnTo>
                  <a:pt x="35323" y="8076"/>
                </a:lnTo>
                <a:lnTo>
                  <a:pt x="37033" y="7264"/>
                </a:lnTo>
                <a:lnTo>
                  <a:pt x="41937" y="8894"/>
                </a:lnTo>
                <a:lnTo>
                  <a:pt x="43041" y="7542"/>
                </a:lnTo>
                <a:lnTo>
                  <a:pt x="42441" y="4472"/>
                </a:lnTo>
                <a:lnTo>
                  <a:pt x="44634" y="3756"/>
                </a:lnTo>
                <a:lnTo>
                  <a:pt x="47820" y="4363"/>
                </a:lnTo>
                <a:lnTo>
                  <a:pt x="52059" y="4363"/>
                </a:lnTo>
                <a:lnTo>
                  <a:pt x="54544" y="4655"/>
                </a:lnTo>
                <a:lnTo>
                  <a:pt x="56817" y="4355"/>
                </a:lnTo>
                <a:lnTo>
                  <a:pt x="57044" y="4326"/>
                </a:lnTo>
                <a:lnTo>
                  <a:pt x="56598" y="1067"/>
                </a:lnTo>
                <a:lnTo>
                  <a:pt x="57117" y="548"/>
                </a:lnTo>
                <a:lnTo>
                  <a:pt x="61327" y="869"/>
                </a:lnTo>
                <a:lnTo>
                  <a:pt x="62876" y="555"/>
                </a:lnTo>
                <a:lnTo>
                  <a:pt x="65902" y="1469"/>
                </a:lnTo>
                <a:lnTo>
                  <a:pt x="68877" y="0"/>
                </a:lnTo>
                <a:lnTo>
                  <a:pt x="71296" y="1030"/>
                </a:lnTo>
                <a:lnTo>
                  <a:pt x="70485" y="3983"/>
                </a:lnTo>
                <a:lnTo>
                  <a:pt x="71245" y="4743"/>
                </a:lnTo>
                <a:lnTo>
                  <a:pt x="73773" y="4253"/>
                </a:lnTo>
                <a:lnTo>
                  <a:pt x="76536" y="4735"/>
                </a:lnTo>
                <a:lnTo>
                  <a:pt x="79160" y="4355"/>
                </a:lnTo>
                <a:lnTo>
                  <a:pt x="82288" y="4355"/>
                </a:lnTo>
                <a:lnTo>
                  <a:pt x="84042" y="4041"/>
                </a:lnTo>
                <a:lnTo>
                  <a:pt x="85285" y="4502"/>
                </a:lnTo>
                <a:lnTo>
                  <a:pt x="84546" y="7527"/>
                </a:lnTo>
                <a:lnTo>
                  <a:pt x="85219" y="8192"/>
                </a:lnTo>
                <a:lnTo>
                  <a:pt x="87879" y="7834"/>
                </a:lnTo>
                <a:lnTo>
                  <a:pt x="89253" y="7907"/>
                </a:lnTo>
                <a:lnTo>
                  <a:pt x="91132" y="7498"/>
                </a:lnTo>
                <a:lnTo>
                  <a:pt x="92367" y="8083"/>
                </a:lnTo>
                <a:lnTo>
                  <a:pt x="91505" y="10977"/>
                </a:lnTo>
                <a:lnTo>
                  <a:pt x="92235" y="11700"/>
                </a:lnTo>
                <a:lnTo>
                  <a:pt x="94896" y="11342"/>
                </a:lnTo>
                <a:lnTo>
                  <a:pt x="96080" y="11408"/>
                </a:lnTo>
                <a:lnTo>
                  <a:pt x="98375" y="10999"/>
                </a:lnTo>
                <a:lnTo>
                  <a:pt x="99478" y="11766"/>
                </a:lnTo>
                <a:lnTo>
                  <a:pt x="98411" y="14375"/>
                </a:lnTo>
                <a:lnTo>
                  <a:pt x="99398" y="15369"/>
                </a:lnTo>
                <a:lnTo>
                  <a:pt x="102043" y="14317"/>
                </a:lnTo>
                <a:lnTo>
                  <a:pt x="102921" y="15640"/>
                </a:lnTo>
                <a:lnTo>
                  <a:pt x="101832" y="17693"/>
                </a:lnTo>
                <a:lnTo>
                  <a:pt x="102913" y="18980"/>
                </a:lnTo>
                <a:lnTo>
                  <a:pt x="105369" y="17832"/>
                </a:lnTo>
                <a:lnTo>
                  <a:pt x="106502" y="18973"/>
                </a:lnTo>
                <a:lnTo>
                  <a:pt x="105333" y="21311"/>
                </a:lnTo>
                <a:lnTo>
                  <a:pt x="106502" y="22481"/>
                </a:lnTo>
                <a:lnTo>
                  <a:pt x="108841" y="21311"/>
                </a:lnTo>
                <a:lnTo>
                  <a:pt x="109915" y="22386"/>
                </a:lnTo>
                <a:lnTo>
                  <a:pt x="108863" y="25031"/>
                </a:lnTo>
                <a:lnTo>
                  <a:pt x="110186" y="25908"/>
                </a:lnTo>
                <a:lnTo>
                  <a:pt x="112239" y="24819"/>
                </a:lnTo>
                <a:lnTo>
                  <a:pt x="113526" y="25901"/>
                </a:lnTo>
                <a:lnTo>
                  <a:pt x="112378" y="28357"/>
                </a:lnTo>
                <a:lnTo>
                  <a:pt x="113431" y="29409"/>
                </a:lnTo>
                <a:lnTo>
                  <a:pt x="116047" y="28342"/>
                </a:lnTo>
                <a:lnTo>
                  <a:pt x="117312" y="30177"/>
                </a:lnTo>
                <a:lnTo>
                  <a:pt x="115294" y="34993"/>
                </a:lnTo>
                <a:lnTo>
                  <a:pt x="116851" y="36265"/>
                </a:lnTo>
                <a:lnTo>
                  <a:pt x="119745" y="35490"/>
                </a:lnTo>
                <a:lnTo>
                  <a:pt x="120557" y="37200"/>
                </a:lnTo>
                <a:lnTo>
                  <a:pt x="118927" y="42112"/>
                </a:lnTo>
                <a:lnTo>
                  <a:pt x="120301" y="43237"/>
                </a:lnTo>
                <a:lnTo>
                  <a:pt x="123312" y="42572"/>
                </a:lnTo>
                <a:lnTo>
                  <a:pt x="124116" y="44684"/>
                </a:lnTo>
                <a:lnTo>
                  <a:pt x="123458" y="48083"/>
                </a:lnTo>
                <a:lnTo>
                  <a:pt x="123458" y="51021"/>
                </a:lnTo>
                <a:lnTo>
                  <a:pt x="123232" y="52439"/>
                </a:lnTo>
                <a:lnTo>
                  <a:pt x="123590" y="54076"/>
                </a:lnTo>
                <a:lnTo>
                  <a:pt x="123042" y="56568"/>
                </a:lnTo>
                <a:lnTo>
                  <a:pt x="123948" y="57467"/>
                </a:lnTo>
                <a:lnTo>
                  <a:pt x="126594" y="56415"/>
                </a:lnTo>
                <a:lnTo>
                  <a:pt x="127332" y="57533"/>
                </a:lnTo>
                <a:lnTo>
                  <a:pt x="126937" y="59799"/>
                </a:lnTo>
                <a:lnTo>
                  <a:pt x="127069" y="62817"/>
                </a:lnTo>
                <a:lnTo>
                  <a:pt x="126967" y="68510"/>
                </a:lnTo>
                <a:lnTo>
                  <a:pt x="127230" y="70045"/>
                </a:lnTo>
                <a:lnTo>
                  <a:pt x="126879" y="71339"/>
                </a:lnTo>
                <a:lnTo>
                  <a:pt x="123743" y="70725"/>
                </a:lnTo>
                <a:lnTo>
                  <a:pt x="123122" y="71346"/>
                </a:lnTo>
                <a:lnTo>
                  <a:pt x="123480" y="74007"/>
                </a:lnTo>
                <a:lnTo>
                  <a:pt x="123400" y="75556"/>
                </a:lnTo>
                <a:lnTo>
                  <a:pt x="123751" y="77040"/>
                </a:lnTo>
                <a:lnTo>
                  <a:pt x="122852" y="80095"/>
                </a:lnTo>
                <a:lnTo>
                  <a:pt x="124299" y="83076"/>
                </a:lnTo>
                <a:lnTo>
                  <a:pt x="123268" y="85488"/>
                </a:lnTo>
                <a:lnTo>
                  <a:pt x="120316" y="84677"/>
                </a:lnTo>
                <a:lnTo>
                  <a:pt x="119438" y="85554"/>
                </a:lnTo>
                <a:lnTo>
                  <a:pt x="120250" y="87864"/>
                </a:lnTo>
                <a:lnTo>
                  <a:pt x="119651" y="89238"/>
                </a:lnTo>
                <a:lnTo>
                  <a:pt x="120462" y="91547"/>
                </a:lnTo>
                <a:lnTo>
                  <a:pt x="119585" y="92424"/>
                </a:lnTo>
                <a:lnTo>
                  <a:pt x="116632" y="91613"/>
                </a:lnTo>
                <a:lnTo>
                  <a:pt x="115674" y="93849"/>
                </a:lnTo>
                <a:lnTo>
                  <a:pt x="117509" y="97467"/>
                </a:lnTo>
                <a:lnTo>
                  <a:pt x="116069" y="99630"/>
                </a:lnTo>
                <a:lnTo>
                  <a:pt x="113423" y="98578"/>
                </a:lnTo>
                <a:lnTo>
                  <a:pt x="112444" y="99557"/>
                </a:lnTo>
                <a:lnTo>
                  <a:pt x="113496" y="102203"/>
                </a:lnTo>
                <a:lnTo>
                  <a:pt x="112174" y="103080"/>
                </a:lnTo>
                <a:lnTo>
                  <a:pt x="110120" y="101991"/>
                </a:lnTo>
                <a:lnTo>
                  <a:pt x="108833" y="103073"/>
                </a:lnTo>
                <a:lnTo>
                  <a:pt x="109981" y="105529"/>
                </a:lnTo>
                <a:lnTo>
                  <a:pt x="108841" y="106669"/>
                </a:lnTo>
                <a:lnTo>
                  <a:pt x="106502" y="105499"/>
                </a:lnTo>
                <a:lnTo>
                  <a:pt x="105332" y="106669"/>
                </a:lnTo>
                <a:lnTo>
                  <a:pt x="106502" y="109007"/>
                </a:lnTo>
                <a:lnTo>
                  <a:pt x="105428" y="110082"/>
                </a:lnTo>
                <a:lnTo>
                  <a:pt x="102782" y="109029"/>
                </a:lnTo>
                <a:lnTo>
                  <a:pt x="101905" y="110352"/>
                </a:lnTo>
                <a:lnTo>
                  <a:pt x="103001" y="112406"/>
                </a:lnTo>
                <a:lnTo>
                  <a:pt x="101919" y="113692"/>
                </a:lnTo>
                <a:lnTo>
                  <a:pt x="99464" y="112545"/>
                </a:lnTo>
                <a:lnTo>
                  <a:pt x="98411" y="113597"/>
                </a:lnTo>
                <a:lnTo>
                  <a:pt x="99478" y="116214"/>
                </a:lnTo>
                <a:lnTo>
                  <a:pt x="97344" y="117683"/>
                </a:lnTo>
                <a:lnTo>
                  <a:pt x="93668" y="115848"/>
                </a:lnTo>
                <a:lnTo>
                  <a:pt x="91453" y="116798"/>
                </a:lnTo>
                <a:lnTo>
                  <a:pt x="92265" y="119751"/>
                </a:lnTo>
                <a:lnTo>
                  <a:pt x="91351" y="120665"/>
                </a:lnTo>
                <a:lnTo>
                  <a:pt x="89093" y="119751"/>
                </a:lnTo>
                <a:lnTo>
                  <a:pt x="87675" y="120482"/>
                </a:lnTo>
                <a:lnTo>
                  <a:pt x="85424" y="119568"/>
                </a:lnTo>
                <a:lnTo>
                  <a:pt x="84386" y="120606"/>
                </a:lnTo>
                <a:lnTo>
                  <a:pt x="85438" y="123252"/>
                </a:lnTo>
                <a:lnTo>
                  <a:pt x="84123" y="124121"/>
                </a:lnTo>
                <a:lnTo>
                  <a:pt x="82244" y="123340"/>
                </a:lnTo>
                <a:lnTo>
                  <a:pt x="79511" y="124231"/>
                </a:lnTo>
                <a:lnTo>
                  <a:pt x="76324" y="123625"/>
                </a:lnTo>
                <a:lnTo>
                  <a:pt x="73496" y="123625"/>
                </a:lnTo>
                <a:lnTo>
                  <a:pt x="71618" y="123296"/>
                </a:lnTo>
                <a:lnTo>
                  <a:pt x="70404" y="123815"/>
                </a:lnTo>
                <a:lnTo>
                  <a:pt x="71216" y="126767"/>
                </a:lnTo>
                <a:lnTo>
                  <a:pt x="70514" y="1274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6618703" y="8743575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4">
                <a:moveTo>
                  <a:pt x="72596" y="120672"/>
                </a:moveTo>
                <a:lnTo>
                  <a:pt x="69249" y="119765"/>
                </a:lnTo>
                <a:lnTo>
                  <a:pt x="64052" y="120182"/>
                </a:lnTo>
                <a:lnTo>
                  <a:pt x="60069" y="120248"/>
                </a:lnTo>
                <a:lnTo>
                  <a:pt x="54588" y="119700"/>
                </a:lnTo>
                <a:lnTo>
                  <a:pt x="51934" y="120460"/>
                </a:lnTo>
                <a:lnTo>
                  <a:pt x="49164" y="119765"/>
                </a:lnTo>
                <a:lnTo>
                  <a:pt x="46709" y="120350"/>
                </a:lnTo>
                <a:lnTo>
                  <a:pt x="45978" y="119619"/>
                </a:lnTo>
                <a:lnTo>
                  <a:pt x="46628" y="116520"/>
                </a:lnTo>
                <a:lnTo>
                  <a:pt x="44136" y="115760"/>
                </a:lnTo>
                <a:lnTo>
                  <a:pt x="41439" y="116959"/>
                </a:lnTo>
                <a:lnTo>
                  <a:pt x="38640" y="116257"/>
                </a:lnTo>
                <a:lnTo>
                  <a:pt x="36184" y="116842"/>
                </a:lnTo>
                <a:lnTo>
                  <a:pt x="35366" y="116023"/>
                </a:lnTo>
                <a:lnTo>
                  <a:pt x="36206" y="113107"/>
                </a:lnTo>
                <a:lnTo>
                  <a:pt x="33809" y="112018"/>
                </a:lnTo>
                <a:lnTo>
                  <a:pt x="30703" y="113743"/>
                </a:lnTo>
                <a:lnTo>
                  <a:pt x="28291" y="112713"/>
                </a:lnTo>
                <a:lnTo>
                  <a:pt x="29102" y="109760"/>
                </a:lnTo>
                <a:lnTo>
                  <a:pt x="28174" y="108832"/>
                </a:lnTo>
                <a:lnTo>
                  <a:pt x="25938" y="109789"/>
                </a:lnTo>
                <a:lnTo>
                  <a:pt x="24710" y="109110"/>
                </a:lnTo>
                <a:lnTo>
                  <a:pt x="25667" y="106325"/>
                </a:lnTo>
                <a:lnTo>
                  <a:pt x="24892" y="105550"/>
                </a:lnTo>
                <a:lnTo>
                  <a:pt x="22232" y="105908"/>
                </a:lnTo>
                <a:lnTo>
                  <a:pt x="21165" y="105857"/>
                </a:lnTo>
                <a:lnTo>
                  <a:pt x="18593" y="106230"/>
                </a:lnTo>
                <a:lnTo>
                  <a:pt x="17621" y="105346"/>
                </a:lnTo>
                <a:lnTo>
                  <a:pt x="18783" y="102948"/>
                </a:lnTo>
                <a:lnTo>
                  <a:pt x="17723" y="101889"/>
                </a:lnTo>
                <a:lnTo>
                  <a:pt x="15077" y="102941"/>
                </a:lnTo>
                <a:lnTo>
                  <a:pt x="14163" y="101567"/>
                </a:lnTo>
                <a:lnTo>
                  <a:pt x="15231" y="99696"/>
                </a:lnTo>
                <a:lnTo>
                  <a:pt x="14251" y="98161"/>
                </a:lnTo>
                <a:lnTo>
                  <a:pt x="15289" y="95939"/>
                </a:lnTo>
                <a:lnTo>
                  <a:pt x="14229" y="94880"/>
                </a:lnTo>
                <a:lnTo>
                  <a:pt x="11554" y="95918"/>
                </a:lnTo>
                <a:lnTo>
                  <a:pt x="10750" y="94653"/>
                </a:lnTo>
                <a:lnTo>
                  <a:pt x="11781" y="92431"/>
                </a:lnTo>
                <a:lnTo>
                  <a:pt x="10714" y="91364"/>
                </a:lnTo>
                <a:lnTo>
                  <a:pt x="8068" y="92417"/>
                </a:lnTo>
                <a:lnTo>
                  <a:pt x="7154" y="91043"/>
                </a:lnTo>
                <a:lnTo>
                  <a:pt x="8222" y="89172"/>
                </a:lnTo>
                <a:lnTo>
                  <a:pt x="7242" y="87644"/>
                </a:lnTo>
                <a:lnTo>
                  <a:pt x="8280" y="85423"/>
                </a:lnTo>
                <a:lnTo>
                  <a:pt x="7359" y="84502"/>
                </a:lnTo>
                <a:lnTo>
                  <a:pt x="4348" y="85254"/>
                </a:lnTo>
                <a:lnTo>
                  <a:pt x="3040" y="81812"/>
                </a:lnTo>
                <a:lnTo>
                  <a:pt x="5466" y="77295"/>
                </a:lnTo>
                <a:lnTo>
                  <a:pt x="4005" y="73882"/>
                </a:lnTo>
                <a:lnTo>
                  <a:pt x="1052" y="74693"/>
                </a:lnTo>
                <a:lnTo>
                  <a:pt x="314" y="73948"/>
                </a:lnTo>
                <a:lnTo>
                  <a:pt x="774" y="71383"/>
                </a:lnTo>
                <a:lnTo>
                  <a:pt x="204" y="67502"/>
                </a:lnTo>
                <a:lnTo>
                  <a:pt x="686" y="63643"/>
                </a:lnTo>
                <a:lnTo>
                  <a:pt x="686" y="57979"/>
                </a:lnTo>
                <a:lnTo>
                  <a:pt x="504" y="55574"/>
                </a:lnTo>
                <a:lnTo>
                  <a:pt x="767" y="52263"/>
                </a:lnTo>
                <a:lnTo>
                  <a:pt x="0" y="46818"/>
                </a:lnTo>
                <a:lnTo>
                  <a:pt x="986" y="46014"/>
                </a:lnTo>
                <a:lnTo>
                  <a:pt x="4114" y="46555"/>
                </a:lnTo>
                <a:lnTo>
                  <a:pt x="4735" y="44275"/>
                </a:lnTo>
                <a:lnTo>
                  <a:pt x="4195" y="41307"/>
                </a:lnTo>
                <a:lnTo>
                  <a:pt x="4195" y="38391"/>
                </a:lnTo>
                <a:lnTo>
                  <a:pt x="3858" y="36498"/>
                </a:lnTo>
                <a:lnTo>
                  <a:pt x="4385" y="35285"/>
                </a:lnTo>
                <a:lnTo>
                  <a:pt x="7330" y="36104"/>
                </a:lnTo>
                <a:lnTo>
                  <a:pt x="8280" y="35146"/>
                </a:lnTo>
                <a:lnTo>
                  <a:pt x="7235" y="32924"/>
                </a:lnTo>
                <a:lnTo>
                  <a:pt x="8163" y="31521"/>
                </a:lnTo>
                <a:lnTo>
                  <a:pt x="7111" y="29299"/>
                </a:lnTo>
                <a:lnTo>
                  <a:pt x="8163" y="28247"/>
                </a:lnTo>
                <a:lnTo>
                  <a:pt x="10867" y="29263"/>
                </a:lnTo>
                <a:lnTo>
                  <a:pt x="11642" y="28006"/>
                </a:lnTo>
                <a:lnTo>
                  <a:pt x="10626" y="25784"/>
                </a:lnTo>
                <a:lnTo>
                  <a:pt x="11569" y="24834"/>
                </a:lnTo>
                <a:lnTo>
                  <a:pt x="14522" y="25645"/>
                </a:lnTo>
                <a:lnTo>
                  <a:pt x="15355" y="23686"/>
                </a:lnTo>
                <a:lnTo>
                  <a:pt x="13623" y="19352"/>
                </a:lnTo>
                <a:lnTo>
                  <a:pt x="15260" y="17598"/>
                </a:lnTo>
                <a:lnTo>
                  <a:pt x="17642" y="18768"/>
                </a:lnTo>
                <a:lnTo>
                  <a:pt x="18702" y="17701"/>
                </a:lnTo>
                <a:lnTo>
                  <a:pt x="17650" y="15055"/>
                </a:lnTo>
                <a:lnTo>
                  <a:pt x="19024" y="14134"/>
                </a:lnTo>
                <a:lnTo>
                  <a:pt x="20858" y="15157"/>
                </a:lnTo>
                <a:lnTo>
                  <a:pt x="22430" y="14287"/>
                </a:lnTo>
                <a:lnTo>
                  <a:pt x="24666" y="15238"/>
                </a:lnTo>
                <a:lnTo>
                  <a:pt x="25718" y="14192"/>
                </a:lnTo>
                <a:lnTo>
                  <a:pt x="24666" y="11547"/>
                </a:lnTo>
                <a:lnTo>
                  <a:pt x="26040" y="10633"/>
                </a:lnTo>
                <a:lnTo>
                  <a:pt x="27904" y="11693"/>
                </a:lnTo>
                <a:lnTo>
                  <a:pt x="29285" y="10831"/>
                </a:lnTo>
                <a:lnTo>
                  <a:pt x="28262" y="8134"/>
                </a:lnTo>
                <a:lnTo>
                  <a:pt x="29066" y="7337"/>
                </a:lnTo>
                <a:lnTo>
                  <a:pt x="31733" y="7688"/>
                </a:lnTo>
                <a:lnTo>
                  <a:pt x="33034" y="7622"/>
                </a:lnTo>
                <a:lnTo>
                  <a:pt x="35073" y="8039"/>
                </a:lnTo>
                <a:lnTo>
                  <a:pt x="36265" y="7381"/>
                </a:lnTo>
                <a:lnTo>
                  <a:pt x="35322" y="4589"/>
                </a:lnTo>
                <a:lnTo>
                  <a:pt x="36228" y="3683"/>
                </a:lnTo>
                <a:lnTo>
                  <a:pt x="38596" y="4384"/>
                </a:lnTo>
                <a:lnTo>
                  <a:pt x="40145" y="3851"/>
                </a:lnTo>
                <a:lnTo>
                  <a:pt x="41826" y="4158"/>
                </a:lnTo>
                <a:lnTo>
                  <a:pt x="43792" y="4158"/>
                </a:lnTo>
                <a:lnTo>
                  <a:pt x="45254" y="4377"/>
                </a:lnTo>
                <a:lnTo>
                  <a:pt x="46285" y="4151"/>
                </a:lnTo>
                <a:lnTo>
                  <a:pt x="46577" y="4085"/>
                </a:lnTo>
                <a:lnTo>
                  <a:pt x="46029" y="898"/>
                </a:lnTo>
                <a:lnTo>
                  <a:pt x="46643" y="285"/>
                </a:lnTo>
                <a:lnTo>
                  <a:pt x="49245" y="701"/>
                </a:lnTo>
                <a:lnTo>
                  <a:pt x="54332" y="131"/>
                </a:lnTo>
                <a:lnTo>
                  <a:pt x="59251" y="643"/>
                </a:lnTo>
                <a:lnTo>
                  <a:pt x="67042" y="643"/>
                </a:lnTo>
                <a:lnTo>
                  <a:pt x="71208" y="0"/>
                </a:lnTo>
                <a:lnTo>
                  <a:pt x="74628" y="694"/>
                </a:lnTo>
                <a:lnTo>
                  <a:pt x="74102" y="3895"/>
                </a:lnTo>
                <a:lnTo>
                  <a:pt x="74686" y="4480"/>
                </a:lnTo>
                <a:lnTo>
                  <a:pt x="77347" y="4121"/>
                </a:lnTo>
                <a:lnTo>
                  <a:pt x="78787" y="4195"/>
                </a:lnTo>
                <a:lnTo>
                  <a:pt x="80511" y="3807"/>
                </a:lnTo>
                <a:lnTo>
                  <a:pt x="82053" y="4421"/>
                </a:lnTo>
                <a:lnTo>
                  <a:pt x="84378" y="3646"/>
                </a:lnTo>
                <a:lnTo>
                  <a:pt x="85364" y="4640"/>
                </a:lnTo>
                <a:lnTo>
                  <a:pt x="84312" y="7286"/>
                </a:lnTo>
                <a:lnTo>
                  <a:pt x="85686" y="8200"/>
                </a:lnTo>
                <a:lnTo>
                  <a:pt x="87506" y="7213"/>
                </a:lnTo>
                <a:lnTo>
                  <a:pt x="89092" y="8010"/>
                </a:lnTo>
                <a:lnTo>
                  <a:pt x="91350" y="7118"/>
                </a:lnTo>
                <a:lnTo>
                  <a:pt x="92381" y="8149"/>
                </a:lnTo>
                <a:lnTo>
                  <a:pt x="91328" y="10794"/>
                </a:lnTo>
                <a:lnTo>
                  <a:pt x="92702" y="11708"/>
                </a:lnTo>
                <a:lnTo>
                  <a:pt x="94573" y="10633"/>
                </a:lnTo>
                <a:lnTo>
                  <a:pt x="95947" y="11525"/>
                </a:lnTo>
                <a:lnTo>
                  <a:pt x="94909" y="14193"/>
                </a:lnTo>
                <a:lnTo>
                  <a:pt x="95728" y="15004"/>
                </a:lnTo>
                <a:lnTo>
                  <a:pt x="98388" y="14646"/>
                </a:lnTo>
                <a:lnTo>
                  <a:pt x="99455" y="14704"/>
                </a:lnTo>
                <a:lnTo>
                  <a:pt x="102021" y="14324"/>
                </a:lnTo>
                <a:lnTo>
                  <a:pt x="103000" y="15209"/>
                </a:lnTo>
                <a:lnTo>
                  <a:pt x="101831" y="17613"/>
                </a:lnTo>
                <a:lnTo>
                  <a:pt x="102890" y="18673"/>
                </a:lnTo>
                <a:lnTo>
                  <a:pt x="105536" y="17620"/>
                </a:lnTo>
                <a:lnTo>
                  <a:pt x="106450" y="18994"/>
                </a:lnTo>
                <a:lnTo>
                  <a:pt x="105383" y="20865"/>
                </a:lnTo>
                <a:lnTo>
                  <a:pt x="106362" y="22393"/>
                </a:lnTo>
                <a:lnTo>
                  <a:pt x="105324" y="24622"/>
                </a:lnTo>
                <a:lnTo>
                  <a:pt x="106384" y="25674"/>
                </a:lnTo>
                <a:lnTo>
                  <a:pt x="109059" y="24644"/>
                </a:lnTo>
                <a:lnTo>
                  <a:pt x="109870" y="25901"/>
                </a:lnTo>
                <a:lnTo>
                  <a:pt x="108832" y="28123"/>
                </a:lnTo>
                <a:lnTo>
                  <a:pt x="109907" y="29197"/>
                </a:lnTo>
                <a:lnTo>
                  <a:pt x="112552" y="28145"/>
                </a:lnTo>
                <a:lnTo>
                  <a:pt x="113466" y="29519"/>
                </a:lnTo>
                <a:lnTo>
                  <a:pt x="112399" y="31390"/>
                </a:lnTo>
                <a:lnTo>
                  <a:pt x="113378" y="32924"/>
                </a:lnTo>
                <a:lnTo>
                  <a:pt x="112340" y="35146"/>
                </a:lnTo>
                <a:lnTo>
                  <a:pt x="113298" y="36096"/>
                </a:lnTo>
                <a:lnTo>
                  <a:pt x="116236" y="35278"/>
                </a:lnTo>
                <a:lnTo>
                  <a:pt x="117127" y="37324"/>
                </a:lnTo>
                <a:lnTo>
                  <a:pt x="116433" y="40964"/>
                </a:lnTo>
                <a:lnTo>
                  <a:pt x="116433" y="43749"/>
                </a:lnTo>
                <a:lnTo>
                  <a:pt x="116170" y="45276"/>
                </a:lnTo>
                <a:lnTo>
                  <a:pt x="116521" y="46577"/>
                </a:lnTo>
                <a:lnTo>
                  <a:pt x="119656" y="45963"/>
                </a:lnTo>
                <a:lnTo>
                  <a:pt x="120270" y="46577"/>
                </a:lnTo>
                <a:lnTo>
                  <a:pt x="119912" y="49245"/>
                </a:lnTo>
                <a:lnTo>
                  <a:pt x="120394" y="59323"/>
                </a:lnTo>
                <a:lnTo>
                  <a:pt x="119715" y="66003"/>
                </a:lnTo>
                <a:lnTo>
                  <a:pt x="120475" y="68656"/>
                </a:lnTo>
                <a:lnTo>
                  <a:pt x="119788" y="71426"/>
                </a:lnTo>
                <a:lnTo>
                  <a:pt x="120372" y="73882"/>
                </a:lnTo>
                <a:lnTo>
                  <a:pt x="119642" y="74620"/>
                </a:lnTo>
                <a:lnTo>
                  <a:pt x="116543" y="73962"/>
                </a:lnTo>
                <a:lnTo>
                  <a:pt x="115783" y="76455"/>
                </a:lnTo>
                <a:lnTo>
                  <a:pt x="116974" y="79152"/>
                </a:lnTo>
                <a:lnTo>
                  <a:pt x="116280" y="81951"/>
                </a:lnTo>
                <a:lnTo>
                  <a:pt x="116864" y="84414"/>
                </a:lnTo>
                <a:lnTo>
                  <a:pt x="116046" y="85218"/>
                </a:lnTo>
                <a:lnTo>
                  <a:pt x="113130" y="84377"/>
                </a:lnTo>
                <a:lnTo>
                  <a:pt x="112041" y="86782"/>
                </a:lnTo>
                <a:lnTo>
                  <a:pt x="113766" y="89888"/>
                </a:lnTo>
                <a:lnTo>
                  <a:pt x="112735" y="92293"/>
                </a:lnTo>
                <a:lnTo>
                  <a:pt x="109782" y="91481"/>
                </a:lnTo>
                <a:lnTo>
                  <a:pt x="108854" y="92409"/>
                </a:lnTo>
                <a:lnTo>
                  <a:pt x="109812" y="94653"/>
                </a:lnTo>
                <a:lnTo>
                  <a:pt x="109125" y="95874"/>
                </a:lnTo>
                <a:lnTo>
                  <a:pt x="106347" y="94924"/>
                </a:lnTo>
                <a:lnTo>
                  <a:pt x="105573" y="95691"/>
                </a:lnTo>
                <a:lnTo>
                  <a:pt x="105931" y="98359"/>
                </a:lnTo>
                <a:lnTo>
                  <a:pt x="105880" y="99418"/>
                </a:lnTo>
                <a:lnTo>
                  <a:pt x="106252" y="101998"/>
                </a:lnTo>
                <a:lnTo>
                  <a:pt x="105368" y="102970"/>
                </a:lnTo>
                <a:lnTo>
                  <a:pt x="102971" y="101808"/>
                </a:lnTo>
                <a:lnTo>
                  <a:pt x="102035" y="102744"/>
                </a:lnTo>
                <a:lnTo>
                  <a:pt x="102846" y="105696"/>
                </a:lnTo>
                <a:lnTo>
                  <a:pt x="100603" y="106654"/>
                </a:lnTo>
                <a:lnTo>
                  <a:pt x="96992" y="104819"/>
                </a:lnTo>
                <a:lnTo>
                  <a:pt x="94822" y="106259"/>
                </a:lnTo>
                <a:lnTo>
                  <a:pt x="95874" y="108905"/>
                </a:lnTo>
                <a:lnTo>
                  <a:pt x="94800" y="109979"/>
                </a:lnTo>
                <a:lnTo>
                  <a:pt x="92461" y="108810"/>
                </a:lnTo>
                <a:lnTo>
                  <a:pt x="91299" y="109979"/>
                </a:lnTo>
                <a:lnTo>
                  <a:pt x="92468" y="112318"/>
                </a:lnTo>
                <a:lnTo>
                  <a:pt x="91343" y="113444"/>
                </a:lnTo>
                <a:lnTo>
                  <a:pt x="89077" y="112552"/>
                </a:lnTo>
                <a:lnTo>
                  <a:pt x="87674" y="113254"/>
                </a:lnTo>
                <a:lnTo>
                  <a:pt x="85408" y="112362"/>
                </a:lnTo>
                <a:lnTo>
                  <a:pt x="84502" y="113268"/>
                </a:lnTo>
                <a:lnTo>
                  <a:pt x="85313" y="116221"/>
                </a:lnTo>
                <a:lnTo>
                  <a:pt x="82887" y="117259"/>
                </a:lnTo>
                <a:lnTo>
                  <a:pt x="79890" y="115673"/>
                </a:lnTo>
                <a:lnTo>
                  <a:pt x="77179" y="116659"/>
                </a:lnTo>
                <a:lnTo>
                  <a:pt x="74825" y="115928"/>
                </a:lnTo>
                <a:lnTo>
                  <a:pt x="73977" y="116776"/>
                </a:lnTo>
                <a:lnTo>
                  <a:pt x="74789" y="119729"/>
                </a:lnTo>
                <a:lnTo>
                  <a:pt x="72596" y="1206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7881596" y="8743415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4">
                <a:moveTo>
                  <a:pt x="54939" y="120767"/>
                </a:moveTo>
                <a:lnTo>
                  <a:pt x="52878" y="119883"/>
                </a:lnTo>
                <a:lnTo>
                  <a:pt x="53690" y="116930"/>
                </a:lnTo>
                <a:lnTo>
                  <a:pt x="52929" y="116170"/>
                </a:lnTo>
                <a:lnTo>
                  <a:pt x="50394" y="116667"/>
                </a:lnTo>
                <a:lnTo>
                  <a:pt x="47631" y="116184"/>
                </a:lnTo>
                <a:lnTo>
                  <a:pt x="45007" y="116564"/>
                </a:lnTo>
                <a:lnTo>
                  <a:pt x="41879" y="116564"/>
                </a:lnTo>
                <a:lnTo>
                  <a:pt x="40139" y="116872"/>
                </a:lnTo>
                <a:lnTo>
                  <a:pt x="38890" y="116418"/>
                </a:lnTo>
                <a:lnTo>
                  <a:pt x="39620" y="113385"/>
                </a:lnTo>
                <a:lnTo>
                  <a:pt x="38955" y="112720"/>
                </a:lnTo>
                <a:lnTo>
                  <a:pt x="36288" y="113086"/>
                </a:lnTo>
                <a:lnTo>
                  <a:pt x="34914" y="113013"/>
                </a:lnTo>
                <a:lnTo>
                  <a:pt x="33035" y="113422"/>
                </a:lnTo>
                <a:lnTo>
                  <a:pt x="31800" y="112837"/>
                </a:lnTo>
                <a:lnTo>
                  <a:pt x="32662" y="109943"/>
                </a:lnTo>
                <a:lnTo>
                  <a:pt x="31939" y="109219"/>
                </a:lnTo>
                <a:lnTo>
                  <a:pt x="29271" y="109570"/>
                </a:lnTo>
                <a:lnTo>
                  <a:pt x="28087" y="109512"/>
                </a:lnTo>
                <a:lnTo>
                  <a:pt x="25785" y="109921"/>
                </a:lnTo>
                <a:lnTo>
                  <a:pt x="24681" y="109154"/>
                </a:lnTo>
                <a:lnTo>
                  <a:pt x="25756" y="106544"/>
                </a:lnTo>
                <a:lnTo>
                  <a:pt x="24667" y="105455"/>
                </a:lnTo>
                <a:lnTo>
                  <a:pt x="22328" y="106625"/>
                </a:lnTo>
                <a:lnTo>
                  <a:pt x="21158" y="105455"/>
                </a:lnTo>
                <a:lnTo>
                  <a:pt x="22328" y="103117"/>
                </a:lnTo>
                <a:lnTo>
                  <a:pt x="21159" y="101947"/>
                </a:lnTo>
                <a:lnTo>
                  <a:pt x="18820" y="103117"/>
                </a:lnTo>
                <a:lnTo>
                  <a:pt x="17650" y="101947"/>
                </a:lnTo>
                <a:lnTo>
                  <a:pt x="18820" y="99609"/>
                </a:lnTo>
                <a:lnTo>
                  <a:pt x="17650" y="98439"/>
                </a:lnTo>
                <a:lnTo>
                  <a:pt x="15312" y="99609"/>
                </a:lnTo>
                <a:lnTo>
                  <a:pt x="14142" y="98439"/>
                </a:lnTo>
                <a:lnTo>
                  <a:pt x="15311" y="96101"/>
                </a:lnTo>
                <a:lnTo>
                  <a:pt x="14230" y="95012"/>
                </a:lnTo>
                <a:lnTo>
                  <a:pt x="11613" y="96086"/>
                </a:lnTo>
                <a:lnTo>
                  <a:pt x="10341" y="94251"/>
                </a:lnTo>
                <a:lnTo>
                  <a:pt x="12366" y="89435"/>
                </a:lnTo>
                <a:lnTo>
                  <a:pt x="10809" y="88163"/>
                </a:lnTo>
                <a:lnTo>
                  <a:pt x="7915" y="88938"/>
                </a:lnTo>
                <a:lnTo>
                  <a:pt x="7104" y="87228"/>
                </a:lnTo>
                <a:lnTo>
                  <a:pt x="8734" y="82324"/>
                </a:lnTo>
                <a:lnTo>
                  <a:pt x="7367" y="81198"/>
                </a:lnTo>
                <a:lnTo>
                  <a:pt x="4334" y="81849"/>
                </a:lnTo>
                <a:lnTo>
                  <a:pt x="3559" y="79714"/>
                </a:lnTo>
                <a:lnTo>
                  <a:pt x="4202" y="76374"/>
                </a:lnTo>
                <a:lnTo>
                  <a:pt x="4202" y="72384"/>
                </a:lnTo>
                <a:lnTo>
                  <a:pt x="4728" y="69453"/>
                </a:lnTo>
                <a:lnTo>
                  <a:pt x="4114" y="67129"/>
                </a:lnTo>
                <a:lnTo>
                  <a:pt x="972" y="67728"/>
                </a:lnTo>
                <a:lnTo>
                  <a:pt x="365" y="67122"/>
                </a:lnTo>
                <a:lnTo>
                  <a:pt x="716" y="64454"/>
                </a:lnTo>
                <a:lnTo>
                  <a:pt x="694" y="58651"/>
                </a:lnTo>
                <a:lnTo>
                  <a:pt x="0" y="55040"/>
                </a:lnTo>
                <a:lnTo>
                  <a:pt x="884" y="52979"/>
                </a:lnTo>
                <a:lnTo>
                  <a:pt x="3829" y="53791"/>
                </a:lnTo>
                <a:lnTo>
                  <a:pt x="4597" y="53023"/>
                </a:lnTo>
                <a:lnTo>
                  <a:pt x="4100" y="50495"/>
                </a:lnTo>
                <a:lnTo>
                  <a:pt x="4582" y="47732"/>
                </a:lnTo>
                <a:lnTo>
                  <a:pt x="4202" y="45108"/>
                </a:lnTo>
                <a:lnTo>
                  <a:pt x="4202" y="41958"/>
                </a:lnTo>
                <a:lnTo>
                  <a:pt x="3895" y="40270"/>
                </a:lnTo>
                <a:lnTo>
                  <a:pt x="4334" y="39005"/>
                </a:lnTo>
                <a:lnTo>
                  <a:pt x="7389" y="39707"/>
                </a:lnTo>
                <a:lnTo>
                  <a:pt x="8039" y="39057"/>
                </a:lnTo>
                <a:lnTo>
                  <a:pt x="7681" y="36389"/>
                </a:lnTo>
                <a:lnTo>
                  <a:pt x="7754" y="35015"/>
                </a:lnTo>
                <a:lnTo>
                  <a:pt x="7345" y="33137"/>
                </a:lnTo>
                <a:lnTo>
                  <a:pt x="7930" y="31902"/>
                </a:lnTo>
                <a:lnTo>
                  <a:pt x="10824" y="32764"/>
                </a:lnTo>
                <a:lnTo>
                  <a:pt x="11547" y="32040"/>
                </a:lnTo>
                <a:lnTo>
                  <a:pt x="11189" y="29373"/>
                </a:lnTo>
                <a:lnTo>
                  <a:pt x="11255" y="28174"/>
                </a:lnTo>
                <a:lnTo>
                  <a:pt x="10846" y="25901"/>
                </a:lnTo>
                <a:lnTo>
                  <a:pt x="11606" y="24783"/>
                </a:lnTo>
                <a:lnTo>
                  <a:pt x="14230" y="25850"/>
                </a:lnTo>
                <a:lnTo>
                  <a:pt x="15311" y="24768"/>
                </a:lnTo>
                <a:lnTo>
                  <a:pt x="14142" y="22430"/>
                </a:lnTo>
                <a:lnTo>
                  <a:pt x="15311" y="21260"/>
                </a:lnTo>
                <a:lnTo>
                  <a:pt x="17650" y="22430"/>
                </a:lnTo>
                <a:lnTo>
                  <a:pt x="18805" y="21275"/>
                </a:lnTo>
                <a:lnTo>
                  <a:pt x="17643" y="18878"/>
                </a:lnTo>
                <a:lnTo>
                  <a:pt x="18856" y="17767"/>
                </a:lnTo>
                <a:lnTo>
                  <a:pt x="21151" y="18929"/>
                </a:lnTo>
                <a:lnTo>
                  <a:pt x="22233" y="17847"/>
                </a:lnTo>
                <a:lnTo>
                  <a:pt x="21180" y="15201"/>
                </a:lnTo>
                <a:lnTo>
                  <a:pt x="22533" y="14295"/>
                </a:lnTo>
                <a:lnTo>
                  <a:pt x="24484" y="15391"/>
                </a:lnTo>
                <a:lnTo>
                  <a:pt x="25836" y="14397"/>
                </a:lnTo>
                <a:lnTo>
                  <a:pt x="24732" y="11839"/>
                </a:lnTo>
                <a:lnTo>
                  <a:pt x="25836" y="10736"/>
                </a:lnTo>
                <a:lnTo>
                  <a:pt x="28058" y="11781"/>
                </a:lnTo>
                <a:lnTo>
                  <a:pt x="29461" y="10853"/>
                </a:lnTo>
                <a:lnTo>
                  <a:pt x="31683" y="11905"/>
                </a:lnTo>
                <a:lnTo>
                  <a:pt x="32706" y="10882"/>
                </a:lnTo>
                <a:lnTo>
                  <a:pt x="31756" y="8097"/>
                </a:lnTo>
                <a:lnTo>
                  <a:pt x="33554" y="7096"/>
                </a:lnTo>
                <a:lnTo>
                  <a:pt x="38400" y="8887"/>
                </a:lnTo>
                <a:lnTo>
                  <a:pt x="39540" y="7498"/>
                </a:lnTo>
                <a:lnTo>
                  <a:pt x="38962" y="4399"/>
                </a:lnTo>
                <a:lnTo>
                  <a:pt x="41199" y="3720"/>
                </a:lnTo>
                <a:lnTo>
                  <a:pt x="44290" y="4304"/>
                </a:lnTo>
                <a:lnTo>
                  <a:pt x="48566" y="4304"/>
                </a:lnTo>
                <a:lnTo>
                  <a:pt x="51051" y="4597"/>
                </a:lnTo>
                <a:lnTo>
                  <a:pt x="53339" y="4312"/>
                </a:lnTo>
                <a:lnTo>
                  <a:pt x="53565" y="4282"/>
                </a:lnTo>
                <a:lnTo>
                  <a:pt x="53119" y="1023"/>
                </a:lnTo>
                <a:lnTo>
                  <a:pt x="53645" y="496"/>
                </a:lnTo>
                <a:lnTo>
                  <a:pt x="57943" y="818"/>
                </a:lnTo>
                <a:lnTo>
                  <a:pt x="59273" y="606"/>
                </a:lnTo>
                <a:lnTo>
                  <a:pt x="62380" y="1169"/>
                </a:lnTo>
                <a:lnTo>
                  <a:pt x="65486" y="0"/>
                </a:lnTo>
                <a:lnTo>
                  <a:pt x="67802" y="993"/>
                </a:lnTo>
                <a:lnTo>
                  <a:pt x="66991" y="3939"/>
                </a:lnTo>
                <a:lnTo>
                  <a:pt x="67751" y="4699"/>
                </a:lnTo>
                <a:lnTo>
                  <a:pt x="70287" y="4209"/>
                </a:lnTo>
                <a:lnTo>
                  <a:pt x="73050" y="4692"/>
                </a:lnTo>
                <a:lnTo>
                  <a:pt x="75667" y="4312"/>
                </a:lnTo>
                <a:lnTo>
                  <a:pt x="78824" y="4312"/>
                </a:lnTo>
                <a:lnTo>
                  <a:pt x="80512" y="4005"/>
                </a:lnTo>
                <a:lnTo>
                  <a:pt x="81777" y="4443"/>
                </a:lnTo>
                <a:lnTo>
                  <a:pt x="81068" y="7498"/>
                </a:lnTo>
                <a:lnTo>
                  <a:pt x="81725" y="8149"/>
                </a:lnTo>
                <a:lnTo>
                  <a:pt x="84386" y="7790"/>
                </a:lnTo>
                <a:lnTo>
                  <a:pt x="85752" y="7864"/>
                </a:lnTo>
                <a:lnTo>
                  <a:pt x="87638" y="7454"/>
                </a:lnTo>
                <a:lnTo>
                  <a:pt x="88866" y="8039"/>
                </a:lnTo>
                <a:lnTo>
                  <a:pt x="88004" y="10933"/>
                </a:lnTo>
                <a:lnTo>
                  <a:pt x="88734" y="11657"/>
                </a:lnTo>
                <a:lnTo>
                  <a:pt x="91395" y="11299"/>
                </a:lnTo>
                <a:lnTo>
                  <a:pt x="92593" y="11364"/>
                </a:lnTo>
                <a:lnTo>
                  <a:pt x="94859" y="10955"/>
                </a:lnTo>
                <a:lnTo>
                  <a:pt x="95977" y="11708"/>
                </a:lnTo>
                <a:lnTo>
                  <a:pt x="94918" y="14339"/>
                </a:lnTo>
                <a:lnTo>
                  <a:pt x="95992" y="15421"/>
                </a:lnTo>
                <a:lnTo>
                  <a:pt x="98331" y="14251"/>
                </a:lnTo>
                <a:lnTo>
                  <a:pt x="99500" y="15421"/>
                </a:lnTo>
                <a:lnTo>
                  <a:pt x="98331" y="17759"/>
                </a:lnTo>
                <a:lnTo>
                  <a:pt x="99500" y="18929"/>
                </a:lnTo>
                <a:lnTo>
                  <a:pt x="101839" y="17759"/>
                </a:lnTo>
                <a:lnTo>
                  <a:pt x="103001" y="18929"/>
                </a:lnTo>
                <a:lnTo>
                  <a:pt x="101839" y="21267"/>
                </a:lnTo>
                <a:lnTo>
                  <a:pt x="103001" y="22437"/>
                </a:lnTo>
                <a:lnTo>
                  <a:pt x="105340" y="21267"/>
                </a:lnTo>
                <a:lnTo>
                  <a:pt x="106509" y="22437"/>
                </a:lnTo>
                <a:lnTo>
                  <a:pt x="105340" y="24776"/>
                </a:lnTo>
                <a:lnTo>
                  <a:pt x="106407" y="25843"/>
                </a:lnTo>
                <a:lnTo>
                  <a:pt x="109067" y="24805"/>
                </a:lnTo>
                <a:lnTo>
                  <a:pt x="110266" y="26632"/>
                </a:lnTo>
                <a:lnTo>
                  <a:pt x="108300" y="31448"/>
                </a:lnTo>
                <a:lnTo>
                  <a:pt x="109842" y="32713"/>
                </a:lnTo>
                <a:lnTo>
                  <a:pt x="112729" y="31938"/>
                </a:lnTo>
                <a:lnTo>
                  <a:pt x="113540" y="33648"/>
                </a:lnTo>
                <a:lnTo>
                  <a:pt x="111910" y="38560"/>
                </a:lnTo>
                <a:lnTo>
                  <a:pt x="113270" y="39671"/>
                </a:lnTo>
                <a:lnTo>
                  <a:pt x="116318" y="39042"/>
                </a:lnTo>
                <a:lnTo>
                  <a:pt x="117509" y="42477"/>
                </a:lnTo>
                <a:lnTo>
                  <a:pt x="115740" y="46709"/>
                </a:lnTo>
                <a:lnTo>
                  <a:pt x="116573" y="50524"/>
                </a:lnTo>
                <a:lnTo>
                  <a:pt x="116025" y="53016"/>
                </a:lnTo>
                <a:lnTo>
                  <a:pt x="116924" y="53915"/>
                </a:lnTo>
                <a:lnTo>
                  <a:pt x="119577" y="52863"/>
                </a:lnTo>
                <a:lnTo>
                  <a:pt x="120315" y="53981"/>
                </a:lnTo>
                <a:lnTo>
                  <a:pt x="119914" y="56247"/>
                </a:lnTo>
                <a:lnTo>
                  <a:pt x="120038" y="58965"/>
                </a:lnTo>
                <a:lnTo>
                  <a:pt x="120432" y="61991"/>
                </a:lnTo>
                <a:lnTo>
                  <a:pt x="119789" y="64571"/>
                </a:lnTo>
                <a:lnTo>
                  <a:pt x="120374" y="67027"/>
                </a:lnTo>
                <a:lnTo>
                  <a:pt x="119694" y="67706"/>
                </a:lnTo>
                <a:lnTo>
                  <a:pt x="116486" y="67180"/>
                </a:lnTo>
                <a:lnTo>
                  <a:pt x="116011" y="69592"/>
                </a:lnTo>
                <a:lnTo>
                  <a:pt x="116442" y="72296"/>
                </a:lnTo>
                <a:lnTo>
                  <a:pt x="116442" y="76382"/>
                </a:lnTo>
                <a:lnTo>
                  <a:pt x="117085" y="79722"/>
                </a:lnTo>
                <a:lnTo>
                  <a:pt x="116288" y="81885"/>
                </a:lnTo>
                <a:lnTo>
                  <a:pt x="113263" y="81162"/>
                </a:lnTo>
                <a:lnTo>
                  <a:pt x="112598" y="81827"/>
                </a:lnTo>
                <a:lnTo>
                  <a:pt x="112963" y="84487"/>
                </a:lnTo>
                <a:lnTo>
                  <a:pt x="112890" y="85861"/>
                </a:lnTo>
                <a:lnTo>
                  <a:pt x="113299" y="87739"/>
                </a:lnTo>
                <a:lnTo>
                  <a:pt x="112714" y="88967"/>
                </a:lnTo>
                <a:lnTo>
                  <a:pt x="109820" y="88105"/>
                </a:lnTo>
                <a:lnTo>
                  <a:pt x="109096" y="88836"/>
                </a:lnTo>
                <a:lnTo>
                  <a:pt x="109455" y="91496"/>
                </a:lnTo>
                <a:lnTo>
                  <a:pt x="109396" y="92687"/>
                </a:lnTo>
                <a:lnTo>
                  <a:pt x="109806" y="94975"/>
                </a:lnTo>
                <a:lnTo>
                  <a:pt x="109038" y="96086"/>
                </a:lnTo>
                <a:lnTo>
                  <a:pt x="106422" y="95012"/>
                </a:lnTo>
                <a:lnTo>
                  <a:pt x="105340" y="96101"/>
                </a:lnTo>
                <a:lnTo>
                  <a:pt x="106509" y="98439"/>
                </a:lnTo>
                <a:lnTo>
                  <a:pt x="105340" y="99609"/>
                </a:lnTo>
                <a:lnTo>
                  <a:pt x="103001" y="98439"/>
                </a:lnTo>
                <a:lnTo>
                  <a:pt x="101839" y="99609"/>
                </a:lnTo>
                <a:lnTo>
                  <a:pt x="103001" y="101947"/>
                </a:lnTo>
                <a:lnTo>
                  <a:pt x="101839" y="103117"/>
                </a:lnTo>
                <a:lnTo>
                  <a:pt x="99500" y="101947"/>
                </a:lnTo>
                <a:lnTo>
                  <a:pt x="98331" y="103117"/>
                </a:lnTo>
                <a:lnTo>
                  <a:pt x="99500" y="105455"/>
                </a:lnTo>
                <a:lnTo>
                  <a:pt x="98331" y="106625"/>
                </a:lnTo>
                <a:lnTo>
                  <a:pt x="95992" y="105455"/>
                </a:lnTo>
                <a:lnTo>
                  <a:pt x="94910" y="106544"/>
                </a:lnTo>
                <a:lnTo>
                  <a:pt x="95977" y="109154"/>
                </a:lnTo>
                <a:lnTo>
                  <a:pt x="94143" y="110433"/>
                </a:lnTo>
                <a:lnTo>
                  <a:pt x="89334" y="108401"/>
                </a:lnTo>
                <a:lnTo>
                  <a:pt x="88055" y="109958"/>
                </a:lnTo>
                <a:lnTo>
                  <a:pt x="88837" y="112852"/>
                </a:lnTo>
                <a:lnTo>
                  <a:pt x="87119" y="113663"/>
                </a:lnTo>
                <a:lnTo>
                  <a:pt x="82215" y="112033"/>
                </a:lnTo>
                <a:lnTo>
                  <a:pt x="81097" y="113400"/>
                </a:lnTo>
                <a:lnTo>
                  <a:pt x="81740" y="116433"/>
                </a:lnTo>
                <a:lnTo>
                  <a:pt x="79606" y="117208"/>
                </a:lnTo>
                <a:lnTo>
                  <a:pt x="76266" y="116564"/>
                </a:lnTo>
                <a:lnTo>
                  <a:pt x="72283" y="116564"/>
                </a:lnTo>
                <a:lnTo>
                  <a:pt x="69345" y="116038"/>
                </a:lnTo>
                <a:lnTo>
                  <a:pt x="67028" y="116652"/>
                </a:lnTo>
                <a:lnTo>
                  <a:pt x="67627" y="119795"/>
                </a:lnTo>
                <a:lnTo>
                  <a:pt x="67013" y="120402"/>
                </a:lnTo>
                <a:lnTo>
                  <a:pt x="64353" y="120043"/>
                </a:lnTo>
                <a:lnTo>
                  <a:pt x="58550" y="120073"/>
                </a:lnTo>
                <a:lnTo>
                  <a:pt x="54939" y="1207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6411700" y="8747120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43369" y="113568"/>
                </a:moveTo>
                <a:lnTo>
                  <a:pt x="42543" y="112559"/>
                </a:lnTo>
                <a:lnTo>
                  <a:pt x="43091" y="109431"/>
                </a:lnTo>
                <a:lnTo>
                  <a:pt x="40811" y="108810"/>
                </a:lnTo>
                <a:lnTo>
                  <a:pt x="37836" y="109351"/>
                </a:lnTo>
                <a:lnTo>
                  <a:pt x="34876" y="109351"/>
                </a:lnTo>
                <a:lnTo>
                  <a:pt x="33093" y="109672"/>
                </a:lnTo>
                <a:lnTo>
                  <a:pt x="31858" y="109190"/>
                </a:lnTo>
                <a:lnTo>
                  <a:pt x="32610" y="106186"/>
                </a:lnTo>
                <a:lnTo>
                  <a:pt x="31682" y="105258"/>
                </a:lnTo>
                <a:lnTo>
                  <a:pt x="29460" y="106310"/>
                </a:lnTo>
                <a:lnTo>
                  <a:pt x="28057" y="105375"/>
                </a:lnTo>
                <a:lnTo>
                  <a:pt x="25835" y="106427"/>
                </a:lnTo>
                <a:lnTo>
                  <a:pt x="24702" y="105295"/>
                </a:lnTo>
                <a:lnTo>
                  <a:pt x="25843" y="102817"/>
                </a:lnTo>
                <a:lnTo>
                  <a:pt x="24593" y="101794"/>
                </a:lnTo>
                <a:lnTo>
                  <a:pt x="22342" y="102934"/>
                </a:lnTo>
                <a:lnTo>
                  <a:pt x="21158" y="101750"/>
                </a:lnTo>
                <a:lnTo>
                  <a:pt x="22327" y="99411"/>
                </a:lnTo>
                <a:lnTo>
                  <a:pt x="21158" y="98242"/>
                </a:lnTo>
                <a:lnTo>
                  <a:pt x="18819" y="99411"/>
                </a:lnTo>
                <a:lnTo>
                  <a:pt x="17650" y="98242"/>
                </a:lnTo>
                <a:lnTo>
                  <a:pt x="18819" y="95903"/>
                </a:lnTo>
                <a:lnTo>
                  <a:pt x="17650" y="94734"/>
                </a:lnTo>
                <a:lnTo>
                  <a:pt x="15311" y="95903"/>
                </a:lnTo>
                <a:lnTo>
                  <a:pt x="14142" y="94734"/>
                </a:lnTo>
                <a:lnTo>
                  <a:pt x="15311" y="92395"/>
                </a:lnTo>
                <a:lnTo>
                  <a:pt x="14142" y="91226"/>
                </a:lnTo>
                <a:lnTo>
                  <a:pt x="11803" y="92395"/>
                </a:lnTo>
                <a:lnTo>
                  <a:pt x="10619" y="91211"/>
                </a:lnTo>
                <a:lnTo>
                  <a:pt x="11759" y="88960"/>
                </a:lnTo>
                <a:lnTo>
                  <a:pt x="10736" y="87710"/>
                </a:lnTo>
                <a:lnTo>
                  <a:pt x="8258" y="88850"/>
                </a:lnTo>
                <a:lnTo>
                  <a:pt x="7125" y="87717"/>
                </a:lnTo>
                <a:lnTo>
                  <a:pt x="8178" y="85496"/>
                </a:lnTo>
                <a:lnTo>
                  <a:pt x="7242" y="84092"/>
                </a:lnTo>
                <a:lnTo>
                  <a:pt x="8295" y="81871"/>
                </a:lnTo>
                <a:lnTo>
                  <a:pt x="7352" y="80935"/>
                </a:lnTo>
                <a:lnTo>
                  <a:pt x="4377" y="81724"/>
                </a:lnTo>
                <a:lnTo>
                  <a:pt x="2974" y="78297"/>
                </a:lnTo>
                <a:lnTo>
                  <a:pt x="5474" y="73736"/>
                </a:lnTo>
                <a:lnTo>
                  <a:pt x="4012" y="70330"/>
                </a:lnTo>
                <a:lnTo>
                  <a:pt x="1059" y="71141"/>
                </a:lnTo>
                <a:lnTo>
                  <a:pt x="314" y="70396"/>
                </a:lnTo>
                <a:lnTo>
                  <a:pt x="774" y="67831"/>
                </a:lnTo>
                <a:lnTo>
                  <a:pt x="212" y="63950"/>
                </a:lnTo>
                <a:lnTo>
                  <a:pt x="694" y="60091"/>
                </a:lnTo>
                <a:lnTo>
                  <a:pt x="694" y="54441"/>
                </a:lnTo>
                <a:lnTo>
                  <a:pt x="482" y="52015"/>
                </a:lnTo>
                <a:lnTo>
                  <a:pt x="789" y="48697"/>
                </a:lnTo>
                <a:lnTo>
                  <a:pt x="0" y="43274"/>
                </a:lnTo>
                <a:lnTo>
                  <a:pt x="1030" y="42426"/>
                </a:lnTo>
                <a:lnTo>
                  <a:pt x="4078" y="43054"/>
                </a:lnTo>
                <a:lnTo>
                  <a:pt x="4509" y="41827"/>
                </a:lnTo>
                <a:lnTo>
                  <a:pt x="4202" y="40131"/>
                </a:lnTo>
                <a:lnTo>
                  <a:pt x="4202" y="38304"/>
                </a:lnTo>
                <a:lnTo>
                  <a:pt x="3880" y="36506"/>
                </a:lnTo>
                <a:lnTo>
                  <a:pt x="4472" y="35008"/>
                </a:lnTo>
                <a:lnTo>
                  <a:pt x="3705" y="32676"/>
                </a:lnTo>
                <a:lnTo>
                  <a:pt x="4692" y="31690"/>
                </a:lnTo>
                <a:lnTo>
                  <a:pt x="7337" y="32742"/>
                </a:lnTo>
                <a:lnTo>
                  <a:pt x="8251" y="31368"/>
                </a:lnTo>
                <a:lnTo>
                  <a:pt x="7184" y="29497"/>
                </a:lnTo>
                <a:lnTo>
                  <a:pt x="8163" y="27962"/>
                </a:lnTo>
                <a:lnTo>
                  <a:pt x="7133" y="25740"/>
                </a:lnTo>
                <a:lnTo>
                  <a:pt x="8207" y="24666"/>
                </a:lnTo>
                <a:lnTo>
                  <a:pt x="10838" y="25726"/>
                </a:lnTo>
                <a:lnTo>
                  <a:pt x="11693" y="24461"/>
                </a:lnTo>
                <a:lnTo>
                  <a:pt x="10633" y="22240"/>
                </a:lnTo>
                <a:lnTo>
                  <a:pt x="11708" y="21165"/>
                </a:lnTo>
                <a:lnTo>
                  <a:pt x="14354" y="22218"/>
                </a:lnTo>
                <a:lnTo>
                  <a:pt x="15238" y="20895"/>
                </a:lnTo>
                <a:lnTo>
                  <a:pt x="14142" y="18841"/>
                </a:lnTo>
                <a:lnTo>
                  <a:pt x="15223" y="17555"/>
                </a:lnTo>
                <a:lnTo>
                  <a:pt x="17679" y="18702"/>
                </a:lnTo>
                <a:lnTo>
                  <a:pt x="18826" y="17555"/>
                </a:lnTo>
                <a:lnTo>
                  <a:pt x="17657" y="15253"/>
                </a:lnTo>
                <a:lnTo>
                  <a:pt x="18790" y="14047"/>
                </a:lnTo>
                <a:lnTo>
                  <a:pt x="21165" y="15216"/>
                </a:lnTo>
                <a:lnTo>
                  <a:pt x="22327" y="14054"/>
                </a:lnTo>
                <a:lnTo>
                  <a:pt x="21158" y="11715"/>
                </a:lnTo>
                <a:lnTo>
                  <a:pt x="22327" y="10546"/>
                </a:lnTo>
                <a:lnTo>
                  <a:pt x="24666" y="11715"/>
                </a:lnTo>
                <a:lnTo>
                  <a:pt x="25696" y="10685"/>
                </a:lnTo>
                <a:lnTo>
                  <a:pt x="24732" y="7922"/>
                </a:lnTo>
                <a:lnTo>
                  <a:pt x="26537" y="6884"/>
                </a:lnTo>
                <a:lnTo>
                  <a:pt x="31375" y="8704"/>
                </a:lnTo>
                <a:lnTo>
                  <a:pt x="32515" y="7323"/>
                </a:lnTo>
                <a:lnTo>
                  <a:pt x="31967" y="4195"/>
                </a:lnTo>
                <a:lnTo>
                  <a:pt x="35556" y="3237"/>
                </a:lnTo>
                <a:lnTo>
                  <a:pt x="39502" y="4918"/>
                </a:lnTo>
                <a:lnTo>
                  <a:pt x="42799" y="4114"/>
                </a:lnTo>
                <a:lnTo>
                  <a:pt x="43098" y="4041"/>
                </a:lnTo>
                <a:lnTo>
                  <a:pt x="42535" y="869"/>
                </a:lnTo>
                <a:lnTo>
                  <a:pt x="43200" y="197"/>
                </a:lnTo>
                <a:lnTo>
                  <a:pt x="45707" y="730"/>
                </a:lnTo>
                <a:lnTo>
                  <a:pt x="48434" y="175"/>
                </a:lnTo>
                <a:lnTo>
                  <a:pt x="51138" y="606"/>
                </a:lnTo>
                <a:lnTo>
                  <a:pt x="63577" y="606"/>
                </a:lnTo>
                <a:lnTo>
                  <a:pt x="67670" y="0"/>
                </a:lnTo>
                <a:lnTo>
                  <a:pt x="71127" y="657"/>
                </a:lnTo>
                <a:lnTo>
                  <a:pt x="70608" y="3866"/>
                </a:lnTo>
                <a:lnTo>
                  <a:pt x="71288" y="4545"/>
                </a:lnTo>
                <a:lnTo>
                  <a:pt x="73743" y="3961"/>
                </a:lnTo>
                <a:lnTo>
                  <a:pt x="76521" y="4655"/>
                </a:lnTo>
                <a:lnTo>
                  <a:pt x="79276" y="3413"/>
                </a:lnTo>
                <a:lnTo>
                  <a:pt x="81754" y="4238"/>
                </a:lnTo>
                <a:lnTo>
                  <a:pt x="81067" y="7308"/>
                </a:lnTo>
                <a:lnTo>
                  <a:pt x="81710" y="7951"/>
                </a:lnTo>
                <a:lnTo>
                  <a:pt x="84377" y="7593"/>
                </a:lnTo>
                <a:lnTo>
                  <a:pt x="85635" y="7659"/>
                </a:lnTo>
                <a:lnTo>
                  <a:pt x="87783" y="7242"/>
                </a:lnTo>
                <a:lnTo>
                  <a:pt x="88938" y="7951"/>
                </a:lnTo>
                <a:lnTo>
                  <a:pt x="87937" y="10663"/>
                </a:lnTo>
                <a:lnTo>
                  <a:pt x="88887" y="11620"/>
                </a:lnTo>
                <a:lnTo>
                  <a:pt x="91533" y="10568"/>
                </a:lnTo>
                <a:lnTo>
                  <a:pt x="92410" y="11890"/>
                </a:lnTo>
                <a:lnTo>
                  <a:pt x="91320" y="13944"/>
                </a:lnTo>
                <a:lnTo>
                  <a:pt x="92402" y="15230"/>
                </a:lnTo>
                <a:lnTo>
                  <a:pt x="94858" y="14083"/>
                </a:lnTo>
                <a:lnTo>
                  <a:pt x="95998" y="15223"/>
                </a:lnTo>
                <a:lnTo>
                  <a:pt x="94829" y="17562"/>
                </a:lnTo>
                <a:lnTo>
                  <a:pt x="95998" y="18731"/>
                </a:lnTo>
                <a:lnTo>
                  <a:pt x="98337" y="17562"/>
                </a:lnTo>
                <a:lnTo>
                  <a:pt x="99411" y="18636"/>
                </a:lnTo>
                <a:lnTo>
                  <a:pt x="98359" y="21282"/>
                </a:lnTo>
                <a:lnTo>
                  <a:pt x="99682" y="22159"/>
                </a:lnTo>
                <a:lnTo>
                  <a:pt x="101735" y="21070"/>
                </a:lnTo>
                <a:lnTo>
                  <a:pt x="103022" y="22152"/>
                </a:lnTo>
                <a:lnTo>
                  <a:pt x="101874" y="24607"/>
                </a:lnTo>
                <a:lnTo>
                  <a:pt x="102963" y="25696"/>
                </a:lnTo>
                <a:lnTo>
                  <a:pt x="105485" y="24578"/>
                </a:lnTo>
                <a:lnTo>
                  <a:pt x="106888" y="26398"/>
                </a:lnTo>
                <a:lnTo>
                  <a:pt x="104768" y="31222"/>
                </a:lnTo>
                <a:lnTo>
                  <a:pt x="106354" y="32515"/>
                </a:lnTo>
                <a:lnTo>
                  <a:pt x="109234" y="31741"/>
                </a:lnTo>
                <a:lnTo>
                  <a:pt x="110169" y="33685"/>
                </a:lnTo>
                <a:lnTo>
                  <a:pt x="109446" y="37493"/>
                </a:lnTo>
                <a:lnTo>
                  <a:pt x="109446" y="40051"/>
                </a:lnTo>
                <a:lnTo>
                  <a:pt x="109117" y="41929"/>
                </a:lnTo>
                <a:lnTo>
                  <a:pt x="109636" y="43149"/>
                </a:lnTo>
                <a:lnTo>
                  <a:pt x="112588" y="42338"/>
                </a:lnTo>
                <a:lnTo>
                  <a:pt x="113327" y="43076"/>
                </a:lnTo>
                <a:lnTo>
                  <a:pt x="112873" y="45649"/>
                </a:lnTo>
                <a:lnTo>
                  <a:pt x="113422" y="49544"/>
                </a:lnTo>
                <a:lnTo>
                  <a:pt x="112954" y="53374"/>
                </a:lnTo>
                <a:lnTo>
                  <a:pt x="112954" y="59024"/>
                </a:lnTo>
                <a:lnTo>
                  <a:pt x="113195" y="61472"/>
                </a:lnTo>
                <a:lnTo>
                  <a:pt x="112844" y="64790"/>
                </a:lnTo>
                <a:lnTo>
                  <a:pt x="113663" y="70191"/>
                </a:lnTo>
                <a:lnTo>
                  <a:pt x="112654" y="71017"/>
                </a:lnTo>
                <a:lnTo>
                  <a:pt x="109526" y="70469"/>
                </a:lnTo>
                <a:lnTo>
                  <a:pt x="108905" y="72749"/>
                </a:lnTo>
                <a:lnTo>
                  <a:pt x="109446" y="75724"/>
                </a:lnTo>
                <a:lnTo>
                  <a:pt x="109446" y="78684"/>
                </a:lnTo>
                <a:lnTo>
                  <a:pt x="109767" y="80475"/>
                </a:lnTo>
                <a:lnTo>
                  <a:pt x="109285" y="81702"/>
                </a:lnTo>
                <a:lnTo>
                  <a:pt x="106281" y="80942"/>
                </a:lnTo>
                <a:lnTo>
                  <a:pt x="105353" y="81878"/>
                </a:lnTo>
                <a:lnTo>
                  <a:pt x="106405" y="84100"/>
                </a:lnTo>
                <a:lnTo>
                  <a:pt x="105470" y="85496"/>
                </a:lnTo>
                <a:lnTo>
                  <a:pt x="106522" y="87717"/>
                </a:lnTo>
                <a:lnTo>
                  <a:pt x="105390" y="88850"/>
                </a:lnTo>
                <a:lnTo>
                  <a:pt x="102912" y="87710"/>
                </a:lnTo>
                <a:lnTo>
                  <a:pt x="101889" y="88960"/>
                </a:lnTo>
                <a:lnTo>
                  <a:pt x="103029" y="91211"/>
                </a:lnTo>
                <a:lnTo>
                  <a:pt x="101845" y="92395"/>
                </a:lnTo>
                <a:lnTo>
                  <a:pt x="99506" y="91226"/>
                </a:lnTo>
                <a:lnTo>
                  <a:pt x="98337" y="92395"/>
                </a:lnTo>
                <a:lnTo>
                  <a:pt x="99506" y="94734"/>
                </a:lnTo>
                <a:lnTo>
                  <a:pt x="98337" y="95903"/>
                </a:lnTo>
                <a:lnTo>
                  <a:pt x="95998" y="94734"/>
                </a:lnTo>
                <a:lnTo>
                  <a:pt x="94829" y="95903"/>
                </a:lnTo>
                <a:lnTo>
                  <a:pt x="95998" y="98242"/>
                </a:lnTo>
                <a:lnTo>
                  <a:pt x="94829" y="99411"/>
                </a:lnTo>
                <a:lnTo>
                  <a:pt x="92490" y="98242"/>
                </a:lnTo>
                <a:lnTo>
                  <a:pt x="91320" y="99411"/>
                </a:lnTo>
                <a:lnTo>
                  <a:pt x="92490" y="101750"/>
                </a:lnTo>
                <a:lnTo>
                  <a:pt x="91306" y="102934"/>
                </a:lnTo>
                <a:lnTo>
                  <a:pt x="89055" y="101794"/>
                </a:lnTo>
                <a:lnTo>
                  <a:pt x="87805" y="102817"/>
                </a:lnTo>
                <a:lnTo>
                  <a:pt x="88945" y="105295"/>
                </a:lnTo>
                <a:lnTo>
                  <a:pt x="87812" y="106427"/>
                </a:lnTo>
                <a:lnTo>
                  <a:pt x="85591" y="105375"/>
                </a:lnTo>
                <a:lnTo>
                  <a:pt x="84187" y="106310"/>
                </a:lnTo>
                <a:lnTo>
                  <a:pt x="81966" y="105258"/>
                </a:lnTo>
                <a:lnTo>
                  <a:pt x="81037" y="106186"/>
                </a:lnTo>
                <a:lnTo>
                  <a:pt x="81798" y="109190"/>
                </a:lnTo>
                <a:lnTo>
                  <a:pt x="78355" y="110520"/>
                </a:lnTo>
                <a:lnTo>
                  <a:pt x="73831" y="108072"/>
                </a:lnTo>
                <a:lnTo>
                  <a:pt x="70411" y="109541"/>
                </a:lnTo>
                <a:lnTo>
                  <a:pt x="71222" y="112494"/>
                </a:lnTo>
                <a:lnTo>
                  <a:pt x="70484" y="113232"/>
                </a:lnTo>
                <a:lnTo>
                  <a:pt x="67911" y="112779"/>
                </a:lnTo>
                <a:lnTo>
                  <a:pt x="64016" y="113319"/>
                </a:lnTo>
                <a:lnTo>
                  <a:pt x="60193" y="112859"/>
                </a:lnTo>
                <a:lnTo>
                  <a:pt x="54536" y="112859"/>
                </a:lnTo>
                <a:lnTo>
                  <a:pt x="52088" y="113100"/>
                </a:lnTo>
                <a:lnTo>
                  <a:pt x="48770" y="112749"/>
                </a:lnTo>
                <a:lnTo>
                  <a:pt x="43369" y="1135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7" name="object 177"/>
          <p:cNvGrpSpPr/>
          <p:nvPr/>
        </p:nvGrpSpPr>
        <p:grpSpPr>
          <a:xfrm>
            <a:off x="16204882" y="8750371"/>
            <a:ext cx="106680" cy="106680"/>
            <a:chOff x="16204882" y="8750371"/>
            <a:chExt cx="106680" cy="106680"/>
          </a:xfrm>
        </p:grpSpPr>
        <p:sp>
          <p:nvSpPr>
            <p:cNvPr id="178" name="object 178"/>
            <p:cNvSpPr/>
            <p:nvPr/>
          </p:nvSpPr>
          <p:spPr>
            <a:xfrm>
              <a:off x="16204870" y="8750376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29">
                  <a:moveTo>
                    <a:pt x="106057" y="52070"/>
                  </a:moveTo>
                  <a:lnTo>
                    <a:pt x="105829" y="52070"/>
                  </a:lnTo>
                  <a:lnTo>
                    <a:pt x="105829" y="49530"/>
                  </a:lnTo>
                  <a:lnTo>
                    <a:pt x="105816" y="48260"/>
                  </a:lnTo>
                  <a:lnTo>
                    <a:pt x="106045" y="48260"/>
                  </a:lnTo>
                  <a:lnTo>
                    <a:pt x="106045" y="46990"/>
                  </a:lnTo>
                  <a:lnTo>
                    <a:pt x="105702" y="46990"/>
                  </a:lnTo>
                  <a:lnTo>
                    <a:pt x="105702" y="45720"/>
                  </a:lnTo>
                  <a:lnTo>
                    <a:pt x="104279" y="45720"/>
                  </a:lnTo>
                  <a:lnTo>
                    <a:pt x="104279" y="46990"/>
                  </a:lnTo>
                  <a:lnTo>
                    <a:pt x="102158" y="46990"/>
                  </a:lnTo>
                  <a:lnTo>
                    <a:pt x="102158" y="45720"/>
                  </a:lnTo>
                  <a:lnTo>
                    <a:pt x="102209" y="43180"/>
                  </a:lnTo>
                  <a:lnTo>
                    <a:pt x="102184" y="41910"/>
                  </a:lnTo>
                  <a:lnTo>
                    <a:pt x="102158" y="40640"/>
                  </a:lnTo>
                  <a:lnTo>
                    <a:pt x="102273" y="38100"/>
                  </a:lnTo>
                  <a:lnTo>
                    <a:pt x="102438" y="38100"/>
                  </a:lnTo>
                  <a:lnTo>
                    <a:pt x="102438" y="35560"/>
                  </a:lnTo>
                  <a:lnTo>
                    <a:pt x="102793" y="35560"/>
                  </a:lnTo>
                  <a:lnTo>
                    <a:pt x="102793" y="34290"/>
                  </a:lnTo>
                  <a:lnTo>
                    <a:pt x="102793" y="33020"/>
                  </a:lnTo>
                  <a:lnTo>
                    <a:pt x="102247" y="33020"/>
                  </a:lnTo>
                  <a:lnTo>
                    <a:pt x="102247" y="31750"/>
                  </a:lnTo>
                  <a:lnTo>
                    <a:pt x="100647" y="31750"/>
                  </a:lnTo>
                  <a:lnTo>
                    <a:pt x="100647" y="33020"/>
                  </a:lnTo>
                  <a:lnTo>
                    <a:pt x="98704" y="33020"/>
                  </a:lnTo>
                  <a:lnTo>
                    <a:pt x="98704" y="31750"/>
                  </a:lnTo>
                  <a:lnTo>
                    <a:pt x="98044" y="31750"/>
                  </a:lnTo>
                  <a:lnTo>
                    <a:pt x="98044" y="29210"/>
                  </a:lnTo>
                  <a:lnTo>
                    <a:pt x="98869" y="29210"/>
                  </a:lnTo>
                  <a:lnTo>
                    <a:pt x="98869" y="27940"/>
                  </a:lnTo>
                  <a:lnTo>
                    <a:pt x="99415" y="27940"/>
                  </a:lnTo>
                  <a:lnTo>
                    <a:pt x="99415" y="26670"/>
                  </a:lnTo>
                  <a:lnTo>
                    <a:pt x="99225" y="26670"/>
                  </a:lnTo>
                  <a:lnTo>
                    <a:pt x="99225" y="25400"/>
                  </a:lnTo>
                  <a:lnTo>
                    <a:pt x="94805" y="25400"/>
                  </a:lnTo>
                  <a:lnTo>
                    <a:pt x="94805" y="24130"/>
                  </a:lnTo>
                  <a:lnTo>
                    <a:pt x="95313" y="24130"/>
                  </a:lnTo>
                  <a:lnTo>
                    <a:pt x="95313" y="22860"/>
                  </a:lnTo>
                  <a:lnTo>
                    <a:pt x="95567" y="22860"/>
                  </a:lnTo>
                  <a:lnTo>
                    <a:pt x="95567" y="21590"/>
                  </a:lnTo>
                  <a:lnTo>
                    <a:pt x="92849" y="21590"/>
                  </a:lnTo>
                  <a:lnTo>
                    <a:pt x="92849" y="22860"/>
                  </a:lnTo>
                  <a:lnTo>
                    <a:pt x="92024" y="22860"/>
                  </a:lnTo>
                  <a:lnTo>
                    <a:pt x="92024" y="21590"/>
                  </a:lnTo>
                  <a:lnTo>
                    <a:pt x="91643" y="21590"/>
                  </a:lnTo>
                  <a:lnTo>
                    <a:pt x="91643" y="19050"/>
                  </a:lnTo>
                  <a:lnTo>
                    <a:pt x="91757" y="17780"/>
                  </a:lnTo>
                  <a:lnTo>
                    <a:pt x="89941" y="17780"/>
                  </a:lnTo>
                  <a:lnTo>
                    <a:pt x="89941" y="19050"/>
                  </a:lnTo>
                  <a:lnTo>
                    <a:pt x="88252" y="19050"/>
                  </a:lnTo>
                  <a:lnTo>
                    <a:pt x="88252" y="17780"/>
                  </a:lnTo>
                  <a:lnTo>
                    <a:pt x="88303" y="15240"/>
                  </a:lnTo>
                  <a:lnTo>
                    <a:pt x="87972" y="15240"/>
                  </a:lnTo>
                  <a:lnTo>
                    <a:pt x="87972" y="13970"/>
                  </a:lnTo>
                  <a:lnTo>
                    <a:pt x="87083" y="13970"/>
                  </a:lnTo>
                  <a:lnTo>
                    <a:pt x="87083" y="15240"/>
                  </a:lnTo>
                  <a:lnTo>
                    <a:pt x="84442" y="15240"/>
                  </a:lnTo>
                  <a:lnTo>
                    <a:pt x="84442" y="13970"/>
                  </a:lnTo>
                  <a:lnTo>
                    <a:pt x="84950" y="13970"/>
                  </a:lnTo>
                  <a:lnTo>
                    <a:pt x="84950" y="11430"/>
                  </a:lnTo>
                  <a:lnTo>
                    <a:pt x="81013" y="11430"/>
                  </a:lnTo>
                  <a:lnTo>
                    <a:pt x="81013" y="8890"/>
                  </a:lnTo>
                  <a:lnTo>
                    <a:pt x="81749" y="8890"/>
                  </a:lnTo>
                  <a:lnTo>
                    <a:pt x="81749" y="7620"/>
                  </a:lnTo>
                  <a:lnTo>
                    <a:pt x="74002" y="7620"/>
                  </a:lnTo>
                  <a:lnTo>
                    <a:pt x="74002" y="6350"/>
                  </a:lnTo>
                  <a:lnTo>
                    <a:pt x="74333" y="6350"/>
                  </a:lnTo>
                  <a:lnTo>
                    <a:pt x="74333" y="5080"/>
                  </a:lnTo>
                  <a:lnTo>
                    <a:pt x="74409" y="3810"/>
                  </a:lnTo>
                  <a:lnTo>
                    <a:pt x="67995" y="3810"/>
                  </a:lnTo>
                  <a:lnTo>
                    <a:pt x="67995" y="5080"/>
                  </a:lnTo>
                  <a:lnTo>
                    <a:pt x="64109" y="5080"/>
                  </a:lnTo>
                  <a:lnTo>
                    <a:pt x="64109" y="3810"/>
                  </a:lnTo>
                  <a:lnTo>
                    <a:pt x="62204" y="3810"/>
                  </a:lnTo>
                  <a:lnTo>
                    <a:pt x="62204" y="5080"/>
                  </a:lnTo>
                  <a:lnTo>
                    <a:pt x="60261" y="5080"/>
                  </a:lnTo>
                  <a:lnTo>
                    <a:pt x="60261" y="3810"/>
                  </a:lnTo>
                  <a:lnTo>
                    <a:pt x="60223" y="1270"/>
                  </a:lnTo>
                  <a:lnTo>
                    <a:pt x="59651" y="1270"/>
                  </a:lnTo>
                  <a:lnTo>
                    <a:pt x="59651" y="0"/>
                  </a:lnTo>
                  <a:lnTo>
                    <a:pt x="56121" y="0"/>
                  </a:lnTo>
                  <a:lnTo>
                    <a:pt x="56121" y="1270"/>
                  </a:lnTo>
                  <a:lnTo>
                    <a:pt x="50177" y="1270"/>
                  </a:lnTo>
                  <a:lnTo>
                    <a:pt x="50177" y="0"/>
                  </a:lnTo>
                  <a:lnTo>
                    <a:pt x="46342" y="0"/>
                  </a:lnTo>
                  <a:lnTo>
                    <a:pt x="46342" y="1270"/>
                  </a:lnTo>
                  <a:lnTo>
                    <a:pt x="46139" y="1270"/>
                  </a:lnTo>
                  <a:lnTo>
                    <a:pt x="46139" y="3810"/>
                  </a:lnTo>
                  <a:lnTo>
                    <a:pt x="45720" y="3810"/>
                  </a:lnTo>
                  <a:lnTo>
                    <a:pt x="45720" y="5080"/>
                  </a:lnTo>
                  <a:lnTo>
                    <a:pt x="41910" y="5080"/>
                  </a:lnTo>
                  <a:lnTo>
                    <a:pt x="41910" y="3810"/>
                  </a:lnTo>
                  <a:lnTo>
                    <a:pt x="31927" y="3810"/>
                  </a:lnTo>
                  <a:lnTo>
                    <a:pt x="31927" y="5080"/>
                  </a:lnTo>
                  <a:lnTo>
                    <a:pt x="32016" y="6350"/>
                  </a:lnTo>
                  <a:lnTo>
                    <a:pt x="32296" y="6350"/>
                  </a:lnTo>
                  <a:lnTo>
                    <a:pt x="32296" y="7620"/>
                  </a:lnTo>
                  <a:lnTo>
                    <a:pt x="31813" y="7620"/>
                  </a:lnTo>
                  <a:lnTo>
                    <a:pt x="31813" y="8890"/>
                  </a:lnTo>
                  <a:lnTo>
                    <a:pt x="29362" y="8890"/>
                  </a:lnTo>
                  <a:lnTo>
                    <a:pt x="29362" y="7620"/>
                  </a:lnTo>
                  <a:lnTo>
                    <a:pt x="26403" y="7620"/>
                  </a:lnTo>
                  <a:lnTo>
                    <a:pt x="26403" y="6350"/>
                  </a:lnTo>
                  <a:lnTo>
                    <a:pt x="26339" y="7620"/>
                  </a:lnTo>
                  <a:lnTo>
                    <a:pt x="24574" y="7620"/>
                  </a:lnTo>
                  <a:lnTo>
                    <a:pt x="24574" y="8890"/>
                  </a:lnTo>
                  <a:lnTo>
                    <a:pt x="25247" y="8890"/>
                  </a:lnTo>
                  <a:lnTo>
                    <a:pt x="25247" y="11430"/>
                  </a:lnTo>
                  <a:lnTo>
                    <a:pt x="21374" y="11430"/>
                  </a:lnTo>
                  <a:lnTo>
                    <a:pt x="21374" y="13970"/>
                  </a:lnTo>
                  <a:lnTo>
                    <a:pt x="21882" y="13970"/>
                  </a:lnTo>
                  <a:lnTo>
                    <a:pt x="21882" y="15240"/>
                  </a:lnTo>
                  <a:lnTo>
                    <a:pt x="19164" y="15240"/>
                  </a:lnTo>
                  <a:lnTo>
                    <a:pt x="19164" y="13970"/>
                  </a:lnTo>
                  <a:lnTo>
                    <a:pt x="18529" y="13970"/>
                  </a:lnTo>
                  <a:lnTo>
                    <a:pt x="18529" y="15240"/>
                  </a:lnTo>
                  <a:lnTo>
                    <a:pt x="18021" y="15240"/>
                  </a:lnTo>
                  <a:lnTo>
                    <a:pt x="18021" y="17780"/>
                  </a:lnTo>
                  <a:lnTo>
                    <a:pt x="18072" y="19050"/>
                  </a:lnTo>
                  <a:lnTo>
                    <a:pt x="16357" y="19050"/>
                  </a:lnTo>
                  <a:lnTo>
                    <a:pt x="16357" y="17780"/>
                  </a:lnTo>
                  <a:lnTo>
                    <a:pt x="14566" y="17780"/>
                  </a:lnTo>
                  <a:lnTo>
                    <a:pt x="14566" y="19050"/>
                  </a:lnTo>
                  <a:lnTo>
                    <a:pt x="14630" y="21590"/>
                  </a:lnTo>
                  <a:lnTo>
                    <a:pt x="14376" y="21590"/>
                  </a:lnTo>
                  <a:lnTo>
                    <a:pt x="14376" y="22860"/>
                  </a:lnTo>
                  <a:lnTo>
                    <a:pt x="13576" y="22860"/>
                  </a:lnTo>
                  <a:lnTo>
                    <a:pt x="13576" y="21590"/>
                  </a:lnTo>
                  <a:lnTo>
                    <a:pt x="10756" y="21590"/>
                  </a:lnTo>
                  <a:lnTo>
                    <a:pt x="10756" y="22860"/>
                  </a:lnTo>
                  <a:lnTo>
                    <a:pt x="10960" y="22860"/>
                  </a:lnTo>
                  <a:lnTo>
                    <a:pt x="10960" y="24130"/>
                  </a:lnTo>
                  <a:lnTo>
                    <a:pt x="11557" y="24130"/>
                  </a:lnTo>
                  <a:lnTo>
                    <a:pt x="11557" y="25400"/>
                  </a:lnTo>
                  <a:lnTo>
                    <a:pt x="6997" y="25400"/>
                  </a:lnTo>
                  <a:lnTo>
                    <a:pt x="6997" y="26670"/>
                  </a:lnTo>
                  <a:lnTo>
                    <a:pt x="7594" y="26670"/>
                  </a:lnTo>
                  <a:lnTo>
                    <a:pt x="7594" y="27940"/>
                  </a:lnTo>
                  <a:lnTo>
                    <a:pt x="7797" y="27940"/>
                  </a:lnTo>
                  <a:lnTo>
                    <a:pt x="7797" y="29210"/>
                  </a:lnTo>
                  <a:lnTo>
                    <a:pt x="7493" y="29210"/>
                  </a:lnTo>
                  <a:lnTo>
                    <a:pt x="7493" y="31750"/>
                  </a:lnTo>
                  <a:lnTo>
                    <a:pt x="7620" y="31750"/>
                  </a:lnTo>
                  <a:lnTo>
                    <a:pt x="7620" y="33020"/>
                  </a:lnTo>
                  <a:lnTo>
                    <a:pt x="5664" y="33020"/>
                  </a:lnTo>
                  <a:lnTo>
                    <a:pt x="5664" y="31750"/>
                  </a:lnTo>
                  <a:lnTo>
                    <a:pt x="4076" y="31750"/>
                  </a:lnTo>
                  <a:lnTo>
                    <a:pt x="4076" y="33020"/>
                  </a:lnTo>
                  <a:lnTo>
                    <a:pt x="3797" y="33020"/>
                  </a:lnTo>
                  <a:lnTo>
                    <a:pt x="3797" y="34290"/>
                  </a:lnTo>
                  <a:lnTo>
                    <a:pt x="4025" y="34290"/>
                  </a:lnTo>
                  <a:lnTo>
                    <a:pt x="4025" y="35560"/>
                  </a:lnTo>
                  <a:lnTo>
                    <a:pt x="4051" y="38100"/>
                  </a:lnTo>
                  <a:lnTo>
                    <a:pt x="4229" y="38100"/>
                  </a:lnTo>
                  <a:lnTo>
                    <a:pt x="4229" y="40640"/>
                  </a:lnTo>
                  <a:lnTo>
                    <a:pt x="4343" y="41910"/>
                  </a:lnTo>
                  <a:lnTo>
                    <a:pt x="4127" y="41910"/>
                  </a:lnTo>
                  <a:lnTo>
                    <a:pt x="4127" y="43180"/>
                  </a:lnTo>
                  <a:lnTo>
                    <a:pt x="4127" y="45720"/>
                  </a:lnTo>
                  <a:lnTo>
                    <a:pt x="4165" y="46990"/>
                  </a:lnTo>
                  <a:lnTo>
                    <a:pt x="1905" y="46990"/>
                  </a:lnTo>
                  <a:lnTo>
                    <a:pt x="1905" y="45720"/>
                  </a:lnTo>
                  <a:lnTo>
                    <a:pt x="596" y="45720"/>
                  </a:lnTo>
                  <a:lnTo>
                    <a:pt x="596" y="46990"/>
                  </a:lnTo>
                  <a:lnTo>
                    <a:pt x="50" y="46990"/>
                  </a:lnTo>
                  <a:lnTo>
                    <a:pt x="50" y="48260"/>
                  </a:lnTo>
                  <a:lnTo>
                    <a:pt x="0" y="49530"/>
                  </a:lnTo>
                  <a:lnTo>
                    <a:pt x="368" y="49530"/>
                  </a:lnTo>
                  <a:lnTo>
                    <a:pt x="368" y="52070"/>
                  </a:lnTo>
                  <a:lnTo>
                    <a:pt x="546" y="52070"/>
                  </a:lnTo>
                  <a:lnTo>
                    <a:pt x="546" y="54610"/>
                  </a:lnTo>
                  <a:lnTo>
                    <a:pt x="558" y="57150"/>
                  </a:lnTo>
                  <a:lnTo>
                    <a:pt x="444" y="59690"/>
                  </a:lnTo>
                  <a:lnTo>
                    <a:pt x="368" y="60960"/>
                  </a:lnTo>
                  <a:lnTo>
                    <a:pt x="3213" y="60960"/>
                  </a:lnTo>
                  <a:lnTo>
                    <a:pt x="3213" y="59690"/>
                  </a:lnTo>
                  <a:lnTo>
                    <a:pt x="4000" y="59690"/>
                  </a:lnTo>
                  <a:lnTo>
                    <a:pt x="4000" y="60960"/>
                  </a:lnTo>
                  <a:lnTo>
                    <a:pt x="4343" y="60960"/>
                  </a:lnTo>
                  <a:lnTo>
                    <a:pt x="4343" y="62230"/>
                  </a:lnTo>
                  <a:lnTo>
                    <a:pt x="4406" y="64770"/>
                  </a:lnTo>
                  <a:lnTo>
                    <a:pt x="4064" y="64770"/>
                  </a:lnTo>
                  <a:lnTo>
                    <a:pt x="4064" y="66040"/>
                  </a:lnTo>
                  <a:lnTo>
                    <a:pt x="4051" y="69850"/>
                  </a:lnTo>
                  <a:lnTo>
                    <a:pt x="3708" y="69850"/>
                  </a:lnTo>
                  <a:lnTo>
                    <a:pt x="3708" y="72390"/>
                  </a:lnTo>
                  <a:lnTo>
                    <a:pt x="3416" y="72390"/>
                  </a:lnTo>
                  <a:lnTo>
                    <a:pt x="3416" y="73660"/>
                  </a:lnTo>
                  <a:lnTo>
                    <a:pt x="3949" y="73660"/>
                  </a:lnTo>
                  <a:lnTo>
                    <a:pt x="3949" y="74930"/>
                  </a:lnTo>
                  <a:lnTo>
                    <a:pt x="6731" y="74930"/>
                  </a:lnTo>
                  <a:lnTo>
                    <a:pt x="6731" y="73660"/>
                  </a:lnTo>
                  <a:lnTo>
                    <a:pt x="7327" y="73660"/>
                  </a:lnTo>
                  <a:lnTo>
                    <a:pt x="7327" y="74930"/>
                  </a:lnTo>
                  <a:lnTo>
                    <a:pt x="7632" y="74930"/>
                  </a:lnTo>
                  <a:lnTo>
                    <a:pt x="7632" y="77470"/>
                  </a:lnTo>
                  <a:lnTo>
                    <a:pt x="7607" y="78740"/>
                  </a:lnTo>
                  <a:lnTo>
                    <a:pt x="7429" y="78740"/>
                  </a:lnTo>
                  <a:lnTo>
                    <a:pt x="7429" y="81280"/>
                  </a:lnTo>
                  <a:lnTo>
                    <a:pt x="7937" y="81280"/>
                  </a:lnTo>
                  <a:lnTo>
                    <a:pt x="7937" y="82550"/>
                  </a:lnTo>
                  <a:lnTo>
                    <a:pt x="8496" y="82550"/>
                  </a:lnTo>
                  <a:lnTo>
                    <a:pt x="8496" y="81280"/>
                  </a:lnTo>
                  <a:lnTo>
                    <a:pt x="11379" y="81280"/>
                  </a:lnTo>
                  <a:lnTo>
                    <a:pt x="11379" y="82550"/>
                  </a:lnTo>
                  <a:lnTo>
                    <a:pt x="11112" y="82550"/>
                  </a:lnTo>
                  <a:lnTo>
                    <a:pt x="11112" y="83820"/>
                  </a:lnTo>
                  <a:lnTo>
                    <a:pt x="10477" y="83820"/>
                  </a:lnTo>
                  <a:lnTo>
                    <a:pt x="10477" y="85090"/>
                  </a:lnTo>
                  <a:lnTo>
                    <a:pt x="14808" y="85090"/>
                  </a:lnTo>
                  <a:lnTo>
                    <a:pt x="14808" y="87630"/>
                  </a:lnTo>
                  <a:lnTo>
                    <a:pt x="91528" y="87630"/>
                  </a:lnTo>
                  <a:lnTo>
                    <a:pt x="91528" y="85090"/>
                  </a:lnTo>
                  <a:lnTo>
                    <a:pt x="95859" y="85090"/>
                  </a:lnTo>
                  <a:lnTo>
                    <a:pt x="95859" y="83820"/>
                  </a:lnTo>
                  <a:lnTo>
                    <a:pt x="95211" y="83820"/>
                  </a:lnTo>
                  <a:lnTo>
                    <a:pt x="95211" y="82550"/>
                  </a:lnTo>
                  <a:lnTo>
                    <a:pt x="94957" y="82550"/>
                  </a:lnTo>
                  <a:lnTo>
                    <a:pt x="94957" y="81280"/>
                  </a:lnTo>
                  <a:lnTo>
                    <a:pt x="97828" y="81280"/>
                  </a:lnTo>
                  <a:lnTo>
                    <a:pt x="97828" y="82550"/>
                  </a:lnTo>
                  <a:lnTo>
                    <a:pt x="98399" y="82550"/>
                  </a:lnTo>
                  <a:lnTo>
                    <a:pt x="98399" y="81280"/>
                  </a:lnTo>
                  <a:lnTo>
                    <a:pt x="98894" y="81280"/>
                  </a:lnTo>
                  <a:lnTo>
                    <a:pt x="98894" y="78740"/>
                  </a:lnTo>
                  <a:lnTo>
                    <a:pt x="98729" y="78740"/>
                  </a:lnTo>
                  <a:lnTo>
                    <a:pt x="98729" y="77470"/>
                  </a:lnTo>
                  <a:lnTo>
                    <a:pt x="98691" y="74930"/>
                  </a:lnTo>
                  <a:lnTo>
                    <a:pt x="99009" y="74930"/>
                  </a:lnTo>
                  <a:lnTo>
                    <a:pt x="99009" y="73660"/>
                  </a:lnTo>
                  <a:lnTo>
                    <a:pt x="99568" y="73660"/>
                  </a:lnTo>
                  <a:lnTo>
                    <a:pt x="99568" y="74930"/>
                  </a:lnTo>
                  <a:lnTo>
                    <a:pt x="102374" y="74930"/>
                  </a:lnTo>
                  <a:lnTo>
                    <a:pt x="102374" y="73660"/>
                  </a:lnTo>
                  <a:lnTo>
                    <a:pt x="102908" y="73660"/>
                  </a:lnTo>
                  <a:lnTo>
                    <a:pt x="102908" y="72390"/>
                  </a:lnTo>
                  <a:lnTo>
                    <a:pt x="102616" y="72390"/>
                  </a:lnTo>
                  <a:lnTo>
                    <a:pt x="102616" y="69850"/>
                  </a:lnTo>
                  <a:lnTo>
                    <a:pt x="102273" y="69850"/>
                  </a:lnTo>
                  <a:lnTo>
                    <a:pt x="102273" y="66040"/>
                  </a:lnTo>
                  <a:lnTo>
                    <a:pt x="102273" y="64770"/>
                  </a:lnTo>
                  <a:lnTo>
                    <a:pt x="101981" y="64770"/>
                  </a:lnTo>
                  <a:lnTo>
                    <a:pt x="101981" y="62230"/>
                  </a:lnTo>
                  <a:lnTo>
                    <a:pt x="102057" y="60960"/>
                  </a:lnTo>
                  <a:lnTo>
                    <a:pt x="102311" y="60960"/>
                  </a:lnTo>
                  <a:lnTo>
                    <a:pt x="102311" y="59690"/>
                  </a:lnTo>
                  <a:lnTo>
                    <a:pt x="102933" y="59690"/>
                  </a:lnTo>
                  <a:lnTo>
                    <a:pt x="102933" y="60960"/>
                  </a:lnTo>
                  <a:lnTo>
                    <a:pt x="105956" y="60960"/>
                  </a:lnTo>
                  <a:lnTo>
                    <a:pt x="105956" y="59690"/>
                  </a:lnTo>
                  <a:lnTo>
                    <a:pt x="105816" y="59690"/>
                  </a:lnTo>
                  <a:lnTo>
                    <a:pt x="105816" y="57150"/>
                  </a:lnTo>
                  <a:lnTo>
                    <a:pt x="106057" y="57150"/>
                  </a:lnTo>
                  <a:lnTo>
                    <a:pt x="106057" y="54610"/>
                  </a:lnTo>
                  <a:lnTo>
                    <a:pt x="106057" y="520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6219158" y="8835466"/>
              <a:ext cx="78105" cy="21590"/>
            </a:xfrm>
            <a:custGeom>
              <a:avLst/>
              <a:gdLst/>
              <a:ahLst/>
              <a:cxnLst/>
              <a:rect l="l" t="t" r="r" b="b"/>
              <a:pathLst>
                <a:path w="78105" h="21590">
                  <a:moveTo>
                    <a:pt x="77762" y="2540"/>
                  </a:moveTo>
                  <a:lnTo>
                    <a:pt x="77241" y="2540"/>
                  </a:lnTo>
                  <a:lnTo>
                    <a:pt x="77241" y="0"/>
                  </a:lnTo>
                  <a:lnTo>
                    <a:pt x="520" y="0"/>
                  </a:lnTo>
                  <a:lnTo>
                    <a:pt x="52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2641" y="3810"/>
                  </a:lnTo>
                  <a:lnTo>
                    <a:pt x="2641" y="2540"/>
                  </a:lnTo>
                  <a:lnTo>
                    <a:pt x="3505" y="2540"/>
                  </a:lnTo>
                  <a:lnTo>
                    <a:pt x="3505" y="3810"/>
                  </a:lnTo>
                  <a:lnTo>
                    <a:pt x="3873" y="3810"/>
                  </a:lnTo>
                  <a:lnTo>
                    <a:pt x="3873" y="6350"/>
                  </a:lnTo>
                  <a:lnTo>
                    <a:pt x="3810" y="7620"/>
                  </a:lnTo>
                  <a:lnTo>
                    <a:pt x="5537" y="7620"/>
                  </a:lnTo>
                  <a:lnTo>
                    <a:pt x="5537" y="6350"/>
                  </a:lnTo>
                  <a:lnTo>
                    <a:pt x="7315" y="6350"/>
                  </a:lnTo>
                  <a:lnTo>
                    <a:pt x="7315" y="7620"/>
                  </a:lnTo>
                  <a:lnTo>
                    <a:pt x="7226" y="10160"/>
                  </a:lnTo>
                  <a:lnTo>
                    <a:pt x="7620" y="10160"/>
                  </a:lnTo>
                  <a:lnTo>
                    <a:pt x="7620" y="11430"/>
                  </a:lnTo>
                  <a:lnTo>
                    <a:pt x="8483" y="11430"/>
                  </a:lnTo>
                  <a:lnTo>
                    <a:pt x="8483" y="10160"/>
                  </a:lnTo>
                  <a:lnTo>
                    <a:pt x="11188" y="10160"/>
                  </a:lnTo>
                  <a:lnTo>
                    <a:pt x="11188" y="11430"/>
                  </a:lnTo>
                  <a:lnTo>
                    <a:pt x="10617" y="11430"/>
                  </a:lnTo>
                  <a:lnTo>
                    <a:pt x="10617" y="13970"/>
                  </a:lnTo>
                  <a:lnTo>
                    <a:pt x="17957" y="13970"/>
                  </a:lnTo>
                  <a:lnTo>
                    <a:pt x="17957" y="16510"/>
                  </a:lnTo>
                  <a:lnTo>
                    <a:pt x="17449" y="16510"/>
                  </a:lnTo>
                  <a:lnTo>
                    <a:pt x="17449" y="17780"/>
                  </a:lnTo>
                  <a:lnTo>
                    <a:pt x="29273" y="17780"/>
                  </a:lnTo>
                  <a:lnTo>
                    <a:pt x="29273" y="16510"/>
                  </a:lnTo>
                  <a:lnTo>
                    <a:pt x="30099" y="16510"/>
                  </a:lnTo>
                  <a:lnTo>
                    <a:pt x="30099" y="17780"/>
                  </a:lnTo>
                  <a:lnTo>
                    <a:pt x="31902" y="17780"/>
                  </a:lnTo>
                  <a:lnTo>
                    <a:pt x="31902" y="20320"/>
                  </a:lnTo>
                  <a:lnTo>
                    <a:pt x="31813" y="21590"/>
                  </a:lnTo>
                  <a:lnTo>
                    <a:pt x="34340" y="21590"/>
                  </a:lnTo>
                  <a:lnTo>
                    <a:pt x="34340" y="20320"/>
                  </a:lnTo>
                  <a:lnTo>
                    <a:pt x="35140" y="20320"/>
                  </a:lnTo>
                  <a:lnTo>
                    <a:pt x="35140" y="21590"/>
                  </a:lnTo>
                  <a:lnTo>
                    <a:pt x="45986" y="21590"/>
                  </a:lnTo>
                  <a:lnTo>
                    <a:pt x="45986" y="20320"/>
                  </a:lnTo>
                  <a:lnTo>
                    <a:pt x="45821" y="20320"/>
                  </a:lnTo>
                  <a:lnTo>
                    <a:pt x="45821" y="17780"/>
                  </a:lnTo>
                  <a:lnTo>
                    <a:pt x="46253" y="17780"/>
                  </a:lnTo>
                  <a:lnTo>
                    <a:pt x="46253" y="16510"/>
                  </a:lnTo>
                  <a:lnTo>
                    <a:pt x="46583" y="16510"/>
                  </a:lnTo>
                  <a:lnTo>
                    <a:pt x="46583" y="17780"/>
                  </a:lnTo>
                  <a:lnTo>
                    <a:pt x="60325" y="17780"/>
                  </a:lnTo>
                  <a:lnTo>
                    <a:pt x="60325" y="16510"/>
                  </a:lnTo>
                  <a:lnTo>
                    <a:pt x="59804" y="16510"/>
                  </a:lnTo>
                  <a:lnTo>
                    <a:pt x="59804" y="13970"/>
                  </a:lnTo>
                  <a:lnTo>
                    <a:pt x="67144" y="13970"/>
                  </a:lnTo>
                  <a:lnTo>
                    <a:pt x="67144" y="11430"/>
                  </a:lnTo>
                  <a:lnTo>
                    <a:pt x="66560" y="11430"/>
                  </a:lnTo>
                  <a:lnTo>
                    <a:pt x="66560" y="10160"/>
                  </a:lnTo>
                  <a:lnTo>
                    <a:pt x="69278" y="10160"/>
                  </a:lnTo>
                  <a:lnTo>
                    <a:pt x="69278" y="11430"/>
                  </a:lnTo>
                  <a:lnTo>
                    <a:pt x="70142" y="11430"/>
                  </a:lnTo>
                  <a:lnTo>
                    <a:pt x="70142" y="10160"/>
                  </a:lnTo>
                  <a:lnTo>
                    <a:pt x="70523" y="10160"/>
                  </a:lnTo>
                  <a:lnTo>
                    <a:pt x="70523" y="7620"/>
                  </a:lnTo>
                  <a:lnTo>
                    <a:pt x="70434" y="6350"/>
                  </a:lnTo>
                  <a:lnTo>
                    <a:pt x="72212" y="6350"/>
                  </a:lnTo>
                  <a:lnTo>
                    <a:pt x="72212" y="7620"/>
                  </a:lnTo>
                  <a:lnTo>
                    <a:pt x="73952" y="7620"/>
                  </a:lnTo>
                  <a:lnTo>
                    <a:pt x="73952" y="6350"/>
                  </a:lnTo>
                  <a:lnTo>
                    <a:pt x="73888" y="3810"/>
                  </a:lnTo>
                  <a:lnTo>
                    <a:pt x="74244" y="3810"/>
                  </a:lnTo>
                  <a:lnTo>
                    <a:pt x="74244" y="2540"/>
                  </a:lnTo>
                  <a:lnTo>
                    <a:pt x="75120" y="2540"/>
                  </a:lnTo>
                  <a:lnTo>
                    <a:pt x="75120" y="3810"/>
                  </a:lnTo>
                  <a:lnTo>
                    <a:pt x="77762" y="3810"/>
                  </a:lnTo>
                  <a:lnTo>
                    <a:pt x="77762" y="2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/>
          <p:nvPr/>
        </p:nvSpPr>
        <p:spPr>
          <a:xfrm>
            <a:off x="18098772" y="8750665"/>
            <a:ext cx="107950" cy="107314"/>
          </a:xfrm>
          <a:custGeom>
            <a:avLst/>
            <a:gdLst/>
            <a:ahLst/>
            <a:cxnLst/>
            <a:rect l="l" t="t" r="r" b="b"/>
            <a:pathLst>
              <a:path w="107950" h="107315">
                <a:moveTo>
                  <a:pt x="41769" y="106881"/>
                </a:moveTo>
                <a:lnTo>
                  <a:pt x="35863" y="105755"/>
                </a:lnTo>
                <a:lnTo>
                  <a:pt x="36375" y="102539"/>
                </a:lnTo>
                <a:lnTo>
                  <a:pt x="35703" y="101867"/>
                </a:lnTo>
                <a:lnTo>
                  <a:pt x="33247" y="102452"/>
                </a:lnTo>
                <a:lnTo>
                  <a:pt x="30769" y="101838"/>
                </a:lnTo>
                <a:lnTo>
                  <a:pt x="27239" y="103241"/>
                </a:lnTo>
                <a:lnTo>
                  <a:pt x="25105" y="101998"/>
                </a:lnTo>
                <a:lnTo>
                  <a:pt x="26019" y="99258"/>
                </a:lnTo>
                <a:lnTo>
                  <a:pt x="25609" y="98790"/>
                </a:lnTo>
                <a:lnTo>
                  <a:pt x="24908" y="98322"/>
                </a:lnTo>
                <a:lnTo>
                  <a:pt x="22693" y="99375"/>
                </a:lnTo>
                <a:lnTo>
                  <a:pt x="21619" y="98300"/>
                </a:lnTo>
                <a:lnTo>
                  <a:pt x="22664" y="95655"/>
                </a:lnTo>
                <a:lnTo>
                  <a:pt x="21348" y="94770"/>
                </a:lnTo>
                <a:lnTo>
                  <a:pt x="19287" y="95867"/>
                </a:lnTo>
                <a:lnTo>
                  <a:pt x="18008" y="94785"/>
                </a:lnTo>
                <a:lnTo>
                  <a:pt x="19156" y="92329"/>
                </a:lnTo>
                <a:lnTo>
                  <a:pt x="18016" y="91189"/>
                </a:lnTo>
                <a:lnTo>
                  <a:pt x="15684" y="92358"/>
                </a:lnTo>
                <a:lnTo>
                  <a:pt x="14515" y="91189"/>
                </a:lnTo>
                <a:lnTo>
                  <a:pt x="15684" y="88850"/>
                </a:lnTo>
                <a:lnTo>
                  <a:pt x="14610" y="87776"/>
                </a:lnTo>
                <a:lnTo>
                  <a:pt x="11964" y="88828"/>
                </a:lnTo>
                <a:lnTo>
                  <a:pt x="11087" y="87505"/>
                </a:lnTo>
                <a:lnTo>
                  <a:pt x="12176" y="85452"/>
                </a:lnTo>
                <a:lnTo>
                  <a:pt x="11094" y="84166"/>
                </a:lnTo>
                <a:lnTo>
                  <a:pt x="8639" y="85313"/>
                </a:lnTo>
                <a:lnTo>
                  <a:pt x="7506" y="84173"/>
                </a:lnTo>
                <a:lnTo>
                  <a:pt x="8551" y="81951"/>
                </a:lnTo>
                <a:lnTo>
                  <a:pt x="8090" y="81249"/>
                </a:lnTo>
                <a:lnTo>
                  <a:pt x="7623" y="80840"/>
                </a:lnTo>
                <a:lnTo>
                  <a:pt x="4882" y="81761"/>
                </a:lnTo>
                <a:lnTo>
                  <a:pt x="3632" y="79627"/>
                </a:lnTo>
                <a:lnTo>
                  <a:pt x="5042" y="76090"/>
                </a:lnTo>
                <a:lnTo>
                  <a:pt x="4429" y="73612"/>
                </a:lnTo>
                <a:lnTo>
                  <a:pt x="5013" y="71156"/>
                </a:lnTo>
                <a:lnTo>
                  <a:pt x="4341" y="70484"/>
                </a:lnTo>
                <a:lnTo>
                  <a:pt x="1125" y="71003"/>
                </a:lnTo>
                <a:lnTo>
                  <a:pt x="0" y="65090"/>
                </a:lnTo>
                <a:lnTo>
                  <a:pt x="1892" y="58878"/>
                </a:lnTo>
                <a:lnTo>
                  <a:pt x="1081" y="53192"/>
                </a:lnTo>
                <a:lnTo>
                  <a:pt x="1081" y="40518"/>
                </a:lnTo>
                <a:lnTo>
                  <a:pt x="621" y="37741"/>
                </a:lnTo>
                <a:lnTo>
                  <a:pt x="1147" y="35358"/>
                </a:lnTo>
                <a:lnTo>
                  <a:pt x="4326" y="35914"/>
                </a:lnTo>
                <a:lnTo>
                  <a:pt x="5079" y="35154"/>
                </a:lnTo>
                <a:lnTo>
                  <a:pt x="4312" y="32830"/>
                </a:lnTo>
                <a:lnTo>
                  <a:pt x="5079" y="30893"/>
                </a:lnTo>
                <a:lnTo>
                  <a:pt x="3617" y="25916"/>
                </a:lnTo>
                <a:lnTo>
                  <a:pt x="5284" y="24556"/>
                </a:lnTo>
                <a:lnTo>
                  <a:pt x="7294" y="25579"/>
                </a:lnTo>
                <a:lnTo>
                  <a:pt x="8090" y="25126"/>
                </a:lnTo>
                <a:lnTo>
                  <a:pt x="8551" y="24425"/>
                </a:lnTo>
                <a:lnTo>
                  <a:pt x="7506" y="22203"/>
                </a:lnTo>
                <a:lnTo>
                  <a:pt x="8573" y="21129"/>
                </a:lnTo>
                <a:lnTo>
                  <a:pt x="11226" y="22181"/>
                </a:lnTo>
                <a:lnTo>
                  <a:pt x="12095" y="20858"/>
                </a:lnTo>
                <a:lnTo>
                  <a:pt x="11007" y="18804"/>
                </a:lnTo>
                <a:lnTo>
                  <a:pt x="12088" y="17518"/>
                </a:lnTo>
                <a:lnTo>
                  <a:pt x="14544" y="18666"/>
                </a:lnTo>
                <a:lnTo>
                  <a:pt x="15684" y="17525"/>
                </a:lnTo>
                <a:lnTo>
                  <a:pt x="14515" y="15187"/>
                </a:lnTo>
                <a:lnTo>
                  <a:pt x="15684" y="14017"/>
                </a:lnTo>
                <a:lnTo>
                  <a:pt x="18015" y="15187"/>
                </a:lnTo>
                <a:lnTo>
                  <a:pt x="19090" y="14112"/>
                </a:lnTo>
                <a:lnTo>
                  <a:pt x="18045" y="11467"/>
                </a:lnTo>
                <a:lnTo>
                  <a:pt x="19360" y="10590"/>
                </a:lnTo>
                <a:lnTo>
                  <a:pt x="21421" y="11679"/>
                </a:lnTo>
                <a:lnTo>
                  <a:pt x="22700" y="10597"/>
                </a:lnTo>
                <a:lnTo>
                  <a:pt x="21553" y="8141"/>
                </a:lnTo>
                <a:lnTo>
                  <a:pt x="22693" y="7001"/>
                </a:lnTo>
                <a:lnTo>
                  <a:pt x="24915" y="8054"/>
                </a:lnTo>
                <a:lnTo>
                  <a:pt x="25609" y="7586"/>
                </a:lnTo>
                <a:lnTo>
                  <a:pt x="26063" y="6789"/>
                </a:lnTo>
                <a:lnTo>
                  <a:pt x="25039" y="4779"/>
                </a:lnTo>
                <a:lnTo>
                  <a:pt x="26399" y="3113"/>
                </a:lnTo>
                <a:lnTo>
                  <a:pt x="31376" y="4575"/>
                </a:lnTo>
                <a:lnTo>
                  <a:pt x="33313" y="3800"/>
                </a:lnTo>
                <a:lnTo>
                  <a:pt x="35637" y="4575"/>
                </a:lnTo>
                <a:lnTo>
                  <a:pt x="36623" y="3588"/>
                </a:lnTo>
                <a:lnTo>
                  <a:pt x="35571" y="942"/>
                </a:lnTo>
                <a:lnTo>
                  <a:pt x="36784" y="131"/>
                </a:lnTo>
                <a:lnTo>
                  <a:pt x="38845" y="708"/>
                </a:lnTo>
                <a:lnTo>
                  <a:pt x="42865" y="0"/>
                </a:lnTo>
                <a:lnTo>
                  <a:pt x="46877" y="570"/>
                </a:lnTo>
                <a:lnTo>
                  <a:pt x="66348" y="570"/>
                </a:lnTo>
                <a:lnTo>
                  <a:pt x="69103" y="116"/>
                </a:lnTo>
                <a:lnTo>
                  <a:pt x="71493" y="628"/>
                </a:lnTo>
                <a:lnTo>
                  <a:pt x="70952" y="3822"/>
                </a:lnTo>
                <a:lnTo>
                  <a:pt x="71639" y="4509"/>
                </a:lnTo>
                <a:lnTo>
                  <a:pt x="74095" y="3924"/>
                </a:lnTo>
                <a:lnTo>
                  <a:pt x="76807" y="4604"/>
                </a:lnTo>
                <a:lnTo>
                  <a:pt x="79737" y="3281"/>
                </a:lnTo>
                <a:lnTo>
                  <a:pt x="82098" y="4224"/>
                </a:lnTo>
                <a:lnTo>
                  <a:pt x="81367" y="7220"/>
                </a:lnTo>
                <a:lnTo>
                  <a:pt x="81732" y="7586"/>
                </a:lnTo>
                <a:lnTo>
                  <a:pt x="82434" y="8054"/>
                </a:lnTo>
                <a:lnTo>
                  <a:pt x="84648" y="7001"/>
                </a:lnTo>
                <a:lnTo>
                  <a:pt x="85723" y="8075"/>
                </a:lnTo>
                <a:lnTo>
                  <a:pt x="84678" y="10721"/>
                </a:lnTo>
                <a:lnTo>
                  <a:pt x="85993" y="11598"/>
                </a:lnTo>
                <a:lnTo>
                  <a:pt x="88047" y="10509"/>
                </a:lnTo>
                <a:lnTo>
                  <a:pt x="89333" y="11591"/>
                </a:lnTo>
                <a:lnTo>
                  <a:pt x="88186" y="14047"/>
                </a:lnTo>
                <a:lnTo>
                  <a:pt x="89326" y="15187"/>
                </a:lnTo>
                <a:lnTo>
                  <a:pt x="91657" y="14017"/>
                </a:lnTo>
                <a:lnTo>
                  <a:pt x="92827" y="15187"/>
                </a:lnTo>
                <a:lnTo>
                  <a:pt x="91657" y="17525"/>
                </a:lnTo>
                <a:lnTo>
                  <a:pt x="92732" y="18600"/>
                </a:lnTo>
                <a:lnTo>
                  <a:pt x="95377" y="17547"/>
                </a:lnTo>
                <a:lnTo>
                  <a:pt x="96255" y="18870"/>
                </a:lnTo>
                <a:lnTo>
                  <a:pt x="95166" y="20924"/>
                </a:lnTo>
                <a:lnTo>
                  <a:pt x="96240" y="22210"/>
                </a:lnTo>
                <a:lnTo>
                  <a:pt x="98703" y="21063"/>
                </a:lnTo>
                <a:lnTo>
                  <a:pt x="99836" y="22203"/>
                </a:lnTo>
                <a:lnTo>
                  <a:pt x="98791" y="24425"/>
                </a:lnTo>
                <a:lnTo>
                  <a:pt x="99251" y="25126"/>
                </a:lnTo>
                <a:lnTo>
                  <a:pt x="99719" y="25536"/>
                </a:lnTo>
                <a:lnTo>
                  <a:pt x="102460" y="24615"/>
                </a:lnTo>
                <a:lnTo>
                  <a:pt x="103702" y="26749"/>
                </a:lnTo>
                <a:lnTo>
                  <a:pt x="102299" y="30286"/>
                </a:lnTo>
                <a:lnTo>
                  <a:pt x="102913" y="32764"/>
                </a:lnTo>
                <a:lnTo>
                  <a:pt x="102328" y="35220"/>
                </a:lnTo>
                <a:lnTo>
                  <a:pt x="103000" y="35899"/>
                </a:lnTo>
                <a:lnTo>
                  <a:pt x="106216" y="35380"/>
                </a:lnTo>
                <a:lnTo>
                  <a:pt x="107335" y="41293"/>
                </a:lnTo>
                <a:lnTo>
                  <a:pt x="105449" y="47505"/>
                </a:lnTo>
                <a:lnTo>
                  <a:pt x="106260" y="53191"/>
                </a:lnTo>
                <a:lnTo>
                  <a:pt x="106260" y="65865"/>
                </a:lnTo>
                <a:lnTo>
                  <a:pt x="106721" y="68642"/>
                </a:lnTo>
                <a:lnTo>
                  <a:pt x="106194" y="71025"/>
                </a:lnTo>
                <a:lnTo>
                  <a:pt x="103015" y="70469"/>
                </a:lnTo>
                <a:lnTo>
                  <a:pt x="102328" y="71163"/>
                </a:lnTo>
                <a:lnTo>
                  <a:pt x="102913" y="73619"/>
                </a:lnTo>
                <a:lnTo>
                  <a:pt x="102233" y="76331"/>
                </a:lnTo>
                <a:lnTo>
                  <a:pt x="103556" y="79261"/>
                </a:lnTo>
                <a:lnTo>
                  <a:pt x="102599" y="81659"/>
                </a:lnTo>
                <a:lnTo>
                  <a:pt x="99609" y="80928"/>
                </a:lnTo>
                <a:lnTo>
                  <a:pt x="99251" y="81249"/>
                </a:lnTo>
                <a:lnTo>
                  <a:pt x="98791" y="81951"/>
                </a:lnTo>
                <a:lnTo>
                  <a:pt x="99836" y="84173"/>
                </a:lnTo>
                <a:lnTo>
                  <a:pt x="98762" y="85247"/>
                </a:lnTo>
                <a:lnTo>
                  <a:pt x="96116" y="84195"/>
                </a:lnTo>
                <a:lnTo>
                  <a:pt x="95246" y="85518"/>
                </a:lnTo>
                <a:lnTo>
                  <a:pt x="96328" y="87571"/>
                </a:lnTo>
                <a:lnTo>
                  <a:pt x="95253" y="88858"/>
                </a:lnTo>
                <a:lnTo>
                  <a:pt x="92798" y="87710"/>
                </a:lnTo>
                <a:lnTo>
                  <a:pt x="91657" y="88850"/>
                </a:lnTo>
                <a:lnTo>
                  <a:pt x="92827" y="91189"/>
                </a:lnTo>
                <a:lnTo>
                  <a:pt x="91657" y="92358"/>
                </a:lnTo>
                <a:lnTo>
                  <a:pt x="89326" y="91189"/>
                </a:lnTo>
                <a:lnTo>
                  <a:pt x="88252" y="92263"/>
                </a:lnTo>
                <a:lnTo>
                  <a:pt x="89297" y="94909"/>
                </a:lnTo>
                <a:lnTo>
                  <a:pt x="87981" y="95786"/>
                </a:lnTo>
                <a:lnTo>
                  <a:pt x="85920" y="94697"/>
                </a:lnTo>
                <a:lnTo>
                  <a:pt x="84641" y="95779"/>
                </a:lnTo>
                <a:lnTo>
                  <a:pt x="85788" y="98235"/>
                </a:lnTo>
                <a:lnTo>
                  <a:pt x="84648" y="99375"/>
                </a:lnTo>
                <a:lnTo>
                  <a:pt x="82426" y="98322"/>
                </a:lnTo>
                <a:lnTo>
                  <a:pt x="81403" y="99148"/>
                </a:lnTo>
                <a:lnTo>
                  <a:pt x="82134" y="102137"/>
                </a:lnTo>
                <a:lnTo>
                  <a:pt x="79737" y="103095"/>
                </a:lnTo>
                <a:lnTo>
                  <a:pt x="76806" y="101772"/>
                </a:lnTo>
                <a:lnTo>
                  <a:pt x="74087" y="102452"/>
                </a:lnTo>
                <a:lnTo>
                  <a:pt x="71632" y="101867"/>
                </a:lnTo>
                <a:lnTo>
                  <a:pt x="70952" y="102561"/>
                </a:lnTo>
                <a:lnTo>
                  <a:pt x="71500" y="105740"/>
                </a:lnTo>
                <a:lnTo>
                  <a:pt x="68123" y="106493"/>
                </a:lnTo>
                <a:lnTo>
                  <a:pt x="63855" y="105806"/>
                </a:lnTo>
                <a:lnTo>
                  <a:pt x="53667" y="105806"/>
                </a:lnTo>
                <a:lnTo>
                  <a:pt x="47981" y="104988"/>
                </a:lnTo>
                <a:lnTo>
                  <a:pt x="41769" y="106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6001248" y="8757798"/>
            <a:ext cx="92710" cy="92075"/>
          </a:xfrm>
          <a:custGeom>
            <a:avLst/>
            <a:gdLst/>
            <a:ahLst/>
            <a:cxnLst/>
            <a:rect l="l" t="t" r="r" b="b"/>
            <a:pathLst>
              <a:path w="92709" h="92075">
                <a:moveTo>
                  <a:pt x="37917" y="92081"/>
                </a:moveTo>
                <a:lnTo>
                  <a:pt x="35505" y="91598"/>
                </a:lnTo>
                <a:lnTo>
                  <a:pt x="36031" y="88397"/>
                </a:lnTo>
                <a:lnTo>
                  <a:pt x="35351" y="87717"/>
                </a:lnTo>
                <a:lnTo>
                  <a:pt x="32896" y="88302"/>
                </a:lnTo>
                <a:lnTo>
                  <a:pt x="30155" y="87615"/>
                </a:lnTo>
                <a:lnTo>
                  <a:pt x="27290" y="88916"/>
                </a:lnTo>
                <a:lnTo>
                  <a:pt x="24849" y="87995"/>
                </a:lnTo>
                <a:lnTo>
                  <a:pt x="25594" y="84977"/>
                </a:lnTo>
                <a:lnTo>
                  <a:pt x="24922" y="84304"/>
                </a:lnTo>
                <a:lnTo>
                  <a:pt x="22262" y="84663"/>
                </a:lnTo>
                <a:lnTo>
                  <a:pt x="21056" y="84604"/>
                </a:lnTo>
                <a:lnTo>
                  <a:pt x="18797" y="85013"/>
                </a:lnTo>
                <a:lnTo>
                  <a:pt x="17679" y="84261"/>
                </a:lnTo>
                <a:lnTo>
                  <a:pt x="18739" y="81622"/>
                </a:lnTo>
                <a:lnTo>
                  <a:pt x="17752" y="80643"/>
                </a:lnTo>
                <a:lnTo>
                  <a:pt x="15106" y="81695"/>
                </a:lnTo>
                <a:lnTo>
                  <a:pt x="14229" y="80372"/>
                </a:lnTo>
                <a:lnTo>
                  <a:pt x="15326" y="78319"/>
                </a:lnTo>
                <a:lnTo>
                  <a:pt x="14244" y="77032"/>
                </a:lnTo>
                <a:lnTo>
                  <a:pt x="11788" y="78180"/>
                </a:lnTo>
                <a:lnTo>
                  <a:pt x="10641" y="77025"/>
                </a:lnTo>
                <a:lnTo>
                  <a:pt x="11752" y="74789"/>
                </a:lnTo>
                <a:lnTo>
                  <a:pt x="10780" y="73532"/>
                </a:lnTo>
                <a:lnTo>
                  <a:pt x="8258" y="74650"/>
                </a:lnTo>
                <a:lnTo>
                  <a:pt x="7147" y="73532"/>
                </a:lnTo>
                <a:lnTo>
                  <a:pt x="8192" y="71310"/>
                </a:lnTo>
                <a:lnTo>
                  <a:pt x="7264" y="69914"/>
                </a:lnTo>
                <a:lnTo>
                  <a:pt x="8317" y="67692"/>
                </a:lnTo>
                <a:lnTo>
                  <a:pt x="7352" y="66735"/>
                </a:lnTo>
                <a:lnTo>
                  <a:pt x="4421" y="67560"/>
                </a:lnTo>
                <a:lnTo>
                  <a:pt x="3383" y="65185"/>
                </a:lnTo>
                <a:lnTo>
                  <a:pt x="4736" y="62145"/>
                </a:lnTo>
                <a:lnTo>
                  <a:pt x="4070" y="59470"/>
                </a:lnTo>
                <a:lnTo>
                  <a:pt x="4655" y="57014"/>
                </a:lnTo>
                <a:lnTo>
                  <a:pt x="3961" y="56320"/>
                </a:lnTo>
                <a:lnTo>
                  <a:pt x="789" y="56890"/>
                </a:lnTo>
                <a:lnTo>
                  <a:pt x="0" y="53542"/>
                </a:lnTo>
                <a:lnTo>
                  <a:pt x="716" y="49194"/>
                </a:lnTo>
                <a:lnTo>
                  <a:pt x="716" y="43954"/>
                </a:lnTo>
                <a:lnTo>
                  <a:pt x="212" y="41074"/>
                </a:lnTo>
                <a:lnTo>
                  <a:pt x="869" y="38421"/>
                </a:lnTo>
                <a:lnTo>
                  <a:pt x="285" y="35965"/>
                </a:lnTo>
                <a:lnTo>
                  <a:pt x="986" y="35271"/>
                </a:lnTo>
                <a:lnTo>
                  <a:pt x="4158" y="35834"/>
                </a:lnTo>
                <a:lnTo>
                  <a:pt x="4977" y="32340"/>
                </a:lnTo>
                <a:lnTo>
                  <a:pt x="3120" y="28086"/>
                </a:lnTo>
                <a:lnTo>
                  <a:pt x="4370" y="24615"/>
                </a:lnTo>
                <a:lnTo>
                  <a:pt x="7403" y="25338"/>
                </a:lnTo>
                <a:lnTo>
                  <a:pt x="8061" y="24681"/>
                </a:lnTo>
                <a:lnTo>
                  <a:pt x="7703" y="22013"/>
                </a:lnTo>
                <a:lnTo>
                  <a:pt x="7769" y="20822"/>
                </a:lnTo>
                <a:lnTo>
                  <a:pt x="7359" y="18534"/>
                </a:lnTo>
                <a:lnTo>
                  <a:pt x="8119" y="17423"/>
                </a:lnTo>
                <a:lnTo>
                  <a:pt x="10736" y="18490"/>
                </a:lnTo>
                <a:lnTo>
                  <a:pt x="11723" y="17504"/>
                </a:lnTo>
                <a:lnTo>
                  <a:pt x="10670" y="14858"/>
                </a:lnTo>
                <a:lnTo>
                  <a:pt x="11934" y="14017"/>
                </a:lnTo>
                <a:lnTo>
                  <a:pt x="14156" y="15070"/>
                </a:lnTo>
                <a:lnTo>
                  <a:pt x="15326" y="13901"/>
                </a:lnTo>
                <a:lnTo>
                  <a:pt x="14156" y="11562"/>
                </a:lnTo>
                <a:lnTo>
                  <a:pt x="15231" y="10487"/>
                </a:lnTo>
                <a:lnTo>
                  <a:pt x="17876" y="11540"/>
                </a:lnTo>
                <a:lnTo>
                  <a:pt x="18571" y="10487"/>
                </a:lnTo>
                <a:lnTo>
                  <a:pt x="17781" y="7747"/>
                </a:lnTo>
                <a:lnTo>
                  <a:pt x="19528" y="6702"/>
                </a:lnTo>
                <a:lnTo>
                  <a:pt x="24359" y="8573"/>
                </a:lnTo>
                <a:lnTo>
                  <a:pt x="25499" y="7169"/>
                </a:lnTo>
                <a:lnTo>
                  <a:pt x="24951" y="4041"/>
                </a:lnTo>
                <a:lnTo>
                  <a:pt x="28547" y="3084"/>
                </a:lnTo>
                <a:lnTo>
                  <a:pt x="32494" y="4692"/>
                </a:lnTo>
                <a:lnTo>
                  <a:pt x="35783" y="3961"/>
                </a:lnTo>
                <a:lnTo>
                  <a:pt x="36075" y="3895"/>
                </a:lnTo>
                <a:lnTo>
                  <a:pt x="35520" y="716"/>
                </a:lnTo>
                <a:lnTo>
                  <a:pt x="36111" y="124"/>
                </a:lnTo>
                <a:lnTo>
                  <a:pt x="38779" y="475"/>
                </a:lnTo>
                <a:lnTo>
                  <a:pt x="42770" y="270"/>
                </a:lnTo>
                <a:lnTo>
                  <a:pt x="46329" y="453"/>
                </a:lnTo>
                <a:lnTo>
                  <a:pt x="50795" y="453"/>
                </a:lnTo>
                <a:lnTo>
                  <a:pt x="52395" y="168"/>
                </a:lnTo>
                <a:lnTo>
                  <a:pt x="53966" y="650"/>
                </a:lnTo>
                <a:lnTo>
                  <a:pt x="56378" y="0"/>
                </a:lnTo>
                <a:lnTo>
                  <a:pt x="57131" y="752"/>
                </a:lnTo>
                <a:lnTo>
                  <a:pt x="56488" y="3858"/>
                </a:lnTo>
                <a:lnTo>
                  <a:pt x="58987" y="4597"/>
                </a:lnTo>
                <a:lnTo>
                  <a:pt x="61662" y="3413"/>
                </a:lnTo>
                <a:lnTo>
                  <a:pt x="64469" y="4114"/>
                </a:lnTo>
                <a:lnTo>
                  <a:pt x="66925" y="3529"/>
                </a:lnTo>
                <a:lnTo>
                  <a:pt x="67758" y="4363"/>
                </a:lnTo>
                <a:lnTo>
                  <a:pt x="66873" y="7228"/>
                </a:lnTo>
                <a:lnTo>
                  <a:pt x="69249" y="8404"/>
                </a:lnTo>
                <a:lnTo>
                  <a:pt x="72428" y="6636"/>
                </a:lnTo>
                <a:lnTo>
                  <a:pt x="74818" y="7659"/>
                </a:lnTo>
                <a:lnTo>
                  <a:pt x="74007" y="10604"/>
                </a:lnTo>
                <a:lnTo>
                  <a:pt x="74971" y="11576"/>
                </a:lnTo>
                <a:lnTo>
                  <a:pt x="77201" y="10458"/>
                </a:lnTo>
                <a:lnTo>
                  <a:pt x="78465" y="11423"/>
                </a:lnTo>
                <a:lnTo>
                  <a:pt x="77354" y="13959"/>
                </a:lnTo>
                <a:lnTo>
                  <a:pt x="78465" y="15070"/>
                </a:lnTo>
                <a:lnTo>
                  <a:pt x="80804" y="13900"/>
                </a:lnTo>
                <a:lnTo>
                  <a:pt x="81973" y="15070"/>
                </a:lnTo>
                <a:lnTo>
                  <a:pt x="80804" y="17409"/>
                </a:lnTo>
                <a:lnTo>
                  <a:pt x="81878" y="18483"/>
                </a:lnTo>
                <a:lnTo>
                  <a:pt x="84531" y="17430"/>
                </a:lnTo>
                <a:lnTo>
                  <a:pt x="85737" y="19265"/>
                </a:lnTo>
                <a:lnTo>
                  <a:pt x="83764" y="24081"/>
                </a:lnTo>
                <a:lnTo>
                  <a:pt x="85233" y="25287"/>
                </a:lnTo>
                <a:lnTo>
                  <a:pt x="88280" y="24659"/>
                </a:lnTo>
                <a:lnTo>
                  <a:pt x="88712" y="25887"/>
                </a:lnTo>
                <a:lnTo>
                  <a:pt x="88405" y="27582"/>
                </a:lnTo>
                <a:lnTo>
                  <a:pt x="88405" y="29453"/>
                </a:lnTo>
                <a:lnTo>
                  <a:pt x="88105" y="31141"/>
                </a:lnTo>
                <a:lnTo>
                  <a:pt x="88631" y="32691"/>
                </a:lnTo>
                <a:lnTo>
                  <a:pt x="87937" y="35059"/>
                </a:lnTo>
                <a:lnTo>
                  <a:pt x="88777" y="35899"/>
                </a:lnTo>
                <a:lnTo>
                  <a:pt x="91730" y="35095"/>
                </a:lnTo>
                <a:lnTo>
                  <a:pt x="92651" y="37244"/>
                </a:lnTo>
                <a:lnTo>
                  <a:pt x="91810" y="40672"/>
                </a:lnTo>
                <a:lnTo>
                  <a:pt x="92044" y="44874"/>
                </a:lnTo>
                <a:lnTo>
                  <a:pt x="91913" y="51744"/>
                </a:lnTo>
                <a:lnTo>
                  <a:pt x="92344" y="54449"/>
                </a:lnTo>
                <a:lnTo>
                  <a:pt x="91862" y="56861"/>
                </a:lnTo>
                <a:lnTo>
                  <a:pt x="88653" y="56334"/>
                </a:lnTo>
                <a:lnTo>
                  <a:pt x="87973" y="57014"/>
                </a:lnTo>
                <a:lnTo>
                  <a:pt x="88558" y="59470"/>
                </a:lnTo>
                <a:lnTo>
                  <a:pt x="87893" y="62152"/>
                </a:lnTo>
                <a:lnTo>
                  <a:pt x="89238" y="65171"/>
                </a:lnTo>
                <a:lnTo>
                  <a:pt x="88215" y="67553"/>
                </a:lnTo>
                <a:lnTo>
                  <a:pt x="85269" y="66742"/>
                </a:lnTo>
                <a:lnTo>
                  <a:pt x="84568" y="67444"/>
                </a:lnTo>
                <a:lnTo>
                  <a:pt x="84926" y="70104"/>
                </a:lnTo>
                <a:lnTo>
                  <a:pt x="84860" y="71405"/>
                </a:lnTo>
                <a:lnTo>
                  <a:pt x="85269" y="73437"/>
                </a:lnTo>
                <a:lnTo>
                  <a:pt x="84619" y="74628"/>
                </a:lnTo>
                <a:lnTo>
                  <a:pt x="81827" y="73685"/>
                </a:lnTo>
                <a:lnTo>
                  <a:pt x="80789" y="74716"/>
                </a:lnTo>
                <a:lnTo>
                  <a:pt x="81929" y="76967"/>
                </a:lnTo>
                <a:lnTo>
                  <a:pt x="80906" y="78216"/>
                </a:lnTo>
                <a:lnTo>
                  <a:pt x="78428" y="77076"/>
                </a:lnTo>
                <a:lnTo>
                  <a:pt x="77296" y="78209"/>
                </a:lnTo>
                <a:lnTo>
                  <a:pt x="78465" y="80548"/>
                </a:lnTo>
                <a:lnTo>
                  <a:pt x="77296" y="81717"/>
                </a:lnTo>
                <a:lnTo>
                  <a:pt x="74957" y="80548"/>
                </a:lnTo>
                <a:lnTo>
                  <a:pt x="73875" y="81629"/>
                </a:lnTo>
                <a:lnTo>
                  <a:pt x="74942" y="84253"/>
                </a:lnTo>
                <a:lnTo>
                  <a:pt x="73108" y="85503"/>
                </a:lnTo>
                <a:lnTo>
                  <a:pt x="68291" y="83500"/>
                </a:lnTo>
                <a:lnTo>
                  <a:pt x="67078" y="84969"/>
                </a:lnTo>
                <a:lnTo>
                  <a:pt x="67707" y="88024"/>
                </a:lnTo>
                <a:lnTo>
                  <a:pt x="64213" y="89223"/>
                </a:lnTo>
                <a:lnTo>
                  <a:pt x="60047" y="87272"/>
                </a:lnTo>
                <a:lnTo>
                  <a:pt x="56503" y="88236"/>
                </a:lnTo>
                <a:lnTo>
                  <a:pt x="57116" y="91372"/>
                </a:lnTo>
                <a:lnTo>
                  <a:pt x="56503" y="91986"/>
                </a:lnTo>
                <a:lnTo>
                  <a:pt x="53835" y="91628"/>
                </a:lnTo>
                <a:lnTo>
                  <a:pt x="49844" y="91839"/>
                </a:lnTo>
                <a:lnTo>
                  <a:pt x="46285" y="91657"/>
                </a:lnTo>
                <a:lnTo>
                  <a:pt x="40621" y="91657"/>
                </a:lnTo>
                <a:lnTo>
                  <a:pt x="37917" y="920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2" name="object 18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5797680" y="8764836"/>
            <a:ext cx="78743" cy="78363"/>
          </a:xfrm>
          <a:prstGeom prst="rect">
            <a:avLst/>
          </a:prstGeom>
        </p:spPr>
      </p:pic>
      <p:pic>
        <p:nvPicPr>
          <p:cNvPr id="183" name="object 18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5594252" y="8771757"/>
            <a:ext cx="64652" cy="64410"/>
          </a:xfrm>
          <a:prstGeom prst="rect">
            <a:avLst/>
          </a:prstGeom>
        </p:spPr>
      </p:pic>
      <p:sp>
        <p:nvSpPr>
          <p:cNvPr id="184" name="object 184"/>
          <p:cNvSpPr/>
          <p:nvPr/>
        </p:nvSpPr>
        <p:spPr>
          <a:xfrm>
            <a:off x="15391000" y="877868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2013" y="50254"/>
                </a:moveTo>
                <a:lnTo>
                  <a:pt x="21326" y="49420"/>
                </a:lnTo>
                <a:lnTo>
                  <a:pt x="21874" y="46292"/>
                </a:lnTo>
                <a:lnTo>
                  <a:pt x="19594" y="45671"/>
                </a:lnTo>
                <a:lnTo>
                  <a:pt x="16619" y="46212"/>
                </a:lnTo>
                <a:lnTo>
                  <a:pt x="13747" y="46212"/>
                </a:lnTo>
                <a:lnTo>
                  <a:pt x="11766" y="46555"/>
                </a:lnTo>
                <a:lnTo>
                  <a:pt x="10597" y="46000"/>
                </a:lnTo>
                <a:lnTo>
                  <a:pt x="11408" y="43113"/>
                </a:lnTo>
                <a:lnTo>
                  <a:pt x="11050" y="42711"/>
                </a:lnTo>
                <a:lnTo>
                  <a:pt x="10166" y="42273"/>
                </a:lnTo>
                <a:lnTo>
                  <a:pt x="8346" y="43252"/>
                </a:lnTo>
                <a:lnTo>
                  <a:pt x="6979" y="42338"/>
                </a:lnTo>
                <a:lnTo>
                  <a:pt x="8032" y="39693"/>
                </a:lnTo>
                <a:lnTo>
                  <a:pt x="7089" y="38750"/>
                </a:lnTo>
                <a:lnTo>
                  <a:pt x="4355" y="39744"/>
                </a:lnTo>
                <a:lnTo>
                  <a:pt x="3084" y="37617"/>
                </a:lnTo>
                <a:lnTo>
                  <a:pt x="4494" y="34021"/>
                </a:lnTo>
                <a:lnTo>
                  <a:pt x="3888" y="31565"/>
                </a:lnTo>
                <a:lnTo>
                  <a:pt x="4472" y="29110"/>
                </a:lnTo>
                <a:lnTo>
                  <a:pt x="3829" y="28474"/>
                </a:lnTo>
                <a:lnTo>
                  <a:pt x="555" y="28890"/>
                </a:lnTo>
                <a:lnTo>
                  <a:pt x="0" y="22108"/>
                </a:lnTo>
                <a:lnTo>
                  <a:pt x="833" y="21421"/>
                </a:lnTo>
                <a:lnTo>
                  <a:pt x="3961" y="21969"/>
                </a:lnTo>
                <a:lnTo>
                  <a:pt x="4582" y="19682"/>
                </a:lnTo>
                <a:lnTo>
                  <a:pt x="4041" y="16714"/>
                </a:lnTo>
                <a:lnTo>
                  <a:pt x="4041" y="13835"/>
                </a:lnTo>
                <a:lnTo>
                  <a:pt x="3698" y="11861"/>
                </a:lnTo>
                <a:lnTo>
                  <a:pt x="4253" y="10685"/>
                </a:lnTo>
                <a:lnTo>
                  <a:pt x="7140" y="11503"/>
                </a:lnTo>
                <a:lnTo>
                  <a:pt x="7542" y="11138"/>
                </a:lnTo>
                <a:lnTo>
                  <a:pt x="7980" y="10253"/>
                </a:lnTo>
                <a:lnTo>
                  <a:pt x="7001" y="8441"/>
                </a:lnTo>
                <a:lnTo>
                  <a:pt x="7915" y="7067"/>
                </a:lnTo>
                <a:lnTo>
                  <a:pt x="10560" y="8119"/>
                </a:lnTo>
                <a:lnTo>
                  <a:pt x="11503" y="7169"/>
                </a:lnTo>
                <a:lnTo>
                  <a:pt x="10509" y="4443"/>
                </a:lnTo>
                <a:lnTo>
                  <a:pt x="12636" y="3171"/>
                </a:lnTo>
                <a:lnTo>
                  <a:pt x="16232" y="4575"/>
                </a:lnTo>
                <a:lnTo>
                  <a:pt x="18688" y="3968"/>
                </a:lnTo>
                <a:lnTo>
                  <a:pt x="21143" y="4553"/>
                </a:lnTo>
                <a:lnTo>
                  <a:pt x="21779" y="3909"/>
                </a:lnTo>
                <a:lnTo>
                  <a:pt x="21363" y="635"/>
                </a:lnTo>
                <a:lnTo>
                  <a:pt x="27151" y="0"/>
                </a:lnTo>
                <a:lnTo>
                  <a:pt x="29029" y="803"/>
                </a:lnTo>
                <a:lnTo>
                  <a:pt x="28225" y="3756"/>
                </a:lnTo>
                <a:lnTo>
                  <a:pt x="29081" y="4611"/>
                </a:lnTo>
                <a:lnTo>
                  <a:pt x="31419" y="3866"/>
                </a:lnTo>
                <a:lnTo>
                  <a:pt x="33334" y="4589"/>
                </a:lnTo>
                <a:lnTo>
                  <a:pt x="38341" y="3179"/>
                </a:lnTo>
                <a:lnTo>
                  <a:pt x="39685" y="4823"/>
                </a:lnTo>
                <a:lnTo>
                  <a:pt x="38662" y="6840"/>
                </a:lnTo>
                <a:lnTo>
                  <a:pt x="39115" y="7630"/>
                </a:lnTo>
                <a:lnTo>
                  <a:pt x="39817" y="8097"/>
                </a:lnTo>
                <a:lnTo>
                  <a:pt x="42039" y="7045"/>
                </a:lnTo>
                <a:lnTo>
                  <a:pt x="43113" y="8119"/>
                </a:lnTo>
                <a:lnTo>
                  <a:pt x="42061" y="10765"/>
                </a:lnTo>
                <a:lnTo>
                  <a:pt x="43113" y="11467"/>
                </a:lnTo>
                <a:lnTo>
                  <a:pt x="45847" y="10670"/>
                </a:lnTo>
                <a:lnTo>
                  <a:pt x="47089" y="12716"/>
                </a:lnTo>
                <a:lnTo>
                  <a:pt x="45679" y="16327"/>
                </a:lnTo>
                <a:lnTo>
                  <a:pt x="46285" y="18775"/>
                </a:lnTo>
                <a:lnTo>
                  <a:pt x="45700" y="21231"/>
                </a:lnTo>
                <a:lnTo>
                  <a:pt x="46329" y="21867"/>
                </a:lnTo>
                <a:lnTo>
                  <a:pt x="49625" y="21465"/>
                </a:lnTo>
                <a:lnTo>
                  <a:pt x="50195" y="28225"/>
                </a:lnTo>
                <a:lnTo>
                  <a:pt x="49340" y="28927"/>
                </a:lnTo>
                <a:lnTo>
                  <a:pt x="46212" y="28379"/>
                </a:lnTo>
                <a:lnTo>
                  <a:pt x="45591" y="30659"/>
                </a:lnTo>
                <a:lnTo>
                  <a:pt x="46132" y="33634"/>
                </a:lnTo>
                <a:lnTo>
                  <a:pt x="46132" y="36506"/>
                </a:lnTo>
                <a:lnTo>
                  <a:pt x="46475" y="38487"/>
                </a:lnTo>
                <a:lnTo>
                  <a:pt x="45920" y="39641"/>
                </a:lnTo>
                <a:lnTo>
                  <a:pt x="43025" y="38837"/>
                </a:lnTo>
                <a:lnTo>
                  <a:pt x="42623" y="39203"/>
                </a:lnTo>
                <a:lnTo>
                  <a:pt x="42192" y="40087"/>
                </a:lnTo>
                <a:lnTo>
                  <a:pt x="43164" y="41907"/>
                </a:lnTo>
                <a:lnTo>
                  <a:pt x="42251" y="43274"/>
                </a:lnTo>
                <a:lnTo>
                  <a:pt x="39605" y="42221"/>
                </a:lnTo>
                <a:lnTo>
                  <a:pt x="38655" y="43164"/>
                </a:lnTo>
                <a:lnTo>
                  <a:pt x="39649" y="45898"/>
                </a:lnTo>
                <a:lnTo>
                  <a:pt x="37522" y="47169"/>
                </a:lnTo>
                <a:lnTo>
                  <a:pt x="33933" y="45759"/>
                </a:lnTo>
                <a:lnTo>
                  <a:pt x="31478" y="46365"/>
                </a:lnTo>
                <a:lnTo>
                  <a:pt x="29022" y="45781"/>
                </a:lnTo>
                <a:lnTo>
                  <a:pt x="28379" y="46424"/>
                </a:lnTo>
                <a:lnTo>
                  <a:pt x="28796" y="49698"/>
                </a:lnTo>
                <a:lnTo>
                  <a:pt x="22013" y="50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5190413" y="8789379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12322" y="28964"/>
                </a:moveTo>
                <a:lnTo>
                  <a:pt x="11123" y="28138"/>
                </a:lnTo>
                <a:lnTo>
                  <a:pt x="12110" y="25543"/>
                </a:lnTo>
                <a:lnTo>
                  <a:pt x="11671" y="25002"/>
                </a:lnTo>
                <a:lnTo>
                  <a:pt x="10407" y="24125"/>
                </a:lnTo>
                <a:lnTo>
                  <a:pt x="5591" y="26150"/>
                </a:lnTo>
                <a:lnTo>
                  <a:pt x="4085" y="24301"/>
                </a:lnTo>
                <a:lnTo>
                  <a:pt x="5116" y="22291"/>
                </a:lnTo>
                <a:lnTo>
                  <a:pt x="4187" y="20793"/>
                </a:lnTo>
                <a:lnTo>
                  <a:pt x="5240" y="18571"/>
                </a:lnTo>
                <a:lnTo>
                  <a:pt x="4070" y="17401"/>
                </a:lnTo>
                <a:lnTo>
                  <a:pt x="1849" y="18425"/>
                </a:lnTo>
                <a:lnTo>
                  <a:pt x="1147" y="17986"/>
                </a:lnTo>
                <a:lnTo>
                  <a:pt x="2024" y="16722"/>
                </a:lnTo>
                <a:lnTo>
                  <a:pt x="0" y="11905"/>
                </a:lnTo>
                <a:lnTo>
                  <a:pt x="1849" y="10400"/>
                </a:lnTo>
                <a:lnTo>
                  <a:pt x="3866" y="11430"/>
                </a:lnTo>
                <a:lnTo>
                  <a:pt x="4655" y="10970"/>
                </a:lnTo>
                <a:lnTo>
                  <a:pt x="5532" y="9705"/>
                </a:lnTo>
                <a:lnTo>
                  <a:pt x="3508" y="4889"/>
                </a:lnTo>
                <a:lnTo>
                  <a:pt x="5357" y="3383"/>
                </a:lnTo>
                <a:lnTo>
                  <a:pt x="7374" y="4414"/>
                </a:lnTo>
                <a:lnTo>
                  <a:pt x="8865" y="3486"/>
                </a:lnTo>
                <a:lnTo>
                  <a:pt x="11087" y="4538"/>
                </a:lnTo>
                <a:lnTo>
                  <a:pt x="11978" y="3646"/>
                </a:lnTo>
                <a:lnTo>
                  <a:pt x="11313" y="562"/>
                </a:lnTo>
                <a:lnTo>
                  <a:pt x="12965" y="36"/>
                </a:lnTo>
                <a:lnTo>
                  <a:pt x="17416" y="0"/>
                </a:lnTo>
                <a:lnTo>
                  <a:pt x="19075" y="577"/>
                </a:lnTo>
                <a:lnTo>
                  <a:pt x="18366" y="3632"/>
                </a:lnTo>
                <a:lnTo>
                  <a:pt x="19024" y="4282"/>
                </a:lnTo>
                <a:lnTo>
                  <a:pt x="21684" y="3931"/>
                </a:lnTo>
                <a:lnTo>
                  <a:pt x="22737" y="3983"/>
                </a:lnTo>
                <a:lnTo>
                  <a:pt x="25338" y="3610"/>
                </a:lnTo>
                <a:lnTo>
                  <a:pt x="26289" y="4502"/>
                </a:lnTo>
                <a:lnTo>
                  <a:pt x="25243" y="6789"/>
                </a:lnTo>
                <a:lnTo>
                  <a:pt x="26172" y="8163"/>
                </a:lnTo>
                <a:lnTo>
                  <a:pt x="25119" y="10385"/>
                </a:lnTo>
                <a:lnTo>
                  <a:pt x="26077" y="11335"/>
                </a:lnTo>
                <a:lnTo>
                  <a:pt x="29022" y="10531"/>
                </a:lnTo>
                <a:lnTo>
                  <a:pt x="29534" y="11730"/>
                </a:lnTo>
                <a:lnTo>
                  <a:pt x="29658" y="17343"/>
                </a:lnTo>
                <a:lnTo>
                  <a:pt x="28832" y="18534"/>
                </a:lnTo>
                <a:lnTo>
                  <a:pt x="26237" y="17548"/>
                </a:lnTo>
                <a:lnTo>
                  <a:pt x="25704" y="17986"/>
                </a:lnTo>
                <a:lnTo>
                  <a:pt x="24827" y="19250"/>
                </a:lnTo>
                <a:lnTo>
                  <a:pt x="26851" y="24067"/>
                </a:lnTo>
                <a:lnTo>
                  <a:pt x="25002" y="25580"/>
                </a:lnTo>
                <a:lnTo>
                  <a:pt x="22992" y="24549"/>
                </a:lnTo>
                <a:lnTo>
                  <a:pt x="22196" y="25002"/>
                </a:lnTo>
                <a:lnTo>
                  <a:pt x="21494" y="25470"/>
                </a:lnTo>
                <a:lnTo>
                  <a:pt x="19272" y="24418"/>
                </a:lnTo>
                <a:lnTo>
                  <a:pt x="18322" y="25375"/>
                </a:lnTo>
                <a:lnTo>
                  <a:pt x="19133" y="28328"/>
                </a:lnTo>
                <a:lnTo>
                  <a:pt x="17928" y="28832"/>
                </a:lnTo>
                <a:lnTo>
                  <a:pt x="12322" y="28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6927579" y="8841825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79116" y="134390"/>
                </a:moveTo>
                <a:lnTo>
                  <a:pt x="76325" y="133922"/>
                </a:lnTo>
                <a:lnTo>
                  <a:pt x="58067" y="133922"/>
                </a:lnTo>
                <a:lnTo>
                  <a:pt x="55137" y="134448"/>
                </a:lnTo>
                <a:lnTo>
                  <a:pt x="52813" y="133842"/>
                </a:lnTo>
                <a:lnTo>
                  <a:pt x="53412" y="130692"/>
                </a:lnTo>
                <a:lnTo>
                  <a:pt x="52798" y="130085"/>
                </a:lnTo>
                <a:lnTo>
                  <a:pt x="50138" y="130443"/>
                </a:lnTo>
                <a:lnTo>
                  <a:pt x="48632" y="130363"/>
                </a:lnTo>
                <a:lnTo>
                  <a:pt x="47061" y="130728"/>
                </a:lnTo>
                <a:lnTo>
                  <a:pt x="45460" y="130195"/>
                </a:lnTo>
                <a:lnTo>
                  <a:pt x="43085" y="130882"/>
                </a:lnTo>
                <a:lnTo>
                  <a:pt x="42252" y="130049"/>
                </a:lnTo>
                <a:lnTo>
                  <a:pt x="43063" y="127096"/>
                </a:lnTo>
                <a:lnTo>
                  <a:pt x="40644" y="126058"/>
                </a:lnTo>
                <a:lnTo>
                  <a:pt x="37574" y="127768"/>
                </a:lnTo>
                <a:lnTo>
                  <a:pt x="35155" y="126716"/>
                </a:lnTo>
                <a:lnTo>
                  <a:pt x="35973" y="123771"/>
                </a:lnTo>
                <a:lnTo>
                  <a:pt x="35272" y="123069"/>
                </a:lnTo>
                <a:lnTo>
                  <a:pt x="32604" y="123427"/>
                </a:lnTo>
                <a:lnTo>
                  <a:pt x="31391" y="123361"/>
                </a:lnTo>
                <a:lnTo>
                  <a:pt x="29147" y="123771"/>
                </a:lnTo>
                <a:lnTo>
                  <a:pt x="28022" y="123025"/>
                </a:lnTo>
                <a:lnTo>
                  <a:pt x="29074" y="120380"/>
                </a:lnTo>
                <a:lnTo>
                  <a:pt x="28000" y="119305"/>
                </a:lnTo>
                <a:lnTo>
                  <a:pt x="25661" y="120475"/>
                </a:lnTo>
                <a:lnTo>
                  <a:pt x="24491" y="119305"/>
                </a:lnTo>
                <a:lnTo>
                  <a:pt x="25661" y="116966"/>
                </a:lnTo>
                <a:lnTo>
                  <a:pt x="24506" y="115812"/>
                </a:lnTo>
                <a:lnTo>
                  <a:pt x="22109" y="116974"/>
                </a:lnTo>
                <a:lnTo>
                  <a:pt x="20998" y="115760"/>
                </a:lnTo>
                <a:lnTo>
                  <a:pt x="22167" y="113473"/>
                </a:lnTo>
                <a:lnTo>
                  <a:pt x="21078" y="112384"/>
                </a:lnTo>
                <a:lnTo>
                  <a:pt x="18433" y="113436"/>
                </a:lnTo>
                <a:lnTo>
                  <a:pt x="17555" y="112121"/>
                </a:lnTo>
                <a:lnTo>
                  <a:pt x="18644" y="110045"/>
                </a:lnTo>
                <a:lnTo>
                  <a:pt x="17548" y="108773"/>
                </a:lnTo>
                <a:lnTo>
                  <a:pt x="15114" y="109928"/>
                </a:lnTo>
                <a:lnTo>
                  <a:pt x="14062" y="108876"/>
                </a:lnTo>
                <a:lnTo>
                  <a:pt x="15114" y="106230"/>
                </a:lnTo>
                <a:lnTo>
                  <a:pt x="13967" y="105470"/>
                </a:lnTo>
                <a:lnTo>
                  <a:pt x="11445" y="106391"/>
                </a:lnTo>
                <a:lnTo>
                  <a:pt x="10108" y="104615"/>
                </a:lnTo>
                <a:lnTo>
                  <a:pt x="12205" y="99791"/>
                </a:lnTo>
                <a:lnTo>
                  <a:pt x="10612" y="98490"/>
                </a:lnTo>
                <a:lnTo>
                  <a:pt x="7762" y="99294"/>
                </a:lnTo>
                <a:lnTo>
                  <a:pt x="6892" y="97562"/>
                </a:lnTo>
                <a:lnTo>
                  <a:pt x="8580" y="92680"/>
                </a:lnTo>
                <a:lnTo>
                  <a:pt x="7235" y="91576"/>
                </a:lnTo>
                <a:lnTo>
                  <a:pt x="4107" y="92124"/>
                </a:lnTo>
                <a:lnTo>
                  <a:pt x="3135" y="88550"/>
                </a:lnTo>
                <a:lnTo>
                  <a:pt x="4838" y="84596"/>
                </a:lnTo>
                <a:lnTo>
                  <a:pt x="3954" y="80993"/>
                </a:lnTo>
                <a:lnTo>
                  <a:pt x="789" y="81571"/>
                </a:lnTo>
                <a:lnTo>
                  <a:pt x="190" y="80964"/>
                </a:lnTo>
                <a:lnTo>
                  <a:pt x="548" y="78304"/>
                </a:lnTo>
                <a:lnTo>
                  <a:pt x="277" y="73195"/>
                </a:lnTo>
                <a:lnTo>
                  <a:pt x="606" y="61604"/>
                </a:lnTo>
                <a:lnTo>
                  <a:pt x="0" y="58834"/>
                </a:lnTo>
                <a:lnTo>
                  <a:pt x="672" y="56122"/>
                </a:lnTo>
                <a:lnTo>
                  <a:pt x="87" y="53666"/>
                </a:lnTo>
                <a:lnTo>
                  <a:pt x="818" y="52936"/>
                </a:lnTo>
                <a:lnTo>
                  <a:pt x="3917" y="53586"/>
                </a:lnTo>
                <a:lnTo>
                  <a:pt x="4677" y="51094"/>
                </a:lnTo>
                <a:lnTo>
                  <a:pt x="3478" y="48397"/>
                </a:lnTo>
                <a:lnTo>
                  <a:pt x="4180" y="45598"/>
                </a:lnTo>
                <a:lnTo>
                  <a:pt x="3596" y="43142"/>
                </a:lnTo>
                <a:lnTo>
                  <a:pt x="4392" y="42345"/>
                </a:lnTo>
                <a:lnTo>
                  <a:pt x="7352" y="43149"/>
                </a:lnTo>
                <a:lnTo>
                  <a:pt x="8368" y="40730"/>
                </a:lnTo>
                <a:lnTo>
                  <a:pt x="6687" y="37675"/>
                </a:lnTo>
                <a:lnTo>
                  <a:pt x="7725" y="35256"/>
                </a:lnTo>
                <a:lnTo>
                  <a:pt x="10678" y="36067"/>
                </a:lnTo>
                <a:lnTo>
                  <a:pt x="11591" y="35146"/>
                </a:lnTo>
                <a:lnTo>
                  <a:pt x="10678" y="32895"/>
                </a:lnTo>
                <a:lnTo>
                  <a:pt x="11408" y="31477"/>
                </a:lnTo>
                <a:lnTo>
                  <a:pt x="10495" y="29226"/>
                </a:lnTo>
                <a:lnTo>
                  <a:pt x="11533" y="28189"/>
                </a:lnTo>
                <a:lnTo>
                  <a:pt x="14178" y="29241"/>
                </a:lnTo>
                <a:lnTo>
                  <a:pt x="15070" y="27896"/>
                </a:lnTo>
                <a:lnTo>
                  <a:pt x="13974" y="25901"/>
                </a:lnTo>
                <a:lnTo>
                  <a:pt x="15012" y="24578"/>
                </a:lnTo>
                <a:lnTo>
                  <a:pt x="17526" y="25711"/>
                </a:lnTo>
                <a:lnTo>
                  <a:pt x="18644" y="24585"/>
                </a:lnTo>
                <a:lnTo>
                  <a:pt x="17475" y="22247"/>
                </a:lnTo>
                <a:lnTo>
                  <a:pt x="18644" y="21077"/>
                </a:lnTo>
                <a:lnTo>
                  <a:pt x="20983" y="22247"/>
                </a:lnTo>
                <a:lnTo>
                  <a:pt x="22153" y="21077"/>
                </a:lnTo>
                <a:lnTo>
                  <a:pt x="20983" y="18739"/>
                </a:lnTo>
                <a:lnTo>
                  <a:pt x="22152" y="17569"/>
                </a:lnTo>
                <a:lnTo>
                  <a:pt x="24491" y="18739"/>
                </a:lnTo>
                <a:lnTo>
                  <a:pt x="25661" y="17569"/>
                </a:lnTo>
                <a:lnTo>
                  <a:pt x="24491" y="15230"/>
                </a:lnTo>
                <a:lnTo>
                  <a:pt x="25661" y="14061"/>
                </a:lnTo>
                <a:lnTo>
                  <a:pt x="27999" y="15230"/>
                </a:lnTo>
                <a:lnTo>
                  <a:pt x="29081" y="14149"/>
                </a:lnTo>
                <a:lnTo>
                  <a:pt x="28014" y="11525"/>
                </a:lnTo>
                <a:lnTo>
                  <a:pt x="30148" y="10063"/>
                </a:lnTo>
                <a:lnTo>
                  <a:pt x="33825" y="11898"/>
                </a:lnTo>
                <a:lnTo>
                  <a:pt x="36046" y="10948"/>
                </a:lnTo>
                <a:lnTo>
                  <a:pt x="35235" y="7995"/>
                </a:lnTo>
                <a:lnTo>
                  <a:pt x="36149" y="7081"/>
                </a:lnTo>
                <a:lnTo>
                  <a:pt x="38400" y="7995"/>
                </a:lnTo>
                <a:lnTo>
                  <a:pt x="39818" y="7264"/>
                </a:lnTo>
                <a:lnTo>
                  <a:pt x="42076" y="8170"/>
                </a:lnTo>
                <a:lnTo>
                  <a:pt x="43107" y="7140"/>
                </a:lnTo>
                <a:lnTo>
                  <a:pt x="42054" y="4494"/>
                </a:lnTo>
                <a:lnTo>
                  <a:pt x="43348" y="3632"/>
                </a:lnTo>
                <a:lnTo>
                  <a:pt x="45270" y="4377"/>
                </a:lnTo>
                <a:lnTo>
                  <a:pt x="48245" y="3464"/>
                </a:lnTo>
                <a:lnTo>
                  <a:pt x="50949" y="4560"/>
                </a:lnTo>
                <a:lnTo>
                  <a:pt x="53141" y="4129"/>
                </a:lnTo>
                <a:lnTo>
                  <a:pt x="53419" y="4070"/>
                </a:lnTo>
                <a:lnTo>
                  <a:pt x="52886" y="869"/>
                </a:lnTo>
                <a:lnTo>
                  <a:pt x="53500" y="263"/>
                </a:lnTo>
                <a:lnTo>
                  <a:pt x="56101" y="679"/>
                </a:lnTo>
                <a:lnTo>
                  <a:pt x="61181" y="109"/>
                </a:lnTo>
                <a:lnTo>
                  <a:pt x="66107" y="621"/>
                </a:lnTo>
                <a:lnTo>
                  <a:pt x="73913" y="621"/>
                </a:lnTo>
                <a:lnTo>
                  <a:pt x="78027" y="0"/>
                </a:lnTo>
                <a:lnTo>
                  <a:pt x="81470" y="672"/>
                </a:lnTo>
                <a:lnTo>
                  <a:pt x="80951" y="3880"/>
                </a:lnTo>
                <a:lnTo>
                  <a:pt x="81630" y="4560"/>
                </a:lnTo>
                <a:lnTo>
                  <a:pt x="84086" y="3975"/>
                </a:lnTo>
                <a:lnTo>
                  <a:pt x="86798" y="4648"/>
                </a:lnTo>
                <a:lnTo>
                  <a:pt x="89743" y="3318"/>
                </a:lnTo>
                <a:lnTo>
                  <a:pt x="92155" y="4304"/>
                </a:lnTo>
                <a:lnTo>
                  <a:pt x="91366" y="7279"/>
                </a:lnTo>
                <a:lnTo>
                  <a:pt x="92053" y="7966"/>
                </a:lnTo>
                <a:lnTo>
                  <a:pt x="94720" y="7608"/>
                </a:lnTo>
                <a:lnTo>
                  <a:pt x="96094" y="7681"/>
                </a:lnTo>
                <a:lnTo>
                  <a:pt x="97973" y="7272"/>
                </a:lnTo>
                <a:lnTo>
                  <a:pt x="99208" y="7856"/>
                </a:lnTo>
                <a:lnTo>
                  <a:pt x="98346" y="10750"/>
                </a:lnTo>
                <a:lnTo>
                  <a:pt x="99069" y="11474"/>
                </a:lnTo>
                <a:lnTo>
                  <a:pt x="101737" y="11116"/>
                </a:lnTo>
                <a:lnTo>
                  <a:pt x="102957" y="11182"/>
                </a:lnTo>
                <a:lnTo>
                  <a:pt x="105179" y="10772"/>
                </a:lnTo>
                <a:lnTo>
                  <a:pt x="106312" y="11511"/>
                </a:lnTo>
                <a:lnTo>
                  <a:pt x="105274" y="14171"/>
                </a:lnTo>
                <a:lnTo>
                  <a:pt x="106246" y="15143"/>
                </a:lnTo>
                <a:lnTo>
                  <a:pt x="108892" y="14090"/>
                </a:lnTo>
                <a:lnTo>
                  <a:pt x="109769" y="15413"/>
                </a:lnTo>
                <a:lnTo>
                  <a:pt x="108680" y="17467"/>
                </a:lnTo>
                <a:lnTo>
                  <a:pt x="109762" y="18753"/>
                </a:lnTo>
                <a:lnTo>
                  <a:pt x="112218" y="17606"/>
                </a:lnTo>
                <a:lnTo>
                  <a:pt x="113358" y="18746"/>
                </a:lnTo>
                <a:lnTo>
                  <a:pt x="112189" y="21085"/>
                </a:lnTo>
                <a:lnTo>
                  <a:pt x="113358" y="22254"/>
                </a:lnTo>
                <a:lnTo>
                  <a:pt x="115697" y="21085"/>
                </a:lnTo>
                <a:lnTo>
                  <a:pt x="116771" y="22159"/>
                </a:lnTo>
                <a:lnTo>
                  <a:pt x="115719" y="24805"/>
                </a:lnTo>
                <a:lnTo>
                  <a:pt x="117041" y="25682"/>
                </a:lnTo>
                <a:lnTo>
                  <a:pt x="119095" y="24593"/>
                </a:lnTo>
                <a:lnTo>
                  <a:pt x="120381" y="25674"/>
                </a:lnTo>
                <a:lnTo>
                  <a:pt x="119234" y="28130"/>
                </a:lnTo>
                <a:lnTo>
                  <a:pt x="120279" y="29175"/>
                </a:lnTo>
                <a:lnTo>
                  <a:pt x="122932" y="28123"/>
                </a:lnTo>
                <a:lnTo>
                  <a:pt x="124365" y="30301"/>
                </a:lnTo>
                <a:lnTo>
                  <a:pt x="122530" y="33897"/>
                </a:lnTo>
                <a:lnTo>
                  <a:pt x="123488" y="36148"/>
                </a:lnTo>
                <a:lnTo>
                  <a:pt x="126440" y="35336"/>
                </a:lnTo>
                <a:lnTo>
                  <a:pt x="127354" y="36250"/>
                </a:lnTo>
                <a:lnTo>
                  <a:pt x="126448" y="38501"/>
                </a:lnTo>
                <a:lnTo>
                  <a:pt x="127171" y="39919"/>
                </a:lnTo>
                <a:lnTo>
                  <a:pt x="126265" y="42177"/>
                </a:lnTo>
                <a:lnTo>
                  <a:pt x="127296" y="43208"/>
                </a:lnTo>
                <a:lnTo>
                  <a:pt x="129941" y="42155"/>
                </a:lnTo>
                <a:lnTo>
                  <a:pt x="130818" y="43471"/>
                </a:lnTo>
                <a:lnTo>
                  <a:pt x="130022" y="45357"/>
                </a:lnTo>
                <a:lnTo>
                  <a:pt x="131001" y="48280"/>
                </a:lnTo>
                <a:lnTo>
                  <a:pt x="129466" y="51262"/>
                </a:lnTo>
                <a:lnTo>
                  <a:pt x="130504" y="53689"/>
                </a:lnTo>
                <a:lnTo>
                  <a:pt x="133457" y="52877"/>
                </a:lnTo>
                <a:lnTo>
                  <a:pt x="134210" y="53637"/>
                </a:lnTo>
                <a:lnTo>
                  <a:pt x="133720" y="56166"/>
                </a:lnTo>
                <a:lnTo>
                  <a:pt x="134385" y="59981"/>
                </a:lnTo>
                <a:lnTo>
                  <a:pt x="133822" y="63986"/>
                </a:lnTo>
                <a:lnTo>
                  <a:pt x="133822" y="75271"/>
                </a:lnTo>
                <a:lnTo>
                  <a:pt x="134100" y="76871"/>
                </a:lnTo>
                <a:lnTo>
                  <a:pt x="133625" y="78443"/>
                </a:lnTo>
                <a:lnTo>
                  <a:pt x="134276" y="80847"/>
                </a:lnTo>
                <a:lnTo>
                  <a:pt x="133530" y="81586"/>
                </a:lnTo>
                <a:lnTo>
                  <a:pt x="130402" y="80964"/>
                </a:lnTo>
                <a:lnTo>
                  <a:pt x="129766" y="83266"/>
                </a:lnTo>
                <a:lnTo>
                  <a:pt x="130314" y="86263"/>
                </a:lnTo>
                <a:lnTo>
                  <a:pt x="130314" y="89172"/>
                </a:lnTo>
                <a:lnTo>
                  <a:pt x="130643" y="91050"/>
                </a:lnTo>
                <a:lnTo>
                  <a:pt x="130132" y="92263"/>
                </a:lnTo>
                <a:lnTo>
                  <a:pt x="127179" y="91452"/>
                </a:lnTo>
                <a:lnTo>
                  <a:pt x="126272" y="92358"/>
                </a:lnTo>
                <a:lnTo>
                  <a:pt x="127142" y="94631"/>
                </a:lnTo>
                <a:lnTo>
                  <a:pt x="126470" y="96035"/>
                </a:lnTo>
                <a:lnTo>
                  <a:pt x="127340" y="98308"/>
                </a:lnTo>
                <a:lnTo>
                  <a:pt x="126316" y="99331"/>
                </a:lnTo>
                <a:lnTo>
                  <a:pt x="123671" y="98278"/>
                </a:lnTo>
                <a:lnTo>
                  <a:pt x="122757" y="99652"/>
                </a:lnTo>
                <a:lnTo>
                  <a:pt x="123824" y="101523"/>
                </a:lnTo>
                <a:lnTo>
                  <a:pt x="122845" y="103058"/>
                </a:lnTo>
                <a:lnTo>
                  <a:pt x="123882" y="105280"/>
                </a:lnTo>
                <a:lnTo>
                  <a:pt x="122750" y="106405"/>
                </a:lnTo>
                <a:lnTo>
                  <a:pt x="120272" y="105265"/>
                </a:lnTo>
                <a:lnTo>
                  <a:pt x="119249" y="106515"/>
                </a:lnTo>
                <a:lnTo>
                  <a:pt x="120389" y="108766"/>
                </a:lnTo>
                <a:lnTo>
                  <a:pt x="119205" y="109950"/>
                </a:lnTo>
                <a:lnTo>
                  <a:pt x="116866" y="108781"/>
                </a:lnTo>
                <a:lnTo>
                  <a:pt x="115697" y="109950"/>
                </a:lnTo>
                <a:lnTo>
                  <a:pt x="116866" y="112289"/>
                </a:lnTo>
                <a:lnTo>
                  <a:pt x="115697" y="113458"/>
                </a:lnTo>
                <a:lnTo>
                  <a:pt x="113358" y="112289"/>
                </a:lnTo>
                <a:lnTo>
                  <a:pt x="112188" y="113458"/>
                </a:lnTo>
                <a:lnTo>
                  <a:pt x="113358" y="115797"/>
                </a:lnTo>
                <a:lnTo>
                  <a:pt x="112284" y="116871"/>
                </a:lnTo>
                <a:lnTo>
                  <a:pt x="109638" y="115819"/>
                </a:lnTo>
                <a:lnTo>
                  <a:pt x="108761" y="117142"/>
                </a:lnTo>
                <a:lnTo>
                  <a:pt x="109849" y="119195"/>
                </a:lnTo>
                <a:lnTo>
                  <a:pt x="108768" y="120482"/>
                </a:lnTo>
                <a:lnTo>
                  <a:pt x="106312" y="119334"/>
                </a:lnTo>
                <a:lnTo>
                  <a:pt x="105267" y="120380"/>
                </a:lnTo>
                <a:lnTo>
                  <a:pt x="106319" y="123025"/>
                </a:lnTo>
                <a:lnTo>
                  <a:pt x="104485" y="124246"/>
                </a:lnTo>
                <a:lnTo>
                  <a:pt x="99668" y="122265"/>
                </a:lnTo>
                <a:lnTo>
                  <a:pt x="98463" y="123734"/>
                </a:lnTo>
                <a:lnTo>
                  <a:pt x="99091" y="126782"/>
                </a:lnTo>
                <a:lnTo>
                  <a:pt x="97863" y="127213"/>
                </a:lnTo>
                <a:lnTo>
                  <a:pt x="96168" y="126906"/>
                </a:lnTo>
                <a:lnTo>
                  <a:pt x="94377" y="126906"/>
                </a:lnTo>
                <a:lnTo>
                  <a:pt x="92499" y="126577"/>
                </a:lnTo>
                <a:lnTo>
                  <a:pt x="91278" y="127096"/>
                </a:lnTo>
                <a:lnTo>
                  <a:pt x="92089" y="130049"/>
                </a:lnTo>
                <a:lnTo>
                  <a:pt x="91395" y="130750"/>
                </a:lnTo>
                <a:lnTo>
                  <a:pt x="88727" y="130392"/>
                </a:lnTo>
                <a:lnTo>
                  <a:pt x="87287" y="130465"/>
                </a:lnTo>
                <a:lnTo>
                  <a:pt x="85570" y="130071"/>
                </a:lnTo>
                <a:lnTo>
                  <a:pt x="84021" y="130692"/>
                </a:lnTo>
                <a:lnTo>
                  <a:pt x="81696" y="129917"/>
                </a:lnTo>
                <a:lnTo>
                  <a:pt x="80936" y="130677"/>
                </a:lnTo>
                <a:lnTo>
                  <a:pt x="81492" y="133856"/>
                </a:lnTo>
                <a:lnTo>
                  <a:pt x="79116" y="134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7137944" y="8841942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689" y="134456"/>
                </a:moveTo>
                <a:lnTo>
                  <a:pt x="77516" y="133812"/>
                </a:lnTo>
                <a:lnTo>
                  <a:pt x="54559" y="133812"/>
                </a:lnTo>
                <a:lnTo>
                  <a:pt x="51899" y="134222"/>
                </a:lnTo>
                <a:lnTo>
                  <a:pt x="49473" y="133761"/>
                </a:lnTo>
                <a:lnTo>
                  <a:pt x="49984" y="130545"/>
                </a:lnTo>
                <a:lnTo>
                  <a:pt x="49312" y="129873"/>
                </a:lnTo>
                <a:lnTo>
                  <a:pt x="46856" y="130458"/>
                </a:lnTo>
                <a:lnTo>
                  <a:pt x="44196" y="129800"/>
                </a:lnTo>
                <a:lnTo>
                  <a:pt x="41111" y="131160"/>
                </a:lnTo>
                <a:lnTo>
                  <a:pt x="38765" y="130100"/>
                </a:lnTo>
                <a:lnTo>
                  <a:pt x="39599" y="127176"/>
                </a:lnTo>
                <a:lnTo>
                  <a:pt x="38882" y="126467"/>
                </a:lnTo>
                <a:lnTo>
                  <a:pt x="36222" y="126826"/>
                </a:lnTo>
                <a:lnTo>
                  <a:pt x="35023" y="126760"/>
                </a:lnTo>
                <a:lnTo>
                  <a:pt x="32750" y="127169"/>
                </a:lnTo>
                <a:lnTo>
                  <a:pt x="31632" y="126409"/>
                </a:lnTo>
                <a:lnTo>
                  <a:pt x="32699" y="123785"/>
                </a:lnTo>
                <a:lnTo>
                  <a:pt x="31617" y="122703"/>
                </a:lnTo>
                <a:lnTo>
                  <a:pt x="29279" y="123873"/>
                </a:lnTo>
                <a:lnTo>
                  <a:pt x="28109" y="122703"/>
                </a:lnTo>
                <a:lnTo>
                  <a:pt x="29278" y="120365"/>
                </a:lnTo>
                <a:lnTo>
                  <a:pt x="28116" y="119203"/>
                </a:lnTo>
                <a:lnTo>
                  <a:pt x="25895" y="120219"/>
                </a:lnTo>
                <a:lnTo>
                  <a:pt x="24477" y="119342"/>
                </a:lnTo>
                <a:lnTo>
                  <a:pt x="22255" y="120357"/>
                </a:lnTo>
                <a:lnTo>
                  <a:pt x="21188" y="119290"/>
                </a:lnTo>
                <a:lnTo>
                  <a:pt x="22240" y="116645"/>
                </a:lnTo>
                <a:lnTo>
                  <a:pt x="20976" y="115804"/>
                </a:lnTo>
                <a:lnTo>
                  <a:pt x="18754" y="116857"/>
                </a:lnTo>
                <a:lnTo>
                  <a:pt x="17592" y="115687"/>
                </a:lnTo>
                <a:lnTo>
                  <a:pt x="18761" y="113349"/>
                </a:lnTo>
                <a:lnTo>
                  <a:pt x="17804" y="112398"/>
                </a:lnTo>
                <a:lnTo>
                  <a:pt x="14858" y="113202"/>
                </a:lnTo>
                <a:lnTo>
                  <a:pt x="13937" y="111054"/>
                </a:lnTo>
                <a:lnTo>
                  <a:pt x="15764" y="107202"/>
                </a:lnTo>
                <a:lnTo>
                  <a:pt x="14230" y="105163"/>
                </a:lnTo>
                <a:lnTo>
                  <a:pt x="11686" y="106274"/>
                </a:lnTo>
                <a:lnTo>
                  <a:pt x="10678" y="105258"/>
                </a:lnTo>
                <a:lnTo>
                  <a:pt x="11730" y="102612"/>
                </a:lnTo>
                <a:lnTo>
                  <a:pt x="10627" y="101881"/>
                </a:lnTo>
                <a:lnTo>
                  <a:pt x="8003" y="102744"/>
                </a:lnTo>
                <a:lnTo>
                  <a:pt x="6797" y="100968"/>
                </a:lnTo>
                <a:lnTo>
                  <a:pt x="8799" y="96151"/>
                </a:lnTo>
                <a:lnTo>
                  <a:pt x="7265" y="94894"/>
                </a:lnTo>
                <a:lnTo>
                  <a:pt x="4341" y="95647"/>
                </a:lnTo>
                <a:lnTo>
                  <a:pt x="3296" y="93323"/>
                </a:lnTo>
                <a:lnTo>
                  <a:pt x="4663" y="90239"/>
                </a:lnTo>
                <a:lnTo>
                  <a:pt x="3998" y="87585"/>
                </a:lnTo>
                <a:lnTo>
                  <a:pt x="4582" y="85130"/>
                </a:lnTo>
                <a:lnTo>
                  <a:pt x="3903" y="84443"/>
                </a:lnTo>
                <a:lnTo>
                  <a:pt x="701" y="84976"/>
                </a:lnTo>
                <a:lnTo>
                  <a:pt x="0" y="81556"/>
                </a:lnTo>
                <a:lnTo>
                  <a:pt x="643" y="77390"/>
                </a:lnTo>
                <a:lnTo>
                  <a:pt x="643" y="54434"/>
                </a:lnTo>
                <a:lnTo>
                  <a:pt x="241" y="51773"/>
                </a:lnTo>
                <a:lnTo>
                  <a:pt x="694" y="49354"/>
                </a:lnTo>
                <a:lnTo>
                  <a:pt x="3910" y="49858"/>
                </a:lnTo>
                <a:lnTo>
                  <a:pt x="4582" y="49186"/>
                </a:lnTo>
                <a:lnTo>
                  <a:pt x="3998" y="46730"/>
                </a:lnTo>
                <a:lnTo>
                  <a:pt x="4677" y="44011"/>
                </a:lnTo>
                <a:lnTo>
                  <a:pt x="3354" y="41081"/>
                </a:lnTo>
                <a:lnTo>
                  <a:pt x="4319" y="38669"/>
                </a:lnTo>
                <a:lnTo>
                  <a:pt x="7308" y="39444"/>
                </a:lnTo>
                <a:lnTo>
                  <a:pt x="8244" y="38508"/>
                </a:lnTo>
                <a:lnTo>
                  <a:pt x="7191" y="36286"/>
                </a:lnTo>
                <a:lnTo>
                  <a:pt x="8127" y="34883"/>
                </a:lnTo>
                <a:lnTo>
                  <a:pt x="7075" y="32661"/>
                </a:lnTo>
                <a:lnTo>
                  <a:pt x="8127" y="31609"/>
                </a:lnTo>
                <a:lnTo>
                  <a:pt x="10831" y="32625"/>
                </a:lnTo>
                <a:lnTo>
                  <a:pt x="11606" y="31368"/>
                </a:lnTo>
                <a:lnTo>
                  <a:pt x="10590" y="29146"/>
                </a:lnTo>
                <a:lnTo>
                  <a:pt x="11533" y="28203"/>
                </a:lnTo>
                <a:lnTo>
                  <a:pt x="14486" y="29014"/>
                </a:lnTo>
                <a:lnTo>
                  <a:pt x="15355" y="26975"/>
                </a:lnTo>
                <a:lnTo>
                  <a:pt x="13579" y="22831"/>
                </a:lnTo>
                <a:lnTo>
                  <a:pt x="15173" y="20960"/>
                </a:lnTo>
                <a:lnTo>
                  <a:pt x="17621" y="22108"/>
                </a:lnTo>
                <a:lnTo>
                  <a:pt x="18761" y="20967"/>
                </a:lnTo>
                <a:lnTo>
                  <a:pt x="17592" y="18629"/>
                </a:lnTo>
                <a:lnTo>
                  <a:pt x="18761" y="17459"/>
                </a:lnTo>
                <a:lnTo>
                  <a:pt x="21100" y="18629"/>
                </a:lnTo>
                <a:lnTo>
                  <a:pt x="22182" y="17540"/>
                </a:lnTo>
                <a:lnTo>
                  <a:pt x="21107" y="14931"/>
                </a:lnTo>
                <a:lnTo>
                  <a:pt x="22942" y="13652"/>
                </a:lnTo>
                <a:lnTo>
                  <a:pt x="27758" y="15683"/>
                </a:lnTo>
                <a:lnTo>
                  <a:pt x="29118" y="14017"/>
                </a:lnTo>
                <a:lnTo>
                  <a:pt x="28160" y="11379"/>
                </a:lnTo>
                <a:lnTo>
                  <a:pt x="29395" y="10567"/>
                </a:lnTo>
                <a:lnTo>
                  <a:pt x="31617" y="11612"/>
                </a:lnTo>
                <a:lnTo>
                  <a:pt x="32691" y="10538"/>
                </a:lnTo>
                <a:lnTo>
                  <a:pt x="31639" y="7892"/>
                </a:lnTo>
                <a:lnTo>
                  <a:pt x="33013" y="6971"/>
                </a:lnTo>
                <a:lnTo>
                  <a:pt x="34848" y="7995"/>
                </a:lnTo>
                <a:lnTo>
                  <a:pt x="36419" y="7125"/>
                </a:lnTo>
                <a:lnTo>
                  <a:pt x="38655" y="8075"/>
                </a:lnTo>
                <a:lnTo>
                  <a:pt x="39708" y="7030"/>
                </a:lnTo>
                <a:lnTo>
                  <a:pt x="38655" y="4384"/>
                </a:lnTo>
                <a:lnTo>
                  <a:pt x="39978" y="3500"/>
                </a:lnTo>
                <a:lnTo>
                  <a:pt x="41849" y="4319"/>
                </a:lnTo>
                <a:lnTo>
                  <a:pt x="43596" y="3705"/>
                </a:lnTo>
                <a:lnTo>
                  <a:pt x="45306" y="4012"/>
                </a:lnTo>
                <a:lnTo>
                  <a:pt x="47258" y="4012"/>
                </a:lnTo>
                <a:lnTo>
                  <a:pt x="48720" y="4231"/>
                </a:lnTo>
                <a:lnTo>
                  <a:pt x="49757" y="4012"/>
                </a:lnTo>
                <a:lnTo>
                  <a:pt x="50056" y="3946"/>
                </a:lnTo>
                <a:lnTo>
                  <a:pt x="49494" y="767"/>
                </a:lnTo>
                <a:lnTo>
                  <a:pt x="50137" y="124"/>
                </a:lnTo>
                <a:lnTo>
                  <a:pt x="52695" y="591"/>
                </a:lnTo>
                <a:lnTo>
                  <a:pt x="56554" y="0"/>
                </a:lnTo>
                <a:lnTo>
                  <a:pt x="60450" y="504"/>
                </a:lnTo>
                <a:lnTo>
                  <a:pt x="79993" y="504"/>
                </a:lnTo>
                <a:lnTo>
                  <a:pt x="82719" y="65"/>
                </a:lnTo>
                <a:lnTo>
                  <a:pt x="85116" y="562"/>
                </a:lnTo>
                <a:lnTo>
                  <a:pt x="84590" y="3756"/>
                </a:lnTo>
                <a:lnTo>
                  <a:pt x="85270" y="4443"/>
                </a:lnTo>
                <a:lnTo>
                  <a:pt x="87725" y="3858"/>
                </a:lnTo>
                <a:lnTo>
                  <a:pt x="90503" y="4553"/>
                </a:lnTo>
                <a:lnTo>
                  <a:pt x="93258" y="3310"/>
                </a:lnTo>
                <a:lnTo>
                  <a:pt x="95736" y="4136"/>
                </a:lnTo>
                <a:lnTo>
                  <a:pt x="95049" y="7206"/>
                </a:lnTo>
                <a:lnTo>
                  <a:pt x="95699" y="7849"/>
                </a:lnTo>
                <a:lnTo>
                  <a:pt x="98360" y="7491"/>
                </a:lnTo>
                <a:lnTo>
                  <a:pt x="99668" y="7564"/>
                </a:lnTo>
                <a:lnTo>
                  <a:pt x="101685" y="7147"/>
                </a:lnTo>
                <a:lnTo>
                  <a:pt x="102876" y="7790"/>
                </a:lnTo>
                <a:lnTo>
                  <a:pt x="101941" y="10597"/>
                </a:lnTo>
                <a:lnTo>
                  <a:pt x="102957" y="11613"/>
                </a:lnTo>
                <a:lnTo>
                  <a:pt x="105295" y="10443"/>
                </a:lnTo>
                <a:lnTo>
                  <a:pt x="106465" y="11613"/>
                </a:lnTo>
                <a:lnTo>
                  <a:pt x="105296" y="13952"/>
                </a:lnTo>
                <a:lnTo>
                  <a:pt x="106450" y="15114"/>
                </a:lnTo>
                <a:lnTo>
                  <a:pt x="108679" y="14098"/>
                </a:lnTo>
                <a:lnTo>
                  <a:pt x="110090" y="14975"/>
                </a:lnTo>
                <a:lnTo>
                  <a:pt x="112312" y="13959"/>
                </a:lnTo>
                <a:lnTo>
                  <a:pt x="113379" y="15026"/>
                </a:lnTo>
                <a:lnTo>
                  <a:pt x="112327" y="17672"/>
                </a:lnTo>
                <a:lnTo>
                  <a:pt x="113591" y="18512"/>
                </a:lnTo>
                <a:lnTo>
                  <a:pt x="115805" y="17460"/>
                </a:lnTo>
                <a:lnTo>
                  <a:pt x="116982" y="18629"/>
                </a:lnTo>
                <a:lnTo>
                  <a:pt x="115813" y="20968"/>
                </a:lnTo>
                <a:lnTo>
                  <a:pt x="116887" y="22042"/>
                </a:lnTo>
                <a:lnTo>
                  <a:pt x="119533" y="20990"/>
                </a:lnTo>
                <a:lnTo>
                  <a:pt x="120447" y="22364"/>
                </a:lnTo>
                <a:lnTo>
                  <a:pt x="119380" y="24235"/>
                </a:lnTo>
                <a:lnTo>
                  <a:pt x="120359" y="25769"/>
                </a:lnTo>
                <a:lnTo>
                  <a:pt x="119328" y="27991"/>
                </a:lnTo>
                <a:lnTo>
                  <a:pt x="120381" y="29044"/>
                </a:lnTo>
                <a:lnTo>
                  <a:pt x="123056" y="28013"/>
                </a:lnTo>
                <a:lnTo>
                  <a:pt x="123867" y="29278"/>
                </a:lnTo>
                <a:lnTo>
                  <a:pt x="122829" y="31492"/>
                </a:lnTo>
                <a:lnTo>
                  <a:pt x="123904" y="32566"/>
                </a:lnTo>
                <a:lnTo>
                  <a:pt x="126549" y="31514"/>
                </a:lnTo>
                <a:lnTo>
                  <a:pt x="127463" y="32888"/>
                </a:lnTo>
                <a:lnTo>
                  <a:pt x="126396" y="34759"/>
                </a:lnTo>
                <a:lnTo>
                  <a:pt x="127375" y="36294"/>
                </a:lnTo>
                <a:lnTo>
                  <a:pt x="126345" y="38516"/>
                </a:lnTo>
                <a:lnTo>
                  <a:pt x="127302" y="39473"/>
                </a:lnTo>
                <a:lnTo>
                  <a:pt x="130226" y="38640"/>
                </a:lnTo>
                <a:lnTo>
                  <a:pt x="131286" y="40986"/>
                </a:lnTo>
                <a:lnTo>
                  <a:pt x="129919" y="44070"/>
                </a:lnTo>
                <a:lnTo>
                  <a:pt x="130584" y="46731"/>
                </a:lnTo>
                <a:lnTo>
                  <a:pt x="129999" y="49186"/>
                </a:lnTo>
                <a:lnTo>
                  <a:pt x="130679" y="49866"/>
                </a:lnTo>
                <a:lnTo>
                  <a:pt x="133880" y="49340"/>
                </a:lnTo>
                <a:lnTo>
                  <a:pt x="134582" y="52760"/>
                </a:lnTo>
                <a:lnTo>
                  <a:pt x="133939" y="56926"/>
                </a:lnTo>
                <a:lnTo>
                  <a:pt x="133939" y="79882"/>
                </a:lnTo>
                <a:lnTo>
                  <a:pt x="134341" y="82550"/>
                </a:lnTo>
                <a:lnTo>
                  <a:pt x="133888" y="84962"/>
                </a:lnTo>
                <a:lnTo>
                  <a:pt x="130672" y="84450"/>
                </a:lnTo>
                <a:lnTo>
                  <a:pt x="129999" y="85130"/>
                </a:lnTo>
                <a:lnTo>
                  <a:pt x="130584" y="87586"/>
                </a:lnTo>
                <a:lnTo>
                  <a:pt x="129919" y="90239"/>
                </a:lnTo>
                <a:lnTo>
                  <a:pt x="131286" y="93323"/>
                </a:lnTo>
                <a:lnTo>
                  <a:pt x="130226" y="95676"/>
                </a:lnTo>
                <a:lnTo>
                  <a:pt x="127302" y="94843"/>
                </a:lnTo>
                <a:lnTo>
                  <a:pt x="126593" y="95552"/>
                </a:lnTo>
                <a:lnTo>
                  <a:pt x="126944" y="98220"/>
                </a:lnTo>
                <a:lnTo>
                  <a:pt x="126886" y="99418"/>
                </a:lnTo>
                <a:lnTo>
                  <a:pt x="127295" y="101691"/>
                </a:lnTo>
                <a:lnTo>
                  <a:pt x="126535" y="102802"/>
                </a:lnTo>
                <a:lnTo>
                  <a:pt x="123911" y="101743"/>
                </a:lnTo>
                <a:lnTo>
                  <a:pt x="122829" y="102824"/>
                </a:lnTo>
                <a:lnTo>
                  <a:pt x="123999" y="105163"/>
                </a:lnTo>
                <a:lnTo>
                  <a:pt x="122829" y="106332"/>
                </a:lnTo>
                <a:lnTo>
                  <a:pt x="120491" y="105163"/>
                </a:lnTo>
                <a:lnTo>
                  <a:pt x="119328" y="106325"/>
                </a:lnTo>
                <a:lnTo>
                  <a:pt x="120344" y="108547"/>
                </a:lnTo>
                <a:lnTo>
                  <a:pt x="119467" y="109965"/>
                </a:lnTo>
                <a:lnTo>
                  <a:pt x="120483" y="112186"/>
                </a:lnTo>
                <a:lnTo>
                  <a:pt x="119416" y="113254"/>
                </a:lnTo>
                <a:lnTo>
                  <a:pt x="116770" y="112201"/>
                </a:lnTo>
                <a:lnTo>
                  <a:pt x="115930" y="113465"/>
                </a:lnTo>
                <a:lnTo>
                  <a:pt x="116982" y="115687"/>
                </a:lnTo>
                <a:lnTo>
                  <a:pt x="115813" y="116857"/>
                </a:lnTo>
                <a:lnTo>
                  <a:pt x="113474" y="115687"/>
                </a:lnTo>
                <a:lnTo>
                  <a:pt x="112517" y="116645"/>
                </a:lnTo>
                <a:lnTo>
                  <a:pt x="113328" y="119590"/>
                </a:lnTo>
                <a:lnTo>
                  <a:pt x="111179" y="120511"/>
                </a:lnTo>
                <a:lnTo>
                  <a:pt x="107328" y="118691"/>
                </a:lnTo>
                <a:lnTo>
                  <a:pt x="105289" y="120219"/>
                </a:lnTo>
                <a:lnTo>
                  <a:pt x="106392" y="122762"/>
                </a:lnTo>
                <a:lnTo>
                  <a:pt x="105384" y="123778"/>
                </a:lnTo>
                <a:lnTo>
                  <a:pt x="102738" y="122725"/>
                </a:lnTo>
                <a:lnTo>
                  <a:pt x="102007" y="123829"/>
                </a:lnTo>
                <a:lnTo>
                  <a:pt x="102869" y="126453"/>
                </a:lnTo>
                <a:lnTo>
                  <a:pt x="101100" y="127659"/>
                </a:lnTo>
                <a:lnTo>
                  <a:pt x="96284" y="125656"/>
                </a:lnTo>
                <a:lnTo>
                  <a:pt x="95027" y="127191"/>
                </a:lnTo>
                <a:lnTo>
                  <a:pt x="95773" y="130114"/>
                </a:lnTo>
                <a:lnTo>
                  <a:pt x="93456" y="131160"/>
                </a:lnTo>
                <a:lnTo>
                  <a:pt x="90371" y="129800"/>
                </a:lnTo>
                <a:lnTo>
                  <a:pt x="87711" y="130458"/>
                </a:lnTo>
                <a:lnTo>
                  <a:pt x="85256" y="129873"/>
                </a:lnTo>
                <a:lnTo>
                  <a:pt x="84576" y="130553"/>
                </a:lnTo>
                <a:lnTo>
                  <a:pt x="85102" y="133754"/>
                </a:lnTo>
                <a:lnTo>
                  <a:pt x="81689" y="1344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7348489" y="8841957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564" y="134383"/>
                </a:moveTo>
                <a:lnTo>
                  <a:pt x="77530" y="133798"/>
                </a:lnTo>
                <a:lnTo>
                  <a:pt x="54508" y="133798"/>
                </a:lnTo>
                <a:lnTo>
                  <a:pt x="51862" y="134193"/>
                </a:lnTo>
                <a:lnTo>
                  <a:pt x="49436" y="133754"/>
                </a:lnTo>
                <a:lnTo>
                  <a:pt x="49940" y="130531"/>
                </a:lnTo>
                <a:lnTo>
                  <a:pt x="49268" y="129859"/>
                </a:lnTo>
                <a:lnTo>
                  <a:pt x="46812" y="130443"/>
                </a:lnTo>
                <a:lnTo>
                  <a:pt x="44071" y="129764"/>
                </a:lnTo>
                <a:lnTo>
                  <a:pt x="41206" y="131057"/>
                </a:lnTo>
                <a:lnTo>
                  <a:pt x="38765" y="130136"/>
                </a:lnTo>
                <a:lnTo>
                  <a:pt x="39518" y="127125"/>
                </a:lnTo>
                <a:lnTo>
                  <a:pt x="38846" y="126453"/>
                </a:lnTo>
                <a:lnTo>
                  <a:pt x="36178" y="126811"/>
                </a:lnTo>
                <a:lnTo>
                  <a:pt x="34877" y="126745"/>
                </a:lnTo>
                <a:lnTo>
                  <a:pt x="32845" y="127155"/>
                </a:lnTo>
                <a:lnTo>
                  <a:pt x="31646" y="126504"/>
                </a:lnTo>
                <a:lnTo>
                  <a:pt x="32597" y="123712"/>
                </a:lnTo>
                <a:lnTo>
                  <a:pt x="31566" y="122682"/>
                </a:lnTo>
                <a:lnTo>
                  <a:pt x="29344" y="123771"/>
                </a:lnTo>
                <a:lnTo>
                  <a:pt x="28072" y="122857"/>
                </a:lnTo>
                <a:lnTo>
                  <a:pt x="29162" y="120277"/>
                </a:lnTo>
                <a:lnTo>
                  <a:pt x="28160" y="119276"/>
                </a:lnTo>
                <a:lnTo>
                  <a:pt x="25515" y="120328"/>
                </a:lnTo>
                <a:lnTo>
                  <a:pt x="24871" y="119364"/>
                </a:lnTo>
                <a:lnTo>
                  <a:pt x="25529" y="116433"/>
                </a:lnTo>
                <a:lnTo>
                  <a:pt x="24389" y="115921"/>
                </a:lnTo>
                <a:lnTo>
                  <a:pt x="22467" y="116258"/>
                </a:lnTo>
                <a:lnTo>
                  <a:pt x="21151" y="116258"/>
                </a:lnTo>
                <a:lnTo>
                  <a:pt x="18432" y="116564"/>
                </a:lnTo>
                <a:lnTo>
                  <a:pt x="17029" y="115161"/>
                </a:lnTo>
                <a:lnTo>
                  <a:pt x="19309" y="110213"/>
                </a:lnTo>
                <a:lnTo>
                  <a:pt x="17475" y="108708"/>
                </a:lnTo>
                <a:lnTo>
                  <a:pt x="15187" y="109840"/>
                </a:lnTo>
                <a:lnTo>
                  <a:pt x="14040" y="108635"/>
                </a:lnTo>
                <a:lnTo>
                  <a:pt x="15209" y="106325"/>
                </a:lnTo>
                <a:lnTo>
                  <a:pt x="14105" y="105221"/>
                </a:lnTo>
                <a:lnTo>
                  <a:pt x="11525" y="106310"/>
                </a:lnTo>
                <a:lnTo>
                  <a:pt x="10612" y="105039"/>
                </a:lnTo>
                <a:lnTo>
                  <a:pt x="11701" y="102817"/>
                </a:lnTo>
                <a:lnTo>
                  <a:pt x="10619" y="101735"/>
                </a:lnTo>
                <a:lnTo>
                  <a:pt x="7974" y="102788"/>
                </a:lnTo>
                <a:lnTo>
                  <a:pt x="7060" y="101414"/>
                </a:lnTo>
                <a:lnTo>
                  <a:pt x="8127" y="99543"/>
                </a:lnTo>
                <a:lnTo>
                  <a:pt x="7147" y="98008"/>
                </a:lnTo>
                <a:lnTo>
                  <a:pt x="8178" y="95786"/>
                </a:lnTo>
                <a:lnTo>
                  <a:pt x="7257" y="94865"/>
                </a:lnTo>
                <a:lnTo>
                  <a:pt x="4246" y="95618"/>
                </a:lnTo>
                <a:lnTo>
                  <a:pt x="3325" y="93177"/>
                </a:lnTo>
                <a:lnTo>
                  <a:pt x="4618" y="90312"/>
                </a:lnTo>
                <a:lnTo>
                  <a:pt x="3939" y="87571"/>
                </a:lnTo>
                <a:lnTo>
                  <a:pt x="4523" y="85115"/>
                </a:lnTo>
                <a:lnTo>
                  <a:pt x="3851" y="84443"/>
                </a:lnTo>
                <a:lnTo>
                  <a:pt x="628" y="84947"/>
                </a:lnTo>
                <a:lnTo>
                  <a:pt x="0" y="81468"/>
                </a:lnTo>
                <a:lnTo>
                  <a:pt x="584" y="77434"/>
                </a:lnTo>
                <a:lnTo>
                  <a:pt x="584" y="54456"/>
                </a:lnTo>
                <a:lnTo>
                  <a:pt x="138" y="51715"/>
                </a:lnTo>
                <a:lnTo>
                  <a:pt x="643" y="49318"/>
                </a:lnTo>
                <a:lnTo>
                  <a:pt x="3837" y="49859"/>
                </a:lnTo>
                <a:lnTo>
                  <a:pt x="4546" y="49150"/>
                </a:lnTo>
                <a:lnTo>
                  <a:pt x="3902" y="46738"/>
                </a:lnTo>
                <a:lnTo>
                  <a:pt x="4436" y="44903"/>
                </a:lnTo>
                <a:lnTo>
                  <a:pt x="3215" y="39795"/>
                </a:lnTo>
                <a:lnTo>
                  <a:pt x="4502" y="38742"/>
                </a:lnTo>
                <a:lnTo>
                  <a:pt x="7396" y="39517"/>
                </a:lnTo>
                <a:lnTo>
                  <a:pt x="8207" y="37807"/>
                </a:lnTo>
                <a:lnTo>
                  <a:pt x="6577" y="32903"/>
                </a:lnTo>
                <a:lnTo>
                  <a:pt x="8105" y="31645"/>
                </a:lnTo>
                <a:lnTo>
                  <a:pt x="10772" y="32588"/>
                </a:lnTo>
                <a:lnTo>
                  <a:pt x="11562" y="31353"/>
                </a:lnTo>
                <a:lnTo>
                  <a:pt x="10531" y="29131"/>
                </a:lnTo>
                <a:lnTo>
                  <a:pt x="11598" y="28064"/>
                </a:lnTo>
                <a:lnTo>
                  <a:pt x="14244" y="29117"/>
                </a:lnTo>
                <a:lnTo>
                  <a:pt x="15158" y="27743"/>
                </a:lnTo>
                <a:lnTo>
                  <a:pt x="14083" y="25864"/>
                </a:lnTo>
                <a:lnTo>
                  <a:pt x="14975" y="24490"/>
                </a:lnTo>
                <a:lnTo>
                  <a:pt x="17643" y="25528"/>
                </a:lnTo>
                <a:lnTo>
                  <a:pt x="18454" y="24717"/>
                </a:lnTo>
                <a:lnTo>
                  <a:pt x="18096" y="22049"/>
                </a:lnTo>
                <a:lnTo>
                  <a:pt x="18154" y="21019"/>
                </a:lnTo>
                <a:lnTo>
                  <a:pt x="17789" y="18366"/>
                </a:lnTo>
                <a:lnTo>
                  <a:pt x="19214" y="16926"/>
                </a:lnTo>
                <a:lnTo>
                  <a:pt x="24177" y="19214"/>
                </a:lnTo>
                <a:lnTo>
                  <a:pt x="25565" y="17518"/>
                </a:lnTo>
                <a:lnTo>
                  <a:pt x="24615" y="14865"/>
                </a:lnTo>
                <a:lnTo>
                  <a:pt x="25850" y="14068"/>
                </a:lnTo>
                <a:lnTo>
                  <a:pt x="28065" y="15106"/>
                </a:lnTo>
                <a:lnTo>
                  <a:pt x="29139" y="14032"/>
                </a:lnTo>
                <a:lnTo>
                  <a:pt x="28087" y="11386"/>
                </a:lnTo>
                <a:lnTo>
                  <a:pt x="29453" y="10473"/>
                </a:lnTo>
                <a:lnTo>
                  <a:pt x="31361" y="11562"/>
                </a:lnTo>
                <a:lnTo>
                  <a:pt x="32728" y="10619"/>
                </a:lnTo>
                <a:lnTo>
                  <a:pt x="31661" y="8002"/>
                </a:lnTo>
                <a:lnTo>
                  <a:pt x="32487" y="7169"/>
                </a:lnTo>
                <a:lnTo>
                  <a:pt x="35154" y="7527"/>
                </a:lnTo>
                <a:lnTo>
                  <a:pt x="36463" y="7461"/>
                </a:lnTo>
                <a:lnTo>
                  <a:pt x="38494" y="7878"/>
                </a:lnTo>
                <a:lnTo>
                  <a:pt x="39686" y="7228"/>
                </a:lnTo>
                <a:lnTo>
                  <a:pt x="38743" y="4428"/>
                </a:lnTo>
                <a:lnTo>
                  <a:pt x="39664" y="3507"/>
                </a:lnTo>
                <a:lnTo>
                  <a:pt x="42010" y="4253"/>
                </a:lnTo>
                <a:lnTo>
                  <a:pt x="44729" y="3193"/>
                </a:lnTo>
                <a:lnTo>
                  <a:pt x="47579" y="4509"/>
                </a:lnTo>
                <a:lnTo>
                  <a:pt x="49699" y="3997"/>
                </a:lnTo>
                <a:lnTo>
                  <a:pt x="50006" y="3924"/>
                </a:lnTo>
                <a:lnTo>
                  <a:pt x="49428" y="760"/>
                </a:lnTo>
                <a:lnTo>
                  <a:pt x="50079" y="109"/>
                </a:lnTo>
                <a:lnTo>
                  <a:pt x="52637" y="570"/>
                </a:lnTo>
                <a:lnTo>
                  <a:pt x="56518" y="0"/>
                </a:lnTo>
                <a:lnTo>
                  <a:pt x="60384" y="489"/>
                </a:lnTo>
                <a:lnTo>
                  <a:pt x="79964" y="489"/>
                </a:lnTo>
                <a:lnTo>
                  <a:pt x="82624" y="87"/>
                </a:lnTo>
                <a:lnTo>
                  <a:pt x="85043" y="540"/>
                </a:lnTo>
                <a:lnTo>
                  <a:pt x="84539" y="3756"/>
                </a:lnTo>
                <a:lnTo>
                  <a:pt x="85211" y="4429"/>
                </a:lnTo>
                <a:lnTo>
                  <a:pt x="87667" y="3844"/>
                </a:lnTo>
                <a:lnTo>
                  <a:pt x="90408" y="4524"/>
                </a:lnTo>
                <a:lnTo>
                  <a:pt x="93273" y="3230"/>
                </a:lnTo>
                <a:lnTo>
                  <a:pt x="95714" y="4151"/>
                </a:lnTo>
                <a:lnTo>
                  <a:pt x="94961" y="7162"/>
                </a:lnTo>
                <a:lnTo>
                  <a:pt x="95634" y="7834"/>
                </a:lnTo>
                <a:lnTo>
                  <a:pt x="98301" y="7476"/>
                </a:lnTo>
                <a:lnTo>
                  <a:pt x="99602" y="7549"/>
                </a:lnTo>
                <a:lnTo>
                  <a:pt x="101641" y="7133"/>
                </a:lnTo>
                <a:lnTo>
                  <a:pt x="102833" y="7783"/>
                </a:lnTo>
                <a:lnTo>
                  <a:pt x="101890" y="10582"/>
                </a:lnTo>
                <a:lnTo>
                  <a:pt x="102913" y="11606"/>
                </a:lnTo>
                <a:lnTo>
                  <a:pt x="105135" y="10517"/>
                </a:lnTo>
                <a:lnTo>
                  <a:pt x="106407" y="11430"/>
                </a:lnTo>
                <a:lnTo>
                  <a:pt x="105318" y="14010"/>
                </a:lnTo>
                <a:lnTo>
                  <a:pt x="106319" y="15011"/>
                </a:lnTo>
                <a:lnTo>
                  <a:pt x="108965" y="13959"/>
                </a:lnTo>
                <a:lnTo>
                  <a:pt x="109608" y="14924"/>
                </a:lnTo>
                <a:lnTo>
                  <a:pt x="108950" y="17854"/>
                </a:lnTo>
                <a:lnTo>
                  <a:pt x="110792" y="18680"/>
                </a:lnTo>
                <a:lnTo>
                  <a:pt x="115272" y="16948"/>
                </a:lnTo>
                <a:lnTo>
                  <a:pt x="117450" y="19126"/>
                </a:lnTo>
                <a:lnTo>
                  <a:pt x="115170" y="24074"/>
                </a:lnTo>
                <a:lnTo>
                  <a:pt x="117004" y="25580"/>
                </a:lnTo>
                <a:lnTo>
                  <a:pt x="119292" y="24447"/>
                </a:lnTo>
                <a:lnTo>
                  <a:pt x="120440" y="25653"/>
                </a:lnTo>
                <a:lnTo>
                  <a:pt x="119270" y="27962"/>
                </a:lnTo>
                <a:lnTo>
                  <a:pt x="120374" y="29066"/>
                </a:lnTo>
                <a:lnTo>
                  <a:pt x="122954" y="27977"/>
                </a:lnTo>
                <a:lnTo>
                  <a:pt x="123867" y="29249"/>
                </a:lnTo>
                <a:lnTo>
                  <a:pt x="122778" y="31470"/>
                </a:lnTo>
                <a:lnTo>
                  <a:pt x="123860" y="32552"/>
                </a:lnTo>
                <a:lnTo>
                  <a:pt x="126506" y="31500"/>
                </a:lnTo>
                <a:lnTo>
                  <a:pt x="127419" y="32873"/>
                </a:lnTo>
                <a:lnTo>
                  <a:pt x="126352" y="34745"/>
                </a:lnTo>
                <a:lnTo>
                  <a:pt x="127332" y="36279"/>
                </a:lnTo>
                <a:lnTo>
                  <a:pt x="126301" y="38501"/>
                </a:lnTo>
                <a:lnTo>
                  <a:pt x="127222" y="39422"/>
                </a:lnTo>
                <a:lnTo>
                  <a:pt x="130233" y="38669"/>
                </a:lnTo>
                <a:lnTo>
                  <a:pt x="131154" y="41110"/>
                </a:lnTo>
                <a:lnTo>
                  <a:pt x="129861" y="43975"/>
                </a:lnTo>
                <a:lnTo>
                  <a:pt x="130540" y="46716"/>
                </a:lnTo>
                <a:lnTo>
                  <a:pt x="129956" y="49172"/>
                </a:lnTo>
                <a:lnTo>
                  <a:pt x="130628" y="49844"/>
                </a:lnTo>
                <a:lnTo>
                  <a:pt x="133851" y="49340"/>
                </a:lnTo>
                <a:lnTo>
                  <a:pt x="134480" y="52819"/>
                </a:lnTo>
                <a:lnTo>
                  <a:pt x="133895" y="56853"/>
                </a:lnTo>
                <a:lnTo>
                  <a:pt x="133895" y="79875"/>
                </a:lnTo>
                <a:lnTo>
                  <a:pt x="134290" y="82521"/>
                </a:lnTo>
                <a:lnTo>
                  <a:pt x="133851" y="84947"/>
                </a:lnTo>
                <a:lnTo>
                  <a:pt x="130628" y="84443"/>
                </a:lnTo>
                <a:lnTo>
                  <a:pt x="129956" y="85116"/>
                </a:lnTo>
                <a:lnTo>
                  <a:pt x="130540" y="87571"/>
                </a:lnTo>
                <a:lnTo>
                  <a:pt x="129861" y="90312"/>
                </a:lnTo>
                <a:lnTo>
                  <a:pt x="131154" y="93177"/>
                </a:lnTo>
                <a:lnTo>
                  <a:pt x="130233" y="95618"/>
                </a:lnTo>
                <a:lnTo>
                  <a:pt x="127222" y="94865"/>
                </a:lnTo>
                <a:lnTo>
                  <a:pt x="126550" y="95538"/>
                </a:lnTo>
                <a:lnTo>
                  <a:pt x="126908" y="98205"/>
                </a:lnTo>
                <a:lnTo>
                  <a:pt x="126835" y="99506"/>
                </a:lnTo>
                <a:lnTo>
                  <a:pt x="127251" y="101545"/>
                </a:lnTo>
                <a:lnTo>
                  <a:pt x="126601" y="102737"/>
                </a:lnTo>
                <a:lnTo>
                  <a:pt x="123802" y="101787"/>
                </a:lnTo>
                <a:lnTo>
                  <a:pt x="122778" y="102817"/>
                </a:lnTo>
                <a:lnTo>
                  <a:pt x="123867" y="105039"/>
                </a:lnTo>
                <a:lnTo>
                  <a:pt x="122954" y="106310"/>
                </a:lnTo>
                <a:lnTo>
                  <a:pt x="120374" y="105221"/>
                </a:lnTo>
                <a:lnTo>
                  <a:pt x="119372" y="106223"/>
                </a:lnTo>
                <a:lnTo>
                  <a:pt x="120425" y="108869"/>
                </a:lnTo>
                <a:lnTo>
                  <a:pt x="119460" y="109512"/>
                </a:lnTo>
                <a:lnTo>
                  <a:pt x="116529" y="108854"/>
                </a:lnTo>
                <a:lnTo>
                  <a:pt x="116018" y="109987"/>
                </a:lnTo>
                <a:lnTo>
                  <a:pt x="116354" y="111916"/>
                </a:lnTo>
                <a:lnTo>
                  <a:pt x="116354" y="113232"/>
                </a:lnTo>
                <a:lnTo>
                  <a:pt x="116661" y="115951"/>
                </a:lnTo>
                <a:lnTo>
                  <a:pt x="115258" y="117354"/>
                </a:lnTo>
                <a:lnTo>
                  <a:pt x="110310" y="115073"/>
                </a:lnTo>
                <a:lnTo>
                  <a:pt x="108804" y="116908"/>
                </a:lnTo>
                <a:lnTo>
                  <a:pt x="109937" y="119196"/>
                </a:lnTo>
                <a:lnTo>
                  <a:pt x="108731" y="120343"/>
                </a:lnTo>
                <a:lnTo>
                  <a:pt x="106422" y="119174"/>
                </a:lnTo>
                <a:lnTo>
                  <a:pt x="105318" y="120277"/>
                </a:lnTo>
                <a:lnTo>
                  <a:pt x="106407" y="122857"/>
                </a:lnTo>
                <a:lnTo>
                  <a:pt x="105135" y="123771"/>
                </a:lnTo>
                <a:lnTo>
                  <a:pt x="102913" y="122682"/>
                </a:lnTo>
                <a:lnTo>
                  <a:pt x="101832" y="123763"/>
                </a:lnTo>
                <a:lnTo>
                  <a:pt x="102884" y="126409"/>
                </a:lnTo>
                <a:lnTo>
                  <a:pt x="101510" y="127323"/>
                </a:lnTo>
                <a:lnTo>
                  <a:pt x="99639" y="126256"/>
                </a:lnTo>
                <a:lnTo>
                  <a:pt x="98104" y="127235"/>
                </a:lnTo>
                <a:lnTo>
                  <a:pt x="95882" y="126204"/>
                </a:lnTo>
                <a:lnTo>
                  <a:pt x="94961" y="127125"/>
                </a:lnTo>
                <a:lnTo>
                  <a:pt x="95714" y="130136"/>
                </a:lnTo>
                <a:lnTo>
                  <a:pt x="93273" y="131057"/>
                </a:lnTo>
                <a:lnTo>
                  <a:pt x="90408" y="129764"/>
                </a:lnTo>
                <a:lnTo>
                  <a:pt x="87667" y="130443"/>
                </a:lnTo>
                <a:lnTo>
                  <a:pt x="85212" y="129859"/>
                </a:lnTo>
                <a:lnTo>
                  <a:pt x="84539" y="130531"/>
                </a:lnTo>
                <a:lnTo>
                  <a:pt x="85043" y="133754"/>
                </a:lnTo>
                <a:lnTo>
                  <a:pt x="81564" y="1343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7559073" y="8841993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72129" y="134266"/>
                </a:moveTo>
                <a:lnTo>
                  <a:pt x="69249" y="133754"/>
                </a:lnTo>
                <a:lnTo>
                  <a:pt x="65040" y="133754"/>
                </a:lnTo>
                <a:lnTo>
                  <a:pt x="62160" y="134266"/>
                </a:lnTo>
                <a:lnTo>
                  <a:pt x="59507" y="133601"/>
                </a:lnTo>
                <a:lnTo>
                  <a:pt x="57052" y="134186"/>
                </a:lnTo>
                <a:lnTo>
                  <a:pt x="56372" y="133506"/>
                </a:lnTo>
                <a:lnTo>
                  <a:pt x="56898" y="130305"/>
                </a:lnTo>
                <a:lnTo>
                  <a:pt x="54486" y="129822"/>
                </a:lnTo>
                <a:lnTo>
                  <a:pt x="51782" y="130246"/>
                </a:lnTo>
                <a:lnTo>
                  <a:pt x="47726" y="130246"/>
                </a:lnTo>
                <a:lnTo>
                  <a:pt x="44320" y="130904"/>
                </a:lnTo>
                <a:lnTo>
                  <a:pt x="42178" y="130093"/>
                </a:lnTo>
                <a:lnTo>
                  <a:pt x="42924" y="127082"/>
                </a:lnTo>
                <a:lnTo>
                  <a:pt x="42252" y="126409"/>
                </a:lnTo>
                <a:lnTo>
                  <a:pt x="39591" y="126767"/>
                </a:lnTo>
                <a:lnTo>
                  <a:pt x="38290" y="126701"/>
                </a:lnTo>
                <a:lnTo>
                  <a:pt x="36258" y="127111"/>
                </a:lnTo>
                <a:lnTo>
                  <a:pt x="35067" y="126460"/>
                </a:lnTo>
                <a:lnTo>
                  <a:pt x="36010" y="123668"/>
                </a:lnTo>
                <a:lnTo>
                  <a:pt x="34994" y="122653"/>
                </a:lnTo>
                <a:lnTo>
                  <a:pt x="32772" y="123683"/>
                </a:lnTo>
                <a:lnTo>
                  <a:pt x="31522" y="122879"/>
                </a:lnTo>
                <a:lnTo>
                  <a:pt x="32553" y="120204"/>
                </a:lnTo>
                <a:lnTo>
                  <a:pt x="31741" y="119393"/>
                </a:lnTo>
                <a:lnTo>
                  <a:pt x="29074" y="119751"/>
                </a:lnTo>
                <a:lnTo>
                  <a:pt x="27773" y="119678"/>
                </a:lnTo>
                <a:lnTo>
                  <a:pt x="25741" y="120095"/>
                </a:lnTo>
                <a:lnTo>
                  <a:pt x="24550" y="119444"/>
                </a:lnTo>
                <a:lnTo>
                  <a:pt x="25500" y="116645"/>
                </a:lnTo>
                <a:lnTo>
                  <a:pt x="24469" y="115622"/>
                </a:lnTo>
                <a:lnTo>
                  <a:pt x="22167" y="116791"/>
                </a:lnTo>
                <a:lnTo>
                  <a:pt x="20961" y="115658"/>
                </a:lnTo>
                <a:lnTo>
                  <a:pt x="22131" y="113283"/>
                </a:lnTo>
                <a:lnTo>
                  <a:pt x="21064" y="112216"/>
                </a:lnTo>
                <a:lnTo>
                  <a:pt x="18418" y="113268"/>
                </a:lnTo>
                <a:lnTo>
                  <a:pt x="17504" y="111894"/>
                </a:lnTo>
                <a:lnTo>
                  <a:pt x="18578" y="110016"/>
                </a:lnTo>
                <a:lnTo>
                  <a:pt x="17687" y="108642"/>
                </a:lnTo>
                <a:lnTo>
                  <a:pt x="15019" y="109680"/>
                </a:lnTo>
                <a:lnTo>
                  <a:pt x="14208" y="108869"/>
                </a:lnTo>
                <a:lnTo>
                  <a:pt x="14566" y="106201"/>
                </a:lnTo>
                <a:lnTo>
                  <a:pt x="14500" y="105002"/>
                </a:lnTo>
                <a:lnTo>
                  <a:pt x="14909" y="102722"/>
                </a:lnTo>
                <a:lnTo>
                  <a:pt x="14149" y="101611"/>
                </a:lnTo>
                <a:lnTo>
                  <a:pt x="11526" y="102678"/>
                </a:lnTo>
                <a:lnTo>
                  <a:pt x="10539" y="101692"/>
                </a:lnTo>
                <a:lnTo>
                  <a:pt x="11591" y="99046"/>
                </a:lnTo>
                <a:lnTo>
                  <a:pt x="10451" y="98286"/>
                </a:lnTo>
                <a:lnTo>
                  <a:pt x="7922" y="99207"/>
                </a:lnTo>
                <a:lnTo>
                  <a:pt x="6592" y="97431"/>
                </a:lnTo>
                <a:lnTo>
                  <a:pt x="8690" y="92607"/>
                </a:lnTo>
                <a:lnTo>
                  <a:pt x="7169" y="91365"/>
                </a:lnTo>
                <a:lnTo>
                  <a:pt x="4158" y="92030"/>
                </a:lnTo>
                <a:lnTo>
                  <a:pt x="3354" y="89925"/>
                </a:lnTo>
                <a:lnTo>
                  <a:pt x="4012" y="86512"/>
                </a:lnTo>
                <a:lnTo>
                  <a:pt x="4012" y="82463"/>
                </a:lnTo>
                <a:lnTo>
                  <a:pt x="4443" y="79758"/>
                </a:lnTo>
                <a:lnTo>
                  <a:pt x="3961" y="77354"/>
                </a:lnTo>
                <a:lnTo>
                  <a:pt x="752" y="77873"/>
                </a:lnTo>
                <a:lnTo>
                  <a:pt x="73" y="77193"/>
                </a:lnTo>
                <a:lnTo>
                  <a:pt x="657" y="74737"/>
                </a:lnTo>
                <a:lnTo>
                  <a:pt x="0" y="72092"/>
                </a:lnTo>
                <a:lnTo>
                  <a:pt x="504" y="69212"/>
                </a:lnTo>
                <a:lnTo>
                  <a:pt x="504" y="65002"/>
                </a:lnTo>
                <a:lnTo>
                  <a:pt x="0" y="62115"/>
                </a:lnTo>
                <a:lnTo>
                  <a:pt x="657" y="59469"/>
                </a:lnTo>
                <a:lnTo>
                  <a:pt x="73" y="57014"/>
                </a:lnTo>
                <a:lnTo>
                  <a:pt x="752" y="56334"/>
                </a:lnTo>
                <a:lnTo>
                  <a:pt x="3961" y="56860"/>
                </a:lnTo>
                <a:lnTo>
                  <a:pt x="4443" y="54448"/>
                </a:lnTo>
                <a:lnTo>
                  <a:pt x="4012" y="51744"/>
                </a:lnTo>
                <a:lnTo>
                  <a:pt x="4012" y="47695"/>
                </a:lnTo>
                <a:lnTo>
                  <a:pt x="3354" y="44282"/>
                </a:lnTo>
                <a:lnTo>
                  <a:pt x="4165" y="42141"/>
                </a:lnTo>
                <a:lnTo>
                  <a:pt x="7184" y="42893"/>
                </a:lnTo>
                <a:lnTo>
                  <a:pt x="8105" y="41965"/>
                </a:lnTo>
                <a:lnTo>
                  <a:pt x="7053" y="39743"/>
                </a:lnTo>
                <a:lnTo>
                  <a:pt x="7988" y="38340"/>
                </a:lnTo>
                <a:lnTo>
                  <a:pt x="6936" y="36118"/>
                </a:lnTo>
                <a:lnTo>
                  <a:pt x="7988" y="35066"/>
                </a:lnTo>
                <a:lnTo>
                  <a:pt x="10692" y="36082"/>
                </a:lnTo>
                <a:lnTo>
                  <a:pt x="11474" y="34825"/>
                </a:lnTo>
                <a:lnTo>
                  <a:pt x="10451" y="32603"/>
                </a:lnTo>
                <a:lnTo>
                  <a:pt x="11401" y="31660"/>
                </a:lnTo>
                <a:lnTo>
                  <a:pt x="14347" y="32464"/>
                </a:lnTo>
                <a:lnTo>
                  <a:pt x="15238" y="30396"/>
                </a:lnTo>
                <a:lnTo>
                  <a:pt x="13440" y="26347"/>
                </a:lnTo>
                <a:lnTo>
                  <a:pt x="15019" y="24417"/>
                </a:lnTo>
                <a:lnTo>
                  <a:pt x="17497" y="25557"/>
                </a:lnTo>
                <a:lnTo>
                  <a:pt x="18629" y="24425"/>
                </a:lnTo>
                <a:lnTo>
                  <a:pt x="17460" y="22086"/>
                </a:lnTo>
                <a:lnTo>
                  <a:pt x="18629" y="20916"/>
                </a:lnTo>
                <a:lnTo>
                  <a:pt x="20968" y="22086"/>
                </a:lnTo>
                <a:lnTo>
                  <a:pt x="22123" y="20931"/>
                </a:lnTo>
                <a:lnTo>
                  <a:pt x="20961" y="18534"/>
                </a:lnTo>
                <a:lnTo>
                  <a:pt x="22174" y="17423"/>
                </a:lnTo>
                <a:lnTo>
                  <a:pt x="24469" y="18585"/>
                </a:lnTo>
                <a:lnTo>
                  <a:pt x="25551" y="17503"/>
                </a:lnTo>
                <a:lnTo>
                  <a:pt x="24499" y="14858"/>
                </a:lnTo>
                <a:lnTo>
                  <a:pt x="25858" y="13951"/>
                </a:lnTo>
                <a:lnTo>
                  <a:pt x="27802" y="15048"/>
                </a:lnTo>
                <a:lnTo>
                  <a:pt x="29257" y="13988"/>
                </a:lnTo>
                <a:lnTo>
                  <a:pt x="31478" y="15077"/>
                </a:lnTo>
                <a:lnTo>
                  <a:pt x="32655" y="13900"/>
                </a:lnTo>
                <a:lnTo>
                  <a:pt x="31486" y="11562"/>
                </a:lnTo>
                <a:lnTo>
                  <a:pt x="32655" y="10392"/>
                </a:lnTo>
                <a:lnTo>
                  <a:pt x="34994" y="11562"/>
                </a:lnTo>
                <a:lnTo>
                  <a:pt x="36083" y="10473"/>
                </a:lnTo>
                <a:lnTo>
                  <a:pt x="35009" y="7863"/>
                </a:lnTo>
                <a:lnTo>
                  <a:pt x="36843" y="6584"/>
                </a:lnTo>
                <a:lnTo>
                  <a:pt x="41652" y="8616"/>
                </a:lnTo>
                <a:lnTo>
                  <a:pt x="42858" y="7147"/>
                </a:lnTo>
                <a:lnTo>
                  <a:pt x="42259" y="4070"/>
                </a:lnTo>
                <a:lnTo>
                  <a:pt x="44459" y="3354"/>
                </a:lnTo>
                <a:lnTo>
                  <a:pt x="47630" y="3961"/>
                </a:lnTo>
                <a:lnTo>
                  <a:pt x="51804" y="3961"/>
                </a:lnTo>
                <a:lnTo>
                  <a:pt x="54435" y="4326"/>
                </a:lnTo>
                <a:lnTo>
                  <a:pt x="56620" y="3961"/>
                </a:lnTo>
                <a:lnTo>
                  <a:pt x="56868" y="3924"/>
                </a:lnTo>
                <a:lnTo>
                  <a:pt x="56386" y="686"/>
                </a:lnTo>
                <a:lnTo>
                  <a:pt x="56963" y="109"/>
                </a:lnTo>
                <a:lnTo>
                  <a:pt x="59602" y="489"/>
                </a:lnTo>
                <a:lnTo>
                  <a:pt x="63578" y="182"/>
                </a:lnTo>
                <a:lnTo>
                  <a:pt x="67188" y="453"/>
                </a:lnTo>
                <a:lnTo>
                  <a:pt x="71632" y="453"/>
                </a:lnTo>
                <a:lnTo>
                  <a:pt x="73233" y="168"/>
                </a:lnTo>
                <a:lnTo>
                  <a:pt x="74804" y="650"/>
                </a:lnTo>
                <a:lnTo>
                  <a:pt x="77216" y="0"/>
                </a:lnTo>
                <a:lnTo>
                  <a:pt x="77910" y="694"/>
                </a:lnTo>
                <a:lnTo>
                  <a:pt x="77413" y="3917"/>
                </a:lnTo>
                <a:lnTo>
                  <a:pt x="79840" y="4348"/>
                </a:lnTo>
                <a:lnTo>
                  <a:pt x="82478" y="3961"/>
                </a:lnTo>
                <a:lnTo>
                  <a:pt x="86571" y="3961"/>
                </a:lnTo>
                <a:lnTo>
                  <a:pt x="89962" y="3303"/>
                </a:lnTo>
                <a:lnTo>
                  <a:pt x="92103" y="4114"/>
                </a:lnTo>
                <a:lnTo>
                  <a:pt x="91365" y="7133"/>
                </a:lnTo>
                <a:lnTo>
                  <a:pt x="92030" y="7798"/>
                </a:lnTo>
                <a:lnTo>
                  <a:pt x="94698" y="7440"/>
                </a:lnTo>
                <a:lnTo>
                  <a:pt x="95897" y="7505"/>
                </a:lnTo>
                <a:lnTo>
                  <a:pt x="98170" y="7096"/>
                </a:lnTo>
                <a:lnTo>
                  <a:pt x="99288" y="7856"/>
                </a:lnTo>
                <a:lnTo>
                  <a:pt x="98221" y="10480"/>
                </a:lnTo>
                <a:lnTo>
                  <a:pt x="99303" y="11562"/>
                </a:lnTo>
                <a:lnTo>
                  <a:pt x="101641" y="10392"/>
                </a:lnTo>
                <a:lnTo>
                  <a:pt x="102811" y="11562"/>
                </a:lnTo>
                <a:lnTo>
                  <a:pt x="101642" y="13900"/>
                </a:lnTo>
                <a:lnTo>
                  <a:pt x="102804" y="15062"/>
                </a:lnTo>
                <a:lnTo>
                  <a:pt x="105025" y="14047"/>
                </a:lnTo>
                <a:lnTo>
                  <a:pt x="106443" y="14924"/>
                </a:lnTo>
                <a:lnTo>
                  <a:pt x="108665" y="13908"/>
                </a:lnTo>
                <a:lnTo>
                  <a:pt x="109732" y="14975"/>
                </a:lnTo>
                <a:lnTo>
                  <a:pt x="108680" y="17620"/>
                </a:lnTo>
                <a:lnTo>
                  <a:pt x="109981" y="18483"/>
                </a:lnTo>
                <a:lnTo>
                  <a:pt x="112108" y="17401"/>
                </a:lnTo>
                <a:lnTo>
                  <a:pt x="113343" y="18534"/>
                </a:lnTo>
                <a:lnTo>
                  <a:pt x="112181" y="20931"/>
                </a:lnTo>
                <a:lnTo>
                  <a:pt x="113240" y="21991"/>
                </a:lnTo>
                <a:lnTo>
                  <a:pt x="115886" y="20938"/>
                </a:lnTo>
                <a:lnTo>
                  <a:pt x="116800" y="22312"/>
                </a:lnTo>
                <a:lnTo>
                  <a:pt x="115726" y="24191"/>
                </a:lnTo>
                <a:lnTo>
                  <a:pt x="116617" y="25565"/>
                </a:lnTo>
                <a:lnTo>
                  <a:pt x="119285" y="24527"/>
                </a:lnTo>
                <a:lnTo>
                  <a:pt x="120096" y="25338"/>
                </a:lnTo>
                <a:lnTo>
                  <a:pt x="119738" y="28006"/>
                </a:lnTo>
                <a:lnTo>
                  <a:pt x="119797" y="29204"/>
                </a:lnTo>
                <a:lnTo>
                  <a:pt x="119387" y="31477"/>
                </a:lnTo>
                <a:lnTo>
                  <a:pt x="120147" y="32596"/>
                </a:lnTo>
                <a:lnTo>
                  <a:pt x="122771" y="31529"/>
                </a:lnTo>
                <a:lnTo>
                  <a:pt x="123758" y="32515"/>
                </a:lnTo>
                <a:lnTo>
                  <a:pt x="122705" y="35161"/>
                </a:lnTo>
                <a:lnTo>
                  <a:pt x="123846" y="35921"/>
                </a:lnTo>
                <a:lnTo>
                  <a:pt x="126374" y="35000"/>
                </a:lnTo>
                <a:lnTo>
                  <a:pt x="127704" y="36776"/>
                </a:lnTo>
                <a:lnTo>
                  <a:pt x="125607" y="41600"/>
                </a:lnTo>
                <a:lnTo>
                  <a:pt x="127105" y="42828"/>
                </a:lnTo>
                <a:lnTo>
                  <a:pt x="130160" y="42199"/>
                </a:lnTo>
                <a:lnTo>
                  <a:pt x="130898" y="44370"/>
                </a:lnTo>
                <a:lnTo>
                  <a:pt x="130277" y="47622"/>
                </a:lnTo>
                <a:lnTo>
                  <a:pt x="130277" y="51649"/>
                </a:lnTo>
                <a:lnTo>
                  <a:pt x="129751" y="54580"/>
                </a:lnTo>
                <a:lnTo>
                  <a:pt x="130357" y="56904"/>
                </a:lnTo>
                <a:lnTo>
                  <a:pt x="133500" y="56305"/>
                </a:lnTo>
                <a:lnTo>
                  <a:pt x="134114" y="56919"/>
                </a:lnTo>
                <a:lnTo>
                  <a:pt x="133756" y="59579"/>
                </a:lnTo>
                <a:lnTo>
                  <a:pt x="133844" y="61260"/>
                </a:lnTo>
                <a:lnTo>
                  <a:pt x="133734" y="62437"/>
                </a:lnTo>
                <a:lnTo>
                  <a:pt x="133968" y="66069"/>
                </a:lnTo>
                <a:lnTo>
                  <a:pt x="133383" y="69343"/>
                </a:lnTo>
                <a:lnTo>
                  <a:pt x="134334" y="71923"/>
                </a:lnTo>
                <a:lnTo>
                  <a:pt x="133632" y="74745"/>
                </a:lnTo>
                <a:lnTo>
                  <a:pt x="134217" y="77200"/>
                </a:lnTo>
                <a:lnTo>
                  <a:pt x="133537" y="77873"/>
                </a:lnTo>
                <a:lnTo>
                  <a:pt x="130329" y="77354"/>
                </a:lnTo>
                <a:lnTo>
                  <a:pt x="129846" y="79758"/>
                </a:lnTo>
                <a:lnTo>
                  <a:pt x="130277" y="82463"/>
                </a:lnTo>
                <a:lnTo>
                  <a:pt x="130277" y="86577"/>
                </a:lnTo>
                <a:lnTo>
                  <a:pt x="130898" y="89837"/>
                </a:lnTo>
                <a:lnTo>
                  <a:pt x="130146" y="92037"/>
                </a:lnTo>
                <a:lnTo>
                  <a:pt x="127091" y="91335"/>
                </a:lnTo>
                <a:lnTo>
                  <a:pt x="126440" y="91986"/>
                </a:lnTo>
                <a:lnTo>
                  <a:pt x="126798" y="94653"/>
                </a:lnTo>
                <a:lnTo>
                  <a:pt x="126740" y="95801"/>
                </a:lnTo>
                <a:lnTo>
                  <a:pt x="127142" y="98183"/>
                </a:lnTo>
                <a:lnTo>
                  <a:pt x="126330" y="99258"/>
                </a:lnTo>
                <a:lnTo>
                  <a:pt x="123787" y="98147"/>
                </a:lnTo>
                <a:lnTo>
                  <a:pt x="122779" y="99163"/>
                </a:lnTo>
                <a:lnTo>
                  <a:pt x="123831" y="101809"/>
                </a:lnTo>
                <a:lnTo>
                  <a:pt x="122727" y="102539"/>
                </a:lnTo>
                <a:lnTo>
                  <a:pt x="120103" y="101670"/>
                </a:lnTo>
                <a:lnTo>
                  <a:pt x="118890" y="103446"/>
                </a:lnTo>
                <a:lnTo>
                  <a:pt x="120907" y="108262"/>
                </a:lnTo>
                <a:lnTo>
                  <a:pt x="119248" y="109614"/>
                </a:lnTo>
                <a:lnTo>
                  <a:pt x="116595" y="108671"/>
                </a:lnTo>
                <a:lnTo>
                  <a:pt x="115806" y="109899"/>
                </a:lnTo>
                <a:lnTo>
                  <a:pt x="116837" y="112121"/>
                </a:lnTo>
                <a:lnTo>
                  <a:pt x="115769" y="113195"/>
                </a:lnTo>
                <a:lnTo>
                  <a:pt x="113124" y="112143"/>
                </a:lnTo>
                <a:lnTo>
                  <a:pt x="112298" y="113378"/>
                </a:lnTo>
                <a:lnTo>
                  <a:pt x="113328" y="115673"/>
                </a:lnTo>
                <a:lnTo>
                  <a:pt x="112137" y="116791"/>
                </a:lnTo>
                <a:lnTo>
                  <a:pt x="109835" y="115622"/>
                </a:lnTo>
                <a:lnTo>
                  <a:pt x="108753" y="116703"/>
                </a:lnTo>
                <a:lnTo>
                  <a:pt x="109805" y="119349"/>
                </a:lnTo>
                <a:lnTo>
                  <a:pt x="108431" y="120263"/>
                </a:lnTo>
                <a:lnTo>
                  <a:pt x="106560" y="119196"/>
                </a:lnTo>
                <a:lnTo>
                  <a:pt x="105026" y="120175"/>
                </a:lnTo>
                <a:lnTo>
                  <a:pt x="102811" y="119145"/>
                </a:lnTo>
                <a:lnTo>
                  <a:pt x="101751" y="120204"/>
                </a:lnTo>
                <a:lnTo>
                  <a:pt x="102782" y="122879"/>
                </a:lnTo>
                <a:lnTo>
                  <a:pt x="101524" y="123683"/>
                </a:lnTo>
                <a:lnTo>
                  <a:pt x="99303" y="122653"/>
                </a:lnTo>
                <a:lnTo>
                  <a:pt x="98228" y="123720"/>
                </a:lnTo>
                <a:lnTo>
                  <a:pt x="99281" y="126365"/>
                </a:lnTo>
                <a:lnTo>
                  <a:pt x="97907" y="127279"/>
                </a:lnTo>
                <a:lnTo>
                  <a:pt x="96036" y="126212"/>
                </a:lnTo>
                <a:lnTo>
                  <a:pt x="94501" y="127191"/>
                </a:lnTo>
                <a:lnTo>
                  <a:pt x="92279" y="126161"/>
                </a:lnTo>
                <a:lnTo>
                  <a:pt x="91358" y="127082"/>
                </a:lnTo>
                <a:lnTo>
                  <a:pt x="92111" y="130093"/>
                </a:lnTo>
                <a:lnTo>
                  <a:pt x="89969" y="130904"/>
                </a:lnTo>
                <a:lnTo>
                  <a:pt x="86564" y="130246"/>
                </a:lnTo>
                <a:lnTo>
                  <a:pt x="82507" y="130246"/>
                </a:lnTo>
                <a:lnTo>
                  <a:pt x="79803" y="129822"/>
                </a:lnTo>
                <a:lnTo>
                  <a:pt x="77391" y="130305"/>
                </a:lnTo>
                <a:lnTo>
                  <a:pt x="77917" y="133506"/>
                </a:lnTo>
                <a:lnTo>
                  <a:pt x="77238" y="134186"/>
                </a:lnTo>
                <a:lnTo>
                  <a:pt x="74782" y="133601"/>
                </a:lnTo>
                <a:lnTo>
                  <a:pt x="72129" y="1342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6720542" y="8845443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8055" y="127388"/>
                </a:moveTo>
                <a:lnTo>
                  <a:pt x="74014" y="126804"/>
                </a:lnTo>
                <a:lnTo>
                  <a:pt x="50991" y="126804"/>
                </a:lnTo>
                <a:lnTo>
                  <a:pt x="48346" y="127198"/>
                </a:lnTo>
                <a:lnTo>
                  <a:pt x="45919" y="126760"/>
                </a:lnTo>
                <a:lnTo>
                  <a:pt x="46424" y="123537"/>
                </a:lnTo>
                <a:lnTo>
                  <a:pt x="45751" y="122864"/>
                </a:lnTo>
                <a:lnTo>
                  <a:pt x="43296" y="123449"/>
                </a:lnTo>
                <a:lnTo>
                  <a:pt x="40562" y="122769"/>
                </a:lnTo>
                <a:lnTo>
                  <a:pt x="37675" y="124078"/>
                </a:lnTo>
                <a:lnTo>
                  <a:pt x="35249" y="123142"/>
                </a:lnTo>
                <a:lnTo>
                  <a:pt x="36001" y="120131"/>
                </a:lnTo>
                <a:lnTo>
                  <a:pt x="35329" y="119459"/>
                </a:lnTo>
                <a:lnTo>
                  <a:pt x="32661" y="119817"/>
                </a:lnTo>
                <a:lnTo>
                  <a:pt x="31353" y="119744"/>
                </a:lnTo>
                <a:lnTo>
                  <a:pt x="29321" y="120160"/>
                </a:lnTo>
                <a:lnTo>
                  <a:pt x="28130" y="119510"/>
                </a:lnTo>
                <a:lnTo>
                  <a:pt x="29073" y="116711"/>
                </a:lnTo>
                <a:lnTo>
                  <a:pt x="28042" y="115680"/>
                </a:lnTo>
                <a:lnTo>
                  <a:pt x="25791" y="116820"/>
                </a:lnTo>
                <a:lnTo>
                  <a:pt x="24542" y="115797"/>
                </a:lnTo>
                <a:lnTo>
                  <a:pt x="25682" y="113319"/>
                </a:lnTo>
                <a:lnTo>
                  <a:pt x="24549" y="112187"/>
                </a:lnTo>
                <a:lnTo>
                  <a:pt x="22210" y="113356"/>
                </a:lnTo>
                <a:lnTo>
                  <a:pt x="21041" y="112187"/>
                </a:lnTo>
                <a:lnTo>
                  <a:pt x="22210" y="109848"/>
                </a:lnTo>
                <a:lnTo>
                  <a:pt x="21041" y="108678"/>
                </a:lnTo>
                <a:lnTo>
                  <a:pt x="18702" y="109848"/>
                </a:lnTo>
                <a:lnTo>
                  <a:pt x="17533" y="108678"/>
                </a:lnTo>
                <a:lnTo>
                  <a:pt x="18702" y="106340"/>
                </a:lnTo>
                <a:lnTo>
                  <a:pt x="17628" y="105265"/>
                </a:lnTo>
                <a:lnTo>
                  <a:pt x="14982" y="106318"/>
                </a:lnTo>
                <a:lnTo>
                  <a:pt x="14098" y="104995"/>
                </a:lnTo>
                <a:lnTo>
                  <a:pt x="15194" y="102941"/>
                </a:lnTo>
                <a:lnTo>
                  <a:pt x="14112" y="101655"/>
                </a:lnTo>
                <a:lnTo>
                  <a:pt x="11657" y="102802"/>
                </a:lnTo>
                <a:lnTo>
                  <a:pt x="10502" y="101648"/>
                </a:lnTo>
                <a:lnTo>
                  <a:pt x="11620" y="99419"/>
                </a:lnTo>
                <a:lnTo>
                  <a:pt x="10648" y="98154"/>
                </a:lnTo>
                <a:lnTo>
                  <a:pt x="8127" y="99272"/>
                </a:lnTo>
                <a:lnTo>
                  <a:pt x="7008" y="98154"/>
                </a:lnTo>
                <a:lnTo>
                  <a:pt x="8061" y="95932"/>
                </a:lnTo>
                <a:lnTo>
                  <a:pt x="7125" y="94529"/>
                </a:lnTo>
                <a:lnTo>
                  <a:pt x="8178" y="92307"/>
                </a:lnTo>
                <a:lnTo>
                  <a:pt x="7250" y="91379"/>
                </a:lnTo>
                <a:lnTo>
                  <a:pt x="4246" y="92132"/>
                </a:lnTo>
                <a:lnTo>
                  <a:pt x="3303" y="89705"/>
                </a:lnTo>
                <a:lnTo>
                  <a:pt x="4611" y="86818"/>
                </a:lnTo>
                <a:lnTo>
                  <a:pt x="3932" y="84085"/>
                </a:lnTo>
                <a:lnTo>
                  <a:pt x="4516" y="81629"/>
                </a:lnTo>
                <a:lnTo>
                  <a:pt x="3844" y="80957"/>
                </a:lnTo>
                <a:lnTo>
                  <a:pt x="621" y="81461"/>
                </a:lnTo>
                <a:lnTo>
                  <a:pt x="0" y="77982"/>
                </a:lnTo>
                <a:lnTo>
                  <a:pt x="577" y="73948"/>
                </a:lnTo>
                <a:lnTo>
                  <a:pt x="577" y="50970"/>
                </a:lnTo>
                <a:lnTo>
                  <a:pt x="131" y="48229"/>
                </a:lnTo>
                <a:lnTo>
                  <a:pt x="635" y="45832"/>
                </a:lnTo>
                <a:lnTo>
                  <a:pt x="3829" y="46373"/>
                </a:lnTo>
                <a:lnTo>
                  <a:pt x="4538" y="45664"/>
                </a:lnTo>
                <a:lnTo>
                  <a:pt x="3895" y="43252"/>
                </a:lnTo>
                <a:lnTo>
                  <a:pt x="4436" y="41417"/>
                </a:lnTo>
                <a:lnTo>
                  <a:pt x="3201" y="36316"/>
                </a:lnTo>
                <a:lnTo>
                  <a:pt x="4421" y="35315"/>
                </a:lnTo>
                <a:lnTo>
                  <a:pt x="7469" y="35943"/>
                </a:lnTo>
                <a:lnTo>
                  <a:pt x="8207" y="33802"/>
                </a:lnTo>
                <a:lnTo>
                  <a:pt x="6555" y="30125"/>
                </a:lnTo>
                <a:lnTo>
                  <a:pt x="7966" y="28013"/>
                </a:lnTo>
                <a:lnTo>
                  <a:pt x="10611" y="29066"/>
                </a:lnTo>
                <a:lnTo>
                  <a:pt x="11591" y="28086"/>
                </a:lnTo>
                <a:lnTo>
                  <a:pt x="10538" y="25441"/>
                </a:lnTo>
                <a:lnTo>
                  <a:pt x="11861" y="24564"/>
                </a:lnTo>
                <a:lnTo>
                  <a:pt x="13915" y="25653"/>
                </a:lnTo>
                <a:lnTo>
                  <a:pt x="15201" y="24571"/>
                </a:lnTo>
                <a:lnTo>
                  <a:pt x="14054" y="22115"/>
                </a:lnTo>
                <a:lnTo>
                  <a:pt x="15179" y="20990"/>
                </a:lnTo>
                <a:lnTo>
                  <a:pt x="17577" y="22152"/>
                </a:lnTo>
                <a:lnTo>
                  <a:pt x="18688" y="20938"/>
                </a:lnTo>
                <a:lnTo>
                  <a:pt x="17525" y="18644"/>
                </a:lnTo>
                <a:lnTo>
                  <a:pt x="18607" y="17562"/>
                </a:lnTo>
                <a:lnTo>
                  <a:pt x="21253" y="18614"/>
                </a:lnTo>
                <a:lnTo>
                  <a:pt x="22130" y="17291"/>
                </a:lnTo>
                <a:lnTo>
                  <a:pt x="21041" y="15238"/>
                </a:lnTo>
                <a:lnTo>
                  <a:pt x="22122" y="13952"/>
                </a:lnTo>
                <a:lnTo>
                  <a:pt x="24578" y="15099"/>
                </a:lnTo>
                <a:lnTo>
                  <a:pt x="25696" y="13981"/>
                </a:lnTo>
                <a:lnTo>
                  <a:pt x="24542" y="11547"/>
                </a:lnTo>
                <a:lnTo>
                  <a:pt x="25777" y="10480"/>
                </a:lnTo>
                <a:lnTo>
                  <a:pt x="28042" y="11635"/>
                </a:lnTo>
                <a:lnTo>
                  <a:pt x="29131" y="10546"/>
                </a:lnTo>
                <a:lnTo>
                  <a:pt x="28079" y="7900"/>
                </a:lnTo>
                <a:lnTo>
                  <a:pt x="29453" y="6986"/>
                </a:lnTo>
                <a:lnTo>
                  <a:pt x="31324" y="8054"/>
                </a:lnTo>
                <a:lnTo>
                  <a:pt x="32859" y="7074"/>
                </a:lnTo>
                <a:lnTo>
                  <a:pt x="35081" y="8105"/>
                </a:lnTo>
                <a:lnTo>
                  <a:pt x="36045" y="7140"/>
                </a:lnTo>
                <a:lnTo>
                  <a:pt x="35198" y="4231"/>
                </a:lnTo>
                <a:lnTo>
                  <a:pt x="36396" y="3683"/>
                </a:lnTo>
                <a:lnTo>
                  <a:pt x="38340" y="4019"/>
                </a:lnTo>
                <a:lnTo>
                  <a:pt x="41286" y="4019"/>
                </a:lnTo>
                <a:lnTo>
                  <a:pt x="44136" y="4531"/>
                </a:lnTo>
                <a:lnTo>
                  <a:pt x="46182" y="4019"/>
                </a:lnTo>
                <a:lnTo>
                  <a:pt x="46496" y="3939"/>
                </a:lnTo>
                <a:lnTo>
                  <a:pt x="45912" y="782"/>
                </a:lnTo>
                <a:lnTo>
                  <a:pt x="46562" y="131"/>
                </a:lnTo>
                <a:lnTo>
                  <a:pt x="49120" y="599"/>
                </a:lnTo>
                <a:lnTo>
                  <a:pt x="52979" y="0"/>
                </a:lnTo>
                <a:lnTo>
                  <a:pt x="56882" y="511"/>
                </a:lnTo>
                <a:lnTo>
                  <a:pt x="76440" y="511"/>
                </a:lnTo>
                <a:lnTo>
                  <a:pt x="79122" y="95"/>
                </a:lnTo>
                <a:lnTo>
                  <a:pt x="81534" y="562"/>
                </a:lnTo>
                <a:lnTo>
                  <a:pt x="81023" y="3771"/>
                </a:lnTo>
                <a:lnTo>
                  <a:pt x="81695" y="4451"/>
                </a:lnTo>
                <a:lnTo>
                  <a:pt x="84151" y="3866"/>
                </a:lnTo>
                <a:lnTo>
                  <a:pt x="86884" y="4546"/>
                </a:lnTo>
                <a:lnTo>
                  <a:pt x="89771" y="3237"/>
                </a:lnTo>
                <a:lnTo>
                  <a:pt x="92197" y="4180"/>
                </a:lnTo>
                <a:lnTo>
                  <a:pt x="91445" y="7184"/>
                </a:lnTo>
                <a:lnTo>
                  <a:pt x="92117" y="7856"/>
                </a:lnTo>
                <a:lnTo>
                  <a:pt x="94785" y="7498"/>
                </a:lnTo>
                <a:lnTo>
                  <a:pt x="96086" y="7564"/>
                </a:lnTo>
                <a:lnTo>
                  <a:pt x="98117" y="7155"/>
                </a:lnTo>
                <a:lnTo>
                  <a:pt x="99316" y="7805"/>
                </a:lnTo>
                <a:lnTo>
                  <a:pt x="98366" y="10597"/>
                </a:lnTo>
                <a:lnTo>
                  <a:pt x="99404" y="11635"/>
                </a:lnTo>
                <a:lnTo>
                  <a:pt x="101655" y="10495"/>
                </a:lnTo>
                <a:lnTo>
                  <a:pt x="102905" y="11518"/>
                </a:lnTo>
                <a:lnTo>
                  <a:pt x="101765" y="13996"/>
                </a:lnTo>
                <a:lnTo>
                  <a:pt x="102897" y="15128"/>
                </a:lnTo>
                <a:lnTo>
                  <a:pt x="105236" y="13959"/>
                </a:lnTo>
                <a:lnTo>
                  <a:pt x="106406" y="15128"/>
                </a:lnTo>
                <a:lnTo>
                  <a:pt x="105236" y="17467"/>
                </a:lnTo>
                <a:lnTo>
                  <a:pt x="106406" y="18636"/>
                </a:lnTo>
                <a:lnTo>
                  <a:pt x="108744" y="17467"/>
                </a:lnTo>
                <a:lnTo>
                  <a:pt x="109914" y="18636"/>
                </a:lnTo>
                <a:lnTo>
                  <a:pt x="108745" y="20975"/>
                </a:lnTo>
                <a:lnTo>
                  <a:pt x="109819" y="22050"/>
                </a:lnTo>
                <a:lnTo>
                  <a:pt x="112465" y="20997"/>
                </a:lnTo>
                <a:lnTo>
                  <a:pt x="113342" y="22320"/>
                </a:lnTo>
                <a:lnTo>
                  <a:pt x="112253" y="24374"/>
                </a:lnTo>
                <a:lnTo>
                  <a:pt x="113334" y="25660"/>
                </a:lnTo>
                <a:lnTo>
                  <a:pt x="115790" y="24512"/>
                </a:lnTo>
                <a:lnTo>
                  <a:pt x="116945" y="25667"/>
                </a:lnTo>
                <a:lnTo>
                  <a:pt x="115827" y="27904"/>
                </a:lnTo>
                <a:lnTo>
                  <a:pt x="116799" y="29161"/>
                </a:lnTo>
                <a:lnTo>
                  <a:pt x="119320" y="28043"/>
                </a:lnTo>
                <a:lnTo>
                  <a:pt x="120438" y="29161"/>
                </a:lnTo>
                <a:lnTo>
                  <a:pt x="119386" y="31383"/>
                </a:lnTo>
                <a:lnTo>
                  <a:pt x="120322" y="32786"/>
                </a:lnTo>
                <a:lnTo>
                  <a:pt x="119269" y="35008"/>
                </a:lnTo>
                <a:lnTo>
                  <a:pt x="120197" y="35936"/>
                </a:lnTo>
                <a:lnTo>
                  <a:pt x="123201" y="35183"/>
                </a:lnTo>
                <a:lnTo>
                  <a:pt x="124144" y="37609"/>
                </a:lnTo>
                <a:lnTo>
                  <a:pt x="122836" y="40496"/>
                </a:lnTo>
                <a:lnTo>
                  <a:pt x="123516" y="43230"/>
                </a:lnTo>
                <a:lnTo>
                  <a:pt x="122931" y="45686"/>
                </a:lnTo>
                <a:lnTo>
                  <a:pt x="123603" y="46358"/>
                </a:lnTo>
                <a:lnTo>
                  <a:pt x="126826" y="45854"/>
                </a:lnTo>
                <a:lnTo>
                  <a:pt x="127455" y="49333"/>
                </a:lnTo>
                <a:lnTo>
                  <a:pt x="126870" y="53367"/>
                </a:lnTo>
                <a:lnTo>
                  <a:pt x="126870" y="76389"/>
                </a:lnTo>
                <a:lnTo>
                  <a:pt x="127265" y="79035"/>
                </a:lnTo>
                <a:lnTo>
                  <a:pt x="126826" y="81461"/>
                </a:lnTo>
                <a:lnTo>
                  <a:pt x="123603" y="80957"/>
                </a:lnTo>
                <a:lnTo>
                  <a:pt x="122931" y="81629"/>
                </a:lnTo>
                <a:lnTo>
                  <a:pt x="123516" y="84085"/>
                </a:lnTo>
                <a:lnTo>
                  <a:pt x="122836" y="86818"/>
                </a:lnTo>
                <a:lnTo>
                  <a:pt x="124144" y="89705"/>
                </a:lnTo>
                <a:lnTo>
                  <a:pt x="123201" y="92132"/>
                </a:lnTo>
                <a:lnTo>
                  <a:pt x="120197" y="91379"/>
                </a:lnTo>
                <a:lnTo>
                  <a:pt x="119525" y="92051"/>
                </a:lnTo>
                <a:lnTo>
                  <a:pt x="119883" y="94719"/>
                </a:lnTo>
                <a:lnTo>
                  <a:pt x="119810" y="96020"/>
                </a:lnTo>
                <a:lnTo>
                  <a:pt x="120227" y="98059"/>
                </a:lnTo>
                <a:lnTo>
                  <a:pt x="119576" y="99250"/>
                </a:lnTo>
                <a:lnTo>
                  <a:pt x="116777" y="98300"/>
                </a:lnTo>
                <a:lnTo>
                  <a:pt x="115746" y="99338"/>
                </a:lnTo>
                <a:lnTo>
                  <a:pt x="116887" y="101589"/>
                </a:lnTo>
                <a:lnTo>
                  <a:pt x="115863" y="102839"/>
                </a:lnTo>
                <a:lnTo>
                  <a:pt x="113386" y="101699"/>
                </a:lnTo>
                <a:lnTo>
                  <a:pt x="112253" y="102832"/>
                </a:lnTo>
                <a:lnTo>
                  <a:pt x="113422" y="105170"/>
                </a:lnTo>
                <a:lnTo>
                  <a:pt x="112253" y="106340"/>
                </a:lnTo>
                <a:lnTo>
                  <a:pt x="109914" y="105170"/>
                </a:lnTo>
                <a:lnTo>
                  <a:pt x="108744" y="106340"/>
                </a:lnTo>
                <a:lnTo>
                  <a:pt x="109914" y="108678"/>
                </a:lnTo>
                <a:lnTo>
                  <a:pt x="108745" y="109848"/>
                </a:lnTo>
                <a:lnTo>
                  <a:pt x="106406" y="108678"/>
                </a:lnTo>
                <a:lnTo>
                  <a:pt x="105331" y="109753"/>
                </a:lnTo>
                <a:lnTo>
                  <a:pt x="106384" y="112399"/>
                </a:lnTo>
                <a:lnTo>
                  <a:pt x="105061" y="113276"/>
                </a:lnTo>
                <a:lnTo>
                  <a:pt x="103007" y="112187"/>
                </a:lnTo>
                <a:lnTo>
                  <a:pt x="101721" y="113268"/>
                </a:lnTo>
                <a:lnTo>
                  <a:pt x="102868" y="115724"/>
                </a:lnTo>
                <a:lnTo>
                  <a:pt x="101714" y="116879"/>
                </a:lnTo>
                <a:lnTo>
                  <a:pt x="99477" y="115760"/>
                </a:lnTo>
                <a:lnTo>
                  <a:pt x="98220" y="116732"/>
                </a:lnTo>
                <a:lnTo>
                  <a:pt x="99331" y="119254"/>
                </a:lnTo>
                <a:lnTo>
                  <a:pt x="98220" y="120372"/>
                </a:lnTo>
                <a:lnTo>
                  <a:pt x="95998" y="119320"/>
                </a:lnTo>
                <a:lnTo>
                  <a:pt x="94595" y="120255"/>
                </a:lnTo>
                <a:lnTo>
                  <a:pt x="92373" y="119203"/>
                </a:lnTo>
                <a:lnTo>
                  <a:pt x="91445" y="120131"/>
                </a:lnTo>
                <a:lnTo>
                  <a:pt x="92197" y="123135"/>
                </a:lnTo>
                <a:lnTo>
                  <a:pt x="89771" y="124078"/>
                </a:lnTo>
                <a:lnTo>
                  <a:pt x="86884" y="122769"/>
                </a:lnTo>
                <a:lnTo>
                  <a:pt x="84151" y="123449"/>
                </a:lnTo>
                <a:lnTo>
                  <a:pt x="81695" y="122864"/>
                </a:lnTo>
                <a:lnTo>
                  <a:pt x="81023" y="123537"/>
                </a:lnTo>
                <a:lnTo>
                  <a:pt x="81527" y="126760"/>
                </a:lnTo>
                <a:lnTo>
                  <a:pt x="78055" y="1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7772800" y="8845333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55473" y="127432"/>
                </a:moveTo>
                <a:lnTo>
                  <a:pt x="52762" y="126760"/>
                </a:lnTo>
                <a:lnTo>
                  <a:pt x="50306" y="127345"/>
                </a:lnTo>
                <a:lnTo>
                  <a:pt x="49611" y="126650"/>
                </a:lnTo>
                <a:lnTo>
                  <a:pt x="50181" y="123478"/>
                </a:lnTo>
                <a:lnTo>
                  <a:pt x="47813" y="122923"/>
                </a:lnTo>
                <a:lnTo>
                  <a:pt x="44985" y="123405"/>
                </a:lnTo>
                <a:lnTo>
                  <a:pt x="41952" y="123405"/>
                </a:lnTo>
                <a:lnTo>
                  <a:pt x="40191" y="123719"/>
                </a:lnTo>
                <a:lnTo>
                  <a:pt x="38948" y="123252"/>
                </a:lnTo>
                <a:lnTo>
                  <a:pt x="39686" y="120233"/>
                </a:lnTo>
                <a:lnTo>
                  <a:pt x="39021" y="119568"/>
                </a:lnTo>
                <a:lnTo>
                  <a:pt x="36353" y="119926"/>
                </a:lnTo>
                <a:lnTo>
                  <a:pt x="34979" y="119853"/>
                </a:lnTo>
                <a:lnTo>
                  <a:pt x="33101" y="120263"/>
                </a:lnTo>
                <a:lnTo>
                  <a:pt x="31866" y="119678"/>
                </a:lnTo>
                <a:lnTo>
                  <a:pt x="32728" y="116784"/>
                </a:lnTo>
                <a:lnTo>
                  <a:pt x="32005" y="116060"/>
                </a:lnTo>
                <a:lnTo>
                  <a:pt x="29337" y="116418"/>
                </a:lnTo>
                <a:lnTo>
                  <a:pt x="28153" y="116352"/>
                </a:lnTo>
                <a:lnTo>
                  <a:pt x="25844" y="116762"/>
                </a:lnTo>
                <a:lnTo>
                  <a:pt x="24747" y="115987"/>
                </a:lnTo>
                <a:lnTo>
                  <a:pt x="25821" y="113385"/>
                </a:lnTo>
                <a:lnTo>
                  <a:pt x="24733" y="112296"/>
                </a:lnTo>
                <a:lnTo>
                  <a:pt x="22394" y="113466"/>
                </a:lnTo>
                <a:lnTo>
                  <a:pt x="21224" y="112296"/>
                </a:lnTo>
                <a:lnTo>
                  <a:pt x="22394" y="109957"/>
                </a:lnTo>
                <a:lnTo>
                  <a:pt x="21224" y="108788"/>
                </a:lnTo>
                <a:lnTo>
                  <a:pt x="18886" y="109957"/>
                </a:lnTo>
                <a:lnTo>
                  <a:pt x="17716" y="108788"/>
                </a:lnTo>
                <a:lnTo>
                  <a:pt x="18885" y="106449"/>
                </a:lnTo>
                <a:lnTo>
                  <a:pt x="17716" y="105280"/>
                </a:lnTo>
                <a:lnTo>
                  <a:pt x="15377" y="106449"/>
                </a:lnTo>
                <a:lnTo>
                  <a:pt x="14208" y="105280"/>
                </a:lnTo>
                <a:lnTo>
                  <a:pt x="15377" y="102941"/>
                </a:lnTo>
                <a:lnTo>
                  <a:pt x="14296" y="101860"/>
                </a:lnTo>
                <a:lnTo>
                  <a:pt x="11664" y="102919"/>
                </a:lnTo>
                <a:lnTo>
                  <a:pt x="10210" y="100771"/>
                </a:lnTo>
                <a:lnTo>
                  <a:pt x="12044" y="97124"/>
                </a:lnTo>
                <a:lnTo>
                  <a:pt x="11094" y="94894"/>
                </a:lnTo>
                <a:lnTo>
                  <a:pt x="8142" y="95706"/>
                </a:lnTo>
                <a:lnTo>
                  <a:pt x="7264" y="94829"/>
                </a:lnTo>
                <a:lnTo>
                  <a:pt x="8076" y="92526"/>
                </a:lnTo>
                <a:lnTo>
                  <a:pt x="7477" y="91138"/>
                </a:lnTo>
                <a:lnTo>
                  <a:pt x="8288" y="88836"/>
                </a:lnTo>
                <a:lnTo>
                  <a:pt x="7403" y="87951"/>
                </a:lnTo>
                <a:lnTo>
                  <a:pt x="4451" y="88762"/>
                </a:lnTo>
                <a:lnTo>
                  <a:pt x="3427" y="86358"/>
                </a:lnTo>
                <a:lnTo>
                  <a:pt x="4860" y="83376"/>
                </a:lnTo>
                <a:lnTo>
                  <a:pt x="4085" y="80665"/>
                </a:lnTo>
                <a:lnTo>
                  <a:pt x="4714" y="78245"/>
                </a:lnTo>
                <a:lnTo>
                  <a:pt x="3895" y="77427"/>
                </a:lnTo>
                <a:lnTo>
                  <a:pt x="950" y="78238"/>
                </a:lnTo>
                <a:lnTo>
                  <a:pt x="0" y="76016"/>
                </a:lnTo>
                <a:lnTo>
                  <a:pt x="964" y="72735"/>
                </a:lnTo>
                <a:lnTo>
                  <a:pt x="409" y="67443"/>
                </a:lnTo>
                <a:lnTo>
                  <a:pt x="847" y="58103"/>
                </a:lnTo>
                <a:lnTo>
                  <a:pt x="241" y="55333"/>
                </a:lnTo>
                <a:lnTo>
                  <a:pt x="913" y="52621"/>
                </a:lnTo>
                <a:lnTo>
                  <a:pt x="329" y="50165"/>
                </a:lnTo>
                <a:lnTo>
                  <a:pt x="1030" y="49471"/>
                </a:lnTo>
                <a:lnTo>
                  <a:pt x="4202" y="50041"/>
                </a:lnTo>
                <a:lnTo>
                  <a:pt x="4750" y="47673"/>
                </a:lnTo>
                <a:lnTo>
                  <a:pt x="4268" y="44845"/>
                </a:lnTo>
                <a:lnTo>
                  <a:pt x="4268" y="41812"/>
                </a:lnTo>
                <a:lnTo>
                  <a:pt x="3954" y="40050"/>
                </a:lnTo>
                <a:lnTo>
                  <a:pt x="4421" y="38808"/>
                </a:lnTo>
                <a:lnTo>
                  <a:pt x="7440" y="39546"/>
                </a:lnTo>
                <a:lnTo>
                  <a:pt x="8105" y="38881"/>
                </a:lnTo>
                <a:lnTo>
                  <a:pt x="7747" y="36213"/>
                </a:lnTo>
                <a:lnTo>
                  <a:pt x="7820" y="34839"/>
                </a:lnTo>
                <a:lnTo>
                  <a:pt x="7411" y="32961"/>
                </a:lnTo>
                <a:lnTo>
                  <a:pt x="7995" y="31726"/>
                </a:lnTo>
                <a:lnTo>
                  <a:pt x="10889" y="32588"/>
                </a:lnTo>
                <a:lnTo>
                  <a:pt x="11613" y="31865"/>
                </a:lnTo>
                <a:lnTo>
                  <a:pt x="11255" y="29197"/>
                </a:lnTo>
                <a:lnTo>
                  <a:pt x="11321" y="28013"/>
                </a:lnTo>
                <a:lnTo>
                  <a:pt x="10912" y="25704"/>
                </a:lnTo>
                <a:lnTo>
                  <a:pt x="11686" y="24607"/>
                </a:lnTo>
                <a:lnTo>
                  <a:pt x="14288" y="25682"/>
                </a:lnTo>
                <a:lnTo>
                  <a:pt x="15377" y="24593"/>
                </a:lnTo>
                <a:lnTo>
                  <a:pt x="14208" y="22254"/>
                </a:lnTo>
                <a:lnTo>
                  <a:pt x="15377" y="21085"/>
                </a:lnTo>
                <a:lnTo>
                  <a:pt x="17716" y="22254"/>
                </a:lnTo>
                <a:lnTo>
                  <a:pt x="18886" y="21085"/>
                </a:lnTo>
                <a:lnTo>
                  <a:pt x="17716" y="18746"/>
                </a:lnTo>
                <a:lnTo>
                  <a:pt x="18885" y="17577"/>
                </a:lnTo>
                <a:lnTo>
                  <a:pt x="21224" y="18746"/>
                </a:lnTo>
                <a:lnTo>
                  <a:pt x="22394" y="17577"/>
                </a:lnTo>
                <a:lnTo>
                  <a:pt x="21224" y="15238"/>
                </a:lnTo>
                <a:lnTo>
                  <a:pt x="22394" y="14068"/>
                </a:lnTo>
                <a:lnTo>
                  <a:pt x="24732" y="15238"/>
                </a:lnTo>
                <a:lnTo>
                  <a:pt x="25814" y="14156"/>
                </a:lnTo>
                <a:lnTo>
                  <a:pt x="24747" y="11532"/>
                </a:lnTo>
                <a:lnTo>
                  <a:pt x="26881" y="10071"/>
                </a:lnTo>
                <a:lnTo>
                  <a:pt x="30558" y="11905"/>
                </a:lnTo>
                <a:lnTo>
                  <a:pt x="32779" y="10955"/>
                </a:lnTo>
                <a:lnTo>
                  <a:pt x="31968" y="8002"/>
                </a:lnTo>
                <a:lnTo>
                  <a:pt x="32882" y="7089"/>
                </a:lnTo>
                <a:lnTo>
                  <a:pt x="35133" y="8002"/>
                </a:lnTo>
                <a:lnTo>
                  <a:pt x="36551" y="7271"/>
                </a:lnTo>
                <a:lnTo>
                  <a:pt x="38802" y="8185"/>
                </a:lnTo>
                <a:lnTo>
                  <a:pt x="39839" y="7147"/>
                </a:lnTo>
                <a:lnTo>
                  <a:pt x="38787" y="4502"/>
                </a:lnTo>
                <a:lnTo>
                  <a:pt x="40088" y="3639"/>
                </a:lnTo>
                <a:lnTo>
                  <a:pt x="41996" y="4385"/>
                </a:lnTo>
                <a:lnTo>
                  <a:pt x="43786" y="3844"/>
                </a:lnTo>
                <a:lnTo>
                  <a:pt x="45387" y="4129"/>
                </a:lnTo>
                <a:lnTo>
                  <a:pt x="47463" y="4129"/>
                </a:lnTo>
                <a:lnTo>
                  <a:pt x="48851" y="4348"/>
                </a:lnTo>
                <a:lnTo>
                  <a:pt x="49874" y="4129"/>
                </a:lnTo>
                <a:lnTo>
                  <a:pt x="50159" y="4070"/>
                </a:lnTo>
                <a:lnTo>
                  <a:pt x="49618" y="877"/>
                </a:lnTo>
                <a:lnTo>
                  <a:pt x="50232" y="263"/>
                </a:lnTo>
                <a:lnTo>
                  <a:pt x="52834" y="679"/>
                </a:lnTo>
                <a:lnTo>
                  <a:pt x="57921" y="109"/>
                </a:lnTo>
                <a:lnTo>
                  <a:pt x="62847" y="621"/>
                </a:lnTo>
                <a:lnTo>
                  <a:pt x="70653" y="621"/>
                </a:lnTo>
                <a:lnTo>
                  <a:pt x="74775" y="0"/>
                </a:lnTo>
                <a:lnTo>
                  <a:pt x="78210" y="672"/>
                </a:lnTo>
                <a:lnTo>
                  <a:pt x="77691" y="3880"/>
                </a:lnTo>
                <a:lnTo>
                  <a:pt x="78371" y="4560"/>
                </a:lnTo>
                <a:lnTo>
                  <a:pt x="80826" y="3975"/>
                </a:lnTo>
                <a:lnTo>
                  <a:pt x="83531" y="4648"/>
                </a:lnTo>
                <a:lnTo>
                  <a:pt x="86483" y="3318"/>
                </a:lnTo>
                <a:lnTo>
                  <a:pt x="88888" y="4304"/>
                </a:lnTo>
                <a:lnTo>
                  <a:pt x="88098" y="7279"/>
                </a:lnTo>
                <a:lnTo>
                  <a:pt x="88793" y="7966"/>
                </a:lnTo>
                <a:lnTo>
                  <a:pt x="91453" y="7608"/>
                </a:lnTo>
                <a:lnTo>
                  <a:pt x="92820" y="7681"/>
                </a:lnTo>
                <a:lnTo>
                  <a:pt x="94705" y="7272"/>
                </a:lnTo>
                <a:lnTo>
                  <a:pt x="95941" y="7856"/>
                </a:lnTo>
                <a:lnTo>
                  <a:pt x="95078" y="10750"/>
                </a:lnTo>
                <a:lnTo>
                  <a:pt x="95802" y="11474"/>
                </a:lnTo>
                <a:lnTo>
                  <a:pt x="98469" y="11116"/>
                </a:lnTo>
                <a:lnTo>
                  <a:pt x="99661" y="11182"/>
                </a:lnTo>
                <a:lnTo>
                  <a:pt x="101948" y="10772"/>
                </a:lnTo>
                <a:lnTo>
                  <a:pt x="103059" y="11540"/>
                </a:lnTo>
                <a:lnTo>
                  <a:pt x="101985" y="14156"/>
                </a:lnTo>
                <a:lnTo>
                  <a:pt x="102979" y="15143"/>
                </a:lnTo>
                <a:lnTo>
                  <a:pt x="105625" y="14091"/>
                </a:lnTo>
                <a:lnTo>
                  <a:pt x="106465" y="15355"/>
                </a:lnTo>
                <a:lnTo>
                  <a:pt x="105413" y="17577"/>
                </a:lnTo>
                <a:lnTo>
                  <a:pt x="106582" y="18746"/>
                </a:lnTo>
                <a:lnTo>
                  <a:pt x="108921" y="17577"/>
                </a:lnTo>
                <a:lnTo>
                  <a:pt x="109995" y="18651"/>
                </a:lnTo>
                <a:lnTo>
                  <a:pt x="108943" y="21297"/>
                </a:lnTo>
                <a:lnTo>
                  <a:pt x="110105" y="22071"/>
                </a:lnTo>
                <a:lnTo>
                  <a:pt x="112583" y="21121"/>
                </a:lnTo>
                <a:lnTo>
                  <a:pt x="113540" y="22342"/>
                </a:lnTo>
                <a:lnTo>
                  <a:pt x="112415" y="24578"/>
                </a:lnTo>
                <a:lnTo>
                  <a:pt x="113379" y="25543"/>
                </a:lnTo>
                <a:lnTo>
                  <a:pt x="116332" y="24739"/>
                </a:lnTo>
                <a:lnTo>
                  <a:pt x="117370" y="27151"/>
                </a:lnTo>
                <a:lnTo>
                  <a:pt x="115660" y="30228"/>
                </a:lnTo>
                <a:lnTo>
                  <a:pt x="116712" y="32640"/>
                </a:lnTo>
                <a:lnTo>
                  <a:pt x="119657" y="31821"/>
                </a:lnTo>
                <a:lnTo>
                  <a:pt x="120359" y="32523"/>
                </a:lnTo>
                <a:lnTo>
                  <a:pt x="120001" y="35190"/>
                </a:lnTo>
                <a:lnTo>
                  <a:pt x="120074" y="36608"/>
                </a:lnTo>
                <a:lnTo>
                  <a:pt x="119680" y="38392"/>
                </a:lnTo>
                <a:lnTo>
                  <a:pt x="120220" y="39656"/>
                </a:lnTo>
                <a:lnTo>
                  <a:pt x="123173" y="38845"/>
                </a:lnTo>
                <a:lnTo>
                  <a:pt x="123970" y="39641"/>
                </a:lnTo>
                <a:lnTo>
                  <a:pt x="123385" y="42097"/>
                </a:lnTo>
                <a:lnTo>
                  <a:pt x="124080" y="44874"/>
                </a:lnTo>
                <a:lnTo>
                  <a:pt x="122837" y="47630"/>
                </a:lnTo>
                <a:lnTo>
                  <a:pt x="123663" y="50107"/>
                </a:lnTo>
                <a:lnTo>
                  <a:pt x="126733" y="49420"/>
                </a:lnTo>
                <a:lnTo>
                  <a:pt x="127376" y="50063"/>
                </a:lnTo>
                <a:lnTo>
                  <a:pt x="127018" y="52731"/>
                </a:lnTo>
                <a:lnTo>
                  <a:pt x="127288" y="57847"/>
                </a:lnTo>
                <a:lnTo>
                  <a:pt x="126959" y="69431"/>
                </a:lnTo>
                <a:lnTo>
                  <a:pt x="127566" y="72209"/>
                </a:lnTo>
                <a:lnTo>
                  <a:pt x="126893" y="74913"/>
                </a:lnTo>
                <a:lnTo>
                  <a:pt x="127478" y="77376"/>
                </a:lnTo>
                <a:lnTo>
                  <a:pt x="126784" y="78063"/>
                </a:lnTo>
                <a:lnTo>
                  <a:pt x="123612" y="77493"/>
                </a:lnTo>
                <a:lnTo>
                  <a:pt x="123056" y="79861"/>
                </a:lnTo>
                <a:lnTo>
                  <a:pt x="123539" y="82689"/>
                </a:lnTo>
                <a:lnTo>
                  <a:pt x="123539" y="85722"/>
                </a:lnTo>
                <a:lnTo>
                  <a:pt x="123853" y="87484"/>
                </a:lnTo>
                <a:lnTo>
                  <a:pt x="123385" y="88726"/>
                </a:lnTo>
                <a:lnTo>
                  <a:pt x="120367" y="87988"/>
                </a:lnTo>
                <a:lnTo>
                  <a:pt x="119701" y="88653"/>
                </a:lnTo>
                <a:lnTo>
                  <a:pt x="120060" y="91321"/>
                </a:lnTo>
                <a:lnTo>
                  <a:pt x="119987" y="92695"/>
                </a:lnTo>
                <a:lnTo>
                  <a:pt x="120396" y="94573"/>
                </a:lnTo>
                <a:lnTo>
                  <a:pt x="119811" y="95808"/>
                </a:lnTo>
                <a:lnTo>
                  <a:pt x="116917" y="94946"/>
                </a:lnTo>
                <a:lnTo>
                  <a:pt x="116193" y="95669"/>
                </a:lnTo>
                <a:lnTo>
                  <a:pt x="116544" y="98337"/>
                </a:lnTo>
                <a:lnTo>
                  <a:pt x="116486" y="99521"/>
                </a:lnTo>
                <a:lnTo>
                  <a:pt x="116895" y="101823"/>
                </a:lnTo>
                <a:lnTo>
                  <a:pt x="116120" y="102927"/>
                </a:lnTo>
                <a:lnTo>
                  <a:pt x="113518" y="101852"/>
                </a:lnTo>
                <a:lnTo>
                  <a:pt x="112429" y="102941"/>
                </a:lnTo>
                <a:lnTo>
                  <a:pt x="113599" y="105280"/>
                </a:lnTo>
                <a:lnTo>
                  <a:pt x="112429" y="106449"/>
                </a:lnTo>
                <a:lnTo>
                  <a:pt x="110091" y="105280"/>
                </a:lnTo>
                <a:lnTo>
                  <a:pt x="108921" y="106449"/>
                </a:lnTo>
                <a:lnTo>
                  <a:pt x="110090" y="108788"/>
                </a:lnTo>
                <a:lnTo>
                  <a:pt x="108921" y="109957"/>
                </a:lnTo>
                <a:lnTo>
                  <a:pt x="106582" y="108788"/>
                </a:lnTo>
                <a:lnTo>
                  <a:pt x="105413" y="109957"/>
                </a:lnTo>
                <a:lnTo>
                  <a:pt x="106582" y="112296"/>
                </a:lnTo>
                <a:lnTo>
                  <a:pt x="105413" y="113466"/>
                </a:lnTo>
                <a:lnTo>
                  <a:pt x="103074" y="112296"/>
                </a:lnTo>
                <a:lnTo>
                  <a:pt x="101992" y="113371"/>
                </a:lnTo>
                <a:lnTo>
                  <a:pt x="103052" y="116009"/>
                </a:lnTo>
                <a:lnTo>
                  <a:pt x="101218" y="117244"/>
                </a:lnTo>
                <a:lnTo>
                  <a:pt x="96401" y="115249"/>
                </a:lnTo>
                <a:lnTo>
                  <a:pt x="95137" y="116798"/>
                </a:lnTo>
                <a:lnTo>
                  <a:pt x="95912" y="119692"/>
                </a:lnTo>
                <a:lnTo>
                  <a:pt x="94201" y="120504"/>
                </a:lnTo>
                <a:lnTo>
                  <a:pt x="89290" y="118874"/>
                </a:lnTo>
                <a:lnTo>
                  <a:pt x="88164" y="120255"/>
                </a:lnTo>
                <a:lnTo>
                  <a:pt x="88844" y="123259"/>
                </a:lnTo>
                <a:lnTo>
                  <a:pt x="86747" y="124070"/>
                </a:lnTo>
                <a:lnTo>
                  <a:pt x="83297" y="123405"/>
                </a:lnTo>
                <a:lnTo>
                  <a:pt x="80432" y="123405"/>
                </a:lnTo>
                <a:lnTo>
                  <a:pt x="78905" y="123142"/>
                </a:lnTo>
                <a:lnTo>
                  <a:pt x="77611" y="123493"/>
                </a:lnTo>
                <a:lnTo>
                  <a:pt x="78225" y="126628"/>
                </a:lnTo>
                <a:lnTo>
                  <a:pt x="77604" y="127250"/>
                </a:lnTo>
                <a:lnTo>
                  <a:pt x="74943" y="126891"/>
                </a:lnTo>
                <a:lnTo>
                  <a:pt x="69835" y="127155"/>
                </a:lnTo>
                <a:lnTo>
                  <a:pt x="58243" y="126826"/>
                </a:lnTo>
                <a:lnTo>
                  <a:pt x="55473" y="127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6513466" y="8848951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4767" y="120475"/>
                </a:moveTo>
                <a:lnTo>
                  <a:pt x="70498" y="119788"/>
                </a:lnTo>
                <a:lnTo>
                  <a:pt x="47622" y="119788"/>
                </a:lnTo>
                <a:lnTo>
                  <a:pt x="44874" y="120241"/>
                </a:lnTo>
                <a:lnTo>
                  <a:pt x="42484" y="119729"/>
                </a:lnTo>
                <a:lnTo>
                  <a:pt x="43025" y="116535"/>
                </a:lnTo>
                <a:lnTo>
                  <a:pt x="42338" y="115848"/>
                </a:lnTo>
                <a:lnTo>
                  <a:pt x="39882" y="116433"/>
                </a:lnTo>
                <a:lnTo>
                  <a:pt x="37281" y="115790"/>
                </a:lnTo>
                <a:lnTo>
                  <a:pt x="34043" y="117178"/>
                </a:lnTo>
                <a:lnTo>
                  <a:pt x="31763" y="116038"/>
                </a:lnTo>
                <a:lnTo>
                  <a:pt x="32654" y="113181"/>
                </a:lnTo>
                <a:lnTo>
                  <a:pt x="31755" y="112282"/>
                </a:lnTo>
                <a:lnTo>
                  <a:pt x="29110" y="113334"/>
                </a:lnTo>
                <a:lnTo>
                  <a:pt x="28474" y="112369"/>
                </a:lnTo>
                <a:lnTo>
                  <a:pt x="29131" y="109439"/>
                </a:lnTo>
                <a:lnTo>
                  <a:pt x="27991" y="108927"/>
                </a:lnTo>
                <a:lnTo>
                  <a:pt x="26069" y="109263"/>
                </a:lnTo>
                <a:lnTo>
                  <a:pt x="24681" y="109263"/>
                </a:lnTo>
                <a:lnTo>
                  <a:pt x="22137" y="109600"/>
                </a:lnTo>
                <a:lnTo>
                  <a:pt x="21143" y="108781"/>
                </a:lnTo>
                <a:lnTo>
                  <a:pt x="22283" y="106303"/>
                </a:lnTo>
                <a:lnTo>
                  <a:pt x="21245" y="105265"/>
                </a:lnTo>
                <a:lnTo>
                  <a:pt x="18600" y="106318"/>
                </a:lnTo>
                <a:lnTo>
                  <a:pt x="17759" y="105054"/>
                </a:lnTo>
                <a:lnTo>
                  <a:pt x="18812" y="102832"/>
                </a:lnTo>
                <a:lnTo>
                  <a:pt x="17642" y="101662"/>
                </a:lnTo>
                <a:lnTo>
                  <a:pt x="15304" y="102832"/>
                </a:lnTo>
                <a:lnTo>
                  <a:pt x="14229" y="101757"/>
                </a:lnTo>
                <a:lnTo>
                  <a:pt x="15282" y="99112"/>
                </a:lnTo>
                <a:lnTo>
                  <a:pt x="14120" y="98337"/>
                </a:lnTo>
                <a:lnTo>
                  <a:pt x="11635" y="99280"/>
                </a:lnTo>
                <a:lnTo>
                  <a:pt x="10253" y="97511"/>
                </a:lnTo>
                <a:lnTo>
                  <a:pt x="12387" y="92680"/>
                </a:lnTo>
                <a:lnTo>
                  <a:pt x="10568" y="91189"/>
                </a:lnTo>
                <a:lnTo>
                  <a:pt x="8280" y="92322"/>
                </a:lnTo>
                <a:lnTo>
                  <a:pt x="7125" y="91116"/>
                </a:lnTo>
                <a:lnTo>
                  <a:pt x="8295" y="88807"/>
                </a:lnTo>
                <a:lnTo>
                  <a:pt x="7293" y="87805"/>
                </a:lnTo>
                <a:lnTo>
                  <a:pt x="4436" y="88697"/>
                </a:lnTo>
                <a:lnTo>
                  <a:pt x="3296" y="86409"/>
                </a:lnTo>
                <a:lnTo>
                  <a:pt x="4692" y="83172"/>
                </a:lnTo>
                <a:lnTo>
                  <a:pt x="4041" y="80577"/>
                </a:lnTo>
                <a:lnTo>
                  <a:pt x="4626" y="78121"/>
                </a:lnTo>
                <a:lnTo>
                  <a:pt x="3939" y="77427"/>
                </a:lnTo>
                <a:lnTo>
                  <a:pt x="752" y="77982"/>
                </a:lnTo>
                <a:lnTo>
                  <a:pt x="0" y="74606"/>
                </a:lnTo>
                <a:lnTo>
                  <a:pt x="687" y="70330"/>
                </a:lnTo>
                <a:lnTo>
                  <a:pt x="687" y="47469"/>
                </a:lnTo>
                <a:lnTo>
                  <a:pt x="233" y="44714"/>
                </a:lnTo>
                <a:lnTo>
                  <a:pt x="745" y="42324"/>
                </a:lnTo>
                <a:lnTo>
                  <a:pt x="3939" y="42865"/>
                </a:lnTo>
                <a:lnTo>
                  <a:pt x="4531" y="42280"/>
                </a:lnTo>
                <a:lnTo>
                  <a:pt x="4173" y="39612"/>
                </a:lnTo>
                <a:lnTo>
                  <a:pt x="4246" y="38172"/>
                </a:lnTo>
                <a:lnTo>
                  <a:pt x="3851" y="36447"/>
                </a:lnTo>
                <a:lnTo>
                  <a:pt x="4472" y="34905"/>
                </a:lnTo>
                <a:lnTo>
                  <a:pt x="3698" y="32581"/>
                </a:lnTo>
                <a:lnTo>
                  <a:pt x="4684" y="31595"/>
                </a:lnTo>
                <a:lnTo>
                  <a:pt x="7330" y="32647"/>
                </a:lnTo>
                <a:lnTo>
                  <a:pt x="8251" y="31266"/>
                </a:lnTo>
                <a:lnTo>
                  <a:pt x="7220" y="29439"/>
                </a:lnTo>
                <a:lnTo>
                  <a:pt x="7995" y="28057"/>
                </a:lnTo>
                <a:lnTo>
                  <a:pt x="10772" y="29022"/>
                </a:lnTo>
                <a:lnTo>
                  <a:pt x="11547" y="28247"/>
                </a:lnTo>
                <a:lnTo>
                  <a:pt x="11189" y="25580"/>
                </a:lnTo>
                <a:lnTo>
                  <a:pt x="11255" y="24279"/>
                </a:lnTo>
                <a:lnTo>
                  <a:pt x="10838" y="22240"/>
                </a:lnTo>
                <a:lnTo>
                  <a:pt x="11496" y="21048"/>
                </a:lnTo>
                <a:lnTo>
                  <a:pt x="14288" y="21991"/>
                </a:lnTo>
                <a:lnTo>
                  <a:pt x="15318" y="20961"/>
                </a:lnTo>
                <a:lnTo>
                  <a:pt x="14156" y="18680"/>
                </a:lnTo>
                <a:lnTo>
                  <a:pt x="15252" y="17460"/>
                </a:lnTo>
                <a:lnTo>
                  <a:pt x="17657" y="18622"/>
                </a:lnTo>
                <a:lnTo>
                  <a:pt x="18717" y="17562"/>
                </a:lnTo>
                <a:lnTo>
                  <a:pt x="17664" y="14917"/>
                </a:lnTo>
                <a:lnTo>
                  <a:pt x="18987" y="14040"/>
                </a:lnTo>
                <a:lnTo>
                  <a:pt x="21041" y="15129"/>
                </a:lnTo>
                <a:lnTo>
                  <a:pt x="22327" y="14047"/>
                </a:lnTo>
                <a:lnTo>
                  <a:pt x="21180" y="11591"/>
                </a:lnTo>
                <a:lnTo>
                  <a:pt x="22327" y="10444"/>
                </a:lnTo>
                <a:lnTo>
                  <a:pt x="24549" y="11533"/>
                </a:lnTo>
                <a:lnTo>
                  <a:pt x="25930" y="10539"/>
                </a:lnTo>
                <a:lnTo>
                  <a:pt x="28152" y="11628"/>
                </a:lnTo>
                <a:lnTo>
                  <a:pt x="29234" y="10546"/>
                </a:lnTo>
                <a:lnTo>
                  <a:pt x="28181" y="7900"/>
                </a:lnTo>
                <a:lnTo>
                  <a:pt x="29504" y="7023"/>
                </a:lnTo>
                <a:lnTo>
                  <a:pt x="31558" y="8112"/>
                </a:lnTo>
                <a:lnTo>
                  <a:pt x="32844" y="7031"/>
                </a:lnTo>
                <a:lnTo>
                  <a:pt x="31697" y="4575"/>
                </a:lnTo>
                <a:lnTo>
                  <a:pt x="32727" y="3537"/>
                </a:lnTo>
                <a:lnTo>
                  <a:pt x="35081" y="4261"/>
                </a:lnTo>
                <a:lnTo>
                  <a:pt x="37799" y="3289"/>
                </a:lnTo>
                <a:lnTo>
                  <a:pt x="40650" y="4604"/>
                </a:lnTo>
                <a:lnTo>
                  <a:pt x="42770" y="4019"/>
                </a:lnTo>
                <a:lnTo>
                  <a:pt x="43091" y="3932"/>
                </a:lnTo>
                <a:lnTo>
                  <a:pt x="42492" y="789"/>
                </a:lnTo>
                <a:lnTo>
                  <a:pt x="43150" y="131"/>
                </a:lnTo>
                <a:lnTo>
                  <a:pt x="45700" y="599"/>
                </a:lnTo>
                <a:lnTo>
                  <a:pt x="49567" y="0"/>
                </a:lnTo>
                <a:lnTo>
                  <a:pt x="53469" y="511"/>
                </a:lnTo>
                <a:lnTo>
                  <a:pt x="72998" y="511"/>
                </a:lnTo>
                <a:lnTo>
                  <a:pt x="75746" y="58"/>
                </a:lnTo>
                <a:lnTo>
                  <a:pt x="78136" y="570"/>
                </a:lnTo>
                <a:lnTo>
                  <a:pt x="77595" y="3764"/>
                </a:lnTo>
                <a:lnTo>
                  <a:pt x="78282" y="4451"/>
                </a:lnTo>
                <a:lnTo>
                  <a:pt x="80738" y="3866"/>
                </a:lnTo>
                <a:lnTo>
                  <a:pt x="83340" y="4516"/>
                </a:lnTo>
                <a:lnTo>
                  <a:pt x="86555" y="3128"/>
                </a:lnTo>
                <a:lnTo>
                  <a:pt x="88858" y="4253"/>
                </a:lnTo>
                <a:lnTo>
                  <a:pt x="87974" y="7125"/>
                </a:lnTo>
                <a:lnTo>
                  <a:pt x="88865" y="8017"/>
                </a:lnTo>
                <a:lnTo>
                  <a:pt x="91511" y="6965"/>
                </a:lnTo>
                <a:lnTo>
                  <a:pt x="92154" y="7929"/>
                </a:lnTo>
                <a:lnTo>
                  <a:pt x="91496" y="10860"/>
                </a:lnTo>
                <a:lnTo>
                  <a:pt x="92636" y="11372"/>
                </a:lnTo>
                <a:lnTo>
                  <a:pt x="94558" y="11035"/>
                </a:lnTo>
                <a:lnTo>
                  <a:pt x="95984" y="11035"/>
                </a:lnTo>
                <a:lnTo>
                  <a:pt x="98461" y="10699"/>
                </a:lnTo>
                <a:lnTo>
                  <a:pt x="99484" y="11489"/>
                </a:lnTo>
                <a:lnTo>
                  <a:pt x="98366" y="14010"/>
                </a:lnTo>
                <a:lnTo>
                  <a:pt x="99389" y="15033"/>
                </a:lnTo>
                <a:lnTo>
                  <a:pt x="102035" y="13981"/>
                </a:lnTo>
                <a:lnTo>
                  <a:pt x="102876" y="15245"/>
                </a:lnTo>
                <a:lnTo>
                  <a:pt x="101823" y="17467"/>
                </a:lnTo>
                <a:lnTo>
                  <a:pt x="102993" y="18636"/>
                </a:lnTo>
                <a:lnTo>
                  <a:pt x="105331" y="17467"/>
                </a:lnTo>
                <a:lnTo>
                  <a:pt x="106406" y="18541"/>
                </a:lnTo>
                <a:lnTo>
                  <a:pt x="105353" y="21187"/>
                </a:lnTo>
                <a:lnTo>
                  <a:pt x="106515" y="21962"/>
                </a:lnTo>
                <a:lnTo>
                  <a:pt x="109000" y="21019"/>
                </a:lnTo>
                <a:lnTo>
                  <a:pt x="110381" y="22788"/>
                </a:lnTo>
                <a:lnTo>
                  <a:pt x="108247" y="27619"/>
                </a:lnTo>
                <a:lnTo>
                  <a:pt x="110067" y="29110"/>
                </a:lnTo>
                <a:lnTo>
                  <a:pt x="112355" y="27977"/>
                </a:lnTo>
                <a:lnTo>
                  <a:pt x="113502" y="29183"/>
                </a:lnTo>
                <a:lnTo>
                  <a:pt x="112333" y="31492"/>
                </a:lnTo>
                <a:lnTo>
                  <a:pt x="113342" y="32494"/>
                </a:lnTo>
                <a:lnTo>
                  <a:pt x="116185" y="31595"/>
                </a:lnTo>
                <a:lnTo>
                  <a:pt x="117332" y="33875"/>
                </a:lnTo>
                <a:lnTo>
                  <a:pt x="115943" y="37134"/>
                </a:lnTo>
                <a:lnTo>
                  <a:pt x="116586" y="39722"/>
                </a:lnTo>
                <a:lnTo>
                  <a:pt x="116002" y="42178"/>
                </a:lnTo>
                <a:lnTo>
                  <a:pt x="116689" y="42872"/>
                </a:lnTo>
                <a:lnTo>
                  <a:pt x="119875" y="42316"/>
                </a:lnTo>
                <a:lnTo>
                  <a:pt x="120621" y="45693"/>
                </a:lnTo>
                <a:lnTo>
                  <a:pt x="119934" y="49969"/>
                </a:lnTo>
                <a:lnTo>
                  <a:pt x="119934" y="72837"/>
                </a:lnTo>
                <a:lnTo>
                  <a:pt x="120387" y="75585"/>
                </a:lnTo>
                <a:lnTo>
                  <a:pt x="119875" y="77975"/>
                </a:lnTo>
                <a:lnTo>
                  <a:pt x="116681" y="77434"/>
                </a:lnTo>
                <a:lnTo>
                  <a:pt x="116002" y="78121"/>
                </a:lnTo>
                <a:lnTo>
                  <a:pt x="116586" y="80577"/>
                </a:lnTo>
                <a:lnTo>
                  <a:pt x="115936" y="83172"/>
                </a:lnTo>
                <a:lnTo>
                  <a:pt x="117332" y="86409"/>
                </a:lnTo>
                <a:lnTo>
                  <a:pt x="116192" y="88697"/>
                </a:lnTo>
                <a:lnTo>
                  <a:pt x="113334" y="87805"/>
                </a:lnTo>
                <a:lnTo>
                  <a:pt x="112435" y="88704"/>
                </a:lnTo>
                <a:lnTo>
                  <a:pt x="113488" y="91350"/>
                </a:lnTo>
                <a:lnTo>
                  <a:pt x="112348" y="92110"/>
                </a:lnTo>
                <a:lnTo>
                  <a:pt x="109819" y="91189"/>
                </a:lnTo>
                <a:lnTo>
                  <a:pt x="108489" y="92965"/>
                </a:lnTo>
                <a:lnTo>
                  <a:pt x="110586" y="97789"/>
                </a:lnTo>
                <a:lnTo>
                  <a:pt x="108832" y="99214"/>
                </a:lnTo>
                <a:lnTo>
                  <a:pt x="106376" y="98162"/>
                </a:lnTo>
                <a:lnTo>
                  <a:pt x="105390" y="99404"/>
                </a:lnTo>
                <a:lnTo>
                  <a:pt x="106515" y="101648"/>
                </a:lnTo>
                <a:lnTo>
                  <a:pt x="105426" y="102737"/>
                </a:lnTo>
                <a:lnTo>
                  <a:pt x="102781" y="101684"/>
                </a:lnTo>
                <a:lnTo>
                  <a:pt x="101904" y="103007"/>
                </a:lnTo>
                <a:lnTo>
                  <a:pt x="102993" y="105061"/>
                </a:lnTo>
                <a:lnTo>
                  <a:pt x="101911" y="106347"/>
                </a:lnTo>
                <a:lnTo>
                  <a:pt x="99455" y="105200"/>
                </a:lnTo>
                <a:lnTo>
                  <a:pt x="98352" y="106303"/>
                </a:lnTo>
                <a:lnTo>
                  <a:pt x="99492" y="108781"/>
                </a:lnTo>
                <a:lnTo>
                  <a:pt x="97687" y="110257"/>
                </a:lnTo>
                <a:lnTo>
                  <a:pt x="92848" y="108087"/>
                </a:lnTo>
                <a:lnTo>
                  <a:pt x="91357" y="109914"/>
                </a:lnTo>
                <a:lnTo>
                  <a:pt x="92483" y="112201"/>
                </a:lnTo>
                <a:lnTo>
                  <a:pt x="91277" y="113349"/>
                </a:lnTo>
                <a:lnTo>
                  <a:pt x="88967" y="112179"/>
                </a:lnTo>
                <a:lnTo>
                  <a:pt x="87966" y="113181"/>
                </a:lnTo>
                <a:lnTo>
                  <a:pt x="88858" y="116038"/>
                </a:lnTo>
                <a:lnTo>
                  <a:pt x="86577" y="117178"/>
                </a:lnTo>
                <a:lnTo>
                  <a:pt x="83332" y="115790"/>
                </a:lnTo>
                <a:lnTo>
                  <a:pt x="80738" y="116433"/>
                </a:lnTo>
                <a:lnTo>
                  <a:pt x="78282" y="115848"/>
                </a:lnTo>
                <a:lnTo>
                  <a:pt x="77595" y="116543"/>
                </a:lnTo>
                <a:lnTo>
                  <a:pt x="78143" y="119722"/>
                </a:lnTo>
                <a:lnTo>
                  <a:pt x="74767" y="120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3" name="object 193"/>
          <p:cNvGrpSpPr/>
          <p:nvPr/>
        </p:nvGrpSpPr>
        <p:grpSpPr>
          <a:xfrm>
            <a:off x="17987291" y="8849431"/>
            <a:ext cx="120014" cy="119380"/>
            <a:chOff x="17987291" y="8849431"/>
            <a:chExt cx="120014" cy="119380"/>
          </a:xfrm>
        </p:grpSpPr>
        <p:sp>
          <p:nvSpPr>
            <p:cNvPr id="194" name="object 194"/>
            <p:cNvSpPr/>
            <p:nvPr/>
          </p:nvSpPr>
          <p:spPr>
            <a:xfrm>
              <a:off x="17987289" y="8849436"/>
              <a:ext cx="120014" cy="99060"/>
            </a:xfrm>
            <a:custGeom>
              <a:avLst/>
              <a:gdLst/>
              <a:ahLst/>
              <a:cxnLst/>
              <a:rect l="l" t="t" r="r" b="b"/>
              <a:pathLst>
                <a:path w="120015" h="99059">
                  <a:moveTo>
                    <a:pt x="119799" y="62230"/>
                  </a:moveTo>
                  <a:lnTo>
                    <a:pt x="119494" y="62230"/>
                  </a:lnTo>
                  <a:lnTo>
                    <a:pt x="119494" y="57150"/>
                  </a:lnTo>
                  <a:lnTo>
                    <a:pt x="119786" y="57150"/>
                  </a:lnTo>
                  <a:lnTo>
                    <a:pt x="119786" y="54610"/>
                  </a:lnTo>
                  <a:lnTo>
                    <a:pt x="119672" y="52070"/>
                  </a:lnTo>
                  <a:lnTo>
                    <a:pt x="119634" y="49530"/>
                  </a:lnTo>
                  <a:lnTo>
                    <a:pt x="115811" y="49530"/>
                  </a:lnTo>
                  <a:lnTo>
                    <a:pt x="115811" y="46990"/>
                  </a:lnTo>
                  <a:lnTo>
                    <a:pt x="115760" y="44450"/>
                  </a:lnTo>
                  <a:lnTo>
                    <a:pt x="115989" y="44450"/>
                  </a:lnTo>
                  <a:lnTo>
                    <a:pt x="115989" y="40640"/>
                  </a:lnTo>
                  <a:lnTo>
                    <a:pt x="116281" y="40640"/>
                  </a:lnTo>
                  <a:lnTo>
                    <a:pt x="116281" y="36830"/>
                  </a:lnTo>
                  <a:lnTo>
                    <a:pt x="116395" y="35560"/>
                  </a:lnTo>
                  <a:lnTo>
                    <a:pt x="115925" y="35560"/>
                  </a:lnTo>
                  <a:lnTo>
                    <a:pt x="115925" y="34290"/>
                  </a:lnTo>
                  <a:lnTo>
                    <a:pt x="114973" y="34290"/>
                  </a:lnTo>
                  <a:lnTo>
                    <a:pt x="114973" y="35560"/>
                  </a:lnTo>
                  <a:lnTo>
                    <a:pt x="112293" y="35560"/>
                  </a:lnTo>
                  <a:lnTo>
                    <a:pt x="112293" y="34290"/>
                  </a:lnTo>
                  <a:lnTo>
                    <a:pt x="112610" y="34290"/>
                  </a:lnTo>
                  <a:lnTo>
                    <a:pt x="112610" y="31750"/>
                  </a:lnTo>
                  <a:lnTo>
                    <a:pt x="112153" y="31750"/>
                  </a:lnTo>
                  <a:lnTo>
                    <a:pt x="112153" y="30480"/>
                  </a:lnTo>
                  <a:lnTo>
                    <a:pt x="112522" y="30480"/>
                  </a:lnTo>
                  <a:lnTo>
                    <a:pt x="112522" y="29210"/>
                  </a:lnTo>
                  <a:lnTo>
                    <a:pt x="112966" y="29210"/>
                  </a:lnTo>
                  <a:lnTo>
                    <a:pt x="112966" y="27940"/>
                  </a:lnTo>
                  <a:lnTo>
                    <a:pt x="109677" y="27940"/>
                  </a:lnTo>
                  <a:lnTo>
                    <a:pt x="109677" y="29210"/>
                  </a:lnTo>
                  <a:lnTo>
                    <a:pt x="109347" y="29210"/>
                  </a:lnTo>
                  <a:lnTo>
                    <a:pt x="109347" y="27940"/>
                  </a:lnTo>
                  <a:lnTo>
                    <a:pt x="108839" y="27940"/>
                  </a:lnTo>
                  <a:lnTo>
                    <a:pt x="108839" y="25400"/>
                  </a:lnTo>
                  <a:lnTo>
                    <a:pt x="109156" y="25400"/>
                  </a:lnTo>
                  <a:lnTo>
                    <a:pt x="109156" y="24130"/>
                  </a:lnTo>
                  <a:lnTo>
                    <a:pt x="106857" y="24130"/>
                  </a:lnTo>
                  <a:lnTo>
                    <a:pt x="106857" y="25400"/>
                  </a:lnTo>
                  <a:lnTo>
                    <a:pt x="105613" y="25400"/>
                  </a:lnTo>
                  <a:lnTo>
                    <a:pt x="105613" y="24130"/>
                  </a:lnTo>
                  <a:lnTo>
                    <a:pt x="105435" y="24130"/>
                  </a:lnTo>
                  <a:lnTo>
                    <a:pt x="105435" y="21590"/>
                  </a:lnTo>
                  <a:lnTo>
                    <a:pt x="105397" y="20320"/>
                  </a:lnTo>
                  <a:lnTo>
                    <a:pt x="104000" y="20320"/>
                  </a:lnTo>
                  <a:lnTo>
                    <a:pt x="104000" y="21590"/>
                  </a:lnTo>
                  <a:lnTo>
                    <a:pt x="101841" y="21590"/>
                  </a:lnTo>
                  <a:lnTo>
                    <a:pt x="101841" y="20320"/>
                  </a:lnTo>
                  <a:lnTo>
                    <a:pt x="102108" y="20320"/>
                  </a:lnTo>
                  <a:lnTo>
                    <a:pt x="102108" y="17780"/>
                  </a:lnTo>
                  <a:lnTo>
                    <a:pt x="101536" y="17780"/>
                  </a:lnTo>
                  <a:lnTo>
                    <a:pt x="101536" y="16510"/>
                  </a:lnTo>
                  <a:lnTo>
                    <a:pt x="101066" y="16510"/>
                  </a:lnTo>
                  <a:lnTo>
                    <a:pt x="101066" y="17780"/>
                  </a:lnTo>
                  <a:lnTo>
                    <a:pt x="98044" y="17780"/>
                  </a:lnTo>
                  <a:lnTo>
                    <a:pt x="98044" y="16510"/>
                  </a:lnTo>
                  <a:lnTo>
                    <a:pt x="98437" y="16510"/>
                  </a:lnTo>
                  <a:lnTo>
                    <a:pt x="98437" y="15240"/>
                  </a:lnTo>
                  <a:lnTo>
                    <a:pt x="98996" y="15240"/>
                  </a:lnTo>
                  <a:lnTo>
                    <a:pt x="98996" y="13970"/>
                  </a:lnTo>
                  <a:lnTo>
                    <a:pt x="95631" y="13970"/>
                  </a:lnTo>
                  <a:lnTo>
                    <a:pt x="95631" y="15240"/>
                  </a:lnTo>
                  <a:lnTo>
                    <a:pt x="95504" y="15240"/>
                  </a:lnTo>
                  <a:lnTo>
                    <a:pt x="95504" y="13970"/>
                  </a:lnTo>
                  <a:lnTo>
                    <a:pt x="94792" y="13970"/>
                  </a:lnTo>
                  <a:lnTo>
                    <a:pt x="94792" y="11430"/>
                  </a:lnTo>
                  <a:lnTo>
                    <a:pt x="95250" y="11430"/>
                  </a:lnTo>
                  <a:lnTo>
                    <a:pt x="95250" y="10160"/>
                  </a:lnTo>
                  <a:lnTo>
                    <a:pt x="92760" y="10160"/>
                  </a:lnTo>
                  <a:lnTo>
                    <a:pt x="92760" y="11430"/>
                  </a:lnTo>
                  <a:lnTo>
                    <a:pt x="91694" y="11430"/>
                  </a:lnTo>
                  <a:lnTo>
                    <a:pt x="91694" y="10160"/>
                  </a:lnTo>
                  <a:lnTo>
                    <a:pt x="91440" y="10160"/>
                  </a:lnTo>
                  <a:lnTo>
                    <a:pt x="91440" y="7620"/>
                  </a:lnTo>
                  <a:lnTo>
                    <a:pt x="91338" y="6350"/>
                  </a:lnTo>
                  <a:lnTo>
                    <a:pt x="89268" y="6350"/>
                  </a:lnTo>
                  <a:lnTo>
                    <a:pt x="89268" y="7620"/>
                  </a:lnTo>
                  <a:lnTo>
                    <a:pt x="84378" y="7620"/>
                  </a:lnTo>
                  <a:lnTo>
                    <a:pt x="84378" y="6350"/>
                  </a:lnTo>
                  <a:lnTo>
                    <a:pt x="84505" y="6350"/>
                  </a:lnTo>
                  <a:lnTo>
                    <a:pt x="84505" y="3810"/>
                  </a:lnTo>
                  <a:lnTo>
                    <a:pt x="83489" y="3810"/>
                  </a:lnTo>
                  <a:lnTo>
                    <a:pt x="83489" y="2540"/>
                  </a:lnTo>
                  <a:lnTo>
                    <a:pt x="81203" y="2540"/>
                  </a:lnTo>
                  <a:lnTo>
                    <a:pt x="81203" y="3810"/>
                  </a:lnTo>
                  <a:lnTo>
                    <a:pt x="70205" y="3810"/>
                  </a:lnTo>
                  <a:lnTo>
                    <a:pt x="70205" y="2540"/>
                  </a:lnTo>
                  <a:lnTo>
                    <a:pt x="70497" y="2540"/>
                  </a:lnTo>
                  <a:lnTo>
                    <a:pt x="70497" y="0"/>
                  </a:lnTo>
                  <a:lnTo>
                    <a:pt x="49288" y="0"/>
                  </a:lnTo>
                  <a:lnTo>
                    <a:pt x="49288" y="2540"/>
                  </a:lnTo>
                  <a:lnTo>
                    <a:pt x="49593" y="2540"/>
                  </a:lnTo>
                  <a:lnTo>
                    <a:pt x="49593" y="3810"/>
                  </a:lnTo>
                  <a:lnTo>
                    <a:pt x="38620" y="3810"/>
                  </a:lnTo>
                  <a:lnTo>
                    <a:pt x="38620" y="2540"/>
                  </a:lnTo>
                  <a:lnTo>
                    <a:pt x="36258" y="2540"/>
                  </a:lnTo>
                  <a:lnTo>
                    <a:pt x="36258" y="3810"/>
                  </a:lnTo>
                  <a:lnTo>
                    <a:pt x="35280" y="3810"/>
                  </a:lnTo>
                  <a:lnTo>
                    <a:pt x="35280" y="6350"/>
                  </a:lnTo>
                  <a:lnTo>
                    <a:pt x="35407" y="6350"/>
                  </a:lnTo>
                  <a:lnTo>
                    <a:pt x="35407" y="7620"/>
                  </a:lnTo>
                  <a:lnTo>
                    <a:pt x="33401" y="7620"/>
                  </a:lnTo>
                  <a:lnTo>
                    <a:pt x="33401" y="6350"/>
                  </a:lnTo>
                  <a:lnTo>
                    <a:pt x="31940" y="6350"/>
                  </a:lnTo>
                  <a:lnTo>
                    <a:pt x="31940" y="7620"/>
                  </a:lnTo>
                  <a:lnTo>
                    <a:pt x="30022" y="7620"/>
                  </a:lnTo>
                  <a:lnTo>
                    <a:pt x="30022" y="6350"/>
                  </a:lnTo>
                  <a:lnTo>
                    <a:pt x="28397" y="6350"/>
                  </a:lnTo>
                  <a:lnTo>
                    <a:pt x="28397" y="7620"/>
                  </a:lnTo>
                  <a:lnTo>
                    <a:pt x="28384" y="10160"/>
                  </a:lnTo>
                  <a:lnTo>
                    <a:pt x="28028" y="10160"/>
                  </a:lnTo>
                  <a:lnTo>
                    <a:pt x="28028" y="11430"/>
                  </a:lnTo>
                  <a:lnTo>
                    <a:pt x="27101" y="11430"/>
                  </a:lnTo>
                  <a:lnTo>
                    <a:pt x="27101" y="10160"/>
                  </a:lnTo>
                  <a:lnTo>
                    <a:pt x="24587" y="10160"/>
                  </a:lnTo>
                  <a:lnTo>
                    <a:pt x="24587" y="11430"/>
                  </a:lnTo>
                  <a:lnTo>
                    <a:pt x="25019" y="11430"/>
                  </a:lnTo>
                  <a:lnTo>
                    <a:pt x="25019" y="13970"/>
                  </a:lnTo>
                  <a:lnTo>
                    <a:pt x="24193" y="13970"/>
                  </a:lnTo>
                  <a:lnTo>
                    <a:pt x="24193" y="15240"/>
                  </a:lnTo>
                  <a:lnTo>
                    <a:pt x="24053" y="15240"/>
                  </a:lnTo>
                  <a:lnTo>
                    <a:pt x="24053" y="13970"/>
                  </a:lnTo>
                  <a:lnTo>
                    <a:pt x="20828" y="13970"/>
                  </a:lnTo>
                  <a:lnTo>
                    <a:pt x="20828" y="15240"/>
                  </a:lnTo>
                  <a:lnTo>
                    <a:pt x="21336" y="15240"/>
                  </a:lnTo>
                  <a:lnTo>
                    <a:pt x="21336" y="16510"/>
                  </a:lnTo>
                  <a:lnTo>
                    <a:pt x="21755" y="16510"/>
                  </a:lnTo>
                  <a:lnTo>
                    <a:pt x="21755" y="17780"/>
                  </a:lnTo>
                  <a:lnTo>
                    <a:pt x="18719" y="17780"/>
                  </a:lnTo>
                  <a:lnTo>
                    <a:pt x="18719" y="16510"/>
                  </a:lnTo>
                  <a:lnTo>
                    <a:pt x="18249" y="16510"/>
                  </a:lnTo>
                  <a:lnTo>
                    <a:pt x="18249" y="17780"/>
                  </a:lnTo>
                  <a:lnTo>
                    <a:pt x="17691" y="17780"/>
                  </a:lnTo>
                  <a:lnTo>
                    <a:pt x="17691" y="20320"/>
                  </a:lnTo>
                  <a:lnTo>
                    <a:pt x="17945" y="20320"/>
                  </a:lnTo>
                  <a:lnTo>
                    <a:pt x="17945" y="21590"/>
                  </a:lnTo>
                  <a:lnTo>
                    <a:pt x="15824" y="21590"/>
                  </a:lnTo>
                  <a:lnTo>
                    <a:pt x="15824" y="20320"/>
                  </a:lnTo>
                  <a:lnTo>
                    <a:pt x="14439" y="20320"/>
                  </a:lnTo>
                  <a:lnTo>
                    <a:pt x="14439" y="21590"/>
                  </a:lnTo>
                  <a:lnTo>
                    <a:pt x="14325" y="24130"/>
                  </a:lnTo>
                  <a:lnTo>
                    <a:pt x="14135" y="24130"/>
                  </a:lnTo>
                  <a:lnTo>
                    <a:pt x="14135" y="25400"/>
                  </a:lnTo>
                  <a:lnTo>
                    <a:pt x="12954" y="25400"/>
                  </a:lnTo>
                  <a:lnTo>
                    <a:pt x="12954" y="24130"/>
                  </a:lnTo>
                  <a:lnTo>
                    <a:pt x="10668" y="24130"/>
                  </a:lnTo>
                  <a:lnTo>
                    <a:pt x="10668" y="25400"/>
                  </a:lnTo>
                  <a:lnTo>
                    <a:pt x="10985" y="25400"/>
                  </a:lnTo>
                  <a:lnTo>
                    <a:pt x="10985" y="27940"/>
                  </a:lnTo>
                  <a:lnTo>
                    <a:pt x="7048" y="27940"/>
                  </a:lnTo>
                  <a:lnTo>
                    <a:pt x="7048" y="29210"/>
                  </a:lnTo>
                  <a:lnTo>
                    <a:pt x="7150" y="30480"/>
                  </a:lnTo>
                  <a:lnTo>
                    <a:pt x="7340" y="30480"/>
                  </a:lnTo>
                  <a:lnTo>
                    <a:pt x="7340" y="31750"/>
                  </a:lnTo>
                  <a:lnTo>
                    <a:pt x="7404" y="34290"/>
                  </a:lnTo>
                  <a:lnTo>
                    <a:pt x="7505" y="35560"/>
                  </a:lnTo>
                  <a:lnTo>
                    <a:pt x="4826" y="35560"/>
                  </a:lnTo>
                  <a:lnTo>
                    <a:pt x="4826" y="34290"/>
                  </a:lnTo>
                  <a:lnTo>
                    <a:pt x="3873" y="34290"/>
                  </a:lnTo>
                  <a:lnTo>
                    <a:pt x="3873" y="35560"/>
                  </a:lnTo>
                  <a:lnTo>
                    <a:pt x="3403" y="35560"/>
                  </a:lnTo>
                  <a:lnTo>
                    <a:pt x="3403" y="36830"/>
                  </a:lnTo>
                  <a:lnTo>
                    <a:pt x="3505" y="40640"/>
                  </a:lnTo>
                  <a:lnTo>
                    <a:pt x="3797" y="40640"/>
                  </a:lnTo>
                  <a:lnTo>
                    <a:pt x="3797" y="44450"/>
                  </a:lnTo>
                  <a:lnTo>
                    <a:pt x="4025" y="44450"/>
                  </a:lnTo>
                  <a:lnTo>
                    <a:pt x="4025" y="46990"/>
                  </a:lnTo>
                  <a:lnTo>
                    <a:pt x="3987" y="49530"/>
                  </a:lnTo>
                  <a:lnTo>
                    <a:pt x="152" y="49530"/>
                  </a:lnTo>
                  <a:lnTo>
                    <a:pt x="152" y="52070"/>
                  </a:lnTo>
                  <a:lnTo>
                    <a:pt x="127" y="54610"/>
                  </a:lnTo>
                  <a:lnTo>
                    <a:pt x="0" y="54610"/>
                  </a:lnTo>
                  <a:lnTo>
                    <a:pt x="0" y="57150"/>
                  </a:lnTo>
                  <a:lnTo>
                    <a:pt x="292" y="57150"/>
                  </a:lnTo>
                  <a:lnTo>
                    <a:pt x="292" y="62230"/>
                  </a:lnTo>
                  <a:lnTo>
                    <a:pt x="0" y="62230"/>
                  </a:lnTo>
                  <a:lnTo>
                    <a:pt x="0" y="64770"/>
                  </a:lnTo>
                  <a:lnTo>
                    <a:pt x="139" y="64770"/>
                  </a:lnTo>
                  <a:lnTo>
                    <a:pt x="139" y="67310"/>
                  </a:lnTo>
                  <a:lnTo>
                    <a:pt x="152" y="69850"/>
                  </a:lnTo>
                  <a:lnTo>
                    <a:pt x="3987" y="69850"/>
                  </a:lnTo>
                  <a:lnTo>
                    <a:pt x="3987" y="72390"/>
                  </a:lnTo>
                  <a:lnTo>
                    <a:pt x="4013" y="74930"/>
                  </a:lnTo>
                  <a:lnTo>
                    <a:pt x="3797" y="74930"/>
                  </a:lnTo>
                  <a:lnTo>
                    <a:pt x="3797" y="78740"/>
                  </a:lnTo>
                  <a:lnTo>
                    <a:pt x="3505" y="78740"/>
                  </a:lnTo>
                  <a:lnTo>
                    <a:pt x="3505" y="82550"/>
                  </a:lnTo>
                  <a:lnTo>
                    <a:pt x="3416" y="83820"/>
                  </a:lnTo>
                  <a:lnTo>
                    <a:pt x="3886" y="83820"/>
                  </a:lnTo>
                  <a:lnTo>
                    <a:pt x="3886" y="85090"/>
                  </a:lnTo>
                  <a:lnTo>
                    <a:pt x="4635" y="85090"/>
                  </a:lnTo>
                  <a:lnTo>
                    <a:pt x="4635" y="83820"/>
                  </a:lnTo>
                  <a:lnTo>
                    <a:pt x="7543" y="83820"/>
                  </a:lnTo>
                  <a:lnTo>
                    <a:pt x="7543" y="85090"/>
                  </a:lnTo>
                  <a:lnTo>
                    <a:pt x="7150" y="85090"/>
                  </a:lnTo>
                  <a:lnTo>
                    <a:pt x="7150" y="87630"/>
                  </a:lnTo>
                  <a:lnTo>
                    <a:pt x="7670" y="87630"/>
                  </a:lnTo>
                  <a:lnTo>
                    <a:pt x="7670" y="88900"/>
                  </a:lnTo>
                  <a:lnTo>
                    <a:pt x="7251" y="88900"/>
                  </a:lnTo>
                  <a:lnTo>
                    <a:pt x="7251" y="90170"/>
                  </a:lnTo>
                  <a:lnTo>
                    <a:pt x="6870" y="90170"/>
                  </a:lnTo>
                  <a:lnTo>
                    <a:pt x="6870" y="91440"/>
                  </a:lnTo>
                  <a:lnTo>
                    <a:pt x="10020" y="91440"/>
                  </a:lnTo>
                  <a:lnTo>
                    <a:pt x="10020" y="90170"/>
                  </a:lnTo>
                  <a:lnTo>
                    <a:pt x="10477" y="90170"/>
                  </a:lnTo>
                  <a:lnTo>
                    <a:pt x="10477" y="91440"/>
                  </a:lnTo>
                  <a:lnTo>
                    <a:pt x="10934" y="91440"/>
                  </a:lnTo>
                  <a:lnTo>
                    <a:pt x="10934" y="93980"/>
                  </a:lnTo>
                  <a:lnTo>
                    <a:pt x="10680" y="93980"/>
                  </a:lnTo>
                  <a:lnTo>
                    <a:pt x="10680" y="95250"/>
                  </a:lnTo>
                  <a:lnTo>
                    <a:pt x="12827" y="95250"/>
                  </a:lnTo>
                  <a:lnTo>
                    <a:pt x="12827" y="93980"/>
                  </a:lnTo>
                  <a:lnTo>
                    <a:pt x="14211" y="93980"/>
                  </a:lnTo>
                  <a:lnTo>
                    <a:pt x="14211" y="95250"/>
                  </a:lnTo>
                  <a:lnTo>
                    <a:pt x="14325" y="97790"/>
                  </a:lnTo>
                  <a:lnTo>
                    <a:pt x="14427" y="99060"/>
                  </a:lnTo>
                  <a:lnTo>
                    <a:pt x="15671" y="99060"/>
                  </a:lnTo>
                  <a:lnTo>
                    <a:pt x="15671" y="97790"/>
                  </a:lnTo>
                  <a:lnTo>
                    <a:pt x="17995" y="97790"/>
                  </a:lnTo>
                  <a:lnTo>
                    <a:pt x="17995" y="99060"/>
                  </a:lnTo>
                  <a:lnTo>
                    <a:pt x="101803" y="99060"/>
                  </a:lnTo>
                  <a:lnTo>
                    <a:pt x="101803" y="97790"/>
                  </a:lnTo>
                  <a:lnTo>
                    <a:pt x="104063" y="97790"/>
                  </a:lnTo>
                  <a:lnTo>
                    <a:pt x="104063" y="99060"/>
                  </a:lnTo>
                  <a:lnTo>
                    <a:pt x="105308" y="99060"/>
                  </a:lnTo>
                  <a:lnTo>
                    <a:pt x="105308" y="97790"/>
                  </a:lnTo>
                  <a:lnTo>
                    <a:pt x="105486" y="97790"/>
                  </a:lnTo>
                  <a:lnTo>
                    <a:pt x="105486" y="95250"/>
                  </a:lnTo>
                  <a:lnTo>
                    <a:pt x="105600" y="93980"/>
                  </a:lnTo>
                  <a:lnTo>
                    <a:pt x="106921" y="93980"/>
                  </a:lnTo>
                  <a:lnTo>
                    <a:pt x="106921" y="95250"/>
                  </a:lnTo>
                  <a:lnTo>
                    <a:pt x="109093" y="95250"/>
                  </a:lnTo>
                  <a:lnTo>
                    <a:pt x="109093" y="93980"/>
                  </a:lnTo>
                  <a:lnTo>
                    <a:pt x="108826" y="93980"/>
                  </a:lnTo>
                  <a:lnTo>
                    <a:pt x="108826" y="91440"/>
                  </a:lnTo>
                  <a:lnTo>
                    <a:pt x="109410" y="91440"/>
                  </a:lnTo>
                  <a:lnTo>
                    <a:pt x="109410" y="90170"/>
                  </a:lnTo>
                  <a:lnTo>
                    <a:pt x="112649" y="90170"/>
                  </a:lnTo>
                  <a:lnTo>
                    <a:pt x="112649" y="88900"/>
                  </a:lnTo>
                  <a:lnTo>
                    <a:pt x="112458" y="88900"/>
                  </a:lnTo>
                  <a:lnTo>
                    <a:pt x="112458" y="87630"/>
                  </a:lnTo>
                  <a:lnTo>
                    <a:pt x="112395" y="85090"/>
                  </a:lnTo>
                  <a:lnTo>
                    <a:pt x="112242" y="85090"/>
                  </a:lnTo>
                  <a:lnTo>
                    <a:pt x="112242" y="83820"/>
                  </a:lnTo>
                  <a:lnTo>
                    <a:pt x="115150" y="83820"/>
                  </a:lnTo>
                  <a:lnTo>
                    <a:pt x="115150" y="85090"/>
                  </a:lnTo>
                  <a:lnTo>
                    <a:pt x="115900" y="85090"/>
                  </a:lnTo>
                  <a:lnTo>
                    <a:pt x="115900" y="83820"/>
                  </a:lnTo>
                  <a:lnTo>
                    <a:pt x="116370" y="83820"/>
                  </a:lnTo>
                  <a:lnTo>
                    <a:pt x="116370" y="82550"/>
                  </a:lnTo>
                  <a:lnTo>
                    <a:pt x="116281" y="78740"/>
                  </a:lnTo>
                  <a:lnTo>
                    <a:pt x="115989" y="78740"/>
                  </a:lnTo>
                  <a:lnTo>
                    <a:pt x="115989" y="74930"/>
                  </a:lnTo>
                  <a:lnTo>
                    <a:pt x="115773" y="74930"/>
                  </a:lnTo>
                  <a:lnTo>
                    <a:pt x="115773" y="72390"/>
                  </a:lnTo>
                  <a:lnTo>
                    <a:pt x="115798" y="69850"/>
                  </a:lnTo>
                  <a:lnTo>
                    <a:pt x="119646" y="69850"/>
                  </a:lnTo>
                  <a:lnTo>
                    <a:pt x="119646" y="67310"/>
                  </a:lnTo>
                  <a:lnTo>
                    <a:pt x="119659" y="64770"/>
                  </a:lnTo>
                  <a:lnTo>
                    <a:pt x="119799" y="64770"/>
                  </a:lnTo>
                  <a:lnTo>
                    <a:pt x="119799" y="62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8004955" y="8947226"/>
              <a:ext cx="88265" cy="21590"/>
            </a:xfrm>
            <a:custGeom>
              <a:avLst/>
              <a:gdLst/>
              <a:ahLst/>
              <a:cxnLst/>
              <a:rect l="l" t="t" r="r" b="b"/>
              <a:pathLst>
                <a:path w="88265" h="21590">
                  <a:moveTo>
                    <a:pt x="84467" y="1270"/>
                  </a:moveTo>
                  <a:lnTo>
                    <a:pt x="0" y="1270"/>
                  </a:lnTo>
                  <a:lnTo>
                    <a:pt x="0" y="3810"/>
                  </a:lnTo>
                  <a:lnTo>
                    <a:pt x="635" y="3810"/>
                  </a:lnTo>
                  <a:lnTo>
                    <a:pt x="635" y="5080"/>
                  </a:lnTo>
                  <a:lnTo>
                    <a:pt x="965" y="5080"/>
                  </a:lnTo>
                  <a:lnTo>
                    <a:pt x="965" y="3810"/>
                  </a:lnTo>
                  <a:lnTo>
                    <a:pt x="4127" y="3810"/>
                  </a:lnTo>
                  <a:lnTo>
                    <a:pt x="4127" y="5080"/>
                  </a:lnTo>
                  <a:lnTo>
                    <a:pt x="3670" y="5080"/>
                  </a:lnTo>
                  <a:lnTo>
                    <a:pt x="3670" y="6350"/>
                  </a:lnTo>
                  <a:lnTo>
                    <a:pt x="3162" y="6350"/>
                  </a:lnTo>
                  <a:lnTo>
                    <a:pt x="3162" y="7620"/>
                  </a:lnTo>
                  <a:lnTo>
                    <a:pt x="6400" y="7620"/>
                  </a:lnTo>
                  <a:lnTo>
                    <a:pt x="6400" y="6350"/>
                  </a:lnTo>
                  <a:lnTo>
                    <a:pt x="6667" y="6350"/>
                  </a:lnTo>
                  <a:lnTo>
                    <a:pt x="6667" y="7620"/>
                  </a:lnTo>
                  <a:lnTo>
                    <a:pt x="7315" y="7620"/>
                  </a:lnTo>
                  <a:lnTo>
                    <a:pt x="7315" y="10160"/>
                  </a:lnTo>
                  <a:lnTo>
                    <a:pt x="6934" y="10160"/>
                  </a:lnTo>
                  <a:lnTo>
                    <a:pt x="6934" y="11430"/>
                  </a:lnTo>
                  <a:lnTo>
                    <a:pt x="9271" y="11430"/>
                  </a:lnTo>
                  <a:lnTo>
                    <a:pt x="9271" y="10160"/>
                  </a:lnTo>
                  <a:lnTo>
                    <a:pt x="10477" y="10160"/>
                  </a:lnTo>
                  <a:lnTo>
                    <a:pt x="10477" y="11430"/>
                  </a:lnTo>
                  <a:lnTo>
                    <a:pt x="10680" y="11430"/>
                  </a:lnTo>
                  <a:lnTo>
                    <a:pt x="10680" y="13970"/>
                  </a:lnTo>
                  <a:lnTo>
                    <a:pt x="10871" y="13970"/>
                  </a:lnTo>
                  <a:lnTo>
                    <a:pt x="10871" y="15240"/>
                  </a:lnTo>
                  <a:lnTo>
                    <a:pt x="12636" y="15240"/>
                  </a:lnTo>
                  <a:lnTo>
                    <a:pt x="12636" y="13970"/>
                  </a:lnTo>
                  <a:lnTo>
                    <a:pt x="17792" y="13970"/>
                  </a:lnTo>
                  <a:lnTo>
                    <a:pt x="17792" y="15240"/>
                  </a:lnTo>
                  <a:lnTo>
                    <a:pt x="17602" y="15240"/>
                  </a:lnTo>
                  <a:lnTo>
                    <a:pt x="17602" y="17780"/>
                  </a:lnTo>
                  <a:lnTo>
                    <a:pt x="18796" y="17780"/>
                  </a:lnTo>
                  <a:lnTo>
                    <a:pt x="18796" y="19050"/>
                  </a:lnTo>
                  <a:lnTo>
                    <a:pt x="20662" y="19050"/>
                  </a:lnTo>
                  <a:lnTo>
                    <a:pt x="20662" y="17780"/>
                  </a:lnTo>
                  <a:lnTo>
                    <a:pt x="31915" y="17780"/>
                  </a:lnTo>
                  <a:lnTo>
                    <a:pt x="31915" y="19050"/>
                  </a:lnTo>
                  <a:lnTo>
                    <a:pt x="31623" y="19050"/>
                  </a:lnTo>
                  <a:lnTo>
                    <a:pt x="31623" y="21590"/>
                  </a:lnTo>
                  <a:lnTo>
                    <a:pt x="52857" y="21590"/>
                  </a:lnTo>
                  <a:lnTo>
                    <a:pt x="52857" y="19050"/>
                  </a:lnTo>
                  <a:lnTo>
                    <a:pt x="52489" y="19050"/>
                  </a:lnTo>
                  <a:lnTo>
                    <a:pt x="52489" y="17780"/>
                  </a:lnTo>
                  <a:lnTo>
                    <a:pt x="63792" y="17780"/>
                  </a:lnTo>
                  <a:lnTo>
                    <a:pt x="63792" y="19050"/>
                  </a:lnTo>
                  <a:lnTo>
                    <a:pt x="65671" y="19050"/>
                  </a:lnTo>
                  <a:lnTo>
                    <a:pt x="65671" y="17780"/>
                  </a:lnTo>
                  <a:lnTo>
                    <a:pt x="66852" y="17780"/>
                  </a:lnTo>
                  <a:lnTo>
                    <a:pt x="66852" y="15240"/>
                  </a:lnTo>
                  <a:lnTo>
                    <a:pt x="66662" y="15240"/>
                  </a:lnTo>
                  <a:lnTo>
                    <a:pt x="66662" y="13970"/>
                  </a:lnTo>
                  <a:lnTo>
                    <a:pt x="68834" y="13970"/>
                  </a:lnTo>
                  <a:lnTo>
                    <a:pt x="68834" y="15240"/>
                  </a:lnTo>
                  <a:lnTo>
                    <a:pt x="70116" y="15240"/>
                  </a:lnTo>
                  <a:lnTo>
                    <a:pt x="70116" y="13970"/>
                  </a:lnTo>
                  <a:lnTo>
                    <a:pt x="72199" y="13970"/>
                  </a:lnTo>
                  <a:lnTo>
                    <a:pt x="72199" y="15240"/>
                  </a:lnTo>
                  <a:lnTo>
                    <a:pt x="73685" y="15240"/>
                  </a:lnTo>
                  <a:lnTo>
                    <a:pt x="73685" y="13970"/>
                  </a:lnTo>
                  <a:lnTo>
                    <a:pt x="73761" y="11430"/>
                  </a:lnTo>
                  <a:lnTo>
                    <a:pt x="74041" y="11430"/>
                  </a:lnTo>
                  <a:lnTo>
                    <a:pt x="74041" y="10160"/>
                  </a:lnTo>
                  <a:lnTo>
                    <a:pt x="75107" y="10160"/>
                  </a:lnTo>
                  <a:lnTo>
                    <a:pt x="75107" y="11430"/>
                  </a:lnTo>
                  <a:lnTo>
                    <a:pt x="77482" y="11430"/>
                  </a:lnTo>
                  <a:lnTo>
                    <a:pt x="77482" y="10160"/>
                  </a:lnTo>
                  <a:lnTo>
                    <a:pt x="77127" y="10160"/>
                  </a:lnTo>
                  <a:lnTo>
                    <a:pt x="77127" y="7620"/>
                  </a:lnTo>
                  <a:lnTo>
                    <a:pt x="77876" y="7620"/>
                  </a:lnTo>
                  <a:lnTo>
                    <a:pt x="77876" y="6350"/>
                  </a:lnTo>
                  <a:lnTo>
                    <a:pt x="78155" y="6350"/>
                  </a:lnTo>
                  <a:lnTo>
                    <a:pt x="78155" y="7620"/>
                  </a:lnTo>
                  <a:lnTo>
                    <a:pt x="81305" y="7620"/>
                  </a:lnTo>
                  <a:lnTo>
                    <a:pt x="81305" y="6350"/>
                  </a:lnTo>
                  <a:lnTo>
                    <a:pt x="80810" y="6350"/>
                  </a:lnTo>
                  <a:lnTo>
                    <a:pt x="80810" y="5080"/>
                  </a:lnTo>
                  <a:lnTo>
                    <a:pt x="80327" y="5080"/>
                  </a:lnTo>
                  <a:lnTo>
                    <a:pt x="80327" y="3810"/>
                  </a:lnTo>
                  <a:lnTo>
                    <a:pt x="83502" y="3810"/>
                  </a:lnTo>
                  <a:lnTo>
                    <a:pt x="83502" y="5080"/>
                  </a:lnTo>
                  <a:lnTo>
                    <a:pt x="83832" y="5080"/>
                  </a:lnTo>
                  <a:lnTo>
                    <a:pt x="83832" y="3810"/>
                  </a:lnTo>
                  <a:lnTo>
                    <a:pt x="84467" y="3810"/>
                  </a:lnTo>
                  <a:lnTo>
                    <a:pt x="84467" y="1270"/>
                  </a:lnTo>
                  <a:close/>
                </a:path>
                <a:path w="88265" h="21590">
                  <a:moveTo>
                    <a:pt x="87642" y="0"/>
                  </a:moveTo>
                  <a:lnTo>
                    <a:pt x="86398" y="0"/>
                  </a:lnTo>
                  <a:lnTo>
                    <a:pt x="86398" y="1270"/>
                  </a:lnTo>
                  <a:lnTo>
                    <a:pt x="87642" y="1270"/>
                  </a:lnTo>
                  <a:lnTo>
                    <a:pt x="876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6" name="object 196"/>
          <p:cNvSpPr/>
          <p:nvPr/>
        </p:nvSpPr>
        <p:spPr>
          <a:xfrm>
            <a:off x="16306457" y="8852365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43376" y="113575"/>
                </a:moveTo>
                <a:lnTo>
                  <a:pt x="42557" y="112567"/>
                </a:lnTo>
                <a:lnTo>
                  <a:pt x="43105" y="109439"/>
                </a:lnTo>
                <a:lnTo>
                  <a:pt x="40818" y="108817"/>
                </a:lnTo>
                <a:lnTo>
                  <a:pt x="37851" y="109358"/>
                </a:lnTo>
                <a:lnTo>
                  <a:pt x="34891" y="109358"/>
                </a:lnTo>
                <a:lnTo>
                  <a:pt x="33100" y="109680"/>
                </a:lnTo>
                <a:lnTo>
                  <a:pt x="31865" y="109197"/>
                </a:lnTo>
                <a:lnTo>
                  <a:pt x="32618" y="106193"/>
                </a:lnTo>
                <a:lnTo>
                  <a:pt x="31689" y="105265"/>
                </a:lnTo>
                <a:lnTo>
                  <a:pt x="29468" y="106318"/>
                </a:lnTo>
                <a:lnTo>
                  <a:pt x="28064" y="105382"/>
                </a:lnTo>
                <a:lnTo>
                  <a:pt x="25843" y="106435"/>
                </a:lnTo>
                <a:lnTo>
                  <a:pt x="24710" y="105302"/>
                </a:lnTo>
                <a:lnTo>
                  <a:pt x="25850" y="102824"/>
                </a:lnTo>
                <a:lnTo>
                  <a:pt x="24600" y="101801"/>
                </a:lnTo>
                <a:lnTo>
                  <a:pt x="22349" y="102941"/>
                </a:lnTo>
                <a:lnTo>
                  <a:pt x="21165" y="101757"/>
                </a:lnTo>
                <a:lnTo>
                  <a:pt x="22334" y="99418"/>
                </a:lnTo>
                <a:lnTo>
                  <a:pt x="21165" y="98249"/>
                </a:lnTo>
                <a:lnTo>
                  <a:pt x="18826" y="99418"/>
                </a:lnTo>
                <a:lnTo>
                  <a:pt x="17657" y="98249"/>
                </a:lnTo>
                <a:lnTo>
                  <a:pt x="18826" y="95910"/>
                </a:lnTo>
                <a:lnTo>
                  <a:pt x="17657" y="94741"/>
                </a:lnTo>
                <a:lnTo>
                  <a:pt x="15318" y="95910"/>
                </a:lnTo>
                <a:lnTo>
                  <a:pt x="14149" y="94741"/>
                </a:lnTo>
                <a:lnTo>
                  <a:pt x="15318" y="92402"/>
                </a:lnTo>
                <a:lnTo>
                  <a:pt x="14149" y="91233"/>
                </a:lnTo>
                <a:lnTo>
                  <a:pt x="11810" y="92402"/>
                </a:lnTo>
                <a:lnTo>
                  <a:pt x="10626" y="91218"/>
                </a:lnTo>
                <a:lnTo>
                  <a:pt x="11766" y="88967"/>
                </a:lnTo>
                <a:lnTo>
                  <a:pt x="10743" y="87717"/>
                </a:lnTo>
                <a:lnTo>
                  <a:pt x="8265" y="88858"/>
                </a:lnTo>
                <a:lnTo>
                  <a:pt x="7133" y="87725"/>
                </a:lnTo>
                <a:lnTo>
                  <a:pt x="8185" y="85503"/>
                </a:lnTo>
                <a:lnTo>
                  <a:pt x="7250" y="84100"/>
                </a:lnTo>
                <a:lnTo>
                  <a:pt x="8302" y="81878"/>
                </a:lnTo>
                <a:lnTo>
                  <a:pt x="7359" y="80935"/>
                </a:lnTo>
                <a:lnTo>
                  <a:pt x="4385" y="81724"/>
                </a:lnTo>
                <a:lnTo>
                  <a:pt x="2981" y="78297"/>
                </a:lnTo>
                <a:lnTo>
                  <a:pt x="5481" y="73736"/>
                </a:lnTo>
                <a:lnTo>
                  <a:pt x="4019" y="70323"/>
                </a:lnTo>
                <a:lnTo>
                  <a:pt x="1066" y="71134"/>
                </a:lnTo>
                <a:lnTo>
                  <a:pt x="321" y="70389"/>
                </a:lnTo>
                <a:lnTo>
                  <a:pt x="781" y="67831"/>
                </a:lnTo>
                <a:lnTo>
                  <a:pt x="219" y="63950"/>
                </a:lnTo>
                <a:lnTo>
                  <a:pt x="701" y="60091"/>
                </a:lnTo>
                <a:lnTo>
                  <a:pt x="701" y="54441"/>
                </a:lnTo>
                <a:lnTo>
                  <a:pt x="489" y="52015"/>
                </a:lnTo>
                <a:lnTo>
                  <a:pt x="796" y="48704"/>
                </a:lnTo>
                <a:lnTo>
                  <a:pt x="0" y="43281"/>
                </a:lnTo>
                <a:lnTo>
                  <a:pt x="1037" y="42433"/>
                </a:lnTo>
                <a:lnTo>
                  <a:pt x="4085" y="43062"/>
                </a:lnTo>
                <a:lnTo>
                  <a:pt x="4516" y="41834"/>
                </a:lnTo>
                <a:lnTo>
                  <a:pt x="4209" y="40138"/>
                </a:lnTo>
                <a:lnTo>
                  <a:pt x="4209" y="38311"/>
                </a:lnTo>
                <a:lnTo>
                  <a:pt x="3888" y="36513"/>
                </a:lnTo>
                <a:lnTo>
                  <a:pt x="4480" y="35015"/>
                </a:lnTo>
                <a:lnTo>
                  <a:pt x="3712" y="32684"/>
                </a:lnTo>
                <a:lnTo>
                  <a:pt x="4699" y="31697"/>
                </a:lnTo>
                <a:lnTo>
                  <a:pt x="7345" y="32749"/>
                </a:lnTo>
                <a:lnTo>
                  <a:pt x="8258" y="31375"/>
                </a:lnTo>
                <a:lnTo>
                  <a:pt x="7191" y="29504"/>
                </a:lnTo>
                <a:lnTo>
                  <a:pt x="8170" y="27970"/>
                </a:lnTo>
                <a:lnTo>
                  <a:pt x="7140" y="25748"/>
                </a:lnTo>
                <a:lnTo>
                  <a:pt x="8214" y="24681"/>
                </a:lnTo>
                <a:lnTo>
                  <a:pt x="10845" y="25733"/>
                </a:lnTo>
                <a:lnTo>
                  <a:pt x="11700" y="24469"/>
                </a:lnTo>
                <a:lnTo>
                  <a:pt x="10641" y="22247"/>
                </a:lnTo>
                <a:lnTo>
                  <a:pt x="11715" y="21173"/>
                </a:lnTo>
                <a:lnTo>
                  <a:pt x="14361" y="22225"/>
                </a:lnTo>
                <a:lnTo>
                  <a:pt x="15238" y="20902"/>
                </a:lnTo>
                <a:lnTo>
                  <a:pt x="14149" y="18849"/>
                </a:lnTo>
                <a:lnTo>
                  <a:pt x="15230" y="17562"/>
                </a:lnTo>
                <a:lnTo>
                  <a:pt x="17686" y="18710"/>
                </a:lnTo>
                <a:lnTo>
                  <a:pt x="18834" y="17562"/>
                </a:lnTo>
                <a:lnTo>
                  <a:pt x="17664" y="15260"/>
                </a:lnTo>
                <a:lnTo>
                  <a:pt x="18797" y="14054"/>
                </a:lnTo>
                <a:lnTo>
                  <a:pt x="21172" y="15223"/>
                </a:lnTo>
                <a:lnTo>
                  <a:pt x="22334" y="14061"/>
                </a:lnTo>
                <a:lnTo>
                  <a:pt x="21165" y="11723"/>
                </a:lnTo>
                <a:lnTo>
                  <a:pt x="22334" y="10553"/>
                </a:lnTo>
                <a:lnTo>
                  <a:pt x="24673" y="11723"/>
                </a:lnTo>
                <a:lnTo>
                  <a:pt x="25704" y="10692"/>
                </a:lnTo>
                <a:lnTo>
                  <a:pt x="24732" y="7930"/>
                </a:lnTo>
                <a:lnTo>
                  <a:pt x="26544" y="6892"/>
                </a:lnTo>
                <a:lnTo>
                  <a:pt x="31382" y="8719"/>
                </a:lnTo>
                <a:lnTo>
                  <a:pt x="32523" y="7330"/>
                </a:lnTo>
                <a:lnTo>
                  <a:pt x="31974" y="4202"/>
                </a:lnTo>
                <a:lnTo>
                  <a:pt x="35563" y="3245"/>
                </a:lnTo>
                <a:lnTo>
                  <a:pt x="39510" y="4926"/>
                </a:lnTo>
                <a:lnTo>
                  <a:pt x="42798" y="4114"/>
                </a:lnTo>
                <a:lnTo>
                  <a:pt x="43098" y="4041"/>
                </a:lnTo>
                <a:lnTo>
                  <a:pt x="42535" y="869"/>
                </a:lnTo>
                <a:lnTo>
                  <a:pt x="43208" y="204"/>
                </a:lnTo>
                <a:lnTo>
                  <a:pt x="45707" y="730"/>
                </a:lnTo>
                <a:lnTo>
                  <a:pt x="48441" y="175"/>
                </a:lnTo>
                <a:lnTo>
                  <a:pt x="51145" y="606"/>
                </a:lnTo>
                <a:lnTo>
                  <a:pt x="63584" y="606"/>
                </a:lnTo>
                <a:lnTo>
                  <a:pt x="67677" y="0"/>
                </a:lnTo>
                <a:lnTo>
                  <a:pt x="71134" y="657"/>
                </a:lnTo>
                <a:lnTo>
                  <a:pt x="70615" y="3866"/>
                </a:lnTo>
                <a:lnTo>
                  <a:pt x="71295" y="4545"/>
                </a:lnTo>
                <a:lnTo>
                  <a:pt x="73751" y="3961"/>
                </a:lnTo>
                <a:lnTo>
                  <a:pt x="76528" y="4655"/>
                </a:lnTo>
                <a:lnTo>
                  <a:pt x="79283" y="3413"/>
                </a:lnTo>
                <a:lnTo>
                  <a:pt x="81761" y="4238"/>
                </a:lnTo>
                <a:lnTo>
                  <a:pt x="81074" y="7308"/>
                </a:lnTo>
                <a:lnTo>
                  <a:pt x="81717" y="7951"/>
                </a:lnTo>
                <a:lnTo>
                  <a:pt x="84385" y="7593"/>
                </a:lnTo>
                <a:lnTo>
                  <a:pt x="85634" y="7659"/>
                </a:lnTo>
                <a:lnTo>
                  <a:pt x="87790" y="7250"/>
                </a:lnTo>
                <a:lnTo>
                  <a:pt x="88945" y="7951"/>
                </a:lnTo>
                <a:lnTo>
                  <a:pt x="87944" y="10670"/>
                </a:lnTo>
                <a:lnTo>
                  <a:pt x="88894" y="11620"/>
                </a:lnTo>
                <a:lnTo>
                  <a:pt x="91540" y="10568"/>
                </a:lnTo>
                <a:lnTo>
                  <a:pt x="92417" y="11890"/>
                </a:lnTo>
                <a:lnTo>
                  <a:pt x="91328" y="13944"/>
                </a:lnTo>
                <a:lnTo>
                  <a:pt x="92409" y="15230"/>
                </a:lnTo>
                <a:lnTo>
                  <a:pt x="94865" y="14083"/>
                </a:lnTo>
                <a:lnTo>
                  <a:pt x="96005" y="15223"/>
                </a:lnTo>
                <a:lnTo>
                  <a:pt x="94836" y="17562"/>
                </a:lnTo>
                <a:lnTo>
                  <a:pt x="96005" y="18731"/>
                </a:lnTo>
                <a:lnTo>
                  <a:pt x="98344" y="17562"/>
                </a:lnTo>
                <a:lnTo>
                  <a:pt x="99418" y="18636"/>
                </a:lnTo>
                <a:lnTo>
                  <a:pt x="98366" y="21282"/>
                </a:lnTo>
                <a:lnTo>
                  <a:pt x="99689" y="22159"/>
                </a:lnTo>
                <a:lnTo>
                  <a:pt x="101742" y="21070"/>
                </a:lnTo>
                <a:lnTo>
                  <a:pt x="103029" y="22152"/>
                </a:lnTo>
                <a:lnTo>
                  <a:pt x="101881" y="24607"/>
                </a:lnTo>
                <a:lnTo>
                  <a:pt x="102970" y="25696"/>
                </a:lnTo>
                <a:lnTo>
                  <a:pt x="105492" y="24578"/>
                </a:lnTo>
                <a:lnTo>
                  <a:pt x="106895" y="26398"/>
                </a:lnTo>
                <a:lnTo>
                  <a:pt x="104775" y="31222"/>
                </a:lnTo>
                <a:lnTo>
                  <a:pt x="106361" y="32515"/>
                </a:lnTo>
                <a:lnTo>
                  <a:pt x="109241" y="31741"/>
                </a:lnTo>
                <a:lnTo>
                  <a:pt x="110177" y="33685"/>
                </a:lnTo>
                <a:lnTo>
                  <a:pt x="109453" y="37500"/>
                </a:lnTo>
                <a:lnTo>
                  <a:pt x="109453" y="40051"/>
                </a:lnTo>
                <a:lnTo>
                  <a:pt x="109124" y="41929"/>
                </a:lnTo>
                <a:lnTo>
                  <a:pt x="109643" y="43149"/>
                </a:lnTo>
                <a:lnTo>
                  <a:pt x="112596" y="42338"/>
                </a:lnTo>
                <a:lnTo>
                  <a:pt x="113334" y="43076"/>
                </a:lnTo>
                <a:lnTo>
                  <a:pt x="112881" y="45649"/>
                </a:lnTo>
                <a:lnTo>
                  <a:pt x="113429" y="49544"/>
                </a:lnTo>
                <a:lnTo>
                  <a:pt x="112961" y="53374"/>
                </a:lnTo>
                <a:lnTo>
                  <a:pt x="112961" y="59024"/>
                </a:lnTo>
                <a:lnTo>
                  <a:pt x="113202" y="61472"/>
                </a:lnTo>
                <a:lnTo>
                  <a:pt x="112851" y="64790"/>
                </a:lnTo>
                <a:lnTo>
                  <a:pt x="113670" y="70191"/>
                </a:lnTo>
                <a:lnTo>
                  <a:pt x="112661" y="71010"/>
                </a:lnTo>
                <a:lnTo>
                  <a:pt x="109533" y="70462"/>
                </a:lnTo>
                <a:lnTo>
                  <a:pt x="108912" y="72749"/>
                </a:lnTo>
                <a:lnTo>
                  <a:pt x="109453" y="75717"/>
                </a:lnTo>
                <a:lnTo>
                  <a:pt x="109453" y="78677"/>
                </a:lnTo>
                <a:lnTo>
                  <a:pt x="109775" y="80467"/>
                </a:lnTo>
                <a:lnTo>
                  <a:pt x="109292" y="81702"/>
                </a:lnTo>
                <a:lnTo>
                  <a:pt x="106288" y="80950"/>
                </a:lnTo>
                <a:lnTo>
                  <a:pt x="105360" y="81878"/>
                </a:lnTo>
                <a:lnTo>
                  <a:pt x="106413" y="84100"/>
                </a:lnTo>
                <a:lnTo>
                  <a:pt x="105477" y="85503"/>
                </a:lnTo>
                <a:lnTo>
                  <a:pt x="106530" y="87725"/>
                </a:lnTo>
                <a:lnTo>
                  <a:pt x="105397" y="88858"/>
                </a:lnTo>
                <a:lnTo>
                  <a:pt x="102919" y="87717"/>
                </a:lnTo>
                <a:lnTo>
                  <a:pt x="101896" y="88967"/>
                </a:lnTo>
                <a:lnTo>
                  <a:pt x="103036" y="91218"/>
                </a:lnTo>
                <a:lnTo>
                  <a:pt x="101852" y="92402"/>
                </a:lnTo>
                <a:lnTo>
                  <a:pt x="99513" y="91233"/>
                </a:lnTo>
                <a:lnTo>
                  <a:pt x="98344" y="92402"/>
                </a:lnTo>
                <a:lnTo>
                  <a:pt x="99513" y="94741"/>
                </a:lnTo>
                <a:lnTo>
                  <a:pt x="98344" y="95910"/>
                </a:lnTo>
                <a:lnTo>
                  <a:pt x="96005" y="94741"/>
                </a:lnTo>
                <a:lnTo>
                  <a:pt x="94836" y="95910"/>
                </a:lnTo>
                <a:lnTo>
                  <a:pt x="96005" y="98249"/>
                </a:lnTo>
                <a:lnTo>
                  <a:pt x="94836" y="99418"/>
                </a:lnTo>
                <a:lnTo>
                  <a:pt x="92497" y="98249"/>
                </a:lnTo>
                <a:lnTo>
                  <a:pt x="91328" y="99418"/>
                </a:lnTo>
                <a:lnTo>
                  <a:pt x="92497" y="101757"/>
                </a:lnTo>
                <a:lnTo>
                  <a:pt x="91313" y="102941"/>
                </a:lnTo>
                <a:lnTo>
                  <a:pt x="89062" y="101801"/>
                </a:lnTo>
                <a:lnTo>
                  <a:pt x="87812" y="102824"/>
                </a:lnTo>
                <a:lnTo>
                  <a:pt x="88952" y="105302"/>
                </a:lnTo>
                <a:lnTo>
                  <a:pt x="87820" y="106435"/>
                </a:lnTo>
                <a:lnTo>
                  <a:pt x="85598" y="105382"/>
                </a:lnTo>
                <a:lnTo>
                  <a:pt x="84195" y="106318"/>
                </a:lnTo>
                <a:lnTo>
                  <a:pt x="81973" y="105265"/>
                </a:lnTo>
                <a:lnTo>
                  <a:pt x="81045" y="106193"/>
                </a:lnTo>
                <a:lnTo>
                  <a:pt x="81805" y="109197"/>
                </a:lnTo>
                <a:lnTo>
                  <a:pt x="78362" y="110535"/>
                </a:lnTo>
                <a:lnTo>
                  <a:pt x="73838" y="108086"/>
                </a:lnTo>
                <a:lnTo>
                  <a:pt x="70418" y="109548"/>
                </a:lnTo>
                <a:lnTo>
                  <a:pt x="71229" y="112501"/>
                </a:lnTo>
                <a:lnTo>
                  <a:pt x="70491" y="113239"/>
                </a:lnTo>
                <a:lnTo>
                  <a:pt x="67918" y="112786"/>
                </a:lnTo>
                <a:lnTo>
                  <a:pt x="64023" y="113327"/>
                </a:lnTo>
                <a:lnTo>
                  <a:pt x="60200" y="112866"/>
                </a:lnTo>
                <a:lnTo>
                  <a:pt x="54543" y="112866"/>
                </a:lnTo>
                <a:lnTo>
                  <a:pt x="52095" y="113107"/>
                </a:lnTo>
                <a:lnTo>
                  <a:pt x="48777" y="112757"/>
                </a:lnTo>
                <a:lnTo>
                  <a:pt x="43376" y="113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7" name="object 197"/>
          <p:cNvGrpSpPr/>
          <p:nvPr/>
        </p:nvGrpSpPr>
        <p:grpSpPr>
          <a:xfrm>
            <a:off x="18201138" y="8851971"/>
            <a:ext cx="86995" cy="113030"/>
            <a:chOff x="18201138" y="8851971"/>
            <a:chExt cx="86995" cy="113030"/>
          </a:xfrm>
        </p:grpSpPr>
        <p:sp>
          <p:nvSpPr>
            <p:cNvPr id="198" name="object 198"/>
            <p:cNvSpPr/>
            <p:nvPr/>
          </p:nvSpPr>
          <p:spPr>
            <a:xfrm>
              <a:off x="18201133" y="8851976"/>
              <a:ext cx="86995" cy="102870"/>
            </a:xfrm>
            <a:custGeom>
              <a:avLst/>
              <a:gdLst/>
              <a:ahLst/>
              <a:cxnLst/>
              <a:rect l="l" t="t" r="r" b="b"/>
              <a:pathLst>
                <a:path w="86994" h="102870">
                  <a:moveTo>
                    <a:pt x="86868" y="11430"/>
                  </a:moveTo>
                  <a:lnTo>
                    <a:pt x="85318" y="11430"/>
                  </a:lnTo>
                  <a:lnTo>
                    <a:pt x="85318" y="12700"/>
                  </a:lnTo>
                  <a:lnTo>
                    <a:pt x="85140" y="12700"/>
                  </a:lnTo>
                  <a:lnTo>
                    <a:pt x="85140" y="11430"/>
                  </a:lnTo>
                  <a:lnTo>
                    <a:pt x="84480" y="11430"/>
                  </a:lnTo>
                  <a:lnTo>
                    <a:pt x="84480" y="8890"/>
                  </a:lnTo>
                  <a:lnTo>
                    <a:pt x="85039" y="8890"/>
                  </a:lnTo>
                  <a:lnTo>
                    <a:pt x="85039" y="7620"/>
                  </a:lnTo>
                  <a:lnTo>
                    <a:pt x="78600" y="7620"/>
                  </a:lnTo>
                  <a:lnTo>
                    <a:pt x="78600" y="8890"/>
                  </a:lnTo>
                  <a:lnTo>
                    <a:pt x="77838" y="8890"/>
                  </a:lnTo>
                  <a:lnTo>
                    <a:pt x="77838" y="7620"/>
                  </a:lnTo>
                  <a:lnTo>
                    <a:pt x="77571" y="7620"/>
                  </a:lnTo>
                  <a:lnTo>
                    <a:pt x="77571" y="5080"/>
                  </a:lnTo>
                  <a:lnTo>
                    <a:pt x="77419" y="5080"/>
                  </a:lnTo>
                  <a:lnTo>
                    <a:pt x="77419" y="3810"/>
                  </a:lnTo>
                  <a:lnTo>
                    <a:pt x="75349" y="3810"/>
                  </a:lnTo>
                  <a:lnTo>
                    <a:pt x="75349" y="5080"/>
                  </a:lnTo>
                  <a:lnTo>
                    <a:pt x="66459" y="5080"/>
                  </a:lnTo>
                  <a:lnTo>
                    <a:pt x="66459" y="3810"/>
                  </a:lnTo>
                  <a:lnTo>
                    <a:pt x="64630" y="3810"/>
                  </a:lnTo>
                  <a:lnTo>
                    <a:pt x="64630" y="5080"/>
                  </a:lnTo>
                  <a:lnTo>
                    <a:pt x="59905" y="5080"/>
                  </a:lnTo>
                  <a:lnTo>
                    <a:pt x="59905" y="3810"/>
                  </a:lnTo>
                  <a:lnTo>
                    <a:pt x="60096" y="3810"/>
                  </a:lnTo>
                  <a:lnTo>
                    <a:pt x="60096" y="1270"/>
                  </a:lnTo>
                  <a:lnTo>
                    <a:pt x="59080" y="1270"/>
                  </a:lnTo>
                  <a:lnTo>
                    <a:pt x="59080" y="0"/>
                  </a:lnTo>
                  <a:lnTo>
                    <a:pt x="55778" y="0"/>
                  </a:lnTo>
                  <a:lnTo>
                    <a:pt x="55778" y="1270"/>
                  </a:lnTo>
                  <a:lnTo>
                    <a:pt x="53047" y="1270"/>
                  </a:lnTo>
                  <a:lnTo>
                    <a:pt x="53047" y="3810"/>
                  </a:lnTo>
                  <a:lnTo>
                    <a:pt x="53047" y="5080"/>
                  </a:lnTo>
                  <a:lnTo>
                    <a:pt x="40271" y="5080"/>
                  </a:lnTo>
                  <a:lnTo>
                    <a:pt x="40271" y="3810"/>
                  </a:lnTo>
                  <a:lnTo>
                    <a:pt x="35687" y="3810"/>
                  </a:lnTo>
                  <a:lnTo>
                    <a:pt x="35687" y="5080"/>
                  </a:lnTo>
                  <a:lnTo>
                    <a:pt x="35521" y="5080"/>
                  </a:lnTo>
                  <a:lnTo>
                    <a:pt x="35521" y="7620"/>
                  </a:lnTo>
                  <a:lnTo>
                    <a:pt x="35267" y="7620"/>
                  </a:lnTo>
                  <a:lnTo>
                    <a:pt x="35267" y="8890"/>
                  </a:lnTo>
                  <a:lnTo>
                    <a:pt x="34188" y="8890"/>
                  </a:lnTo>
                  <a:lnTo>
                    <a:pt x="34188" y="7620"/>
                  </a:lnTo>
                  <a:lnTo>
                    <a:pt x="31648" y="7620"/>
                  </a:lnTo>
                  <a:lnTo>
                    <a:pt x="31648" y="8890"/>
                  </a:lnTo>
                  <a:lnTo>
                    <a:pt x="30822" y="8890"/>
                  </a:lnTo>
                  <a:lnTo>
                    <a:pt x="30822" y="7620"/>
                  </a:lnTo>
                  <a:lnTo>
                    <a:pt x="28257" y="7620"/>
                  </a:lnTo>
                  <a:lnTo>
                    <a:pt x="28257" y="8890"/>
                  </a:lnTo>
                  <a:lnTo>
                    <a:pt x="28676" y="8890"/>
                  </a:lnTo>
                  <a:lnTo>
                    <a:pt x="28676" y="11430"/>
                  </a:lnTo>
                  <a:lnTo>
                    <a:pt x="24460" y="11430"/>
                  </a:lnTo>
                  <a:lnTo>
                    <a:pt x="24460" y="12700"/>
                  </a:lnTo>
                  <a:lnTo>
                    <a:pt x="25019" y="12700"/>
                  </a:lnTo>
                  <a:lnTo>
                    <a:pt x="25019" y="13970"/>
                  </a:lnTo>
                  <a:lnTo>
                    <a:pt x="25501" y="13970"/>
                  </a:lnTo>
                  <a:lnTo>
                    <a:pt x="25501" y="15240"/>
                  </a:lnTo>
                  <a:lnTo>
                    <a:pt x="22390" y="15240"/>
                  </a:lnTo>
                  <a:lnTo>
                    <a:pt x="22390" y="13970"/>
                  </a:lnTo>
                  <a:lnTo>
                    <a:pt x="22136" y="13970"/>
                  </a:lnTo>
                  <a:lnTo>
                    <a:pt x="22136" y="15240"/>
                  </a:lnTo>
                  <a:lnTo>
                    <a:pt x="21361" y="15240"/>
                  </a:lnTo>
                  <a:lnTo>
                    <a:pt x="21361" y="17780"/>
                  </a:lnTo>
                  <a:lnTo>
                    <a:pt x="21615" y="17780"/>
                  </a:lnTo>
                  <a:lnTo>
                    <a:pt x="21615" y="19050"/>
                  </a:lnTo>
                  <a:lnTo>
                    <a:pt x="19481" y="19050"/>
                  </a:lnTo>
                  <a:lnTo>
                    <a:pt x="19481" y="17780"/>
                  </a:lnTo>
                  <a:lnTo>
                    <a:pt x="18110" y="17780"/>
                  </a:lnTo>
                  <a:lnTo>
                    <a:pt x="18110" y="19050"/>
                  </a:lnTo>
                  <a:lnTo>
                    <a:pt x="17995" y="21590"/>
                  </a:lnTo>
                  <a:lnTo>
                    <a:pt x="17805" y="21590"/>
                  </a:lnTo>
                  <a:lnTo>
                    <a:pt x="17805" y="22860"/>
                  </a:lnTo>
                  <a:lnTo>
                    <a:pt x="16573" y="22860"/>
                  </a:lnTo>
                  <a:lnTo>
                    <a:pt x="16573" y="21590"/>
                  </a:lnTo>
                  <a:lnTo>
                    <a:pt x="14300" y="21590"/>
                  </a:lnTo>
                  <a:lnTo>
                    <a:pt x="14300" y="22860"/>
                  </a:lnTo>
                  <a:lnTo>
                    <a:pt x="14643" y="22860"/>
                  </a:lnTo>
                  <a:lnTo>
                    <a:pt x="14643" y="25400"/>
                  </a:lnTo>
                  <a:lnTo>
                    <a:pt x="13995" y="25400"/>
                  </a:lnTo>
                  <a:lnTo>
                    <a:pt x="13995" y="26670"/>
                  </a:lnTo>
                  <a:lnTo>
                    <a:pt x="13779" y="26670"/>
                  </a:lnTo>
                  <a:lnTo>
                    <a:pt x="13779" y="25400"/>
                  </a:lnTo>
                  <a:lnTo>
                    <a:pt x="10579" y="25400"/>
                  </a:lnTo>
                  <a:lnTo>
                    <a:pt x="10579" y="26670"/>
                  </a:lnTo>
                  <a:lnTo>
                    <a:pt x="10985" y="26670"/>
                  </a:lnTo>
                  <a:lnTo>
                    <a:pt x="10985" y="27940"/>
                  </a:lnTo>
                  <a:lnTo>
                    <a:pt x="11455" y="27940"/>
                  </a:lnTo>
                  <a:lnTo>
                    <a:pt x="11455" y="29210"/>
                  </a:lnTo>
                  <a:lnTo>
                    <a:pt x="7810" y="29210"/>
                  </a:lnTo>
                  <a:lnTo>
                    <a:pt x="7810" y="27940"/>
                  </a:lnTo>
                  <a:lnTo>
                    <a:pt x="7734" y="29210"/>
                  </a:lnTo>
                  <a:lnTo>
                    <a:pt x="7239" y="29210"/>
                  </a:lnTo>
                  <a:lnTo>
                    <a:pt x="7239" y="31750"/>
                  </a:lnTo>
                  <a:lnTo>
                    <a:pt x="7480" y="31750"/>
                  </a:lnTo>
                  <a:lnTo>
                    <a:pt x="7480" y="33020"/>
                  </a:lnTo>
                  <a:lnTo>
                    <a:pt x="7607" y="33020"/>
                  </a:lnTo>
                  <a:lnTo>
                    <a:pt x="7607" y="35560"/>
                  </a:lnTo>
                  <a:lnTo>
                    <a:pt x="7353" y="35560"/>
                  </a:lnTo>
                  <a:lnTo>
                    <a:pt x="7353" y="36830"/>
                  </a:lnTo>
                  <a:lnTo>
                    <a:pt x="6248" y="36830"/>
                  </a:lnTo>
                  <a:lnTo>
                    <a:pt x="6248" y="35560"/>
                  </a:lnTo>
                  <a:lnTo>
                    <a:pt x="3924" y="35560"/>
                  </a:lnTo>
                  <a:lnTo>
                    <a:pt x="3924" y="36830"/>
                  </a:lnTo>
                  <a:lnTo>
                    <a:pt x="3746" y="36830"/>
                  </a:lnTo>
                  <a:lnTo>
                    <a:pt x="3746" y="38100"/>
                  </a:lnTo>
                  <a:lnTo>
                    <a:pt x="3962" y="38100"/>
                  </a:lnTo>
                  <a:lnTo>
                    <a:pt x="3962" y="43180"/>
                  </a:lnTo>
                  <a:lnTo>
                    <a:pt x="4064" y="46990"/>
                  </a:lnTo>
                  <a:lnTo>
                    <a:pt x="4025" y="50800"/>
                  </a:lnTo>
                  <a:lnTo>
                    <a:pt x="4127" y="53340"/>
                  </a:lnTo>
                  <a:lnTo>
                    <a:pt x="419" y="53340"/>
                  </a:lnTo>
                  <a:lnTo>
                    <a:pt x="419" y="55880"/>
                  </a:lnTo>
                  <a:lnTo>
                    <a:pt x="0" y="55880"/>
                  </a:lnTo>
                  <a:lnTo>
                    <a:pt x="0" y="59690"/>
                  </a:lnTo>
                  <a:lnTo>
                    <a:pt x="317" y="59690"/>
                  </a:lnTo>
                  <a:lnTo>
                    <a:pt x="317" y="60960"/>
                  </a:lnTo>
                  <a:lnTo>
                    <a:pt x="3403" y="60960"/>
                  </a:lnTo>
                  <a:lnTo>
                    <a:pt x="3403" y="59690"/>
                  </a:lnTo>
                  <a:lnTo>
                    <a:pt x="3644" y="59690"/>
                  </a:lnTo>
                  <a:lnTo>
                    <a:pt x="3644" y="60960"/>
                  </a:lnTo>
                  <a:lnTo>
                    <a:pt x="4114" y="60960"/>
                  </a:lnTo>
                  <a:lnTo>
                    <a:pt x="4114" y="63500"/>
                  </a:lnTo>
                  <a:lnTo>
                    <a:pt x="4076" y="66040"/>
                  </a:lnTo>
                  <a:lnTo>
                    <a:pt x="4203" y="66040"/>
                  </a:lnTo>
                  <a:lnTo>
                    <a:pt x="4203" y="68580"/>
                  </a:lnTo>
                  <a:lnTo>
                    <a:pt x="3962" y="68580"/>
                  </a:lnTo>
                  <a:lnTo>
                    <a:pt x="3962" y="73660"/>
                  </a:lnTo>
                  <a:lnTo>
                    <a:pt x="3606" y="73660"/>
                  </a:lnTo>
                  <a:lnTo>
                    <a:pt x="3606" y="76200"/>
                  </a:lnTo>
                  <a:lnTo>
                    <a:pt x="3479" y="76200"/>
                  </a:lnTo>
                  <a:lnTo>
                    <a:pt x="3479" y="77470"/>
                  </a:lnTo>
                  <a:lnTo>
                    <a:pt x="3924" y="77470"/>
                  </a:lnTo>
                  <a:lnTo>
                    <a:pt x="3924" y="78740"/>
                  </a:lnTo>
                  <a:lnTo>
                    <a:pt x="6057" y="78740"/>
                  </a:lnTo>
                  <a:lnTo>
                    <a:pt x="6057" y="77470"/>
                  </a:lnTo>
                  <a:lnTo>
                    <a:pt x="7391" y="77470"/>
                  </a:lnTo>
                  <a:lnTo>
                    <a:pt x="7391" y="78740"/>
                  </a:lnTo>
                  <a:lnTo>
                    <a:pt x="7467" y="81280"/>
                  </a:lnTo>
                  <a:lnTo>
                    <a:pt x="7620" y="81280"/>
                  </a:lnTo>
                  <a:lnTo>
                    <a:pt x="7620" y="82550"/>
                  </a:lnTo>
                  <a:lnTo>
                    <a:pt x="7251" y="82550"/>
                  </a:lnTo>
                  <a:lnTo>
                    <a:pt x="7251" y="85090"/>
                  </a:lnTo>
                  <a:lnTo>
                    <a:pt x="8001" y="85090"/>
                  </a:lnTo>
                  <a:lnTo>
                    <a:pt x="8001" y="86360"/>
                  </a:lnTo>
                  <a:lnTo>
                    <a:pt x="10934" y="86360"/>
                  </a:lnTo>
                  <a:lnTo>
                    <a:pt x="10934" y="87630"/>
                  </a:lnTo>
                  <a:lnTo>
                    <a:pt x="10541" y="87630"/>
                  </a:lnTo>
                  <a:lnTo>
                    <a:pt x="10541" y="88900"/>
                  </a:lnTo>
                  <a:lnTo>
                    <a:pt x="13652" y="88900"/>
                  </a:lnTo>
                  <a:lnTo>
                    <a:pt x="13652" y="87630"/>
                  </a:lnTo>
                  <a:lnTo>
                    <a:pt x="14109" y="87630"/>
                  </a:lnTo>
                  <a:lnTo>
                    <a:pt x="14109" y="88900"/>
                  </a:lnTo>
                  <a:lnTo>
                    <a:pt x="14655" y="88900"/>
                  </a:lnTo>
                  <a:lnTo>
                    <a:pt x="14655" y="91440"/>
                  </a:lnTo>
                  <a:lnTo>
                    <a:pt x="14389" y="91440"/>
                  </a:lnTo>
                  <a:lnTo>
                    <a:pt x="14389" y="92710"/>
                  </a:lnTo>
                  <a:lnTo>
                    <a:pt x="16598" y="92710"/>
                  </a:lnTo>
                  <a:lnTo>
                    <a:pt x="16598" y="91440"/>
                  </a:lnTo>
                  <a:lnTo>
                    <a:pt x="17843" y="91440"/>
                  </a:lnTo>
                  <a:lnTo>
                    <a:pt x="17843" y="92710"/>
                  </a:lnTo>
                  <a:lnTo>
                    <a:pt x="17970" y="92710"/>
                  </a:lnTo>
                  <a:lnTo>
                    <a:pt x="17970" y="95250"/>
                  </a:lnTo>
                  <a:lnTo>
                    <a:pt x="18148" y="95250"/>
                  </a:lnTo>
                  <a:lnTo>
                    <a:pt x="18148" y="96520"/>
                  </a:lnTo>
                  <a:lnTo>
                    <a:pt x="19405" y="96520"/>
                  </a:lnTo>
                  <a:lnTo>
                    <a:pt x="19405" y="95250"/>
                  </a:lnTo>
                  <a:lnTo>
                    <a:pt x="21653" y="95250"/>
                  </a:lnTo>
                  <a:lnTo>
                    <a:pt x="21653" y="96520"/>
                  </a:lnTo>
                  <a:lnTo>
                    <a:pt x="21323" y="96520"/>
                  </a:lnTo>
                  <a:lnTo>
                    <a:pt x="21323" y="99060"/>
                  </a:lnTo>
                  <a:lnTo>
                    <a:pt x="21958" y="99060"/>
                  </a:lnTo>
                  <a:lnTo>
                    <a:pt x="21958" y="100330"/>
                  </a:lnTo>
                  <a:lnTo>
                    <a:pt x="22301" y="100330"/>
                  </a:lnTo>
                  <a:lnTo>
                    <a:pt x="22301" y="99060"/>
                  </a:lnTo>
                  <a:lnTo>
                    <a:pt x="25450" y="99060"/>
                  </a:lnTo>
                  <a:lnTo>
                    <a:pt x="25450" y="100330"/>
                  </a:lnTo>
                  <a:lnTo>
                    <a:pt x="24993" y="100330"/>
                  </a:lnTo>
                  <a:lnTo>
                    <a:pt x="24993" y="101600"/>
                  </a:lnTo>
                  <a:lnTo>
                    <a:pt x="24409" y="101600"/>
                  </a:lnTo>
                  <a:lnTo>
                    <a:pt x="24409" y="102870"/>
                  </a:lnTo>
                  <a:lnTo>
                    <a:pt x="27698" y="102870"/>
                  </a:lnTo>
                  <a:lnTo>
                    <a:pt x="27698" y="101600"/>
                  </a:lnTo>
                  <a:lnTo>
                    <a:pt x="27990" y="101600"/>
                  </a:lnTo>
                  <a:lnTo>
                    <a:pt x="27990" y="102870"/>
                  </a:lnTo>
                  <a:lnTo>
                    <a:pt x="85242" y="102870"/>
                  </a:lnTo>
                  <a:lnTo>
                    <a:pt x="85242" y="101600"/>
                  </a:lnTo>
                  <a:lnTo>
                    <a:pt x="85305" y="102870"/>
                  </a:lnTo>
                  <a:lnTo>
                    <a:pt x="86868" y="102870"/>
                  </a:lnTo>
                  <a:lnTo>
                    <a:pt x="86868" y="101600"/>
                  </a:lnTo>
                  <a:lnTo>
                    <a:pt x="86868" y="100330"/>
                  </a:lnTo>
                  <a:lnTo>
                    <a:pt x="86868" y="86360"/>
                  </a:lnTo>
                  <a:lnTo>
                    <a:pt x="11379" y="86360"/>
                  </a:lnTo>
                  <a:lnTo>
                    <a:pt x="11379" y="85090"/>
                  </a:lnTo>
                  <a:lnTo>
                    <a:pt x="86868" y="85090"/>
                  </a:lnTo>
                  <a:lnTo>
                    <a:pt x="86868" y="82550"/>
                  </a:lnTo>
                  <a:lnTo>
                    <a:pt x="86868" y="12700"/>
                  </a:lnTo>
                  <a:lnTo>
                    <a:pt x="86868" y="114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8229264" y="8953576"/>
              <a:ext cx="59055" cy="11430"/>
            </a:xfrm>
            <a:custGeom>
              <a:avLst/>
              <a:gdLst/>
              <a:ahLst/>
              <a:cxnLst/>
              <a:rect l="l" t="t" r="r" b="b"/>
              <a:pathLst>
                <a:path w="59055" h="11429">
                  <a:moveTo>
                    <a:pt x="56667" y="3810"/>
                  </a:moveTo>
                  <a:lnTo>
                    <a:pt x="56299" y="3810"/>
                  </a:lnTo>
                  <a:lnTo>
                    <a:pt x="56299" y="1270"/>
                  </a:lnTo>
                  <a:lnTo>
                    <a:pt x="469" y="1270"/>
                  </a:lnTo>
                  <a:lnTo>
                    <a:pt x="469" y="381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6070" y="5080"/>
                  </a:lnTo>
                  <a:lnTo>
                    <a:pt x="6070" y="3810"/>
                  </a:lnTo>
                  <a:lnTo>
                    <a:pt x="7175" y="3810"/>
                  </a:lnTo>
                  <a:lnTo>
                    <a:pt x="7175" y="5080"/>
                  </a:lnTo>
                  <a:lnTo>
                    <a:pt x="7378" y="5080"/>
                  </a:lnTo>
                  <a:lnTo>
                    <a:pt x="7378" y="7620"/>
                  </a:lnTo>
                  <a:lnTo>
                    <a:pt x="7670" y="7620"/>
                  </a:lnTo>
                  <a:lnTo>
                    <a:pt x="7670" y="8890"/>
                  </a:lnTo>
                  <a:lnTo>
                    <a:pt x="9372" y="8890"/>
                  </a:lnTo>
                  <a:lnTo>
                    <a:pt x="9372" y="7620"/>
                  </a:lnTo>
                  <a:lnTo>
                    <a:pt x="18884" y="7620"/>
                  </a:lnTo>
                  <a:lnTo>
                    <a:pt x="18884" y="8890"/>
                  </a:lnTo>
                  <a:lnTo>
                    <a:pt x="20193" y="8890"/>
                  </a:lnTo>
                  <a:lnTo>
                    <a:pt x="20193" y="7620"/>
                  </a:lnTo>
                  <a:lnTo>
                    <a:pt x="25146" y="7620"/>
                  </a:lnTo>
                  <a:lnTo>
                    <a:pt x="25146" y="8890"/>
                  </a:lnTo>
                  <a:lnTo>
                    <a:pt x="24853" y="8890"/>
                  </a:lnTo>
                  <a:lnTo>
                    <a:pt x="24853" y="11430"/>
                  </a:lnTo>
                  <a:lnTo>
                    <a:pt x="32029" y="11430"/>
                  </a:lnTo>
                  <a:lnTo>
                    <a:pt x="32029" y="8890"/>
                  </a:lnTo>
                  <a:lnTo>
                    <a:pt x="31813" y="8890"/>
                  </a:lnTo>
                  <a:lnTo>
                    <a:pt x="31813" y="7620"/>
                  </a:lnTo>
                  <a:lnTo>
                    <a:pt x="34620" y="7620"/>
                  </a:lnTo>
                  <a:lnTo>
                    <a:pt x="34620" y="8890"/>
                  </a:lnTo>
                  <a:lnTo>
                    <a:pt x="35001" y="8890"/>
                  </a:lnTo>
                  <a:lnTo>
                    <a:pt x="35001" y="7620"/>
                  </a:lnTo>
                  <a:lnTo>
                    <a:pt x="44894" y="7620"/>
                  </a:lnTo>
                  <a:lnTo>
                    <a:pt x="44894" y="8890"/>
                  </a:lnTo>
                  <a:lnTo>
                    <a:pt x="49174" y="8890"/>
                  </a:lnTo>
                  <a:lnTo>
                    <a:pt x="49174" y="7620"/>
                  </a:lnTo>
                  <a:lnTo>
                    <a:pt x="49453" y="7620"/>
                  </a:lnTo>
                  <a:lnTo>
                    <a:pt x="49453" y="5080"/>
                  </a:lnTo>
                  <a:lnTo>
                    <a:pt x="49657" y="5080"/>
                  </a:lnTo>
                  <a:lnTo>
                    <a:pt x="49657" y="3810"/>
                  </a:lnTo>
                  <a:lnTo>
                    <a:pt x="50850" y="3810"/>
                  </a:lnTo>
                  <a:lnTo>
                    <a:pt x="50850" y="5080"/>
                  </a:lnTo>
                  <a:lnTo>
                    <a:pt x="53263" y="5080"/>
                  </a:lnTo>
                  <a:lnTo>
                    <a:pt x="53263" y="3810"/>
                  </a:lnTo>
                  <a:lnTo>
                    <a:pt x="54229" y="3810"/>
                  </a:lnTo>
                  <a:lnTo>
                    <a:pt x="54229" y="5080"/>
                  </a:lnTo>
                  <a:lnTo>
                    <a:pt x="56667" y="5080"/>
                  </a:lnTo>
                  <a:lnTo>
                    <a:pt x="56667" y="3810"/>
                  </a:lnTo>
                  <a:close/>
                </a:path>
                <a:path w="59055" h="11429">
                  <a:moveTo>
                    <a:pt x="58737" y="0"/>
                  </a:moveTo>
                  <a:lnTo>
                    <a:pt x="57175" y="0"/>
                  </a:lnTo>
                  <a:lnTo>
                    <a:pt x="57175" y="1270"/>
                  </a:lnTo>
                  <a:lnTo>
                    <a:pt x="58737" y="1270"/>
                  </a:lnTo>
                  <a:lnTo>
                    <a:pt x="58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0" name="object 200"/>
          <p:cNvSpPr/>
          <p:nvPr/>
        </p:nvSpPr>
        <p:spPr>
          <a:xfrm>
            <a:off x="16099856" y="8856128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5">
                <a:moveTo>
                  <a:pt x="50458" y="105828"/>
                </a:moveTo>
                <a:lnTo>
                  <a:pt x="49135" y="105528"/>
                </a:lnTo>
                <a:lnTo>
                  <a:pt x="49698" y="102349"/>
                </a:lnTo>
                <a:lnTo>
                  <a:pt x="49106" y="101757"/>
                </a:lnTo>
                <a:lnTo>
                  <a:pt x="46438" y="102115"/>
                </a:lnTo>
                <a:lnTo>
                  <a:pt x="44757" y="102028"/>
                </a:lnTo>
                <a:lnTo>
                  <a:pt x="43588" y="102152"/>
                </a:lnTo>
                <a:lnTo>
                  <a:pt x="40394" y="101969"/>
                </a:lnTo>
                <a:lnTo>
                  <a:pt x="37303" y="102744"/>
                </a:lnTo>
                <a:lnTo>
                  <a:pt x="35022" y="101954"/>
                </a:lnTo>
                <a:lnTo>
                  <a:pt x="35724" y="98899"/>
                </a:lnTo>
                <a:lnTo>
                  <a:pt x="34818" y="97993"/>
                </a:lnTo>
                <a:lnTo>
                  <a:pt x="32596" y="99046"/>
                </a:lnTo>
                <a:lnTo>
                  <a:pt x="31193" y="98110"/>
                </a:lnTo>
                <a:lnTo>
                  <a:pt x="28971" y="99163"/>
                </a:lnTo>
                <a:lnTo>
                  <a:pt x="27955" y="98147"/>
                </a:lnTo>
                <a:lnTo>
                  <a:pt x="28890" y="95340"/>
                </a:lnTo>
                <a:lnTo>
                  <a:pt x="26559" y="94090"/>
                </a:lnTo>
                <a:lnTo>
                  <a:pt x="23285" y="95888"/>
                </a:lnTo>
                <a:lnTo>
                  <a:pt x="20924" y="94880"/>
                </a:lnTo>
                <a:lnTo>
                  <a:pt x="21735" y="91927"/>
                </a:lnTo>
                <a:lnTo>
                  <a:pt x="20770" y="90962"/>
                </a:lnTo>
                <a:lnTo>
                  <a:pt x="18490" y="92132"/>
                </a:lnTo>
                <a:lnTo>
                  <a:pt x="17270" y="91028"/>
                </a:lnTo>
                <a:lnTo>
                  <a:pt x="18432" y="88624"/>
                </a:lnTo>
                <a:lnTo>
                  <a:pt x="17372" y="87564"/>
                </a:lnTo>
                <a:lnTo>
                  <a:pt x="14726" y="88616"/>
                </a:lnTo>
                <a:lnTo>
                  <a:pt x="13842" y="87294"/>
                </a:lnTo>
                <a:lnTo>
                  <a:pt x="14938" y="85240"/>
                </a:lnTo>
                <a:lnTo>
                  <a:pt x="13857" y="83954"/>
                </a:lnTo>
                <a:lnTo>
                  <a:pt x="11401" y="85101"/>
                </a:lnTo>
                <a:lnTo>
                  <a:pt x="10268" y="83968"/>
                </a:lnTo>
                <a:lnTo>
                  <a:pt x="11284" y="81746"/>
                </a:lnTo>
                <a:lnTo>
                  <a:pt x="10407" y="80328"/>
                </a:lnTo>
                <a:lnTo>
                  <a:pt x="11423" y="78107"/>
                </a:lnTo>
                <a:lnTo>
                  <a:pt x="10356" y="77040"/>
                </a:lnTo>
                <a:lnTo>
                  <a:pt x="7710" y="78092"/>
                </a:lnTo>
                <a:lnTo>
                  <a:pt x="6796" y="76718"/>
                </a:lnTo>
                <a:lnTo>
                  <a:pt x="7864" y="74847"/>
                </a:lnTo>
                <a:lnTo>
                  <a:pt x="6884" y="73312"/>
                </a:lnTo>
                <a:lnTo>
                  <a:pt x="7922" y="71090"/>
                </a:lnTo>
                <a:lnTo>
                  <a:pt x="7001" y="70177"/>
                </a:lnTo>
                <a:lnTo>
                  <a:pt x="3983" y="70915"/>
                </a:lnTo>
                <a:lnTo>
                  <a:pt x="3186" y="68752"/>
                </a:lnTo>
                <a:lnTo>
                  <a:pt x="3836" y="65390"/>
                </a:lnTo>
                <a:lnTo>
                  <a:pt x="3836" y="61414"/>
                </a:lnTo>
                <a:lnTo>
                  <a:pt x="4363" y="58483"/>
                </a:lnTo>
                <a:lnTo>
                  <a:pt x="3749" y="56159"/>
                </a:lnTo>
                <a:lnTo>
                  <a:pt x="606" y="56765"/>
                </a:lnTo>
                <a:lnTo>
                  <a:pt x="0" y="56152"/>
                </a:lnTo>
                <a:lnTo>
                  <a:pt x="358" y="53484"/>
                </a:lnTo>
                <a:lnTo>
                  <a:pt x="336" y="49303"/>
                </a:lnTo>
                <a:lnTo>
                  <a:pt x="3646" y="49661"/>
                </a:lnTo>
                <a:lnTo>
                  <a:pt x="4165" y="49143"/>
                </a:lnTo>
                <a:lnTo>
                  <a:pt x="3807" y="46475"/>
                </a:lnTo>
                <a:lnTo>
                  <a:pt x="3895" y="44794"/>
                </a:lnTo>
                <a:lnTo>
                  <a:pt x="3771" y="43625"/>
                </a:lnTo>
                <a:lnTo>
                  <a:pt x="3902" y="41300"/>
                </a:lnTo>
                <a:lnTo>
                  <a:pt x="3836" y="38004"/>
                </a:lnTo>
                <a:lnTo>
                  <a:pt x="3537" y="36331"/>
                </a:lnTo>
                <a:lnTo>
                  <a:pt x="3961" y="35066"/>
                </a:lnTo>
                <a:lnTo>
                  <a:pt x="7023" y="35761"/>
                </a:lnTo>
                <a:lnTo>
                  <a:pt x="7674" y="35110"/>
                </a:lnTo>
                <a:lnTo>
                  <a:pt x="7315" y="32442"/>
                </a:lnTo>
                <a:lnTo>
                  <a:pt x="7381" y="31069"/>
                </a:lnTo>
                <a:lnTo>
                  <a:pt x="6979" y="29190"/>
                </a:lnTo>
                <a:lnTo>
                  <a:pt x="7564" y="27955"/>
                </a:lnTo>
                <a:lnTo>
                  <a:pt x="10451" y="28817"/>
                </a:lnTo>
                <a:lnTo>
                  <a:pt x="11174" y="28094"/>
                </a:lnTo>
                <a:lnTo>
                  <a:pt x="10816" y="25426"/>
                </a:lnTo>
                <a:lnTo>
                  <a:pt x="10875" y="24264"/>
                </a:lnTo>
                <a:lnTo>
                  <a:pt x="10473" y="21911"/>
                </a:lnTo>
                <a:lnTo>
                  <a:pt x="11269" y="20829"/>
                </a:lnTo>
                <a:lnTo>
                  <a:pt x="13835" y="21925"/>
                </a:lnTo>
                <a:lnTo>
                  <a:pt x="14843" y="20917"/>
                </a:lnTo>
                <a:lnTo>
                  <a:pt x="13791" y="18271"/>
                </a:lnTo>
                <a:lnTo>
                  <a:pt x="15055" y="17431"/>
                </a:lnTo>
                <a:lnTo>
                  <a:pt x="17277" y="18483"/>
                </a:lnTo>
                <a:lnTo>
                  <a:pt x="18446" y="17314"/>
                </a:lnTo>
                <a:lnTo>
                  <a:pt x="17277" y="14975"/>
                </a:lnTo>
                <a:lnTo>
                  <a:pt x="18351" y="13901"/>
                </a:lnTo>
                <a:lnTo>
                  <a:pt x="20997" y="14953"/>
                </a:lnTo>
                <a:lnTo>
                  <a:pt x="21728" y="13849"/>
                </a:lnTo>
                <a:lnTo>
                  <a:pt x="20858" y="11233"/>
                </a:lnTo>
                <a:lnTo>
                  <a:pt x="22634" y="10013"/>
                </a:lnTo>
                <a:lnTo>
                  <a:pt x="27451" y="12022"/>
                </a:lnTo>
                <a:lnTo>
                  <a:pt x="28722" y="10473"/>
                </a:lnTo>
                <a:lnTo>
                  <a:pt x="27948" y="7579"/>
                </a:lnTo>
                <a:lnTo>
                  <a:pt x="29658" y="6768"/>
                </a:lnTo>
                <a:lnTo>
                  <a:pt x="34562" y="8397"/>
                </a:lnTo>
                <a:lnTo>
                  <a:pt x="35651" y="7067"/>
                </a:lnTo>
                <a:lnTo>
                  <a:pt x="35095" y="3954"/>
                </a:lnTo>
                <a:lnTo>
                  <a:pt x="37354" y="3303"/>
                </a:lnTo>
                <a:lnTo>
                  <a:pt x="40380" y="3866"/>
                </a:lnTo>
                <a:lnTo>
                  <a:pt x="44684" y="3866"/>
                </a:lnTo>
                <a:lnTo>
                  <a:pt x="47169" y="4085"/>
                </a:lnTo>
                <a:lnTo>
                  <a:pt x="49435" y="3858"/>
                </a:lnTo>
                <a:lnTo>
                  <a:pt x="49640" y="3836"/>
                </a:lnTo>
                <a:lnTo>
                  <a:pt x="49230" y="555"/>
                </a:lnTo>
                <a:lnTo>
                  <a:pt x="49705" y="80"/>
                </a:lnTo>
                <a:lnTo>
                  <a:pt x="53484" y="402"/>
                </a:lnTo>
                <a:lnTo>
                  <a:pt x="56100" y="0"/>
                </a:lnTo>
                <a:lnTo>
                  <a:pt x="56941" y="840"/>
                </a:lnTo>
                <a:lnTo>
                  <a:pt x="55888" y="3486"/>
                </a:lnTo>
                <a:lnTo>
                  <a:pt x="57131" y="4312"/>
                </a:lnTo>
                <a:lnTo>
                  <a:pt x="59141" y="3683"/>
                </a:lnTo>
                <a:lnTo>
                  <a:pt x="62057" y="4312"/>
                </a:lnTo>
                <a:lnTo>
                  <a:pt x="64819" y="3858"/>
                </a:lnTo>
                <a:lnTo>
                  <a:pt x="67889" y="3858"/>
                </a:lnTo>
                <a:lnTo>
                  <a:pt x="69636" y="3544"/>
                </a:lnTo>
                <a:lnTo>
                  <a:pt x="70886" y="4005"/>
                </a:lnTo>
                <a:lnTo>
                  <a:pt x="70155" y="7030"/>
                </a:lnTo>
                <a:lnTo>
                  <a:pt x="70813" y="7695"/>
                </a:lnTo>
                <a:lnTo>
                  <a:pt x="73480" y="7337"/>
                </a:lnTo>
                <a:lnTo>
                  <a:pt x="74854" y="7410"/>
                </a:lnTo>
                <a:lnTo>
                  <a:pt x="76733" y="7001"/>
                </a:lnTo>
                <a:lnTo>
                  <a:pt x="77968" y="7586"/>
                </a:lnTo>
                <a:lnTo>
                  <a:pt x="77105" y="10480"/>
                </a:lnTo>
                <a:lnTo>
                  <a:pt x="77836" y="11204"/>
                </a:lnTo>
                <a:lnTo>
                  <a:pt x="80497" y="10853"/>
                </a:lnTo>
                <a:lnTo>
                  <a:pt x="81695" y="10911"/>
                </a:lnTo>
                <a:lnTo>
                  <a:pt x="83975" y="10502"/>
                </a:lnTo>
                <a:lnTo>
                  <a:pt x="85079" y="11262"/>
                </a:lnTo>
                <a:lnTo>
                  <a:pt x="84019" y="13886"/>
                </a:lnTo>
                <a:lnTo>
                  <a:pt x="85006" y="14872"/>
                </a:lnTo>
                <a:lnTo>
                  <a:pt x="87652" y="13820"/>
                </a:lnTo>
                <a:lnTo>
                  <a:pt x="88485" y="15084"/>
                </a:lnTo>
                <a:lnTo>
                  <a:pt x="87432" y="17306"/>
                </a:lnTo>
                <a:lnTo>
                  <a:pt x="88602" y="18476"/>
                </a:lnTo>
                <a:lnTo>
                  <a:pt x="90940" y="17306"/>
                </a:lnTo>
                <a:lnTo>
                  <a:pt x="92015" y="18381"/>
                </a:lnTo>
                <a:lnTo>
                  <a:pt x="90962" y="21026"/>
                </a:lnTo>
                <a:lnTo>
                  <a:pt x="92095" y="21779"/>
                </a:lnTo>
                <a:lnTo>
                  <a:pt x="94646" y="20873"/>
                </a:lnTo>
                <a:lnTo>
                  <a:pt x="95947" y="22649"/>
                </a:lnTo>
                <a:lnTo>
                  <a:pt x="93871" y="27465"/>
                </a:lnTo>
                <a:lnTo>
                  <a:pt x="95443" y="28752"/>
                </a:lnTo>
                <a:lnTo>
                  <a:pt x="98329" y="27977"/>
                </a:lnTo>
                <a:lnTo>
                  <a:pt x="99141" y="29687"/>
                </a:lnTo>
                <a:lnTo>
                  <a:pt x="97511" y="34598"/>
                </a:lnTo>
                <a:lnTo>
                  <a:pt x="98863" y="35702"/>
                </a:lnTo>
                <a:lnTo>
                  <a:pt x="101925" y="35088"/>
                </a:lnTo>
                <a:lnTo>
                  <a:pt x="103109" y="38589"/>
                </a:lnTo>
                <a:lnTo>
                  <a:pt x="101078" y="42762"/>
                </a:lnTo>
                <a:lnTo>
                  <a:pt x="102240" y="46607"/>
                </a:lnTo>
                <a:lnTo>
                  <a:pt x="101589" y="49011"/>
                </a:lnTo>
                <a:lnTo>
                  <a:pt x="102232" y="49654"/>
                </a:lnTo>
                <a:lnTo>
                  <a:pt x="105543" y="49296"/>
                </a:lnTo>
                <a:lnTo>
                  <a:pt x="105645" y="51145"/>
                </a:lnTo>
                <a:lnTo>
                  <a:pt x="106201" y="54953"/>
                </a:lnTo>
                <a:lnTo>
                  <a:pt x="105360" y="56926"/>
                </a:lnTo>
                <a:lnTo>
                  <a:pt x="102408" y="56115"/>
                </a:lnTo>
                <a:lnTo>
                  <a:pt x="101648" y="56875"/>
                </a:lnTo>
                <a:lnTo>
                  <a:pt x="102145" y="59404"/>
                </a:lnTo>
                <a:lnTo>
                  <a:pt x="101662" y="62167"/>
                </a:lnTo>
                <a:lnTo>
                  <a:pt x="102042" y="64790"/>
                </a:lnTo>
                <a:lnTo>
                  <a:pt x="102042" y="67919"/>
                </a:lnTo>
                <a:lnTo>
                  <a:pt x="102349" y="69665"/>
                </a:lnTo>
                <a:lnTo>
                  <a:pt x="101889" y="70908"/>
                </a:lnTo>
                <a:lnTo>
                  <a:pt x="98870" y="70177"/>
                </a:lnTo>
                <a:lnTo>
                  <a:pt x="98198" y="70842"/>
                </a:lnTo>
                <a:lnTo>
                  <a:pt x="98556" y="73510"/>
                </a:lnTo>
                <a:lnTo>
                  <a:pt x="98490" y="74811"/>
                </a:lnTo>
                <a:lnTo>
                  <a:pt x="98907" y="76850"/>
                </a:lnTo>
                <a:lnTo>
                  <a:pt x="98249" y="78041"/>
                </a:lnTo>
                <a:lnTo>
                  <a:pt x="95457" y="77098"/>
                </a:lnTo>
                <a:lnTo>
                  <a:pt x="94456" y="78107"/>
                </a:lnTo>
                <a:lnTo>
                  <a:pt x="95465" y="80328"/>
                </a:lnTo>
                <a:lnTo>
                  <a:pt x="94588" y="81746"/>
                </a:lnTo>
                <a:lnTo>
                  <a:pt x="95603" y="83968"/>
                </a:lnTo>
                <a:lnTo>
                  <a:pt x="94536" y="85035"/>
                </a:lnTo>
                <a:lnTo>
                  <a:pt x="91891" y="83983"/>
                </a:lnTo>
                <a:lnTo>
                  <a:pt x="91014" y="85306"/>
                </a:lnTo>
                <a:lnTo>
                  <a:pt x="92110" y="87359"/>
                </a:lnTo>
                <a:lnTo>
                  <a:pt x="91028" y="88646"/>
                </a:lnTo>
                <a:lnTo>
                  <a:pt x="88572" y="87498"/>
                </a:lnTo>
                <a:lnTo>
                  <a:pt x="87447" y="88624"/>
                </a:lnTo>
                <a:lnTo>
                  <a:pt x="88616" y="91028"/>
                </a:lnTo>
                <a:lnTo>
                  <a:pt x="87396" y="92132"/>
                </a:lnTo>
                <a:lnTo>
                  <a:pt x="85108" y="90962"/>
                </a:lnTo>
                <a:lnTo>
                  <a:pt x="84143" y="91927"/>
                </a:lnTo>
                <a:lnTo>
                  <a:pt x="84955" y="94880"/>
                </a:lnTo>
                <a:lnTo>
                  <a:pt x="82601" y="95888"/>
                </a:lnTo>
                <a:lnTo>
                  <a:pt x="79320" y="94090"/>
                </a:lnTo>
                <a:lnTo>
                  <a:pt x="76996" y="95340"/>
                </a:lnTo>
                <a:lnTo>
                  <a:pt x="77931" y="98147"/>
                </a:lnTo>
                <a:lnTo>
                  <a:pt x="76915" y="99163"/>
                </a:lnTo>
                <a:lnTo>
                  <a:pt x="74693" y="98110"/>
                </a:lnTo>
                <a:lnTo>
                  <a:pt x="73290" y="99046"/>
                </a:lnTo>
                <a:lnTo>
                  <a:pt x="71068" y="97993"/>
                </a:lnTo>
                <a:lnTo>
                  <a:pt x="70162" y="98900"/>
                </a:lnTo>
                <a:lnTo>
                  <a:pt x="70864" y="101955"/>
                </a:lnTo>
                <a:lnTo>
                  <a:pt x="67341" y="103168"/>
                </a:lnTo>
                <a:lnTo>
                  <a:pt x="63146" y="101121"/>
                </a:lnTo>
                <a:lnTo>
                  <a:pt x="59309" y="102283"/>
                </a:lnTo>
                <a:lnTo>
                  <a:pt x="56904" y="101633"/>
                </a:lnTo>
                <a:lnTo>
                  <a:pt x="56261" y="102276"/>
                </a:lnTo>
                <a:lnTo>
                  <a:pt x="56619" y="105587"/>
                </a:lnTo>
                <a:lnTo>
                  <a:pt x="51891" y="105594"/>
                </a:lnTo>
                <a:lnTo>
                  <a:pt x="50458" y="1058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5895989" y="8863064"/>
            <a:ext cx="92710" cy="92075"/>
          </a:xfrm>
          <a:custGeom>
            <a:avLst/>
            <a:gdLst/>
            <a:ahLst/>
            <a:cxnLst/>
            <a:rect l="l" t="t" r="r" b="b"/>
            <a:pathLst>
              <a:path w="92709" h="92075">
                <a:moveTo>
                  <a:pt x="37931" y="92066"/>
                </a:moveTo>
                <a:lnTo>
                  <a:pt x="35519" y="91591"/>
                </a:lnTo>
                <a:lnTo>
                  <a:pt x="36045" y="88383"/>
                </a:lnTo>
                <a:lnTo>
                  <a:pt x="35366" y="87703"/>
                </a:lnTo>
                <a:lnTo>
                  <a:pt x="32910" y="88288"/>
                </a:lnTo>
                <a:lnTo>
                  <a:pt x="30242" y="87622"/>
                </a:lnTo>
                <a:lnTo>
                  <a:pt x="27173" y="88989"/>
                </a:lnTo>
                <a:lnTo>
                  <a:pt x="24819" y="87929"/>
                </a:lnTo>
                <a:lnTo>
                  <a:pt x="25653" y="85006"/>
                </a:lnTo>
                <a:lnTo>
                  <a:pt x="24688" y="84041"/>
                </a:lnTo>
                <a:lnTo>
                  <a:pt x="22349" y="85211"/>
                </a:lnTo>
                <a:lnTo>
                  <a:pt x="21180" y="84041"/>
                </a:lnTo>
                <a:lnTo>
                  <a:pt x="22349" y="81703"/>
                </a:lnTo>
                <a:lnTo>
                  <a:pt x="21194" y="80540"/>
                </a:lnTo>
                <a:lnTo>
                  <a:pt x="18965" y="81556"/>
                </a:lnTo>
                <a:lnTo>
                  <a:pt x="17547" y="80679"/>
                </a:lnTo>
                <a:lnTo>
                  <a:pt x="15326" y="81695"/>
                </a:lnTo>
                <a:lnTo>
                  <a:pt x="14259" y="80628"/>
                </a:lnTo>
                <a:lnTo>
                  <a:pt x="15311" y="77982"/>
                </a:lnTo>
                <a:lnTo>
                  <a:pt x="14098" y="77171"/>
                </a:lnTo>
                <a:lnTo>
                  <a:pt x="11752" y="78180"/>
                </a:lnTo>
                <a:lnTo>
                  <a:pt x="10195" y="76440"/>
                </a:lnTo>
                <a:lnTo>
                  <a:pt x="12431" y="71566"/>
                </a:lnTo>
                <a:lnTo>
                  <a:pt x="10597" y="70060"/>
                </a:lnTo>
                <a:lnTo>
                  <a:pt x="8309" y="71193"/>
                </a:lnTo>
                <a:lnTo>
                  <a:pt x="7155" y="69987"/>
                </a:lnTo>
                <a:lnTo>
                  <a:pt x="8324" y="67677"/>
                </a:lnTo>
                <a:lnTo>
                  <a:pt x="7345" y="66698"/>
                </a:lnTo>
                <a:lnTo>
                  <a:pt x="4436" y="67546"/>
                </a:lnTo>
                <a:lnTo>
                  <a:pt x="3354" y="65207"/>
                </a:lnTo>
                <a:lnTo>
                  <a:pt x="4728" y="62086"/>
                </a:lnTo>
                <a:lnTo>
                  <a:pt x="4070" y="59448"/>
                </a:lnTo>
                <a:lnTo>
                  <a:pt x="4655" y="56992"/>
                </a:lnTo>
                <a:lnTo>
                  <a:pt x="3961" y="56298"/>
                </a:lnTo>
                <a:lnTo>
                  <a:pt x="789" y="56868"/>
                </a:lnTo>
                <a:lnTo>
                  <a:pt x="0" y="53520"/>
                </a:lnTo>
                <a:lnTo>
                  <a:pt x="716" y="49172"/>
                </a:lnTo>
                <a:lnTo>
                  <a:pt x="716" y="38019"/>
                </a:lnTo>
                <a:lnTo>
                  <a:pt x="453" y="36491"/>
                </a:lnTo>
                <a:lnTo>
                  <a:pt x="803" y="35190"/>
                </a:lnTo>
                <a:lnTo>
                  <a:pt x="3939" y="35804"/>
                </a:lnTo>
                <a:lnTo>
                  <a:pt x="4553" y="35190"/>
                </a:lnTo>
                <a:lnTo>
                  <a:pt x="4202" y="32523"/>
                </a:lnTo>
                <a:lnTo>
                  <a:pt x="4275" y="31090"/>
                </a:lnTo>
                <a:lnTo>
                  <a:pt x="3880" y="29351"/>
                </a:lnTo>
                <a:lnTo>
                  <a:pt x="4509" y="27816"/>
                </a:lnTo>
                <a:lnTo>
                  <a:pt x="3720" y="25499"/>
                </a:lnTo>
                <a:lnTo>
                  <a:pt x="4714" y="24505"/>
                </a:lnTo>
                <a:lnTo>
                  <a:pt x="7359" y="25558"/>
                </a:lnTo>
                <a:lnTo>
                  <a:pt x="8273" y="24184"/>
                </a:lnTo>
                <a:lnTo>
                  <a:pt x="7206" y="22305"/>
                </a:lnTo>
                <a:lnTo>
                  <a:pt x="8090" y="20931"/>
                </a:lnTo>
                <a:lnTo>
                  <a:pt x="10758" y="21969"/>
                </a:lnTo>
                <a:lnTo>
                  <a:pt x="11576" y="21158"/>
                </a:lnTo>
                <a:lnTo>
                  <a:pt x="11218" y="18490"/>
                </a:lnTo>
                <a:lnTo>
                  <a:pt x="11269" y="17431"/>
                </a:lnTo>
                <a:lnTo>
                  <a:pt x="10897" y="14851"/>
                </a:lnTo>
                <a:lnTo>
                  <a:pt x="11781" y="13879"/>
                </a:lnTo>
                <a:lnTo>
                  <a:pt x="14178" y="15041"/>
                </a:lnTo>
                <a:lnTo>
                  <a:pt x="15238" y="13981"/>
                </a:lnTo>
                <a:lnTo>
                  <a:pt x="14186" y="11335"/>
                </a:lnTo>
                <a:lnTo>
                  <a:pt x="15559" y="10422"/>
                </a:lnTo>
                <a:lnTo>
                  <a:pt x="17431" y="11489"/>
                </a:lnTo>
                <a:lnTo>
                  <a:pt x="18965" y="10509"/>
                </a:lnTo>
                <a:lnTo>
                  <a:pt x="21187" y="11540"/>
                </a:lnTo>
                <a:lnTo>
                  <a:pt x="22188" y="10539"/>
                </a:lnTo>
                <a:lnTo>
                  <a:pt x="21268" y="7718"/>
                </a:lnTo>
                <a:lnTo>
                  <a:pt x="22473" y="7082"/>
                </a:lnTo>
                <a:lnTo>
                  <a:pt x="24724" y="8003"/>
                </a:lnTo>
                <a:lnTo>
                  <a:pt x="25762" y="6965"/>
                </a:lnTo>
                <a:lnTo>
                  <a:pt x="24710" y="4319"/>
                </a:lnTo>
                <a:lnTo>
                  <a:pt x="25930" y="3508"/>
                </a:lnTo>
                <a:lnTo>
                  <a:pt x="27977" y="4100"/>
                </a:lnTo>
                <a:lnTo>
                  <a:pt x="31039" y="3508"/>
                </a:lnTo>
                <a:lnTo>
                  <a:pt x="33524" y="4458"/>
                </a:lnTo>
                <a:lnTo>
                  <a:pt x="35797" y="3939"/>
                </a:lnTo>
                <a:lnTo>
                  <a:pt x="36097" y="3873"/>
                </a:lnTo>
                <a:lnTo>
                  <a:pt x="35534" y="694"/>
                </a:lnTo>
                <a:lnTo>
                  <a:pt x="36126" y="102"/>
                </a:lnTo>
                <a:lnTo>
                  <a:pt x="38794" y="460"/>
                </a:lnTo>
                <a:lnTo>
                  <a:pt x="42784" y="248"/>
                </a:lnTo>
                <a:lnTo>
                  <a:pt x="46343" y="431"/>
                </a:lnTo>
                <a:lnTo>
                  <a:pt x="52008" y="431"/>
                </a:lnTo>
                <a:lnTo>
                  <a:pt x="54712" y="0"/>
                </a:lnTo>
                <a:lnTo>
                  <a:pt x="57124" y="482"/>
                </a:lnTo>
                <a:lnTo>
                  <a:pt x="56598" y="3690"/>
                </a:lnTo>
                <a:lnTo>
                  <a:pt x="57277" y="4370"/>
                </a:lnTo>
                <a:lnTo>
                  <a:pt x="59733" y="3785"/>
                </a:lnTo>
                <a:lnTo>
                  <a:pt x="62393" y="4451"/>
                </a:lnTo>
                <a:lnTo>
                  <a:pt x="65463" y="3084"/>
                </a:lnTo>
                <a:lnTo>
                  <a:pt x="67824" y="4144"/>
                </a:lnTo>
                <a:lnTo>
                  <a:pt x="66990" y="7067"/>
                </a:lnTo>
                <a:lnTo>
                  <a:pt x="67955" y="8032"/>
                </a:lnTo>
                <a:lnTo>
                  <a:pt x="70294" y="6862"/>
                </a:lnTo>
                <a:lnTo>
                  <a:pt x="71463" y="8032"/>
                </a:lnTo>
                <a:lnTo>
                  <a:pt x="70294" y="10370"/>
                </a:lnTo>
                <a:lnTo>
                  <a:pt x="71456" y="11532"/>
                </a:lnTo>
                <a:lnTo>
                  <a:pt x="73678" y="10517"/>
                </a:lnTo>
                <a:lnTo>
                  <a:pt x="75096" y="11394"/>
                </a:lnTo>
                <a:lnTo>
                  <a:pt x="77317" y="10378"/>
                </a:lnTo>
                <a:lnTo>
                  <a:pt x="78384" y="11445"/>
                </a:lnTo>
                <a:lnTo>
                  <a:pt x="77332" y="14091"/>
                </a:lnTo>
                <a:lnTo>
                  <a:pt x="78553" y="14902"/>
                </a:lnTo>
                <a:lnTo>
                  <a:pt x="80891" y="13893"/>
                </a:lnTo>
                <a:lnTo>
                  <a:pt x="82455" y="15633"/>
                </a:lnTo>
                <a:lnTo>
                  <a:pt x="80219" y="20507"/>
                </a:lnTo>
                <a:lnTo>
                  <a:pt x="82053" y="22013"/>
                </a:lnTo>
                <a:lnTo>
                  <a:pt x="84341" y="20880"/>
                </a:lnTo>
                <a:lnTo>
                  <a:pt x="85488" y="22086"/>
                </a:lnTo>
                <a:lnTo>
                  <a:pt x="84319" y="24396"/>
                </a:lnTo>
                <a:lnTo>
                  <a:pt x="85306" y="25382"/>
                </a:lnTo>
                <a:lnTo>
                  <a:pt x="88200" y="24520"/>
                </a:lnTo>
                <a:lnTo>
                  <a:pt x="89135" y="26508"/>
                </a:lnTo>
                <a:lnTo>
                  <a:pt x="88419" y="30294"/>
                </a:lnTo>
                <a:lnTo>
                  <a:pt x="88419" y="33013"/>
                </a:lnTo>
                <a:lnTo>
                  <a:pt x="88156" y="34547"/>
                </a:lnTo>
                <a:lnTo>
                  <a:pt x="88507" y="35841"/>
                </a:lnTo>
                <a:lnTo>
                  <a:pt x="91642" y="35227"/>
                </a:lnTo>
                <a:lnTo>
                  <a:pt x="92256" y="35848"/>
                </a:lnTo>
                <a:lnTo>
                  <a:pt x="91905" y="38509"/>
                </a:lnTo>
                <a:lnTo>
                  <a:pt x="92110" y="42506"/>
                </a:lnTo>
                <a:lnTo>
                  <a:pt x="91927" y="46058"/>
                </a:lnTo>
                <a:lnTo>
                  <a:pt x="91927" y="51730"/>
                </a:lnTo>
                <a:lnTo>
                  <a:pt x="92358" y="54427"/>
                </a:lnTo>
                <a:lnTo>
                  <a:pt x="91876" y="56839"/>
                </a:lnTo>
                <a:lnTo>
                  <a:pt x="88668" y="56313"/>
                </a:lnTo>
                <a:lnTo>
                  <a:pt x="87988" y="56992"/>
                </a:lnTo>
                <a:lnTo>
                  <a:pt x="88573" y="59448"/>
                </a:lnTo>
                <a:lnTo>
                  <a:pt x="87907" y="62108"/>
                </a:lnTo>
                <a:lnTo>
                  <a:pt x="89274" y="65178"/>
                </a:lnTo>
                <a:lnTo>
                  <a:pt x="88214" y="67539"/>
                </a:lnTo>
                <a:lnTo>
                  <a:pt x="85291" y="66705"/>
                </a:lnTo>
                <a:lnTo>
                  <a:pt x="84326" y="67670"/>
                </a:lnTo>
                <a:lnTo>
                  <a:pt x="85496" y="70009"/>
                </a:lnTo>
                <a:lnTo>
                  <a:pt x="84326" y="71178"/>
                </a:lnTo>
                <a:lnTo>
                  <a:pt x="81988" y="70009"/>
                </a:lnTo>
                <a:lnTo>
                  <a:pt x="80826" y="71171"/>
                </a:lnTo>
                <a:lnTo>
                  <a:pt x="81841" y="73393"/>
                </a:lnTo>
                <a:lnTo>
                  <a:pt x="80964" y="74811"/>
                </a:lnTo>
                <a:lnTo>
                  <a:pt x="81980" y="77032"/>
                </a:lnTo>
                <a:lnTo>
                  <a:pt x="80913" y="78099"/>
                </a:lnTo>
                <a:lnTo>
                  <a:pt x="78267" y="77047"/>
                </a:lnTo>
                <a:lnTo>
                  <a:pt x="77456" y="78268"/>
                </a:lnTo>
                <a:lnTo>
                  <a:pt x="78465" y="80606"/>
                </a:lnTo>
                <a:lnTo>
                  <a:pt x="76725" y="82170"/>
                </a:lnTo>
                <a:lnTo>
                  <a:pt x="71851" y="79927"/>
                </a:lnTo>
                <a:lnTo>
                  <a:pt x="70345" y="81768"/>
                </a:lnTo>
                <a:lnTo>
                  <a:pt x="71478" y="84049"/>
                </a:lnTo>
                <a:lnTo>
                  <a:pt x="70272" y="85203"/>
                </a:lnTo>
                <a:lnTo>
                  <a:pt x="67962" y="84034"/>
                </a:lnTo>
                <a:lnTo>
                  <a:pt x="66976" y="85021"/>
                </a:lnTo>
                <a:lnTo>
                  <a:pt x="67838" y="87915"/>
                </a:lnTo>
                <a:lnTo>
                  <a:pt x="65850" y="88850"/>
                </a:lnTo>
                <a:lnTo>
                  <a:pt x="62064" y="88134"/>
                </a:lnTo>
                <a:lnTo>
                  <a:pt x="59345" y="88134"/>
                </a:lnTo>
                <a:lnTo>
                  <a:pt x="57811" y="87871"/>
                </a:lnTo>
                <a:lnTo>
                  <a:pt x="56517" y="88222"/>
                </a:lnTo>
                <a:lnTo>
                  <a:pt x="57131" y="91357"/>
                </a:lnTo>
                <a:lnTo>
                  <a:pt x="56517" y="91971"/>
                </a:lnTo>
                <a:lnTo>
                  <a:pt x="53849" y="91620"/>
                </a:lnTo>
                <a:lnTo>
                  <a:pt x="49852" y="91825"/>
                </a:lnTo>
                <a:lnTo>
                  <a:pt x="46300" y="91642"/>
                </a:lnTo>
                <a:lnTo>
                  <a:pt x="40635" y="91642"/>
                </a:lnTo>
                <a:lnTo>
                  <a:pt x="37931" y="920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2" name="object 20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5692487" y="8869985"/>
            <a:ext cx="78655" cy="78224"/>
          </a:xfrm>
          <a:prstGeom prst="rect">
            <a:avLst/>
          </a:prstGeom>
        </p:spPr>
      </p:pic>
      <p:sp>
        <p:nvSpPr>
          <p:cNvPr id="203" name="object 203"/>
          <p:cNvSpPr/>
          <p:nvPr/>
        </p:nvSpPr>
        <p:spPr>
          <a:xfrm>
            <a:off x="15492903" y="8880349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14843" y="57262"/>
                </a:moveTo>
                <a:lnTo>
                  <a:pt x="13806" y="56225"/>
                </a:lnTo>
                <a:lnTo>
                  <a:pt x="14858" y="54003"/>
                </a:lnTo>
                <a:lnTo>
                  <a:pt x="14390" y="53301"/>
                </a:lnTo>
                <a:lnTo>
                  <a:pt x="13126" y="52424"/>
                </a:lnTo>
                <a:lnTo>
                  <a:pt x="8309" y="54449"/>
                </a:lnTo>
                <a:lnTo>
                  <a:pt x="6797" y="52600"/>
                </a:lnTo>
                <a:lnTo>
                  <a:pt x="7827" y="50582"/>
                </a:lnTo>
                <a:lnTo>
                  <a:pt x="7374" y="49793"/>
                </a:lnTo>
                <a:lnTo>
                  <a:pt x="6577" y="49333"/>
                </a:lnTo>
                <a:lnTo>
                  <a:pt x="4567" y="50363"/>
                </a:lnTo>
                <a:lnTo>
                  <a:pt x="2718" y="48858"/>
                </a:lnTo>
                <a:lnTo>
                  <a:pt x="4743" y="44041"/>
                </a:lnTo>
                <a:lnTo>
                  <a:pt x="3866" y="42777"/>
                </a:lnTo>
                <a:lnTo>
                  <a:pt x="3164" y="42309"/>
                </a:lnTo>
                <a:lnTo>
                  <a:pt x="942" y="43361"/>
                </a:lnTo>
                <a:lnTo>
                  <a:pt x="21" y="42441"/>
                </a:lnTo>
                <a:lnTo>
                  <a:pt x="380" y="39780"/>
                </a:lnTo>
                <a:lnTo>
                  <a:pt x="0" y="32442"/>
                </a:lnTo>
                <a:lnTo>
                  <a:pt x="358" y="27114"/>
                </a:lnTo>
                <a:lnTo>
                  <a:pt x="358" y="17211"/>
                </a:lnTo>
                <a:lnTo>
                  <a:pt x="87" y="15684"/>
                </a:lnTo>
                <a:lnTo>
                  <a:pt x="445" y="14383"/>
                </a:lnTo>
                <a:lnTo>
                  <a:pt x="3581" y="14997"/>
                </a:lnTo>
                <a:lnTo>
                  <a:pt x="4195" y="14383"/>
                </a:lnTo>
                <a:lnTo>
                  <a:pt x="3837" y="11715"/>
                </a:lnTo>
                <a:lnTo>
                  <a:pt x="3902" y="10473"/>
                </a:lnTo>
                <a:lnTo>
                  <a:pt x="3486" y="8309"/>
                </a:lnTo>
                <a:lnTo>
                  <a:pt x="4187" y="7176"/>
                </a:lnTo>
                <a:lnTo>
                  <a:pt x="6884" y="8112"/>
                </a:lnTo>
                <a:lnTo>
                  <a:pt x="7374" y="7695"/>
                </a:lnTo>
                <a:lnTo>
                  <a:pt x="7842" y="6994"/>
                </a:lnTo>
                <a:lnTo>
                  <a:pt x="6789" y="4772"/>
                </a:lnTo>
                <a:lnTo>
                  <a:pt x="7703" y="3858"/>
                </a:lnTo>
                <a:lnTo>
                  <a:pt x="10371" y="4217"/>
                </a:lnTo>
                <a:lnTo>
                  <a:pt x="12044" y="4129"/>
                </a:lnTo>
                <a:lnTo>
                  <a:pt x="13221" y="4239"/>
                </a:lnTo>
                <a:lnTo>
                  <a:pt x="14390" y="4187"/>
                </a:lnTo>
                <a:lnTo>
                  <a:pt x="14858" y="3486"/>
                </a:lnTo>
                <a:lnTo>
                  <a:pt x="13806" y="1264"/>
                </a:lnTo>
                <a:lnTo>
                  <a:pt x="14792" y="277"/>
                </a:lnTo>
                <a:lnTo>
                  <a:pt x="17299" y="803"/>
                </a:lnTo>
                <a:lnTo>
                  <a:pt x="21056" y="51"/>
                </a:lnTo>
                <a:lnTo>
                  <a:pt x="25200" y="679"/>
                </a:lnTo>
                <a:lnTo>
                  <a:pt x="31602" y="679"/>
                </a:lnTo>
                <a:lnTo>
                  <a:pt x="35856" y="0"/>
                </a:lnTo>
                <a:lnTo>
                  <a:pt x="39554" y="811"/>
                </a:lnTo>
                <a:lnTo>
                  <a:pt x="42039" y="263"/>
                </a:lnTo>
                <a:lnTo>
                  <a:pt x="42945" y="1169"/>
                </a:lnTo>
                <a:lnTo>
                  <a:pt x="41893" y="3815"/>
                </a:lnTo>
                <a:lnTo>
                  <a:pt x="43267" y="4728"/>
                </a:lnTo>
                <a:lnTo>
                  <a:pt x="45138" y="3661"/>
                </a:lnTo>
                <a:lnTo>
                  <a:pt x="46673" y="4640"/>
                </a:lnTo>
                <a:lnTo>
                  <a:pt x="48894" y="3610"/>
                </a:lnTo>
                <a:lnTo>
                  <a:pt x="50057" y="4772"/>
                </a:lnTo>
                <a:lnTo>
                  <a:pt x="49004" y="6994"/>
                </a:lnTo>
                <a:lnTo>
                  <a:pt x="49472" y="7695"/>
                </a:lnTo>
                <a:lnTo>
                  <a:pt x="52980" y="7703"/>
                </a:lnTo>
                <a:lnTo>
                  <a:pt x="52980" y="14719"/>
                </a:lnTo>
                <a:lnTo>
                  <a:pt x="53682" y="15187"/>
                </a:lnTo>
                <a:lnTo>
                  <a:pt x="55903" y="14134"/>
                </a:lnTo>
                <a:lnTo>
                  <a:pt x="56817" y="15048"/>
                </a:lnTo>
                <a:lnTo>
                  <a:pt x="56466" y="17716"/>
                </a:lnTo>
                <a:lnTo>
                  <a:pt x="56795" y="24037"/>
                </a:lnTo>
                <a:lnTo>
                  <a:pt x="56488" y="29950"/>
                </a:lnTo>
                <a:lnTo>
                  <a:pt x="56488" y="36747"/>
                </a:lnTo>
                <a:lnTo>
                  <a:pt x="56773" y="38340"/>
                </a:lnTo>
                <a:lnTo>
                  <a:pt x="56291" y="39919"/>
                </a:lnTo>
                <a:lnTo>
                  <a:pt x="56941" y="42324"/>
                </a:lnTo>
                <a:lnTo>
                  <a:pt x="55903" y="43361"/>
                </a:lnTo>
                <a:lnTo>
                  <a:pt x="53682" y="42309"/>
                </a:lnTo>
                <a:lnTo>
                  <a:pt x="52980" y="42777"/>
                </a:lnTo>
                <a:lnTo>
                  <a:pt x="52103" y="44041"/>
                </a:lnTo>
                <a:lnTo>
                  <a:pt x="54127" y="48858"/>
                </a:lnTo>
                <a:lnTo>
                  <a:pt x="52278" y="50363"/>
                </a:lnTo>
                <a:lnTo>
                  <a:pt x="50268" y="49333"/>
                </a:lnTo>
                <a:lnTo>
                  <a:pt x="49472" y="49793"/>
                </a:lnTo>
                <a:lnTo>
                  <a:pt x="49019" y="50582"/>
                </a:lnTo>
                <a:lnTo>
                  <a:pt x="50049" y="52600"/>
                </a:lnTo>
                <a:lnTo>
                  <a:pt x="48536" y="54449"/>
                </a:lnTo>
                <a:lnTo>
                  <a:pt x="43720" y="52424"/>
                </a:lnTo>
                <a:lnTo>
                  <a:pt x="42455" y="53301"/>
                </a:lnTo>
                <a:lnTo>
                  <a:pt x="41988" y="54003"/>
                </a:lnTo>
                <a:lnTo>
                  <a:pt x="43040" y="56225"/>
                </a:lnTo>
                <a:lnTo>
                  <a:pt x="42127" y="57138"/>
                </a:lnTo>
                <a:lnTo>
                  <a:pt x="39459" y="56780"/>
                </a:lnTo>
                <a:lnTo>
                  <a:pt x="33137" y="57116"/>
                </a:lnTo>
                <a:lnTo>
                  <a:pt x="27224" y="56809"/>
                </a:lnTo>
                <a:lnTo>
                  <a:pt x="20427" y="56809"/>
                </a:lnTo>
                <a:lnTo>
                  <a:pt x="18827" y="57094"/>
                </a:lnTo>
                <a:lnTo>
                  <a:pt x="17248" y="56612"/>
                </a:lnTo>
                <a:lnTo>
                  <a:pt x="14843" y="57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5289117" y="888738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7114" y="43449"/>
                </a:moveTo>
                <a:lnTo>
                  <a:pt x="23504" y="42755"/>
                </a:lnTo>
                <a:lnTo>
                  <a:pt x="20785" y="42755"/>
                </a:lnTo>
                <a:lnTo>
                  <a:pt x="15209" y="43369"/>
                </a:lnTo>
                <a:lnTo>
                  <a:pt x="14427" y="42419"/>
                </a:lnTo>
                <a:lnTo>
                  <a:pt x="15055" y="39371"/>
                </a:lnTo>
                <a:lnTo>
                  <a:pt x="13827" y="38940"/>
                </a:lnTo>
                <a:lnTo>
                  <a:pt x="12132" y="39247"/>
                </a:lnTo>
                <a:lnTo>
                  <a:pt x="10663" y="39247"/>
                </a:lnTo>
                <a:lnTo>
                  <a:pt x="8068" y="39576"/>
                </a:lnTo>
                <a:lnTo>
                  <a:pt x="7111" y="38742"/>
                </a:lnTo>
                <a:lnTo>
                  <a:pt x="8149" y="36374"/>
                </a:lnTo>
                <a:lnTo>
                  <a:pt x="7688" y="35739"/>
                </a:lnTo>
                <a:lnTo>
                  <a:pt x="6987" y="35271"/>
                </a:lnTo>
                <a:lnTo>
                  <a:pt x="4765" y="36323"/>
                </a:lnTo>
                <a:lnTo>
                  <a:pt x="3603" y="35154"/>
                </a:lnTo>
                <a:lnTo>
                  <a:pt x="4633" y="32932"/>
                </a:lnTo>
                <a:lnTo>
                  <a:pt x="3727" y="31529"/>
                </a:lnTo>
                <a:lnTo>
                  <a:pt x="4765" y="29307"/>
                </a:lnTo>
                <a:lnTo>
                  <a:pt x="3690" y="28240"/>
                </a:lnTo>
                <a:lnTo>
                  <a:pt x="1045" y="29292"/>
                </a:lnTo>
                <a:lnTo>
                  <a:pt x="255" y="28101"/>
                </a:lnTo>
                <a:lnTo>
                  <a:pt x="782" y="25989"/>
                </a:lnTo>
                <a:lnTo>
                  <a:pt x="518" y="24162"/>
                </a:lnTo>
                <a:lnTo>
                  <a:pt x="745" y="20719"/>
                </a:lnTo>
                <a:lnTo>
                  <a:pt x="0" y="15253"/>
                </a:lnTo>
                <a:lnTo>
                  <a:pt x="1081" y="14368"/>
                </a:lnTo>
                <a:lnTo>
                  <a:pt x="3975" y="15143"/>
                </a:lnTo>
                <a:lnTo>
                  <a:pt x="4787" y="13433"/>
                </a:lnTo>
                <a:lnTo>
                  <a:pt x="3157" y="8529"/>
                </a:lnTo>
                <a:lnTo>
                  <a:pt x="4882" y="7118"/>
                </a:lnTo>
                <a:lnTo>
                  <a:pt x="6899" y="8149"/>
                </a:lnTo>
                <a:lnTo>
                  <a:pt x="7688" y="7688"/>
                </a:lnTo>
                <a:lnTo>
                  <a:pt x="8141" y="7125"/>
                </a:lnTo>
                <a:lnTo>
                  <a:pt x="7133" y="4596"/>
                </a:lnTo>
                <a:lnTo>
                  <a:pt x="8280" y="3741"/>
                </a:lnTo>
                <a:lnTo>
                  <a:pt x="10451" y="4319"/>
                </a:lnTo>
                <a:lnTo>
                  <a:pt x="11788" y="4070"/>
                </a:lnTo>
                <a:lnTo>
                  <a:pt x="14310" y="4582"/>
                </a:lnTo>
                <a:lnTo>
                  <a:pt x="15194" y="3690"/>
                </a:lnTo>
                <a:lnTo>
                  <a:pt x="14142" y="1045"/>
                </a:lnTo>
                <a:lnTo>
                  <a:pt x="15333" y="255"/>
                </a:lnTo>
                <a:lnTo>
                  <a:pt x="17445" y="781"/>
                </a:lnTo>
                <a:lnTo>
                  <a:pt x="19272" y="526"/>
                </a:lnTo>
                <a:lnTo>
                  <a:pt x="22715" y="745"/>
                </a:lnTo>
                <a:lnTo>
                  <a:pt x="28182" y="0"/>
                </a:lnTo>
                <a:lnTo>
                  <a:pt x="29007" y="1008"/>
                </a:lnTo>
                <a:lnTo>
                  <a:pt x="28379" y="4056"/>
                </a:lnTo>
                <a:lnTo>
                  <a:pt x="30279" y="4721"/>
                </a:lnTo>
                <a:lnTo>
                  <a:pt x="34547" y="3142"/>
                </a:lnTo>
                <a:lnTo>
                  <a:pt x="36331" y="4692"/>
                </a:lnTo>
                <a:lnTo>
                  <a:pt x="35293" y="7030"/>
                </a:lnTo>
                <a:lnTo>
                  <a:pt x="35753" y="7681"/>
                </a:lnTo>
                <a:lnTo>
                  <a:pt x="36382" y="8141"/>
                </a:lnTo>
                <a:lnTo>
                  <a:pt x="38757" y="7103"/>
                </a:lnTo>
                <a:lnTo>
                  <a:pt x="39758" y="8258"/>
                </a:lnTo>
                <a:lnTo>
                  <a:pt x="39006" y="10444"/>
                </a:lnTo>
                <a:lnTo>
                  <a:pt x="39488" y="11854"/>
                </a:lnTo>
                <a:lnTo>
                  <a:pt x="38786" y="14222"/>
                </a:lnTo>
                <a:lnTo>
                  <a:pt x="39627" y="15070"/>
                </a:lnTo>
                <a:lnTo>
                  <a:pt x="42579" y="14259"/>
                </a:lnTo>
                <a:lnTo>
                  <a:pt x="43464" y="16320"/>
                </a:lnTo>
                <a:lnTo>
                  <a:pt x="42770" y="19930"/>
                </a:lnTo>
                <a:lnTo>
                  <a:pt x="42770" y="22649"/>
                </a:lnTo>
                <a:lnTo>
                  <a:pt x="43383" y="28225"/>
                </a:lnTo>
                <a:lnTo>
                  <a:pt x="42433" y="29007"/>
                </a:lnTo>
                <a:lnTo>
                  <a:pt x="39386" y="28379"/>
                </a:lnTo>
                <a:lnTo>
                  <a:pt x="38954" y="29607"/>
                </a:lnTo>
                <a:lnTo>
                  <a:pt x="39261" y="31302"/>
                </a:lnTo>
                <a:lnTo>
                  <a:pt x="39261" y="32771"/>
                </a:lnTo>
                <a:lnTo>
                  <a:pt x="39590" y="35366"/>
                </a:lnTo>
                <a:lnTo>
                  <a:pt x="38757" y="36316"/>
                </a:lnTo>
                <a:lnTo>
                  <a:pt x="36389" y="35278"/>
                </a:lnTo>
                <a:lnTo>
                  <a:pt x="35753" y="35739"/>
                </a:lnTo>
                <a:lnTo>
                  <a:pt x="35293" y="36375"/>
                </a:lnTo>
                <a:lnTo>
                  <a:pt x="36331" y="38742"/>
                </a:lnTo>
                <a:lnTo>
                  <a:pt x="35176" y="39744"/>
                </a:lnTo>
                <a:lnTo>
                  <a:pt x="32991" y="38991"/>
                </a:lnTo>
                <a:lnTo>
                  <a:pt x="31580" y="39473"/>
                </a:lnTo>
                <a:lnTo>
                  <a:pt x="29212" y="38772"/>
                </a:lnTo>
                <a:lnTo>
                  <a:pt x="28364" y="39612"/>
                </a:lnTo>
                <a:lnTo>
                  <a:pt x="29176" y="42565"/>
                </a:lnTo>
                <a:lnTo>
                  <a:pt x="27114" y="434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5093334" y="8902085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7029345" y="8943730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4">
                <a:moveTo>
                  <a:pt x="80746" y="141202"/>
                </a:moveTo>
                <a:lnTo>
                  <a:pt x="78290" y="140617"/>
                </a:lnTo>
                <a:lnTo>
                  <a:pt x="75637" y="141275"/>
                </a:lnTo>
                <a:lnTo>
                  <a:pt x="72758" y="140770"/>
                </a:lnTo>
                <a:lnTo>
                  <a:pt x="68548" y="140770"/>
                </a:lnTo>
                <a:lnTo>
                  <a:pt x="65668" y="141275"/>
                </a:lnTo>
                <a:lnTo>
                  <a:pt x="63015" y="140617"/>
                </a:lnTo>
                <a:lnTo>
                  <a:pt x="60560" y="141202"/>
                </a:lnTo>
                <a:lnTo>
                  <a:pt x="59880" y="140522"/>
                </a:lnTo>
                <a:lnTo>
                  <a:pt x="60406" y="137313"/>
                </a:lnTo>
                <a:lnTo>
                  <a:pt x="57994" y="136838"/>
                </a:lnTo>
                <a:lnTo>
                  <a:pt x="55290" y="137262"/>
                </a:lnTo>
                <a:lnTo>
                  <a:pt x="51219" y="137262"/>
                </a:lnTo>
                <a:lnTo>
                  <a:pt x="47850" y="137913"/>
                </a:lnTo>
                <a:lnTo>
                  <a:pt x="45694" y="137116"/>
                </a:lnTo>
                <a:lnTo>
                  <a:pt x="46432" y="134090"/>
                </a:lnTo>
                <a:lnTo>
                  <a:pt x="45760" y="133425"/>
                </a:lnTo>
                <a:lnTo>
                  <a:pt x="43099" y="133783"/>
                </a:lnTo>
                <a:lnTo>
                  <a:pt x="41725" y="133710"/>
                </a:lnTo>
                <a:lnTo>
                  <a:pt x="39847" y="134120"/>
                </a:lnTo>
                <a:lnTo>
                  <a:pt x="38619" y="133535"/>
                </a:lnTo>
                <a:lnTo>
                  <a:pt x="39481" y="130641"/>
                </a:lnTo>
                <a:lnTo>
                  <a:pt x="38751" y="129917"/>
                </a:lnTo>
                <a:lnTo>
                  <a:pt x="36090" y="130275"/>
                </a:lnTo>
                <a:lnTo>
                  <a:pt x="34899" y="130209"/>
                </a:lnTo>
                <a:lnTo>
                  <a:pt x="32619" y="130619"/>
                </a:lnTo>
                <a:lnTo>
                  <a:pt x="31508" y="129859"/>
                </a:lnTo>
                <a:lnTo>
                  <a:pt x="32575" y="127235"/>
                </a:lnTo>
                <a:lnTo>
                  <a:pt x="31588" y="126248"/>
                </a:lnTo>
                <a:lnTo>
                  <a:pt x="28942" y="127301"/>
                </a:lnTo>
                <a:lnTo>
                  <a:pt x="28102" y="126036"/>
                </a:lnTo>
                <a:lnTo>
                  <a:pt x="29154" y="123815"/>
                </a:lnTo>
                <a:lnTo>
                  <a:pt x="27985" y="122645"/>
                </a:lnTo>
                <a:lnTo>
                  <a:pt x="25646" y="123815"/>
                </a:lnTo>
                <a:lnTo>
                  <a:pt x="24572" y="122740"/>
                </a:lnTo>
                <a:lnTo>
                  <a:pt x="25624" y="120094"/>
                </a:lnTo>
                <a:lnTo>
                  <a:pt x="24360" y="119254"/>
                </a:lnTo>
                <a:lnTo>
                  <a:pt x="22138" y="120306"/>
                </a:lnTo>
                <a:lnTo>
                  <a:pt x="20968" y="119137"/>
                </a:lnTo>
                <a:lnTo>
                  <a:pt x="22138" y="116798"/>
                </a:lnTo>
                <a:lnTo>
                  <a:pt x="21064" y="115724"/>
                </a:lnTo>
                <a:lnTo>
                  <a:pt x="18418" y="116776"/>
                </a:lnTo>
                <a:lnTo>
                  <a:pt x="17577" y="115512"/>
                </a:lnTo>
                <a:lnTo>
                  <a:pt x="18629" y="113290"/>
                </a:lnTo>
                <a:lnTo>
                  <a:pt x="17460" y="112121"/>
                </a:lnTo>
                <a:lnTo>
                  <a:pt x="15121" y="113290"/>
                </a:lnTo>
                <a:lnTo>
                  <a:pt x="14047" y="112216"/>
                </a:lnTo>
                <a:lnTo>
                  <a:pt x="15099" y="109570"/>
                </a:lnTo>
                <a:lnTo>
                  <a:pt x="13996" y="108839"/>
                </a:lnTo>
                <a:lnTo>
                  <a:pt x="11379" y="109702"/>
                </a:lnTo>
                <a:lnTo>
                  <a:pt x="10159" y="107933"/>
                </a:lnTo>
                <a:lnTo>
                  <a:pt x="12176" y="103117"/>
                </a:lnTo>
                <a:lnTo>
                  <a:pt x="10619" y="101845"/>
                </a:lnTo>
                <a:lnTo>
                  <a:pt x="7725" y="102620"/>
                </a:lnTo>
                <a:lnTo>
                  <a:pt x="6914" y="100909"/>
                </a:lnTo>
                <a:lnTo>
                  <a:pt x="8544" y="95998"/>
                </a:lnTo>
                <a:lnTo>
                  <a:pt x="7169" y="94872"/>
                </a:lnTo>
                <a:lnTo>
                  <a:pt x="4151" y="95537"/>
                </a:lnTo>
                <a:lnTo>
                  <a:pt x="3362" y="93411"/>
                </a:lnTo>
                <a:lnTo>
                  <a:pt x="4012" y="90041"/>
                </a:lnTo>
                <a:lnTo>
                  <a:pt x="4012" y="85970"/>
                </a:lnTo>
                <a:lnTo>
                  <a:pt x="4443" y="83266"/>
                </a:lnTo>
                <a:lnTo>
                  <a:pt x="3961" y="80854"/>
                </a:lnTo>
                <a:lnTo>
                  <a:pt x="752" y="81381"/>
                </a:lnTo>
                <a:lnTo>
                  <a:pt x="73" y="80701"/>
                </a:lnTo>
                <a:lnTo>
                  <a:pt x="657" y="78245"/>
                </a:lnTo>
                <a:lnTo>
                  <a:pt x="0" y="75592"/>
                </a:lnTo>
                <a:lnTo>
                  <a:pt x="504" y="72713"/>
                </a:lnTo>
                <a:lnTo>
                  <a:pt x="504" y="68503"/>
                </a:lnTo>
                <a:lnTo>
                  <a:pt x="0" y="65623"/>
                </a:lnTo>
                <a:lnTo>
                  <a:pt x="657" y="62970"/>
                </a:lnTo>
                <a:lnTo>
                  <a:pt x="73" y="60514"/>
                </a:lnTo>
                <a:lnTo>
                  <a:pt x="752" y="59842"/>
                </a:lnTo>
                <a:lnTo>
                  <a:pt x="3961" y="60361"/>
                </a:lnTo>
                <a:lnTo>
                  <a:pt x="4443" y="57956"/>
                </a:lnTo>
                <a:lnTo>
                  <a:pt x="4012" y="55252"/>
                </a:lnTo>
                <a:lnTo>
                  <a:pt x="4012" y="51181"/>
                </a:lnTo>
                <a:lnTo>
                  <a:pt x="3362" y="47812"/>
                </a:lnTo>
                <a:lnTo>
                  <a:pt x="4165" y="45656"/>
                </a:lnTo>
                <a:lnTo>
                  <a:pt x="7184" y="46394"/>
                </a:lnTo>
                <a:lnTo>
                  <a:pt x="8105" y="45473"/>
                </a:lnTo>
                <a:lnTo>
                  <a:pt x="7053" y="43251"/>
                </a:lnTo>
                <a:lnTo>
                  <a:pt x="7988" y="41848"/>
                </a:lnTo>
                <a:lnTo>
                  <a:pt x="6936" y="39626"/>
                </a:lnTo>
                <a:lnTo>
                  <a:pt x="7959" y="38603"/>
                </a:lnTo>
                <a:lnTo>
                  <a:pt x="10743" y="39561"/>
                </a:lnTo>
                <a:lnTo>
                  <a:pt x="11745" y="37755"/>
                </a:lnTo>
                <a:lnTo>
                  <a:pt x="9954" y="32910"/>
                </a:lnTo>
                <a:lnTo>
                  <a:pt x="11591" y="31572"/>
                </a:lnTo>
                <a:lnTo>
                  <a:pt x="14120" y="32588"/>
                </a:lnTo>
                <a:lnTo>
                  <a:pt x="15041" y="31338"/>
                </a:lnTo>
                <a:lnTo>
                  <a:pt x="13945" y="29116"/>
                </a:lnTo>
                <a:lnTo>
                  <a:pt x="15121" y="27932"/>
                </a:lnTo>
                <a:lnTo>
                  <a:pt x="17460" y="29102"/>
                </a:lnTo>
                <a:lnTo>
                  <a:pt x="18630" y="27932"/>
                </a:lnTo>
                <a:lnTo>
                  <a:pt x="17460" y="25594"/>
                </a:lnTo>
                <a:lnTo>
                  <a:pt x="18615" y="24439"/>
                </a:lnTo>
                <a:lnTo>
                  <a:pt x="21012" y="25601"/>
                </a:lnTo>
                <a:lnTo>
                  <a:pt x="22123" y="24388"/>
                </a:lnTo>
                <a:lnTo>
                  <a:pt x="20961" y="22093"/>
                </a:lnTo>
                <a:lnTo>
                  <a:pt x="22043" y="21011"/>
                </a:lnTo>
                <a:lnTo>
                  <a:pt x="24688" y="22064"/>
                </a:lnTo>
                <a:lnTo>
                  <a:pt x="25485" y="20872"/>
                </a:lnTo>
                <a:lnTo>
                  <a:pt x="24499" y="18461"/>
                </a:lnTo>
                <a:lnTo>
                  <a:pt x="25712" y="17445"/>
                </a:lnTo>
                <a:lnTo>
                  <a:pt x="27970" y="18592"/>
                </a:lnTo>
                <a:lnTo>
                  <a:pt x="29154" y="17408"/>
                </a:lnTo>
                <a:lnTo>
                  <a:pt x="27985" y="15069"/>
                </a:lnTo>
                <a:lnTo>
                  <a:pt x="29154" y="13900"/>
                </a:lnTo>
                <a:lnTo>
                  <a:pt x="31493" y="15069"/>
                </a:lnTo>
                <a:lnTo>
                  <a:pt x="32582" y="13980"/>
                </a:lnTo>
                <a:lnTo>
                  <a:pt x="31508" y="11371"/>
                </a:lnTo>
                <a:lnTo>
                  <a:pt x="33342" y="10092"/>
                </a:lnTo>
                <a:lnTo>
                  <a:pt x="38151" y="12124"/>
                </a:lnTo>
                <a:lnTo>
                  <a:pt x="39423" y="10575"/>
                </a:lnTo>
                <a:lnTo>
                  <a:pt x="38663" y="7666"/>
                </a:lnTo>
                <a:lnTo>
                  <a:pt x="41031" y="6577"/>
                </a:lnTo>
                <a:lnTo>
                  <a:pt x="44144" y="8309"/>
                </a:lnTo>
                <a:lnTo>
                  <a:pt x="46549" y="7278"/>
                </a:lnTo>
                <a:lnTo>
                  <a:pt x="45738" y="4326"/>
                </a:lnTo>
                <a:lnTo>
                  <a:pt x="46498" y="3566"/>
                </a:lnTo>
                <a:lnTo>
                  <a:pt x="49034" y="4063"/>
                </a:lnTo>
                <a:lnTo>
                  <a:pt x="53054" y="3376"/>
                </a:lnTo>
                <a:lnTo>
                  <a:pt x="56708" y="4472"/>
                </a:lnTo>
                <a:lnTo>
                  <a:pt x="60128" y="3961"/>
                </a:lnTo>
                <a:lnTo>
                  <a:pt x="60369" y="3924"/>
                </a:lnTo>
                <a:lnTo>
                  <a:pt x="59901" y="679"/>
                </a:lnTo>
                <a:lnTo>
                  <a:pt x="60457" y="124"/>
                </a:lnTo>
                <a:lnTo>
                  <a:pt x="63132" y="475"/>
                </a:lnTo>
                <a:lnTo>
                  <a:pt x="67129" y="306"/>
                </a:lnTo>
                <a:lnTo>
                  <a:pt x="75140" y="453"/>
                </a:lnTo>
                <a:lnTo>
                  <a:pt x="76740" y="168"/>
                </a:lnTo>
                <a:lnTo>
                  <a:pt x="78312" y="650"/>
                </a:lnTo>
                <a:lnTo>
                  <a:pt x="80724" y="0"/>
                </a:lnTo>
                <a:lnTo>
                  <a:pt x="81418" y="694"/>
                </a:lnTo>
                <a:lnTo>
                  <a:pt x="80921" y="3917"/>
                </a:lnTo>
                <a:lnTo>
                  <a:pt x="83347" y="4348"/>
                </a:lnTo>
                <a:lnTo>
                  <a:pt x="85986" y="3961"/>
                </a:lnTo>
                <a:lnTo>
                  <a:pt x="90093" y="3961"/>
                </a:lnTo>
                <a:lnTo>
                  <a:pt x="93441" y="3318"/>
                </a:lnTo>
                <a:lnTo>
                  <a:pt x="95604" y="4107"/>
                </a:lnTo>
                <a:lnTo>
                  <a:pt x="94880" y="7140"/>
                </a:lnTo>
                <a:lnTo>
                  <a:pt x="95538" y="7798"/>
                </a:lnTo>
                <a:lnTo>
                  <a:pt x="98206" y="7440"/>
                </a:lnTo>
                <a:lnTo>
                  <a:pt x="99580" y="7513"/>
                </a:lnTo>
                <a:lnTo>
                  <a:pt x="101458" y="7103"/>
                </a:lnTo>
                <a:lnTo>
                  <a:pt x="102693" y="7688"/>
                </a:lnTo>
                <a:lnTo>
                  <a:pt x="101831" y="10582"/>
                </a:lnTo>
                <a:lnTo>
                  <a:pt x="102562" y="11306"/>
                </a:lnTo>
                <a:lnTo>
                  <a:pt x="105222" y="10955"/>
                </a:lnTo>
                <a:lnTo>
                  <a:pt x="106414" y="11014"/>
                </a:lnTo>
                <a:lnTo>
                  <a:pt x="108701" y="10604"/>
                </a:lnTo>
                <a:lnTo>
                  <a:pt x="109812" y="11372"/>
                </a:lnTo>
                <a:lnTo>
                  <a:pt x="108745" y="13988"/>
                </a:lnTo>
                <a:lnTo>
                  <a:pt x="109732" y="14975"/>
                </a:lnTo>
                <a:lnTo>
                  <a:pt x="112377" y="13922"/>
                </a:lnTo>
                <a:lnTo>
                  <a:pt x="113262" y="15245"/>
                </a:lnTo>
                <a:lnTo>
                  <a:pt x="112166" y="17299"/>
                </a:lnTo>
                <a:lnTo>
                  <a:pt x="113247" y="18585"/>
                </a:lnTo>
                <a:lnTo>
                  <a:pt x="115703" y="17438"/>
                </a:lnTo>
                <a:lnTo>
                  <a:pt x="116851" y="18585"/>
                </a:lnTo>
                <a:lnTo>
                  <a:pt x="115681" y="20887"/>
                </a:lnTo>
                <a:lnTo>
                  <a:pt x="116814" y="22093"/>
                </a:lnTo>
                <a:lnTo>
                  <a:pt x="119189" y="20924"/>
                </a:lnTo>
                <a:lnTo>
                  <a:pt x="120351" y="22086"/>
                </a:lnTo>
                <a:lnTo>
                  <a:pt x="119182" y="24425"/>
                </a:lnTo>
                <a:lnTo>
                  <a:pt x="120351" y="25594"/>
                </a:lnTo>
                <a:lnTo>
                  <a:pt x="122690" y="24425"/>
                </a:lnTo>
                <a:lnTo>
                  <a:pt x="123867" y="25609"/>
                </a:lnTo>
                <a:lnTo>
                  <a:pt x="122734" y="27860"/>
                </a:lnTo>
                <a:lnTo>
                  <a:pt x="123750" y="29109"/>
                </a:lnTo>
                <a:lnTo>
                  <a:pt x="126228" y="27969"/>
                </a:lnTo>
                <a:lnTo>
                  <a:pt x="127265" y="29007"/>
                </a:lnTo>
                <a:lnTo>
                  <a:pt x="126213" y="31653"/>
                </a:lnTo>
                <a:lnTo>
                  <a:pt x="127178" y="32296"/>
                </a:lnTo>
                <a:lnTo>
                  <a:pt x="130109" y="31645"/>
                </a:lnTo>
                <a:lnTo>
                  <a:pt x="131117" y="33889"/>
                </a:lnTo>
                <a:lnTo>
                  <a:pt x="129246" y="37295"/>
                </a:lnTo>
                <a:lnTo>
                  <a:pt x="130591" y="39575"/>
                </a:lnTo>
                <a:lnTo>
                  <a:pt x="133332" y="38589"/>
                </a:lnTo>
                <a:lnTo>
                  <a:pt x="134370" y="39627"/>
                </a:lnTo>
                <a:lnTo>
                  <a:pt x="133317" y="41848"/>
                </a:lnTo>
                <a:lnTo>
                  <a:pt x="134253" y="43252"/>
                </a:lnTo>
                <a:lnTo>
                  <a:pt x="133200" y="45473"/>
                </a:lnTo>
                <a:lnTo>
                  <a:pt x="134099" y="46372"/>
                </a:lnTo>
                <a:lnTo>
                  <a:pt x="137169" y="45693"/>
                </a:lnTo>
                <a:lnTo>
                  <a:pt x="137900" y="47907"/>
                </a:lnTo>
                <a:lnTo>
                  <a:pt x="137293" y="51108"/>
                </a:lnTo>
                <a:lnTo>
                  <a:pt x="137293" y="55157"/>
                </a:lnTo>
                <a:lnTo>
                  <a:pt x="136767" y="58088"/>
                </a:lnTo>
                <a:lnTo>
                  <a:pt x="137373" y="60412"/>
                </a:lnTo>
                <a:lnTo>
                  <a:pt x="140516" y="59806"/>
                </a:lnTo>
                <a:lnTo>
                  <a:pt x="141130" y="60420"/>
                </a:lnTo>
                <a:lnTo>
                  <a:pt x="140772" y="63087"/>
                </a:lnTo>
                <a:lnTo>
                  <a:pt x="140853" y="64622"/>
                </a:lnTo>
                <a:lnTo>
                  <a:pt x="140502" y="66120"/>
                </a:lnTo>
                <a:lnTo>
                  <a:pt x="141079" y="68028"/>
                </a:lnTo>
                <a:lnTo>
                  <a:pt x="140801" y="69628"/>
                </a:lnTo>
                <a:lnTo>
                  <a:pt x="140801" y="72713"/>
                </a:lnTo>
                <a:lnTo>
                  <a:pt x="141306" y="75592"/>
                </a:lnTo>
                <a:lnTo>
                  <a:pt x="140648" y="78246"/>
                </a:lnTo>
                <a:lnTo>
                  <a:pt x="141233" y="80701"/>
                </a:lnTo>
                <a:lnTo>
                  <a:pt x="140553" y="81381"/>
                </a:lnTo>
                <a:lnTo>
                  <a:pt x="137345" y="80855"/>
                </a:lnTo>
                <a:lnTo>
                  <a:pt x="136862" y="83266"/>
                </a:lnTo>
                <a:lnTo>
                  <a:pt x="137293" y="85971"/>
                </a:lnTo>
                <a:lnTo>
                  <a:pt x="137293" y="90115"/>
                </a:lnTo>
                <a:lnTo>
                  <a:pt x="137900" y="93316"/>
                </a:lnTo>
                <a:lnTo>
                  <a:pt x="137169" y="95538"/>
                </a:lnTo>
                <a:lnTo>
                  <a:pt x="134099" y="94851"/>
                </a:lnTo>
                <a:lnTo>
                  <a:pt x="133449" y="95494"/>
                </a:lnTo>
                <a:lnTo>
                  <a:pt x="133807" y="98162"/>
                </a:lnTo>
                <a:lnTo>
                  <a:pt x="133741" y="99535"/>
                </a:lnTo>
                <a:lnTo>
                  <a:pt x="134150" y="101414"/>
                </a:lnTo>
                <a:lnTo>
                  <a:pt x="133558" y="102649"/>
                </a:lnTo>
                <a:lnTo>
                  <a:pt x="130672" y="101787"/>
                </a:lnTo>
                <a:lnTo>
                  <a:pt x="129948" y="102510"/>
                </a:lnTo>
                <a:lnTo>
                  <a:pt x="130306" y="105178"/>
                </a:lnTo>
                <a:lnTo>
                  <a:pt x="130240" y="106369"/>
                </a:lnTo>
                <a:lnTo>
                  <a:pt x="130649" y="108657"/>
                </a:lnTo>
                <a:lnTo>
                  <a:pt x="129889" y="109767"/>
                </a:lnTo>
                <a:lnTo>
                  <a:pt x="127273" y="108700"/>
                </a:lnTo>
                <a:lnTo>
                  <a:pt x="126286" y="109687"/>
                </a:lnTo>
                <a:lnTo>
                  <a:pt x="127339" y="112333"/>
                </a:lnTo>
                <a:lnTo>
                  <a:pt x="126074" y="113173"/>
                </a:lnTo>
                <a:lnTo>
                  <a:pt x="123853" y="112121"/>
                </a:lnTo>
                <a:lnTo>
                  <a:pt x="122683" y="113290"/>
                </a:lnTo>
                <a:lnTo>
                  <a:pt x="123852" y="115629"/>
                </a:lnTo>
                <a:lnTo>
                  <a:pt x="122778" y="116703"/>
                </a:lnTo>
                <a:lnTo>
                  <a:pt x="120132" y="115651"/>
                </a:lnTo>
                <a:lnTo>
                  <a:pt x="119299" y="116915"/>
                </a:lnTo>
                <a:lnTo>
                  <a:pt x="120351" y="119137"/>
                </a:lnTo>
                <a:lnTo>
                  <a:pt x="119182" y="120306"/>
                </a:lnTo>
                <a:lnTo>
                  <a:pt x="116843" y="119137"/>
                </a:lnTo>
                <a:lnTo>
                  <a:pt x="115769" y="120211"/>
                </a:lnTo>
                <a:lnTo>
                  <a:pt x="116821" y="122857"/>
                </a:lnTo>
                <a:lnTo>
                  <a:pt x="115557" y="123698"/>
                </a:lnTo>
                <a:lnTo>
                  <a:pt x="113335" y="122645"/>
                </a:lnTo>
                <a:lnTo>
                  <a:pt x="112166" y="123815"/>
                </a:lnTo>
                <a:lnTo>
                  <a:pt x="113335" y="126153"/>
                </a:lnTo>
                <a:lnTo>
                  <a:pt x="112261" y="127228"/>
                </a:lnTo>
                <a:lnTo>
                  <a:pt x="109615" y="126175"/>
                </a:lnTo>
                <a:lnTo>
                  <a:pt x="108884" y="127279"/>
                </a:lnTo>
                <a:lnTo>
                  <a:pt x="109754" y="129903"/>
                </a:lnTo>
                <a:lnTo>
                  <a:pt x="107978" y="131116"/>
                </a:lnTo>
                <a:lnTo>
                  <a:pt x="103161" y="129106"/>
                </a:lnTo>
                <a:lnTo>
                  <a:pt x="101890" y="130655"/>
                </a:lnTo>
                <a:lnTo>
                  <a:pt x="102664" y="133550"/>
                </a:lnTo>
                <a:lnTo>
                  <a:pt x="100954" y="134361"/>
                </a:lnTo>
                <a:lnTo>
                  <a:pt x="96050" y="132731"/>
                </a:lnTo>
                <a:lnTo>
                  <a:pt x="94925" y="134105"/>
                </a:lnTo>
                <a:lnTo>
                  <a:pt x="95582" y="137123"/>
                </a:lnTo>
                <a:lnTo>
                  <a:pt x="93456" y="137913"/>
                </a:lnTo>
                <a:lnTo>
                  <a:pt x="90086" y="137262"/>
                </a:lnTo>
                <a:lnTo>
                  <a:pt x="86015" y="137262"/>
                </a:lnTo>
                <a:lnTo>
                  <a:pt x="83311" y="136838"/>
                </a:lnTo>
                <a:lnTo>
                  <a:pt x="80900" y="137321"/>
                </a:lnTo>
                <a:lnTo>
                  <a:pt x="81426" y="140522"/>
                </a:lnTo>
                <a:lnTo>
                  <a:pt x="80746" y="1412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7239657" y="8943459"/>
            <a:ext cx="142240" cy="141605"/>
          </a:xfrm>
          <a:custGeom>
            <a:avLst/>
            <a:gdLst/>
            <a:ahLst/>
            <a:cxnLst/>
            <a:rect l="l" t="t" r="r" b="b"/>
            <a:pathLst>
              <a:path w="142240" h="141604">
                <a:moveTo>
                  <a:pt x="79270" y="141560"/>
                </a:moveTo>
                <a:lnTo>
                  <a:pt x="76478" y="140968"/>
                </a:lnTo>
                <a:lnTo>
                  <a:pt x="70828" y="141158"/>
                </a:lnTo>
                <a:lnTo>
                  <a:pt x="61663" y="141041"/>
                </a:lnTo>
                <a:lnTo>
                  <a:pt x="58879" y="141501"/>
                </a:lnTo>
                <a:lnTo>
                  <a:pt x="56496" y="140975"/>
                </a:lnTo>
                <a:lnTo>
                  <a:pt x="57052" y="137788"/>
                </a:lnTo>
                <a:lnTo>
                  <a:pt x="56460" y="137204"/>
                </a:lnTo>
                <a:lnTo>
                  <a:pt x="53792" y="137562"/>
                </a:lnTo>
                <a:lnTo>
                  <a:pt x="52352" y="137489"/>
                </a:lnTo>
                <a:lnTo>
                  <a:pt x="50635" y="137876"/>
                </a:lnTo>
                <a:lnTo>
                  <a:pt x="49085" y="137262"/>
                </a:lnTo>
                <a:lnTo>
                  <a:pt x="46761" y="138037"/>
                </a:lnTo>
                <a:lnTo>
                  <a:pt x="45928" y="137196"/>
                </a:lnTo>
                <a:lnTo>
                  <a:pt x="46666" y="134178"/>
                </a:lnTo>
                <a:lnTo>
                  <a:pt x="43224" y="132899"/>
                </a:lnTo>
                <a:lnTo>
                  <a:pt x="38714" y="135304"/>
                </a:lnTo>
                <a:lnTo>
                  <a:pt x="35301" y="133834"/>
                </a:lnTo>
                <a:lnTo>
                  <a:pt x="36105" y="130889"/>
                </a:lnTo>
                <a:lnTo>
                  <a:pt x="35191" y="129968"/>
                </a:lnTo>
                <a:lnTo>
                  <a:pt x="32940" y="130889"/>
                </a:lnTo>
                <a:lnTo>
                  <a:pt x="31727" y="130253"/>
                </a:lnTo>
                <a:lnTo>
                  <a:pt x="32655" y="127432"/>
                </a:lnTo>
                <a:lnTo>
                  <a:pt x="31895" y="126679"/>
                </a:lnTo>
                <a:lnTo>
                  <a:pt x="29235" y="127038"/>
                </a:lnTo>
                <a:lnTo>
                  <a:pt x="27926" y="126972"/>
                </a:lnTo>
                <a:lnTo>
                  <a:pt x="25895" y="127381"/>
                </a:lnTo>
                <a:lnTo>
                  <a:pt x="24703" y="126731"/>
                </a:lnTo>
                <a:lnTo>
                  <a:pt x="25646" y="123939"/>
                </a:lnTo>
                <a:lnTo>
                  <a:pt x="24623" y="122908"/>
                </a:lnTo>
                <a:lnTo>
                  <a:pt x="22321" y="124078"/>
                </a:lnTo>
                <a:lnTo>
                  <a:pt x="21115" y="122945"/>
                </a:lnTo>
                <a:lnTo>
                  <a:pt x="22284" y="120569"/>
                </a:lnTo>
                <a:lnTo>
                  <a:pt x="21217" y="119502"/>
                </a:lnTo>
                <a:lnTo>
                  <a:pt x="18571" y="120555"/>
                </a:lnTo>
                <a:lnTo>
                  <a:pt x="17658" y="119181"/>
                </a:lnTo>
                <a:lnTo>
                  <a:pt x="18724" y="117303"/>
                </a:lnTo>
                <a:lnTo>
                  <a:pt x="17840" y="115928"/>
                </a:lnTo>
                <a:lnTo>
                  <a:pt x="15173" y="116966"/>
                </a:lnTo>
                <a:lnTo>
                  <a:pt x="14354" y="116155"/>
                </a:lnTo>
                <a:lnTo>
                  <a:pt x="14712" y="113487"/>
                </a:lnTo>
                <a:lnTo>
                  <a:pt x="14654" y="112260"/>
                </a:lnTo>
                <a:lnTo>
                  <a:pt x="15063" y="110052"/>
                </a:lnTo>
                <a:lnTo>
                  <a:pt x="14332" y="108912"/>
                </a:lnTo>
                <a:lnTo>
                  <a:pt x="11657" y="109950"/>
                </a:lnTo>
                <a:lnTo>
                  <a:pt x="10692" y="108978"/>
                </a:lnTo>
                <a:lnTo>
                  <a:pt x="11745" y="106332"/>
                </a:lnTo>
                <a:lnTo>
                  <a:pt x="10780" y="105689"/>
                </a:lnTo>
                <a:lnTo>
                  <a:pt x="7842" y="106347"/>
                </a:lnTo>
                <a:lnTo>
                  <a:pt x="7338" y="105214"/>
                </a:lnTo>
                <a:lnTo>
                  <a:pt x="7674" y="103285"/>
                </a:lnTo>
                <a:lnTo>
                  <a:pt x="7674" y="101582"/>
                </a:lnTo>
                <a:lnTo>
                  <a:pt x="8003" y="99740"/>
                </a:lnTo>
                <a:lnTo>
                  <a:pt x="7396" y="98256"/>
                </a:lnTo>
                <a:lnTo>
                  <a:pt x="8178" y="95940"/>
                </a:lnTo>
                <a:lnTo>
                  <a:pt x="7184" y="94946"/>
                </a:lnTo>
                <a:lnTo>
                  <a:pt x="4538" y="95998"/>
                </a:lnTo>
                <a:lnTo>
                  <a:pt x="3647" y="94653"/>
                </a:lnTo>
                <a:lnTo>
                  <a:pt x="4524" y="92812"/>
                </a:lnTo>
                <a:lnTo>
                  <a:pt x="3676" y="90677"/>
                </a:lnTo>
                <a:lnTo>
                  <a:pt x="5137" y="85700"/>
                </a:lnTo>
                <a:lnTo>
                  <a:pt x="3903" y="84692"/>
                </a:lnTo>
                <a:lnTo>
                  <a:pt x="716" y="85174"/>
                </a:lnTo>
                <a:lnTo>
                  <a:pt x="0" y="81797"/>
                </a:lnTo>
                <a:lnTo>
                  <a:pt x="665" y="77580"/>
                </a:lnTo>
                <a:lnTo>
                  <a:pt x="665" y="59345"/>
                </a:lnTo>
                <a:lnTo>
                  <a:pt x="401" y="57810"/>
                </a:lnTo>
                <a:lnTo>
                  <a:pt x="760" y="56517"/>
                </a:lnTo>
                <a:lnTo>
                  <a:pt x="3888" y="57131"/>
                </a:lnTo>
                <a:lnTo>
                  <a:pt x="4502" y="56517"/>
                </a:lnTo>
                <a:lnTo>
                  <a:pt x="4144" y="53849"/>
                </a:lnTo>
                <a:lnTo>
                  <a:pt x="4224" y="52300"/>
                </a:lnTo>
                <a:lnTo>
                  <a:pt x="3880" y="50831"/>
                </a:lnTo>
                <a:lnTo>
                  <a:pt x="4356" y="49194"/>
                </a:lnTo>
                <a:lnTo>
                  <a:pt x="3720" y="46782"/>
                </a:lnTo>
                <a:lnTo>
                  <a:pt x="4662" y="45839"/>
                </a:lnTo>
                <a:lnTo>
                  <a:pt x="7308" y="46891"/>
                </a:lnTo>
                <a:lnTo>
                  <a:pt x="8120" y="45671"/>
                </a:lnTo>
                <a:lnTo>
                  <a:pt x="7528" y="43617"/>
                </a:lnTo>
                <a:lnTo>
                  <a:pt x="7871" y="41754"/>
                </a:lnTo>
                <a:lnTo>
                  <a:pt x="7674" y="40402"/>
                </a:lnTo>
                <a:lnTo>
                  <a:pt x="7674" y="38501"/>
                </a:lnTo>
                <a:lnTo>
                  <a:pt x="7338" y="36528"/>
                </a:lnTo>
                <a:lnTo>
                  <a:pt x="7900" y="35337"/>
                </a:lnTo>
                <a:lnTo>
                  <a:pt x="10787" y="36199"/>
                </a:lnTo>
                <a:lnTo>
                  <a:pt x="11672" y="35315"/>
                </a:lnTo>
                <a:lnTo>
                  <a:pt x="10619" y="32669"/>
                </a:lnTo>
                <a:lnTo>
                  <a:pt x="11584" y="32026"/>
                </a:lnTo>
                <a:lnTo>
                  <a:pt x="14515" y="32684"/>
                </a:lnTo>
                <a:lnTo>
                  <a:pt x="15026" y="31551"/>
                </a:lnTo>
                <a:lnTo>
                  <a:pt x="14690" y="29621"/>
                </a:lnTo>
                <a:lnTo>
                  <a:pt x="14690" y="28211"/>
                </a:lnTo>
                <a:lnTo>
                  <a:pt x="14354" y="25711"/>
                </a:lnTo>
                <a:lnTo>
                  <a:pt x="15151" y="24695"/>
                </a:lnTo>
                <a:lnTo>
                  <a:pt x="17665" y="25814"/>
                </a:lnTo>
                <a:lnTo>
                  <a:pt x="18783" y="24695"/>
                </a:lnTo>
                <a:lnTo>
                  <a:pt x="17614" y="22357"/>
                </a:lnTo>
                <a:lnTo>
                  <a:pt x="18783" y="21187"/>
                </a:lnTo>
                <a:lnTo>
                  <a:pt x="21122" y="22357"/>
                </a:lnTo>
                <a:lnTo>
                  <a:pt x="22233" y="21246"/>
                </a:lnTo>
                <a:lnTo>
                  <a:pt x="21122" y="18710"/>
                </a:lnTo>
                <a:lnTo>
                  <a:pt x="22386" y="17745"/>
                </a:lnTo>
                <a:lnTo>
                  <a:pt x="24615" y="18863"/>
                </a:lnTo>
                <a:lnTo>
                  <a:pt x="25580" y="17898"/>
                </a:lnTo>
                <a:lnTo>
                  <a:pt x="24769" y="14946"/>
                </a:lnTo>
                <a:lnTo>
                  <a:pt x="27042" y="13974"/>
                </a:lnTo>
                <a:lnTo>
                  <a:pt x="30565" y="15808"/>
                </a:lnTo>
                <a:lnTo>
                  <a:pt x="32779" y="14412"/>
                </a:lnTo>
                <a:lnTo>
                  <a:pt x="31756" y="11723"/>
                </a:lnTo>
                <a:lnTo>
                  <a:pt x="32816" y="10663"/>
                </a:lnTo>
                <a:lnTo>
                  <a:pt x="35154" y="11832"/>
                </a:lnTo>
                <a:lnTo>
                  <a:pt x="36324" y="10663"/>
                </a:lnTo>
                <a:lnTo>
                  <a:pt x="35155" y="8324"/>
                </a:lnTo>
                <a:lnTo>
                  <a:pt x="36280" y="7199"/>
                </a:lnTo>
                <a:lnTo>
                  <a:pt x="38538" y="8090"/>
                </a:lnTo>
                <a:lnTo>
                  <a:pt x="41133" y="6797"/>
                </a:lnTo>
                <a:lnTo>
                  <a:pt x="44320" y="8573"/>
                </a:lnTo>
                <a:lnTo>
                  <a:pt x="46710" y="7549"/>
                </a:lnTo>
                <a:lnTo>
                  <a:pt x="45898" y="4597"/>
                </a:lnTo>
                <a:lnTo>
                  <a:pt x="46702" y="3793"/>
                </a:lnTo>
                <a:lnTo>
                  <a:pt x="49143" y="4392"/>
                </a:lnTo>
                <a:lnTo>
                  <a:pt x="51964" y="3647"/>
                </a:lnTo>
                <a:lnTo>
                  <a:pt x="54522" y="4597"/>
                </a:lnTo>
                <a:lnTo>
                  <a:pt x="56796" y="4231"/>
                </a:lnTo>
                <a:lnTo>
                  <a:pt x="57059" y="4187"/>
                </a:lnTo>
                <a:lnTo>
                  <a:pt x="56555" y="964"/>
                </a:lnTo>
                <a:lnTo>
                  <a:pt x="57147" y="372"/>
                </a:lnTo>
                <a:lnTo>
                  <a:pt x="59771" y="774"/>
                </a:lnTo>
                <a:lnTo>
                  <a:pt x="63732" y="401"/>
                </a:lnTo>
                <a:lnTo>
                  <a:pt x="67386" y="723"/>
                </a:lnTo>
                <a:lnTo>
                  <a:pt x="73102" y="723"/>
                </a:lnTo>
                <a:lnTo>
                  <a:pt x="75594" y="438"/>
                </a:lnTo>
                <a:lnTo>
                  <a:pt x="78904" y="855"/>
                </a:lnTo>
                <a:lnTo>
                  <a:pt x="84269" y="0"/>
                </a:lnTo>
                <a:lnTo>
                  <a:pt x="85131" y="1059"/>
                </a:lnTo>
                <a:lnTo>
                  <a:pt x="84510" y="4107"/>
                </a:lnTo>
                <a:lnTo>
                  <a:pt x="85738" y="4538"/>
                </a:lnTo>
                <a:lnTo>
                  <a:pt x="87434" y="4231"/>
                </a:lnTo>
                <a:lnTo>
                  <a:pt x="89305" y="4231"/>
                </a:lnTo>
                <a:lnTo>
                  <a:pt x="90986" y="3924"/>
                </a:lnTo>
                <a:lnTo>
                  <a:pt x="92535" y="4458"/>
                </a:lnTo>
                <a:lnTo>
                  <a:pt x="94903" y="3756"/>
                </a:lnTo>
                <a:lnTo>
                  <a:pt x="95744" y="4597"/>
                </a:lnTo>
                <a:lnTo>
                  <a:pt x="94932" y="7549"/>
                </a:lnTo>
                <a:lnTo>
                  <a:pt x="97344" y="8580"/>
                </a:lnTo>
                <a:lnTo>
                  <a:pt x="100443" y="6855"/>
                </a:lnTo>
                <a:lnTo>
                  <a:pt x="103082" y="8054"/>
                </a:lnTo>
                <a:lnTo>
                  <a:pt x="105369" y="7213"/>
                </a:lnTo>
                <a:lnTo>
                  <a:pt x="106480" y="8324"/>
                </a:lnTo>
                <a:lnTo>
                  <a:pt x="105311" y="10663"/>
                </a:lnTo>
                <a:lnTo>
                  <a:pt x="106480" y="11832"/>
                </a:lnTo>
                <a:lnTo>
                  <a:pt x="108819" y="10663"/>
                </a:lnTo>
                <a:lnTo>
                  <a:pt x="109893" y="11737"/>
                </a:lnTo>
                <a:lnTo>
                  <a:pt x="108841" y="14383"/>
                </a:lnTo>
                <a:lnTo>
                  <a:pt x="111004" y="15823"/>
                </a:lnTo>
                <a:lnTo>
                  <a:pt x="114622" y="13988"/>
                </a:lnTo>
                <a:lnTo>
                  <a:pt x="116858" y="14946"/>
                </a:lnTo>
                <a:lnTo>
                  <a:pt x="116054" y="17898"/>
                </a:lnTo>
                <a:lnTo>
                  <a:pt x="117012" y="18856"/>
                </a:lnTo>
                <a:lnTo>
                  <a:pt x="119314" y="17686"/>
                </a:lnTo>
                <a:lnTo>
                  <a:pt x="120520" y="18819"/>
                </a:lnTo>
                <a:lnTo>
                  <a:pt x="119351" y="21194"/>
                </a:lnTo>
                <a:lnTo>
                  <a:pt x="120418" y="22261"/>
                </a:lnTo>
                <a:lnTo>
                  <a:pt x="123063" y="21209"/>
                </a:lnTo>
                <a:lnTo>
                  <a:pt x="123941" y="22532"/>
                </a:lnTo>
                <a:lnTo>
                  <a:pt x="122852" y="24585"/>
                </a:lnTo>
                <a:lnTo>
                  <a:pt x="123933" y="25872"/>
                </a:lnTo>
                <a:lnTo>
                  <a:pt x="126389" y="24724"/>
                </a:lnTo>
                <a:lnTo>
                  <a:pt x="127536" y="25879"/>
                </a:lnTo>
                <a:lnTo>
                  <a:pt x="126433" y="28108"/>
                </a:lnTo>
                <a:lnTo>
                  <a:pt x="127456" y="29475"/>
                </a:lnTo>
                <a:lnTo>
                  <a:pt x="126353" y="31704"/>
                </a:lnTo>
                <a:lnTo>
                  <a:pt x="127529" y="32881"/>
                </a:lnTo>
                <a:lnTo>
                  <a:pt x="129868" y="31711"/>
                </a:lnTo>
                <a:lnTo>
                  <a:pt x="131038" y="32881"/>
                </a:lnTo>
                <a:lnTo>
                  <a:pt x="129868" y="35219"/>
                </a:lnTo>
                <a:lnTo>
                  <a:pt x="130855" y="36213"/>
                </a:lnTo>
                <a:lnTo>
                  <a:pt x="133727" y="35329"/>
                </a:lnTo>
                <a:lnTo>
                  <a:pt x="134684" y="37281"/>
                </a:lnTo>
                <a:lnTo>
                  <a:pt x="133961" y="41147"/>
                </a:lnTo>
                <a:lnTo>
                  <a:pt x="133961" y="43829"/>
                </a:lnTo>
                <a:lnTo>
                  <a:pt x="133698" y="45364"/>
                </a:lnTo>
                <a:lnTo>
                  <a:pt x="134049" y="46657"/>
                </a:lnTo>
                <a:lnTo>
                  <a:pt x="137184" y="46044"/>
                </a:lnTo>
                <a:lnTo>
                  <a:pt x="137798" y="46657"/>
                </a:lnTo>
                <a:lnTo>
                  <a:pt x="137447" y="49325"/>
                </a:lnTo>
                <a:lnTo>
                  <a:pt x="137528" y="50904"/>
                </a:lnTo>
                <a:lnTo>
                  <a:pt x="137199" y="52322"/>
                </a:lnTo>
                <a:lnTo>
                  <a:pt x="137637" y="53973"/>
                </a:lnTo>
                <a:lnTo>
                  <a:pt x="137031" y="56414"/>
                </a:lnTo>
                <a:lnTo>
                  <a:pt x="137959" y="57335"/>
                </a:lnTo>
                <a:lnTo>
                  <a:pt x="140604" y="56283"/>
                </a:lnTo>
                <a:lnTo>
                  <a:pt x="141431" y="57525"/>
                </a:lnTo>
                <a:lnTo>
                  <a:pt x="140802" y="59535"/>
                </a:lnTo>
                <a:lnTo>
                  <a:pt x="141650" y="63453"/>
                </a:lnTo>
                <a:lnTo>
                  <a:pt x="140977" y="67692"/>
                </a:lnTo>
                <a:lnTo>
                  <a:pt x="140977" y="74057"/>
                </a:lnTo>
                <a:lnTo>
                  <a:pt x="141650" y="78304"/>
                </a:lnTo>
                <a:lnTo>
                  <a:pt x="140846" y="82009"/>
                </a:lnTo>
                <a:lnTo>
                  <a:pt x="141394" y="84494"/>
                </a:lnTo>
                <a:lnTo>
                  <a:pt x="140488" y="85401"/>
                </a:lnTo>
                <a:lnTo>
                  <a:pt x="137842" y="84348"/>
                </a:lnTo>
                <a:lnTo>
                  <a:pt x="136980" y="85642"/>
                </a:lnTo>
                <a:lnTo>
                  <a:pt x="137725" y="87556"/>
                </a:lnTo>
                <a:lnTo>
                  <a:pt x="137118" y="89610"/>
                </a:lnTo>
                <a:lnTo>
                  <a:pt x="138346" y="94719"/>
                </a:lnTo>
                <a:lnTo>
                  <a:pt x="137133" y="95713"/>
                </a:lnTo>
                <a:lnTo>
                  <a:pt x="134085" y="95084"/>
                </a:lnTo>
                <a:lnTo>
                  <a:pt x="133259" y="97460"/>
                </a:lnTo>
                <a:lnTo>
                  <a:pt x="134845" y="100507"/>
                </a:lnTo>
                <a:lnTo>
                  <a:pt x="133647" y="103153"/>
                </a:lnTo>
                <a:lnTo>
                  <a:pt x="134480" y="105441"/>
                </a:lnTo>
                <a:lnTo>
                  <a:pt x="133471" y="106449"/>
                </a:lnTo>
                <a:lnTo>
                  <a:pt x="130826" y="105397"/>
                </a:lnTo>
                <a:lnTo>
                  <a:pt x="129948" y="106720"/>
                </a:lnTo>
                <a:lnTo>
                  <a:pt x="131037" y="108773"/>
                </a:lnTo>
                <a:lnTo>
                  <a:pt x="129956" y="110060"/>
                </a:lnTo>
                <a:lnTo>
                  <a:pt x="127500" y="108912"/>
                </a:lnTo>
                <a:lnTo>
                  <a:pt x="126353" y="110060"/>
                </a:lnTo>
                <a:lnTo>
                  <a:pt x="127441" y="112289"/>
                </a:lnTo>
                <a:lnTo>
                  <a:pt x="126448" y="113670"/>
                </a:lnTo>
                <a:lnTo>
                  <a:pt x="127536" y="115892"/>
                </a:lnTo>
                <a:lnTo>
                  <a:pt x="126455" y="116974"/>
                </a:lnTo>
                <a:lnTo>
                  <a:pt x="123809" y="115921"/>
                </a:lnTo>
                <a:lnTo>
                  <a:pt x="122932" y="117244"/>
                </a:lnTo>
                <a:lnTo>
                  <a:pt x="124021" y="119298"/>
                </a:lnTo>
                <a:lnTo>
                  <a:pt x="122939" y="120584"/>
                </a:lnTo>
                <a:lnTo>
                  <a:pt x="120484" y="119437"/>
                </a:lnTo>
                <a:lnTo>
                  <a:pt x="119351" y="120569"/>
                </a:lnTo>
                <a:lnTo>
                  <a:pt x="120520" y="122952"/>
                </a:lnTo>
                <a:lnTo>
                  <a:pt x="119314" y="124078"/>
                </a:lnTo>
                <a:lnTo>
                  <a:pt x="117012" y="122908"/>
                </a:lnTo>
                <a:lnTo>
                  <a:pt x="115930" y="123990"/>
                </a:lnTo>
                <a:lnTo>
                  <a:pt x="116983" y="126636"/>
                </a:lnTo>
                <a:lnTo>
                  <a:pt x="115601" y="127556"/>
                </a:lnTo>
                <a:lnTo>
                  <a:pt x="113738" y="126482"/>
                </a:lnTo>
                <a:lnTo>
                  <a:pt x="112203" y="127461"/>
                </a:lnTo>
                <a:lnTo>
                  <a:pt x="109981" y="126431"/>
                </a:lnTo>
                <a:lnTo>
                  <a:pt x="108950" y="127461"/>
                </a:lnTo>
                <a:lnTo>
                  <a:pt x="109937" y="130202"/>
                </a:lnTo>
                <a:lnTo>
                  <a:pt x="108695" y="130940"/>
                </a:lnTo>
                <a:lnTo>
                  <a:pt x="106465" y="129946"/>
                </a:lnTo>
                <a:lnTo>
                  <a:pt x="105522" y="130889"/>
                </a:lnTo>
                <a:lnTo>
                  <a:pt x="106334" y="133834"/>
                </a:lnTo>
                <a:lnTo>
                  <a:pt x="103915" y="134872"/>
                </a:lnTo>
                <a:lnTo>
                  <a:pt x="100867" y="133199"/>
                </a:lnTo>
                <a:lnTo>
                  <a:pt x="98185" y="134317"/>
                </a:lnTo>
                <a:lnTo>
                  <a:pt x="95875" y="133520"/>
                </a:lnTo>
                <a:lnTo>
                  <a:pt x="94881" y="134514"/>
                </a:lnTo>
                <a:lnTo>
                  <a:pt x="95933" y="137160"/>
                </a:lnTo>
                <a:lnTo>
                  <a:pt x="94713" y="137979"/>
                </a:lnTo>
                <a:lnTo>
                  <a:pt x="92667" y="137386"/>
                </a:lnTo>
                <a:lnTo>
                  <a:pt x="89670" y="137942"/>
                </a:lnTo>
                <a:lnTo>
                  <a:pt x="86995" y="136904"/>
                </a:lnTo>
                <a:lnTo>
                  <a:pt x="84510" y="137635"/>
                </a:lnTo>
                <a:lnTo>
                  <a:pt x="85146" y="140748"/>
                </a:lnTo>
                <a:lnTo>
                  <a:pt x="84423" y="141472"/>
                </a:lnTo>
                <a:lnTo>
                  <a:pt x="81967" y="140887"/>
                </a:lnTo>
                <a:lnTo>
                  <a:pt x="79270" y="141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7450300" y="8943730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4">
                <a:moveTo>
                  <a:pt x="80768" y="141202"/>
                </a:moveTo>
                <a:lnTo>
                  <a:pt x="78312" y="140617"/>
                </a:lnTo>
                <a:lnTo>
                  <a:pt x="75659" y="141275"/>
                </a:lnTo>
                <a:lnTo>
                  <a:pt x="72780" y="140770"/>
                </a:lnTo>
                <a:lnTo>
                  <a:pt x="68570" y="140770"/>
                </a:lnTo>
                <a:lnTo>
                  <a:pt x="65690" y="141275"/>
                </a:lnTo>
                <a:lnTo>
                  <a:pt x="63037" y="140617"/>
                </a:lnTo>
                <a:lnTo>
                  <a:pt x="60582" y="141202"/>
                </a:lnTo>
                <a:lnTo>
                  <a:pt x="59902" y="140522"/>
                </a:lnTo>
                <a:lnTo>
                  <a:pt x="60428" y="137313"/>
                </a:lnTo>
                <a:lnTo>
                  <a:pt x="58016" y="136838"/>
                </a:lnTo>
                <a:lnTo>
                  <a:pt x="55319" y="137262"/>
                </a:lnTo>
                <a:lnTo>
                  <a:pt x="51249" y="137262"/>
                </a:lnTo>
                <a:lnTo>
                  <a:pt x="47872" y="137913"/>
                </a:lnTo>
                <a:lnTo>
                  <a:pt x="45716" y="137116"/>
                </a:lnTo>
                <a:lnTo>
                  <a:pt x="46454" y="134090"/>
                </a:lnTo>
                <a:lnTo>
                  <a:pt x="45789" y="133425"/>
                </a:lnTo>
                <a:lnTo>
                  <a:pt x="43121" y="133783"/>
                </a:lnTo>
                <a:lnTo>
                  <a:pt x="41747" y="133710"/>
                </a:lnTo>
                <a:lnTo>
                  <a:pt x="39869" y="134120"/>
                </a:lnTo>
                <a:lnTo>
                  <a:pt x="38634" y="133535"/>
                </a:lnTo>
                <a:lnTo>
                  <a:pt x="39496" y="130641"/>
                </a:lnTo>
                <a:lnTo>
                  <a:pt x="38773" y="129917"/>
                </a:lnTo>
                <a:lnTo>
                  <a:pt x="36105" y="130275"/>
                </a:lnTo>
                <a:lnTo>
                  <a:pt x="34914" y="130209"/>
                </a:lnTo>
                <a:lnTo>
                  <a:pt x="32633" y="130619"/>
                </a:lnTo>
                <a:lnTo>
                  <a:pt x="31515" y="129859"/>
                </a:lnTo>
                <a:lnTo>
                  <a:pt x="32582" y="127235"/>
                </a:lnTo>
                <a:lnTo>
                  <a:pt x="31596" y="126248"/>
                </a:lnTo>
                <a:lnTo>
                  <a:pt x="28950" y="127301"/>
                </a:lnTo>
                <a:lnTo>
                  <a:pt x="28109" y="126036"/>
                </a:lnTo>
                <a:lnTo>
                  <a:pt x="29162" y="123815"/>
                </a:lnTo>
                <a:lnTo>
                  <a:pt x="27992" y="122645"/>
                </a:lnTo>
                <a:lnTo>
                  <a:pt x="25654" y="123815"/>
                </a:lnTo>
                <a:lnTo>
                  <a:pt x="24579" y="122740"/>
                </a:lnTo>
                <a:lnTo>
                  <a:pt x="25631" y="120094"/>
                </a:lnTo>
                <a:lnTo>
                  <a:pt x="24367" y="119254"/>
                </a:lnTo>
                <a:lnTo>
                  <a:pt x="22145" y="120306"/>
                </a:lnTo>
                <a:lnTo>
                  <a:pt x="20976" y="119137"/>
                </a:lnTo>
                <a:lnTo>
                  <a:pt x="22145" y="116798"/>
                </a:lnTo>
                <a:lnTo>
                  <a:pt x="21071" y="115724"/>
                </a:lnTo>
                <a:lnTo>
                  <a:pt x="18425" y="116776"/>
                </a:lnTo>
                <a:lnTo>
                  <a:pt x="17584" y="115512"/>
                </a:lnTo>
                <a:lnTo>
                  <a:pt x="18637" y="113290"/>
                </a:lnTo>
                <a:lnTo>
                  <a:pt x="17468" y="112121"/>
                </a:lnTo>
                <a:lnTo>
                  <a:pt x="15129" y="113290"/>
                </a:lnTo>
                <a:lnTo>
                  <a:pt x="14054" y="112216"/>
                </a:lnTo>
                <a:lnTo>
                  <a:pt x="15107" y="109570"/>
                </a:lnTo>
                <a:lnTo>
                  <a:pt x="14003" y="108839"/>
                </a:lnTo>
                <a:lnTo>
                  <a:pt x="11387" y="109702"/>
                </a:lnTo>
                <a:lnTo>
                  <a:pt x="10166" y="107933"/>
                </a:lnTo>
                <a:lnTo>
                  <a:pt x="12176" y="103117"/>
                </a:lnTo>
                <a:lnTo>
                  <a:pt x="10627" y="101845"/>
                </a:lnTo>
                <a:lnTo>
                  <a:pt x="7732" y="102620"/>
                </a:lnTo>
                <a:lnTo>
                  <a:pt x="6921" y="100909"/>
                </a:lnTo>
                <a:lnTo>
                  <a:pt x="8551" y="95998"/>
                </a:lnTo>
                <a:lnTo>
                  <a:pt x="7177" y="94880"/>
                </a:lnTo>
                <a:lnTo>
                  <a:pt x="4158" y="95537"/>
                </a:lnTo>
                <a:lnTo>
                  <a:pt x="3369" y="93411"/>
                </a:lnTo>
                <a:lnTo>
                  <a:pt x="4019" y="90041"/>
                </a:lnTo>
                <a:lnTo>
                  <a:pt x="4019" y="85970"/>
                </a:lnTo>
                <a:lnTo>
                  <a:pt x="4450" y="83266"/>
                </a:lnTo>
                <a:lnTo>
                  <a:pt x="3961" y="80854"/>
                </a:lnTo>
                <a:lnTo>
                  <a:pt x="760" y="81381"/>
                </a:lnTo>
                <a:lnTo>
                  <a:pt x="80" y="80701"/>
                </a:lnTo>
                <a:lnTo>
                  <a:pt x="665" y="78245"/>
                </a:lnTo>
                <a:lnTo>
                  <a:pt x="0" y="75592"/>
                </a:lnTo>
                <a:lnTo>
                  <a:pt x="511" y="72713"/>
                </a:lnTo>
                <a:lnTo>
                  <a:pt x="511" y="68503"/>
                </a:lnTo>
                <a:lnTo>
                  <a:pt x="0" y="65623"/>
                </a:lnTo>
                <a:lnTo>
                  <a:pt x="665" y="62970"/>
                </a:lnTo>
                <a:lnTo>
                  <a:pt x="80" y="60514"/>
                </a:lnTo>
                <a:lnTo>
                  <a:pt x="760" y="59842"/>
                </a:lnTo>
                <a:lnTo>
                  <a:pt x="3961" y="60361"/>
                </a:lnTo>
                <a:lnTo>
                  <a:pt x="4450" y="57956"/>
                </a:lnTo>
                <a:lnTo>
                  <a:pt x="4019" y="55252"/>
                </a:lnTo>
                <a:lnTo>
                  <a:pt x="4019" y="51181"/>
                </a:lnTo>
                <a:lnTo>
                  <a:pt x="3369" y="47812"/>
                </a:lnTo>
                <a:lnTo>
                  <a:pt x="4173" y="45656"/>
                </a:lnTo>
                <a:lnTo>
                  <a:pt x="7191" y="46394"/>
                </a:lnTo>
                <a:lnTo>
                  <a:pt x="8112" y="45473"/>
                </a:lnTo>
                <a:lnTo>
                  <a:pt x="7060" y="43251"/>
                </a:lnTo>
                <a:lnTo>
                  <a:pt x="7995" y="41848"/>
                </a:lnTo>
                <a:lnTo>
                  <a:pt x="6943" y="39626"/>
                </a:lnTo>
                <a:lnTo>
                  <a:pt x="7966" y="38603"/>
                </a:lnTo>
                <a:lnTo>
                  <a:pt x="10751" y="39561"/>
                </a:lnTo>
                <a:lnTo>
                  <a:pt x="11752" y="37755"/>
                </a:lnTo>
                <a:lnTo>
                  <a:pt x="9961" y="32910"/>
                </a:lnTo>
                <a:lnTo>
                  <a:pt x="11599" y="31572"/>
                </a:lnTo>
                <a:lnTo>
                  <a:pt x="14127" y="32588"/>
                </a:lnTo>
                <a:lnTo>
                  <a:pt x="15048" y="31338"/>
                </a:lnTo>
                <a:lnTo>
                  <a:pt x="13952" y="29116"/>
                </a:lnTo>
                <a:lnTo>
                  <a:pt x="15129" y="27932"/>
                </a:lnTo>
                <a:lnTo>
                  <a:pt x="17467" y="29102"/>
                </a:lnTo>
                <a:lnTo>
                  <a:pt x="18637" y="27932"/>
                </a:lnTo>
                <a:lnTo>
                  <a:pt x="17468" y="25594"/>
                </a:lnTo>
                <a:lnTo>
                  <a:pt x="18622" y="24439"/>
                </a:lnTo>
                <a:lnTo>
                  <a:pt x="21020" y="25601"/>
                </a:lnTo>
                <a:lnTo>
                  <a:pt x="22131" y="24388"/>
                </a:lnTo>
                <a:lnTo>
                  <a:pt x="20969" y="22093"/>
                </a:lnTo>
                <a:lnTo>
                  <a:pt x="22050" y="21011"/>
                </a:lnTo>
                <a:lnTo>
                  <a:pt x="24696" y="22064"/>
                </a:lnTo>
                <a:lnTo>
                  <a:pt x="25493" y="20872"/>
                </a:lnTo>
                <a:lnTo>
                  <a:pt x="24506" y="18461"/>
                </a:lnTo>
                <a:lnTo>
                  <a:pt x="25719" y="17445"/>
                </a:lnTo>
                <a:lnTo>
                  <a:pt x="27978" y="18592"/>
                </a:lnTo>
                <a:lnTo>
                  <a:pt x="29162" y="17408"/>
                </a:lnTo>
                <a:lnTo>
                  <a:pt x="27992" y="15069"/>
                </a:lnTo>
                <a:lnTo>
                  <a:pt x="29162" y="13900"/>
                </a:lnTo>
                <a:lnTo>
                  <a:pt x="31500" y="15069"/>
                </a:lnTo>
                <a:lnTo>
                  <a:pt x="32589" y="13980"/>
                </a:lnTo>
                <a:lnTo>
                  <a:pt x="31515" y="11371"/>
                </a:lnTo>
                <a:lnTo>
                  <a:pt x="33350" y="10092"/>
                </a:lnTo>
                <a:lnTo>
                  <a:pt x="38166" y="12124"/>
                </a:lnTo>
                <a:lnTo>
                  <a:pt x="39430" y="10575"/>
                </a:lnTo>
                <a:lnTo>
                  <a:pt x="38670" y="7666"/>
                </a:lnTo>
                <a:lnTo>
                  <a:pt x="41045" y="6577"/>
                </a:lnTo>
                <a:lnTo>
                  <a:pt x="44152" y="8309"/>
                </a:lnTo>
                <a:lnTo>
                  <a:pt x="46563" y="7278"/>
                </a:lnTo>
                <a:lnTo>
                  <a:pt x="45752" y="4326"/>
                </a:lnTo>
                <a:lnTo>
                  <a:pt x="46512" y="3566"/>
                </a:lnTo>
                <a:lnTo>
                  <a:pt x="49041" y="4063"/>
                </a:lnTo>
                <a:lnTo>
                  <a:pt x="53061" y="3376"/>
                </a:lnTo>
                <a:lnTo>
                  <a:pt x="56715" y="4472"/>
                </a:lnTo>
                <a:lnTo>
                  <a:pt x="60150" y="3961"/>
                </a:lnTo>
                <a:lnTo>
                  <a:pt x="60398" y="3924"/>
                </a:lnTo>
                <a:lnTo>
                  <a:pt x="59923" y="679"/>
                </a:lnTo>
                <a:lnTo>
                  <a:pt x="60479" y="124"/>
                </a:lnTo>
                <a:lnTo>
                  <a:pt x="63154" y="475"/>
                </a:lnTo>
                <a:lnTo>
                  <a:pt x="67152" y="306"/>
                </a:lnTo>
                <a:lnTo>
                  <a:pt x="75162" y="453"/>
                </a:lnTo>
                <a:lnTo>
                  <a:pt x="76755" y="168"/>
                </a:lnTo>
                <a:lnTo>
                  <a:pt x="78334" y="650"/>
                </a:lnTo>
                <a:lnTo>
                  <a:pt x="80746" y="0"/>
                </a:lnTo>
                <a:lnTo>
                  <a:pt x="81440" y="694"/>
                </a:lnTo>
                <a:lnTo>
                  <a:pt x="80936" y="3917"/>
                </a:lnTo>
                <a:lnTo>
                  <a:pt x="83370" y="4348"/>
                </a:lnTo>
                <a:lnTo>
                  <a:pt x="86008" y="3961"/>
                </a:lnTo>
                <a:lnTo>
                  <a:pt x="90115" y="3961"/>
                </a:lnTo>
                <a:lnTo>
                  <a:pt x="93463" y="3318"/>
                </a:lnTo>
                <a:lnTo>
                  <a:pt x="95626" y="4107"/>
                </a:lnTo>
                <a:lnTo>
                  <a:pt x="94902" y="7140"/>
                </a:lnTo>
                <a:lnTo>
                  <a:pt x="95560" y="7798"/>
                </a:lnTo>
                <a:lnTo>
                  <a:pt x="98228" y="7440"/>
                </a:lnTo>
                <a:lnTo>
                  <a:pt x="99602" y="7513"/>
                </a:lnTo>
                <a:lnTo>
                  <a:pt x="101480" y="7103"/>
                </a:lnTo>
                <a:lnTo>
                  <a:pt x="102715" y="7688"/>
                </a:lnTo>
                <a:lnTo>
                  <a:pt x="101853" y="10582"/>
                </a:lnTo>
                <a:lnTo>
                  <a:pt x="102577" y="11306"/>
                </a:lnTo>
                <a:lnTo>
                  <a:pt x="105244" y="10955"/>
                </a:lnTo>
                <a:lnTo>
                  <a:pt x="106436" y="11014"/>
                </a:lnTo>
                <a:lnTo>
                  <a:pt x="108723" y="10604"/>
                </a:lnTo>
                <a:lnTo>
                  <a:pt x="109834" y="11364"/>
                </a:lnTo>
                <a:lnTo>
                  <a:pt x="108767" y="13988"/>
                </a:lnTo>
                <a:lnTo>
                  <a:pt x="109754" y="14975"/>
                </a:lnTo>
                <a:lnTo>
                  <a:pt x="112400" y="13922"/>
                </a:lnTo>
                <a:lnTo>
                  <a:pt x="113277" y="15245"/>
                </a:lnTo>
                <a:lnTo>
                  <a:pt x="112188" y="17299"/>
                </a:lnTo>
                <a:lnTo>
                  <a:pt x="113269" y="18585"/>
                </a:lnTo>
                <a:lnTo>
                  <a:pt x="115725" y="17438"/>
                </a:lnTo>
                <a:lnTo>
                  <a:pt x="116873" y="18585"/>
                </a:lnTo>
                <a:lnTo>
                  <a:pt x="115703" y="20887"/>
                </a:lnTo>
                <a:lnTo>
                  <a:pt x="116836" y="22093"/>
                </a:lnTo>
                <a:lnTo>
                  <a:pt x="119211" y="20924"/>
                </a:lnTo>
                <a:lnTo>
                  <a:pt x="120373" y="22086"/>
                </a:lnTo>
                <a:lnTo>
                  <a:pt x="119204" y="24425"/>
                </a:lnTo>
                <a:lnTo>
                  <a:pt x="120373" y="25594"/>
                </a:lnTo>
                <a:lnTo>
                  <a:pt x="122712" y="24425"/>
                </a:lnTo>
                <a:lnTo>
                  <a:pt x="123896" y="25609"/>
                </a:lnTo>
                <a:lnTo>
                  <a:pt x="122756" y="27860"/>
                </a:lnTo>
                <a:lnTo>
                  <a:pt x="123779" y="29109"/>
                </a:lnTo>
                <a:lnTo>
                  <a:pt x="126257" y="27969"/>
                </a:lnTo>
                <a:lnTo>
                  <a:pt x="127295" y="29007"/>
                </a:lnTo>
                <a:lnTo>
                  <a:pt x="126243" y="31653"/>
                </a:lnTo>
                <a:lnTo>
                  <a:pt x="127207" y="32296"/>
                </a:lnTo>
                <a:lnTo>
                  <a:pt x="130145" y="31645"/>
                </a:lnTo>
                <a:lnTo>
                  <a:pt x="131154" y="33889"/>
                </a:lnTo>
                <a:lnTo>
                  <a:pt x="129283" y="37295"/>
                </a:lnTo>
                <a:lnTo>
                  <a:pt x="130628" y="39575"/>
                </a:lnTo>
                <a:lnTo>
                  <a:pt x="133368" y="38589"/>
                </a:lnTo>
                <a:lnTo>
                  <a:pt x="134406" y="39627"/>
                </a:lnTo>
                <a:lnTo>
                  <a:pt x="133361" y="41848"/>
                </a:lnTo>
                <a:lnTo>
                  <a:pt x="134289" y="43252"/>
                </a:lnTo>
                <a:lnTo>
                  <a:pt x="133237" y="45473"/>
                </a:lnTo>
                <a:lnTo>
                  <a:pt x="134136" y="46372"/>
                </a:lnTo>
                <a:lnTo>
                  <a:pt x="137206" y="45693"/>
                </a:lnTo>
                <a:lnTo>
                  <a:pt x="137937" y="47907"/>
                </a:lnTo>
                <a:lnTo>
                  <a:pt x="137330" y="51108"/>
                </a:lnTo>
                <a:lnTo>
                  <a:pt x="137330" y="55157"/>
                </a:lnTo>
                <a:lnTo>
                  <a:pt x="136804" y="58088"/>
                </a:lnTo>
                <a:lnTo>
                  <a:pt x="137410" y="60412"/>
                </a:lnTo>
                <a:lnTo>
                  <a:pt x="140553" y="59806"/>
                </a:lnTo>
                <a:lnTo>
                  <a:pt x="141167" y="60420"/>
                </a:lnTo>
                <a:lnTo>
                  <a:pt x="140809" y="63087"/>
                </a:lnTo>
                <a:lnTo>
                  <a:pt x="140889" y="64622"/>
                </a:lnTo>
                <a:lnTo>
                  <a:pt x="140538" y="66120"/>
                </a:lnTo>
                <a:lnTo>
                  <a:pt x="141116" y="68028"/>
                </a:lnTo>
                <a:lnTo>
                  <a:pt x="140831" y="69628"/>
                </a:lnTo>
                <a:lnTo>
                  <a:pt x="140831" y="72713"/>
                </a:lnTo>
                <a:lnTo>
                  <a:pt x="141342" y="75592"/>
                </a:lnTo>
                <a:lnTo>
                  <a:pt x="140677" y="78246"/>
                </a:lnTo>
                <a:lnTo>
                  <a:pt x="141262" y="80701"/>
                </a:lnTo>
                <a:lnTo>
                  <a:pt x="140582" y="81381"/>
                </a:lnTo>
                <a:lnTo>
                  <a:pt x="137381" y="80855"/>
                </a:lnTo>
                <a:lnTo>
                  <a:pt x="136899" y="83266"/>
                </a:lnTo>
                <a:lnTo>
                  <a:pt x="137330" y="85971"/>
                </a:lnTo>
                <a:lnTo>
                  <a:pt x="137330" y="90115"/>
                </a:lnTo>
                <a:lnTo>
                  <a:pt x="137937" y="93316"/>
                </a:lnTo>
                <a:lnTo>
                  <a:pt x="137206" y="95538"/>
                </a:lnTo>
                <a:lnTo>
                  <a:pt x="134129" y="94851"/>
                </a:lnTo>
                <a:lnTo>
                  <a:pt x="133493" y="95494"/>
                </a:lnTo>
                <a:lnTo>
                  <a:pt x="133851" y="98162"/>
                </a:lnTo>
                <a:lnTo>
                  <a:pt x="133778" y="99535"/>
                </a:lnTo>
                <a:lnTo>
                  <a:pt x="134187" y="101414"/>
                </a:lnTo>
                <a:lnTo>
                  <a:pt x="133603" y="102649"/>
                </a:lnTo>
                <a:lnTo>
                  <a:pt x="130708" y="101787"/>
                </a:lnTo>
                <a:lnTo>
                  <a:pt x="129985" y="102510"/>
                </a:lnTo>
                <a:lnTo>
                  <a:pt x="130343" y="105178"/>
                </a:lnTo>
                <a:lnTo>
                  <a:pt x="130277" y="106369"/>
                </a:lnTo>
                <a:lnTo>
                  <a:pt x="130686" y="108657"/>
                </a:lnTo>
                <a:lnTo>
                  <a:pt x="129926" y="109767"/>
                </a:lnTo>
                <a:lnTo>
                  <a:pt x="127302" y="108700"/>
                </a:lnTo>
                <a:lnTo>
                  <a:pt x="126316" y="109687"/>
                </a:lnTo>
                <a:lnTo>
                  <a:pt x="127368" y="112333"/>
                </a:lnTo>
                <a:lnTo>
                  <a:pt x="126104" y="113173"/>
                </a:lnTo>
                <a:lnTo>
                  <a:pt x="123882" y="112121"/>
                </a:lnTo>
                <a:lnTo>
                  <a:pt x="122712" y="113290"/>
                </a:lnTo>
                <a:lnTo>
                  <a:pt x="123882" y="115629"/>
                </a:lnTo>
                <a:lnTo>
                  <a:pt x="122808" y="116703"/>
                </a:lnTo>
                <a:lnTo>
                  <a:pt x="120162" y="115651"/>
                </a:lnTo>
                <a:lnTo>
                  <a:pt x="119321" y="116915"/>
                </a:lnTo>
                <a:lnTo>
                  <a:pt x="120373" y="119137"/>
                </a:lnTo>
                <a:lnTo>
                  <a:pt x="119204" y="120306"/>
                </a:lnTo>
                <a:lnTo>
                  <a:pt x="116865" y="119137"/>
                </a:lnTo>
                <a:lnTo>
                  <a:pt x="115791" y="120211"/>
                </a:lnTo>
                <a:lnTo>
                  <a:pt x="116843" y="122857"/>
                </a:lnTo>
                <a:lnTo>
                  <a:pt x="115579" y="123698"/>
                </a:lnTo>
                <a:lnTo>
                  <a:pt x="113357" y="122645"/>
                </a:lnTo>
                <a:lnTo>
                  <a:pt x="112188" y="123815"/>
                </a:lnTo>
                <a:lnTo>
                  <a:pt x="113357" y="126153"/>
                </a:lnTo>
                <a:lnTo>
                  <a:pt x="112283" y="127228"/>
                </a:lnTo>
                <a:lnTo>
                  <a:pt x="109637" y="126175"/>
                </a:lnTo>
                <a:lnTo>
                  <a:pt x="108906" y="127279"/>
                </a:lnTo>
                <a:lnTo>
                  <a:pt x="109776" y="129903"/>
                </a:lnTo>
                <a:lnTo>
                  <a:pt x="108000" y="131116"/>
                </a:lnTo>
                <a:lnTo>
                  <a:pt x="103183" y="129106"/>
                </a:lnTo>
                <a:lnTo>
                  <a:pt x="101912" y="130655"/>
                </a:lnTo>
                <a:lnTo>
                  <a:pt x="102687" y="133550"/>
                </a:lnTo>
                <a:lnTo>
                  <a:pt x="100976" y="134361"/>
                </a:lnTo>
                <a:lnTo>
                  <a:pt x="96072" y="132731"/>
                </a:lnTo>
                <a:lnTo>
                  <a:pt x="94939" y="134105"/>
                </a:lnTo>
                <a:lnTo>
                  <a:pt x="95597" y="137123"/>
                </a:lnTo>
                <a:lnTo>
                  <a:pt x="93478" y="137913"/>
                </a:lnTo>
                <a:lnTo>
                  <a:pt x="90101" y="137262"/>
                </a:lnTo>
                <a:lnTo>
                  <a:pt x="86038" y="137262"/>
                </a:lnTo>
                <a:lnTo>
                  <a:pt x="83333" y="136838"/>
                </a:lnTo>
                <a:lnTo>
                  <a:pt x="80922" y="137321"/>
                </a:lnTo>
                <a:lnTo>
                  <a:pt x="81448" y="140522"/>
                </a:lnTo>
                <a:lnTo>
                  <a:pt x="80768" y="1412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6822137" y="8947215"/>
            <a:ext cx="135255" cy="134620"/>
          </a:xfrm>
          <a:custGeom>
            <a:avLst/>
            <a:gdLst/>
            <a:ahLst/>
            <a:cxnLst/>
            <a:rect l="l" t="t" r="r" b="b"/>
            <a:pathLst>
              <a:path w="135255" h="134620">
                <a:moveTo>
                  <a:pt x="85358" y="134485"/>
                </a:moveTo>
                <a:lnTo>
                  <a:pt x="81046" y="133783"/>
                </a:lnTo>
                <a:lnTo>
                  <a:pt x="53719" y="133783"/>
                </a:lnTo>
                <a:lnTo>
                  <a:pt x="49363" y="134500"/>
                </a:lnTo>
                <a:lnTo>
                  <a:pt x="46023" y="133710"/>
                </a:lnTo>
                <a:lnTo>
                  <a:pt x="46593" y="130546"/>
                </a:lnTo>
                <a:lnTo>
                  <a:pt x="45993" y="129946"/>
                </a:lnTo>
                <a:lnTo>
                  <a:pt x="43326" y="130304"/>
                </a:lnTo>
                <a:lnTo>
                  <a:pt x="42025" y="130239"/>
                </a:lnTo>
                <a:lnTo>
                  <a:pt x="39993" y="130648"/>
                </a:lnTo>
                <a:lnTo>
                  <a:pt x="38794" y="129998"/>
                </a:lnTo>
                <a:lnTo>
                  <a:pt x="39744" y="127206"/>
                </a:lnTo>
                <a:lnTo>
                  <a:pt x="38780" y="126241"/>
                </a:lnTo>
                <a:lnTo>
                  <a:pt x="36499" y="127089"/>
                </a:lnTo>
                <a:lnTo>
                  <a:pt x="35096" y="126446"/>
                </a:lnTo>
                <a:lnTo>
                  <a:pt x="32816" y="127293"/>
                </a:lnTo>
                <a:lnTo>
                  <a:pt x="31924" y="126402"/>
                </a:lnTo>
                <a:lnTo>
                  <a:pt x="32735" y="123449"/>
                </a:lnTo>
                <a:lnTo>
                  <a:pt x="30550" y="122514"/>
                </a:lnTo>
                <a:lnTo>
                  <a:pt x="26779" y="124348"/>
                </a:lnTo>
                <a:lnTo>
                  <a:pt x="24696" y="122842"/>
                </a:lnTo>
                <a:lnTo>
                  <a:pt x="25785" y="120263"/>
                </a:lnTo>
                <a:lnTo>
                  <a:pt x="24689" y="119166"/>
                </a:lnTo>
                <a:lnTo>
                  <a:pt x="22350" y="120336"/>
                </a:lnTo>
                <a:lnTo>
                  <a:pt x="21180" y="119166"/>
                </a:lnTo>
                <a:lnTo>
                  <a:pt x="22350" y="116828"/>
                </a:lnTo>
                <a:lnTo>
                  <a:pt x="21180" y="115658"/>
                </a:lnTo>
                <a:lnTo>
                  <a:pt x="18842" y="116828"/>
                </a:lnTo>
                <a:lnTo>
                  <a:pt x="17672" y="115658"/>
                </a:lnTo>
                <a:lnTo>
                  <a:pt x="18841" y="113319"/>
                </a:lnTo>
                <a:lnTo>
                  <a:pt x="17672" y="112150"/>
                </a:lnTo>
                <a:lnTo>
                  <a:pt x="15333" y="113319"/>
                </a:lnTo>
                <a:lnTo>
                  <a:pt x="14164" y="112150"/>
                </a:lnTo>
                <a:lnTo>
                  <a:pt x="15333" y="109811"/>
                </a:lnTo>
                <a:lnTo>
                  <a:pt x="14244" y="108722"/>
                </a:lnTo>
                <a:lnTo>
                  <a:pt x="11635" y="109797"/>
                </a:lnTo>
                <a:lnTo>
                  <a:pt x="10363" y="107962"/>
                </a:lnTo>
                <a:lnTo>
                  <a:pt x="12388" y="103146"/>
                </a:lnTo>
                <a:lnTo>
                  <a:pt x="10904" y="101933"/>
                </a:lnTo>
                <a:lnTo>
                  <a:pt x="7856" y="102561"/>
                </a:lnTo>
                <a:lnTo>
                  <a:pt x="7052" y="100237"/>
                </a:lnTo>
                <a:lnTo>
                  <a:pt x="8675" y="97036"/>
                </a:lnTo>
                <a:lnTo>
                  <a:pt x="7476" y="94704"/>
                </a:lnTo>
                <a:lnTo>
                  <a:pt x="4641" y="95611"/>
                </a:lnTo>
                <a:lnTo>
                  <a:pt x="3639" y="94609"/>
                </a:lnTo>
                <a:lnTo>
                  <a:pt x="4692" y="92387"/>
                </a:lnTo>
                <a:lnTo>
                  <a:pt x="3756" y="90984"/>
                </a:lnTo>
                <a:lnTo>
                  <a:pt x="4809" y="88762"/>
                </a:lnTo>
                <a:lnTo>
                  <a:pt x="3954" y="87907"/>
                </a:lnTo>
                <a:lnTo>
                  <a:pt x="789" y="88477"/>
                </a:lnTo>
                <a:lnTo>
                  <a:pt x="0" y="85137"/>
                </a:lnTo>
                <a:lnTo>
                  <a:pt x="716" y="80789"/>
                </a:lnTo>
                <a:lnTo>
                  <a:pt x="716" y="53447"/>
                </a:lnTo>
                <a:lnTo>
                  <a:pt x="14" y="49142"/>
                </a:lnTo>
                <a:lnTo>
                  <a:pt x="781" y="45788"/>
                </a:lnTo>
                <a:lnTo>
                  <a:pt x="3961" y="46343"/>
                </a:lnTo>
                <a:lnTo>
                  <a:pt x="4553" y="45751"/>
                </a:lnTo>
                <a:lnTo>
                  <a:pt x="4195" y="43083"/>
                </a:lnTo>
                <a:lnTo>
                  <a:pt x="4268" y="41783"/>
                </a:lnTo>
                <a:lnTo>
                  <a:pt x="3851" y="39751"/>
                </a:lnTo>
                <a:lnTo>
                  <a:pt x="4502" y="38552"/>
                </a:lnTo>
                <a:lnTo>
                  <a:pt x="7294" y="39502"/>
                </a:lnTo>
                <a:lnTo>
                  <a:pt x="8258" y="38538"/>
                </a:lnTo>
                <a:lnTo>
                  <a:pt x="7410" y="36257"/>
                </a:lnTo>
                <a:lnTo>
                  <a:pt x="8054" y="34854"/>
                </a:lnTo>
                <a:lnTo>
                  <a:pt x="7206" y="32574"/>
                </a:lnTo>
                <a:lnTo>
                  <a:pt x="8097" y="31682"/>
                </a:lnTo>
                <a:lnTo>
                  <a:pt x="11050" y="32493"/>
                </a:lnTo>
                <a:lnTo>
                  <a:pt x="11986" y="30315"/>
                </a:lnTo>
                <a:lnTo>
                  <a:pt x="10151" y="26537"/>
                </a:lnTo>
                <a:lnTo>
                  <a:pt x="11657" y="24454"/>
                </a:lnTo>
                <a:lnTo>
                  <a:pt x="14237" y="25543"/>
                </a:lnTo>
                <a:lnTo>
                  <a:pt x="15333" y="24446"/>
                </a:lnTo>
                <a:lnTo>
                  <a:pt x="14164" y="22108"/>
                </a:lnTo>
                <a:lnTo>
                  <a:pt x="15333" y="20938"/>
                </a:lnTo>
                <a:lnTo>
                  <a:pt x="17672" y="22108"/>
                </a:lnTo>
                <a:lnTo>
                  <a:pt x="18827" y="20953"/>
                </a:lnTo>
                <a:lnTo>
                  <a:pt x="17665" y="18556"/>
                </a:lnTo>
                <a:lnTo>
                  <a:pt x="18878" y="17445"/>
                </a:lnTo>
                <a:lnTo>
                  <a:pt x="21166" y="18607"/>
                </a:lnTo>
                <a:lnTo>
                  <a:pt x="22255" y="17525"/>
                </a:lnTo>
                <a:lnTo>
                  <a:pt x="21202" y="14880"/>
                </a:lnTo>
                <a:lnTo>
                  <a:pt x="22569" y="13973"/>
                </a:lnTo>
                <a:lnTo>
                  <a:pt x="24484" y="15062"/>
                </a:lnTo>
                <a:lnTo>
                  <a:pt x="25843" y="14105"/>
                </a:lnTo>
                <a:lnTo>
                  <a:pt x="24769" y="11503"/>
                </a:lnTo>
                <a:lnTo>
                  <a:pt x="25602" y="10670"/>
                </a:lnTo>
                <a:lnTo>
                  <a:pt x="28270" y="11028"/>
                </a:lnTo>
                <a:lnTo>
                  <a:pt x="29644" y="10955"/>
                </a:lnTo>
                <a:lnTo>
                  <a:pt x="31522" y="11364"/>
                </a:lnTo>
                <a:lnTo>
                  <a:pt x="32757" y="10780"/>
                </a:lnTo>
                <a:lnTo>
                  <a:pt x="31895" y="7885"/>
                </a:lnTo>
                <a:lnTo>
                  <a:pt x="32619" y="7162"/>
                </a:lnTo>
                <a:lnTo>
                  <a:pt x="35286" y="7513"/>
                </a:lnTo>
                <a:lnTo>
                  <a:pt x="36704" y="7447"/>
                </a:lnTo>
                <a:lnTo>
                  <a:pt x="38488" y="7842"/>
                </a:lnTo>
                <a:lnTo>
                  <a:pt x="39752" y="7301"/>
                </a:lnTo>
                <a:lnTo>
                  <a:pt x="38933" y="4355"/>
                </a:lnTo>
                <a:lnTo>
                  <a:pt x="39635" y="3654"/>
                </a:lnTo>
                <a:lnTo>
                  <a:pt x="42303" y="4012"/>
                </a:lnTo>
                <a:lnTo>
                  <a:pt x="43838" y="3910"/>
                </a:lnTo>
                <a:lnTo>
                  <a:pt x="45299" y="4275"/>
                </a:lnTo>
                <a:lnTo>
                  <a:pt x="46322" y="3983"/>
                </a:lnTo>
                <a:lnTo>
                  <a:pt x="46651" y="3895"/>
                </a:lnTo>
                <a:lnTo>
                  <a:pt x="46037" y="760"/>
                </a:lnTo>
                <a:lnTo>
                  <a:pt x="46687" y="109"/>
                </a:lnTo>
                <a:lnTo>
                  <a:pt x="49275" y="540"/>
                </a:lnTo>
                <a:lnTo>
                  <a:pt x="53200" y="65"/>
                </a:lnTo>
                <a:lnTo>
                  <a:pt x="56964" y="475"/>
                </a:lnTo>
                <a:lnTo>
                  <a:pt x="83538" y="475"/>
                </a:lnTo>
                <a:lnTo>
                  <a:pt x="86344" y="0"/>
                </a:lnTo>
                <a:lnTo>
                  <a:pt x="88719" y="540"/>
                </a:lnTo>
                <a:lnTo>
                  <a:pt x="88157" y="3720"/>
                </a:lnTo>
                <a:lnTo>
                  <a:pt x="88749" y="4312"/>
                </a:lnTo>
                <a:lnTo>
                  <a:pt x="91416" y="3953"/>
                </a:lnTo>
                <a:lnTo>
                  <a:pt x="92717" y="4026"/>
                </a:lnTo>
                <a:lnTo>
                  <a:pt x="94756" y="3610"/>
                </a:lnTo>
                <a:lnTo>
                  <a:pt x="95948" y="4260"/>
                </a:lnTo>
                <a:lnTo>
                  <a:pt x="95005" y="7060"/>
                </a:lnTo>
                <a:lnTo>
                  <a:pt x="95962" y="8017"/>
                </a:lnTo>
                <a:lnTo>
                  <a:pt x="98243" y="7169"/>
                </a:lnTo>
                <a:lnTo>
                  <a:pt x="99646" y="7812"/>
                </a:lnTo>
                <a:lnTo>
                  <a:pt x="101926" y="6964"/>
                </a:lnTo>
                <a:lnTo>
                  <a:pt x="102818" y="7856"/>
                </a:lnTo>
                <a:lnTo>
                  <a:pt x="102014" y="10809"/>
                </a:lnTo>
                <a:lnTo>
                  <a:pt x="104192" y="11744"/>
                </a:lnTo>
                <a:lnTo>
                  <a:pt x="107963" y="9910"/>
                </a:lnTo>
                <a:lnTo>
                  <a:pt x="110046" y="11416"/>
                </a:lnTo>
                <a:lnTo>
                  <a:pt x="108957" y="13995"/>
                </a:lnTo>
                <a:lnTo>
                  <a:pt x="109959" y="14997"/>
                </a:lnTo>
                <a:lnTo>
                  <a:pt x="112604" y="13944"/>
                </a:lnTo>
                <a:lnTo>
                  <a:pt x="113481" y="15267"/>
                </a:lnTo>
                <a:lnTo>
                  <a:pt x="112393" y="17321"/>
                </a:lnTo>
                <a:lnTo>
                  <a:pt x="113474" y="18607"/>
                </a:lnTo>
                <a:lnTo>
                  <a:pt x="115930" y="17460"/>
                </a:lnTo>
                <a:lnTo>
                  <a:pt x="117077" y="18607"/>
                </a:lnTo>
                <a:lnTo>
                  <a:pt x="115908" y="20909"/>
                </a:lnTo>
                <a:lnTo>
                  <a:pt x="117041" y="22115"/>
                </a:lnTo>
                <a:lnTo>
                  <a:pt x="119416" y="20946"/>
                </a:lnTo>
                <a:lnTo>
                  <a:pt x="120578" y="22108"/>
                </a:lnTo>
                <a:lnTo>
                  <a:pt x="119409" y="24447"/>
                </a:lnTo>
                <a:lnTo>
                  <a:pt x="120578" y="25616"/>
                </a:lnTo>
                <a:lnTo>
                  <a:pt x="122917" y="24447"/>
                </a:lnTo>
                <a:lnTo>
                  <a:pt x="124087" y="25616"/>
                </a:lnTo>
                <a:lnTo>
                  <a:pt x="123041" y="27838"/>
                </a:lnTo>
                <a:lnTo>
                  <a:pt x="123962" y="29241"/>
                </a:lnTo>
                <a:lnTo>
                  <a:pt x="122917" y="31463"/>
                </a:lnTo>
                <a:lnTo>
                  <a:pt x="123867" y="32420"/>
                </a:lnTo>
                <a:lnTo>
                  <a:pt x="126820" y="31609"/>
                </a:lnTo>
                <a:lnTo>
                  <a:pt x="127829" y="33962"/>
                </a:lnTo>
                <a:lnTo>
                  <a:pt x="126031" y="37237"/>
                </a:lnTo>
                <a:lnTo>
                  <a:pt x="127288" y="39568"/>
                </a:lnTo>
                <a:lnTo>
                  <a:pt x="130087" y="38633"/>
                </a:lnTo>
                <a:lnTo>
                  <a:pt x="131103" y="39649"/>
                </a:lnTo>
                <a:lnTo>
                  <a:pt x="130051" y="41870"/>
                </a:lnTo>
                <a:lnTo>
                  <a:pt x="130986" y="43274"/>
                </a:lnTo>
                <a:lnTo>
                  <a:pt x="129934" y="45495"/>
                </a:lnTo>
                <a:lnTo>
                  <a:pt x="130789" y="46351"/>
                </a:lnTo>
                <a:lnTo>
                  <a:pt x="133953" y="45780"/>
                </a:lnTo>
                <a:lnTo>
                  <a:pt x="134743" y="49120"/>
                </a:lnTo>
                <a:lnTo>
                  <a:pt x="134026" y="53476"/>
                </a:lnTo>
                <a:lnTo>
                  <a:pt x="134026" y="80803"/>
                </a:lnTo>
                <a:lnTo>
                  <a:pt x="134728" y="85115"/>
                </a:lnTo>
                <a:lnTo>
                  <a:pt x="133961" y="88478"/>
                </a:lnTo>
                <a:lnTo>
                  <a:pt x="130781" y="87915"/>
                </a:lnTo>
                <a:lnTo>
                  <a:pt x="130189" y="88507"/>
                </a:lnTo>
                <a:lnTo>
                  <a:pt x="130547" y="91174"/>
                </a:lnTo>
                <a:lnTo>
                  <a:pt x="130482" y="92475"/>
                </a:lnTo>
                <a:lnTo>
                  <a:pt x="130891" y="94514"/>
                </a:lnTo>
                <a:lnTo>
                  <a:pt x="130241" y="95706"/>
                </a:lnTo>
                <a:lnTo>
                  <a:pt x="127449" y="94763"/>
                </a:lnTo>
                <a:lnTo>
                  <a:pt x="126484" y="95720"/>
                </a:lnTo>
                <a:lnTo>
                  <a:pt x="127332" y="98001"/>
                </a:lnTo>
                <a:lnTo>
                  <a:pt x="126688" y="99404"/>
                </a:lnTo>
                <a:lnTo>
                  <a:pt x="127536" y="101684"/>
                </a:lnTo>
                <a:lnTo>
                  <a:pt x="126645" y="102576"/>
                </a:lnTo>
                <a:lnTo>
                  <a:pt x="123692" y="101772"/>
                </a:lnTo>
                <a:lnTo>
                  <a:pt x="122756" y="103950"/>
                </a:lnTo>
                <a:lnTo>
                  <a:pt x="124591" y="107721"/>
                </a:lnTo>
                <a:lnTo>
                  <a:pt x="123085" y="109804"/>
                </a:lnTo>
                <a:lnTo>
                  <a:pt x="120505" y="108715"/>
                </a:lnTo>
                <a:lnTo>
                  <a:pt x="119409" y="109811"/>
                </a:lnTo>
                <a:lnTo>
                  <a:pt x="120578" y="112150"/>
                </a:lnTo>
                <a:lnTo>
                  <a:pt x="119409" y="113319"/>
                </a:lnTo>
                <a:lnTo>
                  <a:pt x="117070" y="112150"/>
                </a:lnTo>
                <a:lnTo>
                  <a:pt x="115901" y="113319"/>
                </a:lnTo>
                <a:lnTo>
                  <a:pt x="117070" y="115658"/>
                </a:lnTo>
                <a:lnTo>
                  <a:pt x="115901" y="116828"/>
                </a:lnTo>
                <a:lnTo>
                  <a:pt x="113562" y="115658"/>
                </a:lnTo>
                <a:lnTo>
                  <a:pt x="112392" y="116828"/>
                </a:lnTo>
                <a:lnTo>
                  <a:pt x="113562" y="119166"/>
                </a:lnTo>
                <a:lnTo>
                  <a:pt x="112393" y="120336"/>
                </a:lnTo>
                <a:lnTo>
                  <a:pt x="110054" y="119166"/>
                </a:lnTo>
                <a:lnTo>
                  <a:pt x="108965" y="120255"/>
                </a:lnTo>
                <a:lnTo>
                  <a:pt x="110039" y="122864"/>
                </a:lnTo>
                <a:lnTo>
                  <a:pt x="108205" y="124143"/>
                </a:lnTo>
                <a:lnTo>
                  <a:pt x="103388" y="122112"/>
                </a:lnTo>
                <a:lnTo>
                  <a:pt x="102175" y="123595"/>
                </a:lnTo>
                <a:lnTo>
                  <a:pt x="102804" y="126643"/>
                </a:lnTo>
                <a:lnTo>
                  <a:pt x="100480" y="127454"/>
                </a:lnTo>
                <a:lnTo>
                  <a:pt x="97278" y="125824"/>
                </a:lnTo>
                <a:lnTo>
                  <a:pt x="94947" y="127023"/>
                </a:lnTo>
                <a:lnTo>
                  <a:pt x="95853" y="129859"/>
                </a:lnTo>
                <a:lnTo>
                  <a:pt x="94852" y="130860"/>
                </a:lnTo>
                <a:lnTo>
                  <a:pt x="92630" y="129808"/>
                </a:lnTo>
                <a:lnTo>
                  <a:pt x="91227" y="130743"/>
                </a:lnTo>
                <a:lnTo>
                  <a:pt x="89005" y="129691"/>
                </a:lnTo>
                <a:lnTo>
                  <a:pt x="88157" y="130538"/>
                </a:lnTo>
                <a:lnTo>
                  <a:pt x="88720" y="133718"/>
                </a:lnTo>
                <a:lnTo>
                  <a:pt x="85358" y="1344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0" name="object 210"/>
          <p:cNvGrpSpPr/>
          <p:nvPr/>
        </p:nvGrpSpPr>
        <p:grpSpPr>
          <a:xfrm>
            <a:off x="17664278" y="8947221"/>
            <a:ext cx="134620" cy="134620"/>
            <a:chOff x="17664278" y="8947221"/>
            <a:chExt cx="134620" cy="134620"/>
          </a:xfrm>
        </p:grpSpPr>
        <p:sp>
          <p:nvSpPr>
            <p:cNvPr id="211" name="object 211"/>
            <p:cNvSpPr/>
            <p:nvPr/>
          </p:nvSpPr>
          <p:spPr>
            <a:xfrm>
              <a:off x="17664278" y="8947226"/>
              <a:ext cx="134620" cy="101600"/>
            </a:xfrm>
            <a:custGeom>
              <a:avLst/>
              <a:gdLst/>
              <a:ahLst/>
              <a:cxnLst/>
              <a:rect l="l" t="t" r="r" b="b"/>
              <a:pathLst>
                <a:path w="134619" h="101600">
                  <a:moveTo>
                    <a:pt x="134556" y="78740"/>
                  </a:moveTo>
                  <a:lnTo>
                    <a:pt x="134061" y="78740"/>
                  </a:lnTo>
                  <a:lnTo>
                    <a:pt x="134061" y="76200"/>
                  </a:lnTo>
                  <a:lnTo>
                    <a:pt x="133756" y="76200"/>
                  </a:lnTo>
                  <a:lnTo>
                    <a:pt x="133756" y="73660"/>
                  </a:lnTo>
                  <a:lnTo>
                    <a:pt x="133896" y="73660"/>
                  </a:lnTo>
                  <a:lnTo>
                    <a:pt x="133896" y="72390"/>
                  </a:lnTo>
                  <a:lnTo>
                    <a:pt x="133934" y="69850"/>
                  </a:lnTo>
                  <a:lnTo>
                    <a:pt x="133819" y="68580"/>
                  </a:lnTo>
                  <a:lnTo>
                    <a:pt x="133819" y="63500"/>
                  </a:lnTo>
                  <a:lnTo>
                    <a:pt x="134061" y="63500"/>
                  </a:lnTo>
                  <a:lnTo>
                    <a:pt x="134061" y="59690"/>
                  </a:lnTo>
                  <a:lnTo>
                    <a:pt x="133972" y="55880"/>
                  </a:lnTo>
                  <a:lnTo>
                    <a:pt x="134010" y="53340"/>
                  </a:lnTo>
                  <a:lnTo>
                    <a:pt x="133565" y="53340"/>
                  </a:lnTo>
                  <a:lnTo>
                    <a:pt x="133565" y="52070"/>
                  </a:lnTo>
                  <a:lnTo>
                    <a:pt x="132981" y="52070"/>
                  </a:lnTo>
                  <a:lnTo>
                    <a:pt x="132981" y="53340"/>
                  </a:lnTo>
                  <a:lnTo>
                    <a:pt x="129921" y="53340"/>
                  </a:lnTo>
                  <a:lnTo>
                    <a:pt x="129921" y="52070"/>
                  </a:lnTo>
                  <a:lnTo>
                    <a:pt x="130175" y="52070"/>
                  </a:lnTo>
                  <a:lnTo>
                    <a:pt x="130175" y="50800"/>
                  </a:lnTo>
                  <a:lnTo>
                    <a:pt x="130441" y="50800"/>
                  </a:lnTo>
                  <a:lnTo>
                    <a:pt x="130441" y="49530"/>
                  </a:lnTo>
                  <a:lnTo>
                    <a:pt x="130162" y="49530"/>
                  </a:lnTo>
                  <a:lnTo>
                    <a:pt x="130162" y="48260"/>
                  </a:lnTo>
                  <a:lnTo>
                    <a:pt x="130238" y="46990"/>
                  </a:lnTo>
                  <a:lnTo>
                    <a:pt x="130314" y="44450"/>
                  </a:lnTo>
                  <a:lnTo>
                    <a:pt x="130505" y="44450"/>
                  </a:lnTo>
                  <a:lnTo>
                    <a:pt x="130505" y="41910"/>
                  </a:lnTo>
                  <a:lnTo>
                    <a:pt x="130873" y="41910"/>
                  </a:lnTo>
                  <a:lnTo>
                    <a:pt x="130873" y="40640"/>
                  </a:lnTo>
                  <a:lnTo>
                    <a:pt x="130670" y="40640"/>
                  </a:lnTo>
                  <a:lnTo>
                    <a:pt x="130670" y="39370"/>
                  </a:lnTo>
                  <a:lnTo>
                    <a:pt x="130187" y="39370"/>
                  </a:lnTo>
                  <a:lnTo>
                    <a:pt x="130187" y="38100"/>
                  </a:lnTo>
                  <a:lnTo>
                    <a:pt x="129819" y="38100"/>
                  </a:lnTo>
                  <a:lnTo>
                    <a:pt x="129819" y="39370"/>
                  </a:lnTo>
                  <a:lnTo>
                    <a:pt x="126479" y="39370"/>
                  </a:lnTo>
                  <a:lnTo>
                    <a:pt x="126479" y="38100"/>
                  </a:lnTo>
                  <a:lnTo>
                    <a:pt x="126695" y="38100"/>
                  </a:lnTo>
                  <a:lnTo>
                    <a:pt x="126695" y="36830"/>
                  </a:lnTo>
                  <a:lnTo>
                    <a:pt x="127215" y="36830"/>
                  </a:lnTo>
                  <a:lnTo>
                    <a:pt x="127215" y="35560"/>
                  </a:lnTo>
                  <a:lnTo>
                    <a:pt x="126403" y="35560"/>
                  </a:lnTo>
                  <a:lnTo>
                    <a:pt x="126403" y="34290"/>
                  </a:lnTo>
                  <a:lnTo>
                    <a:pt x="126885" y="34290"/>
                  </a:lnTo>
                  <a:lnTo>
                    <a:pt x="126885" y="33020"/>
                  </a:lnTo>
                  <a:lnTo>
                    <a:pt x="127038" y="33020"/>
                  </a:lnTo>
                  <a:lnTo>
                    <a:pt x="127038" y="31750"/>
                  </a:lnTo>
                  <a:lnTo>
                    <a:pt x="124155" y="31750"/>
                  </a:lnTo>
                  <a:lnTo>
                    <a:pt x="124155" y="33020"/>
                  </a:lnTo>
                  <a:lnTo>
                    <a:pt x="123634" y="33020"/>
                  </a:lnTo>
                  <a:lnTo>
                    <a:pt x="123634" y="31750"/>
                  </a:lnTo>
                  <a:lnTo>
                    <a:pt x="123190" y="31750"/>
                  </a:lnTo>
                  <a:lnTo>
                    <a:pt x="123190" y="29210"/>
                  </a:lnTo>
                  <a:lnTo>
                    <a:pt x="123329" y="29210"/>
                  </a:lnTo>
                  <a:lnTo>
                    <a:pt x="123329" y="27940"/>
                  </a:lnTo>
                  <a:lnTo>
                    <a:pt x="121450" y="27940"/>
                  </a:lnTo>
                  <a:lnTo>
                    <a:pt x="121450" y="29210"/>
                  </a:lnTo>
                  <a:lnTo>
                    <a:pt x="119824" y="29210"/>
                  </a:lnTo>
                  <a:lnTo>
                    <a:pt x="119824" y="27940"/>
                  </a:lnTo>
                  <a:lnTo>
                    <a:pt x="119849" y="25400"/>
                  </a:lnTo>
                  <a:lnTo>
                    <a:pt x="119481" y="25400"/>
                  </a:lnTo>
                  <a:lnTo>
                    <a:pt x="119481" y="24130"/>
                  </a:lnTo>
                  <a:lnTo>
                    <a:pt x="118491" y="24130"/>
                  </a:lnTo>
                  <a:lnTo>
                    <a:pt x="118491" y="25400"/>
                  </a:lnTo>
                  <a:lnTo>
                    <a:pt x="115887" y="25400"/>
                  </a:lnTo>
                  <a:lnTo>
                    <a:pt x="115887" y="24130"/>
                  </a:lnTo>
                  <a:lnTo>
                    <a:pt x="116433" y="24130"/>
                  </a:lnTo>
                  <a:lnTo>
                    <a:pt x="116433" y="21590"/>
                  </a:lnTo>
                  <a:lnTo>
                    <a:pt x="115709" y="21590"/>
                  </a:lnTo>
                  <a:lnTo>
                    <a:pt x="115709" y="20320"/>
                  </a:lnTo>
                  <a:lnTo>
                    <a:pt x="115658" y="21590"/>
                  </a:lnTo>
                  <a:lnTo>
                    <a:pt x="112204" y="21590"/>
                  </a:lnTo>
                  <a:lnTo>
                    <a:pt x="112204" y="20320"/>
                  </a:lnTo>
                  <a:lnTo>
                    <a:pt x="112814" y="20320"/>
                  </a:lnTo>
                  <a:lnTo>
                    <a:pt x="112814" y="19050"/>
                  </a:lnTo>
                  <a:lnTo>
                    <a:pt x="113169" y="19050"/>
                  </a:lnTo>
                  <a:lnTo>
                    <a:pt x="113169" y="17780"/>
                  </a:lnTo>
                  <a:lnTo>
                    <a:pt x="110159" y="17780"/>
                  </a:lnTo>
                  <a:lnTo>
                    <a:pt x="110159" y="19050"/>
                  </a:lnTo>
                  <a:lnTo>
                    <a:pt x="109601" y="19050"/>
                  </a:lnTo>
                  <a:lnTo>
                    <a:pt x="109601" y="17780"/>
                  </a:lnTo>
                  <a:lnTo>
                    <a:pt x="109105" y="17780"/>
                  </a:lnTo>
                  <a:lnTo>
                    <a:pt x="109105" y="15240"/>
                  </a:lnTo>
                  <a:lnTo>
                    <a:pt x="109334" y="15240"/>
                  </a:lnTo>
                  <a:lnTo>
                    <a:pt x="109334" y="13970"/>
                  </a:lnTo>
                  <a:lnTo>
                    <a:pt x="107226" y="13970"/>
                  </a:lnTo>
                  <a:lnTo>
                    <a:pt x="107226" y="15240"/>
                  </a:lnTo>
                  <a:lnTo>
                    <a:pt x="105867" y="15240"/>
                  </a:lnTo>
                  <a:lnTo>
                    <a:pt x="105867" y="13970"/>
                  </a:lnTo>
                  <a:lnTo>
                    <a:pt x="105791" y="11430"/>
                  </a:lnTo>
                  <a:lnTo>
                    <a:pt x="105537" y="11430"/>
                  </a:lnTo>
                  <a:lnTo>
                    <a:pt x="105537" y="10160"/>
                  </a:lnTo>
                  <a:lnTo>
                    <a:pt x="104419" y="10160"/>
                  </a:lnTo>
                  <a:lnTo>
                    <a:pt x="104419" y="11430"/>
                  </a:lnTo>
                  <a:lnTo>
                    <a:pt x="102057" y="11430"/>
                  </a:lnTo>
                  <a:lnTo>
                    <a:pt x="102057" y="10160"/>
                  </a:lnTo>
                  <a:lnTo>
                    <a:pt x="102387" y="10160"/>
                  </a:lnTo>
                  <a:lnTo>
                    <a:pt x="102387" y="7620"/>
                  </a:lnTo>
                  <a:lnTo>
                    <a:pt x="95262" y="7620"/>
                  </a:lnTo>
                  <a:lnTo>
                    <a:pt x="95262" y="3810"/>
                  </a:lnTo>
                  <a:lnTo>
                    <a:pt x="81165" y="3810"/>
                  </a:lnTo>
                  <a:lnTo>
                    <a:pt x="81165" y="1270"/>
                  </a:lnTo>
                  <a:lnTo>
                    <a:pt x="81432" y="1270"/>
                  </a:lnTo>
                  <a:lnTo>
                    <a:pt x="81432" y="0"/>
                  </a:lnTo>
                  <a:lnTo>
                    <a:pt x="52984" y="0"/>
                  </a:lnTo>
                  <a:lnTo>
                    <a:pt x="52984" y="1270"/>
                  </a:lnTo>
                  <a:lnTo>
                    <a:pt x="53200" y="1270"/>
                  </a:lnTo>
                  <a:lnTo>
                    <a:pt x="53200" y="3810"/>
                  </a:lnTo>
                  <a:lnTo>
                    <a:pt x="39116" y="3810"/>
                  </a:lnTo>
                  <a:lnTo>
                    <a:pt x="39116" y="7620"/>
                  </a:lnTo>
                  <a:lnTo>
                    <a:pt x="31953" y="7620"/>
                  </a:lnTo>
                  <a:lnTo>
                    <a:pt x="31953" y="10160"/>
                  </a:lnTo>
                  <a:lnTo>
                    <a:pt x="32359" y="10160"/>
                  </a:lnTo>
                  <a:lnTo>
                    <a:pt x="32359" y="11430"/>
                  </a:lnTo>
                  <a:lnTo>
                    <a:pt x="29972" y="11430"/>
                  </a:lnTo>
                  <a:lnTo>
                    <a:pt x="29972" y="10160"/>
                  </a:lnTo>
                  <a:lnTo>
                    <a:pt x="28790" y="10160"/>
                  </a:lnTo>
                  <a:lnTo>
                    <a:pt x="28790" y="11430"/>
                  </a:lnTo>
                  <a:lnTo>
                    <a:pt x="28575" y="11430"/>
                  </a:lnTo>
                  <a:lnTo>
                    <a:pt x="28575" y="13970"/>
                  </a:lnTo>
                  <a:lnTo>
                    <a:pt x="28473" y="15240"/>
                  </a:lnTo>
                  <a:lnTo>
                    <a:pt x="26987" y="15240"/>
                  </a:lnTo>
                  <a:lnTo>
                    <a:pt x="26987" y="13970"/>
                  </a:lnTo>
                  <a:lnTo>
                    <a:pt x="24930" y="13970"/>
                  </a:lnTo>
                  <a:lnTo>
                    <a:pt x="24930" y="15240"/>
                  </a:lnTo>
                  <a:lnTo>
                    <a:pt x="25171" y="15240"/>
                  </a:lnTo>
                  <a:lnTo>
                    <a:pt x="25171" y="17780"/>
                  </a:lnTo>
                  <a:lnTo>
                    <a:pt x="24676" y="17780"/>
                  </a:lnTo>
                  <a:lnTo>
                    <a:pt x="24676" y="19050"/>
                  </a:lnTo>
                  <a:lnTo>
                    <a:pt x="24117" y="19050"/>
                  </a:lnTo>
                  <a:lnTo>
                    <a:pt x="24117" y="17780"/>
                  </a:lnTo>
                  <a:lnTo>
                    <a:pt x="21145" y="17780"/>
                  </a:lnTo>
                  <a:lnTo>
                    <a:pt x="21145" y="19050"/>
                  </a:lnTo>
                  <a:lnTo>
                    <a:pt x="21526" y="19050"/>
                  </a:lnTo>
                  <a:lnTo>
                    <a:pt x="21526" y="20320"/>
                  </a:lnTo>
                  <a:lnTo>
                    <a:pt x="22136" y="20320"/>
                  </a:lnTo>
                  <a:lnTo>
                    <a:pt x="22136" y="21590"/>
                  </a:lnTo>
                  <a:lnTo>
                    <a:pt x="18630" y="21590"/>
                  </a:lnTo>
                  <a:lnTo>
                    <a:pt x="18630" y="20320"/>
                  </a:lnTo>
                  <a:lnTo>
                    <a:pt x="18542" y="21590"/>
                  </a:lnTo>
                  <a:lnTo>
                    <a:pt x="17830" y="21590"/>
                  </a:lnTo>
                  <a:lnTo>
                    <a:pt x="17830" y="24130"/>
                  </a:lnTo>
                  <a:lnTo>
                    <a:pt x="18249" y="24130"/>
                  </a:lnTo>
                  <a:lnTo>
                    <a:pt x="18249" y="25400"/>
                  </a:lnTo>
                  <a:lnTo>
                    <a:pt x="15621" y="25400"/>
                  </a:lnTo>
                  <a:lnTo>
                    <a:pt x="15621" y="24130"/>
                  </a:lnTo>
                  <a:lnTo>
                    <a:pt x="14820" y="24130"/>
                  </a:lnTo>
                  <a:lnTo>
                    <a:pt x="14820" y="25400"/>
                  </a:lnTo>
                  <a:lnTo>
                    <a:pt x="14490" y="25400"/>
                  </a:lnTo>
                  <a:lnTo>
                    <a:pt x="14490" y="27940"/>
                  </a:lnTo>
                  <a:lnTo>
                    <a:pt x="14541" y="29210"/>
                  </a:lnTo>
                  <a:lnTo>
                    <a:pt x="12814" y="29210"/>
                  </a:lnTo>
                  <a:lnTo>
                    <a:pt x="12814" y="27940"/>
                  </a:lnTo>
                  <a:lnTo>
                    <a:pt x="10998" y="27940"/>
                  </a:lnTo>
                  <a:lnTo>
                    <a:pt x="10998" y="29210"/>
                  </a:lnTo>
                  <a:lnTo>
                    <a:pt x="11125" y="29210"/>
                  </a:lnTo>
                  <a:lnTo>
                    <a:pt x="11125" y="31750"/>
                  </a:lnTo>
                  <a:lnTo>
                    <a:pt x="10718" y="31750"/>
                  </a:lnTo>
                  <a:lnTo>
                    <a:pt x="10718" y="33020"/>
                  </a:lnTo>
                  <a:lnTo>
                    <a:pt x="10109" y="33020"/>
                  </a:lnTo>
                  <a:lnTo>
                    <a:pt x="10109" y="31750"/>
                  </a:lnTo>
                  <a:lnTo>
                    <a:pt x="7302" y="31750"/>
                  </a:lnTo>
                  <a:lnTo>
                    <a:pt x="7302" y="33020"/>
                  </a:lnTo>
                  <a:lnTo>
                    <a:pt x="7378" y="34290"/>
                  </a:lnTo>
                  <a:lnTo>
                    <a:pt x="7594" y="34290"/>
                  </a:lnTo>
                  <a:lnTo>
                    <a:pt x="7594" y="35560"/>
                  </a:lnTo>
                  <a:lnTo>
                    <a:pt x="7556" y="36830"/>
                  </a:lnTo>
                  <a:lnTo>
                    <a:pt x="7721" y="36830"/>
                  </a:lnTo>
                  <a:lnTo>
                    <a:pt x="7721" y="38100"/>
                  </a:lnTo>
                  <a:lnTo>
                    <a:pt x="7886" y="38100"/>
                  </a:lnTo>
                  <a:lnTo>
                    <a:pt x="7886" y="39370"/>
                  </a:lnTo>
                  <a:lnTo>
                    <a:pt x="4533" y="39370"/>
                  </a:lnTo>
                  <a:lnTo>
                    <a:pt x="4533" y="38100"/>
                  </a:lnTo>
                  <a:lnTo>
                    <a:pt x="4165" y="38100"/>
                  </a:lnTo>
                  <a:lnTo>
                    <a:pt x="4165" y="39370"/>
                  </a:lnTo>
                  <a:lnTo>
                    <a:pt x="3759" y="39370"/>
                  </a:lnTo>
                  <a:lnTo>
                    <a:pt x="3759" y="40640"/>
                  </a:lnTo>
                  <a:lnTo>
                    <a:pt x="3975" y="40640"/>
                  </a:lnTo>
                  <a:lnTo>
                    <a:pt x="3975" y="41910"/>
                  </a:lnTo>
                  <a:lnTo>
                    <a:pt x="4076" y="44450"/>
                  </a:lnTo>
                  <a:lnTo>
                    <a:pt x="4064" y="46990"/>
                  </a:lnTo>
                  <a:lnTo>
                    <a:pt x="4025" y="48260"/>
                  </a:lnTo>
                  <a:lnTo>
                    <a:pt x="4089" y="49530"/>
                  </a:lnTo>
                  <a:lnTo>
                    <a:pt x="4038" y="50800"/>
                  </a:lnTo>
                  <a:lnTo>
                    <a:pt x="4203" y="50800"/>
                  </a:lnTo>
                  <a:lnTo>
                    <a:pt x="4203" y="52070"/>
                  </a:lnTo>
                  <a:lnTo>
                    <a:pt x="4381" y="52070"/>
                  </a:lnTo>
                  <a:lnTo>
                    <a:pt x="4381" y="53340"/>
                  </a:lnTo>
                  <a:lnTo>
                    <a:pt x="330" y="53340"/>
                  </a:lnTo>
                  <a:lnTo>
                    <a:pt x="330" y="55880"/>
                  </a:lnTo>
                  <a:lnTo>
                    <a:pt x="241" y="59690"/>
                  </a:lnTo>
                  <a:lnTo>
                    <a:pt x="533" y="59690"/>
                  </a:lnTo>
                  <a:lnTo>
                    <a:pt x="533" y="63500"/>
                  </a:lnTo>
                  <a:lnTo>
                    <a:pt x="533" y="68580"/>
                  </a:lnTo>
                  <a:lnTo>
                    <a:pt x="419" y="69850"/>
                  </a:lnTo>
                  <a:lnTo>
                    <a:pt x="203" y="69850"/>
                  </a:lnTo>
                  <a:lnTo>
                    <a:pt x="203" y="72390"/>
                  </a:lnTo>
                  <a:lnTo>
                    <a:pt x="0" y="72390"/>
                  </a:lnTo>
                  <a:lnTo>
                    <a:pt x="0" y="73660"/>
                  </a:lnTo>
                  <a:lnTo>
                    <a:pt x="203" y="73660"/>
                  </a:lnTo>
                  <a:lnTo>
                    <a:pt x="203" y="76200"/>
                  </a:lnTo>
                  <a:lnTo>
                    <a:pt x="520" y="76200"/>
                  </a:lnTo>
                  <a:lnTo>
                    <a:pt x="520" y="78740"/>
                  </a:lnTo>
                  <a:lnTo>
                    <a:pt x="406" y="80010"/>
                  </a:lnTo>
                  <a:lnTo>
                    <a:pt x="203" y="80010"/>
                  </a:lnTo>
                  <a:lnTo>
                    <a:pt x="203" y="81280"/>
                  </a:lnTo>
                  <a:lnTo>
                    <a:pt x="4241" y="81280"/>
                  </a:lnTo>
                  <a:lnTo>
                    <a:pt x="4241" y="83820"/>
                  </a:lnTo>
                  <a:lnTo>
                    <a:pt x="4000" y="83820"/>
                  </a:lnTo>
                  <a:lnTo>
                    <a:pt x="4000" y="85090"/>
                  </a:lnTo>
                  <a:lnTo>
                    <a:pt x="4267" y="85090"/>
                  </a:lnTo>
                  <a:lnTo>
                    <a:pt x="4267" y="86360"/>
                  </a:lnTo>
                  <a:lnTo>
                    <a:pt x="4064" y="86360"/>
                  </a:lnTo>
                  <a:lnTo>
                    <a:pt x="4064" y="87630"/>
                  </a:lnTo>
                  <a:lnTo>
                    <a:pt x="4051" y="88900"/>
                  </a:lnTo>
                  <a:lnTo>
                    <a:pt x="4051" y="90170"/>
                  </a:lnTo>
                  <a:lnTo>
                    <a:pt x="3771" y="90170"/>
                  </a:lnTo>
                  <a:lnTo>
                    <a:pt x="3771" y="92710"/>
                  </a:lnTo>
                  <a:lnTo>
                    <a:pt x="3403" y="92710"/>
                  </a:lnTo>
                  <a:lnTo>
                    <a:pt x="3403" y="93980"/>
                  </a:lnTo>
                  <a:lnTo>
                    <a:pt x="3835" y="93980"/>
                  </a:lnTo>
                  <a:lnTo>
                    <a:pt x="3835" y="95250"/>
                  </a:lnTo>
                  <a:lnTo>
                    <a:pt x="7785" y="95250"/>
                  </a:lnTo>
                  <a:lnTo>
                    <a:pt x="7785" y="97790"/>
                  </a:lnTo>
                  <a:lnTo>
                    <a:pt x="7391" y="97790"/>
                  </a:lnTo>
                  <a:lnTo>
                    <a:pt x="7391" y="99060"/>
                  </a:lnTo>
                  <a:lnTo>
                    <a:pt x="7620" y="99060"/>
                  </a:lnTo>
                  <a:lnTo>
                    <a:pt x="7620" y="101600"/>
                  </a:lnTo>
                  <a:lnTo>
                    <a:pt x="126936" y="101600"/>
                  </a:lnTo>
                  <a:lnTo>
                    <a:pt x="126936" y="99060"/>
                  </a:lnTo>
                  <a:lnTo>
                    <a:pt x="126809" y="99060"/>
                  </a:lnTo>
                  <a:lnTo>
                    <a:pt x="126809" y="97790"/>
                  </a:lnTo>
                  <a:lnTo>
                    <a:pt x="126606" y="97790"/>
                  </a:lnTo>
                  <a:lnTo>
                    <a:pt x="126606" y="95250"/>
                  </a:lnTo>
                  <a:lnTo>
                    <a:pt x="130530" y="95250"/>
                  </a:lnTo>
                  <a:lnTo>
                    <a:pt x="130530" y="93980"/>
                  </a:lnTo>
                  <a:lnTo>
                    <a:pt x="130454" y="92710"/>
                  </a:lnTo>
                  <a:lnTo>
                    <a:pt x="130314" y="92710"/>
                  </a:lnTo>
                  <a:lnTo>
                    <a:pt x="130314" y="90170"/>
                  </a:lnTo>
                  <a:lnTo>
                    <a:pt x="130314" y="88900"/>
                  </a:lnTo>
                  <a:lnTo>
                    <a:pt x="130136" y="88900"/>
                  </a:lnTo>
                  <a:lnTo>
                    <a:pt x="130136" y="87630"/>
                  </a:lnTo>
                  <a:lnTo>
                    <a:pt x="129959" y="87630"/>
                  </a:lnTo>
                  <a:lnTo>
                    <a:pt x="129959" y="86360"/>
                  </a:lnTo>
                  <a:lnTo>
                    <a:pt x="130124" y="86360"/>
                  </a:lnTo>
                  <a:lnTo>
                    <a:pt x="130124" y="85090"/>
                  </a:lnTo>
                  <a:lnTo>
                    <a:pt x="130352" y="85090"/>
                  </a:lnTo>
                  <a:lnTo>
                    <a:pt x="130352" y="83820"/>
                  </a:lnTo>
                  <a:lnTo>
                    <a:pt x="130111" y="83820"/>
                  </a:lnTo>
                  <a:lnTo>
                    <a:pt x="130111" y="81280"/>
                  </a:lnTo>
                  <a:lnTo>
                    <a:pt x="134035" y="81280"/>
                  </a:lnTo>
                  <a:lnTo>
                    <a:pt x="134035" y="80010"/>
                  </a:lnTo>
                  <a:lnTo>
                    <a:pt x="134556" y="80010"/>
                  </a:lnTo>
                  <a:lnTo>
                    <a:pt x="134556" y="787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7671860" y="9046286"/>
              <a:ext cx="119380" cy="35560"/>
            </a:xfrm>
            <a:custGeom>
              <a:avLst/>
              <a:gdLst/>
              <a:ahLst/>
              <a:cxnLst/>
              <a:rect l="l" t="t" r="r" b="b"/>
              <a:pathLst>
                <a:path w="119380" h="35559">
                  <a:moveTo>
                    <a:pt x="119354" y="0"/>
                  </a:moveTo>
                  <a:lnTo>
                    <a:pt x="38" y="0"/>
                  </a:lnTo>
                  <a:lnTo>
                    <a:pt x="38" y="2540"/>
                  </a:lnTo>
                  <a:lnTo>
                    <a:pt x="0" y="3810"/>
                  </a:lnTo>
                  <a:lnTo>
                    <a:pt x="1676" y="3810"/>
                  </a:lnTo>
                  <a:lnTo>
                    <a:pt x="1676" y="2540"/>
                  </a:lnTo>
                  <a:lnTo>
                    <a:pt x="3517" y="2540"/>
                  </a:lnTo>
                  <a:lnTo>
                    <a:pt x="3517" y="3810"/>
                  </a:lnTo>
                  <a:lnTo>
                    <a:pt x="3390" y="3810"/>
                  </a:lnTo>
                  <a:lnTo>
                    <a:pt x="3390" y="6350"/>
                  </a:lnTo>
                  <a:lnTo>
                    <a:pt x="3771" y="6350"/>
                  </a:lnTo>
                  <a:lnTo>
                    <a:pt x="3771" y="7620"/>
                  </a:lnTo>
                  <a:lnTo>
                    <a:pt x="4521" y="7620"/>
                  </a:lnTo>
                  <a:lnTo>
                    <a:pt x="4521" y="6350"/>
                  </a:lnTo>
                  <a:lnTo>
                    <a:pt x="7327" y="6350"/>
                  </a:lnTo>
                  <a:lnTo>
                    <a:pt x="7327" y="7620"/>
                  </a:lnTo>
                  <a:lnTo>
                    <a:pt x="6743" y="7620"/>
                  </a:lnTo>
                  <a:lnTo>
                    <a:pt x="6743" y="10160"/>
                  </a:lnTo>
                  <a:lnTo>
                    <a:pt x="10693" y="10160"/>
                  </a:lnTo>
                  <a:lnTo>
                    <a:pt x="10693" y="12700"/>
                  </a:lnTo>
                  <a:lnTo>
                    <a:pt x="10160" y="12700"/>
                  </a:lnTo>
                  <a:lnTo>
                    <a:pt x="10160" y="13970"/>
                  </a:lnTo>
                  <a:lnTo>
                    <a:pt x="12890" y="13970"/>
                  </a:lnTo>
                  <a:lnTo>
                    <a:pt x="12890" y="12700"/>
                  </a:lnTo>
                  <a:lnTo>
                    <a:pt x="13665" y="12700"/>
                  </a:lnTo>
                  <a:lnTo>
                    <a:pt x="13665" y="13970"/>
                  </a:lnTo>
                  <a:lnTo>
                    <a:pt x="14084" y="13970"/>
                  </a:lnTo>
                  <a:lnTo>
                    <a:pt x="14084" y="16510"/>
                  </a:lnTo>
                  <a:lnTo>
                    <a:pt x="13970" y="17780"/>
                  </a:lnTo>
                  <a:lnTo>
                    <a:pt x="15786" y="17780"/>
                  </a:lnTo>
                  <a:lnTo>
                    <a:pt x="15786" y="16510"/>
                  </a:lnTo>
                  <a:lnTo>
                    <a:pt x="17475" y="16510"/>
                  </a:lnTo>
                  <a:lnTo>
                    <a:pt x="17475" y="17780"/>
                  </a:lnTo>
                  <a:lnTo>
                    <a:pt x="17449" y="20320"/>
                  </a:lnTo>
                  <a:lnTo>
                    <a:pt x="17678" y="20320"/>
                  </a:lnTo>
                  <a:lnTo>
                    <a:pt x="17678" y="21590"/>
                  </a:lnTo>
                  <a:lnTo>
                    <a:pt x="18592" y="21590"/>
                  </a:lnTo>
                  <a:lnTo>
                    <a:pt x="18592" y="20320"/>
                  </a:lnTo>
                  <a:lnTo>
                    <a:pt x="21285" y="20320"/>
                  </a:lnTo>
                  <a:lnTo>
                    <a:pt x="21285" y="21590"/>
                  </a:lnTo>
                  <a:lnTo>
                    <a:pt x="20802" y="21590"/>
                  </a:lnTo>
                  <a:lnTo>
                    <a:pt x="20802" y="24130"/>
                  </a:lnTo>
                  <a:lnTo>
                    <a:pt x="24688" y="24130"/>
                  </a:lnTo>
                  <a:lnTo>
                    <a:pt x="24688" y="26670"/>
                  </a:lnTo>
                  <a:lnTo>
                    <a:pt x="24041" y="26670"/>
                  </a:lnTo>
                  <a:lnTo>
                    <a:pt x="24041" y="27940"/>
                  </a:lnTo>
                  <a:lnTo>
                    <a:pt x="31584" y="27940"/>
                  </a:lnTo>
                  <a:lnTo>
                    <a:pt x="31584" y="30480"/>
                  </a:lnTo>
                  <a:lnTo>
                    <a:pt x="31292" y="30480"/>
                  </a:lnTo>
                  <a:lnTo>
                    <a:pt x="31292" y="31750"/>
                  </a:lnTo>
                  <a:lnTo>
                    <a:pt x="37871" y="31750"/>
                  </a:lnTo>
                  <a:lnTo>
                    <a:pt x="37871" y="30480"/>
                  </a:lnTo>
                  <a:lnTo>
                    <a:pt x="41554" y="30480"/>
                  </a:lnTo>
                  <a:lnTo>
                    <a:pt x="41554" y="31750"/>
                  </a:lnTo>
                  <a:lnTo>
                    <a:pt x="43624" y="31750"/>
                  </a:lnTo>
                  <a:lnTo>
                    <a:pt x="43624" y="30480"/>
                  </a:lnTo>
                  <a:lnTo>
                    <a:pt x="45466" y="30480"/>
                  </a:lnTo>
                  <a:lnTo>
                    <a:pt x="45466" y="31750"/>
                  </a:lnTo>
                  <a:lnTo>
                    <a:pt x="45529" y="34290"/>
                  </a:lnTo>
                  <a:lnTo>
                    <a:pt x="46050" y="34290"/>
                  </a:lnTo>
                  <a:lnTo>
                    <a:pt x="46050" y="35560"/>
                  </a:lnTo>
                  <a:lnTo>
                    <a:pt x="49237" y="35560"/>
                  </a:lnTo>
                  <a:lnTo>
                    <a:pt x="49237" y="34290"/>
                  </a:lnTo>
                  <a:lnTo>
                    <a:pt x="54737" y="34290"/>
                  </a:lnTo>
                  <a:lnTo>
                    <a:pt x="54737" y="35560"/>
                  </a:lnTo>
                  <a:lnTo>
                    <a:pt x="55016" y="35560"/>
                  </a:lnTo>
                  <a:lnTo>
                    <a:pt x="55016" y="34290"/>
                  </a:lnTo>
                  <a:lnTo>
                    <a:pt x="65227" y="34290"/>
                  </a:lnTo>
                  <a:lnTo>
                    <a:pt x="65227" y="35560"/>
                  </a:lnTo>
                  <a:lnTo>
                    <a:pt x="68097" y="35560"/>
                  </a:lnTo>
                  <a:lnTo>
                    <a:pt x="68097" y="34290"/>
                  </a:lnTo>
                  <a:lnTo>
                    <a:pt x="72186" y="34290"/>
                  </a:lnTo>
                  <a:lnTo>
                    <a:pt x="72186" y="35560"/>
                  </a:lnTo>
                  <a:lnTo>
                    <a:pt x="73317" y="35560"/>
                  </a:lnTo>
                  <a:lnTo>
                    <a:pt x="73317" y="34290"/>
                  </a:lnTo>
                  <a:lnTo>
                    <a:pt x="73672" y="34290"/>
                  </a:lnTo>
                  <a:lnTo>
                    <a:pt x="73672" y="31750"/>
                  </a:lnTo>
                  <a:lnTo>
                    <a:pt x="73723" y="30480"/>
                  </a:lnTo>
                  <a:lnTo>
                    <a:pt x="75514" y="30480"/>
                  </a:lnTo>
                  <a:lnTo>
                    <a:pt x="75514" y="31750"/>
                  </a:lnTo>
                  <a:lnTo>
                    <a:pt x="77546" y="31750"/>
                  </a:lnTo>
                  <a:lnTo>
                    <a:pt x="77546" y="30480"/>
                  </a:lnTo>
                  <a:lnTo>
                    <a:pt x="79032" y="30480"/>
                  </a:lnTo>
                  <a:lnTo>
                    <a:pt x="79032" y="31750"/>
                  </a:lnTo>
                  <a:lnTo>
                    <a:pt x="87896" y="31750"/>
                  </a:lnTo>
                  <a:lnTo>
                    <a:pt x="87896" y="30480"/>
                  </a:lnTo>
                  <a:lnTo>
                    <a:pt x="87617" y="30480"/>
                  </a:lnTo>
                  <a:lnTo>
                    <a:pt x="87617" y="27940"/>
                  </a:lnTo>
                  <a:lnTo>
                    <a:pt x="88049" y="27940"/>
                  </a:lnTo>
                  <a:lnTo>
                    <a:pt x="88049" y="26670"/>
                  </a:lnTo>
                  <a:lnTo>
                    <a:pt x="88646" y="26670"/>
                  </a:lnTo>
                  <a:lnTo>
                    <a:pt x="88646" y="27940"/>
                  </a:lnTo>
                  <a:lnTo>
                    <a:pt x="91782" y="27940"/>
                  </a:lnTo>
                  <a:lnTo>
                    <a:pt x="91782" y="26670"/>
                  </a:lnTo>
                  <a:lnTo>
                    <a:pt x="92227" y="26670"/>
                  </a:lnTo>
                  <a:lnTo>
                    <a:pt x="92227" y="27940"/>
                  </a:lnTo>
                  <a:lnTo>
                    <a:pt x="95224" y="27940"/>
                  </a:lnTo>
                  <a:lnTo>
                    <a:pt x="95224" y="26670"/>
                  </a:lnTo>
                  <a:lnTo>
                    <a:pt x="94475" y="26670"/>
                  </a:lnTo>
                  <a:lnTo>
                    <a:pt x="94475" y="24130"/>
                  </a:lnTo>
                  <a:lnTo>
                    <a:pt x="98386" y="24130"/>
                  </a:lnTo>
                  <a:lnTo>
                    <a:pt x="98386" y="21590"/>
                  </a:lnTo>
                  <a:lnTo>
                    <a:pt x="97904" y="21590"/>
                  </a:lnTo>
                  <a:lnTo>
                    <a:pt x="97904" y="20320"/>
                  </a:lnTo>
                  <a:lnTo>
                    <a:pt x="100507" y="20320"/>
                  </a:lnTo>
                  <a:lnTo>
                    <a:pt x="100507" y="21590"/>
                  </a:lnTo>
                  <a:lnTo>
                    <a:pt x="101447" y="21590"/>
                  </a:lnTo>
                  <a:lnTo>
                    <a:pt x="101447" y="20320"/>
                  </a:lnTo>
                  <a:lnTo>
                    <a:pt x="101765" y="20320"/>
                  </a:lnTo>
                  <a:lnTo>
                    <a:pt x="101765" y="17780"/>
                  </a:lnTo>
                  <a:lnTo>
                    <a:pt x="101701" y="16510"/>
                  </a:lnTo>
                  <a:lnTo>
                    <a:pt x="103403" y="16510"/>
                  </a:lnTo>
                  <a:lnTo>
                    <a:pt x="103403" y="17780"/>
                  </a:lnTo>
                  <a:lnTo>
                    <a:pt x="105219" y="17780"/>
                  </a:lnTo>
                  <a:lnTo>
                    <a:pt x="105219" y="16510"/>
                  </a:lnTo>
                  <a:lnTo>
                    <a:pt x="105105" y="13970"/>
                  </a:lnTo>
                  <a:lnTo>
                    <a:pt x="105511" y="13970"/>
                  </a:lnTo>
                  <a:lnTo>
                    <a:pt x="105511" y="12700"/>
                  </a:lnTo>
                  <a:lnTo>
                    <a:pt x="106286" y="12700"/>
                  </a:lnTo>
                  <a:lnTo>
                    <a:pt x="106286" y="13970"/>
                  </a:lnTo>
                  <a:lnTo>
                    <a:pt x="109029" y="13970"/>
                  </a:lnTo>
                  <a:lnTo>
                    <a:pt x="109029" y="12700"/>
                  </a:lnTo>
                  <a:lnTo>
                    <a:pt x="108470" y="12700"/>
                  </a:lnTo>
                  <a:lnTo>
                    <a:pt x="108470" y="10160"/>
                  </a:lnTo>
                  <a:lnTo>
                    <a:pt x="112407" y="10160"/>
                  </a:lnTo>
                  <a:lnTo>
                    <a:pt x="112407" y="7620"/>
                  </a:lnTo>
                  <a:lnTo>
                    <a:pt x="111861" y="7620"/>
                  </a:lnTo>
                  <a:lnTo>
                    <a:pt x="111861" y="6350"/>
                  </a:lnTo>
                  <a:lnTo>
                    <a:pt x="114668" y="6350"/>
                  </a:lnTo>
                  <a:lnTo>
                    <a:pt x="114668" y="7620"/>
                  </a:lnTo>
                  <a:lnTo>
                    <a:pt x="115417" y="7620"/>
                  </a:lnTo>
                  <a:lnTo>
                    <a:pt x="115417" y="6350"/>
                  </a:lnTo>
                  <a:lnTo>
                    <a:pt x="115798" y="6350"/>
                  </a:lnTo>
                  <a:lnTo>
                    <a:pt x="115798" y="3810"/>
                  </a:lnTo>
                  <a:lnTo>
                    <a:pt x="115684" y="2540"/>
                  </a:lnTo>
                  <a:lnTo>
                    <a:pt x="117538" y="2540"/>
                  </a:lnTo>
                  <a:lnTo>
                    <a:pt x="117538" y="3810"/>
                  </a:lnTo>
                  <a:lnTo>
                    <a:pt x="119202" y="3810"/>
                  </a:lnTo>
                  <a:lnTo>
                    <a:pt x="119202" y="2540"/>
                  </a:lnTo>
                  <a:lnTo>
                    <a:pt x="119354" y="2540"/>
                  </a:lnTo>
                  <a:lnTo>
                    <a:pt x="119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3" name="object 213"/>
          <p:cNvSpPr/>
          <p:nvPr/>
        </p:nvSpPr>
        <p:spPr>
          <a:xfrm>
            <a:off x="16615157" y="8950658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69" h="127634">
                <a:moveTo>
                  <a:pt x="81849" y="127542"/>
                </a:moveTo>
                <a:lnTo>
                  <a:pt x="77515" y="126833"/>
                </a:lnTo>
                <a:lnTo>
                  <a:pt x="50195" y="126833"/>
                </a:lnTo>
                <a:lnTo>
                  <a:pt x="45832" y="127557"/>
                </a:lnTo>
                <a:lnTo>
                  <a:pt x="42492" y="126760"/>
                </a:lnTo>
                <a:lnTo>
                  <a:pt x="43062" y="123595"/>
                </a:lnTo>
                <a:lnTo>
                  <a:pt x="42462" y="122996"/>
                </a:lnTo>
                <a:lnTo>
                  <a:pt x="39802" y="123354"/>
                </a:lnTo>
                <a:lnTo>
                  <a:pt x="38428" y="123281"/>
                </a:lnTo>
                <a:lnTo>
                  <a:pt x="36550" y="123690"/>
                </a:lnTo>
                <a:lnTo>
                  <a:pt x="35315" y="123106"/>
                </a:lnTo>
                <a:lnTo>
                  <a:pt x="36177" y="120211"/>
                </a:lnTo>
                <a:lnTo>
                  <a:pt x="35446" y="119488"/>
                </a:lnTo>
                <a:lnTo>
                  <a:pt x="32786" y="119846"/>
                </a:lnTo>
                <a:lnTo>
                  <a:pt x="31456" y="119773"/>
                </a:lnTo>
                <a:lnTo>
                  <a:pt x="29482" y="120190"/>
                </a:lnTo>
                <a:lnTo>
                  <a:pt x="28269" y="119561"/>
                </a:lnTo>
                <a:lnTo>
                  <a:pt x="29183" y="116733"/>
                </a:lnTo>
                <a:lnTo>
                  <a:pt x="28430" y="115980"/>
                </a:lnTo>
                <a:lnTo>
                  <a:pt x="25770" y="116338"/>
                </a:lnTo>
                <a:lnTo>
                  <a:pt x="24461" y="116265"/>
                </a:lnTo>
                <a:lnTo>
                  <a:pt x="22430" y="116681"/>
                </a:lnTo>
                <a:lnTo>
                  <a:pt x="21238" y="116031"/>
                </a:lnTo>
                <a:lnTo>
                  <a:pt x="22181" y="113232"/>
                </a:lnTo>
                <a:lnTo>
                  <a:pt x="21151" y="112201"/>
                </a:lnTo>
                <a:lnTo>
                  <a:pt x="18870" y="113371"/>
                </a:lnTo>
                <a:lnTo>
                  <a:pt x="17650" y="112267"/>
                </a:lnTo>
                <a:lnTo>
                  <a:pt x="18812" y="109863"/>
                </a:lnTo>
                <a:lnTo>
                  <a:pt x="17657" y="108708"/>
                </a:lnTo>
                <a:lnTo>
                  <a:pt x="15318" y="109877"/>
                </a:lnTo>
                <a:lnTo>
                  <a:pt x="14156" y="108708"/>
                </a:lnTo>
                <a:lnTo>
                  <a:pt x="15326" y="106369"/>
                </a:lnTo>
                <a:lnTo>
                  <a:pt x="14237" y="105280"/>
                </a:lnTo>
                <a:lnTo>
                  <a:pt x="11628" y="106354"/>
                </a:lnTo>
                <a:lnTo>
                  <a:pt x="10356" y="104520"/>
                </a:lnTo>
                <a:lnTo>
                  <a:pt x="12380" y="99704"/>
                </a:lnTo>
                <a:lnTo>
                  <a:pt x="10772" y="98388"/>
                </a:lnTo>
                <a:lnTo>
                  <a:pt x="8002" y="99258"/>
                </a:lnTo>
                <a:lnTo>
                  <a:pt x="7008" y="97482"/>
                </a:lnTo>
                <a:lnTo>
                  <a:pt x="8814" y="92636"/>
                </a:lnTo>
                <a:lnTo>
                  <a:pt x="7315" y="91416"/>
                </a:lnTo>
                <a:lnTo>
                  <a:pt x="4429" y="92190"/>
                </a:lnTo>
                <a:lnTo>
                  <a:pt x="3617" y="90480"/>
                </a:lnTo>
                <a:lnTo>
                  <a:pt x="5247" y="85576"/>
                </a:lnTo>
                <a:lnTo>
                  <a:pt x="3946" y="84509"/>
                </a:lnTo>
                <a:lnTo>
                  <a:pt x="782" y="85013"/>
                </a:lnTo>
                <a:lnTo>
                  <a:pt x="0" y="81695"/>
                </a:lnTo>
                <a:lnTo>
                  <a:pt x="716" y="77339"/>
                </a:lnTo>
                <a:lnTo>
                  <a:pt x="716" y="50005"/>
                </a:lnTo>
                <a:lnTo>
                  <a:pt x="14" y="45700"/>
                </a:lnTo>
                <a:lnTo>
                  <a:pt x="782" y="42345"/>
                </a:lnTo>
                <a:lnTo>
                  <a:pt x="3961" y="42901"/>
                </a:lnTo>
                <a:lnTo>
                  <a:pt x="4560" y="42309"/>
                </a:lnTo>
                <a:lnTo>
                  <a:pt x="4202" y="39641"/>
                </a:lnTo>
                <a:lnTo>
                  <a:pt x="4268" y="38340"/>
                </a:lnTo>
                <a:lnTo>
                  <a:pt x="3851" y="36308"/>
                </a:lnTo>
                <a:lnTo>
                  <a:pt x="4509" y="35110"/>
                </a:lnTo>
                <a:lnTo>
                  <a:pt x="7301" y="36060"/>
                </a:lnTo>
                <a:lnTo>
                  <a:pt x="8258" y="35095"/>
                </a:lnTo>
                <a:lnTo>
                  <a:pt x="7410" y="32815"/>
                </a:lnTo>
                <a:lnTo>
                  <a:pt x="8054" y="31412"/>
                </a:lnTo>
                <a:lnTo>
                  <a:pt x="7206" y="29131"/>
                </a:lnTo>
                <a:lnTo>
                  <a:pt x="8097" y="28240"/>
                </a:lnTo>
                <a:lnTo>
                  <a:pt x="11050" y="29051"/>
                </a:lnTo>
                <a:lnTo>
                  <a:pt x="11964" y="26910"/>
                </a:lnTo>
                <a:lnTo>
                  <a:pt x="10144" y="23029"/>
                </a:lnTo>
                <a:lnTo>
                  <a:pt x="11679" y="21004"/>
                </a:lnTo>
                <a:lnTo>
                  <a:pt x="14215" y="22115"/>
                </a:lnTo>
                <a:lnTo>
                  <a:pt x="15231" y="21099"/>
                </a:lnTo>
                <a:lnTo>
                  <a:pt x="14178" y="18453"/>
                </a:lnTo>
                <a:lnTo>
                  <a:pt x="15443" y="17613"/>
                </a:lnTo>
                <a:lnTo>
                  <a:pt x="17664" y="18666"/>
                </a:lnTo>
                <a:lnTo>
                  <a:pt x="18827" y="17496"/>
                </a:lnTo>
                <a:lnTo>
                  <a:pt x="17657" y="15157"/>
                </a:lnTo>
                <a:lnTo>
                  <a:pt x="18732" y="14083"/>
                </a:lnTo>
                <a:lnTo>
                  <a:pt x="21377" y="15135"/>
                </a:lnTo>
                <a:lnTo>
                  <a:pt x="22086" y="14068"/>
                </a:lnTo>
                <a:lnTo>
                  <a:pt x="21268" y="11371"/>
                </a:lnTo>
                <a:lnTo>
                  <a:pt x="23029" y="10261"/>
                </a:lnTo>
                <a:lnTo>
                  <a:pt x="27845" y="12183"/>
                </a:lnTo>
                <a:lnTo>
                  <a:pt x="29044" y="10728"/>
                </a:lnTo>
                <a:lnTo>
                  <a:pt x="28415" y="7681"/>
                </a:lnTo>
                <a:lnTo>
                  <a:pt x="29643" y="7249"/>
                </a:lnTo>
                <a:lnTo>
                  <a:pt x="31339" y="7556"/>
                </a:lnTo>
                <a:lnTo>
                  <a:pt x="33137" y="7556"/>
                </a:lnTo>
                <a:lnTo>
                  <a:pt x="34993" y="7885"/>
                </a:lnTo>
                <a:lnTo>
                  <a:pt x="36214" y="7374"/>
                </a:lnTo>
                <a:lnTo>
                  <a:pt x="35417" y="4414"/>
                </a:lnTo>
                <a:lnTo>
                  <a:pt x="36111" y="3719"/>
                </a:lnTo>
                <a:lnTo>
                  <a:pt x="38779" y="4070"/>
                </a:lnTo>
                <a:lnTo>
                  <a:pt x="40314" y="3975"/>
                </a:lnTo>
                <a:lnTo>
                  <a:pt x="41776" y="4341"/>
                </a:lnTo>
                <a:lnTo>
                  <a:pt x="42813" y="4048"/>
                </a:lnTo>
                <a:lnTo>
                  <a:pt x="43142" y="3953"/>
                </a:lnTo>
                <a:lnTo>
                  <a:pt x="42521" y="825"/>
                </a:lnTo>
                <a:lnTo>
                  <a:pt x="43201" y="153"/>
                </a:lnTo>
                <a:lnTo>
                  <a:pt x="45737" y="635"/>
                </a:lnTo>
                <a:lnTo>
                  <a:pt x="49574" y="0"/>
                </a:lnTo>
                <a:lnTo>
                  <a:pt x="53542" y="540"/>
                </a:lnTo>
                <a:lnTo>
                  <a:pt x="80029" y="540"/>
                </a:lnTo>
                <a:lnTo>
                  <a:pt x="82850" y="58"/>
                </a:lnTo>
                <a:lnTo>
                  <a:pt x="85211" y="613"/>
                </a:lnTo>
                <a:lnTo>
                  <a:pt x="84648" y="3785"/>
                </a:lnTo>
                <a:lnTo>
                  <a:pt x="85247" y="4377"/>
                </a:lnTo>
                <a:lnTo>
                  <a:pt x="87908" y="4026"/>
                </a:lnTo>
                <a:lnTo>
                  <a:pt x="89282" y="4092"/>
                </a:lnTo>
                <a:lnTo>
                  <a:pt x="91160" y="3683"/>
                </a:lnTo>
                <a:lnTo>
                  <a:pt x="92395" y="4268"/>
                </a:lnTo>
                <a:lnTo>
                  <a:pt x="91533" y="7162"/>
                </a:lnTo>
                <a:lnTo>
                  <a:pt x="92264" y="7885"/>
                </a:lnTo>
                <a:lnTo>
                  <a:pt x="94924" y="7527"/>
                </a:lnTo>
                <a:lnTo>
                  <a:pt x="96254" y="7600"/>
                </a:lnTo>
                <a:lnTo>
                  <a:pt x="98227" y="7184"/>
                </a:lnTo>
                <a:lnTo>
                  <a:pt x="99433" y="7812"/>
                </a:lnTo>
                <a:lnTo>
                  <a:pt x="98520" y="10648"/>
                </a:lnTo>
                <a:lnTo>
                  <a:pt x="99273" y="11394"/>
                </a:lnTo>
                <a:lnTo>
                  <a:pt x="101933" y="11043"/>
                </a:lnTo>
                <a:lnTo>
                  <a:pt x="103234" y="11108"/>
                </a:lnTo>
                <a:lnTo>
                  <a:pt x="105266" y="10692"/>
                </a:lnTo>
                <a:lnTo>
                  <a:pt x="106457" y="11342"/>
                </a:lnTo>
                <a:lnTo>
                  <a:pt x="105514" y="14142"/>
                </a:lnTo>
                <a:lnTo>
                  <a:pt x="106545" y="15172"/>
                </a:lnTo>
                <a:lnTo>
                  <a:pt x="108825" y="14010"/>
                </a:lnTo>
                <a:lnTo>
                  <a:pt x="110045" y="15106"/>
                </a:lnTo>
                <a:lnTo>
                  <a:pt x="108883" y="17511"/>
                </a:lnTo>
                <a:lnTo>
                  <a:pt x="110038" y="18666"/>
                </a:lnTo>
                <a:lnTo>
                  <a:pt x="112377" y="17496"/>
                </a:lnTo>
                <a:lnTo>
                  <a:pt x="113546" y="18666"/>
                </a:lnTo>
                <a:lnTo>
                  <a:pt x="112377" y="21004"/>
                </a:lnTo>
                <a:lnTo>
                  <a:pt x="113466" y="22093"/>
                </a:lnTo>
                <a:lnTo>
                  <a:pt x="116068" y="21019"/>
                </a:lnTo>
                <a:lnTo>
                  <a:pt x="117354" y="22853"/>
                </a:lnTo>
                <a:lnTo>
                  <a:pt x="115322" y="27670"/>
                </a:lnTo>
                <a:lnTo>
                  <a:pt x="116930" y="28985"/>
                </a:lnTo>
                <a:lnTo>
                  <a:pt x="119700" y="28116"/>
                </a:lnTo>
                <a:lnTo>
                  <a:pt x="120701" y="29892"/>
                </a:lnTo>
                <a:lnTo>
                  <a:pt x="118896" y="34737"/>
                </a:lnTo>
                <a:lnTo>
                  <a:pt x="120387" y="35958"/>
                </a:lnTo>
                <a:lnTo>
                  <a:pt x="123281" y="35183"/>
                </a:lnTo>
                <a:lnTo>
                  <a:pt x="124092" y="36893"/>
                </a:lnTo>
                <a:lnTo>
                  <a:pt x="122463" y="41805"/>
                </a:lnTo>
                <a:lnTo>
                  <a:pt x="123764" y="42865"/>
                </a:lnTo>
                <a:lnTo>
                  <a:pt x="126928" y="42360"/>
                </a:lnTo>
                <a:lnTo>
                  <a:pt x="127710" y="45678"/>
                </a:lnTo>
                <a:lnTo>
                  <a:pt x="126994" y="50034"/>
                </a:lnTo>
                <a:lnTo>
                  <a:pt x="126994" y="77347"/>
                </a:lnTo>
                <a:lnTo>
                  <a:pt x="127710" y="81688"/>
                </a:lnTo>
                <a:lnTo>
                  <a:pt x="126921" y="85035"/>
                </a:lnTo>
                <a:lnTo>
                  <a:pt x="123749" y="84465"/>
                </a:lnTo>
                <a:lnTo>
                  <a:pt x="123150" y="85065"/>
                </a:lnTo>
                <a:lnTo>
                  <a:pt x="123508" y="87732"/>
                </a:lnTo>
                <a:lnTo>
                  <a:pt x="123442" y="89106"/>
                </a:lnTo>
                <a:lnTo>
                  <a:pt x="123851" y="90985"/>
                </a:lnTo>
                <a:lnTo>
                  <a:pt x="123267" y="92220"/>
                </a:lnTo>
                <a:lnTo>
                  <a:pt x="120372" y="91357"/>
                </a:lnTo>
                <a:lnTo>
                  <a:pt x="119649" y="92081"/>
                </a:lnTo>
                <a:lnTo>
                  <a:pt x="120000" y="94749"/>
                </a:lnTo>
                <a:lnTo>
                  <a:pt x="119934" y="96079"/>
                </a:lnTo>
                <a:lnTo>
                  <a:pt x="120343" y="98052"/>
                </a:lnTo>
                <a:lnTo>
                  <a:pt x="119722" y="99265"/>
                </a:lnTo>
                <a:lnTo>
                  <a:pt x="116886" y="98352"/>
                </a:lnTo>
                <a:lnTo>
                  <a:pt x="116133" y="99097"/>
                </a:lnTo>
                <a:lnTo>
                  <a:pt x="116492" y="101765"/>
                </a:lnTo>
                <a:lnTo>
                  <a:pt x="116426" y="103066"/>
                </a:lnTo>
                <a:lnTo>
                  <a:pt x="116842" y="105105"/>
                </a:lnTo>
                <a:lnTo>
                  <a:pt x="116185" y="106296"/>
                </a:lnTo>
                <a:lnTo>
                  <a:pt x="113393" y="105353"/>
                </a:lnTo>
                <a:lnTo>
                  <a:pt x="112362" y="106384"/>
                </a:lnTo>
                <a:lnTo>
                  <a:pt x="113524" y="108664"/>
                </a:lnTo>
                <a:lnTo>
                  <a:pt x="112428" y="109884"/>
                </a:lnTo>
                <a:lnTo>
                  <a:pt x="110024" y="108722"/>
                </a:lnTo>
                <a:lnTo>
                  <a:pt x="108869" y="109877"/>
                </a:lnTo>
                <a:lnTo>
                  <a:pt x="110038" y="112216"/>
                </a:lnTo>
                <a:lnTo>
                  <a:pt x="108869" y="113385"/>
                </a:lnTo>
                <a:lnTo>
                  <a:pt x="106530" y="112216"/>
                </a:lnTo>
                <a:lnTo>
                  <a:pt x="105441" y="113305"/>
                </a:lnTo>
                <a:lnTo>
                  <a:pt x="106515" y="115914"/>
                </a:lnTo>
                <a:lnTo>
                  <a:pt x="104681" y="117193"/>
                </a:lnTo>
                <a:lnTo>
                  <a:pt x="99872" y="115161"/>
                </a:lnTo>
                <a:lnTo>
                  <a:pt x="98549" y="116769"/>
                </a:lnTo>
                <a:lnTo>
                  <a:pt x="99419" y="119539"/>
                </a:lnTo>
                <a:lnTo>
                  <a:pt x="97643" y="120540"/>
                </a:lnTo>
                <a:lnTo>
                  <a:pt x="92804" y="118735"/>
                </a:lnTo>
                <a:lnTo>
                  <a:pt x="91576" y="120226"/>
                </a:lnTo>
                <a:lnTo>
                  <a:pt x="92351" y="123120"/>
                </a:lnTo>
                <a:lnTo>
                  <a:pt x="90641" y="123932"/>
                </a:lnTo>
                <a:lnTo>
                  <a:pt x="85737" y="122302"/>
                </a:lnTo>
                <a:lnTo>
                  <a:pt x="84670" y="123603"/>
                </a:lnTo>
                <a:lnTo>
                  <a:pt x="85174" y="126775"/>
                </a:lnTo>
                <a:lnTo>
                  <a:pt x="81849" y="127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7878110" y="8950687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8261" y="127462"/>
                </a:moveTo>
                <a:lnTo>
                  <a:pt x="74044" y="126796"/>
                </a:lnTo>
                <a:lnTo>
                  <a:pt x="51168" y="126796"/>
                </a:lnTo>
                <a:lnTo>
                  <a:pt x="48383" y="127264"/>
                </a:lnTo>
                <a:lnTo>
                  <a:pt x="46001" y="126731"/>
                </a:lnTo>
                <a:lnTo>
                  <a:pt x="46556" y="123551"/>
                </a:lnTo>
                <a:lnTo>
                  <a:pt x="45964" y="122959"/>
                </a:lnTo>
                <a:lnTo>
                  <a:pt x="43297" y="123318"/>
                </a:lnTo>
                <a:lnTo>
                  <a:pt x="41857" y="123244"/>
                </a:lnTo>
                <a:lnTo>
                  <a:pt x="40139" y="123632"/>
                </a:lnTo>
                <a:lnTo>
                  <a:pt x="38590" y="123018"/>
                </a:lnTo>
                <a:lnTo>
                  <a:pt x="36266" y="123785"/>
                </a:lnTo>
                <a:lnTo>
                  <a:pt x="35352" y="122879"/>
                </a:lnTo>
                <a:lnTo>
                  <a:pt x="36258" y="120029"/>
                </a:lnTo>
                <a:lnTo>
                  <a:pt x="35060" y="119422"/>
                </a:lnTo>
                <a:lnTo>
                  <a:pt x="32808" y="120328"/>
                </a:lnTo>
                <a:lnTo>
                  <a:pt x="31895" y="119415"/>
                </a:lnTo>
                <a:lnTo>
                  <a:pt x="32706" y="116462"/>
                </a:lnTo>
                <a:lnTo>
                  <a:pt x="30543" y="115534"/>
                </a:lnTo>
                <a:lnTo>
                  <a:pt x="26728" y="117361"/>
                </a:lnTo>
                <a:lnTo>
                  <a:pt x="24667" y="115841"/>
                </a:lnTo>
                <a:lnTo>
                  <a:pt x="25763" y="113283"/>
                </a:lnTo>
                <a:lnTo>
                  <a:pt x="24659" y="112179"/>
                </a:lnTo>
                <a:lnTo>
                  <a:pt x="22321" y="113349"/>
                </a:lnTo>
                <a:lnTo>
                  <a:pt x="21151" y="112179"/>
                </a:lnTo>
                <a:lnTo>
                  <a:pt x="22320" y="109841"/>
                </a:lnTo>
                <a:lnTo>
                  <a:pt x="21151" y="108671"/>
                </a:lnTo>
                <a:lnTo>
                  <a:pt x="18812" y="109841"/>
                </a:lnTo>
                <a:lnTo>
                  <a:pt x="17643" y="108671"/>
                </a:lnTo>
                <a:lnTo>
                  <a:pt x="18812" y="106332"/>
                </a:lnTo>
                <a:lnTo>
                  <a:pt x="17643" y="105163"/>
                </a:lnTo>
                <a:lnTo>
                  <a:pt x="15304" y="106332"/>
                </a:lnTo>
                <a:lnTo>
                  <a:pt x="14135" y="105163"/>
                </a:lnTo>
                <a:lnTo>
                  <a:pt x="15304" y="102824"/>
                </a:lnTo>
                <a:lnTo>
                  <a:pt x="14208" y="101728"/>
                </a:lnTo>
                <a:lnTo>
                  <a:pt x="11628" y="102817"/>
                </a:lnTo>
                <a:lnTo>
                  <a:pt x="10298" y="100983"/>
                </a:lnTo>
                <a:lnTo>
                  <a:pt x="12366" y="96166"/>
                </a:lnTo>
                <a:lnTo>
                  <a:pt x="10561" y="94690"/>
                </a:lnTo>
                <a:lnTo>
                  <a:pt x="8273" y="95823"/>
                </a:lnTo>
                <a:lnTo>
                  <a:pt x="7125" y="94617"/>
                </a:lnTo>
                <a:lnTo>
                  <a:pt x="8295" y="92307"/>
                </a:lnTo>
                <a:lnTo>
                  <a:pt x="7301" y="91313"/>
                </a:lnTo>
                <a:lnTo>
                  <a:pt x="4429" y="92198"/>
                </a:lnTo>
                <a:lnTo>
                  <a:pt x="3303" y="89895"/>
                </a:lnTo>
                <a:lnTo>
                  <a:pt x="4692" y="86687"/>
                </a:lnTo>
                <a:lnTo>
                  <a:pt x="4041" y="84078"/>
                </a:lnTo>
                <a:lnTo>
                  <a:pt x="4626" y="81622"/>
                </a:lnTo>
                <a:lnTo>
                  <a:pt x="3931" y="80928"/>
                </a:lnTo>
                <a:lnTo>
                  <a:pt x="752" y="81483"/>
                </a:lnTo>
                <a:lnTo>
                  <a:pt x="0" y="78107"/>
                </a:lnTo>
                <a:lnTo>
                  <a:pt x="686" y="73831"/>
                </a:lnTo>
                <a:lnTo>
                  <a:pt x="686" y="50962"/>
                </a:lnTo>
                <a:lnTo>
                  <a:pt x="233" y="48214"/>
                </a:lnTo>
                <a:lnTo>
                  <a:pt x="745" y="45824"/>
                </a:lnTo>
                <a:lnTo>
                  <a:pt x="3939" y="46365"/>
                </a:lnTo>
                <a:lnTo>
                  <a:pt x="4524" y="45773"/>
                </a:lnTo>
                <a:lnTo>
                  <a:pt x="4165" y="43113"/>
                </a:lnTo>
                <a:lnTo>
                  <a:pt x="4239" y="41673"/>
                </a:lnTo>
                <a:lnTo>
                  <a:pt x="3851" y="39956"/>
                </a:lnTo>
                <a:lnTo>
                  <a:pt x="4472" y="38413"/>
                </a:lnTo>
                <a:lnTo>
                  <a:pt x="3698" y="36082"/>
                </a:lnTo>
                <a:lnTo>
                  <a:pt x="4684" y="35095"/>
                </a:lnTo>
                <a:lnTo>
                  <a:pt x="7330" y="36148"/>
                </a:lnTo>
                <a:lnTo>
                  <a:pt x="8244" y="34766"/>
                </a:lnTo>
                <a:lnTo>
                  <a:pt x="7199" y="32925"/>
                </a:lnTo>
                <a:lnTo>
                  <a:pt x="8017" y="31543"/>
                </a:lnTo>
                <a:lnTo>
                  <a:pt x="10751" y="32537"/>
                </a:lnTo>
                <a:lnTo>
                  <a:pt x="11540" y="31748"/>
                </a:lnTo>
                <a:lnTo>
                  <a:pt x="11182" y="29080"/>
                </a:lnTo>
                <a:lnTo>
                  <a:pt x="11240" y="27933"/>
                </a:lnTo>
                <a:lnTo>
                  <a:pt x="10846" y="25550"/>
                </a:lnTo>
                <a:lnTo>
                  <a:pt x="11650" y="24476"/>
                </a:lnTo>
                <a:lnTo>
                  <a:pt x="14193" y="25587"/>
                </a:lnTo>
                <a:lnTo>
                  <a:pt x="15209" y="24571"/>
                </a:lnTo>
                <a:lnTo>
                  <a:pt x="14157" y="21925"/>
                </a:lnTo>
                <a:lnTo>
                  <a:pt x="15384" y="21107"/>
                </a:lnTo>
                <a:lnTo>
                  <a:pt x="17701" y="22130"/>
                </a:lnTo>
                <a:lnTo>
                  <a:pt x="18798" y="20931"/>
                </a:lnTo>
                <a:lnTo>
                  <a:pt x="17636" y="18644"/>
                </a:lnTo>
                <a:lnTo>
                  <a:pt x="18717" y="17555"/>
                </a:lnTo>
                <a:lnTo>
                  <a:pt x="21363" y="18607"/>
                </a:lnTo>
                <a:lnTo>
                  <a:pt x="22203" y="17343"/>
                </a:lnTo>
                <a:lnTo>
                  <a:pt x="21151" y="15121"/>
                </a:lnTo>
                <a:lnTo>
                  <a:pt x="22320" y="13952"/>
                </a:lnTo>
                <a:lnTo>
                  <a:pt x="24659" y="15121"/>
                </a:lnTo>
                <a:lnTo>
                  <a:pt x="25734" y="14047"/>
                </a:lnTo>
                <a:lnTo>
                  <a:pt x="24681" y="11401"/>
                </a:lnTo>
                <a:lnTo>
                  <a:pt x="26033" y="10502"/>
                </a:lnTo>
                <a:lnTo>
                  <a:pt x="27999" y="11598"/>
                </a:lnTo>
                <a:lnTo>
                  <a:pt x="29432" y="10517"/>
                </a:lnTo>
                <a:lnTo>
                  <a:pt x="31668" y="11628"/>
                </a:lnTo>
                <a:lnTo>
                  <a:pt x="32750" y="10539"/>
                </a:lnTo>
                <a:lnTo>
                  <a:pt x="31698" y="7893"/>
                </a:lnTo>
                <a:lnTo>
                  <a:pt x="33021" y="7016"/>
                </a:lnTo>
                <a:lnTo>
                  <a:pt x="35074" y="8105"/>
                </a:lnTo>
                <a:lnTo>
                  <a:pt x="36361" y="7023"/>
                </a:lnTo>
                <a:lnTo>
                  <a:pt x="35213" y="4567"/>
                </a:lnTo>
                <a:lnTo>
                  <a:pt x="36258" y="3522"/>
                </a:lnTo>
                <a:lnTo>
                  <a:pt x="38597" y="4268"/>
                </a:lnTo>
                <a:lnTo>
                  <a:pt x="41323" y="3208"/>
                </a:lnTo>
                <a:lnTo>
                  <a:pt x="44174" y="4524"/>
                </a:lnTo>
                <a:lnTo>
                  <a:pt x="46300" y="4019"/>
                </a:lnTo>
                <a:lnTo>
                  <a:pt x="46614" y="3939"/>
                </a:lnTo>
                <a:lnTo>
                  <a:pt x="46022" y="789"/>
                </a:lnTo>
                <a:lnTo>
                  <a:pt x="46680" y="131"/>
                </a:lnTo>
                <a:lnTo>
                  <a:pt x="49238" y="599"/>
                </a:lnTo>
                <a:lnTo>
                  <a:pt x="53097" y="0"/>
                </a:lnTo>
                <a:lnTo>
                  <a:pt x="57000" y="511"/>
                </a:lnTo>
                <a:lnTo>
                  <a:pt x="76529" y="511"/>
                </a:lnTo>
                <a:lnTo>
                  <a:pt x="79277" y="58"/>
                </a:lnTo>
                <a:lnTo>
                  <a:pt x="81667" y="570"/>
                </a:lnTo>
                <a:lnTo>
                  <a:pt x="81126" y="3764"/>
                </a:lnTo>
                <a:lnTo>
                  <a:pt x="81813" y="4451"/>
                </a:lnTo>
                <a:lnTo>
                  <a:pt x="84268" y="3866"/>
                </a:lnTo>
                <a:lnTo>
                  <a:pt x="86863" y="4516"/>
                </a:lnTo>
                <a:lnTo>
                  <a:pt x="90094" y="3120"/>
                </a:lnTo>
                <a:lnTo>
                  <a:pt x="92381" y="4261"/>
                </a:lnTo>
                <a:lnTo>
                  <a:pt x="91497" y="7118"/>
                </a:lnTo>
                <a:lnTo>
                  <a:pt x="92388" y="8017"/>
                </a:lnTo>
                <a:lnTo>
                  <a:pt x="95041" y="6965"/>
                </a:lnTo>
                <a:lnTo>
                  <a:pt x="95670" y="7929"/>
                </a:lnTo>
                <a:lnTo>
                  <a:pt x="95019" y="10860"/>
                </a:lnTo>
                <a:lnTo>
                  <a:pt x="96160" y="11372"/>
                </a:lnTo>
                <a:lnTo>
                  <a:pt x="98082" y="11036"/>
                </a:lnTo>
                <a:lnTo>
                  <a:pt x="99507" y="11036"/>
                </a:lnTo>
                <a:lnTo>
                  <a:pt x="101963" y="10692"/>
                </a:lnTo>
                <a:lnTo>
                  <a:pt x="103001" y="11474"/>
                </a:lnTo>
                <a:lnTo>
                  <a:pt x="101890" y="14017"/>
                </a:lnTo>
                <a:lnTo>
                  <a:pt x="103001" y="15128"/>
                </a:lnTo>
                <a:lnTo>
                  <a:pt x="105339" y="13959"/>
                </a:lnTo>
                <a:lnTo>
                  <a:pt x="106502" y="15128"/>
                </a:lnTo>
                <a:lnTo>
                  <a:pt x="105340" y="17467"/>
                </a:lnTo>
                <a:lnTo>
                  <a:pt x="106502" y="18636"/>
                </a:lnTo>
                <a:lnTo>
                  <a:pt x="108840" y="17467"/>
                </a:lnTo>
                <a:lnTo>
                  <a:pt x="110010" y="18636"/>
                </a:lnTo>
                <a:lnTo>
                  <a:pt x="108840" y="20975"/>
                </a:lnTo>
                <a:lnTo>
                  <a:pt x="110010" y="22145"/>
                </a:lnTo>
                <a:lnTo>
                  <a:pt x="112348" y="20975"/>
                </a:lnTo>
                <a:lnTo>
                  <a:pt x="113511" y="22145"/>
                </a:lnTo>
                <a:lnTo>
                  <a:pt x="112348" y="24483"/>
                </a:lnTo>
                <a:lnTo>
                  <a:pt x="113438" y="25580"/>
                </a:lnTo>
                <a:lnTo>
                  <a:pt x="116025" y="24491"/>
                </a:lnTo>
                <a:lnTo>
                  <a:pt x="117340" y="26325"/>
                </a:lnTo>
                <a:lnTo>
                  <a:pt x="115279" y="31141"/>
                </a:lnTo>
                <a:lnTo>
                  <a:pt x="117084" y="32618"/>
                </a:lnTo>
                <a:lnTo>
                  <a:pt x="119365" y="31485"/>
                </a:lnTo>
                <a:lnTo>
                  <a:pt x="120520" y="32691"/>
                </a:lnTo>
                <a:lnTo>
                  <a:pt x="119350" y="35000"/>
                </a:lnTo>
                <a:lnTo>
                  <a:pt x="120344" y="35994"/>
                </a:lnTo>
                <a:lnTo>
                  <a:pt x="123209" y="35117"/>
                </a:lnTo>
                <a:lnTo>
                  <a:pt x="124335" y="37412"/>
                </a:lnTo>
                <a:lnTo>
                  <a:pt x="122954" y="40621"/>
                </a:lnTo>
                <a:lnTo>
                  <a:pt x="123597" y="43230"/>
                </a:lnTo>
                <a:lnTo>
                  <a:pt x="123012" y="45693"/>
                </a:lnTo>
                <a:lnTo>
                  <a:pt x="123699" y="46373"/>
                </a:lnTo>
                <a:lnTo>
                  <a:pt x="126893" y="45825"/>
                </a:lnTo>
                <a:lnTo>
                  <a:pt x="127638" y="49201"/>
                </a:lnTo>
                <a:lnTo>
                  <a:pt x="126951" y="53469"/>
                </a:lnTo>
                <a:lnTo>
                  <a:pt x="126951" y="76331"/>
                </a:lnTo>
                <a:lnTo>
                  <a:pt x="127405" y="79086"/>
                </a:lnTo>
                <a:lnTo>
                  <a:pt x="126886" y="81476"/>
                </a:lnTo>
                <a:lnTo>
                  <a:pt x="123699" y="80935"/>
                </a:lnTo>
                <a:lnTo>
                  <a:pt x="123107" y="81520"/>
                </a:lnTo>
                <a:lnTo>
                  <a:pt x="123472" y="84187"/>
                </a:lnTo>
                <a:lnTo>
                  <a:pt x="123392" y="85627"/>
                </a:lnTo>
                <a:lnTo>
                  <a:pt x="123787" y="87352"/>
                </a:lnTo>
                <a:lnTo>
                  <a:pt x="123173" y="88894"/>
                </a:lnTo>
                <a:lnTo>
                  <a:pt x="123940" y="91218"/>
                </a:lnTo>
                <a:lnTo>
                  <a:pt x="123027" y="92132"/>
                </a:lnTo>
                <a:lnTo>
                  <a:pt x="120183" y="91226"/>
                </a:lnTo>
                <a:lnTo>
                  <a:pt x="119577" y="92424"/>
                </a:lnTo>
                <a:lnTo>
                  <a:pt x="120483" y="94683"/>
                </a:lnTo>
                <a:lnTo>
                  <a:pt x="119570" y="95596"/>
                </a:lnTo>
                <a:lnTo>
                  <a:pt x="116617" y="94777"/>
                </a:lnTo>
                <a:lnTo>
                  <a:pt x="115696" y="96941"/>
                </a:lnTo>
                <a:lnTo>
                  <a:pt x="117523" y="100763"/>
                </a:lnTo>
                <a:lnTo>
                  <a:pt x="116003" y="102817"/>
                </a:lnTo>
                <a:lnTo>
                  <a:pt x="113445" y="101721"/>
                </a:lnTo>
                <a:lnTo>
                  <a:pt x="112348" y="102824"/>
                </a:lnTo>
                <a:lnTo>
                  <a:pt x="113511" y="105163"/>
                </a:lnTo>
                <a:lnTo>
                  <a:pt x="112348" y="106332"/>
                </a:lnTo>
                <a:lnTo>
                  <a:pt x="110010" y="105163"/>
                </a:lnTo>
                <a:lnTo>
                  <a:pt x="108840" y="106332"/>
                </a:lnTo>
                <a:lnTo>
                  <a:pt x="110010" y="108671"/>
                </a:lnTo>
                <a:lnTo>
                  <a:pt x="108840" y="109841"/>
                </a:lnTo>
                <a:lnTo>
                  <a:pt x="106502" y="108671"/>
                </a:lnTo>
                <a:lnTo>
                  <a:pt x="105340" y="109841"/>
                </a:lnTo>
                <a:lnTo>
                  <a:pt x="106502" y="112179"/>
                </a:lnTo>
                <a:lnTo>
                  <a:pt x="105340" y="113349"/>
                </a:lnTo>
                <a:lnTo>
                  <a:pt x="103001" y="112179"/>
                </a:lnTo>
                <a:lnTo>
                  <a:pt x="101904" y="113276"/>
                </a:lnTo>
                <a:lnTo>
                  <a:pt x="102993" y="115856"/>
                </a:lnTo>
                <a:lnTo>
                  <a:pt x="101159" y="117186"/>
                </a:lnTo>
                <a:lnTo>
                  <a:pt x="96343" y="115117"/>
                </a:lnTo>
                <a:lnTo>
                  <a:pt x="94874" y="116923"/>
                </a:lnTo>
                <a:lnTo>
                  <a:pt x="95999" y="119210"/>
                </a:lnTo>
                <a:lnTo>
                  <a:pt x="94793" y="120358"/>
                </a:lnTo>
                <a:lnTo>
                  <a:pt x="92484" y="119188"/>
                </a:lnTo>
                <a:lnTo>
                  <a:pt x="91490" y="120182"/>
                </a:lnTo>
                <a:lnTo>
                  <a:pt x="92374" y="123054"/>
                </a:lnTo>
                <a:lnTo>
                  <a:pt x="90079" y="124180"/>
                </a:lnTo>
                <a:lnTo>
                  <a:pt x="86863" y="122791"/>
                </a:lnTo>
                <a:lnTo>
                  <a:pt x="84254" y="123442"/>
                </a:lnTo>
                <a:lnTo>
                  <a:pt x="81798" y="122857"/>
                </a:lnTo>
                <a:lnTo>
                  <a:pt x="81119" y="123544"/>
                </a:lnTo>
                <a:lnTo>
                  <a:pt x="81659" y="126738"/>
                </a:lnTo>
                <a:lnTo>
                  <a:pt x="78261" y="1274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6408235" y="895419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4708" y="120438"/>
                </a:moveTo>
                <a:lnTo>
                  <a:pt x="70513" y="119780"/>
                </a:lnTo>
                <a:lnTo>
                  <a:pt x="47615" y="119780"/>
                </a:lnTo>
                <a:lnTo>
                  <a:pt x="44860" y="120233"/>
                </a:lnTo>
                <a:lnTo>
                  <a:pt x="42470" y="119722"/>
                </a:lnTo>
                <a:lnTo>
                  <a:pt x="43011" y="116528"/>
                </a:lnTo>
                <a:lnTo>
                  <a:pt x="42324" y="115841"/>
                </a:lnTo>
                <a:lnTo>
                  <a:pt x="39868" y="116426"/>
                </a:lnTo>
                <a:lnTo>
                  <a:pt x="37091" y="115731"/>
                </a:lnTo>
                <a:lnTo>
                  <a:pt x="34343" y="116974"/>
                </a:lnTo>
                <a:lnTo>
                  <a:pt x="31865" y="116148"/>
                </a:lnTo>
                <a:lnTo>
                  <a:pt x="32552" y="113078"/>
                </a:lnTo>
                <a:lnTo>
                  <a:pt x="31909" y="112435"/>
                </a:lnTo>
                <a:lnTo>
                  <a:pt x="29241" y="112793"/>
                </a:lnTo>
                <a:lnTo>
                  <a:pt x="27984" y="112727"/>
                </a:lnTo>
                <a:lnTo>
                  <a:pt x="25835" y="113144"/>
                </a:lnTo>
                <a:lnTo>
                  <a:pt x="24681" y="112435"/>
                </a:lnTo>
                <a:lnTo>
                  <a:pt x="25689" y="109716"/>
                </a:lnTo>
                <a:lnTo>
                  <a:pt x="24732" y="108766"/>
                </a:lnTo>
                <a:lnTo>
                  <a:pt x="22086" y="109819"/>
                </a:lnTo>
                <a:lnTo>
                  <a:pt x="21209" y="108496"/>
                </a:lnTo>
                <a:lnTo>
                  <a:pt x="22298" y="106442"/>
                </a:lnTo>
                <a:lnTo>
                  <a:pt x="21216" y="105156"/>
                </a:lnTo>
                <a:lnTo>
                  <a:pt x="18761" y="106303"/>
                </a:lnTo>
                <a:lnTo>
                  <a:pt x="17620" y="105163"/>
                </a:lnTo>
                <a:lnTo>
                  <a:pt x="18790" y="102824"/>
                </a:lnTo>
                <a:lnTo>
                  <a:pt x="17620" y="101655"/>
                </a:lnTo>
                <a:lnTo>
                  <a:pt x="15282" y="102824"/>
                </a:lnTo>
                <a:lnTo>
                  <a:pt x="14207" y="101750"/>
                </a:lnTo>
                <a:lnTo>
                  <a:pt x="15260" y="99104"/>
                </a:lnTo>
                <a:lnTo>
                  <a:pt x="13937" y="98227"/>
                </a:lnTo>
                <a:lnTo>
                  <a:pt x="11883" y="99316"/>
                </a:lnTo>
                <a:lnTo>
                  <a:pt x="10597" y="98235"/>
                </a:lnTo>
                <a:lnTo>
                  <a:pt x="11744" y="95779"/>
                </a:lnTo>
                <a:lnTo>
                  <a:pt x="10655" y="94690"/>
                </a:lnTo>
                <a:lnTo>
                  <a:pt x="8134" y="95808"/>
                </a:lnTo>
                <a:lnTo>
                  <a:pt x="6731" y="93988"/>
                </a:lnTo>
                <a:lnTo>
                  <a:pt x="8850" y="89165"/>
                </a:lnTo>
                <a:lnTo>
                  <a:pt x="7272" y="87871"/>
                </a:lnTo>
                <a:lnTo>
                  <a:pt x="4377" y="88646"/>
                </a:lnTo>
                <a:lnTo>
                  <a:pt x="3296" y="86351"/>
                </a:lnTo>
                <a:lnTo>
                  <a:pt x="4677" y="83201"/>
                </a:lnTo>
                <a:lnTo>
                  <a:pt x="4019" y="80570"/>
                </a:lnTo>
                <a:lnTo>
                  <a:pt x="4604" y="78114"/>
                </a:lnTo>
                <a:lnTo>
                  <a:pt x="3917" y="77427"/>
                </a:lnTo>
                <a:lnTo>
                  <a:pt x="723" y="77968"/>
                </a:lnTo>
                <a:lnTo>
                  <a:pt x="0" y="74569"/>
                </a:lnTo>
                <a:lnTo>
                  <a:pt x="665" y="70352"/>
                </a:lnTo>
                <a:lnTo>
                  <a:pt x="665" y="47410"/>
                </a:lnTo>
                <a:lnTo>
                  <a:pt x="270" y="44757"/>
                </a:lnTo>
                <a:lnTo>
                  <a:pt x="716" y="42338"/>
                </a:lnTo>
                <a:lnTo>
                  <a:pt x="3932" y="42842"/>
                </a:lnTo>
                <a:lnTo>
                  <a:pt x="4604" y="42170"/>
                </a:lnTo>
                <a:lnTo>
                  <a:pt x="4019" y="39714"/>
                </a:lnTo>
                <a:lnTo>
                  <a:pt x="4699" y="36995"/>
                </a:lnTo>
                <a:lnTo>
                  <a:pt x="3383" y="34079"/>
                </a:lnTo>
                <a:lnTo>
                  <a:pt x="4341" y="31660"/>
                </a:lnTo>
                <a:lnTo>
                  <a:pt x="7330" y="32428"/>
                </a:lnTo>
                <a:lnTo>
                  <a:pt x="8266" y="31492"/>
                </a:lnTo>
                <a:lnTo>
                  <a:pt x="7213" y="29270"/>
                </a:lnTo>
                <a:lnTo>
                  <a:pt x="8149" y="27867"/>
                </a:lnTo>
                <a:lnTo>
                  <a:pt x="7096" y="25645"/>
                </a:lnTo>
                <a:lnTo>
                  <a:pt x="8200" y="24542"/>
                </a:lnTo>
                <a:lnTo>
                  <a:pt x="10765" y="25638"/>
                </a:lnTo>
                <a:lnTo>
                  <a:pt x="11693" y="24374"/>
                </a:lnTo>
                <a:lnTo>
                  <a:pt x="10597" y="22152"/>
                </a:lnTo>
                <a:lnTo>
                  <a:pt x="11679" y="21063"/>
                </a:lnTo>
                <a:lnTo>
                  <a:pt x="14324" y="22115"/>
                </a:lnTo>
                <a:lnTo>
                  <a:pt x="15194" y="20807"/>
                </a:lnTo>
                <a:lnTo>
                  <a:pt x="14112" y="18702"/>
                </a:lnTo>
                <a:lnTo>
                  <a:pt x="15231" y="17452"/>
                </a:lnTo>
                <a:lnTo>
                  <a:pt x="17635" y="18614"/>
                </a:lnTo>
                <a:lnTo>
                  <a:pt x="18695" y="17555"/>
                </a:lnTo>
                <a:lnTo>
                  <a:pt x="17642" y="14909"/>
                </a:lnTo>
                <a:lnTo>
                  <a:pt x="18907" y="14069"/>
                </a:lnTo>
                <a:lnTo>
                  <a:pt x="21129" y="15121"/>
                </a:lnTo>
                <a:lnTo>
                  <a:pt x="22298" y="13952"/>
                </a:lnTo>
                <a:lnTo>
                  <a:pt x="21129" y="11613"/>
                </a:lnTo>
                <a:lnTo>
                  <a:pt x="22203" y="10538"/>
                </a:lnTo>
                <a:lnTo>
                  <a:pt x="24849" y="11591"/>
                </a:lnTo>
                <a:lnTo>
                  <a:pt x="25543" y="10546"/>
                </a:lnTo>
                <a:lnTo>
                  <a:pt x="24761" y="7798"/>
                </a:lnTo>
                <a:lnTo>
                  <a:pt x="26508" y="6760"/>
                </a:lnTo>
                <a:lnTo>
                  <a:pt x="31339" y="8616"/>
                </a:lnTo>
                <a:lnTo>
                  <a:pt x="32515" y="7184"/>
                </a:lnTo>
                <a:lnTo>
                  <a:pt x="31887" y="4136"/>
                </a:lnTo>
                <a:lnTo>
                  <a:pt x="33115" y="3705"/>
                </a:lnTo>
                <a:lnTo>
                  <a:pt x="34810" y="4012"/>
                </a:lnTo>
                <a:lnTo>
                  <a:pt x="36871" y="4012"/>
                </a:lnTo>
                <a:lnTo>
                  <a:pt x="38143" y="4165"/>
                </a:lnTo>
                <a:lnTo>
                  <a:pt x="40350" y="3866"/>
                </a:lnTo>
                <a:lnTo>
                  <a:pt x="41666" y="4304"/>
                </a:lnTo>
                <a:lnTo>
                  <a:pt x="42755" y="4019"/>
                </a:lnTo>
                <a:lnTo>
                  <a:pt x="43069" y="3939"/>
                </a:lnTo>
                <a:lnTo>
                  <a:pt x="42484" y="789"/>
                </a:lnTo>
                <a:lnTo>
                  <a:pt x="43142" y="131"/>
                </a:lnTo>
                <a:lnTo>
                  <a:pt x="45693" y="599"/>
                </a:lnTo>
                <a:lnTo>
                  <a:pt x="49552" y="0"/>
                </a:lnTo>
                <a:lnTo>
                  <a:pt x="53455" y="511"/>
                </a:lnTo>
                <a:lnTo>
                  <a:pt x="72991" y="511"/>
                </a:lnTo>
                <a:lnTo>
                  <a:pt x="75709" y="73"/>
                </a:lnTo>
                <a:lnTo>
                  <a:pt x="78114" y="570"/>
                </a:lnTo>
                <a:lnTo>
                  <a:pt x="77580" y="3771"/>
                </a:lnTo>
                <a:lnTo>
                  <a:pt x="78268" y="4451"/>
                </a:lnTo>
                <a:lnTo>
                  <a:pt x="80723" y="3866"/>
                </a:lnTo>
                <a:lnTo>
                  <a:pt x="83500" y="4560"/>
                </a:lnTo>
                <a:lnTo>
                  <a:pt x="86256" y="3318"/>
                </a:lnTo>
                <a:lnTo>
                  <a:pt x="88733" y="4143"/>
                </a:lnTo>
                <a:lnTo>
                  <a:pt x="88047" y="7213"/>
                </a:lnTo>
                <a:lnTo>
                  <a:pt x="88690" y="7856"/>
                </a:lnTo>
                <a:lnTo>
                  <a:pt x="91357" y="7505"/>
                </a:lnTo>
                <a:lnTo>
                  <a:pt x="92614" y="7564"/>
                </a:lnTo>
                <a:lnTo>
                  <a:pt x="94763" y="7155"/>
                </a:lnTo>
                <a:lnTo>
                  <a:pt x="95918" y="7856"/>
                </a:lnTo>
                <a:lnTo>
                  <a:pt x="94916" y="10575"/>
                </a:lnTo>
                <a:lnTo>
                  <a:pt x="95867" y="11525"/>
                </a:lnTo>
                <a:lnTo>
                  <a:pt x="98512" y="10473"/>
                </a:lnTo>
                <a:lnTo>
                  <a:pt x="99389" y="11796"/>
                </a:lnTo>
                <a:lnTo>
                  <a:pt x="98300" y="13849"/>
                </a:lnTo>
                <a:lnTo>
                  <a:pt x="99382" y="15136"/>
                </a:lnTo>
                <a:lnTo>
                  <a:pt x="101838" y="13988"/>
                </a:lnTo>
                <a:lnTo>
                  <a:pt x="102978" y="15128"/>
                </a:lnTo>
                <a:lnTo>
                  <a:pt x="101809" y="17467"/>
                </a:lnTo>
                <a:lnTo>
                  <a:pt x="102978" y="18636"/>
                </a:lnTo>
                <a:lnTo>
                  <a:pt x="105317" y="17467"/>
                </a:lnTo>
                <a:lnTo>
                  <a:pt x="106391" y="18541"/>
                </a:lnTo>
                <a:lnTo>
                  <a:pt x="105339" y="21187"/>
                </a:lnTo>
                <a:lnTo>
                  <a:pt x="106661" y="22071"/>
                </a:lnTo>
                <a:lnTo>
                  <a:pt x="108715" y="20975"/>
                </a:lnTo>
                <a:lnTo>
                  <a:pt x="110001" y="22057"/>
                </a:lnTo>
                <a:lnTo>
                  <a:pt x="108854" y="24513"/>
                </a:lnTo>
                <a:lnTo>
                  <a:pt x="109943" y="25601"/>
                </a:lnTo>
                <a:lnTo>
                  <a:pt x="112464" y="24483"/>
                </a:lnTo>
                <a:lnTo>
                  <a:pt x="113868" y="26303"/>
                </a:lnTo>
                <a:lnTo>
                  <a:pt x="111748" y="31127"/>
                </a:lnTo>
                <a:lnTo>
                  <a:pt x="113327" y="32420"/>
                </a:lnTo>
                <a:lnTo>
                  <a:pt x="116221" y="31646"/>
                </a:lnTo>
                <a:lnTo>
                  <a:pt x="117303" y="33941"/>
                </a:lnTo>
                <a:lnTo>
                  <a:pt x="115929" y="37091"/>
                </a:lnTo>
                <a:lnTo>
                  <a:pt x="116579" y="39722"/>
                </a:lnTo>
                <a:lnTo>
                  <a:pt x="115994" y="42185"/>
                </a:lnTo>
                <a:lnTo>
                  <a:pt x="116681" y="42865"/>
                </a:lnTo>
                <a:lnTo>
                  <a:pt x="119875" y="42324"/>
                </a:lnTo>
                <a:lnTo>
                  <a:pt x="120599" y="45722"/>
                </a:lnTo>
                <a:lnTo>
                  <a:pt x="119934" y="49939"/>
                </a:lnTo>
                <a:lnTo>
                  <a:pt x="119934" y="72830"/>
                </a:lnTo>
                <a:lnTo>
                  <a:pt x="120380" y="75571"/>
                </a:lnTo>
                <a:lnTo>
                  <a:pt x="119875" y="77968"/>
                </a:lnTo>
                <a:lnTo>
                  <a:pt x="116681" y="77427"/>
                </a:lnTo>
                <a:lnTo>
                  <a:pt x="115994" y="78114"/>
                </a:lnTo>
                <a:lnTo>
                  <a:pt x="116579" y="80570"/>
                </a:lnTo>
                <a:lnTo>
                  <a:pt x="115929" y="83201"/>
                </a:lnTo>
                <a:lnTo>
                  <a:pt x="117303" y="86351"/>
                </a:lnTo>
                <a:lnTo>
                  <a:pt x="116206" y="88675"/>
                </a:lnTo>
                <a:lnTo>
                  <a:pt x="113312" y="87812"/>
                </a:lnTo>
                <a:lnTo>
                  <a:pt x="112589" y="88536"/>
                </a:lnTo>
                <a:lnTo>
                  <a:pt x="112947" y="91204"/>
                </a:lnTo>
                <a:lnTo>
                  <a:pt x="112888" y="92344"/>
                </a:lnTo>
                <a:lnTo>
                  <a:pt x="113283" y="94748"/>
                </a:lnTo>
                <a:lnTo>
                  <a:pt x="112464" y="95808"/>
                </a:lnTo>
                <a:lnTo>
                  <a:pt x="109943" y="94690"/>
                </a:lnTo>
                <a:lnTo>
                  <a:pt x="108920" y="95713"/>
                </a:lnTo>
                <a:lnTo>
                  <a:pt x="109972" y="98359"/>
                </a:lnTo>
                <a:lnTo>
                  <a:pt x="108649" y="99236"/>
                </a:lnTo>
                <a:lnTo>
                  <a:pt x="106596" y="98147"/>
                </a:lnTo>
                <a:lnTo>
                  <a:pt x="105309" y="99228"/>
                </a:lnTo>
                <a:lnTo>
                  <a:pt x="106457" y="101684"/>
                </a:lnTo>
                <a:lnTo>
                  <a:pt x="105317" y="102824"/>
                </a:lnTo>
                <a:lnTo>
                  <a:pt x="102978" y="101655"/>
                </a:lnTo>
                <a:lnTo>
                  <a:pt x="101809" y="102824"/>
                </a:lnTo>
                <a:lnTo>
                  <a:pt x="102978" y="105163"/>
                </a:lnTo>
                <a:lnTo>
                  <a:pt x="101904" y="106237"/>
                </a:lnTo>
                <a:lnTo>
                  <a:pt x="99258" y="105185"/>
                </a:lnTo>
                <a:lnTo>
                  <a:pt x="98381" y="106508"/>
                </a:lnTo>
                <a:lnTo>
                  <a:pt x="99470" y="108562"/>
                </a:lnTo>
                <a:lnTo>
                  <a:pt x="98388" y="109848"/>
                </a:lnTo>
                <a:lnTo>
                  <a:pt x="95932" y="108700"/>
                </a:lnTo>
                <a:lnTo>
                  <a:pt x="94916" y="109716"/>
                </a:lnTo>
                <a:lnTo>
                  <a:pt x="95918" y="112435"/>
                </a:lnTo>
                <a:lnTo>
                  <a:pt x="94098" y="113546"/>
                </a:lnTo>
                <a:lnTo>
                  <a:pt x="89267" y="111660"/>
                </a:lnTo>
                <a:lnTo>
                  <a:pt x="88090" y="113093"/>
                </a:lnTo>
                <a:lnTo>
                  <a:pt x="88704" y="116155"/>
                </a:lnTo>
                <a:lnTo>
                  <a:pt x="86256" y="116974"/>
                </a:lnTo>
                <a:lnTo>
                  <a:pt x="83500" y="115731"/>
                </a:lnTo>
                <a:lnTo>
                  <a:pt x="80723" y="116426"/>
                </a:lnTo>
                <a:lnTo>
                  <a:pt x="78267" y="115841"/>
                </a:lnTo>
                <a:lnTo>
                  <a:pt x="77580" y="116528"/>
                </a:lnTo>
                <a:lnTo>
                  <a:pt x="78121" y="119722"/>
                </a:lnTo>
                <a:lnTo>
                  <a:pt x="74708" y="1204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6" name="object 216"/>
          <p:cNvGrpSpPr/>
          <p:nvPr/>
        </p:nvGrpSpPr>
        <p:grpSpPr>
          <a:xfrm>
            <a:off x="18092500" y="8954841"/>
            <a:ext cx="120014" cy="119380"/>
            <a:chOff x="18092500" y="8954841"/>
            <a:chExt cx="120014" cy="119380"/>
          </a:xfrm>
        </p:grpSpPr>
        <p:sp>
          <p:nvSpPr>
            <p:cNvPr id="217" name="object 217"/>
            <p:cNvSpPr/>
            <p:nvPr/>
          </p:nvSpPr>
          <p:spPr>
            <a:xfrm>
              <a:off x="18092496" y="8954845"/>
              <a:ext cx="120014" cy="97790"/>
            </a:xfrm>
            <a:custGeom>
              <a:avLst/>
              <a:gdLst/>
              <a:ahLst/>
              <a:cxnLst/>
              <a:rect l="l" t="t" r="r" b="b"/>
              <a:pathLst>
                <a:path w="120015" h="97790">
                  <a:moveTo>
                    <a:pt x="119862" y="62230"/>
                  </a:moveTo>
                  <a:lnTo>
                    <a:pt x="119519" y="62230"/>
                  </a:lnTo>
                  <a:lnTo>
                    <a:pt x="119519" y="57150"/>
                  </a:lnTo>
                  <a:lnTo>
                    <a:pt x="119786" y="57150"/>
                  </a:lnTo>
                  <a:lnTo>
                    <a:pt x="119786" y="54610"/>
                  </a:lnTo>
                  <a:lnTo>
                    <a:pt x="119735" y="52070"/>
                  </a:lnTo>
                  <a:lnTo>
                    <a:pt x="119621" y="49530"/>
                  </a:lnTo>
                  <a:lnTo>
                    <a:pt x="119443" y="49530"/>
                  </a:lnTo>
                  <a:lnTo>
                    <a:pt x="119443" y="48260"/>
                  </a:lnTo>
                  <a:lnTo>
                    <a:pt x="118275" y="48260"/>
                  </a:lnTo>
                  <a:lnTo>
                    <a:pt x="118275" y="49530"/>
                  </a:lnTo>
                  <a:lnTo>
                    <a:pt x="116001" y="49530"/>
                  </a:lnTo>
                  <a:lnTo>
                    <a:pt x="116001" y="48260"/>
                  </a:lnTo>
                  <a:lnTo>
                    <a:pt x="115747" y="48260"/>
                  </a:lnTo>
                  <a:lnTo>
                    <a:pt x="115747" y="46990"/>
                  </a:lnTo>
                  <a:lnTo>
                    <a:pt x="115773" y="44450"/>
                  </a:lnTo>
                  <a:lnTo>
                    <a:pt x="116027" y="44450"/>
                  </a:lnTo>
                  <a:lnTo>
                    <a:pt x="116027" y="40640"/>
                  </a:lnTo>
                  <a:lnTo>
                    <a:pt x="116281" y="40640"/>
                  </a:lnTo>
                  <a:lnTo>
                    <a:pt x="116281" y="36830"/>
                  </a:lnTo>
                  <a:lnTo>
                    <a:pt x="116484" y="36830"/>
                  </a:lnTo>
                  <a:lnTo>
                    <a:pt x="116484" y="35560"/>
                  </a:lnTo>
                  <a:lnTo>
                    <a:pt x="116014" y="35560"/>
                  </a:lnTo>
                  <a:lnTo>
                    <a:pt x="116014" y="34290"/>
                  </a:lnTo>
                  <a:lnTo>
                    <a:pt x="114325" y="34290"/>
                  </a:lnTo>
                  <a:lnTo>
                    <a:pt x="114325" y="35560"/>
                  </a:lnTo>
                  <a:lnTo>
                    <a:pt x="112496" y="35560"/>
                  </a:lnTo>
                  <a:lnTo>
                    <a:pt x="112496" y="34290"/>
                  </a:lnTo>
                  <a:lnTo>
                    <a:pt x="112572" y="31750"/>
                  </a:lnTo>
                  <a:lnTo>
                    <a:pt x="112306" y="31750"/>
                  </a:lnTo>
                  <a:lnTo>
                    <a:pt x="112306" y="30480"/>
                  </a:lnTo>
                  <a:lnTo>
                    <a:pt x="112471" y="30480"/>
                  </a:lnTo>
                  <a:lnTo>
                    <a:pt x="112471" y="29210"/>
                  </a:lnTo>
                  <a:lnTo>
                    <a:pt x="113068" y="29210"/>
                  </a:lnTo>
                  <a:lnTo>
                    <a:pt x="113068" y="27940"/>
                  </a:lnTo>
                  <a:lnTo>
                    <a:pt x="112191" y="27940"/>
                  </a:lnTo>
                  <a:lnTo>
                    <a:pt x="112191" y="83820"/>
                  </a:lnTo>
                  <a:lnTo>
                    <a:pt x="112191" y="85090"/>
                  </a:lnTo>
                  <a:lnTo>
                    <a:pt x="7747" y="85090"/>
                  </a:lnTo>
                  <a:lnTo>
                    <a:pt x="7747" y="83820"/>
                  </a:lnTo>
                  <a:lnTo>
                    <a:pt x="112191" y="83820"/>
                  </a:lnTo>
                  <a:lnTo>
                    <a:pt x="112191" y="27940"/>
                  </a:lnTo>
                  <a:lnTo>
                    <a:pt x="108534" y="27940"/>
                  </a:lnTo>
                  <a:lnTo>
                    <a:pt x="108534" y="26670"/>
                  </a:lnTo>
                  <a:lnTo>
                    <a:pt x="109105" y="26670"/>
                  </a:lnTo>
                  <a:lnTo>
                    <a:pt x="109105" y="25400"/>
                  </a:lnTo>
                  <a:lnTo>
                    <a:pt x="109347" y="25400"/>
                  </a:lnTo>
                  <a:lnTo>
                    <a:pt x="109347" y="24130"/>
                  </a:lnTo>
                  <a:lnTo>
                    <a:pt x="106540" y="24130"/>
                  </a:lnTo>
                  <a:lnTo>
                    <a:pt x="106540" y="25400"/>
                  </a:lnTo>
                  <a:lnTo>
                    <a:pt x="105791" y="25400"/>
                  </a:lnTo>
                  <a:lnTo>
                    <a:pt x="105791" y="24130"/>
                  </a:lnTo>
                  <a:lnTo>
                    <a:pt x="105384" y="24130"/>
                  </a:lnTo>
                  <a:lnTo>
                    <a:pt x="105384" y="21590"/>
                  </a:lnTo>
                  <a:lnTo>
                    <a:pt x="105537" y="21590"/>
                  </a:lnTo>
                  <a:lnTo>
                    <a:pt x="105537" y="20320"/>
                  </a:lnTo>
                  <a:lnTo>
                    <a:pt x="103619" y="20320"/>
                  </a:lnTo>
                  <a:lnTo>
                    <a:pt x="103619" y="21590"/>
                  </a:lnTo>
                  <a:lnTo>
                    <a:pt x="102044" y="21590"/>
                  </a:lnTo>
                  <a:lnTo>
                    <a:pt x="102044" y="20320"/>
                  </a:lnTo>
                  <a:lnTo>
                    <a:pt x="102057" y="17780"/>
                  </a:lnTo>
                  <a:lnTo>
                    <a:pt x="101739" y="17780"/>
                  </a:lnTo>
                  <a:lnTo>
                    <a:pt x="101739" y="16510"/>
                  </a:lnTo>
                  <a:lnTo>
                    <a:pt x="100774" y="16510"/>
                  </a:lnTo>
                  <a:lnTo>
                    <a:pt x="100774" y="17780"/>
                  </a:lnTo>
                  <a:lnTo>
                    <a:pt x="98234" y="17780"/>
                  </a:lnTo>
                  <a:lnTo>
                    <a:pt x="98234" y="16510"/>
                  </a:lnTo>
                  <a:lnTo>
                    <a:pt x="98704" y="16510"/>
                  </a:lnTo>
                  <a:lnTo>
                    <a:pt x="98704" y="13970"/>
                  </a:lnTo>
                  <a:lnTo>
                    <a:pt x="97929" y="13970"/>
                  </a:lnTo>
                  <a:lnTo>
                    <a:pt x="97929" y="12700"/>
                  </a:lnTo>
                  <a:lnTo>
                    <a:pt x="97866" y="13970"/>
                  </a:lnTo>
                  <a:lnTo>
                    <a:pt x="94462" y="13970"/>
                  </a:lnTo>
                  <a:lnTo>
                    <a:pt x="94462" y="12700"/>
                  </a:lnTo>
                  <a:lnTo>
                    <a:pt x="95034" y="12700"/>
                  </a:lnTo>
                  <a:lnTo>
                    <a:pt x="95034" y="11430"/>
                  </a:lnTo>
                  <a:lnTo>
                    <a:pt x="95491" y="11430"/>
                  </a:lnTo>
                  <a:lnTo>
                    <a:pt x="95491" y="10160"/>
                  </a:lnTo>
                  <a:lnTo>
                    <a:pt x="92468" y="10160"/>
                  </a:lnTo>
                  <a:lnTo>
                    <a:pt x="92468" y="11430"/>
                  </a:lnTo>
                  <a:lnTo>
                    <a:pt x="91897" y="11430"/>
                  </a:lnTo>
                  <a:lnTo>
                    <a:pt x="91897" y="10160"/>
                  </a:lnTo>
                  <a:lnTo>
                    <a:pt x="91414" y="10160"/>
                  </a:lnTo>
                  <a:lnTo>
                    <a:pt x="91414" y="7620"/>
                  </a:lnTo>
                  <a:lnTo>
                    <a:pt x="91681" y="7620"/>
                  </a:lnTo>
                  <a:lnTo>
                    <a:pt x="91681" y="6350"/>
                  </a:lnTo>
                  <a:lnTo>
                    <a:pt x="86537" y="6350"/>
                  </a:lnTo>
                  <a:lnTo>
                    <a:pt x="86537" y="7620"/>
                  </a:lnTo>
                  <a:lnTo>
                    <a:pt x="84582" y="7620"/>
                  </a:lnTo>
                  <a:lnTo>
                    <a:pt x="84582" y="6350"/>
                  </a:lnTo>
                  <a:lnTo>
                    <a:pt x="84505" y="3810"/>
                  </a:lnTo>
                  <a:lnTo>
                    <a:pt x="83959" y="3810"/>
                  </a:lnTo>
                  <a:lnTo>
                    <a:pt x="83959" y="2540"/>
                  </a:lnTo>
                  <a:lnTo>
                    <a:pt x="80378" y="2540"/>
                  </a:lnTo>
                  <a:lnTo>
                    <a:pt x="80378" y="3810"/>
                  </a:lnTo>
                  <a:lnTo>
                    <a:pt x="70218" y="3810"/>
                  </a:lnTo>
                  <a:lnTo>
                    <a:pt x="70218" y="2540"/>
                  </a:lnTo>
                  <a:lnTo>
                    <a:pt x="70510" y="2540"/>
                  </a:lnTo>
                  <a:lnTo>
                    <a:pt x="70510" y="0"/>
                  </a:lnTo>
                  <a:lnTo>
                    <a:pt x="49352" y="0"/>
                  </a:lnTo>
                  <a:lnTo>
                    <a:pt x="49352" y="2540"/>
                  </a:lnTo>
                  <a:lnTo>
                    <a:pt x="49657" y="2540"/>
                  </a:lnTo>
                  <a:lnTo>
                    <a:pt x="49657" y="3810"/>
                  </a:lnTo>
                  <a:lnTo>
                    <a:pt x="39522" y="3810"/>
                  </a:lnTo>
                  <a:lnTo>
                    <a:pt x="39522" y="2540"/>
                  </a:lnTo>
                  <a:lnTo>
                    <a:pt x="35877" y="2540"/>
                  </a:lnTo>
                  <a:lnTo>
                    <a:pt x="35877" y="3810"/>
                  </a:lnTo>
                  <a:lnTo>
                    <a:pt x="35356" y="3810"/>
                  </a:lnTo>
                  <a:lnTo>
                    <a:pt x="35356" y="6350"/>
                  </a:lnTo>
                  <a:lnTo>
                    <a:pt x="35280" y="7620"/>
                  </a:lnTo>
                  <a:lnTo>
                    <a:pt x="33769" y="7620"/>
                  </a:lnTo>
                  <a:lnTo>
                    <a:pt x="33769" y="6350"/>
                  </a:lnTo>
                  <a:lnTo>
                    <a:pt x="31724" y="6350"/>
                  </a:lnTo>
                  <a:lnTo>
                    <a:pt x="31724" y="7620"/>
                  </a:lnTo>
                  <a:lnTo>
                    <a:pt x="30403" y="7620"/>
                  </a:lnTo>
                  <a:lnTo>
                    <a:pt x="30403" y="6350"/>
                  </a:lnTo>
                  <a:lnTo>
                    <a:pt x="28270" y="6350"/>
                  </a:lnTo>
                  <a:lnTo>
                    <a:pt x="28270" y="7620"/>
                  </a:lnTo>
                  <a:lnTo>
                    <a:pt x="28486" y="7620"/>
                  </a:lnTo>
                  <a:lnTo>
                    <a:pt x="28486" y="10160"/>
                  </a:lnTo>
                  <a:lnTo>
                    <a:pt x="27851" y="10160"/>
                  </a:lnTo>
                  <a:lnTo>
                    <a:pt x="27851" y="11430"/>
                  </a:lnTo>
                  <a:lnTo>
                    <a:pt x="27470" y="11430"/>
                  </a:lnTo>
                  <a:lnTo>
                    <a:pt x="27470" y="10160"/>
                  </a:lnTo>
                  <a:lnTo>
                    <a:pt x="24460" y="10160"/>
                  </a:lnTo>
                  <a:lnTo>
                    <a:pt x="24460" y="11430"/>
                  </a:lnTo>
                  <a:lnTo>
                    <a:pt x="24828" y="11430"/>
                  </a:lnTo>
                  <a:lnTo>
                    <a:pt x="24828" y="12700"/>
                  </a:lnTo>
                  <a:lnTo>
                    <a:pt x="25425" y="12700"/>
                  </a:lnTo>
                  <a:lnTo>
                    <a:pt x="25425" y="13970"/>
                  </a:lnTo>
                  <a:lnTo>
                    <a:pt x="21183" y="13970"/>
                  </a:lnTo>
                  <a:lnTo>
                    <a:pt x="21183" y="16510"/>
                  </a:lnTo>
                  <a:lnTo>
                    <a:pt x="21628" y="16510"/>
                  </a:lnTo>
                  <a:lnTo>
                    <a:pt x="21628" y="17780"/>
                  </a:lnTo>
                  <a:lnTo>
                    <a:pt x="19088" y="17780"/>
                  </a:lnTo>
                  <a:lnTo>
                    <a:pt x="19088" y="16510"/>
                  </a:lnTo>
                  <a:lnTo>
                    <a:pt x="18110" y="16510"/>
                  </a:lnTo>
                  <a:lnTo>
                    <a:pt x="18110" y="17780"/>
                  </a:lnTo>
                  <a:lnTo>
                    <a:pt x="17792" y="17780"/>
                  </a:lnTo>
                  <a:lnTo>
                    <a:pt x="17792" y="20320"/>
                  </a:lnTo>
                  <a:lnTo>
                    <a:pt x="17818" y="21590"/>
                  </a:lnTo>
                  <a:lnTo>
                    <a:pt x="16179" y="21590"/>
                  </a:lnTo>
                  <a:lnTo>
                    <a:pt x="16179" y="20320"/>
                  </a:lnTo>
                  <a:lnTo>
                    <a:pt x="14312" y="20320"/>
                  </a:lnTo>
                  <a:lnTo>
                    <a:pt x="14312" y="21590"/>
                  </a:lnTo>
                  <a:lnTo>
                    <a:pt x="14452" y="21590"/>
                  </a:lnTo>
                  <a:lnTo>
                    <a:pt x="14452" y="24130"/>
                  </a:lnTo>
                  <a:lnTo>
                    <a:pt x="14008" y="24130"/>
                  </a:lnTo>
                  <a:lnTo>
                    <a:pt x="14008" y="25400"/>
                  </a:lnTo>
                  <a:lnTo>
                    <a:pt x="13360" y="25400"/>
                  </a:lnTo>
                  <a:lnTo>
                    <a:pt x="13360" y="24130"/>
                  </a:lnTo>
                  <a:lnTo>
                    <a:pt x="10566" y="24130"/>
                  </a:lnTo>
                  <a:lnTo>
                    <a:pt x="10566" y="25400"/>
                  </a:lnTo>
                  <a:lnTo>
                    <a:pt x="10782" y="25400"/>
                  </a:lnTo>
                  <a:lnTo>
                    <a:pt x="10782" y="26670"/>
                  </a:lnTo>
                  <a:lnTo>
                    <a:pt x="11430" y="26670"/>
                  </a:lnTo>
                  <a:lnTo>
                    <a:pt x="11430" y="27940"/>
                  </a:lnTo>
                  <a:lnTo>
                    <a:pt x="6985" y="27940"/>
                  </a:lnTo>
                  <a:lnTo>
                    <a:pt x="6985" y="29210"/>
                  </a:lnTo>
                  <a:lnTo>
                    <a:pt x="7213" y="29210"/>
                  </a:lnTo>
                  <a:lnTo>
                    <a:pt x="7213" y="30480"/>
                  </a:lnTo>
                  <a:lnTo>
                    <a:pt x="7353" y="30480"/>
                  </a:lnTo>
                  <a:lnTo>
                    <a:pt x="7353" y="31750"/>
                  </a:lnTo>
                  <a:lnTo>
                    <a:pt x="7454" y="34290"/>
                  </a:lnTo>
                  <a:lnTo>
                    <a:pt x="7366" y="35560"/>
                  </a:lnTo>
                  <a:lnTo>
                    <a:pt x="5537" y="35560"/>
                  </a:lnTo>
                  <a:lnTo>
                    <a:pt x="5537" y="34290"/>
                  </a:lnTo>
                  <a:lnTo>
                    <a:pt x="3848" y="34290"/>
                  </a:lnTo>
                  <a:lnTo>
                    <a:pt x="3848" y="35560"/>
                  </a:lnTo>
                  <a:lnTo>
                    <a:pt x="3378" y="35560"/>
                  </a:lnTo>
                  <a:lnTo>
                    <a:pt x="3378" y="36830"/>
                  </a:lnTo>
                  <a:lnTo>
                    <a:pt x="3581" y="36830"/>
                  </a:lnTo>
                  <a:lnTo>
                    <a:pt x="3581" y="40640"/>
                  </a:lnTo>
                  <a:lnTo>
                    <a:pt x="3835" y="40640"/>
                  </a:lnTo>
                  <a:lnTo>
                    <a:pt x="3835" y="44450"/>
                  </a:lnTo>
                  <a:lnTo>
                    <a:pt x="4089" y="44450"/>
                  </a:lnTo>
                  <a:lnTo>
                    <a:pt x="4089" y="46990"/>
                  </a:lnTo>
                  <a:lnTo>
                    <a:pt x="4114" y="48260"/>
                  </a:lnTo>
                  <a:lnTo>
                    <a:pt x="3860" y="48260"/>
                  </a:lnTo>
                  <a:lnTo>
                    <a:pt x="3860" y="49530"/>
                  </a:lnTo>
                  <a:lnTo>
                    <a:pt x="1587" y="49530"/>
                  </a:lnTo>
                  <a:lnTo>
                    <a:pt x="1587" y="48260"/>
                  </a:lnTo>
                  <a:lnTo>
                    <a:pt x="406" y="48260"/>
                  </a:lnTo>
                  <a:lnTo>
                    <a:pt x="406" y="49530"/>
                  </a:lnTo>
                  <a:lnTo>
                    <a:pt x="228" y="49530"/>
                  </a:lnTo>
                  <a:lnTo>
                    <a:pt x="228" y="52070"/>
                  </a:lnTo>
                  <a:lnTo>
                    <a:pt x="114" y="54610"/>
                  </a:lnTo>
                  <a:lnTo>
                    <a:pt x="63" y="57150"/>
                  </a:lnTo>
                  <a:lnTo>
                    <a:pt x="330" y="57150"/>
                  </a:lnTo>
                  <a:lnTo>
                    <a:pt x="330" y="62230"/>
                  </a:lnTo>
                  <a:lnTo>
                    <a:pt x="0" y="62230"/>
                  </a:lnTo>
                  <a:lnTo>
                    <a:pt x="0" y="64770"/>
                  </a:lnTo>
                  <a:lnTo>
                    <a:pt x="215" y="64770"/>
                  </a:lnTo>
                  <a:lnTo>
                    <a:pt x="215" y="67310"/>
                  </a:lnTo>
                  <a:lnTo>
                    <a:pt x="139" y="69850"/>
                  </a:lnTo>
                  <a:lnTo>
                    <a:pt x="4051" y="69850"/>
                  </a:lnTo>
                  <a:lnTo>
                    <a:pt x="4051" y="72390"/>
                  </a:lnTo>
                  <a:lnTo>
                    <a:pt x="4025" y="74930"/>
                  </a:lnTo>
                  <a:lnTo>
                    <a:pt x="3835" y="74930"/>
                  </a:lnTo>
                  <a:lnTo>
                    <a:pt x="3835" y="78740"/>
                  </a:lnTo>
                  <a:lnTo>
                    <a:pt x="3505" y="78740"/>
                  </a:lnTo>
                  <a:lnTo>
                    <a:pt x="3505" y="82550"/>
                  </a:lnTo>
                  <a:lnTo>
                    <a:pt x="3517" y="83820"/>
                  </a:lnTo>
                  <a:lnTo>
                    <a:pt x="3987" y="83820"/>
                  </a:lnTo>
                  <a:lnTo>
                    <a:pt x="3987" y="85090"/>
                  </a:lnTo>
                  <a:lnTo>
                    <a:pt x="7416" y="85090"/>
                  </a:lnTo>
                  <a:lnTo>
                    <a:pt x="7416" y="86360"/>
                  </a:lnTo>
                  <a:lnTo>
                    <a:pt x="6959" y="86360"/>
                  </a:lnTo>
                  <a:lnTo>
                    <a:pt x="6959" y="87630"/>
                  </a:lnTo>
                  <a:lnTo>
                    <a:pt x="7810" y="87630"/>
                  </a:lnTo>
                  <a:lnTo>
                    <a:pt x="7810" y="88900"/>
                  </a:lnTo>
                  <a:lnTo>
                    <a:pt x="7213" y="88900"/>
                  </a:lnTo>
                  <a:lnTo>
                    <a:pt x="7213" y="90170"/>
                  </a:lnTo>
                  <a:lnTo>
                    <a:pt x="7073" y="90170"/>
                  </a:lnTo>
                  <a:lnTo>
                    <a:pt x="7073" y="91440"/>
                  </a:lnTo>
                  <a:lnTo>
                    <a:pt x="9677" y="91440"/>
                  </a:lnTo>
                  <a:lnTo>
                    <a:pt x="9677" y="90170"/>
                  </a:lnTo>
                  <a:lnTo>
                    <a:pt x="10642" y="90170"/>
                  </a:lnTo>
                  <a:lnTo>
                    <a:pt x="10642" y="91440"/>
                  </a:lnTo>
                  <a:lnTo>
                    <a:pt x="10883" y="91440"/>
                  </a:lnTo>
                  <a:lnTo>
                    <a:pt x="10883" y="93980"/>
                  </a:lnTo>
                  <a:lnTo>
                    <a:pt x="10883" y="95250"/>
                  </a:lnTo>
                  <a:lnTo>
                    <a:pt x="12509" y="95250"/>
                  </a:lnTo>
                  <a:lnTo>
                    <a:pt x="12509" y="93980"/>
                  </a:lnTo>
                  <a:lnTo>
                    <a:pt x="14376" y="93980"/>
                  </a:lnTo>
                  <a:lnTo>
                    <a:pt x="14376" y="95250"/>
                  </a:lnTo>
                  <a:lnTo>
                    <a:pt x="14274" y="97790"/>
                  </a:lnTo>
                  <a:lnTo>
                    <a:pt x="105600" y="97790"/>
                  </a:lnTo>
                  <a:lnTo>
                    <a:pt x="105600" y="95250"/>
                  </a:lnTo>
                  <a:lnTo>
                    <a:pt x="105473" y="95250"/>
                  </a:lnTo>
                  <a:lnTo>
                    <a:pt x="105473" y="93980"/>
                  </a:lnTo>
                  <a:lnTo>
                    <a:pt x="107327" y="93980"/>
                  </a:lnTo>
                  <a:lnTo>
                    <a:pt x="107327" y="95250"/>
                  </a:lnTo>
                  <a:lnTo>
                    <a:pt x="108991" y="95250"/>
                  </a:lnTo>
                  <a:lnTo>
                    <a:pt x="108991" y="93980"/>
                  </a:lnTo>
                  <a:lnTo>
                    <a:pt x="108940" y="91440"/>
                  </a:lnTo>
                  <a:lnTo>
                    <a:pt x="109270" y="91440"/>
                  </a:lnTo>
                  <a:lnTo>
                    <a:pt x="109270" y="90170"/>
                  </a:lnTo>
                  <a:lnTo>
                    <a:pt x="109943" y="90170"/>
                  </a:lnTo>
                  <a:lnTo>
                    <a:pt x="109943" y="91440"/>
                  </a:lnTo>
                  <a:lnTo>
                    <a:pt x="112661" y="91440"/>
                  </a:lnTo>
                  <a:lnTo>
                    <a:pt x="112661" y="90170"/>
                  </a:lnTo>
                  <a:lnTo>
                    <a:pt x="112712" y="88900"/>
                  </a:lnTo>
                  <a:lnTo>
                    <a:pt x="112471" y="88900"/>
                  </a:lnTo>
                  <a:lnTo>
                    <a:pt x="112471" y="87630"/>
                  </a:lnTo>
                  <a:lnTo>
                    <a:pt x="112534" y="86360"/>
                  </a:lnTo>
                  <a:lnTo>
                    <a:pt x="112369" y="86360"/>
                  </a:lnTo>
                  <a:lnTo>
                    <a:pt x="112369" y="85090"/>
                  </a:lnTo>
                  <a:lnTo>
                    <a:pt x="115874" y="85090"/>
                  </a:lnTo>
                  <a:lnTo>
                    <a:pt x="115874" y="83820"/>
                  </a:lnTo>
                  <a:lnTo>
                    <a:pt x="116344" y="83820"/>
                  </a:lnTo>
                  <a:lnTo>
                    <a:pt x="116344" y="82550"/>
                  </a:lnTo>
                  <a:lnTo>
                    <a:pt x="116357" y="78740"/>
                  </a:lnTo>
                  <a:lnTo>
                    <a:pt x="116027" y="78740"/>
                  </a:lnTo>
                  <a:lnTo>
                    <a:pt x="116027" y="74930"/>
                  </a:lnTo>
                  <a:lnTo>
                    <a:pt x="115836" y="74930"/>
                  </a:lnTo>
                  <a:lnTo>
                    <a:pt x="115836" y="72390"/>
                  </a:lnTo>
                  <a:lnTo>
                    <a:pt x="115798" y="69850"/>
                  </a:lnTo>
                  <a:lnTo>
                    <a:pt x="119710" y="69850"/>
                  </a:lnTo>
                  <a:lnTo>
                    <a:pt x="119710" y="67310"/>
                  </a:lnTo>
                  <a:lnTo>
                    <a:pt x="119646" y="64770"/>
                  </a:lnTo>
                  <a:lnTo>
                    <a:pt x="119862" y="64770"/>
                  </a:lnTo>
                  <a:lnTo>
                    <a:pt x="119862" y="62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8106771" y="9050095"/>
              <a:ext cx="91440" cy="24130"/>
            </a:xfrm>
            <a:custGeom>
              <a:avLst/>
              <a:gdLst/>
              <a:ahLst/>
              <a:cxnLst/>
              <a:rect l="l" t="t" r="r" b="b"/>
              <a:pathLst>
                <a:path w="91440" h="24129">
                  <a:moveTo>
                    <a:pt x="91325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292" y="2540"/>
                  </a:lnTo>
                  <a:lnTo>
                    <a:pt x="292" y="3810"/>
                  </a:lnTo>
                  <a:lnTo>
                    <a:pt x="1003" y="3810"/>
                  </a:lnTo>
                  <a:lnTo>
                    <a:pt x="1003" y="2540"/>
                  </a:lnTo>
                  <a:lnTo>
                    <a:pt x="3911" y="2540"/>
                  </a:lnTo>
                  <a:lnTo>
                    <a:pt x="3911" y="3810"/>
                  </a:lnTo>
                  <a:lnTo>
                    <a:pt x="3340" y="3810"/>
                  </a:lnTo>
                  <a:lnTo>
                    <a:pt x="3340" y="6350"/>
                  </a:lnTo>
                  <a:lnTo>
                    <a:pt x="7327" y="6350"/>
                  </a:lnTo>
                  <a:lnTo>
                    <a:pt x="7327" y="8890"/>
                  </a:lnTo>
                  <a:lnTo>
                    <a:pt x="6756" y="8890"/>
                  </a:lnTo>
                  <a:lnTo>
                    <a:pt x="6756" y="10160"/>
                  </a:lnTo>
                  <a:lnTo>
                    <a:pt x="9486" y="10160"/>
                  </a:lnTo>
                  <a:lnTo>
                    <a:pt x="9486" y="8890"/>
                  </a:lnTo>
                  <a:lnTo>
                    <a:pt x="10261" y="8890"/>
                  </a:lnTo>
                  <a:lnTo>
                    <a:pt x="10261" y="10160"/>
                  </a:lnTo>
                  <a:lnTo>
                    <a:pt x="10668" y="10160"/>
                  </a:lnTo>
                  <a:lnTo>
                    <a:pt x="10668" y="12700"/>
                  </a:lnTo>
                  <a:lnTo>
                    <a:pt x="10553" y="13970"/>
                  </a:lnTo>
                  <a:lnTo>
                    <a:pt x="12369" y="13970"/>
                  </a:lnTo>
                  <a:lnTo>
                    <a:pt x="12369" y="12700"/>
                  </a:lnTo>
                  <a:lnTo>
                    <a:pt x="14071" y="12700"/>
                  </a:lnTo>
                  <a:lnTo>
                    <a:pt x="14071" y="13970"/>
                  </a:lnTo>
                  <a:lnTo>
                    <a:pt x="14046" y="16510"/>
                  </a:lnTo>
                  <a:lnTo>
                    <a:pt x="14592" y="16510"/>
                  </a:lnTo>
                  <a:lnTo>
                    <a:pt x="14592" y="17780"/>
                  </a:lnTo>
                  <a:lnTo>
                    <a:pt x="15240" y="17780"/>
                  </a:lnTo>
                  <a:lnTo>
                    <a:pt x="15240" y="16510"/>
                  </a:lnTo>
                  <a:lnTo>
                    <a:pt x="21386" y="16510"/>
                  </a:lnTo>
                  <a:lnTo>
                    <a:pt x="21386" y="17780"/>
                  </a:lnTo>
                  <a:lnTo>
                    <a:pt x="20993" y="17780"/>
                  </a:lnTo>
                  <a:lnTo>
                    <a:pt x="20993" y="20320"/>
                  </a:lnTo>
                  <a:lnTo>
                    <a:pt x="22656" y="20320"/>
                  </a:lnTo>
                  <a:lnTo>
                    <a:pt x="22656" y="21590"/>
                  </a:lnTo>
                  <a:lnTo>
                    <a:pt x="23228" y="21590"/>
                  </a:lnTo>
                  <a:lnTo>
                    <a:pt x="23228" y="20320"/>
                  </a:lnTo>
                  <a:lnTo>
                    <a:pt x="35306" y="20320"/>
                  </a:lnTo>
                  <a:lnTo>
                    <a:pt x="35306" y="21590"/>
                  </a:lnTo>
                  <a:lnTo>
                    <a:pt x="35013" y="21590"/>
                  </a:lnTo>
                  <a:lnTo>
                    <a:pt x="35013" y="24130"/>
                  </a:lnTo>
                  <a:lnTo>
                    <a:pt x="56311" y="24130"/>
                  </a:lnTo>
                  <a:lnTo>
                    <a:pt x="56311" y="21590"/>
                  </a:lnTo>
                  <a:lnTo>
                    <a:pt x="55943" y="21590"/>
                  </a:lnTo>
                  <a:lnTo>
                    <a:pt x="55943" y="20320"/>
                  </a:lnTo>
                  <a:lnTo>
                    <a:pt x="68084" y="20320"/>
                  </a:lnTo>
                  <a:lnTo>
                    <a:pt x="68084" y="21590"/>
                  </a:lnTo>
                  <a:lnTo>
                    <a:pt x="68656" y="21590"/>
                  </a:lnTo>
                  <a:lnTo>
                    <a:pt x="68656" y="20320"/>
                  </a:lnTo>
                  <a:lnTo>
                    <a:pt x="70319" y="20320"/>
                  </a:lnTo>
                  <a:lnTo>
                    <a:pt x="70319" y="17780"/>
                  </a:lnTo>
                  <a:lnTo>
                    <a:pt x="69926" y="17780"/>
                  </a:lnTo>
                  <a:lnTo>
                    <a:pt x="69926" y="16510"/>
                  </a:lnTo>
                  <a:lnTo>
                    <a:pt x="72605" y="16510"/>
                  </a:lnTo>
                  <a:lnTo>
                    <a:pt x="72605" y="17780"/>
                  </a:lnTo>
                  <a:lnTo>
                    <a:pt x="73291" y="17780"/>
                  </a:lnTo>
                  <a:lnTo>
                    <a:pt x="73291" y="16510"/>
                  </a:lnTo>
                  <a:lnTo>
                    <a:pt x="75971" y="16510"/>
                  </a:lnTo>
                  <a:lnTo>
                    <a:pt x="75971" y="17780"/>
                  </a:lnTo>
                  <a:lnTo>
                    <a:pt x="76936" y="17780"/>
                  </a:lnTo>
                  <a:lnTo>
                    <a:pt x="76936" y="16510"/>
                  </a:lnTo>
                  <a:lnTo>
                    <a:pt x="77254" y="16510"/>
                  </a:lnTo>
                  <a:lnTo>
                    <a:pt x="77254" y="13970"/>
                  </a:lnTo>
                  <a:lnTo>
                    <a:pt x="77254" y="12700"/>
                  </a:lnTo>
                  <a:lnTo>
                    <a:pt x="78867" y="12700"/>
                  </a:lnTo>
                  <a:lnTo>
                    <a:pt x="78867" y="13970"/>
                  </a:lnTo>
                  <a:lnTo>
                    <a:pt x="80746" y="13970"/>
                  </a:lnTo>
                  <a:lnTo>
                    <a:pt x="80746" y="12700"/>
                  </a:lnTo>
                  <a:lnTo>
                    <a:pt x="80632" y="10160"/>
                  </a:lnTo>
                  <a:lnTo>
                    <a:pt x="81102" y="10160"/>
                  </a:lnTo>
                  <a:lnTo>
                    <a:pt x="81102" y="8890"/>
                  </a:lnTo>
                  <a:lnTo>
                    <a:pt x="81889" y="8890"/>
                  </a:lnTo>
                  <a:lnTo>
                    <a:pt x="81889" y="10160"/>
                  </a:lnTo>
                  <a:lnTo>
                    <a:pt x="84721" y="10160"/>
                  </a:lnTo>
                  <a:lnTo>
                    <a:pt x="84721" y="8890"/>
                  </a:lnTo>
                  <a:lnTo>
                    <a:pt x="84048" y="8890"/>
                  </a:lnTo>
                  <a:lnTo>
                    <a:pt x="84048" y="6350"/>
                  </a:lnTo>
                  <a:lnTo>
                    <a:pt x="87972" y="6350"/>
                  </a:lnTo>
                  <a:lnTo>
                    <a:pt x="87972" y="3810"/>
                  </a:lnTo>
                  <a:lnTo>
                    <a:pt x="87388" y="3810"/>
                  </a:lnTo>
                  <a:lnTo>
                    <a:pt x="87388" y="2540"/>
                  </a:lnTo>
                  <a:lnTo>
                    <a:pt x="90157" y="2540"/>
                  </a:lnTo>
                  <a:lnTo>
                    <a:pt x="90157" y="3810"/>
                  </a:lnTo>
                  <a:lnTo>
                    <a:pt x="90893" y="3810"/>
                  </a:lnTo>
                  <a:lnTo>
                    <a:pt x="90893" y="2540"/>
                  </a:lnTo>
                  <a:lnTo>
                    <a:pt x="91325" y="2540"/>
                  </a:lnTo>
                  <a:lnTo>
                    <a:pt x="91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219"/>
          <p:cNvSpPr/>
          <p:nvPr/>
        </p:nvSpPr>
        <p:spPr>
          <a:xfrm>
            <a:off x="16201212" y="8957609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43376" y="113568"/>
                </a:moveTo>
                <a:lnTo>
                  <a:pt x="42557" y="112559"/>
                </a:lnTo>
                <a:lnTo>
                  <a:pt x="43106" y="109431"/>
                </a:lnTo>
                <a:lnTo>
                  <a:pt x="40818" y="108810"/>
                </a:lnTo>
                <a:lnTo>
                  <a:pt x="37851" y="109351"/>
                </a:lnTo>
                <a:lnTo>
                  <a:pt x="34891" y="109351"/>
                </a:lnTo>
                <a:lnTo>
                  <a:pt x="33100" y="109673"/>
                </a:lnTo>
                <a:lnTo>
                  <a:pt x="31857" y="109190"/>
                </a:lnTo>
                <a:lnTo>
                  <a:pt x="32618" y="106186"/>
                </a:lnTo>
                <a:lnTo>
                  <a:pt x="31689" y="105258"/>
                </a:lnTo>
                <a:lnTo>
                  <a:pt x="29468" y="106310"/>
                </a:lnTo>
                <a:lnTo>
                  <a:pt x="28064" y="105375"/>
                </a:lnTo>
                <a:lnTo>
                  <a:pt x="25843" y="106427"/>
                </a:lnTo>
                <a:lnTo>
                  <a:pt x="24710" y="105295"/>
                </a:lnTo>
                <a:lnTo>
                  <a:pt x="25850" y="102817"/>
                </a:lnTo>
                <a:lnTo>
                  <a:pt x="24600" y="101794"/>
                </a:lnTo>
                <a:lnTo>
                  <a:pt x="22349" y="102934"/>
                </a:lnTo>
                <a:lnTo>
                  <a:pt x="21165" y="101750"/>
                </a:lnTo>
                <a:lnTo>
                  <a:pt x="22334" y="99411"/>
                </a:lnTo>
                <a:lnTo>
                  <a:pt x="21165" y="98242"/>
                </a:lnTo>
                <a:lnTo>
                  <a:pt x="18826" y="99411"/>
                </a:lnTo>
                <a:lnTo>
                  <a:pt x="17657" y="98242"/>
                </a:lnTo>
                <a:lnTo>
                  <a:pt x="18826" y="95903"/>
                </a:lnTo>
                <a:lnTo>
                  <a:pt x="17657" y="94734"/>
                </a:lnTo>
                <a:lnTo>
                  <a:pt x="15318" y="95903"/>
                </a:lnTo>
                <a:lnTo>
                  <a:pt x="14149" y="94734"/>
                </a:lnTo>
                <a:lnTo>
                  <a:pt x="15318" y="92395"/>
                </a:lnTo>
                <a:lnTo>
                  <a:pt x="14149" y="91226"/>
                </a:lnTo>
                <a:lnTo>
                  <a:pt x="11810" y="92395"/>
                </a:lnTo>
                <a:lnTo>
                  <a:pt x="10626" y="91211"/>
                </a:lnTo>
                <a:lnTo>
                  <a:pt x="11766" y="88960"/>
                </a:lnTo>
                <a:lnTo>
                  <a:pt x="10743" y="87710"/>
                </a:lnTo>
                <a:lnTo>
                  <a:pt x="8265" y="88850"/>
                </a:lnTo>
                <a:lnTo>
                  <a:pt x="7133" y="87717"/>
                </a:lnTo>
                <a:lnTo>
                  <a:pt x="8185" y="85496"/>
                </a:lnTo>
                <a:lnTo>
                  <a:pt x="7250" y="84093"/>
                </a:lnTo>
                <a:lnTo>
                  <a:pt x="8302" y="81871"/>
                </a:lnTo>
                <a:lnTo>
                  <a:pt x="7359" y="80928"/>
                </a:lnTo>
                <a:lnTo>
                  <a:pt x="4385" y="81717"/>
                </a:lnTo>
                <a:lnTo>
                  <a:pt x="2981" y="78289"/>
                </a:lnTo>
                <a:lnTo>
                  <a:pt x="5481" y="73729"/>
                </a:lnTo>
                <a:lnTo>
                  <a:pt x="4019" y="70316"/>
                </a:lnTo>
                <a:lnTo>
                  <a:pt x="1067" y="71127"/>
                </a:lnTo>
                <a:lnTo>
                  <a:pt x="321" y="70381"/>
                </a:lnTo>
                <a:lnTo>
                  <a:pt x="782" y="67824"/>
                </a:lnTo>
                <a:lnTo>
                  <a:pt x="219" y="63943"/>
                </a:lnTo>
                <a:lnTo>
                  <a:pt x="701" y="60084"/>
                </a:lnTo>
                <a:lnTo>
                  <a:pt x="701" y="54427"/>
                </a:lnTo>
                <a:lnTo>
                  <a:pt x="482" y="52000"/>
                </a:lnTo>
                <a:lnTo>
                  <a:pt x="796" y="48689"/>
                </a:lnTo>
                <a:lnTo>
                  <a:pt x="0" y="43266"/>
                </a:lnTo>
                <a:lnTo>
                  <a:pt x="1037" y="42419"/>
                </a:lnTo>
                <a:lnTo>
                  <a:pt x="4085" y="43047"/>
                </a:lnTo>
                <a:lnTo>
                  <a:pt x="4516" y="41819"/>
                </a:lnTo>
                <a:lnTo>
                  <a:pt x="4209" y="40124"/>
                </a:lnTo>
                <a:lnTo>
                  <a:pt x="4209" y="38304"/>
                </a:lnTo>
                <a:lnTo>
                  <a:pt x="3888" y="36506"/>
                </a:lnTo>
                <a:lnTo>
                  <a:pt x="4480" y="35008"/>
                </a:lnTo>
                <a:lnTo>
                  <a:pt x="3712" y="32676"/>
                </a:lnTo>
                <a:lnTo>
                  <a:pt x="4699" y="31690"/>
                </a:lnTo>
                <a:lnTo>
                  <a:pt x="7345" y="32742"/>
                </a:lnTo>
                <a:lnTo>
                  <a:pt x="8258" y="31368"/>
                </a:lnTo>
                <a:lnTo>
                  <a:pt x="7191" y="29497"/>
                </a:lnTo>
                <a:lnTo>
                  <a:pt x="8170" y="27962"/>
                </a:lnTo>
                <a:lnTo>
                  <a:pt x="7133" y="25748"/>
                </a:lnTo>
                <a:lnTo>
                  <a:pt x="8214" y="24673"/>
                </a:lnTo>
                <a:lnTo>
                  <a:pt x="10845" y="25726"/>
                </a:lnTo>
                <a:lnTo>
                  <a:pt x="11693" y="24461"/>
                </a:lnTo>
                <a:lnTo>
                  <a:pt x="10641" y="22240"/>
                </a:lnTo>
                <a:lnTo>
                  <a:pt x="11715" y="21165"/>
                </a:lnTo>
                <a:lnTo>
                  <a:pt x="14361" y="22218"/>
                </a:lnTo>
                <a:lnTo>
                  <a:pt x="15238" y="20895"/>
                </a:lnTo>
                <a:lnTo>
                  <a:pt x="14149" y="18841"/>
                </a:lnTo>
                <a:lnTo>
                  <a:pt x="15230" y="17555"/>
                </a:lnTo>
                <a:lnTo>
                  <a:pt x="17686" y="18702"/>
                </a:lnTo>
                <a:lnTo>
                  <a:pt x="18834" y="17555"/>
                </a:lnTo>
                <a:lnTo>
                  <a:pt x="17664" y="15253"/>
                </a:lnTo>
                <a:lnTo>
                  <a:pt x="18797" y="14047"/>
                </a:lnTo>
                <a:lnTo>
                  <a:pt x="21172" y="15216"/>
                </a:lnTo>
                <a:lnTo>
                  <a:pt x="22334" y="14054"/>
                </a:lnTo>
                <a:lnTo>
                  <a:pt x="21165" y="11715"/>
                </a:lnTo>
                <a:lnTo>
                  <a:pt x="22334" y="10546"/>
                </a:lnTo>
                <a:lnTo>
                  <a:pt x="24673" y="11715"/>
                </a:lnTo>
                <a:lnTo>
                  <a:pt x="25704" y="10685"/>
                </a:lnTo>
                <a:lnTo>
                  <a:pt x="24732" y="7922"/>
                </a:lnTo>
                <a:lnTo>
                  <a:pt x="26544" y="6884"/>
                </a:lnTo>
                <a:lnTo>
                  <a:pt x="31382" y="8712"/>
                </a:lnTo>
                <a:lnTo>
                  <a:pt x="32515" y="7323"/>
                </a:lnTo>
                <a:lnTo>
                  <a:pt x="31975" y="4195"/>
                </a:lnTo>
                <a:lnTo>
                  <a:pt x="35563" y="3237"/>
                </a:lnTo>
                <a:lnTo>
                  <a:pt x="39510" y="4918"/>
                </a:lnTo>
                <a:lnTo>
                  <a:pt x="42798" y="4114"/>
                </a:lnTo>
                <a:lnTo>
                  <a:pt x="43098" y="4048"/>
                </a:lnTo>
                <a:lnTo>
                  <a:pt x="42535" y="869"/>
                </a:lnTo>
                <a:lnTo>
                  <a:pt x="43200" y="204"/>
                </a:lnTo>
                <a:lnTo>
                  <a:pt x="45707" y="730"/>
                </a:lnTo>
                <a:lnTo>
                  <a:pt x="48433" y="175"/>
                </a:lnTo>
                <a:lnTo>
                  <a:pt x="51145" y="606"/>
                </a:lnTo>
                <a:lnTo>
                  <a:pt x="63592" y="606"/>
                </a:lnTo>
                <a:lnTo>
                  <a:pt x="67677" y="0"/>
                </a:lnTo>
                <a:lnTo>
                  <a:pt x="71127" y="657"/>
                </a:lnTo>
                <a:lnTo>
                  <a:pt x="70615" y="3866"/>
                </a:lnTo>
                <a:lnTo>
                  <a:pt x="71295" y="4545"/>
                </a:lnTo>
                <a:lnTo>
                  <a:pt x="73751" y="3961"/>
                </a:lnTo>
                <a:lnTo>
                  <a:pt x="76528" y="4655"/>
                </a:lnTo>
                <a:lnTo>
                  <a:pt x="79276" y="3413"/>
                </a:lnTo>
                <a:lnTo>
                  <a:pt x="81753" y="4238"/>
                </a:lnTo>
                <a:lnTo>
                  <a:pt x="81067" y="7308"/>
                </a:lnTo>
                <a:lnTo>
                  <a:pt x="81717" y="7951"/>
                </a:lnTo>
                <a:lnTo>
                  <a:pt x="84377" y="7593"/>
                </a:lnTo>
                <a:lnTo>
                  <a:pt x="85627" y="7659"/>
                </a:lnTo>
                <a:lnTo>
                  <a:pt x="87783" y="7250"/>
                </a:lnTo>
                <a:lnTo>
                  <a:pt x="88938" y="7951"/>
                </a:lnTo>
                <a:lnTo>
                  <a:pt x="87929" y="10670"/>
                </a:lnTo>
                <a:lnTo>
                  <a:pt x="88887" y="11620"/>
                </a:lnTo>
                <a:lnTo>
                  <a:pt x="91532" y="10568"/>
                </a:lnTo>
                <a:lnTo>
                  <a:pt x="92409" y="11890"/>
                </a:lnTo>
                <a:lnTo>
                  <a:pt x="91320" y="13944"/>
                </a:lnTo>
                <a:lnTo>
                  <a:pt x="92402" y="15230"/>
                </a:lnTo>
                <a:lnTo>
                  <a:pt x="94858" y="14083"/>
                </a:lnTo>
                <a:lnTo>
                  <a:pt x="95998" y="15223"/>
                </a:lnTo>
                <a:lnTo>
                  <a:pt x="94829" y="17562"/>
                </a:lnTo>
                <a:lnTo>
                  <a:pt x="95998" y="18731"/>
                </a:lnTo>
                <a:lnTo>
                  <a:pt x="98337" y="17562"/>
                </a:lnTo>
                <a:lnTo>
                  <a:pt x="99411" y="18636"/>
                </a:lnTo>
                <a:lnTo>
                  <a:pt x="98359" y="21282"/>
                </a:lnTo>
                <a:lnTo>
                  <a:pt x="99681" y="22159"/>
                </a:lnTo>
                <a:lnTo>
                  <a:pt x="101735" y="21070"/>
                </a:lnTo>
                <a:lnTo>
                  <a:pt x="103021" y="22152"/>
                </a:lnTo>
                <a:lnTo>
                  <a:pt x="101874" y="24607"/>
                </a:lnTo>
                <a:lnTo>
                  <a:pt x="102963" y="25696"/>
                </a:lnTo>
                <a:lnTo>
                  <a:pt x="105484" y="24578"/>
                </a:lnTo>
                <a:lnTo>
                  <a:pt x="106888" y="26398"/>
                </a:lnTo>
                <a:lnTo>
                  <a:pt x="104768" y="31222"/>
                </a:lnTo>
                <a:lnTo>
                  <a:pt x="106354" y="32515"/>
                </a:lnTo>
                <a:lnTo>
                  <a:pt x="109234" y="31741"/>
                </a:lnTo>
                <a:lnTo>
                  <a:pt x="110162" y="33692"/>
                </a:lnTo>
                <a:lnTo>
                  <a:pt x="109446" y="37500"/>
                </a:lnTo>
                <a:lnTo>
                  <a:pt x="109446" y="40043"/>
                </a:lnTo>
                <a:lnTo>
                  <a:pt x="109117" y="41929"/>
                </a:lnTo>
                <a:lnTo>
                  <a:pt x="109636" y="43142"/>
                </a:lnTo>
                <a:lnTo>
                  <a:pt x="112581" y="42331"/>
                </a:lnTo>
                <a:lnTo>
                  <a:pt x="113326" y="43069"/>
                </a:lnTo>
                <a:lnTo>
                  <a:pt x="112873" y="45642"/>
                </a:lnTo>
                <a:lnTo>
                  <a:pt x="113414" y="49530"/>
                </a:lnTo>
                <a:lnTo>
                  <a:pt x="112954" y="53360"/>
                </a:lnTo>
                <a:lnTo>
                  <a:pt x="112954" y="59017"/>
                </a:lnTo>
                <a:lnTo>
                  <a:pt x="113195" y="61465"/>
                </a:lnTo>
                <a:lnTo>
                  <a:pt x="112844" y="64783"/>
                </a:lnTo>
                <a:lnTo>
                  <a:pt x="113663" y="70177"/>
                </a:lnTo>
                <a:lnTo>
                  <a:pt x="112654" y="71003"/>
                </a:lnTo>
                <a:lnTo>
                  <a:pt x="109526" y="70455"/>
                </a:lnTo>
                <a:lnTo>
                  <a:pt x="108905" y="72742"/>
                </a:lnTo>
                <a:lnTo>
                  <a:pt x="109446" y="75709"/>
                </a:lnTo>
                <a:lnTo>
                  <a:pt x="109446" y="78669"/>
                </a:lnTo>
                <a:lnTo>
                  <a:pt x="109760" y="80460"/>
                </a:lnTo>
                <a:lnTo>
                  <a:pt x="109285" y="81703"/>
                </a:lnTo>
                <a:lnTo>
                  <a:pt x="106281" y="80943"/>
                </a:lnTo>
                <a:lnTo>
                  <a:pt x="105353" y="81871"/>
                </a:lnTo>
                <a:lnTo>
                  <a:pt x="106405" y="84093"/>
                </a:lnTo>
                <a:lnTo>
                  <a:pt x="105470" y="85496"/>
                </a:lnTo>
                <a:lnTo>
                  <a:pt x="106522" y="87717"/>
                </a:lnTo>
                <a:lnTo>
                  <a:pt x="105389" y="88850"/>
                </a:lnTo>
                <a:lnTo>
                  <a:pt x="102912" y="87710"/>
                </a:lnTo>
                <a:lnTo>
                  <a:pt x="101889" y="88960"/>
                </a:lnTo>
                <a:lnTo>
                  <a:pt x="103029" y="91211"/>
                </a:lnTo>
                <a:lnTo>
                  <a:pt x="101845" y="92395"/>
                </a:lnTo>
                <a:lnTo>
                  <a:pt x="99506" y="91226"/>
                </a:lnTo>
                <a:lnTo>
                  <a:pt x="98337" y="92395"/>
                </a:lnTo>
                <a:lnTo>
                  <a:pt x="99506" y="94734"/>
                </a:lnTo>
                <a:lnTo>
                  <a:pt x="98337" y="95903"/>
                </a:lnTo>
                <a:lnTo>
                  <a:pt x="95998" y="94734"/>
                </a:lnTo>
                <a:lnTo>
                  <a:pt x="94829" y="95903"/>
                </a:lnTo>
                <a:lnTo>
                  <a:pt x="95998" y="98242"/>
                </a:lnTo>
                <a:lnTo>
                  <a:pt x="94829" y="99411"/>
                </a:lnTo>
                <a:lnTo>
                  <a:pt x="92490" y="98242"/>
                </a:lnTo>
                <a:lnTo>
                  <a:pt x="91320" y="99411"/>
                </a:lnTo>
                <a:lnTo>
                  <a:pt x="92490" y="101750"/>
                </a:lnTo>
                <a:lnTo>
                  <a:pt x="91306" y="102934"/>
                </a:lnTo>
                <a:lnTo>
                  <a:pt x="89055" y="101794"/>
                </a:lnTo>
                <a:lnTo>
                  <a:pt x="87805" y="102817"/>
                </a:lnTo>
                <a:lnTo>
                  <a:pt x="88945" y="105295"/>
                </a:lnTo>
                <a:lnTo>
                  <a:pt x="87812" y="106427"/>
                </a:lnTo>
                <a:lnTo>
                  <a:pt x="85590" y="105375"/>
                </a:lnTo>
                <a:lnTo>
                  <a:pt x="84187" y="106310"/>
                </a:lnTo>
                <a:lnTo>
                  <a:pt x="81966" y="105258"/>
                </a:lnTo>
                <a:lnTo>
                  <a:pt x="81037" y="106186"/>
                </a:lnTo>
                <a:lnTo>
                  <a:pt x="81797" y="109190"/>
                </a:lnTo>
                <a:lnTo>
                  <a:pt x="78362" y="110527"/>
                </a:lnTo>
                <a:lnTo>
                  <a:pt x="73831" y="108079"/>
                </a:lnTo>
                <a:lnTo>
                  <a:pt x="70418" y="109541"/>
                </a:lnTo>
                <a:lnTo>
                  <a:pt x="71229" y="112494"/>
                </a:lnTo>
                <a:lnTo>
                  <a:pt x="70491" y="113232"/>
                </a:lnTo>
                <a:lnTo>
                  <a:pt x="67918" y="112786"/>
                </a:lnTo>
                <a:lnTo>
                  <a:pt x="64023" y="113319"/>
                </a:lnTo>
                <a:lnTo>
                  <a:pt x="60200" y="112859"/>
                </a:lnTo>
                <a:lnTo>
                  <a:pt x="54544" y="112859"/>
                </a:lnTo>
                <a:lnTo>
                  <a:pt x="52095" y="113100"/>
                </a:lnTo>
                <a:lnTo>
                  <a:pt x="48777" y="112749"/>
                </a:lnTo>
                <a:lnTo>
                  <a:pt x="43376" y="1135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5997733" y="8965006"/>
            <a:ext cx="99695" cy="99060"/>
          </a:xfrm>
          <a:custGeom>
            <a:avLst/>
            <a:gdLst/>
            <a:ahLst/>
            <a:cxnLst/>
            <a:rect l="l" t="t" r="r" b="b"/>
            <a:pathLst>
              <a:path w="99694" h="99059">
                <a:moveTo>
                  <a:pt x="67487" y="97790"/>
                </a:moveTo>
                <a:lnTo>
                  <a:pt x="67322" y="97790"/>
                </a:lnTo>
                <a:lnTo>
                  <a:pt x="67322" y="95250"/>
                </a:lnTo>
                <a:lnTo>
                  <a:pt x="32308" y="95250"/>
                </a:lnTo>
                <a:lnTo>
                  <a:pt x="32308" y="97790"/>
                </a:lnTo>
                <a:lnTo>
                  <a:pt x="32131" y="97790"/>
                </a:lnTo>
                <a:lnTo>
                  <a:pt x="32131" y="99060"/>
                </a:lnTo>
                <a:lnTo>
                  <a:pt x="67487" y="99060"/>
                </a:lnTo>
                <a:lnTo>
                  <a:pt x="67487" y="97790"/>
                </a:lnTo>
                <a:close/>
              </a:path>
              <a:path w="99694" h="99059">
                <a:moveTo>
                  <a:pt x="99402" y="33020"/>
                </a:moveTo>
                <a:lnTo>
                  <a:pt x="99085" y="33020"/>
                </a:lnTo>
                <a:lnTo>
                  <a:pt x="99085" y="31750"/>
                </a:lnTo>
                <a:lnTo>
                  <a:pt x="94894" y="31750"/>
                </a:lnTo>
                <a:lnTo>
                  <a:pt x="94894" y="30480"/>
                </a:lnTo>
                <a:lnTo>
                  <a:pt x="95491" y="30480"/>
                </a:lnTo>
                <a:lnTo>
                  <a:pt x="95491" y="29210"/>
                </a:lnTo>
                <a:lnTo>
                  <a:pt x="95605" y="27940"/>
                </a:lnTo>
                <a:lnTo>
                  <a:pt x="94996" y="27940"/>
                </a:lnTo>
                <a:lnTo>
                  <a:pt x="94996" y="26670"/>
                </a:lnTo>
                <a:lnTo>
                  <a:pt x="95719" y="26670"/>
                </a:lnTo>
                <a:lnTo>
                  <a:pt x="95719" y="25400"/>
                </a:lnTo>
                <a:lnTo>
                  <a:pt x="95402" y="25400"/>
                </a:lnTo>
                <a:lnTo>
                  <a:pt x="95402" y="24130"/>
                </a:lnTo>
                <a:lnTo>
                  <a:pt x="93687" y="24130"/>
                </a:lnTo>
                <a:lnTo>
                  <a:pt x="93687" y="25400"/>
                </a:lnTo>
                <a:lnTo>
                  <a:pt x="91897" y="25400"/>
                </a:lnTo>
                <a:lnTo>
                  <a:pt x="91897" y="24130"/>
                </a:lnTo>
                <a:lnTo>
                  <a:pt x="91960" y="21590"/>
                </a:lnTo>
                <a:lnTo>
                  <a:pt x="91706" y="21590"/>
                </a:lnTo>
                <a:lnTo>
                  <a:pt x="91706" y="20320"/>
                </a:lnTo>
                <a:lnTo>
                  <a:pt x="90982" y="20320"/>
                </a:lnTo>
                <a:lnTo>
                  <a:pt x="90982" y="21590"/>
                </a:lnTo>
                <a:lnTo>
                  <a:pt x="88087" y="21590"/>
                </a:lnTo>
                <a:lnTo>
                  <a:pt x="88087" y="20320"/>
                </a:lnTo>
                <a:lnTo>
                  <a:pt x="88303" y="20320"/>
                </a:lnTo>
                <a:lnTo>
                  <a:pt x="88303" y="19050"/>
                </a:lnTo>
                <a:lnTo>
                  <a:pt x="88811" y="19050"/>
                </a:lnTo>
                <a:lnTo>
                  <a:pt x="88811" y="17780"/>
                </a:lnTo>
                <a:lnTo>
                  <a:pt x="88011" y="17780"/>
                </a:lnTo>
                <a:lnTo>
                  <a:pt x="88011" y="16510"/>
                </a:lnTo>
                <a:lnTo>
                  <a:pt x="88493" y="16510"/>
                </a:lnTo>
                <a:lnTo>
                  <a:pt x="88493" y="15240"/>
                </a:lnTo>
                <a:lnTo>
                  <a:pt x="88633" y="15240"/>
                </a:lnTo>
                <a:lnTo>
                  <a:pt x="88633" y="13970"/>
                </a:lnTo>
                <a:lnTo>
                  <a:pt x="85763" y="13970"/>
                </a:lnTo>
                <a:lnTo>
                  <a:pt x="85763" y="15240"/>
                </a:lnTo>
                <a:lnTo>
                  <a:pt x="85242" y="15240"/>
                </a:lnTo>
                <a:lnTo>
                  <a:pt x="85242" y="13970"/>
                </a:lnTo>
                <a:lnTo>
                  <a:pt x="84810" y="13970"/>
                </a:lnTo>
                <a:lnTo>
                  <a:pt x="84810" y="11430"/>
                </a:lnTo>
                <a:lnTo>
                  <a:pt x="84937" y="11430"/>
                </a:lnTo>
                <a:lnTo>
                  <a:pt x="84937" y="10160"/>
                </a:lnTo>
                <a:lnTo>
                  <a:pt x="80327" y="10160"/>
                </a:lnTo>
                <a:lnTo>
                  <a:pt x="80327" y="11430"/>
                </a:lnTo>
                <a:lnTo>
                  <a:pt x="77965" y="11430"/>
                </a:lnTo>
                <a:lnTo>
                  <a:pt x="77965" y="10160"/>
                </a:lnTo>
                <a:lnTo>
                  <a:pt x="77876" y="7620"/>
                </a:lnTo>
                <a:lnTo>
                  <a:pt x="77711" y="7620"/>
                </a:lnTo>
                <a:lnTo>
                  <a:pt x="77711" y="6350"/>
                </a:lnTo>
                <a:lnTo>
                  <a:pt x="76758" y="6350"/>
                </a:lnTo>
                <a:lnTo>
                  <a:pt x="76758" y="7620"/>
                </a:lnTo>
                <a:lnTo>
                  <a:pt x="74117" y="7620"/>
                </a:lnTo>
                <a:lnTo>
                  <a:pt x="74117" y="6350"/>
                </a:lnTo>
                <a:lnTo>
                  <a:pt x="74561" y="6350"/>
                </a:lnTo>
                <a:lnTo>
                  <a:pt x="74561" y="3810"/>
                </a:lnTo>
                <a:lnTo>
                  <a:pt x="67373" y="3810"/>
                </a:lnTo>
                <a:lnTo>
                  <a:pt x="67373" y="0"/>
                </a:lnTo>
                <a:lnTo>
                  <a:pt x="32270" y="0"/>
                </a:lnTo>
                <a:lnTo>
                  <a:pt x="32270" y="3810"/>
                </a:lnTo>
                <a:lnTo>
                  <a:pt x="25120" y="3810"/>
                </a:lnTo>
                <a:lnTo>
                  <a:pt x="25120" y="6350"/>
                </a:lnTo>
                <a:lnTo>
                  <a:pt x="25717" y="6350"/>
                </a:lnTo>
                <a:lnTo>
                  <a:pt x="25717" y="7620"/>
                </a:lnTo>
                <a:lnTo>
                  <a:pt x="23063" y="7620"/>
                </a:lnTo>
                <a:lnTo>
                  <a:pt x="23063" y="6350"/>
                </a:lnTo>
                <a:lnTo>
                  <a:pt x="22148" y="6350"/>
                </a:lnTo>
                <a:lnTo>
                  <a:pt x="22148" y="7620"/>
                </a:lnTo>
                <a:lnTo>
                  <a:pt x="21691" y="7620"/>
                </a:lnTo>
                <a:lnTo>
                  <a:pt x="21691" y="10160"/>
                </a:lnTo>
                <a:lnTo>
                  <a:pt x="21717" y="11430"/>
                </a:lnTo>
                <a:lnTo>
                  <a:pt x="19977" y="11430"/>
                </a:lnTo>
                <a:lnTo>
                  <a:pt x="19977" y="10160"/>
                </a:lnTo>
                <a:lnTo>
                  <a:pt x="18186" y="10160"/>
                </a:lnTo>
                <a:lnTo>
                  <a:pt x="18186" y="11430"/>
                </a:lnTo>
                <a:lnTo>
                  <a:pt x="16598" y="11430"/>
                </a:lnTo>
                <a:lnTo>
                  <a:pt x="16598" y="10160"/>
                </a:lnTo>
                <a:lnTo>
                  <a:pt x="14681" y="10160"/>
                </a:lnTo>
                <a:lnTo>
                  <a:pt x="14681" y="11430"/>
                </a:lnTo>
                <a:lnTo>
                  <a:pt x="14808" y="11430"/>
                </a:lnTo>
                <a:lnTo>
                  <a:pt x="14808" y="13970"/>
                </a:lnTo>
                <a:lnTo>
                  <a:pt x="14401" y="13970"/>
                </a:lnTo>
                <a:lnTo>
                  <a:pt x="14401" y="15240"/>
                </a:lnTo>
                <a:lnTo>
                  <a:pt x="13690" y="15240"/>
                </a:lnTo>
                <a:lnTo>
                  <a:pt x="13690" y="13970"/>
                </a:lnTo>
                <a:lnTo>
                  <a:pt x="10922" y="13970"/>
                </a:lnTo>
                <a:lnTo>
                  <a:pt x="10922" y="15240"/>
                </a:lnTo>
                <a:lnTo>
                  <a:pt x="11074" y="15240"/>
                </a:lnTo>
                <a:lnTo>
                  <a:pt x="11074" y="16510"/>
                </a:lnTo>
                <a:lnTo>
                  <a:pt x="11226" y="16510"/>
                </a:lnTo>
                <a:lnTo>
                  <a:pt x="11226" y="17780"/>
                </a:lnTo>
                <a:lnTo>
                  <a:pt x="11239" y="19050"/>
                </a:lnTo>
                <a:lnTo>
                  <a:pt x="11430" y="19050"/>
                </a:lnTo>
                <a:lnTo>
                  <a:pt x="11430" y="20320"/>
                </a:lnTo>
                <a:lnTo>
                  <a:pt x="11391" y="21590"/>
                </a:lnTo>
                <a:lnTo>
                  <a:pt x="7645" y="21590"/>
                </a:lnTo>
                <a:lnTo>
                  <a:pt x="7645" y="24130"/>
                </a:lnTo>
                <a:lnTo>
                  <a:pt x="7759" y="25400"/>
                </a:lnTo>
                <a:lnTo>
                  <a:pt x="5943" y="25400"/>
                </a:lnTo>
                <a:lnTo>
                  <a:pt x="5943" y="24130"/>
                </a:lnTo>
                <a:lnTo>
                  <a:pt x="4241" y="24130"/>
                </a:lnTo>
                <a:lnTo>
                  <a:pt x="4241" y="25400"/>
                </a:lnTo>
                <a:lnTo>
                  <a:pt x="3543" y="25400"/>
                </a:lnTo>
                <a:lnTo>
                  <a:pt x="3543" y="26670"/>
                </a:lnTo>
                <a:lnTo>
                  <a:pt x="3619" y="27940"/>
                </a:lnTo>
                <a:lnTo>
                  <a:pt x="4254" y="27940"/>
                </a:lnTo>
                <a:lnTo>
                  <a:pt x="4254" y="29210"/>
                </a:lnTo>
                <a:lnTo>
                  <a:pt x="4889" y="29210"/>
                </a:lnTo>
                <a:lnTo>
                  <a:pt x="4889" y="30480"/>
                </a:lnTo>
                <a:lnTo>
                  <a:pt x="4457" y="30480"/>
                </a:lnTo>
                <a:lnTo>
                  <a:pt x="4457" y="31750"/>
                </a:lnTo>
                <a:lnTo>
                  <a:pt x="0" y="31750"/>
                </a:lnTo>
                <a:lnTo>
                  <a:pt x="0" y="33020"/>
                </a:lnTo>
                <a:lnTo>
                  <a:pt x="177" y="33020"/>
                </a:lnTo>
                <a:lnTo>
                  <a:pt x="177" y="34290"/>
                </a:lnTo>
                <a:lnTo>
                  <a:pt x="508" y="34290"/>
                </a:lnTo>
                <a:lnTo>
                  <a:pt x="508" y="36830"/>
                </a:lnTo>
                <a:lnTo>
                  <a:pt x="838" y="36830"/>
                </a:lnTo>
                <a:lnTo>
                  <a:pt x="838" y="38100"/>
                </a:lnTo>
                <a:lnTo>
                  <a:pt x="431" y="38100"/>
                </a:lnTo>
                <a:lnTo>
                  <a:pt x="431" y="43180"/>
                </a:lnTo>
                <a:lnTo>
                  <a:pt x="355" y="48260"/>
                </a:lnTo>
                <a:lnTo>
                  <a:pt x="711" y="48260"/>
                </a:lnTo>
                <a:lnTo>
                  <a:pt x="711" y="62230"/>
                </a:lnTo>
                <a:lnTo>
                  <a:pt x="431" y="62230"/>
                </a:lnTo>
                <a:lnTo>
                  <a:pt x="431" y="64770"/>
                </a:lnTo>
                <a:lnTo>
                  <a:pt x="317" y="66040"/>
                </a:lnTo>
                <a:lnTo>
                  <a:pt x="660" y="66040"/>
                </a:lnTo>
                <a:lnTo>
                  <a:pt x="660" y="67310"/>
                </a:lnTo>
                <a:lnTo>
                  <a:pt x="3556" y="67310"/>
                </a:lnTo>
                <a:lnTo>
                  <a:pt x="3556" y="66040"/>
                </a:lnTo>
                <a:lnTo>
                  <a:pt x="4013" y="66040"/>
                </a:lnTo>
                <a:lnTo>
                  <a:pt x="4013" y="67310"/>
                </a:lnTo>
                <a:lnTo>
                  <a:pt x="4279" y="67310"/>
                </a:lnTo>
                <a:lnTo>
                  <a:pt x="4279" y="69850"/>
                </a:lnTo>
                <a:lnTo>
                  <a:pt x="4279" y="71120"/>
                </a:lnTo>
                <a:lnTo>
                  <a:pt x="4076" y="71120"/>
                </a:lnTo>
                <a:lnTo>
                  <a:pt x="4076" y="73660"/>
                </a:lnTo>
                <a:lnTo>
                  <a:pt x="4622" y="73660"/>
                </a:lnTo>
                <a:lnTo>
                  <a:pt x="4622" y="74930"/>
                </a:lnTo>
                <a:lnTo>
                  <a:pt x="4889" y="74930"/>
                </a:lnTo>
                <a:lnTo>
                  <a:pt x="4889" y="73660"/>
                </a:lnTo>
                <a:lnTo>
                  <a:pt x="7988" y="73660"/>
                </a:lnTo>
                <a:lnTo>
                  <a:pt x="7988" y="74930"/>
                </a:lnTo>
                <a:lnTo>
                  <a:pt x="7734" y="74930"/>
                </a:lnTo>
                <a:lnTo>
                  <a:pt x="7734" y="76200"/>
                </a:lnTo>
                <a:lnTo>
                  <a:pt x="7150" y="76200"/>
                </a:lnTo>
                <a:lnTo>
                  <a:pt x="7150" y="77470"/>
                </a:lnTo>
                <a:lnTo>
                  <a:pt x="11531" y="77470"/>
                </a:lnTo>
                <a:lnTo>
                  <a:pt x="11531" y="78740"/>
                </a:lnTo>
                <a:lnTo>
                  <a:pt x="11722" y="78740"/>
                </a:lnTo>
                <a:lnTo>
                  <a:pt x="11722" y="80010"/>
                </a:lnTo>
                <a:lnTo>
                  <a:pt x="11201" y="80010"/>
                </a:lnTo>
                <a:lnTo>
                  <a:pt x="11201" y="81280"/>
                </a:lnTo>
                <a:lnTo>
                  <a:pt x="10439" y="81280"/>
                </a:lnTo>
                <a:lnTo>
                  <a:pt x="10439" y="83820"/>
                </a:lnTo>
                <a:lnTo>
                  <a:pt x="11264" y="83820"/>
                </a:lnTo>
                <a:lnTo>
                  <a:pt x="11264" y="85090"/>
                </a:lnTo>
                <a:lnTo>
                  <a:pt x="12941" y="85090"/>
                </a:lnTo>
                <a:lnTo>
                  <a:pt x="12941" y="83820"/>
                </a:lnTo>
                <a:lnTo>
                  <a:pt x="14770" y="83820"/>
                </a:lnTo>
                <a:lnTo>
                  <a:pt x="14770" y="85090"/>
                </a:lnTo>
                <a:lnTo>
                  <a:pt x="14668" y="87630"/>
                </a:lnTo>
                <a:lnTo>
                  <a:pt x="15341" y="87630"/>
                </a:lnTo>
                <a:lnTo>
                  <a:pt x="15341" y="88900"/>
                </a:lnTo>
                <a:lnTo>
                  <a:pt x="15621" y="88900"/>
                </a:lnTo>
                <a:lnTo>
                  <a:pt x="15621" y="87630"/>
                </a:lnTo>
                <a:lnTo>
                  <a:pt x="22085" y="87630"/>
                </a:lnTo>
                <a:lnTo>
                  <a:pt x="22085" y="88900"/>
                </a:lnTo>
                <a:lnTo>
                  <a:pt x="21551" y="88900"/>
                </a:lnTo>
                <a:lnTo>
                  <a:pt x="21551" y="91440"/>
                </a:lnTo>
                <a:lnTo>
                  <a:pt x="25412" y="91440"/>
                </a:lnTo>
                <a:lnTo>
                  <a:pt x="25412" y="93980"/>
                </a:lnTo>
                <a:lnTo>
                  <a:pt x="24765" y="93980"/>
                </a:lnTo>
                <a:lnTo>
                  <a:pt x="24765" y="95250"/>
                </a:lnTo>
                <a:lnTo>
                  <a:pt x="31940" y="95250"/>
                </a:lnTo>
                <a:lnTo>
                  <a:pt x="31940" y="93980"/>
                </a:lnTo>
                <a:lnTo>
                  <a:pt x="67691" y="93980"/>
                </a:lnTo>
                <a:lnTo>
                  <a:pt x="67691" y="95250"/>
                </a:lnTo>
                <a:lnTo>
                  <a:pt x="68465" y="95250"/>
                </a:lnTo>
                <a:lnTo>
                  <a:pt x="68465" y="93980"/>
                </a:lnTo>
                <a:lnTo>
                  <a:pt x="71374" y="93980"/>
                </a:lnTo>
                <a:lnTo>
                  <a:pt x="71374" y="95250"/>
                </a:lnTo>
                <a:lnTo>
                  <a:pt x="71843" y="95250"/>
                </a:lnTo>
                <a:lnTo>
                  <a:pt x="71843" y="93980"/>
                </a:lnTo>
                <a:lnTo>
                  <a:pt x="74180" y="93980"/>
                </a:lnTo>
                <a:lnTo>
                  <a:pt x="74180" y="91440"/>
                </a:lnTo>
                <a:lnTo>
                  <a:pt x="78003" y="91440"/>
                </a:lnTo>
                <a:lnTo>
                  <a:pt x="78003" y="88900"/>
                </a:lnTo>
                <a:lnTo>
                  <a:pt x="77482" y="88900"/>
                </a:lnTo>
                <a:lnTo>
                  <a:pt x="77482" y="87630"/>
                </a:lnTo>
                <a:lnTo>
                  <a:pt x="81851" y="87630"/>
                </a:lnTo>
                <a:lnTo>
                  <a:pt x="81851" y="88900"/>
                </a:lnTo>
                <a:lnTo>
                  <a:pt x="84543" y="88900"/>
                </a:lnTo>
                <a:lnTo>
                  <a:pt x="84543" y="87630"/>
                </a:lnTo>
                <a:lnTo>
                  <a:pt x="84988" y="87630"/>
                </a:lnTo>
                <a:lnTo>
                  <a:pt x="84988" y="85090"/>
                </a:lnTo>
                <a:lnTo>
                  <a:pt x="84874" y="83820"/>
                </a:lnTo>
                <a:lnTo>
                  <a:pt x="86702" y="83820"/>
                </a:lnTo>
                <a:lnTo>
                  <a:pt x="86702" y="85090"/>
                </a:lnTo>
                <a:lnTo>
                  <a:pt x="88392" y="85090"/>
                </a:lnTo>
                <a:lnTo>
                  <a:pt x="88392" y="83820"/>
                </a:lnTo>
                <a:lnTo>
                  <a:pt x="88544" y="83820"/>
                </a:lnTo>
                <a:lnTo>
                  <a:pt x="88544" y="81280"/>
                </a:lnTo>
                <a:lnTo>
                  <a:pt x="88417" y="81280"/>
                </a:lnTo>
                <a:lnTo>
                  <a:pt x="88417" y="80010"/>
                </a:lnTo>
                <a:lnTo>
                  <a:pt x="88290" y="80010"/>
                </a:lnTo>
                <a:lnTo>
                  <a:pt x="88290" y="78740"/>
                </a:lnTo>
                <a:lnTo>
                  <a:pt x="88125" y="78740"/>
                </a:lnTo>
                <a:lnTo>
                  <a:pt x="88125" y="77470"/>
                </a:lnTo>
                <a:lnTo>
                  <a:pt x="92278" y="77470"/>
                </a:lnTo>
                <a:lnTo>
                  <a:pt x="92278" y="76200"/>
                </a:lnTo>
                <a:lnTo>
                  <a:pt x="91846" y="76200"/>
                </a:lnTo>
                <a:lnTo>
                  <a:pt x="91846" y="74930"/>
                </a:lnTo>
                <a:lnTo>
                  <a:pt x="91516" y="74930"/>
                </a:lnTo>
                <a:lnTo>
                  <a:pt x="91516" y="73660"/>
                </a:lnTo>
                <a:lnTo>
                  <a:pt x="94792" y="73660"/>
                </a:lnTo>
                <a:lnTo>
                  <a:pt x="94792" y="74930"/>
                </a:lnTo>
                <a:lnTo>
                  <a:pt x="95211" y="74930"/>
                </a:lnTo>
                <a:lnTo>
                  <a:pt x="95211" y="73660"/>
                </a:lnTo>
                <a:lnTo>
                  <a:pt x="95631" y="73660"/>
                </a:lnTo>
                <a:lnTo>
                  <a:pt x="95631" y="71120"/>
                </a:lnTo>
                <a:lnTo>
                  <a:pt x="95415" y="71120"/>
                </a:lnTo>
                <a:lnTo>
                  <a:pt x="95415" y="69850"/>
                </a:lnTo>
                <a:lnTo>
                  <a:pt x="95275" y="69850"/>
                </a:lnTo>
                <a:lnTo>
                  <a:pt x="95275" y="67310"/>
                </a:lnTo>
                <a:lnTo>
                  <a:pt x="95631" y="67310"/>
                </a:lnTo>
                <a:lnTo>
                  <a:pt x="95631" y="66040"/>
                </a:lnTo>
                <a:lnTo>
                  <a:pt x="96088" y="66040"/>
                </a:lnTo>
                <a:lnTo>
                  <a:pt x="96088" y="67310"/>
                </a:lnTo>
                <a:lnTo>
                  <a:pt x="98983" y="67310"/>
                </a:lnTo>
                <a:lnTo>
                  <a:pt x="98983" y="66040"/>
                </a:lnTo>
                <a:lnTo>
                  <a:pt x="99326" y="66040"/>
                </a:lnTo>
                <a:lnTo>
                  <a:pt x="99326" y="64770"/>
                </a:lnTo>
                <a:lnTo>
                  <a:pt x="99212" y="62230"/>
                </a:lnTo>
                <a:lnTo>
                  <a:pt x="98933" y="62230"/>
                </a:lnTo>
                <a:lnTo>
                  <a:pt x="98933" y="48260"/>
                </a:lnTo>
                <a:lnTo>
                  <a:pt x="98933" y="43180"/>
                </a:lnTo>
                <a:lnTo>
                  <a:pt x="98933" y="38100"/>
                </a:lnTo>
                <a:lnTo>
                  <a:pt x="98933" y="36830"/>
                </a:lnTo>
                <a:lnTo>
                  <a:pt x="99136" y="36830"/>
                </a:lnTo>
                <a:lnTo>
                  <a:pt x="99136" y="34290"/>
                </a:lnTo>
                <a:lnTo>
                  <a:pt x="99402" y="34290"/>
                </a:lnTo>
                <a:lnTo>
                  <a:pt x="99402" y="330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5794369" y="897153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52" y="85510"/>
                </a:moveTo>
                <a:lnTo>
                  <a:pt x="55209" y="84911"/>
                </a:lnTo>
                <a:lnTo>
                  <a:pt x="30184" y="84911"/>
                </a:lnTo>
                <a:lnTo>
                  <a:pt x="27049" y="85503"/>
                </a:lnTo>
                <a:lnTo>
                  <a:pt x="24798" y="84801"/>
                </a:lnTo>
                <a:lnTo>
                  <a:pt x="25463" y="81710"/>
                </a:lnTo>
                <a:lnTo>
                  <a:pt x="24571" y="80818"/>
                </a:lnTo>
                <a:lnTo>
                  <a:pt x="22349" y="81871"/>
                </a:lnTo>
                <a:lnTo>
                  <a:pt x="20946" y="80935"/>
                </a:lnTo>
                <a:lnTo>
                  <a:pt x="18724" y="81988"/>
                </a:lnTo>
                <a:lnTo>
                  <a:pt x="17621" y="80884"/>
                </a:lnTo>
                <a:lnTo>
                  <a:pt x="18717" y="78319"/>
                </a:lnTo>
                <a:lnTo>
                  <a:pt x="17453" y="77390"/>
                </a:lnTo>
                <a:lnTo>
                  <a:pt x="15223" y="78487"/>
                </a:lnTo>
                <a:lnTo>
                  <a:pt x="14142" y="77405"/>
                </a:lnTo>
                <a:lnTo>
                  <a:pt x="15194" y="74759"/>
                </a:lnTo>
                <a:lnTo>
                  <a:pt x="13930" y="73919"/>
                </a:lnTo>
                <a:lnTo>
                  <a:pt x="11708" y="74971"/>
                </a:lnTo>
                <a:lnTo>
                  <a:pt x="10539" y="73802"/>
                </a:lnTo>
                <a:lnTo>
                  <a:pt x="11708" y="71463"/>
                </a:lnTo>
                <a:lnTo>
                  <a:pt x="10539" y="70294"/>
                </a:lnTo>
                <a:lnTo>
                  <a:pt x="8200" y="71463"/>
                </a:lnTo>
                <a:lnTo>
                  <a:pt x="7030" y="70294"/>
                </a:lnTo>
                <a:lnTo>
                  <a:pt x="8200" y="67955"/>
                </a:lnTo>
                <a:lnTo>
                  <a:pt x="7111" y="66866"/>
                </a:lnTo>
                <a:lnTo>
                  <a:pt x="4502" y="67941"/>
                </a:lnTo>
                <a:lnTo>
                  <a:pt x="3223" y="66106"/>
                </a:lnTo>
                <a:lnTo>
                  <a:pt x="5254" y="61290"/>
                </a:lnTo>
                <a:lnTo>
                  <a:pt x="3785" y="60091"/>
                </a:lnTo>
                <a:lnTo>
                  <a:pt x="701" y="60683"/>
                </a:lnTo>
                <a:lnTo>
                  <a:pt x="0" y="58469"/>
                </a:lnTo>
                <a:lnTo>
                  <a:pt x="599" y="55326"/>
                </a:lnTo>
                <a:lnTo>
                  <a:pt x="599" y="30301"/>
                </a:lnTo>
                <a:lnTo>
                  <a:pt x="0" y="27158"/>
                </a:lnTo>
                <a:lnTo>
                  <a:pt x="716" y="24907"/>
                </a:lnTo>
                <a:lnTo>
                  <a:pt x="3800" y="25580"/>
                </a:lnTo>
                <a:lnTo>
                  <a:pt x="4436" y="24936"/>
                </a:lnTo>
                <a:lnTo>
                  <a:pt x="4085" y="22276"/>
                </a:lnTo>
                <a:lnTo>
                  <a:pt x="4136" y="21129"/>
                </a:lnTo>
                <a:lnTo>
                  <a:pt x="3742" y="18746"/>
                </a:lnTo>
                <a:lnTo>
                  <a:pt x="4545" y="17672"/>
                </a:lnTo>
                <a:lnTo>
                  <a:pt x="7089" y="18783"/>
                </a:lnTo>
                <a:lnTo>
                  <a:pt x="8105" y="17767"/>
                </a:lnTo>
                <a:lnTo>
                  <a:pt x="7052" y="15121"/>
                </a:lnTo>
                <a:lnTo>
                  <a:pt x="8273" y="14310"/>
                </a:lnTo>
                <a:lnTo>
                  <a:pt x="10612" y="15318"/>
                </a:lnTo>
                <a:lnTo>
                  <a:pt x="11693" y="14120"/>
                </a:lnTo>
                <a:lnTo>
                  <a:pt x="10524" y="11839"/>
                </a:lnTo>
                <a:lnTo>
                  <a:pt x="11613" y="10750"/>
                </a:lnTo>
                <a:lnTo>
                  <a:pt x="14259" y="11803"/>
                </a:lnTo>
                <a:lnTo>
                  <a:pt x="15099" y="10539"/>
                </a:lnTo>
                <a:lnTo>
                  <a:pt x="14047" y="8317"/>
                </a:lnTo>
                <a:lnTo>
                  <a:pt x="15216" y="7147"/>
                </a:lnTo>
                <a:lnTo>
                  <a:pt x="17555" y="8317"/>
                </a:lnTo>
                <a:lnTo>
                  <a:pt x="18629" y="7242"/>
                </a:lnTo>
                <a:lnTo>
                  <a:pt x="17577" y="4597"/>
                </a:lnTo>
                <a:lnTo>
                  <a:pt x="18958" y="3683"/>
                </a:lnTo>
                <a:lnTo>
                  <a:pt x="20815" y="4743"/>
                </a:lnTo>
                <a:lnTo>
                  <a:pt x="22357" y="3785"/>
                </a:lnTo>
                <a:lnTo>
                  <a:pt x="24579" y="4801"/>
                </a:lnTo>
                <a:lnTo>
                  <a:pt x="25646" y="3734"/>
                </a:lnTo>
                <a:lnTo>
                  <a:pt x="24593" y="1088"/>
                </a:lnTo>
                <a:lnTo>
                  <a:pt x="25850" y="255"/>
                </a:lnTo>
                <a:lnTo>
                  <a:pt x="27838" y="913"/>
                </a:lnTo>
                <a:lnTo>
                  <a:pt x="31712" y="0"/>
                </a:lnTo>
                <a:lnTo>
                  <a:pt x="36053" y="716"/>
                </a:lnTo>
                <a:lnTo>
                  <a:pt x="55246" y="716"/>
                </a:lnTo>
                <a:lnTo>
                  <a:pt x="58308" y="146"/>
                </a:lnTo>
                <a:lnTo>
                  <a:pt x="60581" y="818"/>
                </a:lnTo>
                <a:lnTo>
                  <a:pt x="59938" y="3924"/>
                </a:lnTo>
                <a:lnTo>
                  <a:pt x="60822" y="4809"/>
                </a:lnTo>
                <a:lnTo>
                  <a:pt x="63044" y="3756"/>
                </a:lnTo>
                <a:lnTo>
                  <a:pt x="64447" y="4692"/>
                </a:lnTo>
                <a:lnTo>
                  <a:pt x="66669" y="3639"/>
                </a:lnTo>
                <a:lnTo>
                  <a:pt x="67773" y="4743"/>
                </a:lnTo>
                <a:lnTo>
                  <a:pt x="66676" y="7308"/>
                </a:lnTo>
                <a:lnTo>
                  <a:pt x="67941" y="8236"/>
                </a:lnTo>
                <a:lnTo>
                  <a:pt x="70170" y="7140"/>
                </a:lnTo>
                <a:lnTo>
                  <a:pt x="71251" y="8222"/>
                </a:lnTo>
                <a:lnTo>
                  <a:pt x="70199" y="10867"/>
                </a:lnTo>
                <a:lnTo>
                  <a:pt x="71463" y="11708"/>
                </a:lnTo>
                <a:lnTo>
                  <a:pt x="73685" y="10655"/>
                </a:lnTo>
                <a:lnTo>
                  <a:pt x="74855" y="11825"/>
                </a:lnTo>
                <a:lnTo>
                  <a:pt x="73685" y="14164"/>
                </a:lnTo>
                <a:lnTo>
                  <a:pt x="74855" y="15333"/>
                </a:lnTo>
                <a:lnTo>
                  <a:pt x="77193" y="14164"/>
                </a:lnTo>
                <a:lnTo>
                  <a:pt x="78363" y="15333"/>
                </a:lnTo>
                <a:lnTo>
                  <a:pt x="77193" y="17672"/>
                </a:lnTo>
                <a:lnTo>
                  <a:pt x="78282" y="18761"/>
                </a:lnTo>
                <a:lnTo>
                  <a:pt x="80891" y="17686"/>
                </a:lnTo>
                <a:lnTo>
                  <a:pt x="82170" y="19521"/>
                </a:lnTo>
                <a:lnTo>
                  <a:pt x="80139" y="24337"/>
                </a:lnTo>
                <a:lnTo>
                  <a:pt x="81600" y="25529"/>
                </a:lnTo>
                <a:lnTo>
                  <a:pt x="84692" y="24944"/>
                </a:lnTo>
                <a:lnTo>
                  <a:pt x="85386" y="27158"/>
                </a:lnTo>
                <a:lnTo>
                  <a:pt x="84794" y="30294"/>
                </a:lnTo>
                <a:lnTo>
                  <a:pt x="84794" y="42813"/>
                </a:lnTo>
                <a:lnTo>
                  <a:pt x="84794" y="55326"/>
                </a:lnTo>
                <a:lnTo>
                  <a:pt x="85386" y="58469"/>
                </a:lnTo>
                <a:lnTo>
                  <a:pt x="84677" y="60712"/>
                </a:lnTo>
                <a:lnTo>
                  <a:pt x="81593" y="60047"/>
                </a:lnTo>
                <a:lnTo>
                  <a:pt x="80702" y="60939"/>
                </a:lnTo>
                <a:lnTo>
                  <a:pt x="81754" y="63161"/>
                </a:lnTo>
                <a:lnTo>
                  <a:pt x="80819" y="64564"/>
                </a:lnTo>
                <a:lnTo>
                  <a:pt x="81871" y="66786"/>
                </a:lnTo>
                <a:lnTo>
                  <a:pt x="80767" y="67889"/>
                </a:lnTo>
                <a:lnTo>
                  <a:pt x="78202" y="66793"/>
                </a:lnTo>
                <a:lnTo>
                  <a:pt x="77274" y="68057"/>
                </a:lnTo>
                <a:lnTo>
                  <a:pt x="78370" y="70287"/>
                </a:lnTo>
                <a:lnTo>
                  <a:pt x="77288" y="71368"/>
                </a:lnTo>
                <a:lnTo>
                  <a:pt x="74643" y="70316"/>
                </a:lnTo>
                <a:lnTo>
                  <a:pt x="73802" y="71580"/>
                </a:lnTo>
                <a:lnTo>
                  <a:pt x="74855" y="73802"/>
                </a:lnTo>
                <a:lnTo>
                  <a:pt x="73685" y="74971"/>
                </a:lnTo>
                <a:lnTo>
                  <a:pt x="71347" y="73802"/>
                </a:lnTo>
                <a:lnTo>
                  <a:pt x="70177" y="74971"/>
                </a:lnTo>
                <a:lnTo>
                  <a:pt x="71347" y="77310"/>
                </a:lnTo>
                <a:lnTo>
                  <a:pt x="70177" y="78479"/>
                </a:lnTo>
                <a:lnTo>
                  <a:pt x="67839" y="77310"/>
                </a:lnTo>
                <a:lnTo>
                  <a:pt x="66750" y="78399"/>
                </a:lnTo>
                <a:lnTo>
                  <a:pt x="67824" y="81008"/>
                </a:lnTo>
                <a:lnTo>
                  <a:pt x="65989" y="82287"/>
                </a:lnTo>
                <a:lnTo>
                  <a:pt x="61173" y="80255"/>
                </a:lnTo>
                <a:lnTo>
                  <a:pt x="59974" y="81724"/>
                </a:lnTo>
                <a:lnTo>
                  <a:pt x="60566" y="84809"/>
                </a:lnTo>
                <a:lnTo>
                  <a:pt x="58352" y="855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2" name="object 22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5590752" y="8978789"/>
            <a:ext cx="71493" cy="71222"/>
          </a:xfrm>
          <a:prstGeom prst="rect">
            <a:avLst/>
          </a:prstGeom>
        </p:spPr>
      </p:pic>
      <p:sp>
        <p:nvSpPr>
          <p:cNvPr id="223" name="object 223"/>
          <p:cNvSpPr/>
          <p:nvPr/>
        </p:nvSpPr>
        <p:spPr>
          <a:xfrm>
            <a:off x="15387556" y="8985520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6895" y="57343"/>
                </a:moveTo>
                <a:lnTo>
                  <a:pt x="24396" y="56722"/>
                </a:lnTo>
                <a:lnTo>
                  <a:pt x="21940" y="57307"/>
                </a:lnTo>
                <a:lnTo>
                  <a:pt x="21180" y="56546"/>
                </a:lnTo>
                <a:lnTo>
                  <a:pt x="21896" y="53506"/>
                </a:lnTo>
                <a:lnTo>
                  <a:pt x="20281" y="52929"/>
                </a:lnTo>
                <a:lnTo>
                  <a:pt x="15253" y="54295"/>
                </a:lnTo>
                <a:lnTo>
                  <a:pt x="14215" y="53031"/>
                </a:lnTo>
                <a:lnTo>
                  <a:pt x="14843" y="49983"/>
                </a:lnTo>
                <a:lnTo>
                  <a:pt x="13038" y="49355"/>
                </a:lnTo>
                <a:lnTo>
                  <a:pt x="8536" y="50875"/>
                </a:lnTo>
                <a:lnTo>
                  <a:pt x="6424" y="48858"/>
                </a:lnTo>
                <a:lnTo>
                  <a:pt x="8076" y="44246"/>
                </a:lnTo>
                <a:lnTo>
                  <a:pt x="7286" y="42397"/>
                </a:lnTo>
                <a:lnTo>
                  <a:pt x="4334" y="43208"/>
                </a:lnTo>
                <a:lnTo>
                  <a:pt x="3427" y="42295"/>
                </a:lnTo>
                <a:lnTo>
                  <a:pt x="4334" y="40044"/>
                </a:lnTo>
                <a:lnTo>
                  <a:pt x="3610" y="38626"/>
                </a:lnTo>
                <a:lnTo>
                  <a:pt x="4516" y="36375"/>
                </a:lnTo>
                <a:lnTo>
                  <a:pt x="3478" y="35337"/>
                </a:lnTo>
                <a:lnTo>
                  <a:pt x="833" y="36389"/>
                </a:lnTo>
                <a:lnTo>
                  <a:pt x="65" y="35227"/>
                </a:lnTo>
                <a:lnTo>
                  <a:pt x="533" y="33056"/>
                </a:lnTo>
                <a:lnTo>
                  <a:pt x="0" y="27166"/>
                </a:lnTo>
                <a:lnTo>
                  <a:pt x="613" y="24681"/>
                </a:lnTo>
                <a:lnTo>
                  <a:pt x="29" y="22225"/>
                </a:lnTo>
                <a:lnTo>
                  <a:pt x="847" y="21407"/>
                </a:lnTo>
                <a:lnTo>
                  <a:pt x="3756" y="22254"/>
                </a:lnTo>
                <a:lnTo>
                  <a:pt x="4553" y="20530"/>
                </a:lnTo>
                <a:lnTo>
                  <a:pt x="2952" y="15611"/>
                </a:lnTo>
                <a:lnTo>
                  <a:pt x="4392" y="14434"/>
                </a:lnTo>
                <a:lnTo>
                  <a:pt x="7257" y="15231"/>
                </a:lnTo>
                <a:lnTo>
                  <a:pt x="8149" y="13411"/>
                </a:lnTo>
                <a:lnTo>
                  <a:pt x="6402" y="8741"/>
                </a:lnTo>
                <a:lnTo>
                  <a:pt x="8638" y="6709"/>
                </a:lnTo>
                <a:lnTo>
                  <a:pt x="13521" y="8953"/>
                </a:lnTo>
                <a:lnTo>
                  <a:pt x="14770" y="7425"/>
                </a:lnTo>
                <a:lnTo>
                  <a:pt x="14142" y="4377"/>
                </a:lnTo>
                <a:lnTo>
                  <a:pt x="15370" y="3946"/>
                </a:lnTo>
                <a:lnTo>
                  <a:pt x="17065" y="4253"/>
                </a:lnTo>
                <a:lnTo>
                  <a:pt x="18980" y="4253"/>
                </a:lnTo>
                <a:lnTo>
                  <a:pt x="20573" y="4545"/>
                </a:lnTo>
                <a:lnTo>
                  <a:pt x="21509" y="4268"/>
                </a:lnTo>
                <a:lnTo>
                  <a:pt x="21757" y="4195"/>
                </a:lnTo>
                <a:lnTo>
                  <a:pt x="21268" y="796"/>
                </a:lnTo>
                <a:lnTo>
                  <a:pt x="23475" y="453"/>
                </a:lnTo>
                <a:lnTo>
                  <a:pt x="26559" y="438"/>
                </a:lnTo>
                <a:lnTo>
                  <a:pt x="29614" y="935"/>
                </a:lnTo>
                <a:lnTo>
                  <a:pt x="34920" y="0"/>
                </a:lnTo>
                <a:lnTo>
                  <a:pt x="35856" y="1147"/>
                </a:lnTo>
                <a:lnTo>
                  <a:pt x="35132" y="4092"/>
                </a:lnTo>
                <a:lnTo>
                  <a:pt x="36799" y="4809"/>
                </a:lnTo>
                <a:lnTo>
                  <a:pt x="41747" y="3281"/>
                </a:lnTo>
                <a:lnTo>
                  <a:pt x="42836" y="4604"/>
                </a:lnTo>
                <a:lnTo>
                  <a:pt x="42207" y="7652"/>
                </a:lnTo>
                <a:lnTo>
                  <a:pt x="43990" y="8273"/>
                </a:lnTo>
                <a:lnTo>
                  <a:pt x="48544" y="6767"/>
                </a:lnTo>
                <a:lnTo>
                  <a:pt x="49903" y="8098"/>
                </a:lnTo>
                <a:lnTo>
                  <a:pt x="49545" y="10780"/>
                </a:lnTo>
                <a:lnTo>
                  <a:pt x="49603" y="11796"/>
                </a:lnTo>
                <a:lnTo>
                  <a:pt x="49245" y="14456"/>
                </a:lnTo>
                <a:lnTo>
                  <a:pt x="49947" y="15158"/>
                </a:lnTo>
                <a:lnTo>
                  <a:pt x="52885" y="14339"/>
                </a:lnTo>
                <a:lnTo>
                  <a:pt x="53484" y="15706"/>
                </a:lnTo>
                <a:lnTo>
                  <a:pt x="52899" y="17299"/>
                </a:lnTo>
                <a:lnTo>
                  <a:pt x="53192" y="18885"/>
                </a:lnTo>
                <a:lnTo>
                  <a:pt x="52688" y="21406"/>
                </a:lnTo>
                <a:lnTo>
                  <a:pt x="53572" y="22284"/>
                </a:lnTo>
                <a:lnTo>
                  <a:pt x="56218" y="21231"/>
                </a:lnTo>
                <a:lnTo>
                  <a:pt x="56985" y="22393"/>
                </a:lnTo>
                <a:lnTo>
                  <a:pt x="56517" y="24571"/>
                </a:lnTo>
                <a:lnTo>
                  <a:pt x="57058" y="30440"/>
                </a:lnTo>
                <a:lnTo>
                  <a:pt x="56437" y="32940"/>
                </a:lnTo>
                <a:lnTo>
                  <a:pt x="57022" y="35395"/>
                </a:lnTo>
                <a:lnTo>
                  <a:pt x="56262" y="36148"/>
                </a:lnTo>
                <a:lnTo>
                  <a:pt x="53221" y="35439"/>
                </a:lnTo>
                <a:lnTo>
                  <a:pt x="52644" y="37047"/>
                </a:lnTo>
                <a:lnTo>
                  <a:pt x="54010" y="42083"/>
                </a:lnTo>
                <a:lnTo>
                  <a:pt x="52746" y="43120"/>
                </a:lnTo>
                <a:lnTo>
                  <a:pt x="49698" y="42492"/>
                </a:lnTo>
                <a:lnTo>
                  <a:pt x="49084" y="44253"/>
                </a:lnTo>
                <a:lnTo>
                  <a:pt x="50575" y="48858"/>
                </a:lnTo>
                <a:lnTo>
                  <a:pt x="48507" y="50926"/>
                </a:lnTo>
                <a:lnTo>
                  <a:pt x="44005" y="49238"/>
                </a:lnTo>
                <a:lnTo>
                  <a:pt x="42112" y="50049"/>
                </a:lnTo>
                <a:lnTo>
                  <a:pt x="42923" y="53002"/>
                </a:lnTo>
                <a:lnTo>
                  <a:pt x="42010" y="53915"/>
                </a:lnTo>
                <a:lnTo>
                  <a:pt x="39759" y="53002"/>
                </a:lnTo>
                <a:lnTo>
                  <a:pt x="38341" y="53733"/>
                </a:lnTo>
                <a:lnTo>
                  <a:pt x="36090" y="52819"/>
                </a:lnTo>
                <a:lnTo>
                  <a:pt x="35052" y="53857"/>
                </a:lnTo>
                <a:lnTo>
                  <a:pt x="36104" y="56503"/>
                </a:lnTo>
                <a:lnTo>
                  <a:pt x="34949" y="57270"/>
                </a:lnTo>
                <a:lnTo>
                  <a:pt x="32764" y="56809"/>
                </a:lnTo>
                <a:lnTo>
                  <a:pt x="26895" y="573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5187593" y="8996176"/>
            <a:ext cx="36830" cy="36195"/>
          </a:xfrm>
          <a:custGeom>
            <a:avLst/>
            <a:gdLst/>
            <a:ahLst/>
            <a:cxnLst/>
            <a:rect l="l" t="t" r="r" b="b"/>
            <a:pathLst>
              <a:path w="36830" h="36195">
                <a:moveTo>
                  <a:pt x="16078" y="635"/>
                </a:moveTo>
                <a:lnTo>
                  <a:pt x="10973" y="635"/>
                </a:lnTo>
                <a:lnTo>
                  <a:pt x="12782" y="0"/>
                </a:lnTo>
                <a:lnTo>
                  <a:pt x="16078" y="635"/>
                </a:lnTo>
                <a:close/>
              </a:path>
              <a:path w="36830" h="36195">
                <a:moveTo>
                  <a:pt x="25017" y="635"/>
                </a:moveTo>
                <a:lnTo>
                  <a:pt x="20084" y="635"/>
                </a:lnTo>
                <a:lnTo>
                  <a:pt x="23625" y="0"/>
                </a:lnTo>
                <a:lnTo>
                  <a:pt x="22597" y="0"/>
                </a:lnTo>
                <a:lnTo>
                  <a:pt x="25017" y="635"/>
                </a:lnTo>
                <a:close/>
              </a:path>
              <a:path w="36830" h="36195">
                <a:moveTo>
                  <a:pt x="32399" y="11511"/>
                </a:moveTo>
                <a:lnTo>
                  <a:pt x="3816" y="11511"/>
                </a:lnTo>
                <a:lnTo>
                  <a:pt x="4816" y="9179"/>
                </a:lnTo>
                <a:lnTo>
                  <a:pt x="3318" y="6197"/>
                </a:lnTo>
                <a:lnTo>
                  <a:pt x="3804" y="4655"/>
                </a:lnTo>
                <a:lnTo>
                  <a:pt x="3862" y="4473"/>
                </a:lnTo>
                <a:lnTo>
                  <a:pt x="3975" y="4114"/>
                </a:lnTo>
                <a:lnTo>
                  <a:pt x="11003" y="4114"/>
                </a:lnTo>
                <a:lnTo>
                  <a:pt x="11274" y="3785"/>
                </a:lnTo>
                <a:lnTo>
                  <a:pt x="10592" y="635"/>
                </a:lnTo>
                <a:lnTo>
                  <a:pt x="25354" y="635"/>
                </a:lnTo>
                <a:lnTo>
                  <a:pt x="24753" y="3785"/>
                </a:lnTo>
                <a:lnTo>
                  <a:pt x="24995" y="4114"/>
                </a:lnTo>
                <a:lnTo>
                  <a:pt x="25353" y="4473"/>
                </a:lnTo>
                <a:lnTo>
                  <a:pt x="32408" y="4473"/>
                </a:lnTo>
                <a:lnTo>
                  <a:pt x="32611" y="4655"/>
                </a:lnTo>
                <a:lnTo>
                  <a:pt x="31565" y="7001"/>
                </a:lnTo>
                <a:lnTo>
                  <a:pt x="32033" y="7644"/>
                </a:lnTo>
                <a:lnTo>
                  <a:pt x="32494" y="8346"/>
                </a:lnTo>
                <a:lnTo>
                  <a:pt x="31448" y="10568"/>
                </a:lnTo>
                <a:lnTo>
                  <a:pt x="32399" y="11511"/>
                </a:lnTo>
                <a:close/>
              </a:path>
              <a:path w="36830" h="36195">
                <a:moveTo>
                  <a:pt x="32408" y="4473"/>
                </a:moveTo>
                <a:lnTo>
                  <a:pt x="25353" y="4473"/>
                </a:lnTo>
                <a:lnTo>
                  <a:pt x="28013" y="4114"/>
                </a:lnTo>
                <a:lnTo>
                  <a:pt x="29432" y="4114"/>
                </a:lnTo>
                <a:lnTo>
                  <a:pt x="31646" y="3785"/>
                </a:lnTo>
                <a:lnTo>
                  <a:pt x="32408" y="4473"/>
                </a:lnTo>
                <a:close/>
              </a:path>
              <a:path w="36830" h="36195">
                <a:moveTo>
                  <a:pt x="1137" y="25726"/>
                </a:moveTo>
                <a:lnTo>
                  <a:pt x="1001" y="25726"/>
                </a:lnTo>
                <a:lnTo>
                  <a:pt x="453" y="25178"/>
                </a:lnTo>
                <a:lnTo>
                  <a:pt x="37" y="24717"/>
                </a:lnTo>
                <a:lnTo>
                  <a:pt x="613" y="22298"/>
                </a:lnTo>
                <a:lnTo>
                  <a:pt x="0" y="19821"/>
                </a:lnTo>
                <a:lnTo>
                  <a:pt x="255" y="16568"/>
                </a:lnTo>
                <a:lnTo>
                  <a:pt x="460" y="14661"/>
                </a:lnTo>
                <a:lnTo>
                  <a:pt x="518" y="14113"/>
                </a:lnTo>
                <a:lnTo>
                  <a:pt x="102" y="11511"/>
                </a:lnTo>
                <a:lnTo>
                  <a:pt x="913" y="10699"/>
                </a:lnTo>
                <a:lnTo>
                  <a:pt x="506" y="10699"/>
                </a:lnTo>
                <a:lnTo>
                  <a:pt x="3459" y="11511"/>
                </a:lnTo>
                <a:lnTo>
                  <a:pt x="35701" y="11511"/>
                </a:lnTo>
                <a:lnTo>
                  <a:pt x="36236" y="12753"/>
                </a:lnTo>
                <a:lnTo>
                  <a:pt x="35534" y="16386"/>
                </a:lnTo>
                <a:lnTo>
                  <a:pt x="35581" y="19821"/>
                </a:lnTo>
                <a:lnTo>
                  <a:pt x="36287" y="24103"/>
                </a:lnTo>
                <a:lnTo>
                  <a:pt x="35858" y="24717"/>
                </a:lnTo>
                <a:lnTo>
                  <a:pt x="3266" y="24717"/>
                </a:lnTo>
                <a:lnTo>
                  <a:pt x="1137" y="25726"/>
                </a:lnTo>
                <a:close/>
              </a:path>
              <a:path w="36830" h="36195">
                <a:moveTo>
                  <a:pt x="35701" y="11511"/>
                </a:moveTo>
                <a:lnTo>
                  <a:pt x="32432" y="11511"/>
                </a:lnTo>
                <a:lnTo>
                  <a:pt x="35351" y="10699"/>
                </a:lnTo>
                <a:lnTo>
                  <a:pt x="35701" y="11511"/>
                </a:lnTo>
                <a:close/>
              </a:path>
              <a:path w="36830" h="36195">
                <a:moveTo>
                  <a:pt x="24242" y="36031"/>
                </a:moveTo>
                <a:lnTo>
                  <a:pt x="22371" y="35702"/>
                </a:lnTo>
                <a:lnTo>
                  <a:pt x="10984" y="35702"/>
                </a:lnTo>
                <a:lnTo>
                  <a:pt x="10531" y="35483"/>
                </a:lnTo>
                <a:lnTo>
                  <a:pt x="11311" y="32560"/>
                </a:lnTo>
                <a:lnTo>
                  <a:pt x="10984" y="32194"/>
                </a:lnTo>
                <a:lnTo>
                  <a:pt x="3968" y="32194"/>
                </a:lnTo>
                <a:lnTo>
                  <a:pt x="3957" y="25178"/>
                </a:lnTo>
                <a:lnTo>
                  <a:pt x="3266" y="24717"/>
                </a:lnTo>
                <a:lnTo>
                  <a:pt x="32593" y="24717"/>
                </a:lnTo>
                <a:lnTo>
                  <a:pt x="32033" y="25178"/>
                </a:lnTo>
                <a:lnTo>
                  <a:pt x="31149" y="26442"/>
                </a:lnTo>
                <a:lnTo>
                  <a:pt x="33181" y="31259"/>
                </a:lnTo>
                <a:lnTo>
                  <a:pt x="32752" y="31610"/>
                </a:lnTo>
                <a:lnTo>
                  <a:pt x="25602" y="31610"/>
                </a:lnTo>
                <a:lnTo>
                  <a:pt x="24651" y="32560"/>
                </a:lnTo>
                <a:lnTo>
                  <a:pt x="25446" y="35483"/>
                </a:lnTo>
                <a:lnTo>
                  <a:pt x="25022" y="35702"/>
                </a:lnTo>
                <a:lnTo>
                  <a:pt x="13689" y="35702"/>
                </a:lnTo>
                <a:lnTo>
                  <a:pt x="11778" y="36031"/>
                </a:lnTo>
                <a:lnTo>
                  <a:pt x="24242" y="36031"/>
                </a:lnTo>
                <a:close/>
              </a:path>
              <a:path w="36830" h="36195">
                <a:moveTo>
                  <a:pt x="35154" y="25726"/>
                </a:moveTo>
                <a:lnTo>
                  <a:pt x="32509" y="24717"/>
                </a:lnTo>
                <a:lnTo>
                  <a:pt x="35858" y="24717"/>
                </a:lnTo>
                <a:lnTo>
                  <a:pt x="35154" y="25726"/>
                </a:lnTo>
                <a:close/>
              </a:path>
              <a:path w="36830" h="36195">
                <a:moveTo>
                  <a:pt x="27977" y="32560"/>
                </a:moveTo>
                <a:lnTo>
                  <a:pt x="27607" y="32560"/>
                </a:lnTo>
                <a:lnTo>
                  <a:pt x="25602" y="31610"/>
                </a:lnTo>
                <a:lnTo>
                  <a:pt x="29527" y="31610"/>
                </a:lnTo>
                <a:lnTo>
                  <a:pt x="28525" y="32194"/>
                </a:lnTo>
                <a:lnTo>
                  <a:pt x="27977" y="32560"/>
                </a:lnTo>
                <a:close/>
              </a:path>
              <a:path w="36830" h="36195">
                <a:moveTo>
                  <a:pt x="31591" y="32560"/>
                </a:moveTo>
                <a:lnTo>
                  <a:pt x="30920" y="32560"/>
                </a:lnTo>
                <a:lnTo>
                  <a:pt x="29073" y="31610"/>
                </a:lnTo>
                <a:lnTo>
                  <a:pt x="32752" y="31610"/>
                </a:lnTo>
                <a:lnTo>
                  <a:pt x="31591" y="32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5" name="object 225"/>
          <p:cNvGrpSpPr/>
          <p:nvPr/>
        </p:nvGrpSpPr>
        <p:grpSpPr>
          <a:xfrm>
            <a:off x="16499444" y="9045191"/>
            <a:ext cx="1611630" cy="1240790"/>
            <a:chOff x="16499444" y="9045191"/>
            <a:chExt cx="1611630" cy="1240790"/>
          </a:xfrm>
        </p:grpSpPr>
        <p:sp>
          <p:nvSpPr>
            <p:cNvPr id="226" name="object 226"/>
            <p:cNvSpPr/>
            <p:nvPr/>
          </p:nvSpPr>
          <p:spPr>
            <a:xfrm>
              <a:off x="16499434" y="9045194"/>
              <a:ext cx="1517015" cy="1240790"/>
            </a:xfrm>
            <a:custGeom>
              <a:avLst/>
              <a:gdLst/>
              <a:ahLst/>
              <a:cxnLst/>
              <a:rect l="l" t="t" r="r" b="b"/>
              <a:pathLst>
                <a:path w="1517015" h="1240790">
                  <a:moveTo>
                    <a:pt x="355688" y="68999"/>
                  </a:moveTo>
                  <a:lnTo>
                    <a:pt x="354799" y="66929"/>
                  </a:lnTo>
                  <a:lnTo>
                    <a:pt x="351840" y="67741"/>
                  </a:lnTo>
                  <a:lnTo>
                    <a:pt x="351091" y="66979"/>
                  </a:lnTo>
                  <a:lnTo>
                    <a:pt x="351586" y="64452"/>
                  </a:lnTo>
                  <a:lnTo>
                    <a:pt x="351104" y="61696"/>
                  </a:lnTo>
                  <a:lnTo>
                    <a:pt x="351485" y="59067"/>
                  </a:lnTo>
                  <a:lnTo>
                    <a:pt x="351485" y="54876"/>
                  </a:lnTo>
                  <a:lnTo>
                    <a:pt x="352082" y="51714"/>
                  </a:lnTo>
                  <a:lnTo>
                    <a:pt x="351358" y="49466"/>
                  </a:lnTo>
                  <a:lnTo>
                    <a:pt x="348284" y="50152"/>
                  </a:lnTo>
                  <a:lnTo>
                    <a:pt x="347383" y="49263"/>
                  </a:lnTo>
                  <a:lnTo>
                    <a:pt x="348437" y="47040"/>
                  </a:lnTo>
                  <a:lnTo>
                    <a:pt x="347510" y="45631"/>
                  </a:lnTo>
                  <a:lnTo>
                    <a:pt x="348551" y="43408"/>
                  </a:lnTo>
                  <a:lnTo>
                    <a:pt x="347522" y="42379"/>
                  </a:lnTo>
                  <a:lnTo>
                    <a:pt x="344766" y="43357"/>
                  </a:lnTo>
                  <a:lnTo>
                    <a:pt x="343433" y="41084"/>
                  </a:lnTo>
                  <a:lnTo>
                    <a:pt x="345300" y="37680"/>
                  </a:lnTo>
                  <a:lnTo>
                    <a:pt x="344284" y="35433"/>
                  </a:lnTo>
                  <a:lnTo>
                    <a:pt x="341363" y="36080"/>
                  </a:lnTo>
                  <a:lnTo>
                    <a:pt x="340398" y="35445"/>
                  </a:lnTo>
                  <a:lnTo>
                    <a:pt x="341452" y="32791"/>
                  </a:lnTo>
                  <a:lnTo>
                    <a:pt x="340410" y="31762"/>
                  </a:lnTo>
                  <a:lnTo>
                    <a:pt x="337934" y="32893"/>
                  </a:lnTo>
                  <a:lnTo>
                    <a:pt x="336905" y="31648"/>
                  </a:lnTo>
                  <a:lnTo>
                    <a:pt x="338048" y="29400"/>
                  </a:lnTo>
                  <a:lnTo>
                    <a:pt x="336867" y="28206"/>
                  </a:lnTo>
                  <a:lnTo>
                    <a:pt x="334530" y="29387"/>
                  </a:lnTo>
                  <a:lnTo>
                    <a:pt x="333349" y="28206"/>
                  </a:lnTo>
                  <a:lnTo>
                    <a:pt x="334530" y="25869"/>
                  </a:lnTo>
                  <a:lnTo>
                    <a:pt x="333362" y="24714"/>
                  </a:lnTo>
                  <a:lnTo>
                    <a:pt x="330987" y="25882"/>
                  </a:lnTo>
                  <a:lnTo>
                    <a:pt x="329857" y="24676"/>
                  </a:lnTo>
                  <a:lnTo>
                    <a:pt x="331025" y="22377"/>
                  </a:lnTo>
                  <a:lnTo>
                    <a:pt x="329869" y="21221"/>
                  </a:lnTo>
                  <a:lnTo>
                    <a:pt x="327418" y="22377"/>
                  </a:lnTo>
                  <a:lnTo>
                    <a:pt x="326339" y="21082"/>
                  </a:lnTo>
                  <a:lnTo>
                    <a:pt x="327431" y="19037"/>
                  </a:lnTo>
                  <a:lnTo>
                    <a:pt x="326555" y="17703"/>
                  </a:lnTo>
                  <a:lnTo>
                    <a:pt x="323900" y="18757"/>
                  </a:lnTo>
                  <a:lnTo>
                    <a:pt x="322910" y="17780"/>
                  </a:lnTo>
                  <a:lnTo>
                    <a:pt x="323989" y="15163"/>
                  </a:lnTo>
                  <a:lnTo>
                    <a:pt x="322872" y="14389"/>
                  </a:lnTo>
                  <a:lnTo>
                    <a:pt x="320586" y="14795"/>
                  </a:lnTo>
                  <a:lnTo>
                    <a:pt x="319392" y="14744"/>
                  </a:lnTo>
                  <a:lnTo>
                    <a:pt x="316725" y="15100"/>
                  </a:lnTo>
                  <a:lnTo>
                    <a:pt x="316001" y="14363"/>
                  </a:lnTo>
                  <a:lnTo>
                    <a:pt x="316865" y="11480"/>
                  </a:lnTo>
                  <a:lnTo>
                    <a:pt x="315633" y="10896"/>
                  </a:lnTo>
                  <a:lnTo>
                    <a:pt x="313753" y="11303"/>
                  </a:lnTo>
                  <a:lnTo>
                    <a:pt x="312381" y="11239"/>
                  </a:lnTo>
                  <a:lnTo>
                    <a:pt x="309714" y="11582"/>
                  </a:lnTo>
                  <a:lnTo>
                    <a:pt x="309067" y="10947"/>
                  </a:lnTo>
                  <a:lnTo>
                    <a:pt x="309765" y="7874"/>
                  </a:lnTo>
                  <a:lnTo>
                    <a:pt x="307543" y="7137"/>
                  </a:lnTo>
                  <a:lnTo>
                    <a:pt x="304330" y="7747"/>
                  </a:lnTo>
                  <a:lnTo>
                    <a:pt x="300151" y="7747"/>
                  </a:lnTo>
                  <a:lnTo>
                    <a:pt x="297522" y="8140"/>
                  </a:lnTo>
                  <a:lnTo>
                    <a:pt x="294767" y="7645"/>
                  </a:lnTo>
                  <a:lnTo>
                    <a:pt x="292239" y="8140"/>
                  </a:lnTo>
                  <a:lnTo>
                    <a:pt x="291477" y="7378"/>
                  </a:lnTo>
                  <a:lnTo>
                    <a:pt x="292290" y="4432"/>
                  </a:lnTo>
                  <a:lnTo>
                    <a:pt x="289864" y="3390"/>
                  </a:lnTo>
                  <a:lnTo>
                    <a:pt x="286880" y="4927"/>
                  </a:lnTo>
                  <a:lnTo>
                    <a:pt x="283946" y="3937"/>
                  </a:lnTo>
                  <a:lnTo>
                    <a:pt x="282257" y="4229"/>
                  </a:lnTo>
                  <a:lnTo>
                    <a:pt x="281317" y="4241"/>
                  </a:lnTo>
                  <a:lnTo>
                    <a:pt x="278117" y="3924"/>
                  </a:lnTo>
                  <a:lnTo>
                    <a:pt x="277596" y="4457"/>
                  </a:lnTo>
                  <a:lnTo>
                    <a:pt x="278015" y="7721"/>
                  </a:lnTo>
                  <a:lnTo>
                    <a:pt x="277812" y="7747"/>
                  </a:lnTo>
                  <a:lnTo>
                    <a:pt x="274447" y="8115"/>
                  </a:lnTo>
                  <a:lnTo>
                    <a:pt x="270725" y="7759"/>
                  </a:lnTo>
                  <a:lnTo>
                    <a:pt x="265264" y="7759"/>
                  </a:lnTo>
                  <a:lnTo>
                    <a:pt x="262204" y="7188"/>
                  </a:lnTo>
                  <a:lnTo>
                    <a:pt x="259956" y="7848"/>
                  </a:lnTo>
                  <a:lnTo>
                    <a:pt x="260527" y="10960"/>
                  </a:lnTo>
                  <a:lnTo>
                    <a:pt x="259435" y="12280"/>
                  </a:lnTo>
                  <a:lnTo>
                    <a:pt x="254520" y="10655"/>
                  </a:lnTo>
                  <a:lnTo>
                    <a:pt x="252818" y="11468"/>
                  </a:lnTo>
                  <a:lnTo>
                    <a:pt x="253593" y="14363"/>
                  </a:lnTo>
                  <a:lnTo>
                    <a:pt x="252323" y="15913"/>
                  </a:lnTo>
                  <a:lnTo>
                    <a:pt x="247497" y="13906"/>
                  </a:lnTo>
                  <a:lnTo>
                    <a:pt x="245668" y="15163"/>
                  </a:lnTo>
                  <a:lnTo>
                    <a:pt x="246735" y="17780"/>
                  </a:lnTo>
                  <a:lnTo>
                    <a:pt x="245656" y="18859"/>
                  </a:lnTo>
                  <a:lnTo>
                    <a:pt x="243319" y="17691"/>
                  </a:lnTo>
                  <a:lnTo>
                    <a:pt x="242138" y="18859"/>
                  </a:lnTo>
                  <a:lnTo>
                    <a:pt x="243319" y="21209"/>
                  </a:lnTo>
                  <a:lnTo>
                    <a:pt x="242150" y="22364"/>
                  </a:lnTo>
                  <a:lnTo>
                    <a:pt x="239776" y="21196"/>
                  </a:lnTo>
                  <a:lnTo>
                    <a:pt x="238645" y="22402"/>
                  </a:lnTo>
                  <a:lnTo>
                    <a:pt x="239814" y="24701"/>
                  </a:lnTo>
                  <a:lnTo>
                    <a:pt x="238671" y="25857"/>
                  </a:lnTo>
                  <a:lnTo>
                    <a:pt x="236207" y="24701"/>
                  </a:lnTo>
                  <a:lnTo>
                    <a:pt x="235127" y="25984"/>
                  </a:lnTo>
                  <a:lnTo>
                    <a:pt x="236220" y="28041"/>
                  </a:lnTo>
                  <a:lnTo>
                    <a:pt x="235343" y="29362"/>
                  </a:lnTo>
                  <a:lnTo>
                    <a:pt x="232689" y="28308"/>
                  </a:lnTo>
                  <a:lnTo>
                    <a:pt x="231609" y="29400"/>
                  </a:lnTo>
                  <a:lnTo>
                    <a:pt x="232740" y="31648"/>
                  </a:lnTo>
                  <a:lnTo>
                    <a:pt x="231724" y="32905"/>
                  </a:lnTo>
                  <a:lnTo>
                    <a:pt x="229247" y="31762"/>
                  </a:lnTo>
                  <a:lnTo>
                    <a:pt x="228117" y="32893"/>
                  </a:lnTo>
                  <a:lnTo>
                    <a:pt x="229285" y="35229"/>
                  </a:lnTo>
                  <a:lnTo>
                    <a:pt x="228117" y="36410"/>
                  </a:lnTo>
                  <a:lnTo>
                    <a:pt x="225767" y="35242"/>
                  </a:lnTo>
                  <a:lnTo>
                    <a:pt x="224599" y="36398"/>
                  </a:lnTo>
                  <a:lnTo>
                    <a:pt x="225640" y="38620"/>
                  </a:lnTo>
                  <a:lnTo>
                    <a:pt x="224739" y="40030"/>
                  </a:lnTo>
                  <a:lnTo>
                    <a:pt x="225767" y="42252"/>
                  </a:lnTo>
                  <a:lnTo>
                    <a:pt x="224751" y="43268"/>
                  </a:lnTo>
                  <a:lnTo>
                    <a:pt x="221970" y="42316"/>
                  </a:lnTo>
                  <a:lnTo>
                    <a:pt x="221310" y="43510"/>
                  </a:lnTo>
                  <a:lnTo>
                    <a:pt x="221729" y="45542"/>
                  </a:lnTo>
                  <a:lnTo>
                    <a:pt x="221653" y="46837"/>
                  </a:lnTo>
                  <a:lnTo>
                    <a:pt x="222021" y="49504"/>
                  </a:lnTo>
                  <a:lnTo>
                    <a:pt x="221386" y="50152"/>
                  </a:lnTo>
                  <a:lnTo>
                    <a:pt x="218300" y="49466"/>
                  </a:lnTo>
                  <a:lnTo>
                    <a:pt x="217576" y="51701"/>
                  </a:lnTo>
                  <a:lnTo>
                    <a:pt x="218173" y="54876"/>
                  </a:lnTo>
                  <a:lnTo>
                    <a:pt x="218173" y="59067"/>
                  </a:lnTo>
                  <a:lnTo>
                    <a:pt x="218554" y="61696"/>
                  </a:lnTo>
                  <a:lnTo>
                    <a:pt x="218071" y="64452"/>
                  </a:lnTo>
                  <a:lnTo>
                    <a:pt x="218579" y="66979"/>
                  </a:lnTo>
                  <a:lnTo>
                    <a:pt x="217817" y="67741"/>
                  </a:lnTo>
                  <a:lnTo>
                    <a:pt x="214858" y="66929"/>
                  </a:lnTo>
                  <a:lnTo>
                    <a:pt x="213982" y="68999"/>
                  </a:lnTo>
                  <a:lnTo>
                    <a:pt x="214668" y="72605"/>
                  </a:lnTo>
                  <a:lnTo>
                    <a:pt x="214668" y="76187"/>
                  </a:lnTo>
                  <a:lnTo>
                    <a:pt x="213982" y="79794"/>
                  </a:lnTo>
                  <a:lnTo>
                    <a:pt x="214858" y="81851"/>
                  </a:lnTo>
                  <a:lnTo>
                    <a:pt x="217805" y="81038"/>
                  </a:lnTo>
                  <a:lnTo>
                    <a:pt x="218567" y="81800"/>
                  </a:lnTo>
                  <a:lnTo>
                    <a:pt x="218071" y="84340"/>
                  </a:lnTo>
                  <a:lnTo>
                    <a:pt x="218554" y="87096"/>
                  </a:lnTo>
                  <a:lnTo>
                    <a:pt x="218173" y="89725"/>
                  </a:lnTo>
                  <a:lnTo>
                    <a:pt x="218173" y="93916"/>
                  </a:lnTo>
                  <a:lnTo>
                    <a:pt x="217576" y="97091"/>
                  </a:lnTo>
                  <a:lnTo>
                    <a:pt x="218287" y="99288"/>
                  </a:lnTo>
                  <a:lnTo>
                    <a:pt x="221361" y="98691"/>
                  </a:lnTo>
                  <a:lnTo>
                    <a:pt x="222707" y="99796"/>
                  </a:lnTo>
                  <a:lnTo>
                    <a:pt x="221081" y="104698"/>
                  </a:lnTo>
                  <a:lnTo>
                    <a:pt x="221881" y="106413"/>
                  </a:lnTo>
                  <a:lnTo>
                    <a:pt x="224777" y="105638"/>
                  </a:lnTo>
                  <a:lnTo>
                    <a:pt x="226326" y="106908"/>
                  </a:lnTo>
                  <a:lnTo>
                    <a:pt x="224320" y="111721"/>
                  </a:lnTo>
                  <a:lnTo>
                    <a:pt x="225526" y="113499"/>
                  </a:lnTo>
                  <a:lnTo>
                    <a:pt x="228142" y="112623"/>
                  </a:lnTo>
                  <a:lnTo>
                    <a:pt x="229260" y="113360"/>
                  </a:lnTo>
                  <a:lnTo>
                    <a:pt x="228206" y="116001"/>
                  </a:lnTo>
                  <a:lnTo>
                    <a:pt x="229285" y="117081"/>
                  </a:lnTo>
                  <a:lnTo>
                    <a:pt x="231622" y="115912"/>
                  </a:lnTo>
                  <a:lnTo>
                    <a:pt x="232791" y="117081"/>
                  </a:lnTo>
                  <a:lnTo>
                    <a:pt x="231736" y="119303"/>
                  </a:lnTo>
                  <a:lnTo>
                    <a:pt x="232575" y="120561"/>
                  </a:lnTo>
                  <a:lnTo>
                    <a:pt x="235216" y="119507"/>
                  </a:lnTo>
                  <a:lnTo>
                    <a:pt x="236296" y="120586"/>
                  </a:lnTo>
                  <a:lnTo>
                    <a:pt x="235127" y="122923"/>
                  </a:lnTo>
                  <a:lnTo>
                    <a:pt x="236296" y="124091"/>
                  </a:lnTo>
                  <a:lnTo>
                    <a:pt x="238518" y="123037"/>
                  </a:lnTo>
                  <a:lnTo>
                    <a:pt x="239788" y="123875"/>
                  </a:lnTo>
                  <a:lnTo>
                    <a:pt x="238734" y="126530"/>
                  </a:lnTo>
                  <a:lnTo>
                    <a:pt x="239801" y="127596"/>
                  </a:lnTo>
                  <a:lnTo>
                    <a:pt x="242138" y="126428"/>
                  </a:lnTo>
                  <a:lnTo>
                    <a:pt x="243319" y="127596"/>
                  </a:lnTo>
                  <a:lnTo>
                    <a:pt x="242265" y="129819"/>
                  </a:lnTo>
                  <a:lnTo>
                    <a:pt x="243103" y="131076"/>
                  </a:lnTo>
                  <a:lnTo>
                    <a:pt x="245745" y="130022"/>
                  </a:lnTo>
                  <a:lnTo>
                    <a:pt x="246735" y="131013"/>
                  </a:lnTo>
                  <a:lnTo>
                    <a:pt x="245668" y="133642"/>
                  </a:lnTo>
                  <a:lnTo>
                    <a:pt x="246773" y="134404"/>
                  </a:lnTo>
                  <a:lnTo>
                    <a:pt x="249059" y="133985"/>
                  </a:lnTo>
                  <a:lnTo>
                    <a:pt x="250253" y="134048"/>
                  </a:lnTo>
                  <a:lnTo>
                    <a:pt x="252920" y="133692"/>
                  </a:lnTo>
                  <a:lnTo>
                    <a:pt x="253644" y="134416"/>
                  </a:lnTo>
                  <a:lnTo>
                    <a:pt x="252780" y="137312"/>
                  </a:lnTo>
                  <a:lnTo>
                    <a:pt x="254025" y="137896"/>
                  </a:lnTo>
                  <a:lnTo>
                    <a:pt x="255892" y="137477"/>
                  </a:lnTo>
                  <a:lnTo>
                    <a:pt x="257276" y="137553"/>
                  </a:lnTo>
                  <a:lnTo>
                    <a:pt x="259943" y="137198"/>
                  </a:lnTo>
                  <a:lnTo>
                    <a:pt x="260578" y="137833"/>
                  </a:lnTo>
                  <a:lnTo>
                    <a:pt x="259905" y="140906"/>
                  </a:lnTo>
                  <a:lnTo>
                    <a:pt x="262128" y="141643"/>
                  </a:lnTo>
                  <a:lnTo>
                    <a:pt x="265303" y="141033"/>
                  </a:lnTo>
                  <a:lnTo>
                    <a:pt x="269494" y="141033"/>
                  </a:lnTo>
                  <a:lnTo>
                    <a:pt x="272135" y="140652"/>
                  </a:lnTo>
                  <a:lnTo>
                    <a:pt x="274891" y="141135"/>
                  </a:lnTo>
                  <a:lnTo>
                    <a:pt x="277418" y="140639"/>
                  </a:lnTo>
                  <a:lnTo>
                    <a:pt x="278180" y="141401"/>
                  </a:lnTo>
                  <a:lnTo>
                    <a:pt x="277368" y="144348"/>
                  </a:lnTo>
                  <a:lnTo>
                    <a:pt x="279438" y="145237"/>
                  </a:lnTo>
                  <a:lnTo>
                    <a:pt x="283032" y="144538"/>
                  </a:lnTo>
                  <a:lnTo>
                    <a:pt x="286613" y="144538"/>
                  </a:lnTo>
                  <a:lnTo>
                    <a:pt x="290233" y="145237"/>
                  </a:lnTo>
                  <a:lnTo>
                    <a:pt x="292290" y="144348"/>
                  </a:lnTo>
                  <a:lnTo>
                    <a:pt x="291477" y="141401"/>
                  </a:lnTo>
                  <a:lnTo>
                    <a:pt x="292239" y="140639"/>
                  </a:lnTo>
                  <a:lnTo>
                    <a:pt x="294767" y="141135"/>
                  </a:lnTo>
                  <a:lnTo>
                    <a:pt x="297522" y="140652"/>
                  </a:lnTo>
                  <a:lnTo>
                    <a:pt x="300151" y="141033"/>
                  </a:lnTo>
                  <a:lnTo>
                    <a:pt x="304342" y="141033"/>
                  </a:lnTo>
                  <a:lnTo>
                    <a:pt x="307517" y="141643"/>
                  </a:lnTo>
                  <a:lnTo>
                    <a:pt x="309714" y="140931"/>
                  </a:lnTo>
                  <a:lnTo>
                    <a:pt x="309118" y="137845"/>
                  </a:lnTo>
                  <a:lnTo>
                    <a:pt x="310210" y="136499"/>
                  </a:lnTo>
                  <a:lnTo>
                    <a:pt x="315125" y="138137"/>
                  </a:lnTo>
                  <a:lnTo>
                    <a:pt x="316839" y="137325"/>
                  </a:lnTo>
                  <a:lnTo>
                    <a:pt x="316064" y="134429"/>
                  </a:lnTo>
                  <a:lnTo>
                    <a:pt x="317334" y="132880"/>
                  </a:lnTo>
                  <a:lnTo>
                    <a:pt x="322148" y="134899"/>
                  </a:lnTo>
                  <a:lnTo>
                    <a:pt x="323913" y="133680"/>
                  </a:lnTo>
                  <a:lnTo>
                    <a:pt x="323062" y="131064"/>
                  </a:lnTo>
                  <a:lnTo>
                    <a:pt x="323786" y="129959"/>
                  </a:lnTo>
                  <a:lnTo>
                    <a:pt x="326428" y="131013"/>
                  </a:lnTo>
                  <a:lnTo>
                    <a:pt x="327507" y="129946"/>
                  </a:lnTo>
                  <a:lnTo>
                    <a:pt x="326339" y="127596"/>
                  </a:lnTo>
                  <a:lnTo>
                    <a:pt x="327507" y="126428"/>
                  </a:lnTo>
                  <a:lnTo>
                    <a:pt x="329730" y="127482"/>
                  </a:lnTo>
                  <a:lnTo>
                    <a:pt x="331000" y="126644"/>
                  </a:lnTo>
                  <a:lnTo>
                    <a:pt x="329946" y="124002"/>
                  </a:lnTo>
                  <a:lnTo>
                    <a:pt x="331012" y="122923"/>
                  </a:lnTo>
                  <a:lnTo>
                    <a:pt x="333349" y="124091"/>
                  </a:lnTo>
                  <a:lnTo>
                    <a:pt x="334530" y="122923"/>
                  </a:lnTo>
                  <a:lnTo>
                    <a:pt x="333476" y="120700"/>
                  </a:lnTo>
                  <a:lnTo>
                    <a:pt x="334314" y="119443"/>
                  </a:lnTo>
                  <a:lnTo>
                    <a:pt x="336956" y="120484"/>
                  </a:lnTo>
                  <a:lnTo>
                    <a:pt x="338035" y="119418"/>
                  </a:lnTo>
                  <a:lnTo>
                    <a:pt x="336867" y="117081"/>
                  </a:lnTo>
                  <a:lnTo>
                    <a:pt x="338035" y="115912"/>
                  </a:lnTo>
                  <a:lnTo>
                    <a:pt x="340258" y="116967"/>
                  </a:lnTo>
                  <a:lnTo>
                    <a:pt x="341515" y="116116"/>
                  </a:lnTo>
                  <a:lnTo>
                    <a:pt x="340461" y="113474"/>
                  </a:lnTo>
                  <a:lnTo>
                    <a:pt x="341452" y="112483"/>
                  </a:lnTo>
                  <a:lnTo>
                    <a:pt x="344081" y="113550"/>
                  </a:lnTo>
                  <a:lnTo>
                    <a:pt x="344843" y="112445"/>
                  </a:lnTo>
                  <a:lnTo>
                    <a:pt x="344424" y="110159"/>
                  </a:lnTo>
                  <a:lnTo>
                    <a:pt x="344487" y="108966"/>
                  </a:lnTo>
                  <a:lnTo>
                    <a:pt x="344131" y="106299"/>
                  </a:lnTo>
                  <a:lnTo>
                    <a:pt x="344855" y="105575"/>
                  </a:lnTo>
                  <a:lnTo>
                    <a:pt x="347751" y="106438"/>
                  </a:lnTo>
                  <a:lnTo>
                    <a:pt x="348335" y="105206"/>
                  </a:lnTo>
                  <a:lnTo>
                    <a:pt x="347929" y="103327"/>
                  </a:lnTo>
                  <a:lnTo>
                    <a:pt x="348005" y="101942"/>
                  </a:lnTo>
                  <a:lnTo>
                    <a:pt x="347649" y="99275"/>
                  </a:lnTo>
                  <a:lnTo>
                    <a:pt x="348284" y="98640"/>
                  </a:lnTo>
                  <a:lnTo>
                    <a:pt x="351358" y="99314"/>
                  </a:lnTo>
                  <a:lnTo>
                    <a:pt x="352082" y="97091"/>
                  </a:lnTo>
                  <a:lnTo>
                    <a:pt x="351485" y="93916"/>
                  </a:lnTo>
                  <a:lnTo>
                    <a:pt x="351485" y="89725"/>
                  </a:lnTo>
                  <a:lnTo>
                    <a:pt x="351104" y="87096"/>
                  </a:lnTo>
                  <a:lnTo>
                    <a:pt x="351586" y="84340"/>
                  </a:lnTo>
                  <a:lnTo>
                    <a:pt x="351091" y="81800"/>
                  </a:lnTo>
                  <a:lnTo>
                    <a:pt x="351840" y="81051"/>
                  </a:lnTo>
                  <a:lnTo>
                    <a:pt x="354799" y="81851"/>
                  </a:lnTo>
                  <a:lnTo>
                    <a:pt x="355688" y="79794"/>
                  </a:lnTo>
                  <a:lnTo>
                    <a:pt x="354990" y="76187"/>
                  </a:lnTo>
                  <a:lnTo>
                    <a:pt x="354990" y="72605"/>
                  </a:lnTo>
                  <a:lnTo>
                    <a:pt x="355688" y="68999"/>
                  </a:lnTo>
                  <a:close/>
                </a:path>
                <a:path w="1517015" h="1240790">
                  <a:moveTo>
                    <a:pt x="838923" y="1146810"/>
                  </a:moveTo>
                  <a:lnTo>
                    <a:pt x="838746" y="1139190"/>
                  </a:lnTo>
                  <a:lnTo>
                    <a:pt x="835190" y="1146810"/>
                  </a:lnTo>
                  <a:lnTo>
                    <a:pt x="838923" y="1146810"/>
                  </a:lnTo>
                  <a:close/>
                </a:path>
                <a:path w="1517015" h="1240790">
                  <a:moveTo>
                    <a:pt x="1263230" y="701040"/>
                  </a:moveTo>
                  <a:lnTo>
                    <a:pt x="1260881" y="701040"/>
                  </a:lnTo>
                  <a:lnTo>
                    <a:pt x="1259687" y="708660"/>
                  </a:lnTo>
                  <a:lnTo>
                    <a:pt x="1263230" y="701040"/>
                  </a:lnTo>
                  <a:close/>
                </a:path>
                <a:path w="1517015" h="1240790">
                  <a:moveTo>
                    <a:pt x="1516799" y="1014730"/>
                  </a:moveTo>
                  <a:lnTo>
                    <a:pt x="1512963" y="1008380"/>
                  </a:lnTo>
                  <a:lnTo>
                    <a:pt x="1513230" y="993140"/>
                  </a:lnTo>
                  <a:lnTo>
                    <a:pt x="1509433" y="993140"/>
                  </a:lnTo>
                  <a:lnTo>
                    <a:pt x="1509699" y="985520"/>
                  </a:lnTo>
                  <a:lnTo>
                    <a:pt x="1506004" y="985520"/>
                  </a:lnTo>
                  <a:lnTo>
                    <a:pt x="1506359" y="979170"/>
                  </a:lnTo>
                  <a:lnTo>
                    <a:pt x="1499019" y="979170"/>
                  </a:lnTo>
                  <a:lnTo>
                    <a:pt x="1499311" y="971550"/>
                  </a:lnTo>
                  <a:lnTo>
                    <a:pt x="1495450" y="971550"/>
                  </a:lnTo>
                  <a:lnTo>
                    <a:pt x="1495666" y="963930"/>
                  </a:lnTo>
                  <a:lnTo>
                    <a:pt x="1492059" y="963930"/>
                  </a:lnTo>
                  <a:lnTo>
                    <a:pt x="1485049" y="956310"/>
                  </a:lnTo>
                  <a:lnTo>
                    <a:pt x="1475333" y="956310"/>
                  </a:lnTo>
                  <a:lnTo>
                    <a:pt x="1474482" y="949960"/>
                  </a:lnTo>
                  <a:lnTo>
                    <a:pt x="1449870" y="949960"/>
                  </a:lnTo>
                  <a:lnTo>
                    <a:pt x="1449933" y="942340"/>
                  </a:lnTo>
                  <a:lnTo>
                    <a:pt x="1436014" y="942340"/>
                  </a:lnTo>
                  <a:lnTo>
                    <a:pt x="1435950" y="949960"/>
                  </a:lnTo>
                  <a:lnTo>
                    <a:pt x="1411236" y="949960"/>
                  </a:lnTo>
                  <a:lnTo>
                    <a:pt x="1411427" y="956310"/>
                  </a:lnTo>
                  <a:lnTo>
                    <a:pt x="1404442" y="956310"/>
                  </a:lnTo>
                  <a:lnTo>
                    <a:pt x="1400873" y="963930"/>
                  </a:lnTo>
                  <a:lnTo>
                    <a:pt x="1396276" y="956310"/>
                  </a:lnTo>
                  <a:lnTo>
                    <a:pt x="1399882" y="956310"/>
                  </a:lnTo>
                  <a:lnTo>
                    <a:pt x="1399870" y="949960"/>
                  </a:lnTo>
                  <a:lnTo>
                    <a:pt x="1403400" y="949960"/>
                  </a:lnTo>
                  <a:lnTo>
                    <a:pt x="1403350" y="942340"/>
                  </a:lnTo>
                  <a:lnTo>
                    <a:pt x="1407210" y="942340"/>
                  </a:lnTo>
                  <a:lnTo>
                    <a:pt x="1407388" y="934720"/>
                  </a:lnTo>
                  <a:lnTo>
                    <a:pt x="1410195" y="934720"/>
                  </a:lnTo>
                  <a:lnTo>
                    <a:pt x="1411287" y="891540"/>
                  </a:lnTo>
                  <a:lnTo>
                    <a:pt x="1408099" y="891540"/>
                  </a:lnTo>
                  <a:lnTo>
                    <a:pt x="1407833" y="883920"/>
                  </a:lnTo>
                  <a:lnTo>
                    <a:pt x="1404378" y="883920"/>
                  </a:lnTo>
                  <a:lnTo>
                    <a:pt x="1404429" y="876300"/>
                  </a:lnTo>
                  <a:lnTo>
                    <a:pt x="1400873" y="876300"/>
                  </a:lnTo>
                  <a:lnTo>
                    <a:pt x="1400886" y="868680"/>
                  </a:lnTo>
                  <a:lnTo>
                    <a:pt x="1406690" y="868680"/>
                  </a:lnTo>
                  <a:lnTo>
                    <a:pt x="1406931" y="876300"/>
                  </a:lnTo>
                  <a:lnTo>
                    <a:pt x="1415935" y="868680"/>
                  </a:lnTo>
                  <a:lnTo>
                    <a:pt x="1417574" y="876300"/>
                  </a:lnTo>
                  <a:lnTo>
                    <a:pt x="1426298" y="876300"/>
                  </a:lnTo>
                  <a:lnTo>
                    <a:pt x="1428140" y="883920"/>
                  </a:lnTo>
                  <a:lnTo>
                    <a:pt x="1456232" y="876300"/>
                  </a:lnTo>
                  <a:lnTo>
                    <a:pt x="1476108" y="876300"/>
                  </a:lnTo>
                  <a:lnTo>
                    <a:pt x="1477137" y="868680"/>
                  </a:lnTo>
                  <a:lnTo>
                    <a:pt x="1486839" y="868680"/>
                  </a:lnTo>
                  <a:lnTo>
                    <a:pt x="1487525" y="862330"/>
                  </a:lnTo>
                  <a:lnTo>
                    <a:pt x="1494497" y="862330"/>
                  </a:lnTo>
                  <a:lnTo>
                    <a:pt x="1494497" y="854710"/>
                  </a:lnTo>
                  <a:lnTo>
                    <a:pt x="1501622" y="854710"/>
                  </a:lnTo>
                  <a:lnTo>
                    <a:pt x="1505191" y="847090"/>
                  </a:lnTo>
                  <a:lnTo>
                    <a:pt x="1505102" y="839470"/>
                  </a:lnTo>
                  <a:lnTo>
                    <a:pt x="1508848" y="839470"/>
                  </a:lnTo>
                  <a:lnTo>
                    <a:pt x="1508645" y="833120"/>
                  </a:lnTo>
                  <a:lnTo>
                    <a:pt x="1512112" y="833120"/>
                  </a:lnTo>
                  <a:lnTo>
                    <a:pt x="1515770" y="817880"/>
                  </a:lnTo>
                  <a:lnTo>
                    <a:pt x="1516494" y="796290"/>
                  </a:lnTo>
                  <a:lnTo>
                    <a:pt x="1512785" y="796290"/>
                  </a:lnTo>
                  <a:lnTo>
                    <a:pt x="1513065" y="781050"/>
                  </a:lnTo>
                  <a:lnTo>
                    <a:pt x="1509280" y="781050"/>
                  </a:lnTo>
                  <a:lnTo>
                    <a:pt x="1509826" y="774700"/>
                  </a:lnTo>
                  <a:lnTo>
                    <a:pt x="1506004" y="774700"/>
                  </a:lnTo>
                  <a:lnTo>
                    <a:pt x="1506169" y="767080"/>
                  </a:lnTo>
                  <a:lnTo>
                    <a:pt x="1502740" y="767080"/>
                  </a:lnTo>
                  <a:lnTo>
                    <a:pt x="1503070" y="759460"/>
                  </a:lnTo>
                  <a:lnTo>
                    <a:pt x="1495666" y="759460"/>
                  </a:lnTo>
                  <a:lnTo>
                    <a:pt x="1495666" y="751840"/>
                  </a:lnTo>
                  <a:lnTo>
                    <a:pt x="1488655" y="751840"/>
                  </a:lnTo>
                  <a:lnTo>
                    <a:pt x="1488655" y="744220"/>
                  </a:lnTo>
                  <a:lnTo>
                    <a:pt x="1478038" y="744220"/>
                  </a:lnTo>
                  <a:lnTo>
                    <a:pt x="1478026" y="737870"/>
                  </a:lnTo>
                  <a:lnTo>
                    <a:pt x="1458734" y="737870"/>
                  </a:lnTo>
                  <a:lnTo>
                    <a:pt x="1456728" y="730250"/>
                  </a:lnTo>
                  <a:lnTo>
                    <a:pt x="1428788" y="730250"/>
                  </a:lnTo>
                  <a:lnTo>
                    <a:pt x="1428915" y="737870"/>
                  </a:lnTo>
                  <a:lnTo>
                    <a:pt x="1407731" y="737870"/>
                  </a:lnTo>
                  <a:lnTo>
                    <a:pt x="1407960" y="744220"/>
                  </a:lnTo>
                  <a:lnTo>
                    <a:pt x="1404378" y="744220"/>
                  </a:lnTo>
                  <a:lnTo>
                    <a:pt x="1399819" y="737870"/>
                  </a:lnTo>
                  <a:lnTo>
                    <a:pt x="1403616" y="737870"/>
                  </a:lnTo>
                  <a:lnTo>
                    <a:pt x="1403565" y="730250"/>
                  </a:lnTo>
                  <a:lnTo>
                    <a:pt x="1407172" y="730250"/>
                  </a:lnTo>
                  <a:lnTo>
                    <a:pt x="1410576" y="722630"/>
                  </a:lnTo>
                  <a:lnTo>
                    <a:pt x="1410576" y="708660"/>
                  </a:lnTo>
                  <a:lnTo>
                    <a:pt x="1414424" y="708660"/>
                  </a:lnTo>
                  <a:lnTo>
                    <a:pt x="1415084" y="701040"/>
                  </a:lnTo>
                  <a:lnTo>
                    <a:pt x="1411274" y="701040"/>
                  </a:lnTo>
                  <a:lnTo>
                    <a:pt x="1411351" y="679450"/>
                  </a:lnTo>
                  <a:lnTo>
                    <a:pt x="1407591" y="679450"/>
                  </a:lnTo>
                  <a:lnTo>
                    <a:pt x="1408379" y="671830"/>
                  </a:lnTo>
                  <a:lnTo>
                    <a:pt x="1404327" y="671830"/>
                  </a:lnTo>
                  <a:lnTo>
                    <a:pt x="1404480" y="664210"/>
                  </a:lnTo>
                  <a:lnTo>
                    <a:pt x="1401089" y="664210"/>
                  </a:lnTo>
                  <a:lnTo>
                    <a:pt x="1400390" y="656590"/>
                  </a:lnTo>
                  <a:lnTo>
                    <a:pt x="1409077" y="656590"/>
                  </a:lnTo>
                  <a:lnTo>
                    <a:pt x="1410474" y="664210"/>
                  </a:lnTo>
                  <a:lnTo>
                    <a:pt x="1429829" y="664210"/>
                  </a:lnTo>
                  <a:lnTo>
                    <a:pt x="1431709" y="671830"/>
                  </a:lnTo>
                  <a:lnTo>
                    <a:pt x="1452575" y="671830"/>
                  </a:lnTo>
                  <a:lnTo>
                    <a:pt x="1452702" y="664210"/>
                  </a:lnTo>
                  <a:lnTo>
                    <a:pt x="1466697" y="664210"/>
                  </a:lnTo>
                  <a:lnTo>
                    <a:pt x="1473758" y="656590"/>
                  </a:lnTo>
                  <a:lnTo>
                    <a:pt x="1480654" y="656590"/>
                  </a:lnTo>
                  <a:lnTo>
                    <a:pt x="1487576" y="650240"/>
                  </a:lnTo>
                  <a:lnTo>
                    <a:pt x="1494497" y="650240"/>
                  </a:lnTo>
                  <a:lnTo>
                    <a:pt x="1494497" y="642620"/>
                  </a:lnTo>
                  <a:lnTo>
                    <a:pt x="1501902" y="642620"/>
                  </a:lnTo>
                  <a:lnTo>
                    <a:pt x="1501114" y="635000"/>
                  </a:lnTo>
                  <a:lnTo>
                    <a:pt x="1505165" y="635000"/>
                  </a:lnTo>
                  <a:lnTo>
                    <a:pt x="1508607" y="627380"/>
                  </a:lnTo>
                  <a:lnTo>
                    <a:pt x="1508594" y="621030"/>
                  </a:lnTo>
                  <a:lnTo>
                    <a:pt x="1512417" y="621030"/>
                  </a:lnTo>
                  <a:lnTo>
                    <a:pt x="1512290" y="613410"/>
                  </a:lnTo>
                  <a:lnTo>
                    <a:pt x="1512163" y="605790"/>
                  </a:lnTo>
                  <a:lnTo>
                    <a:pt x="1515922" y="605790"/>
                  </a:lnTo>
                  <a:lnTo>
                    <a:pt x="1516532" y="584200"/>
                  </a:lnTo>
                  <a:lnTo>
                    <a:pt x="1512671" y="584200"/>
                  </a:lnTo>
                  <a:lnTo>
                    <a:pt x="1512925" y="568960"/>
                  </a:lnTo>
                  <a:lnTo>
                    <a:pt x="1509242" y="568960"/>
                  </a:lnTo>
                  <a:lnTo>
                    <a:pt x="1505927" y="562610"/>
                  </a:lnTo>
                  <a:lnTo>
                    <a:pt x="1506220" y="562610"/>
                  </a:lnTo>
                  <a:lnTo>
                    <a:pt x="1502486" y="554990"/>
                  </a:lnTo>
                  <a:lnTo>
                    <a:pt x="1499069" y="554990"/>
                  </a:lnTo>
                  <a:lnTo>
                    <a:pt x="1499133" y="547370"/>
                  </a:lnTo>
                  <a:lnTo>
                    <a:pt x="1492148" y="547370"/>
                  </a:lnTo>
                  <a:lnTo>
                    <a:pt x="1492161" y="539750"/>
                  </a:lnTo>
                  <a:lnTo>
                    <a:pt x="1482890" y="539750"/>
                  </a:lnTo>
                  <a:lnTo>
                    <a:pt x="1481480" y="533400"/>
                  </a:lnTo>
                  <a:lnTo>
                    <a:pt x="1467535" y="533400"/>
                  </a:lnTo>
                  <a:lnTo>
                    <a:pt x="1467472" y="525780"/>
                  </a:lnTo>
                  <a:lnTo>
                    <a:pt x="1418259" y="525780"/>
                  </a:lnTo>
                  <a:lnTo>
                    <a:pt x="1418323" y="533400"/>
                  </a:lnTo>
                  <a:lnTo>
                    <a:pt x="1404289" y="533400"/>
                  </a:lnTo>
                  <a:lnTo>
                    <a:pt x="1397368" y="539750"/>
                  </a:lnTo>
                  <a:lnTo>
                    <a:pt x="1396161" y="539750"/>
                  </a:lnTo>
                  <a:lnTo>
                    <a:pt x="1396377" y="533400"/>
                  </a:lnTo>
                  <a:lnTo>
                    <a:pt x="1400009" y="533400"/>
                  </a:lnTo>
                  <a:lnTo>
                    <a:pt x="1400048" y="525780"/>
                  </a:lnTo>
                  <a:lnTo>
                    <a:pt x="1403667" y="525780"/>
                  </a:lnTo>
                  <a:lnTo>
                    <a:pt x="1403553" y="518160"/>
                  </a:lnTo>
                  <a:lnTo>
                    <a:pt x="1407223" y="518160"/>
                  </a:lnTo>
                  <a:lnTo>
                    <a:pt x="1406956" y="510540"/>
                  </a:lnTo>
                  <a:lnTo>
                    <a:pt x="1410855" y="510540"/>
                  </a:lnTo>
                  <a:lnTo>
                    <a:pt x="1410906" y="474980"/>
                  </a:lnTo>
                  <a:lnTo>
                    <a:pt x="1407629" y="474980"/>
                  </a:lnTo>
                  <a:lnTo>
                    <a:pt x="1407718" y="459740"/>
                  </a:lnTo>
                  <a:lnTo>
                    <a:pt x="1400708" y="459740"/>
                  </a:lnTo>
                  <a:lnTo>
                    <a:pt x="1401216" y="452120"/>
                  </a:lnTo>
                  <a:lnTo>
                    <a:pt x="1397393" y="452120"/>
                  </a:lnTo>
                  <a:lnTo>
                    <a:pt x="1397355" y="445770"/>
                  </a:lnTo>
                  <a:lnTo>
                    <a:pt x="1392859" y="445770"/>
                  </a:lnTo>
                  <a:lnTo>
                    <a:pt x="1392859" y="1073150"/>
                  </a:lnTo>
                  <a:lnTo>
                    <a:pt x="1386903" y="1073150"/>
                  </a:lnTo>
                  <a:lnTo>
                    <a:pt x="1386903" y="1066800"/>
                  </a:lnTo>
                  <a:lnTo>
                    <a:pt x="1392643" y="1066800"/>
                  </a:lnTo>
                  <a:lnTo>
                    <a:pt x="1392859" y="1073150"/>
                  </a:lnTo>
                  <a:lnTo>
                    <a:pt x="1392859" y="445770"/>
                  </a:lnTo>
                  <a:lnTo>
                    <a:pt x="1390446" y="445770"/>
                  </a:lnTo>
                  <a:lnTo>
                    <a:pt x="1390446" y="539750"/>
                  </a:lnTo>
                  <a:lnTo>
                    <a:pt x="1390446" y="547370"/>
                  </a:lnTo>
                  <a:lnTo>
                    <a:pt x="1389265" y="547370"/>
                  </a:lnTo>
                  <a:lnTo>
                    <a:pt x="1389380" y="539750"/>
                  </a:lnTo>
                  <a:lnTo>
                    <a:pt x="1390446" y="539750"/>
                  </a:lnTo>
                  <a:lnTo>
                    <a:pt x="1390446" y="445770"/>
                  </a:lnTo>
                  <a:lnTo>
                    <a:pt x="1390434" y="438150"/>
                  </a:lnTo>
                  <a:lnTo>
                    <a:pt x="1385887" y="438150"/>
                  </a:lnTo>
                  <a:lnTo>
                    <a:pt x="1385887" y="1059180"/>
                  </a:lnTo>
                  <a:lnTo>
                    <a:pt x="1385595" y="1066800"/>
                  </a:lnTo>
                  <a:lnTo>
                    <a:pt x="1383398" y="1066800"/>
                  </a:lnTo>
                  <a:lnTo>
                    <a:pt x="1376057" y="1059180"/>
                  </a:lnTo>
                  <a:lnTo>
                    <a:pt x="1362417" y="1059180"/>
                  </a:lnTo>
                  <a:lnTo>
                    <a:pt x="1362252" y="1051560"/>
                  </a:lnTo>
                  <a:lnTo>
                    <a:pt x="1312989" y="1051560"/>
                  </a:lnTo>
                  <a:lnTo>
                    <a:pt x="1313053" y="1059180"/>
                  </a:lnTo>
                  <a:lnTo>
                    <a:pt x="1302791" y="1051560"/>
                  </a:lnTo>
                  <a:lnTo>
                    <a:pt x="1302626" y="1059180"/>
                  </a:lnTo>
                  <a:lnTo>
                    <a:pt x="1298054" y="1051560"/>
                  </a:lnTo>
                  <a:lnTo>
                    <a:pt x="1301940" y="1051560"/>
                  </a:lnTo>
                  <a:lnTo>
                    <a:pt x="1301356" y="1043940"/>
                  </a:lnTo>
                  <a:lnTo>
                    <a:pt x="1305306" y="1043940"/>
                  </a:lnTo>
                  <a:lnTo>
                    <a:pt x="1305648" y="1029970"/>
                  </a:lnTo>
                  <a:lnTo>
                    <a:pt x="1308569" y="1029970"/>
                  </a:lnTo>
                  <a:lnTo>
                    <a:pt x="1309484" y="1000760"/>
                  </a:lnTo>
                  <a:lnTo>
                    <a:pt x="1306347" y="1000760"/>
                  </a:lnTo>
                  <a:lnTo>
                    <a:pt x="1306195" y="993140"/>
                  </a:lnTo>
                  <a:lnTo>
                    <a:pt x="1302423" y="985520"/>
                  </a:lnTo>
                  <a:lnTo>
                    <a:pt x="1299121" y="985520"/>
                  </a:lnTo>
                  <a:lnTo>
                    <a:pt x="1305102" y="979170"/>
                  </a:lnTo>
                  <a:lnTo>
                    <a:pt x="1315694" y="979170"/>
                  </a:lnTo>
                  <a:lnTo>
                    <a:pt x="1315732" y="985520"/>
                  </a:lnTo>
                  <a:lnTo>
                    <a:pt x="1368361" y="985520"/>
                  </a:lnTo>
                  <a:lnTo>
                    <a:pt x="1368361" y="979170"/>
                  </a:lnTo>
                  <a:lnTo>
                    <a:pt x="1378826" y="979170"/>
                  </a:lnTo>
                  <a:lnTo>
                    <a:pt x="1378851" y="971550"/>
                  </a:lnTo>
                  <a:lnTo>
                    <a:pt x="1383309" y="971550"/>
                  </a:lnTo>
                  <a:lnTo>
                    <a:pt x="1383271" y="979170"/>
                  </a:lnTo>
                  <a:lnTo>
                    <a:pt x="1379829" y="979170"/>
                  </a:lnTo>
                  <a:lnTo>
                    <a:pt x="1380032" y="985520"/>
                  </a:lnTo>
                  <a:lnTo>
                    <a:pt x="1376260" y="985520"/>
                  </a:lnTo>
                  <a:lnTo>
                    <a:pt x="1376413" y="993140"/>
                  </a:lnTo>
                  <a:lnTo>
                    <a:pt x="1372704" y="993140"/>
                  </a:lnTo>
                  <a:lnTo>
                    <a:pt x="1372298" y="1008380"/>
                  </a:lnTo>
                  <a:lnTo>
                    <a:pt x="1369085" y="1008380"/>
                  </a:lnTo>
                  <a:lnTo>
                    <a:pt x="1368094" y="1022350"/>
                  </a:lnTo>
                  <a:lnTo>
                    <a:pt x="1371930" y="1022350"/>
                  </a:lnTo>
                  <a:lnTo>
                    <a:pt x="1371803" y="1029970"/>
                  </a:lnTo>
                  <a:lnTo>
                    <a:pt x="1371676" y="1037590"/>
                  </a:lnTo>
                  <a:lnTo>
                    <a:pt x="1375473" y="1043940"/>
                  </a:lnTo>
                  <a:lnTo>
                    <a:pt x="1375194" y="1043940"/>
                  </a:lnTo>
                  <a:lnTo>
                    <a:pt x="1378902" y="1051560"/>
                  </a:lnTo>
                  <a:lnTo>
                    <a:pt x="1378546" y="1051560"/>
                  </a:lnTo>
                  <a:lnTo>
                    <a:pt x="1382331" y="1059180"/>
                  </a:lnTo>
                  <a:lnTo>
                    <a:pt x="1385887" y="1059180"/>
                  </a:lnTo>
                  <a:lnTo>
                    <a:pt x="1385887" y="438150"/>
                  </a:lnTo>
                  <a:lnTo>
                    <a:pt x="1383423" y="438150"/>
                  </a:lnTo>
                  <a:lnTo>
                    <a:pt x="1383309" y="430530"/>
                  </a:lnTo>
                  <a:lnTo>
                    <a:pt x="1383169" y="430530"/>
                  </a:lnTo>
                  <a:lnTo>
                    <a:pt x="1383169" y="554990"/>
                  </a:lnTo>
                  <a:lnTo>
                    <a:pt x="1382712" y="554990"/>
                  </a:lnTo>
                  <a:lnTo>
                    <a:pt x="1382712" y="854710"/>
                  </a:lnTo>
                  <a:lnTo>
                    <a:pt x="1379753" y="854710"/>
                  </a:lnTo>
                  <a:lnTo>
                    <a:pt x="1379956" y="847090"/>
                  </a:lnTo>
                  <a:lnTo>
                    <a:pt x="1382509" y="847090"/>
                  </a:lnTo>
                  <a:lnTo>
                    <a:pt x="1382712" y="854710"/>
                  </a:lnTo>
                  <a:lnTo>
                    <a:pt x="1382712" y="554990"/>
                  </a:lnTo>
                  <a:lnTo>
                    <a:pt x="1382471" y="554990"/>
                  </a:lnTo>
                  <a:lnTo>
                    <a:pt x="1382471" y="635000"/>
                  </a:lnTo>
                  <a:lnTo>
                    <a:pt x="1379956" y="638162"/>
                  </a:lnTo>
                  <a:lnTo>
                    <a:pt x="1379956" y="767080"/>
                  </a:lnTo>
                  <a:lnTo>
                    <a:pt x="1379956" y="774700"/>
                  </a:lnTo>
                  <a:lnTo>
                    <a:pt x="1376032" y="774700"/>
                  </a:lnTo>
                  <a:lnTo>
                    <a:pt x="1375867" y="781050"/>
                  </a:lnTo>
                  <a:lnTo>
                    <a:pt x="1372717" y="781050"/>
                  </a:lnTo>
                  <a:lnTo>
                    <a:pt x="1372857" y="788670"/>
                  </a:lnTo>
                  <a:lnTo>
                    <a:pt x="1369225" y="788670"/>
                  </a:lnTo>
                  <a:lnTo>
                    <a:pt x="1368069" y="817880"/>
                  </a:lnTo>
                  <a:lnTo>
                    <a:pt x="1371981" y="817880"/>
                  </a:lnTo>
                  <a:lnTo>
                    <a:pt x="1371409" y="833120"/>
                  </a:lnTo>
                  <a:lnTo>
                    <a:pt x="1375702" y="833120"/>
                  </a:lnTo>
                  <a:lnTo>
                    <a:pt x="1375435" y="839470"/>
                  </a:lnTo>
                  <a:lnTo>
                    <a:pt x="1379042" y="839470"/>
                  </a:lnTo>
                  <a:lnTo>
                    <a:pt x="1378800" y="847090"/>
                  </a:lnTo>
                  <a:lnTo>
                    <a:pt x="1369783" y="847090"/>
                  </a:lnTo>
                  <a:lnTo>
                    <a:pt x="1369301" y="839470"/>
                  </a:lnTo>
                  <a:lnTo>
                    <a:pt x="1306195" y="839470"/>
                  </a:lnTo>
                  <a:lnTo>
                    <a:pt x="1305852" y="847090"/>
                  </a:lnTo>
                  <a:lnTo>
                    <a:pt x="1302499" y="847090"/>
                  </a:lnTo>
                  <a:lnTo>
                    <a:pt x="1301610" y="839470"/>
                  </a:lnTo>
                  <a:lnTo>
                    <a:pt x="1305331" y="839470"/>
                  </a:lnTo>
                  <a:lnTo>
                    <a:pt x="1304734" y="825500"/>
                  </a:lnTo>
                  <a:lnTo>
                    <a:pt x="1308417" y="825500"/>
                  </a:lnTo>
                  <a:lnTo>
                    <a:pt x="1309217" y="788670"/>
                  </a:lnTo>
                  <a:lnTo>
                    <a:pt x="1306283" y="788670"/>
                  </a:lnTo>
                  <a:lnTo>
                    <a:pt x="1306195" y="774700"/>
                  </a:lnTo>
                  <a:lnTo>
                    <a:pt x="1333182" y="774700"/>
                  </a:lnTo>
                  <a:lnTo>
                    <a:pt x="1333627" y="781050"/>
                  </a:lnTo>
                  <a:lnTo>
                    <a:pt x="1339215" y="781050"/>
                  </a:lnTo>
                  <a:lnTo>
                    <a:pt x="1340421" y="774700"/>
                  </a:lnTo>
                  <a:lnTo>
                    <a:pt x="1368285" y="774700"/>
                  </a:lnTo>
                  <a:lnTo>
                    <a:pt x="1368285" y="767080"/>
                  </a:lnTo>
                  <a:lnTo>
                    <a:pt x="1379956" y="767080"/>
                  </a:lnTo>
                  <a:lnTo>
                    <a:pt x="1379956" y="638162"/>
                  </a:lnTo>
                  <a:lnTo>
                    <a:pt x="1376387" y="642620"/>
                  </a:lnTo>
                  <a:lnTo>
                    <a:pt x="1376337" y="635000"/>
                  </a:lnTo>
                  <a:lnTo>
                    <a:pt x="1369288" y="635000"/>
                  </a:lnTo>
                  <a:lnTo>
                    <a:pt x="1362075" y="627380"/>
                  </a:lnTo>
                  <a:lnTo>
                    <a:pt x="1340916" y="627380"/>
                  </a:lnTo>
                  <a:lnTo>
                    <a:pt x="1334071" y="621030"/>
                  </a:lnTo>
                  <a:lnTo>
                    <a:pt x="1334198" y="627380"/>
                  </a:lnTo>
                  <a:lnTo>
                    <a:pt x="1313167" y="627380"/>
                  </a:lnTo>
                  <a:lnTo>
                    <a:pt x="1306156" y="635000"/>
                  </a:lnTo>
                  <a:lnTo>
                    <a:pt x="1305585" y="633920"/>
                  </a:lnTo>
                  <a:lnTo>
                    <a:pt x="1305585" y="767080"/>
                  </a:lnTo>
                  <a:lnTo>
                    <a:pt x="1305229" y="774700"/>
                  </a:lnTo>
                  <a:lnTo>
                    <a:pt x="1302893" y="774700"/>
                  </a:lnTo>
                  <a:lnTo>
                    <a:pt x="1301026" y="767080"/>
                  </a:lnTo>
                  <a:lnTo>
                    <a:pt x="1305585" y="767080"/>
                  </a:lnTo>
                  <a:lnTo>
                    <a:pt x="1305585" y="633920"/>
                  </a:lnTo>
                  <a:lnTo>
                    <a:pt x="1302156" y="627380"/>
                  </a:lnTo>
                  <a:lnTo>
                    <a:pt x="1305331" y="627380"/>
                  </a:lnTo>
                  <a:lnTo>
                    <a:pt x="1305255" y="621030"/>
                  </a:lnTo>
                  <a:lnTo>
                    <a:pt x="1305179" y="613410"/>
                  </a:lnTo>
                  <a:lnTo>
                    <a:pt x="1308684" y="613410"/>
                  </a:lnTo>
                  <a:lnTo>
                    <a:pt x="1308785" y="605790"/>
                  </a:lnTo>
                  <a:lnTo>
                    <a:pt x="1309166" y="576580"/>
                  </a:lnTo>
                  <a:lnTo>
                    <a:pt x="1306245" y="576580"/>
                  </a:lnTo>
                  <a:lnTo>
                    <a:pt x="1305991" y="568960"/>
                  </a:lnTo>
                  <a:lnTo>
                    <a:pt x="1302296" y="568960"/>
                  </a:lnTo>
                  <a:lnTo>
                    <a:pt x="1302588" y="554990"/>
                  </a:lnTo>
                  <a:lnTo>
                    <a:pt x="1307160" y="554990"/>
                  </a:lnTo>
                  <a:lnTo>
                    <a:pt x="1308823" y="562610"/>
                  </a:lnTo>
                  <a:lnTo>
                    <a:pt x="1365300" y="562610"/>
                  </a:lnTo>
                  <a:lnTo>
                    <a:pt x="1364983" y="554990"/>
                  </a:lnTo>
                  <a:lnTo>
                    <a:pt x="1379575" y="554990"/>
                  </a:lnTo>
                  <a:lnTo>
                    <a:pt x="1380032" y="562610"/>
                  </a:lnTo>
                  <a:lnTo>
                    <a:pt x="1376159" y="562610"/>
                  </a:lnTo>
                  <a:lnTo>
                    <a:pt x="1376286" y="568960"/>
                  </a:lnTo>
                  <a:lnTo>
                    <a:pt x="1372654" y="568960"/>
                  </a:lnTo>
                  <a:lnTo>
                    <a:pt x="1372323" y="584200"/>
                  </a:lnTo>
                  <a:lnTo>
                    <a:pt x="1369072" y="584200"/>
                  </a:lnTo>
                  <a:lnTo>
                    <a:pt x="1368475" y="605790"/>
                  </a:lnTo>
                  <a:lnTo>
                    <a:pt x="1372235" y="605790"/>
                  </a:lnTo>
                  <a:lnTo>
                    <a:pt x="1371676" y="621030"/>
                  </a:lnTo>
                  <a:lnTo>
                    <a:pt x="1375498" y="621030"/>
                  </a:lnTo>
                  <a:lnTo>
                    <a:pt x="1375244" y="627380"/>
                  </a:lnTo>
                  <a:lnTo>
                    <a:pt x="1379054" y="627380"/>
                  </a:lnTo>
                  <a:lnTo>
                    <a:pt x="1378521" y="635000"/>
                  </a:lnTo>
                  <a:lnTo>
                    <a:pt x="1382471" y="635000"/>
                  </a:lnTo>
                  <a:lnTo>
                    <a:pt x="1382471" y="554990"/>
                  </a:lnTo>
                  <a:lnTo>
                    <a:pt x="1382344" y="554990"/>
                  </a:lnTo>
                  <a:lnTo>
                    <a:pt x="1382255" y="547370"/>
                  </a:lnTo>
                  <a:lnTo>
                    <a:pt x="1383118" y="547370"/>
                  </a:lnTo>
                  <a:lnTo>
                    <a:pt x="1383169" y="554990"/>
                  </a:lnTo>
                  <a:lnTo>
                    <a:pt x="1383169" y="430530"/>
                  </a:lnTo>
                  <a:lnTo>
                    <a:pt x="1372641" y="430530"/>
                  </a:lnTo>
                  <a:lnTo>
                    <a:pt x="1372781" y="422910"/>
                  </a:lnTo>
                  <a:lnTo>
                    <a:pt x="1356753" y="422910"/>
                  </a:lnTo>
                  <a:lnTo>
                    <a:pt x="1355013" y="416560"/>
                  </a:lnTo>
                  <a:lnTo>
                    <a:pt x="1320063" y="416560"/>
                  </a:lnTo>
                  <a:lnTo>
                    <a:pt x="1320152" y="422910"/>
                  </a:lnTo>
                  <a:lnTo>
                    <a:pt x="1309649" y="422910"/>
                  </a:lnTo>
                  <a:lnTo>
                    <a:pt x="1295615" y="430530"/>
                  </a:lnTo>
                  <a:lnTo>
                    <a:pt x="1294638" y="430530"/>
                  </a:lnTo>
                  <a:lnTo>
                    <a:pt x="1294625" y="422910"/>
                  </a:lnTo>
                  <a:lnTo>
                    <a:pt x="1298155" y="422910"/>
                  </a:lnTo>
                  <a:lnTo>
                    <a:pt x="1298092" y="416560"/>
                  </a:lnTo>
                  <a:lnTo>
                    <a:pt x="1301953" y="416560"/>
                  </a:lnTo>
                  <a:lnTo>
                    <a:pt x="1302143" y="408940"/>
                  </a:lnTo>
                  <a:lnTo>
                    <a:pt x="1304950" y="408940"/>
                  </a:lnTo>
                  <a:lnTo>
                    <a:pt x="1305077" y="401320"/>
                  </a:lnTo>
                  <a:lnTo>
                    <a:pt x="1305191" y="393700"/>
                  </a:lnTo>
                  <a:lnTo>
                    <a:pt x="1305661" y="364490"/>
                  </a:lnTo>
                  <a:lnTo>
                    <a:pt x="1302397" y="364490"/>
                  </a:lnTo>
                  <a:lnTo>
                    <a:pt x="1303020" y="356870"/>
                  </a:lnTo>
                  <a:lnTo>
                    <a:pt x="1299044" y="356870"/>
                  </a:lnTo>
                  <a:lnTo>
                    <a:pt x="1299591" y="350520"/>
                  </a:lnTo>
                  <a:lnTo>
                    <a:pt x="1295717" y="350520"/>
                  </a:lnTo>
                  <a:lnTo>
                    <a:pt x="1295615" y="342900"/>
                  </a:lnTo>
                  <a:lnTo>
                    <a:pt x="1291018" y="342900"/>
                  </a:lnTo>
                  <a:lnTo>
                    <a:pt x="1291018" y="1176020"/>
                  </a:lnTo>
                  <a:lnTo>
                    <a:pt x="1291018" y="1183640"/>
                  </a:lnTo>
                  <a:lnTo>
                    <a:pt x="1288669" y="1183640"/>
                  </a:lnTo>
                  <a:lnTo>
                    <a:pt x="1288554" y="1176020"/>
                  </a:lnTo>
                  <a:lnTo>
                    <a:pt x="1291018" y="1176020"/>
                  </a:lnTo>
                  <a:lnTo>
                    <a:pt x="1291018" y="342900"/>
                  </a:lnTo>
                  <a:lnTo>
                    <a:pt x="1288300" y="342900"/>
                  </a:lnTo>
                  <a:lnTo>
                    <a:pt x="1289202" y="335280"/>
                  </a:lnTo>
                  <a:lnTo>
                    <a:pt x="1285189" y="335280"/>
                  </a:lnTo>
                  <a:lnTo>
                    <a:pt x="1285049" y="327660"/>
                  </a:lnTo>
                  <a:lnTo>
                    <a:pt x="1284008" y="327660"/>
                  </a:lnTo>
                  <a:lnTo>
                    <a:pt x="1284008" y="1168400"/>
                  </a:lnTo>
                  <a:lnTo>
                    <a:pt x="1284008" y="1176020"/>
                  </a:lnTo>
                  <a:lnTo>
                    <a:pt x="1281772" y="1176020"/>
                  </a:lnTo>
                  <a:lnTo>
                    <a:pt x="1281557" y="1168400"/>
                  </a:lnTo>
                  <a:lnTo>
                    <a:pt x="1284008" y="1168400"/>
                  </a:lnTo>
                  <a:lnTo>
                    <a:pt x="1284008" y="327660"/>
                  </a:lnTo>
                  <a:lnTo>
                    <a:pt x="1277632" y="327660"/>
                  </a:lnTo>
                  <a:lnTo>
                    <a:pt x="1277632" y="452120"/>
                  </a:lnTo>
                  <a:lnTo>
                    <a:pt x="1276921" y="450443"/>
                  </a:lnTo>
                  <a:lnTo>
                    <a:pt x="1276921" y="1162050"/>
                  </a:lnTo>
                  <a:lnTo>
                    <a:pt x="1276604" y="1168400"/>
                  </a:lnTo>
                  <a:lnTo>
                    <a:pt x="1274546" y="1168400"/>
                  </a:lnTo>
                  <a:lnTo>
                    <a:pt x="1274622" y="1162050"/>
                  </a:lnTo>
                  <a:lnTo>
                    <a:pt x="1276921" y="1162050"/>
                  </a:lnTo>
                  <a:lnTo>
                    <a:pt x="1276921" y="450443"/>
                  </a:lnTo>
                  <a:lnTo>
                    <a:pt x="1274940" y="445770"/>
                  </a:lnTo>
                  <a:lnTo>
                    <a:pt x="1275283" y="452120"/>
                  </a:lnTo>
                  <a:lnTo>
                    <a:pt x="1274648" y="452120"/>
                  </a:lnTo>
                  <a:lnTo>
                    <a:pt x="1274648" y="1088390"/>
                  </a:lnTo>
                  <a:lnTo>
                    <a:pt x="1270749" y="1088390"/>
                  </a:lnTo>
                  <a:lnTo>
                    <a:pt x="1271193" y="1096010"/>
                  </a:lnTo>
                  <a:lnTo>
                    <a:pt x="1267383" y="1096010"/>
                  </a:lnTo>
                  <a:lnTo>
                    <a:pt x="1267383" y="1109980"/>
                  </a:lnTo>
                  <a:lnTo>
                    <a:pt x="1264259" y="1109980"/>
                  </a:lnTo>
                  <a:lnTo>
                    <a:pt x="1263548" y="1125220"/>
                  </a:lnTo>
                  <a:lnTo>
                    <a:pt x="1266723" y="1139190"/>
                  </a:lnTo>
                  <a:lnTo>
                    <a:pt x="1266596" y="1146810"/>
                  </a:lnTo>
                  <a:lnTo>
                    <a:pt x="1270368" y="1146810"/>
                  </a:lnTo>
                  <a:lnTo>
                    <a:pt x="1269834" y="1154430"/>
                  </a:lnTo>
                  <a:lnTo>
                    <a:pt x="1273657" y="1154430"/>
                  </a:lnTo>
                  <a:lnTo>
                    <a:pt x="1273479" y="1162050"/>
                  </a:lnTo>
                  <a:lnTo>
                    <a:pt x="1260373" y="1162050"/>
                  </a:lnTo>
                  <a:lnTo>
                    <a:pt x="1260449" y="1154430"/>
                  </a:lnTo>
                  <a:lnTo>
                    <a:pt x="1251496" y="1162050"/>
                  </a:lnTo>
                  <a:lnTo>
                    <a:pt x="1249756" y="1154430"/>
                  </a:lnTo>
                  <a:lnTo>
                    <a:pt x="1204341" y="1154430"/>
                  </a:lnTo>
                  <a:lnTo>
                    <a:pt x="1204328" y="1162050"/>
                  </a:lnTo>
                  <a:lnTo>
                    <a:pt x="1196695" y="1162050"/>
                  </a:lnTo>
                  <a:lnTo>
                    <a:pt x="1196009" y="1154430"/>
                  </a:lnTo>
                  <a:lnTo>
                    <a:pt x="1200023" y="1154430"/>
                  </a:lnTo>
                  <a:lnTo>
                    <a:pt x="1200073" y="1139190"/>
                  </a:lnTo>
                  <a:lnTo>
                    <a:pt x="1203210" y="1139190"/>
                  </a:lnTo>
                  <a:lnTo>
                    <a:pt x="1204341" y="1102360"/>
                  </a:lnTo>
                  <a:lnTo>
                    <a:pt x="1200886" y="1102360"/>
                  </a:lnTo>
                  <a:lnTo>
                    <a:pt x="1200734" y="1096010"/>
                  </a:lnTo>
                  <a:lnTo>
                    <a:pt x="1197597" y="1096010"/>
                  </a:lnTo>
                  <a:lnTo>
                    <a:pt x="1196886" y="1088390"/>
                  </a:lnTo>
                  <a:lnTo>
                    <a:pt x="1203566" y="1088390"/>
                  </a:lnTo>
                  <a:lnTo>
                    <a:pt x="1217726" y="1096010"/>
                  </a:lnTo>
                  <a:lnTo>
                    <a:pt x="1246009" y="1096010"/>
                  </a:lnTo>
                  <a:lnTo>
                    <a:pt x="1245425" y="1088390"/>
                  </a:lnTo>
                  <a:lnTo>
                    <a:pt x="1266723" y="1088390"/>
                  </a:lnTo>
                  <a:lnTo>
                    <a:pt x="1266583" y="1080770"/>
                  </a:lnTo>
                  <a:lnTo>
                    <a:pt x="1274064" y="1080770"/>
                  </a:lnTo>
                  <a:lnTo>
                    <a:pt x="1274648" y="1088390"/>
                  </a:lnTo>
                  <a:lnTo>
                    <a:pt x="1274648" y="452120"/>
                  </a:lnTo>
                  <a:lnTo>
                    <a:pt x="1274368" y="452120"/>
                  </a:lnTo>
                  <a:lnTo>
                    <a:pt x="1274368" y="533400"/>
                  </a:lnTo>
                  <a:lnTo>
                    <a:pt x="1271130" y="533400"/>
                  </a:lnTo>
                  <a:lnTo>
                    <a:pt x="1271130" y="737870"/>
                  </a:lnTo>
                  <a:lnTo>
                    <a:pt x="1270609" y="737323"/>
                  </a:lnTo>
                  <a:lnTo>
                    <a:pt x="1270609" y="949960"/>
                  </a:lnTo>
                  <a:lnTo>
                    <a:pt x="1260678" y="949960"/>
                  </a:lnTo>
                  <a:lnTo>
                    <a:pt x="1260487" y="942340"/>
                  </a:lnTo>
                  <a:lnTo>
                    <a:pt x="1203960" y="942340"/>
                  </a:lnTo>
                  <a:lnTo>
                    <a:pt x="1204480" y="949960"/>
                  </a:lnTo>
                  <a:lnTo>
                    <a:pt x="1200594" y="949960"/>
                  </a:lnTo>
                  <a:lnTo>
                    <a:pt x="1200353" y="942340"/>
                  </a:lnTo>
                  <a:lnTo>
                    <a:pt x="1203159" y="942340"/>
                  </a:lnTo>
                  <a:lnTo>
                    <a:pt x="1203528" y="934720"/>
                  </a:lnTo>
                  <a:lnTo>
                    <a:pt x="1206766" y="934720"/>
                  </a:lnTo>
                  <a:lnTo>
                    <a:pt x="1207897" y="891540"/>
                  </a:lnTo>
                  <a:lnTo>
                    <a:pt x="1203960" y="891540"/>
                  </a:lnTo>
                  <a:lnTo>
                    <a:pt x="1203947" y="883920"/>
                  </a:lnTo>
                  <a:lnTo>
                    <a:pt x="1263091" y="883920"/>
                  </a:lnTo>
                  <a:lnTo>
                    <a:pt x="1263129" y="876300"/>
                  </a:lnTo>
                  <a:lnTo>
                    <a:pt x="1267472" y="876300"/>
                  </a:lnTo>
                  <a:lnTo>
                    <a:pt x="1268069" y="891540"/>
                  </a:lnTo>
                  <a:lnTo>
                    <a:pt x="1264386" y="891540"/>
                  </a:lnTo>
                  <a:lnTo>
                    <a:pt x="1264272" y="897890"/>
                  </a:lnTo>
                  <a:lnTo>
                    <a:pt x="1263599" y="934720"/>
                  </a:lnTo>
                  <a:lnTo>
                    <a:pt x="1266520" y="934720"/>
                  </a:lnTo>
                  <a:lnTo>
                    <a:pt x="1266596" y="942340"/>
                  </a:lnTo>
                  <a:lnTo>
                    <a:pt x="1269911" y="942340"/>
                  </a:lnTo>
                  <a:lnTo>
                    <a:pt x="1270609" y="949960"/>
                  </a:lnTo>
                  <a:lnTo>
                    <a:pt x="1270609" y="737323"/>
                  </a:lnTo>
                  <a:lnTo>
                    <a:pt x="1263942" y="730250"/>
                  </a:lnTo>
                  <a:lnTo>
                    <a:pt x="1255052" y="737870"/>
                  </a:lnTo>
                  <a:lnTo>
                    <a:pt x="1253451" y="730250"/>
                  </a:lnTo>
                  <a:lnTo>
                    <a:pt x="1207985" y="730250"/>
                  </a:lnTo>
                  <a:lnTo>
                    <a:pt x="1203960" y="722630"/>
                  </a:lnTo>
                  <a:lnTo>
                    <a:pt x="1206881" y="722630"/>
                  </a:lnTo>
                  <a:lnTo>
                    <a:pt x="1207897" y="679450"/>
                  </a:lnTo>
                  <a:lnTo>
                    <a:pt x="1204658" y="679450"/>
                  </a:lnTo>
                  <a:lnTo>
                    <a:pt x="1203960" y="671830"/>
                  </a:lnTo>
                  <a:lnTo>
                    <a:pt x="1259598" y="671830"/>
                  </a:lnTo>
                  <a:lnTo>
                    <a:pt x="1259522" y="664210"/>
                  </a:lnTo>
                  <a:lnTo>
                    <a:pt x="1270609" y="664210"/>
                  </a:lnTo>
                  <a:lnTo>
                    <a:pt x="1267688" y="671830"/>
                  </a:lnTo>
                  <a:lnTo>
                    <a:pt x="1264031" y="679450"/>
                  </a:lnTo>
                  <a:lnTo>
                    <a:pt x="1264107" y="685800"/>
                  </a:lnTo>
                  <a:lnTo>
                    <a:pt x="1264208" y="693420"/>
                  </a:lnTo>
                  <a:lnTo>
                    <a:pt x="1264310" y="701040"/>
                  </a:lnTo>
                  <a:lnTo>
                    <a:pt x="1263230" y="701040"/>
                  </a:lnTo>
                  <a:lnTo>
                    <a:pt x="1262811" y="722630"/>
                  </a:lnTo>
                  <a:lnTo>
                    <a:pt x="1266977" y="722630"/>
                  </a:lnTo>
                  <a:lnTo>
                    <a:pt x="1271130" y="737870"/>
                  </a:lnTo>
                  <a:lnTo>
                    <a:pt x="1271130" y="533400"/>
                  </a:lnTo>
                  <a:lnTo>
                    <a:pt x="1270711" y="533400"/>
                  </a:lnTo>
                  <a:lnTo>
                    <a:pt x="1271079" y="525780"/>
                  </a:lnTo>
                  <a:lnTo>
                    <a:pt x="1274089" y="525780"/>
                  </a:lnTo>
                  <a:lnTo>
                    <a:pt x="1274368" y="533400"/>
                  </a:lnTo>
                  <a:lnTo>
                    <a:pt x="1274368" y="452120"/>
                  </a:lnTo>
                  <a:lnTo>
                    <a:pt x="1274127" y="452120"/>
                  </a:lnTo>
                  <a:lnTo>
                    <a:pt x="1273606" y="445770"/>
                  </a:lnTo>
                  <a:lnTo>
                    <a:pt x="1274940" y="445770"/>
                  </a:lnTo>
                  <a:lnTo>
                    <a:pt x="1277480" y="445770"/>
                  </a:lnTo>
                  <a:lnTo>
                    <a:pt x="1277632" y="452120"/>
                  </a:lnTo>
                  <a:lnTo>
                    <a:pt x="1277632" y="327660"/>
                  </a:lnTo>
                  <a:lnTo>
                    <a:pt x="1274584" y="327660"/>
                  </a:lnTo>
                  <a:lnTo>
                    <a:pt x="1274597" y="321310"/>
                  </a:lnTo>
                  <a:lnTo>
                    <a:pt x="1271651" y="321310"/>
                  </a:lnTo>
                  <a:lnTo>
                    <a:pt x="1271651" y="459740"/>
                  </a:lnTo>
                  <a:lnTo>
                    <a:pt x="1267282" y="459740"/>
                  </a:lnTo>
                  <a:lnTo>
                    <a:pt x="1267206" y="467360"/>
                  </a:lnTo>
                  <a:lnTo>
                    <a:pt x="1267117" y="474980"/>
                  </a:lnTo>
                  <a:lnTo>
                    <a:pt x="1263980" y="474980"/>
                  </a:lnTo>
                  <a:lnTo>
                    <a:pt x="1263624" y="510540"/>
                  </a:lnTo>
                  <a:lnTo>
                    <a:pt x="1266532" y="510540"/>
                  </a:lnTo>
                  <a:lnTo>
                    <a:pt x="1266291" y="518160"/>
                  </a:lnTo>
                  <a:lnTo>
                    <a:pt x="1270254" y="518160"/>
                  </a:lnTo>
                  <a:lnTo>
                    <a:pt x="1270050" y="525780"/>
                  </a:lnTo>
                  <a:lnTo>
                    <a:pt x="1250010" y="525780"/>
                  </a:lnTo>
                  <a:lnTo>
                    <a:pt x="1250048" y="518160"/>
                  </a:lnTo>
                  <a:lnTo>
                    <a:pt x="1214501" y="518160"/>
                  </a:lnTo>
                  <a:lnTo>
                    <a:pt x="1215085" y="525780"/>
                  </a:lnTo>
                  <a:lnTo>
                    <a:pt x="1200099" y="525780"/>
                  </a:lnTo>
                  <a:lnTo>
                    <a:pt x="1199908" y="518160"/>
                  </a:lnTo>
                  <a:lnTo>
                    <a:pt x="1203604" y="518160"/>
                  </a:lnTo>
                  <a:lnTo>
                    <a:pt x="1203706" y="504190"/>
                  </a:lnTo>
                  <a:lnTo>
                    <a:pt x="1203820" y="488950"/>
                  </a:lnTo>
                  <a:lnTo>
                    <a:pt x="1203921" y="474980"/>
                  </a:lnTo>
                  <a:lnTo>
                    <a:pt x="1203972" y="467360"/>
                  </a:lnTo>
                  <a:lnTo>
                    <a:pt x="1201051" y="467360"/>
                  </a:lnTo>
                  <a:lnTo>
                    <a:pt x="1201051" y="459740"/>
                  </a:lnTo>
                  <a:lnTo>
                    <a:pt x="1197660" y="459740"/>
                  </a:lnTo>
                  <a:lnTo>
                    <a:pt x="1196962" y="452120"/>
                  </a:lnTo>
                  <a:lnTo>
                    <a:pt x="1210195" y="452120"/>
                  </a:lnTo>
                  <a:lnTo>
                    <a:pt x="1210525" y="459740"/>
                  </a:lnTo>
                  <a:lnTo>
                    <a:pt x="1263027" y="459740"/>
                  </a:lnTo>
                  <a:lnTo>
                    <a:pt x="1263053" y="452120"/>
                  </a:lnTo>
                  <a:lnTo>
                    <a:pt x="1270838" y="452120"/>
                  </a:lnTo>
                  <a:lnTo>
                    <a:pt x="1271651" y="459740"/>
                  </a:lnTo>
                  <a:lnTo>
                    <a:pt x="1271651" y="321310"/>
                  </a:lnTo>
                  <a:lnTo>
                    <a:pt x="1263904" y="321310"/>
                  </a:lnTo>
                  <a:lnTo>
                    <a:pt x="1264043" y="313690"/>
                  </a:lnTo>
                  <a:lnTo>
                    <a:pt x="1201077" y="313690"/>
                  </a:lnTo>
                  <a:lnTo>
                    <a:pt x="1200912" y="321310"/>
                  </a:lnTo>
                  <a:lnTo>
                    <a:pt x="1192923" y="321310"/>
                  </a:lnTo>
                  <a:lnTo>
                    <a:pt x="1192860" y="313690"/>
                  </a:lnTo>
                  <a:lnTo>
                    <a:pt x="1196721" y="313690"/>
                  </a:lnTo>
                  <a:lnTo>
                    <a:pt x="1196822" y="306070"/>
                  </a:lnTo>
                  <a:lnTo>
                    <a:pt x="1196911" y="298450"/>
                  </a:lnTo>
                  <a:lnTo>
                    <a:pt x="1199718" y="298450"/>
                  </a:lnTo>
                  <a:lnTo>
                    <a:pt x="1199845" y="292100"/>
                  </a:lnTo>
                  <a:lnTo>
                    <a:pt x="1200429" y="262890"/>
                  </a:lnTo>
                  <a:lnTo>
                    <a:pt x="1197178" y="262890"/>
                  </a:lnTo>
                  <a:lnTo>
                    <a:pt x="1197800" y="247650"/>
                  </a:lnTo>
                  <a:lnTo>
                    <a:pt x="1193812" y="247650"/>
                  </a:lnTo>
                  <a:lnTo>
                    <a:pt x="1194371" y="240030"/>
                  </a:lnTo>
                  <a:lnTo>
                    <a:pt x="1190663" y="240030"/>
                  </a:lnTo>
                  <a:lnTo>
                    <a:pt x="1190663" y="321310"/>
                  </a:lnTo>
                  <a:lnTo>
                    <a:pt x="1190396" y="327660"/>
                  </a:lnTo>
                  <a:lnTo>
                    <a:pt x="1185811" y="321310"/>
                  </a:lnTo>
                  <a:lnTo>
                    <a:pt x="1190663" y="321310"/>
                  </a:lnTo>
                  <a:lnTo>
                    <a:pt x="1190663" y="240030"/>
                  </a:lnTo>
                  <a:lnTo>
                    <a:pt x="1186942" y="240030"/>
                  </a:lnTo>
                  <a:lnTo>
                    <a:pt x="1186980" y="233680"/>
                  </a:lnTo>
                  <a:lnTo>
                    <a:pt x="1183068" y="233680"/>
                  </a:lnTo>
                  <a:lnTo>
                    <a:pt x="1183970" y="226060"/>
                  </a:lnTo>
                  <a:lnTo>
                    <a:pt x="1173911" y="226060"/>
                  </a:lnTo>
                  <a:lnTo>
                    <a:pt x="1172870" y="218440"/>
                  </a:lnTo>
                  <a:lnTo>
                    <a:pt x="1169327" y="218440"/>
                  </a:lnTo>
                  <a:lnTo>
                    <a:pt x="1169327" y="342900"/>
                  </a:lnTo>
                  <a:lnTo>
                    <a:pt x="1165961" y="350520"/>
                  </a:lnTo>
                  <a:lnTo>
                    <a:pt x="1161973" y="356870"/>
                  </a:lnTo>
                  <a:lnTo>
                    <a:pt x="1161872" y="364490"/>
                  </a:lnTo>
                  <a:lnTo>
                    <a:pt x="1158379" y="364490"/>
                  </a:lnTo>
                  <a:lnTo>
                    <a:pt x="1158367" y="408940"/>
                  </a:lnTo>
                  <a:lnTo>
                    <a:pt x="1161288" y="408940"/>
                  </a:lnTo>
                  <a:lnTo>
                    <a:pt x="1161376" y="416560"/>
                  </a:lnTo>
                  <a:lnTo>
                    <a:pt x="1165377" y="416560"/>
                  </a:lnTo>
                  <a:lnTo>
                    <a:pt x="1165682" y="422910"/>
                  </a:lnTo>
                  <a:lnTo>
                    <a:pt x="1162443" y="422910"/>
                  </a:lnTo>
                  <a:lnTo>
                    <a:pt x="1162443" y="568960"/>
                  </a:lnTo>
                  <a:lnTo>
                    <a:pt x="1161859" y="568960"/>
                  </a:lnTo>
                  <a:lnTo>
                    <a:pt x="1161859" y="1051560"/>
                  </a:lnTo>
                  <a:lnTo>
                    <a:pt x="1144816" y="1051560"/>
                  </a:lnTo>
                  <a:lnTo>
                    <a:pt x="1144790" y="1043940"/>
                  </a:lnTo>
                  <a:lnTo>
                    <a:pt x="1109687" y="1043940"/>
                  </a:lnTo>
                  <a:lnTo>
                    <a:pt x="1109713" y="1051560"/>
                  </a:lnTo>
                  <a:lnTo>
                    <a:pt x="1098715" y="1051560"/>
                  </a:lnTo>
                  <a:lnTo>
                    <a:pt x="1098715" y="1043940"/>
                  </a:lnTo>
                  <a:lnTo>
                    <a:pt x="1101636" y="1043940"/>
                  </a:lnTo>
                  <a:lnTo>
                    <a:pt x="1101712" y="1037590"/>
                  </a:lnTo>
                  <a:lnTo>
                    <a:pt x="1101801" y="1029970"/>
                  </a:lnTo>
                  <a:lnTo>
                    <a:pt x="1101890" y="1022350"/>
                  </a:lnTo>
                  <a:lnTo>
                    <a:pt x="1101979" y="1014730"/>
                  </a:lnTo>
                  <a:lnTo>
                    <a:pt x="1102042" y="1008380"/>
                  </a:lnTo>
                  <a:lnTo>
                    <a:pt x="1102131" y="1000760"/>
                  </a:lnTo>
                  <a:lnTo>
                    <a:pt x="1102220" y="993140"/>
                  </a:lnTo>
                  <a:lnTo>
                    <a:pt x="1098575" y="985520"/>
                  </a:lnTo>
                  <a:lnTo>
                    <a:pt x="1105420" y="985520"/>
                  </a:lnTo>
                  <a:lnTo>
                    <a:pt x="1105458" y="993140"/>
                  </a:lnTo>
                  <a:lnTo>
                    <a:pt x="1147241" y="993140"/>
                  </a:lnTo>
                  <a:lnTo>
                    <a:pt x="1156119" y="985520"/>
                  </a:lnTo>
                  <a:lnTo>
                    <a:pt x="1159154" y="985520"/>
                  </a:lnTo>
                  <a:lnTo>
                    <a:pt x="1158811" y="1000760"/>
                  </a:lnTo>
                  <a:lnTo>
                    <a:pt x="1155547" y="1000760"/>
                  </a:lnTo>
                  <a:lnTo>
                    <a:pt x="1154849" y="1029970"/>
                  </a:lnTo>
                  <a:lnTo>
                    <a:pt x="1158074" y="1029970"/>
                  </a:lnTo>
                  <a:lnTo>
                    <a:pt x="1157503" y="1043940"/>
                  </a:lnTo>
                  <a:lnTo>
                    <a:pt x="1161732" y="1043940"/>
                  </a:lnTo>
                  <a:lnTo>
                    <a:pt x="1161859" y="1051560"/>
                  </a:lnTo>
                  <a:lnTo>
                    <a:pt x="1161859" y="568960"/>
                  </a:lnTo>
                  <a:lnTo>
                    <a:pt x="1158544" y="568960"/>
                  </a:lnTo>
                  <a:lnTo>
                    <a:pt x="1158849" y="576580"/>
                  </a:lnTo>
                  <a:lnTo>
                    <a:pt x="1155217" y="576580"/>
                  </a:lnTo>
                  <a:lnTo>
                    <a:pt x="1154391" y="613410"/>
                  </a:lnTo>
                  <a:lnTo>
                    <a:pt x="1157655" y="613410"/>
                  </a:lnTo>
                  <a:lnTo>
                    <a:pt x="1158354" y="627380"/>
                  </a:lnTo>
                  <a:lnTo>
                    <a:pt x="1158354" y="781050"/>
                  </a:lnTo>
                  <a:lnTo>
                    <a:pt x="1158354" y="788670"/>
                  </a:lnTo>
                  <a:lnTo>
                    <a:pt x="1155433" y="788670"/>
                  </a:lnTo>
                  <a:lnTo>
                    <a:pt x="1154125" y="825500"/>
                  </a:lnTo>
                  <a:lnTo>
                    <a:pt x="1157566" y="825500"/>
                  </a:lnTo>
                  <a:lnTo>
                    <a:pt x="1158354" y="833120"/>
                  </a:lnTo>
                  <a:lnTo>
                    <a:pt x="1105738" y="833120"/>
                  </a:lnTo>
                  <a:lnTo>
                    <a:pt x="1105471" y="825500"/>
                  </a:lnTo>
                  <a:lnTo>
                    <a:pt x="1104950" y="810260"/>
                  </a:lnTo>
                  <a:lnTo>
                    <a:pt x="1108862" y="810260"/>
                  </a:lnTo>
                  <a:lnTo>
                    <a:pt x="1109827" y="803910"/>
                  </a:lnTo>
                  <a:lnTo>
                    <a:pt x="1105916" y="803910"/>
                  </a:lnTo>
                  <a:lnTo>
                    <a:pt x="1105852" y="796290"/>
                  </a:lnTo>
                  <a:lnTo>
                    <a:pt x="1105738" y="781050"/>
                  </a:lnTo>
                  <a:lnTo>
                    <a:pt x="1158354" y="781050"/>
                  </a:lnTo>
                  <a:lnTo>
                    <a:pt x="1158354" y="627380"/>
                  </a:lnTo>
                  <a:lnTo>
                    <a:pt x="1148410" y="627380"/>
                  </a:lnTo>
                  <a:lnTo>
                    <a:pt x="1148397" y="621030"/>
                  </a:lnTo>
                  <a:lnTo>
                    <a:pt x="1105738" y="621030"/>
                  </a:lnTo>
                  <a:lnTo>
                    <a:pt x="1102588" y="627380"/>
                  </a:lnTo>
                  <a:lnTo>
                    <a:pt x="1101788" y="613410"/>
                  </a:lnTo>
                  <a:lnTo>
                    <a:pt x="1105712" y="613410"/>
                  </a:lnTo>
                  <a:lnTo>
                    <a:pt x="1105801" y="605790"/>
                  </a:lnTo>
                  <a:lnTo>
                    <a:pt x="1106157" y="576580"/>
                  </a:lnTo>
                  <a:lnTo>
                    <a:pt x="1102601" y="576580"/>
                  </a:lnTo>
                  <a:lnTo>
                    <a:pt x="1102220" y="568960"/>
                  </a:lnTo>
                  <a:lnTo>
                    <a:pt x="1151343" y="568960"/>
                  </a:lnTo>
                  <a:lnTo>
                    <a:pt x="1150759" y="562610"/>
                  </a:lnTo>
                  <a:lnTo>
                    <a:pt x="1161859" y="562610"/>
                  </a:lnTo>
                  <a:lnTo>
                    <a:pt x="1162443" y="568960"/>
                  </a:lnTo>
                  <a:lnTo>
                    <a:pt x="1162443" y="422910"/>
                  </a:lnTo>
                  <a:lnTo>
                    <a:pt x="1158951" y="422910"/>
                  </a:lnTo>
                  <a:lnTo>
                    <a:pt x="1158925" y="416560"/>
                  </a:lnTo>
                  <a:lnTo>
                    <a:pt x="1095209" y="416560"/>
                  </a:lnTo>
                  <a:lnTo>
                    <a:pt x="1095209" y="408940"/>
                  </a:lnTo>
                  <a:lnTo>
                    <a:pt x="1098130" y="408940"/>
                  </a:lnTo>
                  <a:lnTo>
                    <a:pt x="1098232" y="401320"/>
                  </a:lnTo>
                  <a:lnTo>
                    <a:pt x="1098334" y="393700"/>
                  </a:lnTo>
                  <a:lnTo>
                    <a:pt x="1098715" y="364490"/>
                  </a:lnTo>
                  <a:lnTo>
                    <a:pt x="1095794" y="364490"/>
                  </a:lnTo>
                  <a:lnTo>
                    <a:pt x="1095717" y="356870"/>
                  </a:lnTo>
                  <a:lnTo>
                    <a:pt x="1092403" y="356870"/>
                  </a:lnTo>
                  <a:lnTo>
                    <a:pt x="1091704" y="350520"/>
                  </a:lnTo>
                  <a:lnTo>
                    <a:pt x="1105268" y="350520"/>
                  </a:lnTo>
                  <a:lnTo>
                    <a:pt x="1147470" y="356870"/>
                  </a:lnTo>
                  <a:lnTo>
                    <a:pt x="1147356" y="350520"/>
                  </a:lnTo>
                  <a:lnTo>
                    <a:pt x="1164805" y="350520"/>
                  </a:lnTo>
                  <a:lnTo>
                    <a:pt x="1164945" y="342900"/>
                  </a:lnTo>
                  <a:lnTo>
                    <a:pt x="1169327" y="342900"/>
                  </a:lnTo>
                  <a:lnTo>
                    <a:pt x="1169327" y="218440"/>
                  </a:lnTo>
                  <a:lnTo>
                    <a:pt x="1165834" y="218440"/>
                  </a:lnTo>
                  <a:lnTo>
                    <a:pt x="1165936" y="210820"/>
                  </a:lnTo>
                  <a:lnTo>
                    <a:pt x="1148245" y="210820"/>
                  </a:lnTo>
                  <a:lnTo>
                    <a:pt x="1148130" y="205905"/>
                  </a:lnTo>
                  <a:lnTo>
                    <a:pt x="1148092" y="204419"/>
                  </a:lnTo>
                  <a:lnTo>
                    <a:pt x="1106093" y="204419"/>
                  </a:lnTo>
                  <a:lnTo>
                    <a:pt x="1106182" y="210820"/>
                  </a:lnTo>
                  <a:lnTo>
                    <a:pt x="1088732" y="210820"/>
                  </a:lnTo>
                  <a:lnTo>
                    <a:pt x="1088783" y="218440"/>
                  </a:lnTo>
                  <a:lnTo>
                    <a:pt x="1084160" y="218440"/>
                  </a:lnTo>
                  <a:lnTo>
                    <a:pt x="1087691" y="210820"/>
                  </a:lnTo>
                  <a:lnTo>
                    <a:pt x="1087678" y="204419"/>
                  </a:lnTo>
                  <a:lnTo>
                    <a:pt x="1091501" y="204419"/>
                  </a:lnTo>
                  <a:lnTo>
                    <a:pt x="1091590" y="196850"/>
                  </a:lnTo>
                  <a:lnTo>
                    <a:pt x="1091692" y="189230"/>
                  </a:lnTo>
                  <a:lnTo>
                    <a:pt x="1094498" y="196850"/>
                  </a:lnTo>
                  <a:lnTo>
                    <a:pt x="1095578" y="160020"/>
                  </a:lnTo>
                  <a:lnTo>
                    <a:pt x="1091882" y="160020"/>
                  </a:lnTo>
                  <a:lnTo>
                    <a:pt x="1091768" y="152400"/>
                  </a:lnTo>
                  <a:lnTo>
                    <a:pt x="1091692" y="146050"/>
                  </a:lnTo>
                  <a:lnTo>
                    <a:pt x="1088555" y="146050"/>
                  </a:lnTo>
                  <a:lnTo>
                    <a:pt x="1088783" y="138430"/>
                  </a:lnTo>
                  <a:lnTo>
                    <a:pt x="1085100" y="138430"/>
                  </a:lnTo>
                  <a:lnTo>
                    <a:pt x="1085519" y="130810"/>
                  </a:lnTo>
                  <a:lnTo>
                    <a:pt x="1078242" y="130810"/>
                  </a:lnTo>
                  <a:lnTo>
                    <a:pt x="1078128" y="123190"/>
                  </a:lnTo>
                  <a:lnTo>
                    <a:pt x="1071346" y="123190"/>
                  </a:lnTo>
                  <a:lnTo>
                    <a:pt x="1071130" y="116840"/>
                  </a:lnTo>
                  <a:lnTo>
                    <a:pt x="1067257" y="116840"/>
                  </a:lnTo>
                  <a:lnTo>
                    <a:pt x="1067257" y="240030"/>
                  </a:lnTo>
                  <a:lnTo>
                    <a:pt x="1063637" y="240030"/>
                  </a:lnTo>
                  <a:lnTo>
                    <a:pt x="1063637" y="233680"/>
                  </a:lnTo>
                  <a:lnTo>
                    <a:pt x="1066571" y="233680"/>
                  </a:lnTo>
                  <a:lnTo>
                    <a:pt x="1067257" y="240030"/>
                  </a:lnTo>
                  <a:lnTo>
                    <a:pt x="1067257" y="116840"/>
                  </a:lnTo>
                  <a:lnTo>
                    <a:pt x="1064120" y="116840"/>
                  </a:lnTo>
                  <a:lnTo>
                    <a:pt x="1064196" y="109220"/>
                  </a:lnTo>
                  <a:lnTo>
                    <a:pt x="1060716" y="113817"/>
                  </a:lnTo>
                  <a:lnTo>
                    <a:pt x="1060716" y="247650"/>
                  </a:lnTo>
                  <a:lnTo>
                    <a:pt x="1057325" y="247650"/>
                  </a:lnTo>
                  <a:lnTo>
                    <a:pt x="1056627" y="262890"/>
                  </a:lnTo>
                  <a:lnTo>
                    <a:pt x="1056614" y="1154430"/>
                  </a:lnTo>
                  <a:lnTo>
                    <a:pt x="1036015" y="1154430"/>
                  </a:lnTo>
                  <a:lnTo>
                    <a:pt x="1007935" y="1146810"/>
                  </a:lnTo>
                  <a:lnTo>
                    <a:pt x="1007808" y="1154430"/>
                  </a:lnTo>
                  <a:lnTo>
                    <a:pt x="992670" y="1154430"/>
                  </a:lnTo>
                  <a:lnTo>
                    <a:pt x="993038" y="1146810"/>
                  </a:lnTo>
                  <a:lnTo>
                    <a:pt x="838923" y="1146810"/>
                  </a:lnTo>
                  <a:lnTo>
                    <a:pt x="839114" y="1154430"/>
                  </a:lnTo>
                  <a:lnTo>
                    <a:pt x="832675" y="1154430"/>
                  </a:lnTo>
                  <a:lnTo>
                    <a:pt x="790600" y="1146810"/>
                  </a:lnTo>
                  <a:lnTo>
                    <a:pt x="790460" y="1154430"/>
                  </a:lnTo>
                  <a:lnTo>
                    <a:pt x="782980" y="1154430"/>
                  </a:lnTo>
                  <a:lnTo>
                    <a:pt x="782980" y="1146810"/>
                  </a:lnTo>
                  <a:lnTo>
                    <a:pt x="785901" y="1146810"/>
                  </a:lnTo>
                  <a:lnTo>
                    <a:pt x="786028" y="1139190"/>
                  </a:lnTo>
                  <a:lnTo>
                    <a:pt x="786485" y="1109980"/>
                  </a:lnTo>
                  <a:lnTo>
                    <a:pt x="786498" y="1102360"/>
                  </a:lnTo>
                  <a:lnTo>
                    <a:pt x="835609" y="1102360"/>
                  </a:lnTo>
                  <a:lnTo>
                    <a:pt x="835533" y="1109980"/>
                  </a:lnTo>
                  <a:lnTo>
                    <a:pt x="835266" y="1139190"/>
                  </a:lnTo>
                  <a:lnTo>
                    <a:pt x="838746" y="1139190"/>
                  </a:lnTo>
                  <a:lnTo>
                    <a:pt x="996467" y="1139190"/>
                  </a:lnTo>
                  <a:lnTo>
                    <a:pt x="997394" y="1102360"/>
                  </a:lnTo>
                  <a:lnTo>
                    <a:pt x="993838" y="1102360"/>
                  </a:lnTo>
                  <a:lnTo>
                    <a:pt x="993470" y="1096010"/>
                  </a:lnTo>
                  <a:lnTo>
                    <a:pt x="1049083" y="1096010"/>
                  </a:lnTo>
                  <a:lnTo>
                    <a:pt x="1053096" y="1102360"/>
                  </a:lnTo>
                  <a:lnTo>
                    <a:pt x="1050175" y="1102360"/>
                  </a:lnTo>
                  <a:lnTo>
                    <a:pt x="1050061" y="1109980"/>
                  </a:lnTo>
                  <a:lnTo>
                    <a:pt x="1049591" y="1139190"/>
                  </a:lnTo>
                  <a:lnTo>
                    <a:pt x="1052512" y="1139190"/>
                  </a:lnTo>
                  <a:lnTo>
                    <a:pt x="1052601" y="1146810"/>
                  </a:lnTo>
                  <a:lnTo>
                    <a:pt x="1055903" y="1146810"/>
                  </a:lnTo>
                  <a:lnTo>
                    <a:pt x="1056614" y="1154430"/>
                  </a:lnTo>
                  <a:lnTo>
                    <a:pt x="1056614" y="262890"/>
                  </a:lnTo>
                  <a:lnTo>
                    <a:pt x="1053134" y="262890"/>
                  </a:lnTo>
                  <a:lnTo>
                    <a:pt x="1053122" y="298450"/>
                  </a:lnTo>
                  <a:lnTo>
                    <a:pt x="1056043" y="298450"/>
                  </a:lnTo>
                  <a:lnTo>
                    <a:pt x="1056132" y="313690"/>
                  </a:lnTo>
                  <a:lnTo>
                    <a:pt x="1053109" y="313690"/>
                  </a:lnTo>
                  <a:lnTo>
                    <a:pt x="1053109" y="459740"/>
                  </a:lnTo>
                  <a:lnTo>
                    <a:pt x="1053109" y="467360"/>
                  </a:lnTo>
                  <a:lnTo>
                    <a:pt x="1050175" y="467360"/>
                  </a:lnTo>
                  <a:lnTo>
                    <a:pt x="1050086" y="474980"/>
                  </a:lnTo>
                  <a:lnTo>
                    <a:pt x="1049591" y="518160"/>
                  </a:lnTo>
                  <a:lnTo>
                    <a:pt x="1049337" y="518160"/>
                  </a:lnTo>
                  <a:lnTo>
                    <a:pt x="1049337" y="934720"/>
                  </a:lnTo>
                  <a:lnTo>
                    <a:pt x="1046683" y="942340"/>
                  </a:lnTo>
                  <a:lnTo>
                    <a:pt x="1046543" y="934720"/>
                  </a:lnTo>
                  <a:lnTo>
                    <a:pt x="1000493" y="934720"/>
                  </a:lnTo>
                  <a:lnTo>
                    <a:pt x="1000493" y="927100"/>
                  </a:lnTo>
                  <a:lnTo>
                    <a:pt x="1003414" y="927100"/>
                  </a:lnTo>
                  <a:lnTo>
                    <a:pt x="1003998" y="920750"/>
                  </a:lnTo>
                  <a:lnTo>
                    <a:pt x="1003998" y="891540"/>
                  </a:lnTo>
                  <a:lnTo>
                    <a:pt x="1046099" y="891540"/>
                  </a:lnTo>
                  <a:lnTo>
                    <a:pt x="1046010" y="897890"/>
                  </a:lnTo>
                  <a:lnTo>
                    <a:pt x="1045895" y="905510"/>
                  </a:lnTo>
                  <a:lnTo>
                    <a:pt x="1045578" y="927100"/>
                  </a:lnTo>
                  <a:lnTo>
                    <a:pt x="1049337" y="934720"/>
                  </a:lnTo>
                  <a:lnTo>
                    <a:pt x="1049337" y="518160"/>
                  </a:lnTo>
                  <a:lnTo>
                    <a:pt x="1046289" y="518160"/>
                  </a:lnTo>
                  <a:lnTo>
                    <a:pt x="1046289" y="679450"/>
                  </a:lnTo>
                  <a:lnTo>
                    <a:pt x="1046187" y="701040"/>
                  </a:lnTo>
                  <a:lnTo>
                    <a:pt x="1046099" y="722630"/>
                  </a:lnTo>
                  <a:lnTo>
                    <a:pt x="1025499" y="722630"/>
                  </a:lnTo>
                  <a:lnTo>
                    <a:pt x="1018032" y="715010"/>
                  </a:lnTo>
                  <a:lnTo>
                    <a:pt x="1018616" y="722630"/>
                  </a:lnTo>
                  <a:lnTo>
                    <a:pt x="1003998" y="722630"/>
                  </a:lnTo>
                  <a:lnTo>
                    <a:pt x="1003414" y="715010"/>
                  </a:lnTo>
                  <a:lnTo>
                    <a:pt x="1007135" y="715010"/>
                  </a:lnTo>
                  <a:lnTo>
                    <a:pt x="1007935" y="693420"/>
                  </a:lnTo>
                  <a:lnTo>
                    <a:pt x="1004074" y="693420"/>
                  </a:lnTo>
                  <a:lnTo>
                    <a:pt x="1004036" y="685800"/>
                  </a:lnTo>
                  <a:lnTo>
                    <a:pt x="1003998" y="679450"/>
                  </a:lnTo>
                  <a:lnTo>
                    <a:pt x="1046289" y="679450"/>
                  </a:lnTo>
                  <a:lnTo>
                    <a:pt x="1046289" y="518160"/>
                  </a:lnTo>
                  <a:lnTo>
                    <a:pt x="1039660" y="518160"/>
                  </a:lnTo>
                  <a:lnTo>
                    <a:pt x="1039634" y="510540"/>
                  </a:lnTo>
                  <a:lnTo>
                    <a:pt x="1004582" y="510540"/>
                  </a:lnTo>
                  <a:lnTo>
                    <a:pt x="1004341" y="518160"/>
                  </a:lnTo>
                  <a:lnTo>
                    <a:pt x="996975" y="518160"/>
                  </a:lnTo>
                  <a:lnTo>
                    <a:pt x="996975" y="504190"/>
                  </a:lnTo>
                  <a:lnTo>
                    <a:pt x="999909" y="504190"/>
                  </a:lnTo>
                  <a:lnTo>
                    <a:pt x="1000493" y="474980"/>
                  </a:lnTo>
                  <a:lnTo>
                    <a:pt x="997559" y="474980"/>
                  </a:lnTo>
                  <a:lnTo>
                    <a:pt x="997267" y="467360"/>
                  </a:lnTo>
                  <a:lnTo>
                    <a:pt x="996975" y="459740"/>
                  </a:lnTo>
                  <a:lnTo>
                    <a:pt x="994194" y="467360"/>
                  </a:lnTo>
                  <a:lnTo>
                    <a:pt x="993470" y="459740"/>
                  </a:lnTo>
                  <a:lnTo>
                    <a:pt x="996975" y="459740"/>
                  </a:lnTo>
                  <a:lnTo>
                    <a:pt x="1053109" y="459740"/>
                  </a:lnTo>
                  <a:lnTo>
                    <a:pt x="1053109" y="313690"/>
                  </a:lnTo>
                  <a:lnTo>
                    <a:pt x="1043381" y="313690"/>
                  </a:lnTo>
                  <a:lnTo>
                    <a:pt x="1043051" y="306070"/>
                  </a:lnTo>
                  <a:lnTo>
                    <a:pt x="1000493" y="306070"/>
                  </a:lnTo>
                  <a:lnTo>
                    <a:pt x="1001077" y="313690"/>
                  </a:lnTo>
                  <a:lnTo>
                    <a:pt x="986764" y="313690"/>
                  </a:lnTo>
                  <a:lnTo>
                    <a:pt x="985875" y="306070"/>
                  </a:lnTo>
                  <a:lnTo>
                    <a:pt x="989596" y="306070"/>
                  </a:lnTo>
                  <a:lnTo>
                    <a:pt x="988999" y="298450"/>
                  </a:lnTo>
                  <a:lnTo>
                    <a:pt x="992695" y="298450"/>
                  </a:lnTo>
                  <a:lnTo>
                    <a:pt x="993482" y="262890"/>
                  </a:lnTo>
                  <a:lnTo>
                    <a:pt x="990549" y="262890"/>
                  </a:lnTo>
                  <a:lnTo>
                    <a:pt x="990473" y="255270"/>
                  </a:lnTo>
                  <a:lnTo>
                    <a:pt x="986663" y="255270"/>
                  </a:lnTo>
                  <a:lnTo>
                    <a:pt x="987310" y="247650"/>
                  </a:lnTo>
                  <a:lnTo>
                    <a:pt x="983322" y="247650"/>
                  </a:lnTo>
                  <a:lnTo>
                    <a:pt x="986066" y="240030"/>
                  </a:lnTo>
                  <a:lnTo>
                    <a:pt x="992898" y="240030"/>
                  </a:lnTo>
                  <a:lnTo>
                    <a:pt x="993051" y="247650"/>
                  </a:lnTo>
                  <a:lnTo>
                    <a:pt x="1038771" y="247650"/>
                  </a:lnTo>
                  <a:lnTo>
                    <a:pt x="1049261" y="240030"/>
                  </a:lnTo>
                  <a:lnTo>
                    <a:pt x="1060500" y="240030"/>
                  </a:lnTo>
                  <a:lnTo>
                    <a:pt x="1060716" y="247650"/>
                  </a:lnTo>
                  <a:lnTo>
                    <a:pt x="1060716" y="113817"/>
                  </a:lnTo>
                  <a:lnTo>
                    <a:pt x="1058418" y="116840"/>
                  </a:lnTo>
                  <a:lnTo>
                    <a:pt x="1056894" y="109220"/>
                  </a:lnTo>
                  <a:lnTo>
                    <a:pt x="1039406" y="109220"/>
                  </a:lnTo>
                  <a:lnTo>
                    <a:pt x="1039342" y="101600"/>
                  </a:lnTo>
                  <a:lnTo>
                    <a:pt x="993800" y="101600"/>
                  </a:lnTo>
                  <a:lnTo>
                    <a:pt x="993902" y="109220"/>
                  </a:lnTo>
                  <a:lnTo>
                    <a:pt x="980706" y="109220"/>
                  </a:lnTo>
                  <a:lnTo>
                    <a:pt x="979792" y="116840"/>
                  </a:lnTo>
                  <a:lnTo>
                    <a:pt x="973124" y="116840"/>
                  </a:lnTo>
                  <a:lnTo>
                    <a:pt x="972908" y="123190"/>
                  </a:lnTo>
                  <a:lnTo>
                    <a:pt x="968336" y="123190"/>
                  </a:lnTo>
                  <a:lnTo>
                    <a:pt x="968336" y="116840"/>
                  </a:lnTo>
                  <a:lnTo>
                    <a:pt x="971905" y="116840"/>
                  </a:lnTo>
                  <a:lnTo>
                    <a:pt x="975537" y="109220"/>
                  </a:lnTo>
                  <a:lnTo>
                    <a:pt x="979131" y="109220"/>
                  </a:lnTo>
                  <a:lnTo>
                    <a:pt x="979119" y="101600"/>
                  </a:lnTo>
                  <a:lnTo>
                    <a:pt x="982738" y="101600"/>
                  </a:lnTo>
                  <a:lnTo>
                    <a:pt x="982624" y="93980"/>
                  </a:lnTo>
                  <a:lnTo>
                    <a:pt x="986332" y="93980"/>
                  </a:lnTo>
                  <a:lnTo>
                    <a:pt x="986078" y="80010"/>
                  </a:lnTo>
                  <a:lnTo>
                    <a:pt x="989774" y="80010"/>
                  </a:lnTo>
                  <a:lnTo>
                    <a:pt x="990663" y="64770"/>
                  </a:lnTo>
                  <a:lnTo>
                    <a:pt x="986828" y="64770"/>
                  </a:lnTo>
                  <a:lnTo>
                    <a:pt x="987082" y="50800"/>
                  </a:lnTo>
                  <a:lnTo>
                    <a:pt x="983284" y="43180"/>
                  </a:lnTo>
                  <a:lnTo>
                    <a:pt x="983564" y="43180"/>
                  </a:lnTo>
                  <a:lnTo>
                    <a:pt x="979855" y="35560"/>
                  </a:lnTo>
                  <a:lnTo>
                    <a:pt x="980211" y="35560"/>
                  </a:lnTo>
                  <a:lnTo>
                    <a:pt x="976426" y="29210"/>
                  </a:lnTo>
                  <a:lnTo>
                    <a:pt x="972870" y="29210"/>
                  </a:lnTo>
                  <a:lnTo>
                    <a:pt x="973162" y="21590"/>
                  </a:lnTo>
                  <a:lnTo>
                    <a:pt x="966114" y="21590"/>
                  </a:lnTo>
                  <a:lnTo>
                    <a:pt x="965987" y="17119"/>
                  </a:lnTo>
                  <a:lnTo>
                    <a:pt x="965987" y="130810"/>
                  </a:lnTo>
                  <a:lnTo>
                    <a:pt x="963815" y="130810"/>
                  </a:lnTo>
                  <a:lnTo>
                    <a:pt x="958761" y="130810"/>
                  </a:lnTo>
                  <a:lnTo>
                    <a:pt x="958723" y="138430"/>
                  </a:lnTo>
                  <a:lnTo>
                    <a:pt x="955103" y="138430"/>
                  </a:lnTo>
                  <a:lnTo>
                    <a:pt x="955217" y="146050"/>
                  </a:lnTo>
                  <a:lnTo>
                    <a:pt x="951534" y="146050"/>
                  </a:lnTo>
                  <a:lnTo>
                    <a:pt x="951915" y="152400"/>
                  </a:lnTo>
                  <a:lnTo>
                    <a:pt x="948169" y="160020"/>
                  </a:lnTo>
                  <a:lnTo>
                    <a:pt x="947534" y="189230"/>
                  </a:lnTo>
                  <a:lnTo>
                    <a:pt x="950671" y="189230"/>
                  </a:lnTo>
                  <a:lnTo>
                    <a:pt x="950937" y="204419"/>
                  </a:lnTo>
                  <a:lnTo>
                    <a:pt x="954722" y="204419"/>
                  </a:lnTo>
                  <a:lnTo>
                    <a:pt x="954036" y="210820"/>
                  </a:lnTo>
                  <a:lnTo>
                    <a:pt x="948829" y="210820"/>
                  </a:lnTo>
                  <a:lnTo>
                    <a:pt x="948829" y="364490"/>
                  </a:lnTo>
                  <a:lnTo>
                    <a:pt x="947940" y="364490"/>
                  </a:lnTo>
                  <a:lnTo>
                    <a:pt x="947940" y="416560"/>
                  </a:lnTo>
                  <a:lnTo>
                    <a:pt x="944638" y="416560"/>
                  </a:lnTo>
                  <a:lnTo>
                    <a:pt x="944791" y="408940"/>
                  </a:lnTo>
                  <a:lnTo>
                    <a:pt x="947496" y="408940"/>
                  </a:lnTo>
                  <a:lnTo>
                    <a:pt x="947940" y="416560"/>
                  </a:lnTo>
                  <a:lnTo>
                    <a:pt x="947940" y="364490"/>
                  </a:lnTo>
                  <a:lnTo>
                    <a:pt x="945146" y="364490"/>
                  </a:lnTo>
                  <a:lnTo>
                    <a:pt x="943559" y="408940"/>
                  </a:lnTo>
                  <a:lnTo>
                    <a:pt x="940854" y="408940"/>
                  </a:lnTo>
                  <a:lnTo>
                    <a:pt x="940854" y="1043940"/>
                  </a:lnTo>
                  <a:lnTo>
                    <a:pt x="895248" y="1043940"/>
                  </a:lnTo>
                  <a:lnTo>
                    <a:pt x="894511" y="1022350"/>
                  </a:lnTo>
                  <a:lnTo>
                    <a:pt x="897966" y="1022350"/>
                  </a:lnTo>
                  <a:lnTo>
                    <a:pt x="899604" y="1014730"/>
                  </a:lnTo>
                  <a:lnTo>
                    <a:pt x="895616" y="1014730"/>
                  </a:lnTo>
                  <a:lnTo>
                    <a:pt x="895248" y="1000760"/>
                  </a:lnTo>
                  <a:lnTo>
                    <a:pt x="933462" y="1000760"/>
                  </a:lnTo>
                  <a:lnTo>
                    <a:pt x="933361" y="993140"/>
                  </a:lnTo>
                  <a:lnTo>
                    <a:pt x="939914" y="993140"/>
                  </a:lnTo>
                  <a:lnTo>
                    <a:pt x="940854" y="1043940"/>
                  </a:lnTo>
                  <a:lnTo>
                    <a:pt x="940854" y="408940"/>
                  </a:lnTo>
                  <a:lnTo>
                    <a:pt x="940841" y="568960"/>
                  </a:lnTo>
                  <a:lnTo>
                    <a:pt x="940841" y="576580"/>
                  </a:lnTo>
                  <a:lnTo>
                    <a:pt x="937920" y="576580"/>
                  </a:lnTo>
                  <a:lnTo>
                    <a:pt x="937793" y="584200"/>
                  </a:lnTo>
                  <a:lnTo>
                    <a:pt x="937755" y="586740"/>
                  </a:lnTo>
                  <a:lnTo>
                    <a:pt x="937755" y="803910"/>
                  </a:lnTo>
                  <a:lnTo>
                    <a:pt x="934212" y="803910"/>
                  </a:lnTo>
                  <a:lnTo>
                    <a:pt x="933246" y="810260"/>
                  </a:lnTo>
                  <a:lnTo>
                    <a:pt x="936967" y="810260"/>
                  </a:lnTo>
                  <a:lnTo>
                    <a:pt x="937336" y="825500"/>
                  </a:lnTo>
                  <a:lnTo>
                    <a:pt x="905764" y="825500"/>
                  </a:lnTo>
                  <a:lnTo>
                    <a:pt x="905764" y="796290"/>
                  </a:lnTo>
                  <a:lnTo>
                    <a:pt x="926388" y="796290"/>
                  </a:lnTo>
                  <a:lnTo>
                    <a:pt x="926249" y="788670"/>
                  </a:lnTo>
                  <a:lnTo>
                    <a:pt x="937336" y="788670"/>
                  </a:lnTo>
                  <a:lnTo>
                    <a:pt x="937755" y="803910"/>
                  </a:lnTo>
                  <a:lnTo>
                    <a:pt x="937755" y="586740"/>
                  </a:lnTo>
                  <a:lnTo>
                    <a:pt x="937679" y="591820"/>
                  </a:lnTo>
                  <a:lnTo>
                    <a:pt x="937336" y="613410"/>
                  </a:lnTo>
                  <a:lnTo>
                    <a:pt x="898753" y="613410"/>
                  </a:lnTo>
                  <a:lnTo>
                    <a:pt x="898740" y="568960"/>
                  </a:lnTo>
                  <a:lnTo>
                    <a:pt x="901674" y="568960"/>
                  </a:lnTo>
                  <a:lnTo>
                    <a:pt x="901852" y="576580"/>
                  </a:lnTo>
                  <a:lnTo>
                    <a:pt x="929386" y="576580"/>
                  </a:lnTo>
                  <a:lnTo>
                    <a:pt x="930008" y="568960"/>
                  </a:lnTo>
                  <a:lnTo>
                    <a:pt x="940841" y="568960"/>
                  </a:lnTo>
                  <a:lnTo>
                    <a:pt x="940841" y="408940"/>
                  </a:lnTo>
                  <a:lnTo>
                    <a:pt x="888225" y="408940"/>
                  </a:lnTo>
                  <a:lnTo>
                    <a:pt x="888225" y="401320"/>
                  </a:lnTo>
                  <a:lnTo>
                    <a:pt x="891146" y="401320"/>
                  </a:lnTo>
                  <a:lnTo>
                    <a:pt x="891273" y="393700"/>
                  </a:lnTo>
                  <a:lnTo>
                    <a:pt x="891616" y="372110"/>
                  </a:lnTo>
                  <a:lnTo>
                    <a:pt x="891730" y="364490"/>
                  </a:lnTo>
                  <a:lnTo>
                    <a:pt x="888809" y="372110"/>
                  </a:lnTo>
                  <a:lnTo>
                    <a:pt x="888720" y="356870"/>
                  </a:lnTo>
                  <a:lnTo>
                    <a:pt x="943851" y="356870"/>
                  </a:lnTo>
                  <a:lnTo>
                    <a:pt x="943876" y="350520"/>
                  </a:lnTo>
                  <a:lnTo>
                    <a:pt x="948232" y="350520"/>
                  </a:lnTo>
                  <a:lnTo>
                    <a:pt x="948829" y="364490"/>
                  </a:lnTo>
                  <a:lnTo>
                    <a:pt x="948829" y="210820"/>
                  </a:lnTo>
                  <a:lnTo>
                    <a:pt x="946365" y="210820"/>
                  </a:lnTo>
                  <a:lnTo>
                    <a:pt x="944689" y="204419"/>
                  </a:lnTo>
                  <a:lnTo>
                    <a:pt x="888657" y="204419"/>
                  </a:lnTo>
                  <a:lnTo>
                    <a:pt x="888644" y="210820"/>
                  </a:lnTo>
                  <a:lnTo>
                    <a:pt x="887793" y="210820"/>
                  </a:lnTo>
                  <a:lnTo>
                    <a:pt x="887793" y="356870"/>
                  </a:lnTo>
                  <a:lnTo>
                    <a:pt x="884720" y="356870"/>
                  </a:lnTo>
                  <a:lnTo>
                    <a:pt x="884707" y="350520"/>
                  </a:lnTo>
                  <a:lnTo>
                    <a:pt x="887641" y="350520"/>
                  </a:lnTo>
                  <a:lnTo>
                    <a:pt x="887793" y="356870"/>
                  </a:lnTo>
                  <a:lnTo>
                    <a:pt x="887793" y="210820"/>
                  </a:lnTo>
                  <a:lnTo>
                    <a:pt x="881583" y="210820"/>
                  </a:lnTo>
                  <a:lnTo>
                    <a:pt x="877125" y="204419"/>
                  </a:lnTo>
                  <a:lnTo>
                    <a:pt x="881024" y="204419"/>
                  </a:lnTo>
                  <a:lnTo>
                    <a:pt x="880732" y="196850"/>
                  </a:lnTo>
                  <a:lnTo>
                    <a:pt x="884529" y="196850"/>
                  </a:lnTo>
                  <a:lnTo>
                    <a:pt x="884631" y="189230"/>
                  </a:lnTo>
                  <a:lnTo>
                    <a:pt x="884720" y="181610"/>
                  </a:lnTo>
                  <a:lnTo>
                    <a:pt x="885101" y="152400"/>
                  </a:lnTo>
                  <a:lnTo>
                    <a:pt x="881913" y="152400"/>
                  </a:lnTo>
                  <a:lnTo>
                    <a:pt x="881646" y="146050"/>
                  </a:lnTo>
                  <a:lnTo>
                    <a:pt x="877874" y="146050"/>
                  </a:lnTo>
                  <a:lnTo>
                    <a:pt x="874598" y="138430"/>
                  </a:lnTo>
                  <a:lnTo>
                    <a:pt x="874687" y="130810"/>
                  </a:lnTo>
                  <a:lnTo>
                    <a:pt x="883437" y="130810"/>
                  </a:lnTo>
                  <a:lnTo>
                    <a:pt x="884339" y="138430"/>
                  </a:lnTo>
                  <a:lnTo>
                    <a:pt x="909281" y="138430"/>
                  </a:lnTo>
                  <a:lnTo>
                    <a:pt x="909040" y="146050"/>
                  </a:lnTo>
                  <a:lnTo>
                    <a:pt x="921702" y="146050"/>
                  </a:lnTo>
                  <a:lnTo>
                    <a:pt x="922947" y="138430"/>
                  </a:lnTo>
                  <a:lnTo>
                    <a:pt x="946581" y="138430"/>
                  </a:lnTo>
                  <a:lnTo>
                    <a:pt x="947432" y="130810"/>
                  </a:lnTo>
                  <a:lnTo>
                    <a:pt x="957821" y="130810"/>
                  </a:lnTo>
                  <a:lnTo>
                    <a:pt x="957935" y="124460"/>
                  </a:lnTo>
                  <a:lnTo>
                    <a:pt x="957961" y="123190"/>
                  </a:lnTo>
                  <a:lnTo>
                    <a:pt x="963815" y="130810"/>
                  </a:lnTo>
                  <a:lnTo>
                    <a:pt x="964920" y="123190"/>
                  </a:lnTo>
                  <a:lnTo>
                    <a:pt x="965898" y="123190"/>
                  </a:lnTo>
                  <a:lnTo>
                    <a:pt x="965987" y="130810"/>
                  </a:lnTo>
                  <a:lnTo>
                    <a:pt x="965987" y="17119"/>
                  </a:lnTo>
                  <a:lnTo>
                    <a:pt x="965898" y="13970"/>
                  </a:lnTo>
                  <a:lnTo>
                    <a:pt x="955598" y="13970"/>
                  </a:lnTo>
                  <a:lnTo>
                    <a:pt x="955294" y="6350"/>
                  </a:lnTo>
                  <a:lnTo>
                    <a:pt x="941438" y="6350"/>
                  </a:lnTo>
                  <a:lnTo>
                    <a:pt x="941235" y="0"/>
                  </a:lnTo>
                  <a:lnTo>
                    <a:pt x="893572" y="0"/>
                  </a:lnTo>
                  <a:lnTo>
                    <a:pt x="892022" y="6350"/>
                  </a:lnTo>
                  <a:lnTo>
                    <a:pt x="885990" y="0"/>
                  </a:lnTo>
                  <a:lnTo>
                    <a:pt x="885063" y="6350"/>
                  </a:lnTo>
                  <a:lnTo>
                    <a:pt x="874687" y="6350"/>
                  </a:lnTo>
                  <a:lnTo>
                    <a:pt x="874788" y="13970"/>
                  </a:lnTo>
                  <a:lnTo>
                    <a:pt x="874204" y="13970"/>
                  </a:lnTo>
                  <a:lnTo>
                    <a:pt x="874204" y="123190"/>
                  </a:lnTo>
                  <a:lnTo>
                    <a:pt x="874102" y="124460"/>
                  </a:lnTo>
                  <a:lnTo>
                    <a:pt x="873620" y="130810"/>
                  </a:lnTo>
                  <a:lnTo>
                    <a:pt x="871385" y="130810"/>
                  </a:lnTo>
                  <a:lnTo>
                    <a:pt x="870686" y="123190"/>
                  </a:lnTo>
                  <a:lnTo>
                    <a:pt x="874204" y="123190"/>
                  </a:lnTo>
                  <a:lnTo>
                    <a:pt x="874204" y="13970"/>
                  </a:lnTo>
                  <a:lnTo>
                    <a:pt x="864260" y="13970"/>
                  </a:lnTo>
                  <a:lnTo>
                    <a:pt x="864146" y="21590"/>
                  </a:lnTo>
                  <a:lnTo>
                    <a:pt x="860653" y="21590"/>
                  </a:lnTo>
                  <a:lnTo>
                    <a:pt x="857148" y="29210"/>
                  </a:lnTo>
                  <a:lnTo>
                    <a:pt x="853643" y="29210"/>
                  </a:lnTo>
                  <a:lnTo>
                    <a:pt x="853871" y="35560"/>
                  </a:lnTo>
                  <a:lnTo>
                    <a:pt x="850074" y="35560"/>
                  </a:lnTo>
                  <a:lnTo>
                    <a:pt x="850226" y="43180"/>
                  </a:lnTo>
                  <a:lnTo>
                    <a:pt x="846251" y="43180"/>
                  </a:lnTo>
                  <a:lnTo>
                    <a:pt x="846353" y="50800"/>
                  </a:lnTo>
                  <a:lnTo>
                    <a:pt x="846518" y="64770"/>
                  </a:lnTo>
                  <a:lnTo>
                    <a:pt x="842810" y="64770"/>
                  </a:lnTo>
                  <a:lnTo>
                    <a:pt x="842264" y="80010"/>
                  </a:lnTo>
                  <a:lnTo>
                    <a:pt x="845642" y="80010"/>
                  </a:lnTo>
                  <a:lnTo>
                    <a:pt x="845680" y="93980"/>
                  </a:lnTo>
                  <a:lnTo>
                    <a:pt x="849350" y="93980"/>
                  </a:lnTo>
                  <a:lnTo>
                    <a:pt x="849312" y="101600"/>
                  </a:lnTo>
                  <a:lnTo>
                    <a:pt x="852843" y="101600"/>
                  </a:lnTo>
                  <a:lnTo>
                    <a:pt x="852817" y="109220"/>
                  </a:lnTo>
                  <a:lnTo>
                    <a:pt x="859675" y="109220"/>
                  </a:lnTo>
                  <a:lnTo>
                    <a:pt x="853744" y="116840"/>
                  </a:lnTo>
                  <a:lnTo>
                    <a:pt x="850404" y="116840"/>
                  </a:lnTo>
                  <a:lnTo>
                    <a:pt x="850226" y="112001"/>
                  </a:lnTo>
                  <a:lnTo>
                    <a:pt x="850226" y="247650"/>
                  </a:lnTo>
                  <a:lnTo>
                    <a:pt x="846505" y="247650"/>
                  </a:lnTo>
                  <a:lnTo>
                    <a:pt x="846709" y="255270"/>
                  </a:lnTo>
                  <a:lnTo>
                    <a:pt x="842810" y="255270"/>
                  </a:lnTo>
                  <a:lnTo>
                    <a:pt x="843051" y="262890"/>
                  </a:lnTo>
                  <a:lnTo>
                    <a:pt x="839812" y="262890"/>
                  </a:lnTo>
                  <a:lnTo>
                    <a:pt x="838403" y="298450"/>
                  </a:lnTo>
                  <a:lnTo>
                    <a:pt x="842543" y="298450"/>
                  </a:lnTo>
                  <a:lnTo>
                    <a:pt x="841908" y="306070"/>
                  </a:lnTo>
                  <a:lnTo>
                    <a:pt x="846734" y="313690"/>
                  </a:lnTo>
                  <a:lnTo>
                    <a:pt x="839419" y="313690"/>
                  </a:lnTo>
                  <a:lnTo>
                    <a:pt x="839419" y="306070"/>
                  </a:lnTo>
                  <a:lnTo>
                    <a:pt x="836129" y="306070"/>
                  </a:lnTo>
                  <a:lnTo>
                    <a:pt x="836129" y="474980"/>
                  </a:lnTo>
                  <a:lnTo>
                    <a:pt x="832370" y="474980"/>
                  </a:lnTo>
                  <a:lnTo>
                    <a:pt x="832091" y="504190"/>
                  </a:lnTo>
                  <a:lnTo>
                    <a:pt x="836129" y="510540"/>
                  </a:lnTo>
                  <a:lnTo>
                    <a:pt x="828586" y="510540"/>
                  </a:lnTo>
                  <a:lnTo>
                    <a:pt x="828586" y="685800"/>
                  </a:lnTo>
                  <a:lnTo>
                    <a:pt x="828586" y="693420"/>
                  </a:lnTo>
                  <a:lnTo>
                    <a:pt x="828586" y="897890"/>
                  </a:lnTo>
                  <a:lnTo>
                    <a:pt x="828586" y="934720"/>
                  </a:lnTo>
                  <a:lnTo>
                    <a:pt x="815136" y="934720"/>
                  </a:lnTo>
                  <a:lnTo>
                    <a:pt x="814806" y="927100"/>
                  </a:lnTo>
                  <a:lnTo>
                    <a:pt x="808888" y="927100"/>
                  </a:lnTo>
                  <a:lnTo>
                    <a:pt x="807910" y="934720"/>
                  </a:lnTo>
                  <a:lnTo>
                    <a:pt x="793508" y="934720"/>
                  </a:lnTo>
                  <a:lnTo>
                    <a:pt x="792924" y="920750"/>
                  </a:lnTo>
                  <a:lnTo>
                    <a:pt x="797013" y="920750"/>
                  </a:lnTo>
                  <a:lnTo>
                    <a:pt x="797013" y="897890"/>
                  </a:lnTo>
                  <a:lnTo>
                    <a:pt x="828586" y="897890"/>
                  </a:lnTo>
                  <a:lnTo>
                    <a:pt x="828586" y="693420"/>
                  </a:lnTo>
                  <a:lnTo>
                    <a:pt x="825665" y="693420"/>
                  </a:lnTo>
                  <a:lnTo>
                    <a:pt x="825080" y="715010"/>
                  </a:lnTo>
                  <a:lnTo>
                    <a:pt x="797013" y="715010"/>
                  </a:lnTo>
                  <a:lnTo>
                    <a:pt x="797013" y="685800"/>
                  </a:lnTo>
                  <a:lnTo>
                    <a:pt x="828586" y="685800"/>
                  </a:lnTo>
                  <a:lnTo>
                    <a:pt x="828586" y="510540"/>
                  </a:lnTo>
                  <a:lnTo>
                    <a:pt x="790003" y="510540"/>
                  </a:lnTo>
                  <a:lnTo>
                    <a:pt x="790092" y="504190"/>
                  </a:lnTo>
                  <a:lnTo>
                    <a:pt x="790194" y="496570"/>
                  </a:lnTo>
                  <a:lnTo>
                    <a:pt x="790295" y="488950"/>
                  </a:lnTo>
                  <a:lnTo>
                    <a:pt x="790486" y="474980"/>
                  </a:lnTo>
                  <a:lnTo>
                    <a:pt x="786765" y="474980"/>
                  </a:lnTo>
                  <a:lnTo>
                    <a:pt x="786485" y="467360"/>
                  </a:lnTo>
                  <a:lnTo>
                    <a:pt x="786485" y="459740"/>
                  </a:lnTo>
                  <a:lnTo>
                    <a:pt x="793115" y="459740"/>
                  </a:lnTo>
                  <a:lnTo>
                    <a:pt x="792949" y="467360"/>
                  </a:lnTo>
                  <a:lnTo>
                    <a:pt x="828586" y="467360"/>
                  </a:lnTo>
                  <a:lnTo>
                    <a:pt x="828306" y="459740"/>
                  </a:lnTo>
                  <a:lnTo>
                    <a:pt x="831583" y="459740"/>
                  </a:lnTo>
                  <a:lnTo>
                    <a:pt x="836129" y="474980"/>
                  </a:lnTo>
                  <a:lnTo>
                    <a:pt x="836129" y="306070"/>
                  </a:lnTo>
                  <a:lnTo>
                    <a:pt x="783412" y="306070"/>
                  </a:lnTo>
                  <a:lnTo>
                    <a:pt x="783386" y="313690"/>
                  </a:lnTo>
                  <a:lnTo>
                    <a:pt x="779665" y="313690"/>
                  </a:lnTo>
                  <a:lnTo>
                    <a:pt x="778891" y="298450"/>
                  </a:lnTo>
                  <a:lnTo>
                    <a:pt x="782789" y="298450"/>
                  </a:lnTo>
                  <a:lnTo>
                    <a:pt x="782866" y="284480"/>
                  </a:lnTo>
                  <a:lnTo>
                    <a:pt x="782980" y="262890"/>
                  </a:lnTo>
                  <a:lnTo>
                    <a:pt x="780059" y="262890"/>
                  </a:lnTo>
                  <a:lnTo>
                    <a:pt x="779970" y="255270"/>
                  </a:lnTo>
                  <a:lnTo>
                    <a:pt x="776338" y="255270"/>
                  </a:lnTo>
                  <a:lnTo>
                    <a:pt x="775970" y="247650"/>
                  </a:lnTo>
                  <a:lnTo>
                    <a:pt x="775970" y="240030"/>
                  </a:lnTo>
                  <a:lnTo>
                    <a:pt x="778903" y="240030"/>
                  </a:lnTo>
                  <a:lnTo>
                    <a:pt x="779056" y="247650"/>
                  </a:lnTo>
                  <a:lnTo>
                    <a:pt x="842124" y="247650"/>
                  </a:lnTo>
                  <a:lnTo>
                    <a:pt x="842149" y="240030"/>
                  </a:lnTo>
                  <a:lnTo>
                    <a:pt x="849642" y="240030"/>
                  </a:lnTo>
                  <a:lnTo>
                    <a:pt x="850226" y="247650"/>
                  </a:lnTo>
                  <a:lnTo>
                    <a:pt x="850226" y="112001"/>
                  </a:lnTo>
                  <a:lnTo>
                    <a:pt x="850125" y="109220"/>
                  </a:lnTo>
                  <a:lnTo>
                    <a:pt x="843064" y="109220"/>
                  </a:lnTo>
                  <a:lnTo>
                    <a:pt x="832104" y="101600"/>
                  </a:lnTo>
                  <a:lnTo>
                    <a:pt x="779907" y="101600"/>
                  </a:lnTo>
                  <a:lnTo>
                    <a:pt x="779907" y="109220"/>
                  </a:lnTo>
                  <a:lnTo>
                    <a:pt x="769442" y="109220"/>
                  </a:lnTo>
                  <a:lnTo>
                    <a:pt x="769416" y="116840"/>
                  </a:lnTo>
                  <a:lnTo>
                    <a:pt x="764959" y="116840"/>
                  </a:lnTo>
                  <a:lnTo>
                    <a:pt x="764997" y="109220"/>
                  </a:lnTo>
                  <a:lnTo>
                    <a:pt x="768438" y="109220"/>
                  </a:lnTo>
                  <a:lnTo>
                    <a:pt x="768235" y="101600"/>
                  </a:lnTo>
                  <a:lnTo>
                    <a:pt x="772007" y="101600"/>
                  </a:lnTo>
                  <a:lnTo>
                    <a:pt x="771855" y="93980"/>
                  </a:lnTo>
                  <a:lnTo>
                    <a:pt x="775563" y="93980"/>
                  </a:lnTo>
                  <a:lnTo>
                    <a:pt x="775970" y="80010"/>
                  </a:lnTo>
                  <a:lnTo>
                    <a:pt x="779183" y="80010"/>
                  </a:lnTo>
                  <a:lnTo>
                    <a:pt x="780173" y="64770"/>
                  </a:lnTo>
                  <a:lnTo>
                    <a:pt x="776338" y="64770"/>
                  </a:lnTo>
                  <a:lnTo>
                    <a:pt x="776592" y="50800"/>
                  </a:lnTo>
                  <a:lnTo>
                    <a:pt x="772795" y="43180"/>
                  </a:lnTo>
                  <a:lnTo>
                    <a:pt x="773074" y="43180"/>
                  </a:lnTo>
                  <a:lnTo>
                    <a:pt x="769366" y="35560"/>
                  </a:lnTo>
                  <a:lnTo>
                    <a:pt x="769721" y="35560"/>
                  </a:lnTo>
                  <a:lnTo>
                    <a:pt x="765937" y="29210"/>
                  </a:lnTo>
                  <a:lnTo>
                    <a:pt x="762381" y="29210"/>
                  </a:lnTo>
                  <a:lnTo>
                    <a:pt x="762673" y="21590"/>
                  </a:lnTo>
                  <a:lnTo>
                    <a:pt x="755624" y="21590"/>
                  </a:lnTo>
                  <a:lnTo>
                    <a:pt x="755408" y="13970"/>
                  </a:lnTo>
                  <a:lnTo>
                    <a:pt x="752005" y="13970"/>
                  </a:lnTo>
                  <a:lnTo>
                    <a:pt x="752005" y="130810"/>
                  </a:lnTo>
                  <a:lnTo>
                    <a:pt x="748385" y="130810"/>
                  </a:lnTo>
                  <a:lnTo>
                    <a:pt x="748398" y="138430"/>
                  </a:lnTo>
                  <a:lnTo>
                    <a:pt x="744880" y="138430"/>
                  </a:lnTo>
                  <a:lnTo>
                    <a:pt x="744931" y="146050"/>
                  </a:lnTo>
                  <a:lnTo>
                    <a:pt x="741070" y="146050"/>
                  </a:lnTo>
                  <a:lnTo>
                    <a:pt x="740879" y="152400"/>
                  </a:lnTo>
                  <a:lnTo>
                    <a:pt x="738085" y="152400"/>
                  </a:lnTo>
                  <a:lnTo>
                    <a:pt x="736955" y="196850"/>
                  </a:lnTo>
                  <a:lnTo>
                    <a:pt x="740778" y="196850"/>
                  </a:lnTo>
                  <a:lnTo>
                    <a:pt x="740448" y="204419"/>
                  </a:lnTo>
                  <a:lnTo>
                    <a:pt x="743991" y="204419"/>
                  </a:lnTo>
                  <a:lnTo>
                    <a:pt x="734834" y="210210"/>
                  </a:lnTo>
                  <a:lnTo>
                    <a:pt x="734834" y="364490"/>
                  </a:lnTo>
                  <a:lnTo>
                    <a:pt x="731164" y="364490"/>
                  </a:lnTo>
                  <a:lnTo>
                    <a:pt x="729970" y="401320"/>
                  </a:lnTo>
                  <a:lnTo>
                    <a:pt x="733691" y="401320"/>
                  </a:lnTo>
                  <a:lnTo>
                    <a:pt x="733869" y="408940"/>
                  </a:lnTo>
                  <a:lnTo>
                    <a:pt x="727265" y="408940"/>
                  </a:lnTo>
                  <a:lnTo>
                    <a:pt x="727265" y="1014730"/>
                  </a:lnTo>
                  <a:lnTo>
                    <a:pt x="723722" y="1014730"/>
                  </a:lnTo>
                  <a:lnTo>
                    <a:pt x="726262" y="1022350"/>
                  </a:lnTo>
                  <a:lnTo>
                    <a:pt x="726859" y="1043940"/>
                  </a:lnTo>
                  <a:lnTo>
                    <a:pt x="681507" y="1043940"/>
                  </a:lnTo>
                  <a:lnTo>
                    <a:pt x="680097" y="1037590"/>
                  </a:lnTo>
                  <a:lnTo>
                    <a:pt x="684631" y="1037590"/>
                  </a:lnTo>
                  <a:lnTo>
                    <a:pt x="684758" y="1000760"/>
                  </a:lnTo>
                  <a:lnTo>
                    <a:pt x="726859" y="1000760"/>
                  </a:lnTo>
                  <a:lnTo>
                    <a:pt x="727265" y="1014730"/>
                  </a:lnTo>
                  <a:lnTo>
                    <a:pt x="727265" y="408940"/>
                  </a:lnTo>
                  <a:lnTo>
                    <a:pt x="723341" y="408940"/>
                  </a:lnTo>
                  <a:lnTo>
                    <a:pt x="723341" y="576580"/>
                  </a:lnTo>
                  <a:lnTo>
                    <a:pt x="723341" y="613410"/>
                  </a:lnTo>
                  <a:lnTo>
                    <a:pt x="716330" y="613410"/>
                  </a:lnTo>
                  <a:lnTo>
                    <a:pt x="716330" y="796290"/>
                  </a:lnTo>
                  <a:lnTo>
                    <a:pt x="716330" y="817880"/>
                  </a:lnTo>
                  <a:lnTo>
                    <a:pt x="695274" y="817880"/>
                  </a:lnTo>
                  <a:lnTo>
                    <a:pt x="695858" y="825500"/>
                  </a:lnTo>
                  <a:lnTo>
                    <a:pt x="688263" y="825500"/>
                  </a:lnTo>
                  <a:lnTo>
                    <a:pt x="688263" y="796290"/>
                  </a:lnTo>
                  <a:lnTo>
                    <a:pt x="716330" y="796290"/>
                  </a:lnTo>
                  <a:lnTo>
                    <a:pt x="716330" y="613410"/>
                  </a:lnTo>
                  <a:lnTo>
                    <a:pt x="684758" y="613410"/>
                  </a:lnTo>
                  <a:lnTo>
                    <a:pt x="684174" y="605790"/>
                  </a:lnTo>
                  <a:lnTo>
                    <a:pt x="687895" y="605790"/>
                  </a:lnTo>
                  <a:lnTo>
                    <a:pt x="689114" y="591820"/>
                  </a:lnTo>
                  <a:lnTo>
                    <a:pt x="685126" y="584200"/>
                  </a:lnTo>
                  <a:lnTo>
                    <a:pt x="684758" y="584200"/>
                  </a:lnTo>
                  <a:lnTo>
                    <a:pt x="684758" y="568960"/>
                  </a:lnTo>
                  <a:lnTo>
                    <a:pt x="687679" y="568960"/>
                  </a:lnTo>
                  <a:lnTo>
                    <a:pt x="687959" y="576580"/>
                  </a:lnTo>
                  <a:lnTo>
                    <a:pt x="723341" y="576580"/>
                  </a:lnTo>
                  <a:lnTo>
                    <a:pt x="723341" y="408940"/>
                  </a:lnTo>
                  <a:lnTo>
                    <a:pt x="677735" y="408940"/>
                  </a:lnTo>
                  <a:lnTo>
                    <a:pt x="677735" y="393700"/>
                  </a:lnTo>
                  <a:lnTo>
                    <a:pt x="680999" y="393700"/>
                  </a:lnTo>
                  <a:lnTo>
                    <a:pt x="681164" y="379730"/>
                  </a:lnTo>
                  <a:lnTo>
                    <a:pt x="681253" y="372110"/>
                  </a:lnTo>
                  <a:lnTo>
                    <a:pt x="678319" y="379730"/>
                  </a:lnTo>
                  <a:lnTo>
                    <a:pt x="678395" y="372110"/>
                  </a:lnTo>
                  <a:lnTo>
                    <a:pt x="678459" y="364490"/>
                  </a:lnTo>
                  <a:lnTo>
                    <a:pt x="678522" y="356870"/>
                  </a:lnTo>
                  <a:lnTo>
                    <a:pt x="677176" y="356870"/>
                  </a:lnTo>
                  <a:lnTo>
                    <a:pt x="674230" y="356870"/>
                  </a:lnTo>
                  <a:lnTo>
                    <a:pt x="674230" y="350520"/>
                  </a:lnTo>
                  <a:lnTo>
                    <a:pt x="677151" y="350520"/>
                  </a:lnTo>
                  <a:lnTo>
                    <a:pt x="677176" y="356870"/>
                  </a:lnTo>
                  <a:lnTo>
                    <a:pt x="687476" y="350520"/>
                  </a:lnTo>
                  <a:lnTo>
                    <a:pt x="687806" y="356870"/>
                  </a:lnTo>
                  <a:lnTo>
                    <a:pt x="734237" y="356870"/>
                  </a:lnTo>
                  <a:lnTo>
                    <a:pt x="734834" y="364490"/>
                  </a:lnTo>
                  <a:lnTo>
                    <a:pt x="734834" y="210210"/>
                  </a:lnTo>
                  <a:lnTo>
                    <a:pt x="733869" y="210820"/>
                  </a:lnTo>
                  <a:lnTo>
                    <a:pt x="734148" y="204419"/>
                  </a:lnTo>
                  <a:lnTo>
                    <a:pt x="678065" y="204419"/>
                  </a:lnTo>
                  <a:lnTo>
                    <a:pt x="678129" y="210820"/>
                  </a:lnTo>
                  <a:lnTo>
                    <a:pt x="667016" y="210820"/>
                  </a:lnTo>
                  <a:lnTo>
                    <a:pt x="666407" y="204419"/>
                  </a:lnTo>
                  <a:lnTo>
                    <a:pt x="670369" y="204419"/>
                  </a:lnTo>
                  <a:lnTo>
                    <a:pt x="670293" y="196850"/>
                  </a:lnTo>
                  <a:lnTo>
                    <a:pt x="673646" y="196850"/>
                  </a:lnTo>
                  <a:lnTo>
                    <a:pt x="674611" y="160020"/>
                  </a:lnTo>
                  <a:lnTo>
                    <a:pt x="670902" y="160020"/>
                  </a:lnTo>
                  <a:lnTo>
                    <a:pt x="670801" y="152400"/>
                  </a:lnTo>
                  <a:lnTo>
                    <a:pt x="670725" y="146050"/>
                  </a:lnTo>
                  <a:lnTo>
                    <a:pt x="667588" y="146050"/>
                  </a:lnTo>
                  <a:lnTo>
                    <a:pt x="667816" y="138430"/>
                  </a:lnTo>
                  <a:lnTo>
                    <a:pt x="664108" y="138430"/>
                  </a:lnTo>
                  <a:lnTo>
                    <a:pt x="664540" y="130810"/>
                  </a:lnTo>
                  <a:lnTo>
                    <a:pt x="672947" y="130810"/>
                  </a:lnTo>
                  <a:lnTo>
                    <a:pt x="673798" y="138430"/>
                  </a:lnTo>
                  <a:lnTo>
                    <a:pt x="698411" y="138430"/>
                  </a:lnTo>
                  <a:lnTo>
                    <a:pt x="698347" y="146050"/>
                  </a:lnTo>
                  <a:lnTo>
                    <a:pt x="712279" y="146050"/>
                  </a:lnTo>
                  <a:lnTo>
                    <a:pt x="712330" y="138430"/>
                  </a:lnTo>
                  <a:lnTo>
                    <a:pt x="737044" y="138430"/>
                  </a:lnTo>
                  <a:lnTo>
                    <a:pt x="736854" y="130810"/>
                  </a:lnTo>
                  <a:lnTo>
                    <a:pt x="743839" y="130810"/>
                  </a:lnTo>
                  <a:lnTo>
                    <a:pt x="747407" y="123190"/>
                  </a:lnTo>
                  <a:lnTo>
                    <a:pt x="752005" y="130810"/>
                  </a:lnTo>
                  <a:lnTo>
                    <a:pt x="752005" y="13970"/>
                  </a:lnTo>
                  <a:lnTo>
                    <a:pt x="745109" y="13970"/>
                  </a:lnTo>
                  <a:lnTo>
                    <a:pt x="744804" y="6350"/>
                  </a:lnTo>
                  <a:lnTo>
                    <a:pt x="730961" y="6350"/>
                  </a:lnTo>
                  <a:lnTo>
                    <a:pt x="730745" y="0"/>
                  </a:lnTo>
                  <a:lnTo>
                    <a:pt x="683082" y="0"/>
                  </a:lnTo>
                  <a:lnTo>
                    <a:pt x="681532" y="6350"/>
                  </a:lnTo>
                  <a:lnTo>
                    <a:pt x="675513" y="0"/>
                  </a:lnTo>
                  <a:lnTo>
                    <a:pt x="674573" y="6350"/>
                  </a:lnTo>
                  <a:lnTo>
                    <a:pt x="664210" y="6350"/>
                  </a:lnTo>
                  <a:lnTo>
                    <a:pt x="664298" y="13970"/>
                  </a:lnTo>
                  <a:lnTo>
                    <a:pt x="663219" y="13970"/>
                  </a:lnTo>
                  <a:lnTo>
                    <a:pt x="663219" y="130810"/>
                  </a:lnTo>
                  <a:lnTo>
                    <a:pt x="657275" y="130810"/>
                  </a:lnTo>
                  <a:lnTo>
                    <a:pt x="657174" y="124460"/>
                  </a:lnTo>
                  <a:lnTo>
                    <a:pt x="656209" y="123190"/>
                  </a:lnTo>
                  <a:lnTo>
                    <a:pt x="657148" y="123190"/>
                  </a:lnTo>
                  <a:lnTo>
                    <a:pt x="657174" y="124460"/>
                  </a:lnTo>
                  <a:lnTo>
                    <a:pt x="663219" y="130810"/>
                  </a:lnTo>
                  <a:lnTo>
                    <a:pt x="663219" y="13970"/>
                  </a:lnTo>
                  <a:lnTo>
                    <a:pt x="653783" y="13970"/>
                  </a:lnTo>
                  <a:lnTo>
                    <a:pt x="653656" y="21590"/>
                  </a:lnTo>
                  <a:lnTo>
                    <a:pt x="652830" y="21590"/>
                  </a:lnTo>
                  <a:lnTo>
                    <a:pt x="652830" y="116840"/>
                  </a:lnTo>
                  <a:lnTo>
                    <a:pt x="652602" y="123190"/>
                  </a:lnTo>
                  <a:lnTo>
                    <a:pt x="650392" y="123190"/>
                  </a:lnTo>
                  <a:lnTo>
                    <a:pt x="650176" y="116840"/>
                  </a:lnTo>
                  <a:lnTo>
                    <a:pt x="652830" y="116840"/>
                  </a:lnTo>
                  <a:lnTo>
                    <a:pt x="652830" y="21590"/>
                  </a:lnTo>
                  <a:lnTo>
                    <a:pt x="650176" y="21590"/>
                  </a:lnTo>
                  <a:lnTo>
                    <a:pt x="646671" y="29210"/>
                  </a:lnTo>
                  <a:lnTo>
                    <a:pt x="643166" y="29210"/>
                  </a:lnTo>
                  <a:lnTo>
                    <a:pt x="643394" y="35560"/>
                  </a:lnTo>
                  <a:lnTo>
                    <a:pt x="639610" y="35560"/>
                  </a:lnTo>
                  <a:lnTo>
                    <a:pt x="639749" y="43180"/>
                  </a:lnTo>
                  <a:lnTo>
                    <a:pt x="635787" y="43180"/>
                  </a:lnTo>
                  <a:lnTo>
                    <a:pt x="635889" y="50800"/>
                  </a:lnTo>
                  <a:lnTo>
                    <a:pt x="636054" y="64770"/>
                  </a:lnTo>
                  <a:lnTo>
                    <a:pt x="632345" y="64770"/>
                  </a:lnTo>
                  <a:lnTo>
                    <a:pt x="631456" y="72390"/>
                  </a:lnTo>
                  <a:lnTo>
                    <a:pt x="635292" y="80010"/>
                  </a:lnTo>
                  <a:lnTo>
                    <a:pt x="635038" y="93980"/>
                  </a:lnTo>
                  <a:lnTo>
                    <a:pt x="638835" y="93980"/>
                  </a:lnTo>
                  <a:lnTo>
                    <a:pt x="638556" y="101600"/>
                  </a:lnTo>
                  <a:lnTo>
                    <a:pt x="642264" y="101600"/>
                  </a:lnTo>
                  <a:lnTo>
                    <a:pt x="641908" y="109220"/>
                  </a:lnTo>
                  <a:lnTo>
                    <a:pt x="643229" y="109220"/>
                  </a:lnTo>
                  <a:lnTo>
                    <a:pt x="649249" y="109220"/>
                  </a:lnTo>
                  <a:lnTo>
                    <a:pt x="648957" y="116840"/>
                  </a:lnTo>
                  <a:lnTo>
                    <a:pt x="643153" y="116840"/>
                  </a:lnTo>
                  <a:lnTo>
                    <a:pt x="643229" y="109220"/>
                  </a:lnTo>
                  <a:lnTo>
                    <a:pt x="637451" y="116840"/>
                  </a:lnTo>
                  <a:lnTo>
                    <a:pt x="636447" y="111823"/>
                  </a:lnTo>
                  <a:lnTo>
                    <a:pt x="636447" y="240030"/>
                  </a:lnTo>
                  <a:lnTo>
                    <a:pt x="636079" y="255270"/>
                  </a:lnTo>
                  <a:lnTo>
                    <a:pt x="632244" y="255270"/>
                  </a:lnTo>
                  <a:lnTo>
                    <a:pt x="632574" y="262890"/>
                  </a:lnTo>
                  <a:lnTo>
                    <a:pt x="629335" y="262890"/>
                  </a:lnTo>
                  <a:lnTo>
                    <a:pt x="627862" y="298450"/>
                  </a:lnTo>
                  <a:lnTo>
                    <a:pt x="631774" y="298450"/>
                  </a:lnTo>
                  <a:lnTo>
                    <a:pt x="631202" y="306070"/>
                  </a:lnTo>
                  <a:lnTo>
                    <a:pt x="635508" y="306070"/>
                  </a:lnTo>
                  <a:lnTo>
                    <a:pt x="635838" y="313690"/>
                  </a:lnTo>
                  <a:lnTo>
                    <a:pt x="629221" y="313690"/>
                  </a:lnTo>
                  <a:lnTo>
                    <a:pt x="629081" y="306070"/>
                  </a:lnTo>
                  <a:lnTo>
                    <a:pt x="628637" y="306070"/>
                  </a:lnTo>
                  <a:lnTo>
                    <a:pt x="628637" y="1154430"/>
                  </a:lnTo>
                  <a:lnTo>
                    <a:pt x="568617" y="1154430"/>
                  </a:lnTo>
                  <a:lnTo>
                    <a:pt x="568426" y="1146810"/>
                  </a:lnTo>
                  <a:lnTo>
                    <a:pt x="572122" y="1146810"/>
                  </a:lnTo>
                  <a:lnTo>
                    <a:pt x="572198" y="1139190"/>
                  </a:lnTo>
                  <a:lnTo>
                    <a:pt x="572490" y="1109980"/>
                  </a:lnTo>
                  <a:lnTo>
                    <a:pt x="572503" y="1096010"/>
                  </a:lnTo>
                  <a:lnTo>
                    <a:pt x="583031" y="1096010"/>
                  </a:lnTo>
                  <a:lnTo>
                    <a:pt x="582447" y="1102360"/>
                  </a:lnTo>
                  <a:lnTo>
                    <a:pt x="617512" y="1102360"/>
                  </a:lnTo>
                  <a:lnTo>
                    <a:pt x="617651" y="1096010"/>
                  </a:lnTo>
                  <a:lnTo>
                    <a:pt x="628294" y="1096010"/>
                  </a:lnTo>
                  <a:lnTo>
                    <a:pt x="625703" y="1102360"/>
                  </a:lnTo>
                  <a:lnTo>
                    <a:pt x="624713" y="1146810"/>
                  </a:lnTo>
                  <a:lnTo>
                    <a:pt x="628256" y="1139190"/>
                  </a:lnTo>
                  <a:lnTo>
                    <a:pt x="628637" y="1154430"/>
                  </a:lnTo>
                  <a:lnTo>
                    <a:pt x="628637" y="306070"/>
                  </a:lnTo>
                  <a:lnTo>
                    <a:pt x="625703" y="306070"/>
                  </a:lnTo>
                  <a:lnTo>
                    <a:pt x="625703" y="474980"/>
                  </a:lnTo>
                  <a:lnTo>
                    <a:pt x="621982" y="474980"/>
                  </a:lnTo>
                  <a:lnTo>
                    <a:pt x="621182" y="510540"/>
                  </a:lnTo>
                  <a:lnTo>
                    <a:pt x="618096" y="510540"/>
                  </a:lnTo>
                  <a:lnTo>
                    <a:pt x="618096" y="891540"/>
                  </a:lnTo>
                  <a:lnTo>
                    <a:pt x="618096" y="897890"/>
                  </a:lnTo>
                  <a:lnTo>
                    <a:pt x="615175" y="897890"/>
                  </a:lnTo>
                  <a:lnTo>
                    <a:pt x="614159" y="920750"/>
                  </a:lnTo>
                  <a:lnTo>
                    <a:pt x="618032" y="920750"/>
                  </a:lnTo>
                  <a:lnTo>
                    <a:pt x="618096" y="934720"/>
                  </a:lnTo>
                  <a:lnTo>
                    <a:pt x="583298" y="934720"/>
                  </a:lnTo>
                  <a:lnTo>
                    <a:pt x="576008" y="927100"/>
                  </a:lnTo>
                  <a:lnTo>
                    <a:pt x="579132" y="927100"/>
                  </a:lnTo>
                  <a:lnTo>
                    <a:pt x="579221" y="920750"/>
                  </a:lnTo>
                  <a:lnTo>
                    <a:pt x="579513" y="897890"/>
                  </a:lnTo>
                  <a:lnTo>
                    <a:pt x="576719" y="897890"/>
                  </a:lnTo>
                  <a:lnTo>
                    <a:pt x="576008" y="891540"/>
                  </a:lnTo>
                  <a:lnTo>
                    <a:pt x="618096" y="891540"/>
                  </a:lnTo>
                  <a:lnTo>
                    <a:pt x="618096" y="510540"/>
                  </a:lnTo>
                  <a:lnTo>
                    <a:pt x="614591" y="510540"/>
                  </a:lnTo>
                  <a:lnTo>
                    <a:pt x="614591" y="679450"/>
                  </a:lnTo>
                  <a:lnTo>
                    <a:pt x="614591" y="715010"/>
                  </a:lnTo>
                  <a:lnTo>
                    <a:pt x="579513" y="715010"/>
                  </a:lnTo>
                  <a:lnTo>
                    <a:pt x="579513" y="685800"/>
                  </a:lnTo>
                  <a:lnTo>
                    <a:pt x="575830" y="679450"/>
                  </a:lnTo>
                  <a:lnTo>
                    <a:pt x="589661" y="685800"/>
                  </a:lnTo>
                  <a:lnTo>
                    <a:pt x="610489" y="685800"/>
                  </a:lnTo>
                  <a:lnTo>
                    <a:pt x="610971" y="679450"/>
                  </a:lnTo>
                  <a:lnTo>
                    <a:pt x="614591" y="679450"/>
                  </a:lnTo>
                  <a:lnTo>
                    <a:pt x="614591" y="510540"/>
                  </a:lnTo>
                  <a:lnTo>
                    <a:pt x="575627" y="510540"/>
                  </a:lnTo>
                  <a:lnTo>
                    <a:pt x="575691" y="504190"/>
                  </a:lnTo>
                  <a:lnTo>
                    <a:pt x="575779" y="496570"/>
                  </a:lnTo>
                  <a:lnTo>
                    <a:pt x="575856" y="488950"/>
                  </a:lnTo>
                  <a:lnTo>
                    <a:pt x="576008" y="474980"/>
                  </a:lnTo>
                  <a:lnTo>
                    <a:pt x="572833" y="474980"/>
                  </a:lnTo>
                  <a:lnTo>
                    <a:pt x="572490" y="467360"/>
                  </a:lnTo>
                  <a:lnTo>
                    <a:pt x="572490" y="459740"/>
                  </a:lnTo>
                  <a:lnTo>
                    <a:pt x="590029" y="459740"/>
                  </a:lnTo>
                  <a:lnTo>
                    <a:pt x="589749" y="467360"/>
                  </a:lnTo>
                  <a:lnTo>
                    <a:pt x="610628" y="467360"/>
                  </a:lnTo>
                  <a:lnTo>
                    <a:pt x="610831" y="459740"/>
                  </a:lnTo>
                  <a:lnTo>
                    <a:pt x="625119" y="459740"/>
                  </a:lnTo>
                  <a:lnTo>
                    <a:pt x="625703" y="474980"/>
                  </a:lnTo>
                  <a:lnTo>
                    <a:pt x="625703" y="306070"/>
                  </a:lnTo>
                  <a:lnTo>
                    <a:pt x="572922" y="306070"/>
                  </a:lnTo>
                  <a:lnTo>
                    <a:pt x="572947" y="313690"/>
                  </a:lnTo>
                  <a:lnTo>
                    <a:pt x="565480" y="313690"/>
                  </a:lnTo>
                  <a:lnTo>
                    <a:pt x="565480" y="306070"/>
                  </a:lnTo>
                  <a:lnTo>
                    <a:pt x="568413" y="306070"/>
                  </a:lnTo>
                  <a:lnTo>
                    <a:pt x="568464" y="298450"/>
                  </a:lnTo>
                  <a:lnTo>
                    <a:pt x="568566" y="284480"/>
                  </a:lnTo>
                  <a:lnTo>
                    <a:pt x="571792" y="284480"/>
                  </a:lnTo>
                  <a:lnTo>
                    <a:pt x="572846" y="276860"/>
                  </a:lnTo>
                  <a:lnTo>
                    <a:pt x="569366" y="276860"/>
                  </a:lnTo>
                  <a:lnTo>
                    <a:pt x="569823" y="255270"/>
                  </a:lnTo>
                  <a:lnTo>
                    <a:pt x="565607" y="255270"/>
                  </a:lnTo>
                  <a:lnTo>
                    <a:pt x="562406" y="247650"/>
                  </a:lnTo>
                  <a:lnTo>
                    <a:pt x="562571" y="240030"/>
                  </a:lnTo>
                  <a:lnTo>
                    <a:pt x="571919" y="240030"/>
                  </a:lnTo>
                  <a:lnTo>
                    <a:pt x="572058" y="247650"/>
                  </a:lnTo>
                  <a:lnTo>
                    <a:pt x="628129" y="247650"/>
                  </a:lnTo>
                  <a:lnTo>
                    <a:pt x="628065" y="240030"/>
                  </a:lnTo>
                  <a:lnTo>
                    <a:pt x="636447" y="240030"/>
                  </a:lnTo>
                  <a:lnTo>
                    <a:pt x="636447" y="111823"/>
                  </a:lnTo>
                  <a:lnTo>
                    <a:pt x="635927" y="109220"/>
                  </a:lnTo>
                  <a:lnTo>
                    <a:pt x="618439" y="109220"/>
                  </a:lnTo>
                  <a:lnTo>
                    <a:pt x="618388" y="101600"/>
                  </a:lnTo>
                  <a:lnTo>
                    <a:pt x="572846" y="101600"/>
                  </a:lnTo>
                  <a:lnTo>
                    <a:pt x="572935" y="109220"/>
                  </a:lnTo>
                  <a:lnTo>
                    <a:pt x="559752" y="109220"/>
                  </a:lnTo>
                  <a:lnTo>
                    <a:pt x="558825" y="116840"/>
                  </a:lnTo>
                  <a:lnTo>
                    <a:pt x="552170" y="116840"/>
                  </a:lnTo>
                  <a:lnTo>
                    <a:pt x="551954" y="123190"/>
                  </a:lnTo>
                  <a:lnTo>
                    <a:pt x="544931" y="123190"/>
                  </a:lnTo>
                  <a:lnTo>
                    <a:pt x="545033" y="130810"/>
                  </a:lnTo>
                  <a:lnTo>
                    <a:pt x="537794" y="130810"/>
                  </a:lnTo>
                  <a:lnTo>
                    <a:pt x="537768" y="138430"/>
                  </a:lnTo>
                  <a:lnTo>
                    <a:pt x="537425" y="138430"/>
                  </a:lnTo>
                  <a:lnTo>
                    <a:pt x="537425" y="218440"/>
                  </a:lnTo>
                  <a:lnTo>
                    <a:pt x="534504" y="218440"/>
                  </a:lnTo>
                  <a:lnTo>
                    <a:pt x="534428" y="210820"/>
                  </a:lnTo>
                  <a:lnTo>
                    <a:pt x="536727" y="210820"/>
                  </a:lnTo>
                  <a:lnTo>
                    <a:pt x="537425" y="218440"/>
                  </a:lnTo>
                  <a:lnTo>
                    <a:pt x="537425" y="138430"/>
                  </a:lnTo>
                  <a:lnTo>
                    <a:pt x="534149" y="138430"/>
                  </a:lnTo>
                  <a:lnTo>
                    <a:pt x="534250" y="146050"/>
                  </a:lnTo>
                  <a:lnTo>
                    <a:pt x="530580" y="146050"/>
                  </a:lnTo>
                  <a:lnTo>
                    <a:pt x="530948" y="152400"/>
                  </a:lnTo>
                  <a:lnTo>
                    <a:pt x="527202" y="160020"/>
                  </a:lnTo>
                  <a:lnTo>
                    <a:pt x="526529" y="189230"/>
                  </a:lnTo>
                  <a:lnTo>
                    <a:pt x="529717" y="189230"/>
                  </a:lnTo>
                  <a:lnTo>
                    <a:pt x="530415" y="204419"/>
                  </a:lnTo>
                  <a:lnTo>
                    <a:pt x="533628" y="204419"/>
                  </a:lnTo>
                  <a:lnTo>
                    <a:pt x="533552" y="205905"/>
                  </a:lnTo>
                  <a:lnTo>
                    <a:pt x="533336" y="210820"/>
                  </a:lnTo>
                  <a:lnTo>
                    <a:pt x="526884" y="210820"/>
                  </a:lnTo>
                  <a:lnTo>
                    <a:pt x="526884" y="350520"/>
                  </a:lnTo>
                  <a:lnTo>
                    <a:pt x="526884" y="356870"/>
                  </a:lnTo>
                  <a:lnTo>
                    <a:pt x="523963" y="356870"/>
                  </a:lnTo>
                  <a:lnTo>
                    <a:pt x="524078" y="364490"/>
                  </a:lnTo>
                  <a:lnTo>
                    <a:pt x="524205" y="372110"/>
                  </a:lnTo>
                  <a:lnTo>
                    <a:pt x="520230" y="372110"/>
                  </a:lnTo>
                  <a:lnTo>
                    <a:pt x="519417" y="393700"/>
                  </a:lnTo>
                  <a:lnTo>
                    <a:pt x="523341" y="393700"/>
                  </a:lnTo>
                  <a:lnTo>
                    <a:pt x="523379" y="416560"/>
                  </a:lnTo>
                  <a:lnTo>
                    <a:pt x="519874" y="416560"/>
                  </a:lnTo>
                  <a:lnTo>
                    <a:pt x="519874" y="993140"/>
                  </a:lnTo>
                  <a:lnTo>
                    <a:pt x="519874" y="1000760"/>
                  </a:lnTo>
                  <a:lnTo>
                    <a:pt x="516953" y="1000760"/>
                  </a:lnTo>
                  <a:lnTo>
                    <a:pt x="515950" y="1037590"/>
                  </a:lnTo>
                  <a:lnTo>
                    <a:pt x="519506" y="1037590"/>
                  </a:lnTo>
                  <a:lnTo>
                    <a:pt x="519874" y="1043940"/>
                  </a:lnTo>
                  <a:lnTo>
                    <a:pt x="471220" y="1043940"/>
                  </a:lnTo>
                  <a:lnTo>
                    <a:pt x="463740" y="1051560"/>
                  </a:lnTo>
                  <a:lnTo>
                    <a:pt x="463156" y="1037590"/>
                  </a:lnTo>
                  <a:lnTo>
                    <a:pt x="466877" y="1037590"/>
                  </a:lnTo>
                  <a:lnTo>
                    <a:pt x="467639" y="993140"/>
                  </a:lnTo>
                  <a:lnTo>
                    <a:pt x="480999" y="993140"/>
                  </a:lnTo>
                  <a:lnTo>
                    <a:pt x="507530" y="1000760"/>
                  </a:lnTo>
                  <a:lnTo>
                    <a:pt x="508977" y="993140"/>
                  </a:lnTo>
                  <a:lnTo>
                    <a:pt x="519874" y="993140"/>
                  </a:lnTo>
                  <a:lnTo>
                    <a:pt x="519874" y="416560"/>
                  </a:lnTo>
                  <a:lnTo>
                    <a:pt x="516737" y="416560"/>
                  </a:lnTo>
                  <a:lnTo>
                    <a:pt x="516737" y="584200"/>
                  </a:lnTo>
                  <a:lnTo>
                    <a:pt x="513041" y="584200"/>
                  </a:lnTo>
                  <a:lnTo>
                    <a:pt x="512394" y="605790"/>
                  </a:lnTo>
                  <a:lnTo>
                    <a:pt x="516318" y="605790"/>
                  </a:lnTo>
                  <a:lnTo>
                    <a:pt x="513092" y="621030"/>
                  </a:lnTo>
                  <a:lnTo>
                    <a:pt x="512851" y="621030"/>
                  </a:lnTo>
                  <a:lnTo>
                    <a:pt x="512851" y="788670"/>
                  </a:lnTo>
                  <a:lnTo>
                    <a:pt x="512851" y="833120"/>
                  </a:lnTo>
                  <a:lnTo>
                    <a:pt x="509460" y="833120"/>
                  </a:lnTo>
                  <a:lnTo>
                    <a:pt x="509803" y="825500"/>
                  </a:lnTo>
                  <a:lnTo>
                    <a:pt x="481863" y="825500"/>
                  </a:lnTo>
                  <a:lnTo>
                    <a:pt x="481850" y="833120"/>
                  </a:lnTo>
                  <a:lnTo>
                    <a:pt x="467245" y="833120"/>
                  </a:lnTo>
                  <a:lnTo>
                    <a:pt x="467245" y="825500"/>
                  </a:lnTo>
                  <a:lnTo>
                    <a:pt x="470179" y="825500"/>
                  </a:lnTo>
                  <a:lnTo>
                    <a:pt x="471208" y="788670"/>
                  </a:lnTo>
                  <a:lnTo>
                    <a:pt x="467245" y="788670"/>
                  </a:lnTo>
                  <a:lnTo>
                    <a:pt x="467245" y="781050"/>
                  </a:lnTo>
                  <a:lnTo>
                    <a:pt x="474268" y="781050"/>
                  </a:lnTo>
                  <a:lnTo>
                    <a:pt x="477405" y="788670"/>
                  </a:lnTo>
                  <a:lnTo>
                    <a:pt x="512851" y="788670"/>
                  </a:lnTo>
                  <a:lnTo>
                    <a:pt x="512851" y="621030"/>
                  </a:lnTo>
                  <a:lnTo>
                    <a:pt x="467245" y="621030"/>
                  </a:lnTo>
                  <a:lnTo>
                    <a:pt x="466890" y="607695"/>
                  </a:lnTo>
                  <a:lnTo>
                    <a:pt x="466890" y="993140"/>
                  </a:lnTo>
                  <a:lnTo>
                    <a:pt x="463740" y="993140"/>
                  </a:lnTo>
                  <a:lnTo>
                    <a:pt x="463753" y="985520"/>
                  </a:lnTo>
                  <a:lnTo>
                    <a:pt x="466674" y="985520"/>
                  </a:lnTo>
                  <a:lnTo>
                    <a:pt x="466890" y="993140"/>
                  </a:lnTo>
                  <a:lnTo>
                    <a:pt x="466890" y="607695"/>
                  </a:lnTo>
                  <a:lnTo>
                    <a:pt x="466839" y="605790"/>
                  </a:lnTo>
                  <a:lnTo>
                    <a:pt x="470382" y="605790"/>
                  </a:lnTo>
                  <a:lnTo>
                    <a:pt x="470763" y="584200"/>
                  </a:lnTo>
                  <a:lnTo>
                    <a:pt x="467245" y="584200"/>
                  </a:lnTo>
                  <a:lnTo>
                    <a:pt x="467245" y="568960"/>
                  </a:lnTo>
                  <a:lnTo>
                    <a:pt x="515772" y="568960"/>
                  </a:lnTo>
                  <a:lnTo>
                    <a:pt x="516737" y="584200"/>
                  </a:lnTo>
                  <a:lnTo>
                    <a:pt x="516737" y="416560"/>
                  </a:lnTo>
                  <a:lnTo>
                    <a:pt x="512851" y="416560"/>
                  </a:lnTo>
                  <a:lnTo>
                    <a:pt x="513435" y="408940"/>
                  </a:lnTo>
                  <a:lnTo>
                    <a:pt x="477774" y="408940"/>
                  </a:lnTo>
                  <a:lnTo>
                    <a:pt x="478358" y="416560"/>
                  </a:lnTo>
                  <a:lnTo>
                    <a:pt x="460235" y="416560"/>
                  </a:lnTo>
                  <a:lnTo>
                    <a:pt x="460235" y="408940"/>
                  </a:lnTo>
                  <a:lnTo>
                    <a:pt x="463156" y="408940"/>
                  </a:lnTo>
                  <a:lnTo>
                    <a:pt x="463740" y="393700"/>
                  </a:lnTo>
                  <a:lnTo>
                    <a:pt x="466979" y="393700"/>
                  </a:lnTo>
                  <a:lnTo>
                    <a:pt x="467156" y="379730"/>
                  </a:lnTo>
                  <a:lnTo>
                    <a:pt x="467245" y="372110"/>
                  </a:lnTo>
                  <a:lnTo>
                    <a:pt x="464324" y="379730"/>
                  </a:lnTo>
                  <a:lnTo>
                    <a:pt x="464261" y="372110"/>
                  </a:lnTo>
                  <a:lnTo>
                    <a:pt x="464197" y="364490"/>
                  </a:lnTo>
                  <a:lnTo>
                    <a:pt x="460603" y="364490"/>
                  </a:lnTo>
                  <a:lnTo>
                    <a:pt x="460781" y="356870"/>
                  </a:lnTo>
                  <a:lnTo>
                    <a:pt x="456730" y="356870"/>
                  </a:lnTo>
                  <a:lnTo>
                    <a:pt x="456717" y="350520"/>
                  </a:lnTo>
                  <a:lnTo>
                    <a:pt x="470166" y="350520"/>
                  </a:lnTo>
                  <a:lnTo>
                    <a:pt x="470395" y="356870"/>
                  </a:lnTo>
                  <a:lnTo>
                    <a:pt x="491197" y="350520"/>
                  </a:lnTo>
                  <a:lnTo>
                    <a:pt x="491337" y="356870"/>
                  </a:lnTo>
                  <a:lnTo>
                    <a:pt x="519226" y="356870"/>
                  </a:lnTo>
                  <a:lnTo>
                    <a:pt x="519518" y="350520"/>
                  </a:lnTo>
                  <a:lnTo>
                    <a:pt x="526884" y="350520"/>
                  </a:lnTo>
                  <a:lnTo>
                    <a:pt x="526884" y="210820"/>
                  </a:lnTo>
                  <a:lnTo>
                    <a:pt x="521881" y="210820"/>
                  </a:lnTo>
                  <a:lnTo>
                    <a:pt x="520153" y="204419"/>
                  </a:lnTo>
                  <a:lnTo>
                    <a:pt x="470763" y="204419"/>
                  </a:lnTo>
                  <a:lnTo>
                    <a:pt x="471360" y="210820"/>
                  </a:lnTo>
                  <a:lnTo>
                    <a:pt x="464248" y="210820"/>
                  </a:lnTo>
                  <a:lnTo>
                    <a:pt x="450215" y="218440"/>
                  </a:lnTo>
                  <a:lnTo>
                    <a:pt x="449237" y="218440"/>
                  </a:lnTo>
                  <a:lnTo>
                    <a:pt x="449275" y="210820"/>
                  </a:lnTo>
                  <a:lnTo>
                    <a:pt x="452513" y="210820"/>
                  </a:lnTo>
                  <a:lnTo>
                    <a:pt x="455447" y="205905"/>
                  </a:lnTo>
                  <a:lnTo>
                    <a:pt x="456323" y="204419"/>
                  </a:lnTo>
                  <a:lnTo>
                    <a:pt x="456171" y="204419"/>
                  </a:lnTo>
                  <a:lnTo>
                    <a:pt x="459841" y="196850"/>
                  </a:lnTo>
                  <a:lnTo>
                    <a:pt x="460248" y="181610"/>
                  </a:lnTo>
                  <a:lnTo>
                    <a:pt x="463461" y="181610"/>
                  </a:lnTo>
                  <a:lnTo>
                    <a:pt x="464451" y="167640"/>
                  </a:lnTo>
                  <a:lnTo>
                    <a:pt x="460629" y="167640"/>
                  </a:lnTo>
                  <a:lnTo>
                    <a:pt x="460743" y="160020"/>
                  </a:lnTo>
                  <a:lnTo>
                    <a:pt x="460870" y="152400"/>
                  </a:lnTo>
                  <a:lnTo>
                    <a:pt x="457073" y="152400"/>
                  </a:lnTo>
                  <a:lnTo>
                    <a:pt x="457352" y="146050"/>
                  </a:lnTo>
                  <a:lnTo>
                    <a:pt x="453644" y="146050"/>
                  </a:lnTo>
                  <a:lnTo>
                    <a:pt x="453999" y="138430"/>
                  </a:lnTo>
                  <a:lnTo>
                    <a:pt x="450215" y="138430"/>
                  </a:lnTo>
                  <a:lnTo>
                    <a:pt x="450215" y="130810"/>
                  </a:lnTo>
                  <a:lnTo>
                    <a:pt x="446951" y="130810"/>
                  </a:lnTo>
                  <a:lnTo>
                    <a:pt x="443077" y="123190"/>
                  </a:lnTo>
                  <a:lnTo>
                    <a:pt x="439902" y="123190"/>
                  </a:lnTo>
                  <a:lnTo>
                    <a:pt x="439686" y="116840"/>
                  </a:lnTo>
                  <a:lnTo>
                    <a:pt x="432587" y="116840"/>
                  </a:lnTo>
                  <a:lnTo>
                    <a:pt x="432587" y="233680"/>
                  </a:lnTo>
                  <a:lnTo>
                    <a:pt x="429158" y="240030"/>
                  </a:lnTo>
                  <a:lnTo>
                    <a:pt x="429221" y="247650"/>
                  </a:lnTo>
                  <a:lnTo>
                    <a:pt x="425437" y="247650"/>
                  </a:lnTo>
                  <a:lnTo>
                    <a:pt x="425488" y="255270"/>
                  </a:lnTo>
                  <a:lnTo>
                    <a:pt x="422351" y="255270"/>
                  </a:lnTo>
                  <a:lnTo>
                    <a:pt x="421982" y="276860"/>
                  </a:lnTo>
                  <a:lnTo>
                    <a:pt x="418147" y="276860"/>
                  </a:lnTo>
                  <a:lnTo>
                    <a:pt x="417817" y="284480"/>
                  </a:lnTo>
                  <a:lnTo>
                    <a:pt x="421563" y="284480"/>
                  </a:lnTo>
                  <a:lnTo>
                    <a:pt x="420814" y="306070"/>
                  </a:lnTo>
                  <a:lnTo>
                    <a:pt x="424802" y="306070"/>
                  </a:lnTo>
                  <a:lnTo>
                    <a:pt x="424649" y="313690"/>
                  </a:lnTo>
                  <a:lnTo>
                    <a:pt x="428485" y="313690"/>
                  </a:lnTo>
                  <a:lnTo>
                    <a:pt x="428675" y="321310"/>
                  </a:lnTo>
                  <a:lnTo>
                    <a:pt x="425157" y="317207"/>
                  </a:lnTo>
                  <a:lnTo>
                    <a:pt x="425157" y="1162050"/>
                  </a:lnTo>
                  <a:lnTo>
                    <a:pt x="411911" y="1162050"/>
                  </a:lnTo>
                  <a:lnTo>
                    <a:pt x="411568" y="1154430"/>
                  </a:lnTo>
                  <a:lnTo>
                    <a:pt x="358902" y="1154430"/>
                  </a:lnTo>
                  <a:lnTo>
                    <a:pt x="359067" y="1162050"/>
                  </a:lnTo>
                  <a:lnTo>
                    <a:pt x="350786" y="1162050"/>
                  </a:lnTo>
                  <a:lnTo>
                    <a:pt x="350634" y="1154430"/>
                  </a:lnTo>
                  <a:lnTo>
                    <a:pt x="354622" y="1154430"/>
                  </a:lnTo>
                  <a:lnTo>
                    <a:pt x="354990" y="1146810"/>
                  </a:lnTo>
                  <a:lnTo>
                    <a:pt x="357911" y="1146810"/>
                  </a:lnTo>
                  <a:lnTo>
                    <a:pt x="358013" y="1139190"/>
                  </a:lnTo>
                  <a:lnTo>
                    <a:pt x="358495" y="1102360"/>
                  </a:lnTo>
                  <a:lnTo>
                    <a:pt x="355574" y="1102360"/>
                  </a:lnTo>
                  <a:lnTo>
                    <a:pt x="355409" y="1096010"/>
                  </a:lnTo>
                  <a:lnTo>
                    <a:pt x="352196" y="1088390"/>
                  </a:lnTo>
                  <a:lnTo>
                    <a:pt x="368236" y="1088390"/>
                  </a:lnTo>
                  <a:lnTo>
                    <a:pt x="368566" y="1096010"/>
                  </a:lnTo>
                  <a:lnTo>
                    <a:pt x="410692" y="1096010"/>
                  </a:lnTo>
                  <a:lnTo>
                    <a:pt x="410654" y="1088390"/>
                  </a:lnTo>
                  <a:lnTo>
                    <a:pt x="421640" y="1088390"/>
                  </a:lnTo>
                  <a:lnTo>
                    <a:pt x="421640" y="1096010"/>
                  </a:lnTo>
                  <a:lnTo>
                    <a:pt x="418719" y="1096010"/>
                  </a:lnTo>
                  <a:lnTo>
                    <a:pt x="418642" y="1102360"/>
                  </a:lnTo>
                  <a:lnTo>
                    <a:pt x="418566" y="1109980"/>
                  </a:lnTo>
                  <a:lnTo>
                    <a:pt x="418134" y="1146810"/>
                  </a:lnTo>
                  <a:lnTo>
                    <a:pt x="421055" y="1146810"/>
                  </a:lnTo>
                  <a:lnTo>
                    <a:pt x="421055" y="1154430"/>
                  </a:lnTo>
                  <a:lnTo>
                    <a:pt x="424446" y="1154430"/>
                  </a:lnTo>
                  <a:lnTo>
                    <a:pt x="425157" y="1162050"/>
                  </a:lnTo>
                  <a:lnTo>
                    <a:pt x="425157" y="317207"/>
                  </a:lnTo>
                  <a:lnTo>
                    <a:pt x="422148" y="313690"/>
                  </a:lnTo>
                  <a:lnTo>
                    <a:pt x="418719" y="313690"/>
                  </a:lnTo>
                  <a:lnTo>
                    <a:pt x="418719" y="459740"/>
                  </a:lnTo>
                  <a:lnTo>
                    <a:pt x="418630" y="474980"/>
                  </a:lnTo>
                  <a:lnTo>
                    <a:pt x="414997" y="474980"/>
                  </a:lnTo>
                  <a:lnTo>
                    <a:pt x="414172" y="510540"/>
                  </a:lnTo>
                  <a:lnTo>
                    <a:pt x="417436" y="510540"/>
                  </a:lnTo>
                  <a:lnTo>
                    <a:pt x="418134" y="518160"/>
                  </a:lnTo>
                  <a:lnTo>
                    <a:pt x="415213" y="518160"/>
                  </a:lnTo>
                  <a:lnTo>
                    <a:pt x="415213" y="685800"/>
                  </a:lnTo>
                  <a:lnTo>
                    <a:pt x="415213" y="897890"/>
                  </a:lnTo>
                  <a:lnTo>
                    <a:pt x="411314" y="897890"/>
                  </a:lnTo>
                  <a:lnTo>
                    <a:pt x="411264" y="905510"/>
                  </a:lnTo>
                  <a:lnTo>
                    <a:pt x="411162" y="920750"/>
                  </a:lnTo>
                  <a:lnTo>
                    <a:pt x="411124" y="927100"/>
                  </a:lnTo>
                  <a:lnTo>
                    <a:pt x="414045" y="927100"/>
                  </a:lnTo>
                  <a:lnTo>
                    <a:pt x="413778" y="942340"/>
                  </a:lnTo>
                  <a:lnTo>
                    <a:pt x="359003" y="942340"/>
                  </a:lnTo>
                  <a:lnTo>
                    <a:pt x="358648" y="949960"/>
                  </a:lnTo>
                  <a:lnTo>
                    <a:pt x="355295" y="949960"/>
                  </a:lnTo>
                  <a:lnTo>
                    <a:pt x="354406" y="942340"/>
                  </a:lnTo>
                  <a:lnTo>
                    <a:pt x="358127" y="942340"/>
                  </a:lnTo>
                  <a:lnTo>
                    <a:pt x="357530" y="927100"/>
                  </a:lnTo>
                  <a:lnTo>
                    <a:pt x="361213" y="927100"/>
                  </a:lnTo>
                  <a:lnTo>
                    <a:pt x="362724" y="897890"/>
                  </a:lnTo>
                  <a:lnTo>
                    <a:pt x="358584" y="897890"/>
                  </a:lnTo>
                  <a:lnTo>
                    <a:pt x="358495" y="883920"/>
                  </a:lnTo>
                  <a:lnTo>
                    <a:pt x="354990" y="883920"/>
                  </a:lnTo>
                  <a:lnTo>
                    <a:pt x="361416" y="876300"/>
                  </a:lnTo>
                  <a:lnTo>
                    <a:pt x="361569" y="883920"/>
                  </a:lnTo>
                  <a:lnTo>
                    <a:pt x="372033" y="883920"/>
                  </a:lnTo>
                  <a:lnTo>
                    <a:pt x="407606" y="891540"/>
                  </a:lnTo>
                  <a:lnTo>
                    <a:pt x="407327" y="883920"/>
                  </a:lnTo>
                  <a:lnTo>
                    <a:pt x="410603" y="883920"/>
                  </a:lnTo>
                  <a:lnTo>
                    <a:pt x="415213" y="897890"/>
                  </a:lnTo>
                  <a:lnTo>
                    <a:pt x="415213" y="685800"/>
                  </a:lnTo>
                  <a:lnTo>
                    <a:pt x="411492" y="685800"/>
                  </a:lnTo>
                  <a:lnTo>
                    <a:pt x="410337" y="715010"/>
                  </a:lnTo>
                  <a:lnTo>
                    <a:pt x="414261" y="715010"/>
                  </a:lnTo>
                  <a:lnTo>
                    <a:pt x="414629" y="730250"/>
                  </a:lnTo>
                  <a:lnTo>
                    <a:pt x="408203" y="730250"/>
                  </a:lnTo>
                  <a:lnTo>
                    <a:pt x="373113" y="722630"/>
                  </a:lnTo>
                  <a:lnTo>
                    <a:pt x="373087" y="730250"/>
                  </a:lnTo>
                  <a:lnTo>
                    <a:pt x="358775" y="730250"/>
                  </a:lnTo>
                  <a:lnTo>
                    <a:pt x="357911" y="722630"/>
                  </a:lnTo>
                  <a:lnTo>
                    <a:pt x="361823" y="722630"/>
                  </a:lnTo>
                  <a:lnTo>
                    <a:pt x="361886" y="708660"/>
                  </a:lnTo>
                  <a:lnTo>
                    <a:pt x="362000" y="685800"/>
                  </a:lnTo>
                  <a:lnTo>
                    <a:pt x="359079" y="685800"/>
                  </a:lnTo>
                  <a:lnTo>
                    <a:pt x="358927" y="679450"/>
                  </a:lnTo>
                  <a:lnTo>
                    <a:pt x="355701" y="671830"/>
                  </a:lnTo>
                  <a:lnTo>
                    <a:pt x="379120" y="671830"/>
                  </a:lnTo>
                  <a:lnTo>
                    <a:pt x="379082" y="679450"/>
                  </a:lnTo>
                  <a:lnTo>
                    <a:pt x="400138" y="679450"/>
                  </a:lnTo>
                  <a:lnTo>
                    <a:pt x="400329" y="671830"/>
                  </a:lnTo>
                  <a:lnTo>
                    <a:pt x="414629" y="671830"/>
                  </a:lnTo>
                  <a:lnTo>
                    <a:pt x="415213" y="685800"/>
                  </a:lnTo>
                  <a:lnTo>
                    <a:pt x="415213" y="518160"/>
                  </a:lnTo>
                  <a:lnTo>
                    <a:pt x="362419" y="518160"/>
                  </a:lnTo>
                  <a:lnTo>
                    <a:pt x="362458" y="525780"/>
                  </a:lnTo>
                  <a:lnTo>
                    <a:pt x="354990" y="525780"/>
                  </a:lnTo>
                  <a:lnTo>
                    <a:pt x="354990" y="518160"/>
                  </a:lnTo>
                  <a:lnTo>
                    <a:pt x="357911" y="518160"/>
                  </a:lnTo>
                  <a:lnTo>
                    <a:pt x="357835" y="510540"/>
                  </a:lnTo>
                  <a:lnTo>
                    <a:pt x="357771" y="504190"/>
                  </a:lnTo>
                  <a:lnTo>
                    <a:pt x="357682" y="496570"/>
                  </a:lnTo>
                  <a:lnTo>
                    <a:pt x="361645" y="496570"/>
                  </a:lnTo>
                  <a:lnTo>
                    <a:pt x="362585" y="488950"/>
                  </a:lnTo>
                  <a:lnTo>
                    <a:pt x="358686" y="488950"/>
                  </a:lnTo>
                  <a:lnTo>
                    <a:pt x="358940" y="467360"/>
                  </a:lnTo>
                  <a:lnTo>
                    <a:pt x="355358" y="467360"/>
                  </a:lnTo>
                  <a:lnTo>
                    <a:pt x="355561" y="459740"/>
                  </a:lnTo>
                  <a:lnTo>
                    <a:pt x="351485" y="459740"/>
                  </a:lnTo>
                  <a:lnTo>
                    <a:pt x="351485" y="452120"/>
                  </a:lnTo>
                  <a:lnTo>
                    <a:pt x="357924" y="452120"/>
                  </a:lnTo>
                  <a:lnTo>
                    <a:pt x="365086" y="459740"/>
                  </a:lnTo>
                  <a:lnTo>
                    <a:pt x="418719" y="459740"/>
                  </a:lnTo>
                  <a:lnTo>
                    <a:pt x="418719" y="313690"/>
                  </a:lnTo>
                  <a:lnTo>
                    <a:pt x="400939" y="313690"/>
                  </a:lnTo>
                  <a:lnTo>
                    <a:pt x="400926" y="306070"/>
                  </a:lnTo>
                  <a:lnTo>
                    <a:pt x="379895" y="306070"/>
                  </a:lnTo>
                  <a:lnTo>
                    <a:pt x="379882" y="313690"/>
                  </a:lnTo>
                  <a:lnTo>
                    <a:pt x="359791" y="313690"/>
                  </a:lnTo>
                  <a:lnTo>
                    <a:pt x="358940" y="321310"/>
                  </a:lnTo>
                  <a:lnTo>
                    <a:pt x="348602" y="321310"/>
                  </a:lnTo>
                  <a:lnTo>
                    <a:pt x="348602" y="1162050"/>
                  </a:lnTo>
                  <a:lnTo>
                    <a:pt x="348551" y="1168400"/>
                  </a:lnTo>
                  <a:lnTo>
                    <a:pt x="347383" y="1168400"/>
                  </a:lnTo>
                  <a:lnTo>
                    <a:pt x="347383" y="1162050"/>
                  </a:lnTo>
                  <a:lnTo>
                    <a:pt x="348602" y="1162050"/>
                  </a:lnTo>
                  <a:lnTo>
                    <a:pt x="348602" y="321310"/>
                  </a:lnTo>
                  <a:lnTo>
                    <a:pt x="347789" y="321310"/>
                  </a:lnTo>
                  <a:lnTo>
                    <a:pt x="347002" y="313690"/>
                  </a:lnTo>
                  <a:lnTo>
                    <a:pt x="351066" y="313690"/>
                  </a:lnTo>
                  <a:lnTo>
                    <a:pt x="350901" y="306070"/>
                  </a:lnTo>
                  <a:lnTo>
                    <a:pt x="354863" y="306070"/>
                  </a:lnTo>
                  <a:lnTo>
                    <a:pt x="354571" y="292100"/>
                  </a:lnTo>
                  <a:lnTo>
                    <a:pt x="358254" y="292100"/>
                  </a:lnTo>
                  <a:lnTo>
                    <a:pt x="358940" y="269240"/>
                  </a:lnTo>
                  <a:lnTo>
                    <a:pt x="355485" y="269240"/>
                  </a:lnTo>
                  <a:lnTo>
                    <a:pt x="355434" y="255270"/>
                  </a:lnTo>
                  <a:lnTo>
                    <a:pt x="351980" y="255270"/>
                  </a:lnTo>
                  <a:lnTo>
                    <a:pt x="352005" y="247650"/>
                  </a:lnTo>
                  <a:lnTo>
                    <a:pt x="348259" y="247650"/>
                  </a:lnTo>
                  <a:lnTo>
                    <a:pt x="348310" y="240030"/>
                  </a:lnTo>
                  <a:lnTo>
                    <a:pt x="341452" y="240030"/>
                  </a:lnTo>
                  <a:lnTo>
                    <a:pt x="337947" y="233680"/>
                  </a:lnTo>
                  <a:lnTo>
                    <a:pt x="338048" y="226060"/>
                  </a:lnTo>
                  <a:lnTo>
                    <a:pt x="340271" y="226060"/>
                  </a:lnTo>
                  <a:lnTo>
                    <a:pt x="340487" y="233680"/>
                  </a:lnTo>
                  <a:lnTo>
                    <a:pt x="350786" y="233680"/>
                  </a:lnTo>
                  <a:lnTo>
                    <a:pt x="351091" y="240030"/>
                  </a:lnTo>
                  <a:lnTo>
                    <a:pt x="364947" y="240030"/>
                  </a:lnTo>
                  <a:lnTo>
                    <a:pt x="365163" y="247650"/>
                  </a:lnTo>
                  <a:lnTo>
                    <a:pt x="414185" y="247650"/>
                  </a:lnTo>
                  <a:lnTo>
                    <a:pt x="414121" y="240030"/>
                  </a:lnTo>
                  <a:lnTo>
                    <a:pt x="428345" y="240030"/>
                  </a:lnTo>
                  <a:lnTo>
                    <a:pt x="428117" y="233680"/>
                  </a:lnTo>
                  <a:lnTo>
                    <a:pt x="432587" y="233680"/>
                  </a:lnTo>
                  <a:lnTo>
                    <a:pt x="432587" y="116840"/>
                  </a:lnTo>
                  <a:lnTo>
                    <a:pt x="429387" y="116840"/>
                  </a:lnTo>
                  <a:lnTo>
                    <a:pt x="429082" y="109220"/>
                  </a:lnTo>
                  <a:lnTo>
                    <a:pt x="422948" y="116840"/>
                  </a:lnTo>
                  <a:lnTo>
                    <a:pt x="422097" y="109220"/>
                  </a:lnTo>
                  <a:lnTo>
                    <a:pt x="415226" y="109220"/>
                  </a:lnTo>
                  <a:lnTo>
                    <a:pt x="415023" y="101600"/>
                  </a:lnTo>
                  <a:lnTo>
                    <a:pt x="397497" y="109220"/>
                  </a:lnTo>
                  <a:lnTo>
                    <a:pt x="397548" y="101600"/>
                  </a:lnTo>
                  <a:lnTo>
                    <a:pt x="367360" y="101600"/>
                  </a:lnTo>
                  <a:lnTo>
                    <a:pt x="365810" y="109220"/>
                  </a:lnTo>
                  <a:lnTo>
                    <a:pt x="352780" y="109220"/>
                  </a:lnTo>
                  <a:lnTo>
                    <a:pt x="351828" y="116840"/>
                  </a:lnTo>
                  <a:lnTo>
                    <a:pt x="342671" y="116840"/>
                  </a:lnTo>
                  <a:lnTo>
                    <a:pt x="341337" y="123190"/>
                  </a:lnTo>
                  <a:lnTo>
                    <a:pt x="334441" y="123190"/>
                  </a:lnTo>
                  <a:lnTo>
                    <a:pt x="330936" y="130810"/>
                  </a:lnTo>
                  <a:lnTo>
                    <a:pt x="330885" y="138430"/>
                  </a:lnTo>
                  <a:lnTo>
                    <a:pt x="327431" y="138430"/>
                  </a:lnTo>
                  <a:lnTo>
                    <a:pt x="327660" y="146050"/>
                  </a:lnTo>
                  <a:lnTo>
                    <a:pt x="323875" y="146050"/>
                  </a:lnTo>
                  <a:lnTo>
                    <a:pt x="324015" y="152400"/>
                  </a:lnTo>
                  <a:lnTo>
                    <a:pt x="320052" y="152400"/>
                  </a:lnTo>
                  <a:lnTo>
                    <a:pt x="320319" y="167640"/>
                  </a:lnTo>
                  <a:lnTo>
                    <a:pt x="316611" y="167640"/>
                  </a:lnTo>
                  <a:lnTo>
                    <a:pt x="315722" y="181610"/>
                  </a:lnTo>
                  <a:lnTo>
                    <a:pt x="319557" y="181610"/>
                  </a:lnTo>
                  <a:lnTo>
                    <a:pt x="319430" y="189230"/>
                  </a:lnTo>
                  <a:lnTo>
                    <a:pt x="319303" y="196850"/>
                  </a:lnTo>
                  <a:lnTo>
                    <a:pt x="323100" y="196850"/>
                  </a:lnTo>
                  <a:lnTo>
                    <a:pt x="322834" y="204419"/>
                  </a:lnTo>
                  <a:lnTo>
                    <a:pt x="326529" y="204419"/>
                  </a:lnTo>
                  <a:lnTo>
                    <a:pt x="326453" y="205905"/>
                  </a:lnTo>
                  <a:lnTo>
                    <a:pt x="326174" y="210820"/>
                  </a:lnTo>
                  <a:lnTo>
                    <a:pt x="329958" y="210820"/>
                  </a:lnTo>
                  <a:lnTo>
                    <a:pt x="329958" y="218440"/>
                  </a:lnTo>
                  <a:lnTo>
                    <a:pt x="333514" y="218440"/>
                  </a:lnTo>
                  <a:lnTo>
                    <a:pt x="333222" y="226060"/>
                  </a:lnTo>
                  <a:lnTo>
                    <a:pt x="327507" y="226060"/>
                  </a:lnTo>
                  <a:lnTo>
                    <a:pt x="327507" y="350520"/>
                  </a:lnTo>
                  <a:lnTo>
                    <a:pt x="320357" y="350520"/>
                  </a:lnTo>
                  <a:lnTo>
                    <a:pt x="320509" y="356870"/>
                  </a:lnTo>
                  <a:lnTo>
                    <a:pt x="316560" y="356870"/>
                  </a:lnTo>
                  <a:lnTo>
                    <a:pt x="316839" y="372110"/>
                  </a:lnTo>
                  <a:lnTo>
                    <a:pt x="313156" y="372110"/>
                  </a:lnTo>
                  <a:lnTo>
                    <a:pt x="312369" y="393700"/>
                  </a:lnTo>
                  <a:lnTo>
                    <a:pt x="316115" y="393700"/>
                  </a:lnTo>
                  <a:lnTo>
                    <a:pt x="316077" y="408940"/>
                  </a:lnTo>
                  <a:lnTo>
                    <a:pt x="319697" y="408940"/>
                  </a:lnTo>
                  <a:lnTo>
                    <a:pt x="319582" y="416560"/>
                  </a:lnTo>
                  <a:lnTo>
                    <a:pt x="322732" y="416560"/>
                  </a:lnTo>
                  <a:lnTo>
                    <a:pt x="323430" y="422910"/>
                  </a:lnTo>
                  <a:lnTo>
                    <a:pt x="320497" y="422910"/>
                  </a:lnTo>
                  <a:lnTo>
                    <a:pt x="320497" y="985520"/>
                  </a:lnTo>
                  <a:lnTo>
                    <a:pt x="319913" y="985520"/>
                  </a:lnTo>
                  <a:lnTo>
                    <a:pt x="319913" y="1059180"/>
                  </a:lnTo>
                  <a:lnTo>
                    <a:pt x="316979" y="1059180"/>
                  </a:lnTo>
                  <a:lnTo>
                    <a:pt x="316966" y="1051560"/>
                  </a:lnTo>
                  <a:lnTo>
                    <a:pt x="319201" y="1051560"/>
                  </a:lnTo>
                  <a:lnTo>
                    <a:pt x="319913" y="1059180"/>
                  </a:lnTo>
                  <a:lnTo>
                    <a:pt x="319913" y="985520"/>
                  </a:lnTo>
                  <a:lnTo>
                    <a:pt x="316776" y="985520"/>
                  </a:lnTo>
                  <a:lnTo>
                    <a:pt x="317360" y="993140"/>
                  </a:lnTo>
                  <a:lnTo>
                    <a:pt x="313677" y="993140"/>
                  </a:lnTo>
                  <a:lnTo>
                    <a:pt x="312889" y="1037590"/>
                  </a:lnTo>
                  <a:lnTo>
                    <a:pt x="315810" y="1037590"/>
                  </a:lnTo>
                  <a:lnTo>
                    <a:pt x="315899" y="1051560"/>
                  </a:lnTo>
                  <a:lnTo>
                    <a:pt x="253834" y="1051560"/>
                  </a:lnTo>
                  <a:lnTo>
                    <a:pt x="253695" y="1059180"/>
                  </a:lnTo>
                  <a:lnTo>
                    <a:pt x="247688" y="1051560"/>
                  </a:lnTo>
                  <a:lnTo>
                    <a:pt x="246761" y="1059180"/>
                  </a:lnTo>
                  <a:lnTo>
                    <a:pt x="243103" y="1059180"/>
                  </a:lnTo>
                  <a:lnTo>
                    <a:pt x="243078" y="1066800"/>
                  </a:lnTo>
                  <a:lnTo>
                    <a:pt x="239407" y="1066800"/>
                  </a:lnTo>
                  <a:lnTo>
                    <a:pt x="242735" y="1059180"/>
                  </a:lnTo>
                  <a:lnTo>
                    <a:pt x="241579" y="1051560"/>
                  </a:lnTo>
                  <a:lnTo>
                    <a:pt x="246037" y="1051560"/>
                  </a:lnTo>
                  <a:lnTo>
                    <a:pt x="245211" y="1043940"/>
                  </a:lnTo>
                  <a:lnTo>
                    <a:pt x="249580" y="1043940"/>
                  </a:lnTo>
                  <a:lnTo>
                    <a:pt x="249745" y="1037590"/>
                  </a:lnTo>
                  <a:lnTo>
                    <a:pt x="252882" y="1037590"/>
                  </a:lnTo>
                  <a:lnTo>
                    <a:pt x="252958" y="1029970"/>
                  </a:lnTo>
                  <a:lnTo>
                    <a:pt x="253034" y="1022350"/>
                  </a:lnTo>
                  <a:lnTo>
                    <a:pt x="253111" y="1014730"/>
                  </a:lnTo>
                  <a:lnTo>
                    <a:pt x="253174" y="1008380"/>
                  </a:lnTo>
                  <a:lnTo>
                    <a:pt x="253250" y="1000760"/>
                  </a:lnTo>
                  <a:lnTo>
                    <a:pt x="250329" y="1000760"/>
                  </a:lnTo>
                  <a:lnTo>
                    <a:pt x="250444" y="993140"/>
                  </a:lnTo>
                  <a:lnTo>
                    <a:pt x="246557" y="985520"/>
                  </a:lnTo>
                  <a:lnTo>
                    <a:pt x="243446" y="985520"/>
                  </a:lnTo>
                  <a:lnTo>
                    <a:pt x="242735" y="979170"/>
                  </a:lnTo>
                  <a:lnTo>
                    <a:pt x="256197" y="979170"/>
                  </a:lnTo>
                  <a:lnTo>
                    <a:pt x="256336" y="985520"/>
                  </a:lnTo>
                  <a:lnTo>
                    <a:pt x="312394" y="985520"/>
                  </a:lnTo>
                  <a:lnTo>
                    <a:pt x="319913" y="979170"/>
                  </a:lnTo>
                  <a:lnTo>
                    <a:pt x="320497" y="985520"/>
                  </a:lnTo>
                  <a:lnTo>
                    <a:pt x="320497" y="422910"/>
                  </a:lnTo>
                  <a:lnTo>
                    <a:pt x="317563" y="422910"/>
                  </a:lnTo>
                  <a:lnTo>
                    <a:pt x="317563" y="839470"/>
                  </a:lnTo>
                  <a:lnTo>
                    <a:pt x="305866" y="839470"/>
                  </a:lnTo>
                  <a:lnTo>
                    <a:pt x="302729" y="833120"/>
                  </a:lnTo>
                  <a:lnTo>
                    <a:pt x="267284" y="833120"/>
                  </a:lnTo>
                  <a:lnTo>
                    <a:pt x="267868" y="839470"/>
                  </a:lnTo>
                  <a:lnTo>
                    <a:pt x="250329" y="839470"/>
                  </a:lnTo>
                  <a:lnTo>
                    <a:pt x="250050" y="847090"/>
                  </a:lnTo>
                  <a:lnTo>
                    <a:pt x="246456" y="847090"/>
                  </a:lnTo>
                  <a:lnTo>
                    <a:pt x="245656" y="839470"/>
                  </a:lnTo>
                  <a:lnTo>
                    <a:pt x="249377" y="839470"/>
                  </a:lnTo>
                  <a:lnTo>
                    <a:pt x="248780" y="825500"/>
                  </a:lnTo>
                  <a:lnTo>
                    <a:pt x="252463" y="825500"/>
                  </a:lnTo>
                  <a:lnTo>
                    <a:pt x="253974" y="788670"/>
                  </a:lnTo>
                  <a:lnTo>
                    <a:pt x="249821" y="788670"/>
                  </a:lnTo>
                  <a:lnTo>
                    <a:pt x="249745" y="774700"/>
                  </a:lnTo>
                  <a:lnTo>
                    <a:pt x="266509" y="774700"/>
                  </a:lnTo>
                  <a:lnTo>
                    <a:pt x="266827" y="781050"/>
                  </a:lnTo>
                  <a:lnTo>
                    <a:pt x="301929" y="781050"/>
                  </a:lnTo>
                  <a:lnTo>
                    <a:pt x="302094" y="774700"/>
                  </a:lnTo>
                  <a:lnTo>
                    <a:pt x="316395" y="774700"/>
                  </a:lnTo>
                  <a:lnTo>
                    <a:pt x="316979" y="781050"/>
                  </a:lnTo>
                  <a:lnTo>
                    <a:pt x="313080" y="781050"/>
                  </a:lnTo>
                  <a:lnTo>
                    <a:pt x="313474" y="788670"/>
                  </a:lnTo>
                  <a:lnTo>
                    <a:pt x="309562" y="788670"/>
                  </a:lnTo>
                  <a:lnTo>
                    <a:pt x="309460" y="810260"/>
                  </a:lnTo>
                  <a:lnTo>
                    <a:pt x="309372" y="825500"/>
                  </a:lnTo>
                  <a:lnTo>
                    <a:pt x="312305" y="825500"/>
                  </a:lnTo>
                  <a:lnTo>
                    <a:pt x="312381" y="833120"/>
                  </a:lnTo>
                  <a:lnTo>
                    <a:pt x="315696" y="833120"/>
                  </a:lnTo>
                  <a:lnTo>
                    <a:pt x="317563" y="839470"/>
                  </a:lnTo>
                  <a:lnTo>
                    <a:pt x="317563" y="422910"/>
                  </a:lnTo>
                  <a:lnTo>
                    <a:pt x="316395" y="422910"/>
                  </a:lnTo>
                  <a:lnTo>
                    <a:pt x="316395" y="562610"/>
                  </a:lnTo>
                  <a:lnTo>
                    <a:pt x="316395" y="568960"/>
                  </a:lnTo>
                  <a:lnTo>
                    <a:pt x="313474" y="568960"/>
                  </a:lnTo>
                  <a:lnTo>
                    <a:pt x="313575" y="576580"/>
                  </a:lnTo>
                  <a:lnTo>
                    <a:pt x="313677" y="584200"/>
                  </a:lnTo>
                  <a:lnTo>
                    <a:pt x="310172" y="584200"/>
                  </a:lnTo>
                  <a:lnTo>
                    <a:pt x="309372" y="605790"/>
                  </a:lnTo>
                  <a:lnTo>
                    <a:pt x="312305" y="605790"/>
                  </a:lnTo>
                  <a:lnTo>
                    <a:pt x="312178" y="613410"/>
                  </a:lnTo>
                  <a:lnTo>
                    <a:pt x="312064" y="621030"/>
                  </a:lnTo>
                  <a:lnTo>
                    <a:pt x="316026" y="621030"/>
                  </a:lnTo>
                  <a:lnTo>
                    <a:pt x="313397" y="635000"/>
                  </a:lnTo>
                  <a:lnTo>
                    <a:pt x="313321" y="627380"/>
                  </a:lnTo>
                  <a:lnTo>
                    <a:pt x="257073" y="627380"/>
                  </a:lnTo>
                  <a:lnTo>
                    <a:pt x="246761" y="635000"/>
                  </a:lnTo>
                  <a:lnTo>
                    <a:pt x="245427" y="635000"/>
                  </a:lnTo>
                  <a:lnTo>
                    <a:pt x="242874" y="635000"/>
                  </a:lnTo>
                  <a:lnTo>
                    <a:pt x="242633" y="627380"/>
                  </a:lnTo>
                  <a:lnTo>
                    <a:pt x="245427" y="635000"/>
                  </a:lnTo>
                  <a:lnTo>
                    <a:pt x="245084" y="627380"/>
                  </a:lnTo>
                  <a:lnTo>
                    <a:pt x="249631" y="627380"/>
                  </a:lnTo>
                  <a:lnTo>
                    <a:pt x="249313" y="613410"/>
                  </a:lnTo>
                  <a:lnTo>
                    <a:pt x="252552" y="613410"/>
                  </a:lnTo>
                  <a:lnTo>
                    <a:pt x="253250" y="576580"/>
                  </a:lnTo>
                  <a:lnTo>
                    <a:pt x="250329" y="576580"/>
                  </a:lnTo>
                  <a:lnTo>
                    <a:pt x="250240" y="568960"/>
                  </a:lnTo>
                  <a:lnTo>
                    <a:pt x="246443" y="568960"/>
                  </a:lnTo>
                  <a:lnTo>
                    <a:pt x="247078" y="562610"/>
                  </a:lnTo>
                  <a:lnTo>
                    <a:pt x="243090" y="562610"/>
                  </a:lnTo>
                  <a:lnTo>
                    <a:pt x="242735" y="554990"/>
                  </a:lnTo>
                  <a:lnTo>
                    <a:pt x="252666" y="554990"/>
                  </a:lnTo>
                  <a:lnTo>
                    <a:pt x="252755" y="562610"/>
                  </a:lnTo>
                  <a:lnTo>
                    <a:pt x="280720" y="562610"/>
                  </a:lnTo>
                  <a:lnTo>
                    <a:pt x="281127" y="568960"/>
                  </a:lnTo>
                  <a:lnTo>
                    <a:pt x="288328" y="568960"/>
                  </a:lnTo>
                  <a:lnTo>
                    <a:pt x="287743" y="562610"/>
                  </a:lnTo>
                  <a:lnTo>
                    <a:pt x="316395" y="562610"/>
                  </a:lnTo>
                  <a:lnTo>
                    <a:pt x="316395" y="422910"/>
                  </a:lnTo>
                  <a:lnTo>
                    <a:pt x="311378" y="422910"/>
                  </a:lnTo>
                  <a:lnTo>
                    <a:pt x="309778" y="416560"/>
                  </a:lnTo>
                  <a:lnTo>
                    <a:pt x="260299" y="416560"/>
                  </a:lnTo>
                  <a:lnTo>
                    <a:pt x="260883" y="422910"/>
                  </a:lnTo>
                  <a:lnTo>
                    <a:pt x="253771" y="422910"/>
                  </a:lnTo>
                  <a:lnTo>
                    <a:pt x="239737" y="430530"/>
                  </a:lnTo>
                  <a:lnTo>
                    <a:pt x="238760" y="430530"/>
                  </a:lnTo>
                  <a:lnTo>
                    <a:pt x="238785" y="422910"/>
                  </a:lnTo>
                  <a:lnTo>
                    <a:pt x="242239" y="422910"/>
                  </a:lnTo>
                  <a:lnTo>
                    <a:pt x="242036" y="416560"/>
                  </a:lnTo>
                  <a:lnTo>
                    <a:pt x="245795" y="416560"/>
                  </a:lnTo>
                  <a:lnTo>
                    <a:pt x="245656" y="408940"/>
                  </a:lnTo>
                  <a:lnTo>
                    <a:pt x="249364" y="408940"/>
                  </a:lnTo>
                  <a:lnTo>
                    <a:pt x="249770" y="393700"/>
                  </a:lnTo>
                  <a:lnTo>
                    <a:pt x="252971" y="393700"/>
                  </a:lnTo>
                  <a:lnTo>
                    <a:pt x="253974" y="379730"/>
                  </a:lnTo>
                  <a:lnTo>
                    <a:pt x="250139" y="379730"/>
                  </a:lnTo>
                  <a:lnTo>
                    <a:pt x="250393" y="364490"/>
                  </a:lnTo>
                  <a:lnTo>
                    <a:pt x="246595" y="364490"/>
                  </a:lnTo>
                  <a:lnTo>
                    <a:pt x="246862" y="356870"/>
                  </a:lnTo>
                  <a:lnTo>
                    <a:pt x="243166" y="356870"/>
                  </a:lnTo>
                  <a:lnTo>
                    <a:pt x="243522" y="350520"/>
                  </a:lnTo>
                  <a:lnTo>
                    <a:pt x="239737" y="350520"/>
                  </a:lnTo>
                  <a:lnTo>
                    <a:pt x="239737" y="342900"/>
                  </a:lnTo>
                  <a:lnTo>
                    <a:pt x="236169" y="342900"/>
                  </a:lnTo>
                  <a:lnTo>
                    <a:pt x="236461" y="335280"/>
                  </a:lnTo>
                  <a:lnTo>
                    <a:pt x="242417" y="335280"/>
                  </a:lnTo>
                  <a:lnTo>
                    <a:pt x="242201" y="342900"/>
                  </a:lnTo>
                  <a:lnTo>
                    <a:pt x="245757" y="342900"/>
                  </a:lnTo>
                  <a:lnTo>
                    <a:pt x="252780" y="350520"/>
                  </a:lnTo>
                  <a:lnTo>
                    <a:pt x="273824" y="350520"/>
                  </a:lnTo>
                  <a:lnTo>
                    <a:pt x="295033" y="356870"/>
                  </a:lnTo>
                  <a:lnTo>
                    <a:pt x="295046" y="350520"/>
                  </a:lnTo>
                  <a:lnTo>
                    <a:pt x="315836" y="350520"/>
                  </a:lnTo>
                  <a:lnTo>
                    <a:pt x="315912" y="342900"/>
                  </a:lnTo>
                  <a:lnTo>
                    <a:pt x="323062" y="342900"/>
                  </a:lnTo>
                  <a:lnTo>
                    <a:pt x="327507" y="350520"/>
                  </a:lnTo>
                  <a:lnTo>
                    <a:pt x="327507" y="226060"/>
                  </a:lnTo>
                  <a:lnTo>
                    <a:pt x="327266" y="226060"/>
                  </a:lnTo>
                  <a:lnTo>
                    <a:pt x="327494" y="218440"/>
                  </a:lnTo>
                  <a:lnTo>
                    <a:pt x="316738" y="218440"/>
                  </a:lnTo>
                  <a:lnTo>
                    <a:pt x="316865" y="210820"/>
                  </a:lnTo>
                  <a:lnTo>
                    <a:pt x="295706" y="210820"/>
                  </a:lnTo>
                  <a:lnTo>
                    <a:pt x="295694" y="204419"/>
                  </a:lnTo>
                  <a:lnTo>
                    <a:pt x="274751" y="204419"/>
                  </a:lnTo>
                  <a:lnTo>
                    <a:pt x="274713" y="205905"/>
                  </a:lnTo>
                  <a:lnTo>
                    <a:pt x="274599" y="210820"/>
                  </a:lnTo>
                  <a:lnTo>
                    <a:pt x="254546" y="210820"/>
                  </a:lnTo>
                  <a:lnTo>
                    <a:pt x="253606" y="218440"/>
                  </a:lnTo>
                  <a:lnTo>
                    <a:pt x="243230" y="218440"/>
                  </a:lnTo>
                  <a:lnTo>
                    <a:pt x="243332" y="226060"/>
                  </a:lnTo>
                  <a:lnTo>
                    <a:pt x="232803" y="226060"/>
                  </a:lnTo>
                  <a:lnTo>
                    <a:pt x="232803" y="233680"/>
                  </a:lnTo>
                  <a:lnTo>
                    <a:pt x="231851" y="233680"/>
                  </a:lnTo>
                  <a:lnTo>
                    <a:pt x="231851" y="327660"/>
                  </a:lnTo>
                  <a:lnTo>
                    <a:pt x="231635" y="335280"/>
                  </a:lnTo>
                  <a:lnTo>
                    <a:pt x="229425" y="335280"/>
                  </a:lnTo>
                  <a:lnTo>
                    <a:pt x="229209" y="327660"/>
                  </a:lnTo>
                  <a:lnTo>
                    <a:pt x="231851" y="327660"/>
                  </a:lnTo>
                  <a:lnTo>
                    <a:pt x="231851" y="233680"/>
                  </a:lnTo>
                  <a:lnTo>
                    <a:pt x="228993" y="233680"/>
                  </a:lnTo>
                  <a:lnTo>
                    <a:pt x="229044" y="240030"/>
                  </a:lnTo>
                  <a:lnTo>
                    <a:pt x="222186" y="240030"/>
                  </a:lnTo>
                  <a:lnTo>
                    <a:pt x="218681" y="247650"/>
                  </a:lnTo>
                  <a:lnTo>
                    <a:pt x="218694" y="255270"/>
                  </a:lnTo>
                  <a:lnTo>
                    <a:pt x="214884" y="255270"/>
                  </a:lnTo>
                  <a:lnTo>
                    <a:pt x="215150" y="269240"/>
                  </a:lnTo>
                  <a:lnTo>
                    <a:pt x="211670" y="269240"/>
                  </a:lnTo>
                  <a:lnTo>
                    <a:pt x="210845" y="292100"/>
                  </a:lnTo>
                  <a:lnTo>
                    <a:pt x="214604" y="292100"/>
                  </a:lnTo>
                  <a:lnTo>
                    <a:pt x="214033" y="306070"/>
                  </a:lnTo>
                  <a:lnTo>
                    <a:pt x="217843" y="306070"/>
                  </a:lnTo>
                  <a:lnTo>
                    <a:pt x="217589" y="313690"/>
                  </a:lnTo>
                  <a:lnTo>
                    <a:pt x="221284" y="313690"/>
                  </a:lnTo>
                  <a:lnTo>
                    <a:pt x="220929" y="321310"/>
                  </a:lnTo>
                  <a:lnTo>
                    <a:pt x="228269" y="321310"/>
                  </a:lnTo>
                  <a:lnTo>
                    <a:pt x="227977" y="327660"/>
                  </a:lnTo>
                  <a:lnTo>
                    <a:pt x="218909" y="327660"/>
                  </a:lnTo>
                  <a:lnTo>
                    <a:pt x="218605" y="321310"/>
                  </a:lnTo>
                  <a:lnTo>
                    <a:pt x="204749" y="321310"/>
                  </a:lnTo>
                  <a:lnTo>
                    <a:pt x="204546" y="313690"/>
                  </a:lnTo>
                  <a:lnTo>
                    <a:pt x="156883" y="313690"/>
                  </a:lnTo>
                  <a:lnTo>
                    <a:pt x="155321" y="321310"/>
                  </a:lnTo>
                  <a:lnTo>
                    <a:pt x="142303" y="321310"/>
                  </a:lnTo>
                  <a:lnTo>
                    <a:pt x="141351" y="327660"/>
                  </a:lnTo>
                  <a:lnTo>
                    <a:pt x="132207" y="327660"/>
                  </a:lnTo>
                  <a:lnTo>
                    <a:pt x="130860" y="335280"/>
                  </a:lnTo>
                  <a:lnTo>
                    <a:pt x="123977" y="335280"/>
                  </a:lnTo>
                  <a:lnTo>
                    <a:pt x="116967" y="350520"/>
                  </a:lnTo>
                  <a:lnTo>
                    <a:pt x="113411" y="350520"/>
                  </a:lnTo>
                  <a:lnTo>
                    <a:pt x="113550" y="356870"/>
                  </a:lnTo>
                  <a:lnTo>
                    <a:pt x="109588" y="356870"/>
                  </a:lnTo>
                  <a:lnTo>
                    <a:pt x="109677" y="364490"/>
                  </a:lnTo>
                  <a:lnTo>
                    <a:pt x="109753" y="372110"/>
                  </a:lnTo>
                  <a:lnTo>
                    <a:pt x="109842" y="379730"/>
                  </a:lnTo>
                  <a:lnTo>
                    <a:pt x="106133" y="379730"/>
                  </a:lnTo>
                  <a:lnTo>
                    <a:pt x="105587" y="393700"/>
                  </a:lnTo>
                  <a:lnTo>
                    <a:pt x="108966" y="393700"/>
                  </a:lnTo>
                  <a:lnTo>
                    <a:pt x="108839" y="408940"/>
                  </a:lnTo>
                  <a:lnTo>
                    <a:pt x="112636" y="408940"/>
                  </a:lnTo>
                  <a:lnTo>
                    <a:pt x="112356" y="416560"/>
                  </a:lnTo>
                  <a:lnTo>
                    <a:pt x="116065" y="416560"/>
                  </a:lnTo>
                  <a:lnTo>
                    <a:pt x="115709" y="422910"/>
                  </a:lnTo>
                  <a:lnTo>
                    <a:pt x="119494" y="422910"/>
                  </a:lnTo>
                  <a:lnTo>
                    <a:pt x="119494" y="430530"/>
                  </a:lnTo>
                  <a:lnTo>
                    <a:pt x="122758" y="430530"/>
                  </a:lnTo>
                  <a:lnTo>
                    <a:pt x="126631" y="438150"/>
                  </a:lnTo>
                  <a:lnTo>
                    <a:pt x="130009" y="438150"/>
                  </a:lnTo>
                  <a:lnTo>
                    <a:pt x="137020" y="445770"/>
                  </a:lnTo>
                  <a:lnTo>
                    <a:pt x="146748" y="445770"/>
                  </a:lnTo>
                  <a:lnTo>
                    <a:pt x="147599" y="452120"/>
                  </a:lnTo>
                  <a:lnTo>
                    <a:pt x="172212" y="452120"/>
                  </a:lnTo>
                  <a:lnTo>
                    <a:pt x="172148" y="459740"/>
                  </a:lnTo>
                  <a:lnTo>
                    <a:pt x="203708" y="459740"/>
                  </a:lnTo>
                  <a:lnTo>
                    <a:pt x="203657" y="452120"/>
                  </a:lnTo>
                  <a:lnTo>
                    <a:pt x="217855" y="452120"/>
                  </a:lnTo>
                  <a:lnTo>
                    <a:pt x="217627" y="445770"/>
                  </a:lnTo>
                  <a:lnTo>
                    <a:pt x="222097" y="445770"/>
                  </a:lnTo>
                  <a:lnTo>
                    <a:pt x="218681" y="452120"/>
                  </a:lnTo>
                  <a:lnTo>
                    <a:pt x="218732" y="459740"/>
                  </a:lnTo>
                  <a:lnTo>
                    <a:pt x="214960" y="459740"/>
                  </a:lnTo>
                  <a:lnTo>
                    <a:pt x="215011" y="467360"/>
                  </a:lnTo>
                  <a:lnTo>
                    <a:pt x="211886" y="467360"/>
                  </a:lnTo>
                  <a:lnTo>
                    <a:pt x="211505" y="488950"/>
                  </a:lnTo>
                  <a:lnTo>
                    <a:pt x="207683" y="488950"/>
                  </a:lnTo>
                  <a:lnTo>
                    <a:pt x="207010" y="496570"/>
                  </a:lnTo>
                  <a:lnTo>
                    <a:pt x="210807" y="496570"/>
                  </a:lnTo>
                  <a:lnTo>
                    <a:pt x="210731" y="518160"/>
                  </a:lnTo>
                  <a:lnTo>
                    <a:pt x="213702" y="518160"/>
                  </a:lnTo>
                  <a:lnTo>
                    <a:pt x="217766" y="525780"/>
                  </a:lnTo>
                  <a:lnTo>
                    <a:pt x="221195" y="525780"/>
                  </a:lnTo>
                  <a:lnTo>
                    <a:pt x="218173" y="529653"/>
                  </a:lnTo>
                  <a:lnTo>
                    <a:pt x="218173" y="956310"/>
                  </a:lnTo>
                  <a:lnTo>
                    <a:pt x="215252" y="956310"/>
                  </a:lnTo>
                  <a:lnTo>
                    <a:pt x="215112" y="949960"/>
                  </a:lnTo>
                  <a:lnTo>
                    <a:pt x="217474" y="949960"/>
                  </a:lnTo>
                  <a:lnTo>
                    <a:pt x="218173" y="956310"/>
                  </a:lnTo>
                  <a:lnTo>
                    <a:pt x="218173" y="529653"/>
                  </a:lnTo>
                  <a:lnTo>
                    <a:pt x="217487" y="530529"/>
                  </a:lnTo>
                  <a:lnTo>
                    <a:pt x="217487" y="656590"/>
                  </a:lnTo>
                  <a:lnTo>
                    <a:pt x="215455" y="662876"/>
                  </a:lnTo>
                  <a:lnTo>
                    <a:pt x="215455" y="883920"/>
                  </a:lnTo>
                  <a:lnTo>
                    <a:pt x="211518" y="883920"/>
                  </a:lnTo>
                  <a:lnTo>
                    <a:pt x="211582" y="891540"/>
                  </a:lnTo>
                  <a:lnTo>
                    <a:pt x="208241" y="891540"/>
                  </a:lnTo>
                  <a:lnTo>
                    <a:pt x="207327" y="927100"/>
                  </a:lnTo>
                  <a:lnTo>
                    <a:pt x="210464" y="927100"/>
                  </a:lnTo>
                  <a:lnTo>
                    <a:pt x="211162" y="942340"/>
                  </a:lnTo>
                  <a:lnTo>
                    <a:pt x="214363" y="942340"/>
                  </a:lnTo>
                  <a:lnTo>
                    <a:pt x="214083" y="949960"/>
                  </a:lnTo>
                  <a:lnTo>
                    <a:pt x="199364" y="949960"/>
                  </a:lnTo>
                  <a:lnTo>
                    <a:pt x="197713" y="942340"/>
                  </a:lnTo>
                  <a:lnTo>
                    <a:pt x="162420" y="942340"/>
                  </a:lnTo>
                  <a:lnTo>
                    <a:pt x="162483" y="949960"/>
                  </a:lnTo>
                  <a:lnTo>
                    <a:pt x="145770" y="949960"/>
                  </a:lnTo>
                  <a:lnTo>
                    <a:pt x="144843" y="956310"/>
                  </a:lnTo>
                  <a:lnTo>
                    <a:pt x="134467" y="956310"/>
                  </a:lnTo>
                  <a:lnTo>
                    <a:pt x="134556" y="963930"/>
                  </a:lnTo>
                  <a:lnTo>
                    <a:pt x="129984" y="963930"/>
                  </a:lnTo>
                  <a:lnTo>
                    <a:pt x="133489" y="956310"/>
                  </a:lnTo>
                  <a:lnTo>
                    <a:pt x="133540" y="949960"/>
                  </a:lnTo>
                  <a:lnTo>
                    <a:pt x="136994" y="949960"/>
                  </a:lnTo>
                  <a:lnTo>
                    <a:pt x="136766" y="942340"/>
                  </a:lnTo>
                  <a:lnTo>
                    <a:pt x="140550" y="942340"/>
                  </a:lnTo>
                  <a:lnTo>
                    <a:pt x="140411" y="934720"/>
                  </a:lnTo>
                  <a:lnTo>
                    <a:pt x="144373" y="934720"/>
                  </a:lnTo>
                  <a:lnTo>
                    <a:pt x="144119" y="920750"/>
                  </a:lnTo>
                  <a:lnTo>
                    <a:pt x="147815" y="920750"/>
                  </a:lnTo>
                  <a:lnTo>
                    <a:pt x="148374" y="905510"/>
                  </a:lnTo>
                  <a:lnTo>
                    <a:pt x="144995" y="905510"/>
                  </a:lnTo>
                  <a:lnTo>
                    <a:pt x="144957" y="891540"/>
                  </a:lnTo>
                  <a:lnTo>
                    <a:pt x="141274" y="891540"/>
                  </a:lnTo>
                  <a:lnTo>
                    <a:pt x="141325" y="883920"/>
                  </a:lnTo>
                  <a:lnTo>
                    <a:pt x="137795" y="883920"/>
                  </a:lnTo>
                  <a:lnTo>
                    <a:pt x="137820" y="876300"/>
                  </a:lnTo>
                  <a:lnTo>
                    <a:pt x="134340" y="876300"/>
                  </a:lnTo>
                  <a:lnTo>
                    <a:pt x="130962" y="868680"/>
                  </a:lnTo>
                  <a:lnTo>
                    <a:pt x="140233" y="868680"/>
                  </a:lnTo>
                  <a:lnTo>
                    <a:pt x="140500" y="876300"/>
                  </a:lnTo>
                  <a:lnTo>
                    <a:pt x="157962" y="876300"/>
                  </a:lnTo>
                  <a:lnTo>
                    <a:pt x="200304" y="883920"/>
                  </a:lnTo>
                  <a:lnTo>
                    <a:pt x="200253" y="876300"/>
                  </a:lnTo>
                  <a:lnTo>
                    <a:pt x="214858" y="876300"/>
                  </a:lnTo>
                  <a:lnTo>
                    <a:pt x="215455" y="883920"/>
                  </a:lnTo>
                  <a:lnTo>
                    <a:pt x="215455" y="662876"/>
                  </a:lnTo>
                  <a:lnTo>
                    <a:pt x="215023" y="664210"/>
                  </a:lnTo>
                  <a:lnTo>
                    <a:pt x="215417" y="671830"/>
                  </a:lnTo>
                  <a:lnTo>
                    <a:pt x="211505" y="671830"/>
                  </a:lnTo>
                  <a:lnTo>
                    <a:pt x="211505" y="685800"/>
                  </a:lnTo>
                  <a:lnTo>
                    <a:pt x="208368" y="685800"/>
                  </a:lnTo>
                  <a:lnTo>
                    <a:pt x="207238" y="715010"/>
                  </a:lnTo>
                  <a:lnTo>
                    <a:pt x="211074" y="715010"/>
                  </a:lnTo>
                  <a:lnTo>
                    <a:pt x="210743" y="730250"/>
                  </a:lnTo>
                  <a:lnTo>
                    <a:pt x="213982" y="730250"/>
                  </a:lnTo>
                  <a:lnTo>
                    <a:pt x="214680" y="737870"/>
                  </a:lnTo>
                  <a:lnTo>
                    <a:pt x="202628" y="737870"/>
                  </a:lnTo>
                  <a:lnTo>
                    <a:pt x="200952" y="730250"/>
                  </a:lnTo>
                  <a:lnTo>
                    <a:pt x="158940" y="730250"/>
                  </a:lnTo>
                  <a:lnTo>
                    <a:pt x="159029" y="737870"/>
                  </a:lnTo>
                  <a:lnTo>
                    <a:pt x="148463" y="737870"/>
                  </a:lnTo>
                  <a:lnTo>
                    <a:pt x="141287" y="744220"/>
                  </a:lnTo>
                  <a:lnTo>
                    <a:pt x="133502" y="744220"/>
                  </a:lnTo>
                  <a:lnTo>
                    <a:pt x="133540" y="737870"/>
                  </a:lnTo>
                  <a:lnTo>
                    <a:pt x="136779" y="737870"/>
                  </a:lnTo>
                  <a:lnTo>
                    <a:pt x="140550" y="730250"/>
                  </a:lnTo>
                  <a:lnTo>
                    <a:pt x="140398" y="730250"/>
                  </a:lnTo>
                  <a:lnTo>
                    <a:pt x="144106" y="722630"/>
                  </a:lnTo>
                  <a:lnTo>
                    <a:pt x="144513" y="708660"/>
                  </a:lnTo>
                  <a:lnTo>
                    <a:pt x="147726" y="708660"/>
                  </a:lnTo>
                  <a:lnTo>
                    <a:pt x="148717" y="693420"/>
                  </a:lnTo>
                  <a:lnTo>
                    <a:pt x="144881" y="693420"/>
                  </a:lnTo>
                  <a:lnTo>
                    <a:pt x="145135" y="679450"/>
                  </a:lnTo>
                  <a:lnTo>
                    <a:pt x="141338" y="679450"/>
                  </a:lnTo>
                  <a:lnTo>
                    <a:pt x="141617" y="671830"/>
                  </a:lnTo>
                  <a:lnTo>
                    <a:pt x="137909" y="671830"/>
                  </a:lnTo>
                  <a:lnTo>
                    <a:pt x="138264" y="664210"/>
                  </a:lnTo>
                  <a:lnTo>
                    <a:pt x="134480" y="664210"/>
                  </a:lnTo>
                  <a:lnTo>
                    <a:pt x="134480" y="656590"/>
                  </a:lnTo>
                  <a:lnTo>
                    <a:pt x="144183" y="656590"/>
                  </a:lnTo>
                  <a:lnTo>
                    <a:pt x="144043" y="664210"/>
                  </a:lnTo>
                  <a:lnTo>
                    <a:pt x="160083" y="664210"/>
                  </a:lnTo>
                  <a:lnTo>
                    <a:pt x="161810" y="671830"/>
                  </a:lnTo>
                  <a:lnTo>
                    <a:pt x="196811" y="671830"/>
                  </a:lnTo>
                  <a:lnTo>
                    <a:pt x="196672" y="664210"/>
                  </a:lnTo>
                  <a:lnTo>
                    <a:pt x="212699" y="664210"/>
                  </a:lnTo>
                  <a:lnTo>
                    <a:pt x="214312" y="656590"/>
                  </a:lnTo>
                  <a:lnTo>
                    <a:pt x="217487" y="656590"/>
                  </a:lnTo>
                  <a:lnTo>
                    <a:pt x="217487" y="530529"/>
                  </a:lnTo>
                  <a:lnTo>
                    <a:pt x="215239" y="533400"/>
                  </a:lnTo>
                  <a:lnTo>
                    <a:pt x="209677" y="533400"/>
                  </a:lnTo>
                  <a:lnTo>
                    <a:pt x="208013" y="525780"/>
                  </a:lnTo>
                  <a:lnTo>
                    <a:pt x="145783" y="525780"/>
                  </a:lnTo>
                  <a:lnTo>
                    <a:pt x="144856" y="533400"/>
                  </a:lnTo>
                  <a:lnTo>
                    <a:pt x="134480" y="533400"/>
                  </a:lnTo>
                  <a:lnTo>
                    <a:pt x="134581" y="539750"/>
                  </a:lnTo>
                  <a:lnTo>
                    <a:pt x="133527" y="539750"/>
                  </a:lnTo>
                  <a:lnTo>
                    <a:pt x="133527" y="656590"/>
                  </a:lnTo>
                  <a:lnTo>
                    <a:pt x="131229" y="656590"/>
                  </a:lnTo>
                  <a:lnTo>
                    <a:pt x="127355" y="650240"/>
                  </a:lnTo>
                  <a:lnTo>
                    <a:pt x="133413" y="650240"/>
                  </a:lnTo>
                  <a:lnTo>
                    <a:pt x="133527" y="656590"/>
                  </a:lnTo>
                  <a:lnTo>
                    <a:pt x="133527" y="539750"/>
                  </a:lnTo>
                  <a:lnTo>
                    <a:pt x="127571" y="539750"/>
                  </a:lnTo>
                  <a:lnTo>
                    <a:pt x="127457" y="547370"/>
                  </a:lnTo>
                  <a:lnTo>
                    <a:pt x="126492" y="547370"/>
                  </a:lnTo>
                  <a:lnTo>
                    <a:pt x="126492" y="642620"/>
                  </a:lnTo>
                  <a:lnTo>
                    <a:pt x="126403" y="650240"/>
                  </a:lnTo>
                  <a:lnTo>
                    <a:pt x="124180" y="650240"/>
                  </a:lnTo>
                  <a:lnTo>
                    <a:pt x="124053" y="645477"/>
                  </a:lnTo>
                  <a:lnTo>
                    <a:pt x="124053" y="971550"/>
                  </a:lnTo>
                  <a:lnTo>
                    <a:pt x="121754" y="971550"/>
                  </a:lnTo>
                  <a:lnTo>
                    <a:pt x="123101" y="963930"/>
                  </a:lnTo>
                  <a:lnTo>
                    <a:pt x="123952" y="963930"/>
                  </a:lnTo>
                  <a:lnTo>
                    <a:pt x="124053" y="971550"/>
                  </a:lnTo>
                  <a:lnTo>
                    <a:pt x="124053" y="645477"/>
                  </a:lnTo>
                  <a:lnTo>
                    <a:pt x="123977" y="642620"/>
                  </a:lnTo>
                  <a:lnTo>
                    <a:pt x="126492" y="642620"/>
                  </a:lnTo>
                  <a:lnTo>
                    <a:pt x="126492" y="547370"/>
                  </a:lnTo>
                  <a:lnTo>
                    <a:pt x="120675" y="547370"/>
                  </a:lnTo>
                  <a:lnTo>
                    <a:pt x="120459" y="554990"/>
                  </a:lnTo>
                  <a:lnTo>
                    <a:pt x="116827" y="554990"/>
                  </a:lnTo>
                  <a:lnTo>
                    <a:pt x="116801" y="562610"/>
                  </a:lnTo>
                  <a:lnTo>
                    <a:pt x="113182" y="562610"/>
                  </a:lnTo>
                  <a:lnTo>
                    <a:pt x="113296" y="568960"/>
                  </a:lnTo>
                  <a:lnTo>
                    <a:pt x="109626" y="568960"/>
                  </a:lnTo>
                  <a:lnTo>
                    <a:pt x="109880" y="576580"/>
                  </a:lnTo>
                  <a:lnTo>
                    <a:pt x="105994" y="576580"/>
                  </a:lnTo>
                  <a:lnTo>
                    <a:pt x="105943" y="613410"/>
                  </a:lnTo>
                  <a:lnTo>
                    <a:pt x="109207" y="613410"/>
                  </a:lnTo>
                  <a:lnTo>
                    <a:pt x="109118" y="621030"/>
                  </a:lnTo>
                  <a:lnTo>
                    <a:pt x="112788" y="621030"/>
                  </a:lnTo>
                  <a:lnTo>
                    <a:pt x="116128" y="627380"/>
                  </a:lnTo>
                  <a:lnTo>
                    <a:pt x="115620" y="635000"/>
                  </a:lnTo>
                  <a:lnTo>
                    <a:pt x="119443" y="635000"/>
                  </a:lnTo>
                  <a:lnTo>
                    <a:pt x="119481" y="642620"/>
                  </a:lnTo>
                  <a:lnTo>
                    <a:pt x="113665" y="642620"/>
                  </a:lnTo>
                  <a:lnTo>
                    <a:pt x="113360" y="635000"/>
                  </a:lnTo>
                  <a:lnTo>
                    <a:pt x="107226" y="642620"/>
                  </a:lnTo>
                  <a:lnTo>
                    <a:pt x="106375" y="635000"/>
                  </a:lnTo>
                  <a:lnTo>
                    <a:pt x="99517" y="635000"/>
                  </a:lnTo>
                  <a:lnTo>
                    <a:pt x="99301" y="627380"/>
                  </a:lnTo>
                  <a:lnTo>
                    <a:pt x="81762" y="635000"/>
                  </a:lnTo>
                  <a:lnTo>
                    <a:pt x="81826" y="627380"/>
                  </a:lnTo>
                  <a:lnTo>
                    <a:pt x="51638" y="627380"/>
                  </a:lnTo>
                  <a:lnTo>
                    <a:pt x="50088" y="635000"/>
                  </a:lnTo>
                  <a:lnTo>
                    <a:pt x="37058" y="635000"/>
                  </a:lnTo>
                  <a:lnTo>
                    <a:pt x="36106" y="642620"/>
                  </a:lnTo>
                  <a:lnTo>
                    <a:pt x="26962" y="642620"/>
                  </a:lnTo>
                  <a:lnTo>
                    <a:pt x="25628" y="650240"/>
                  </a:lnTo>
                  <a:lnTo>
                    <a:pt x="18732" y="650240"/>
                  </a:lnTo>
                  <a:lnTo>
                    <a:pt x="15214" y="656590"/>
                  </a:lnTo>
                  <a:lnTo>
                    <a:pt x="15163" y="664210"/>
                  </a:lnTo>
                  <a:lnTo>
                    <a:pt x="11709" y="664210"/>
                  </a:lnTo>
                  <a:lnTo>
                    <a:pt x="11938" y="671830"/>
                  </a:lnTo>
                  <a:lnTo>
                    <a:pt x="8153" y="671830"/>
                  </a:lnTo>
                  <a:lnTo>
                    <a:pt x="8293" y="679450"/>
                  </a:lnTo>
                  <a:lnTo>
                    <a:pt x="4343" y="679450"/>
                  </a:lnTo>
                  <a:lnTo>
                    <a:pt x="4457" y="685800"/>
                  </a:lnTo>
                  <a:lnTo>
                    <a:pt x="4597" y="693420"/>
                  </a:lnTo>
                  <a:lnTo>
                    <a:pt x="889" y="693420"/>
                  </a:lnTo>
                  <a:lnTo>
                    <a:pt x="0" y="708660"/>
                  </a:lnTo>
                  <a:lnTo>
                    <a:pt x="3835" y="708660"/>
                  </a:lnTo>
                  <a:lnTo>
                    <a:pt x="3721" y="715010"/>
                  </a:lnTo>
                  <a:lnTo>
                    <a:pt x="3581" y="722630"/>
                  </a:lnTo>
                  <a:lnTo>
                    <a:pt x="7391" y="722630"/>
                  </a:lnTo>
                  <a:lnTo>
                    <a:pt x="7112" y="730250"/>
                  </a:lnTo>
                  <a:lnTo>
                    <a:pt x="10807" y="730250"/>
                  </a:lnTo>
                  <a:lnTo>
                    <a:pt x="10452" y="737870"/>
                  </a:lnTo>
                  <a:lnTo>
                    <a:pt x="14236" y="737870"/>
                  </a:lnTo>
                  <a:lnTo>
                    <a:pt x="14236" y="744220"/>
                  </a:lnTo>
                  <a:lnTo>
                    <a:pt x="17805" y="744220"/>
                  </a:lnTo>
                  <a:lnTo>
                    <a:pt x="17513" y="751840"/>
                  </a:lnTo>
                  <a:lnTo>
                    <a:pt x="24549" y="751840"/>
                  </a:lnTo>
                  <a:lnTo>
                    <a:pt x="24765" y="759460"/>
                  </a:lnTo>
                  <a:lnTo>
                    <a:pt x="35064" y="759460"/>
                  </a:lnTo>
                  <a:lnTo>
                    <a:pt x="35382" y="767080"/>
                  </a:lnTo>
                  <a:lnTo>
                    <a:pt x="49225" y="767080"/>
                  </a:lnTo>
                  <a:lnTo>
                    <a:pt x="49428" y="774700"/>
                  </a:lnTo>
                  <a:lnTo>
                    <a:pt x="98463" y="774700"/>
                  </a:lnTo>
                  <a:lnTo>
                    <a:pt x="98412" y="767080"/>
                  </a:lnTo>
                  <a:lnTo>
                    <a:pt x="112623" y="767080"/>
                  </a:lnTo>
                  <a:lnTo>
                    <a:pt x="112395" y="759460"/>
                  </a:lnTo>
                  <a:lnTo>
                    <a:pt x="115963" y="759460"/>
                  </a:lnTo>
                  <a:lnTo>
                    <a:pt x="120561" y="767080"/>
                  </a:lnTo>
                  <a:lnTo>
                    <a:pt x="113436" y="767080"/>
                  </a:lnTo>
                  <a:lnTo>
                    <a:pt x="113487" y="774700"/>
                  </a:lnTo>
                  <a:lnTo>
                    <a:pt x="109639" y="774700"/>
                  </a:lnTo>
                  <a:lnTo>
                    <a:pt x="109550" y="781050"/>
                  </a:lnTo>
                  <a:lnTo>
                    <a:pt x="109448" y="788670"/>
                  </a:lnTo>
                  <a:lnTo>
                    <a:pt x="106641" y="788670"/>
                  </a:lnTo>
                  <a:lnTo>
                    <a:pt x="105549" y="825500"/>
                  </a:lnTo>
                  <a:lnTo>
                    <a:pt x="108737" y="825500"/>
                  </a:lnTo>
                  <a:lnTo>
                    <a:pt x="109016" y="839470"/>
                  </a:lnTo>
                  <a:lnTo>
                    <a:pt x="112776" y="839470"/>
                  </a:lnTo>
                  <a:lnTo>
                    <a:pt x="116052" y="847090"/>
                  </a:lnTo>
                  <a:lnTo>
                    <a:pt x="119265" y="847090"/>
                  </a:lnTo>
                  <a:lnTo>
                    <a:pt x="119964" y="854710"/>
                  </a:lnTo>
                  <a:lnTo>
                    <a:pt x="113665" y="854710"/>
                  </a:lnTo>
                  <a:lnTo>
                    <a:pt x="113372" y="847090"/>
                  </a:lnTo>
                  <a:lnTo>
                    <a:pt x="100190" y="847090"/>
                  </a:lnTo>
                  <a:lnTo>
                    <a:pt x="99250" y="839470"/>
                  </a:lnTo>
                  <a:lnTo>
                    <a:pt x="51625" y="839470"/>
                  </a:lnTo>
                  <a:lnTo>
                    <a:pt x="50076" y="847090"/>
                  </a:lnTo>
                  <a:lnTo>
                    <a:pt x="37045" y="847090"/>
                  </a:lnTo>
                  <a:lnTo>
                    <a:pt x="36093" y="854710"/>
                  </a:lnTo>
                  <a:lnTo>
                    <a:pt x="26962" y="854710"/>
                  </a:lnTo>
                  <a:lnTo>
                    <a:pt x="25615" y="862330"/>
                  </a:lnTo>
                  <a:lnTo>
                    <a:pt x="18719" y="862330"/>
                  </a:lnTo>
                  <a:lnTo>
                    <a:pt x="11709" y="876300"/>
                  </a:lnTo>
                  <a:lnTo>
                    <a:pt x="8140" y="876300"/>
                  </a:lnTo>
                  <a:lnTo>
                    <a:pt x="8293" y="883920"/>
                  </a:lnTo>
                  <a:lnTo>
                    <a:pt x="4330" y="883920"/>
                  </a:lnTo>
                  <a:lnTo>
                    <a:pt x="4419" y="891540"/>
                  </a:lnTo>
                  <a:lnTo>
                    <a:pt x="4495" y="897890"/>
                  </a:lnTo>
                  <a:lnTo>
                    <a:pt x="4584" y="905510"/>
                  </a:lnTo>
                  <a:lnTo>
                    <a:pt x="876" y="905510"/>
                  </a:lnTo>
                  <a:lnTo>
                    <a:pt x="330" y="920750"/>
                  </a:lnTo>
                  <a:lnTo>
                    <a:pt x="3708" y="920750"/>
                  </a:lnTo>
                  <a:lnTo>
                    <a:pt x="3581" y="934720"/>
                  </a:lnTo>
                  <a:lnTo>
                    <a:pt x="7378" y="934720"/>
                  </a:lnTo>
                  <a:lnTo>
                    <a:pt x="7099" y="942340"/>
                  </a:lnTo>
                  <a:lnTo>
                    <a:pt x="10807" y="942340"/>
                  </a:lnTo>
                  <a:lnTo>
                    <a:pt x="10452" y="949960"/>
                  </a:lnTo>
                  <a:lnTo>
                    <a:pt x="14236" y="949960"/>
                  </a:lnTo>
                  <a:lnTo>
                    <a:pt x="14236" y="956310"/>
                  </a:lnTo>
                  <a:lnTo>
                    <a:pt x="17500" y="956310"/>
                  </a:lnTo>
                  <a:lnTo>
                    <a:pt x="21374" y="963930"/>
                  </a:lnTo>
                  <a:lnTo>
                    <a:pt x="24752" y="963930"/>
                  </a:lnTo>
                  <a:lnTo>
                    <a:pt x="31775" y="971550"/>
                  </a:lnTo>
                  <a:lnTo>
                    <a:pt x="41503" y="971550"/>
                  </a:lnTo>
                  <a:lnTo>
                    <a:pt x="42354" y="979170"/>
                  </a:lnTo>
                  <a:lnTo>
                    <a:pt x="66941" y="979170"/>
                  </a:lnTo>
                  <a:lnTo>
                    <a:pt x="66890" y="985520"/>
                  </a:lnTo>
                  <a:lnTo>
                    <a:pt x="97078" y="985520"/>
                  </a:lnTo>
                  <a:lnTo>
                    <a:pt x="98640" y="979170"/>
                  </a:lnTo>
                  <a:lnTo>
                    <a:pt x="111658" y="979170"/>
                  </a:lnTo>
                  <a:lnTo>
                    <a:pt x="112623" y="971550"/>
                  </a:lnTo>
                  <a:lnTo>
                    <a:pt x="116814" y="971550"/>
                  </a:lnTo>
                  <a:lnTo>
                    <a:pt x="117068" y="979170"/>
                  </a:lnTo>
                  <a:lnTo>
                    <a:pt x="113284" y="979170"/>
                  </a:lnTo>
                  <a:lnTo>
                    <a:pt x="113449" y="985520"/>
                  </a:lnTo>
                  <a:lnTo>
                    <a:pt x="109791" y="985520"/>
                  </a:lnTo>
                  <a:lnTo>
                    <a:pt x="109766" y="1000760"/>
                  </a:lnTo>
                  <a:lnTo>
                    <a:pt x="105981" y="1000760"/>
                  </a:lnTo>
                  <a:lnTo>
                    <a:pt x="105930" y="1037590"/>
                  </a:lnTo>
                  <a:lnTo>
                    <a:pt x="109194" y="1037590"/>
                  </a:lnTo>
                  <a:lnTo>
                    <a:pt x="109105" y="1043940"/>
                  </a:lnTo>
                  <a:lnTo>
                    <a:pt x="112763" y="1043940"/>
                  </a:lnTo>
                  <a:lnTo>
                    <a:pt x="116116" y="1051560"/>
                  </a:lnTo>
                  <a:lnTo>
                    <a:pt x="115608" y="1059180"/>
                  </a:lnTo>
                  <a:lnTo>
                    <a:pt x="122885" y="1059180"/>
                  </a:lnTo>
                  <a:lnTo>
                    <a:pt x="122999" y="1066800"/>
                  </a:lnTo>
                  <a:lnTo>
                    <a:pt x="129781" y="1066800"/>
                  </a:lnTo>
                  <a:lnTo>
                    <a:pt x="129984" y="1073150"/>
                  </a:lnTo>
                  <a:lnTo>
                    <a:pt x="136994" y="1073150"/>
                  </a:lnTo>
                  <a:lnTo>
                    <a:pt x="136931" y="1080770"/>
                  </a:lnTo>
                  <a:lnTo>
                    <a:pt x="151180" y="1080770"/>
                  </a:lnTo>
                  <a:lnTo>
                    <a:pt x="151104" y="1088390"/>
                  </a:lnTo>
                  <a:lnTo>
                    <a:pt x="206984" y="1088390"/>
                  </a:lnTo>
                  <a:lnTo>
                    <a:pt x="207162" y="1080770"/>
                  </a:lnTo>
                  <a:lnTo>
                    <a:pt x="221170" y="1073150"/>
                  </a:lnTo>
                  <a:lnTo>
                    <a:pt x="225755" y="1080770"/>
                  </a:lnTo>
                  <a:lnTo>
                    <a:pt x="218655" y="1080770"/>
                  </a:lnTo>
                  <a:lnTo>
                    <a:pt x="218706" y="1088390"/>
                  </a:lnTo>
                  <a:lnTo>
                    <a:pt x="214845" y="1088390"/>
                  </a:lnTo>
                  <a:lnTo>
                    <a:pt x="214744" y="1096010"/>
                  </a:lnTo>
                  <a:lnTo>
                    <a:pt x="214655" y="1102360"/>
                  </a:lnTo>
                  <a:lnTo>
                    <a:pt x="211861" y="1102360"/>
                  </a:lnTo>
                  <a:lnTo>
                    <a:pt x="211734" y="1109980"/>
                  </a:lnTo>
                  <a:lnTo>
                    <a:pt x="211162" y="1146810"/>
                  </a:lnTo>
                  <a:lnTo>
                    <a:pt x="214401" y="1146810"/>
                  </a:lnTo>
                  <a:lnTo>
                    <a:pt x="213766" y="1154430"/>
                  </a:lnTo>
                  <a:lnTo>
                    <a:pt x="217741" y="1154430"/>
                  </a:lnTo>
                  <a:lnTo>
                    <a:pt x="217208" y="1162050"/>
                  </a:lnTo>
                  <a:lnTo>
                    <a:pt x="224586" y="1162050"/>
                  </a:lnTo>
                  <a:lnTo>
                    <a:pt x="224637" y="1168400"/>
                  </a:lnTo>
                  <a:lnTo>
                    <a:pt x="228130" y="1168400"/>
                  </a:lnTo>
                  <a:lnTo>
                    <a:pt x="231698" y="1176020"/>
                  </a:lnTo>
                  <a:lnTo>
                    <a:pt x="238874" y="1176020"/>
                  </a:lnTo>
                  <a:lnTo>
                    <a:pt x="238645" y="1183640"/>
                  </a:lnTo>
                  <a:lnTo>
                    <a:pt x="245643" y="1183640"/>
                  </a:lnTo>
                  <a:lnTo>
                    <a:pt x="245643" y="1191260"/>
                  </a:lnTo>
                  <a:lnTo>
                    <a:pt x="263334" y="1191260"/>
                  </a:lnTo>
                  <a:lnTo>
                    <a:pt x="263474" y="1197610"/>
                  </a:lnTo>
                  <a:lnTo>
                    <a:pt x="305485" y="1197610"/>
                  </a:lnTo>
                  <a:lnTo>
                    <a:pt x="305396" y="1191260"/>
                  </a:lnTo>
                  <a:lnTo>
                    <a:pt x="322859" y="1191260"/>
                  </a:lnTo>
                  <a:lnTo>
                    <a:pt x="322808" y="1183640"/>
                  </a:lnTo>
                  <a:lnTo>
                    <a:pt x="327406" y="1183640"/>
                  </a:lnTo>
                  <a:lnTo>
                    <a:pt x="327418" y="1191260"/>
                  </a:lnTo>
                  <a:lnTo>
                    <a:pt x="323888" y="1191260"/>
                  </a:lnTo>
                  <a:lnTo>
                    <a:pt x="323938" y="1197610"/>
                  </a:lnTo>
                  <a:lnTo>
                    <a:pt x="320090" y="1197610"/>
                  </a:lnTo>
                  <a:lnTo>
                    <a:pt x="319900" y="1205230"/>
                  </a:lnTo>
                  <a:lnTo>
                    <a:pt x="317093" y="1205230"/>
                  </a:lnTo>
                  <a:lnTo>
                    <a:pt x="316966" y="1212850"/>
                  </a:lnTo>
                  <a:lnTo>
                    <a:pt x="316509" y="1240790"/>
                  </a:lnTo>
                  <a:lnTo>
                    <a:pt x="463257" y="1240790"/>
                  </a:lnTo>
                  <a:lnTo>
                    <a:pt x="463740" y="1205230"/>
                  </a:lnTo>
                  <a:lnTo>
                    <a:pt x="460819" y="1205230"/>
                  </a:lnTo>
                  <a:lnTo>
                    <a:pt x="460743" y="1197610"/>
                  </a:lnTo>
                  <a:lnTo>
                    <a:pt x="456730" y="1197610"/>
                  </a:lnTo>
                  <a:lnTo>
                    <a:pt x="456425" y="1191260"/>
                  </a:lnTo>
                  <a:lnTo>
                    <a:pt x="463156" y="1191260"/>
                  </a:lnTo>
                  <a:lnTo>
                    <a:pt x="463181" y="1197610"/>
                  </a:lnTo>
                  <a:lnTo>
                    <a:pt x="526046" y="1197610"/>
                  </a:lnTo>
                  <a:lnTo>
                    <a:pt x="526503" y="1191260"/>
                  </a:lnTo>
                  <a:lnTo>
                    <a:pt x="530212" y="1191260"/>
                  </a:lnTo>
                  <a:lnTo>
                    <a:pt x="530987" y="1197610"/>
                  </a:lnTo>
                  <a:lnTo>
                    <a:pt x="527265" y="1197610"/>
                  </a:lnTo>
                  <a:lnTo>
                    <a:pt x="527850" y="1212850"/>
                  </a:lnTo>
                  <a:lnTo>
                    <a:pt x="524179" y="1212850"/>
                  </a:lnTo>
                  <a:lnTo>
                    <a:pt x="523405" y="1240790"/>
                  </a:lnTo>
                  <a:lnTo>
                    <a:pt x="677557" y="1240790"/>
                  </a:lnTo>
                  <a:lnTo>
                    <a:pt x="678268" y="1212850"/>
                  </a:lnTo>
                  <a:lnTo>
                    <a:pt x="674509" y="1212850"/>
                  </a:lnTo>
                  <a:lnTo>
                    <a:pt x="674230" y="1205230"/>
                  </a:lnTo>
                  <a:lnTo>
                    <a:pt x="674230" y="1197610"/>
                  </a:lnTo>
                  <a:lnTo>
                    <a:pt x="684758" y="1197610"/>
                  </a:lnTo>
                  <a:lnTo>
                    <a:pt x="684174" y="1205230"/>
                  </a:lnTo>
                  <a:lnTo>
                    <a:pt x="726427" y="1205230"/>
                  </a:lnTo>
                  <a:lnTo>
                    <a:pt x="726389" y="1197610"/>
                  </a:lnTo>
                  <a:lnTo>
                    <a:pt x="737374" y="1197610"/>
                  </a:lnTo>
                  <a:lnTo>
                    <a:pt x="737374" y="1205230"/>
                  </a:lnTo>
                  <a:lnTo>
                    <a:pt x="734453" y="1205230"/>
                  </a:lnTo>
                  <a:lnTo>
                    <a:pt x="734352" y="1212850"/>
                  </a:lnTo>
                  <a:lnTo>
                    <a:pt x="733971" y="1240790"/>
                  </a:lnTo>
                  <a:lnTo>
                    <a:pt x="888022" y="1240790"/>
                  </a:lnTo>
                  <a:lnTo>
                    <a:pt x="888758" y="1205230"/>
                  </a:lnTo>
                  <a:lnTo>
                    <a:pt x="884745" y="1205230"/>
                  </a:lnTo>
                  <a:lnTo>
                    <a:pt x="895248" y="1197610"/>
                  </a:lnTo>
                  <a:lnTo>
                    <a:pt x="894664" y="1205230"/>
                  </a:lnTo>
                  <a:lnTo>
                    <a:pt x="937336" y="1205230"/>
                  </a:lnTo>
                  <a:lnTo>
                    <a:pt x="936752" y="1197610"/>
                  </a:lnTo>
                  <a:lnTo>
                    <a:pt x="948664" y="1197610"/>
                  </a:lnTo>
                  <a:lnTo>
                    <a:pt x="948397" y="1212850"/>
                  </a:lnTo>
                  <a:lnTo>
                    <a:pt x="944638" y="1212850"/>
                  </a:lnTo>
                  <a:lnTo>
                    <a:pt x="944359" y="1240790"/>
                  </a:lnTo>
                  <a:lnTo>
                    <a:pt x="1097978" y="1240790"/>
                  </a:lnTo>
                  <a:lnTo>
                    <a:pt x="1098994" y="1212850"/>
                  </a:lnTo>
                  <a:lnTo>
                    <a:pt x="1095209" y="1212850"/>
                  </a:lnTo>
                  <a:lnTo>
                    <a:pt x="1095552" y="1197610"/>
                  </a:lnTo>
                  <a:lnTo>
                    <a:pt x="1091844" y="1197610"/>
                  </a:lnTo>
                  <a:lnTo>
                    <a:pt x="1091653" y="1191260"/>
                  </a:lnTo>
                  <a:lnTo>
                    <a:pt x="1098169" y="1197610"/>
                  </a:lnTo>
                  <a:lnTo>
                    <a:pt x="1152855" y="1197610"/>
                  </a:lnTo>
                  <a:lnTo>
                    <a:pt x="1154430" y="1191260"/>
                  </a:lnTo>
                  <a:lnTo>
                    <a:pt x="1165504" y="1191260"/>
                  </a:lnTo>
                  <a:lnTo>
                    <a:pt x="1166114" y="1197610"/>
                  </a:lnTo>
                  <a:lnTo>
                    <a:pt x="1162164" y="1197610"/>
                  </a:lnTo>
                  <a:lnTo>
                    <a:pt x="1162227" y="1205230"/>
                  </a:lnTo>
                  <a:lnTo>
                    <a:pt x="1158887" y="1212850"/>
                  </a:lnTo>
                  <a:lnTo>
                    <a:pt x="1157947" y="1240790"/>
                  </a:lnTo>
                  <a:lnTo>
                    <a:pt x="1305585" y="1240790"/>
                  </a:lnTo>
                  <a:lnTo>
                    <a:pt x="1305636" y="1212850"/>
                  </a:lnTo>
                  <a:lnTo>
                    <a:pt x="1302359" y="1212850"/>
                  </a:lnTo>
                  <a:lnTo>
                    <a:pt x="1302448" y="1197610"/>
                  </a:lnTo>
                  <a:lnTo>
                    <a:pt x="1298790" y="1197610"/>
                  </a:lnTo>
                  <a:lnTo>
                    <a:pt x="1295438" y="1191260"/>
                  </a:lnTo>
                  <a:lnTo>
                    <a:pt x="1295946" y="1183640"/>
                  </a:lnTo>
                  <a:lnTo>
                    <a:pt x="1301635" y="1183640"/>
                  </a:lnTo>
                  <a:lnTo>
                    <a:pt x="1301635" y="1191260"/>
                  </a:lnTo>
                  <a:lnTo>
                    <a:pt x="1312164" y="1191260"/>
                  </a:lnTo>
                  <a:lnTo>
                    <a:pt x="1322895" y="1197610"/>
                  </a:lnTo>
                  <a:lnTo>
                    <a:pt x="1350848" y="1197610"/>
                  </a:lnTo>
                  <a:lnTo>
                    <a:pt x="1350797" y="1191260"/>
                  </a:lnTo>
                  <a:lnTo>
                    <a:pt x="1370838" y="1191260"/>
                  </a:lnTo>
                  <a:lnTo>
                    <a:pt x="1371866" y="1183640"/>
                  </a:lnTo>
                  <a:lnTo>
                    <a:pt x="1381582" y="1183640"/>
                  </a:lnTo>
                  <a:lnTo>
                    <a:pt x="1382268" y="1176020"/>
                  </a:lnTo>
                  <a:lnTo>
                    <a:pt x="1389240" y="1176020"/>
                  </a:lnTo>
                  <a:lnTo>
                    <a:pt x="1389240" y="1168400"/>
                  </a:lnTo>
                  <a:lnTo>
                    <a:pt x="1396377" y="1168400"/>
                  </a:lnTo>
                  <a:lnTo>
                    <a:pt x="1399946" y="1162050"/>
                  </a:lnTo>
                  <a:lnTo>
                    <a:pt x="1403604" y="1162050"/>
                  </a:lnTo>
                  <a:lnTo>
                    <a:pt x="1403515" y="1154430"/>
                  </a:lnTo>
                  <a:lnTo>
                    <a:pt x="1403426" y="1146810"/>
                  </a:lnTo>
                  <a:lnTo>
                    <a:pt x="1406880" y="1146810"/>
                  </a:lnTo>
                  <a:lnTo>
                    <a:pt x="1410538" y="1139190"/>
                  </a:lnTo>
                  <a:lnTo>
                    <a:pt x="1411236" y="1109980"/>
                  </a:lnTo>
                  <a:lnTo>
                    <a:pt x="1407553" y="1109980"/>
                  </a:lnTo>
                  <a:lnTo>
                    <a:pt x="1407845" y="1096010"/>
                  </a:lnTo>
                  <a:lnTo>
                    <a:pt x="1404048" y="1096010"/>
                  </a:lnTo>
                  <a:lnTo>
                    <a:pt x="1404594" y="1088390"/>
                  </a:lnTo>
                  <a:lnTo>
                    <a:pt x="1400759" y="1088390"/>
                  </a:lnTo>
                  <a:lnTo>
                    <a:pt x="1400924" y="1080770"/>
                  </a:lnTo>
                  <a:lnTo>
                    <a:pt x="1393875" y="1080770"/>
                  </a:lnTo>
                  <a:lnTo>
                    <a:pt x="1393913" y="1073150"/>
                  </a:lnTo>
                  <a:lnTo>
                    <a:pt x="1403159" y="1073150"/>
                  </a:lnTo>
                  <a:lnTo>
                    <a:pt x="1403477" y="1080770"/>
                  </a:lnTo>
                  <a:lnTo>
                    <a:pt x="1417320" y="1080770"/>
                  </a:lnTo>
                  <a:lnTo>
                    <a:pt x="1417535" y="1088390"/>
                  </a:lnTo>
                  <a:lnTo>
                    <a:pt x="1465186" y="1088390"/>
                  </a:lnTo>
                  <a:lnTo>
                    <a:pt x="1466748" y="1080770"/>
                  </a:lnTo>
                  <a:lnTo>
                    <a:pt x="1479765" y="1080770"/>
                  </a:lnTo>
                  <a:lnTo>
                    <a:pt x="1480718" y="1073150"/>
                  </a:lnTo>
                  <a:lnTo>
                    <a:pt x="1494497" y="1073150"/>
                  </a:lnTo>
                  <a:lnTo>
                    <a:pt x="1494612" y="1066800"/>
                  </a:lnTo>
                  <a:lnTo>
                    <a:pt x="1498092" y="1066800"/>
                  </a:lnTo>
                  <a:lnTo>
                    <a:pt x="1501597" y="1059180"/>
                  </a:lnTo>
                  <a:lnTo>
                    <a:pt x="1505102" y="1059180"/>
                  </a:lnTo>
                  <a:lnTo>
                    <a:pt x="1504873" y="1051560"/>
                  </a:lnTo>
                  <a:lnTo>
                    <a:pt x="1508658" y="1051560"/>
                  </a:lnTo>
                  <a:lnTo>
                    <a:pt x="1508506" y="1043940"/>
                  </a:lnTo>
                  <a:lnTo>
                    <a:pt x="1512468" y="1043940"/>
                  </a:lnTo>
                  <a:lnTo>
                    <a:pt x="1512392" y="1037590"/>
                  </a:lnTo>
                  <a:lnTo>
                    <a:pt x="1512303" y="1029970"/>
                  </a:lnTo>
                  <a:lnTo>
                    <a:pt x="1512214" y="1022350"/>
                  </a:lnTo>
                  <a:lnTo>
                    <a:pt x="1515922" y="1022350"/>
                  </a:lnTo>
                  <a:lnTo>
                    <a:pt x="1516799" y="1014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7" name="object 22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923874" y="9048952"/>
              <a:ext cx="141744" cy="141494"/>
            </a:xfrm>
            <a:prstGeom prst="rect">
              <a:avLst/>
            </a:prstGeom>
          </p:spPr>
        </p:pic>
        <p:sp>
          <p:nvSpPr>
            <p:cNvPr id="228" name="object 228"/>
            <p:cNvSpPr/>
            <p:nvPr/>
          </p:nvSpPr>
          <p:spPr>
            <a:xfrm>
              <a:off x="16506457" y="9048686"/>
              <a:ext cx="1604645" cy="142240"/>
            </a:xfrm>
            <a:custGeom>
              <a:avLst/>
              <a:gdLst/>
              <a:ahLst/>
              <a:cxnLst/>
              <a:rect l="l" t="t" r="r" b="b"/>
              <a:pathLst>
                <a:path w="1604644" h="142240">
                  <a:moveTo>
                    <a:pt x="134620" y="72859"/>
                  </a:moveTo>
                  <a:lnTo>
                    <a:pt x="134010" y="69113"/>
                  </a:lnTo>
                  <a:lnTo>
                    <a:pt x="133946" y="67246"/>
                  </a:lnTo>
                  <a:lnTo>
                    <a:pt x="130644" y="67551"/>
                  </a:lnTo>
                  <a:lnTo>
                    <a:pt x="129717" y="66802"/>
                  </a:lnTo>
                  <a:lnTo>
                    <a:pt x="130568" y="61429"/>
                  </a:lnTo>
                  <a:lnTo>
                    <a:pt x="130035" y="56984"/>
                  </a:lnTo>
                  <a:lnTo>
                    <a:pt x="131127" y="53200"/>
                  </a:lnTo>
                  <a:lnTo>
                    <a:pt x="130390" y="49580"/>
                  </a:lnTo>
                  <a:lnTo>
                    <a:pt x="127190" y="50101"/>
                  </a:lnTo>
                  <a:lnTo>
                    <a:pt x="126504" y="49428"/>
                  </a:lnTo>
                  <a:lnTo>
                    <a:pt x="127088" y="46964"/>
                  </a:lnTo>
                  <a:lnTo>
                    <a:pt x="126428" y="44310"/>
                  </a:lnTo>
                  <a:lnTo>
                    <a:pt x="127787" y="41224"/>
                  </a:lnTo>
                  <a:lnTo>
                    <a:pt x="126771" y="38950"/>
                  </a:lnTo>
                  <a:lnTo>
                    <a:pt x="123837" y="39598"/>
                  </a:lnTo>
                  <a:lnTo>
                    <a:pt x="122872" y="38963"/>
                  </a:lnTo>
                  <a:lnTo>
                    <a:pt x="123926" y="36322"/>
                  </a:lnTo>
                  <a:lnTo>
                    <a:pt x="122910" y="35306"/>
                  </a:lnTo>
                  <a:lnTo>
                    <a:pt x="120370" y="36410"/>
                  </a:lnTo>
                  <a:lnTo>
                    <a:pt x="118833" y="34378"/>
                  </a:lnTo>
                  <a:lnTo>
                    <a:pt x="120662" y="30518"/>
                  </a:lnTo>
                  <a:lnTo>
                    <a:pt x="119748" y="28371"/>
                  </a:lnTo>
                  <a:lnTo>
                    <a:pt x="116789" y="29184"/>
                  </a:lnTo>
                  <a:lnTo>
                    <a:pt x="115824" y="28219"/>
                  </a:lnTo>
                  <a:lnTo>
                    <a:pt x="116992" y="25933"/>
                  </a:lnTo>
                  <a:lnTo>
                    <a:pt x="115900" y="24714"/>
                  </a:lnTo>
                  <a:lnTo>
                    <a:pt x="113487" y="25869"/>
                  </a:lnTo>
                  <a:lnTo>
                    <a:pt x="112331" y="24714"/>
                  </a:lnTo>
                  <a:lnTo>
                    <a:pt x="113499" y="22377"/>
                  </a:lnTo>
                  <a:lnTo>
                    <a:pt x="112331" y="21209"/>
                  </a:lnTo>
                  <a:lnTo>
                    <a:pt x="109994" y="22377"/>
                  </a:lnTo>
                  <a:lnTo>
                    <a:pt x="108902" y="21285"/>
                  </a:lnTo>
                  <a:lnTo>
                    <a:pt x="109994" y="18707"/>
                  </a:lnTo>
                  <a:lnTo>
                    <a:pt x="108940" y="17945"/>
                  </a:lnTo>
                  <a:lnTo>
                    <a:pt x="106514" y="18288"/>
                  </a:lnTo>
                  <a:lnTo>
                    <a:pt x="105067" y="18288"/>
                  </a:lnTo>
                  <a:lnTo>
                    <a:pt x="103149" y="18618"/>
                  </a:lnTo>
                  <a:lnTo>
                    <a:pt x="102019" y="18122"/>
                  </a:lnTo>
                  <a:lnTo>
                    <a:pt x="102666" y="15176"/>
                  </a:lnTo>
                  <a:lnTo>
                    <a:pt x="102019" y="14211"/>
                  </a:lnTo>
                  <a:lnTo>
                    <a:pt x="99377" y="15265"/>
                  </a:lnTo>
                  <a:lnTo>
                    <a:pt x="98501" y="14389"/>
                  </a:lnTo>
                  <a:lnTo>
                    <a:pt x="99352" y="11480"/>
                  </a:lnTo>
                  <a:lnTo>
                    <a:pt x="98158" y="10934"/>
                  </a:lnTo>
                  <a:lnTo>
                    <a:pt x="96202" y="11277"/>
                  </a:lnTo>
                  <a:lnTo>
                    <a:pt x="94297" y="11277"/>
                  </a:lnTo>
                  <a:lnTo>
                    <a:pt x="92938" y="11468"/>
                  </a:lnTo>
                  <a:lnTo>
                    <a:pt x="91071" y="11112"/>
                  </a:lnTo>
                  <a:lnTo>
                    <a:pt x="89014" y="11722"/>
                  </a:lnTo>
                  <a:lnTo>
                    <a:pt x="87795" y="10896"/>
                  </a:lnTo>
                  <a:lnTo>
                    <a:pt x="88849" y="8255"/>
                  </a:lnTo>
                  <a:lnTo>
                    <a:pt x="87947" y="7353"/>
                  </a:lnTo>
                  <a:lnTo>
                    <a:pt x="85458" y="7899"/>
                  </a:lnTo>
                  <a:lnTo>
                    <a:pt x="81495" y="7035"/>
                  </a:lnTo>
                  <a:lnTo>
                    <a:pt x="77673" y="8496"/>
                  </a:lnTo>
                  <a:lnTo>
                    <a:pt x="73507" y="7594"/>
                  </a:lnTo>
                  <a:lnTo>
                    <a:pt x="71501" y="8216"/>
                  </a:lnTo>
                  <a:lnTo>
                    <a:pt x="70256" y="7391"/>
                  </a:lnTo>
                  <a:lnTo>
                    <a:pt x="71310" y="4749"/>
                  </a:lnTo>
                  <a:lnTo>
                    <a:pt x="70472" y="3898"/>
                  </a:lnTo>
                  <a:lnTo>
                    <a:pt x="67843" y="4305"/>
                  </a:lnTo>
                  <a:lnTo>
                    <a:pt x="64071" y="3987"/>
                  </a:lnTo>
                  <a:lnTo>
                    <a:pt x="63614" y="4457"/>
                  </a:lnTo>
                  <a:lnTo>
                    <a:pt x="63982" y="7747"/>
                  </a:lnTo>
                  <a:lnTo>
                    <a:pt x="63804" y="7759"/>
                  </a:lnTo>
                  <a:lnTo>
                    <a:pt x="60375" y="7988"/>
                  </a:lnTo>
                  <a:lnTo>
                    <a:pt x="56718" y="7759"/>
                  </a:lnTo>
                  <a:lnTo>
                    <a:pt x="51181" y="7759"/>
                  </a:lnTo>
                  <a:lnTo>
                    <a:pt x="48310" y="7264"/>
                  </a:lnTo>
                  <a:lnTo>
                    <a:pt x="45961" y="7835"/>
                  </a:lnTo>
                  <a:lnTo>
                    <a:pt x="46545" y="10998"/>
                  </a:lnTo>
                  <a:lnTo>
                    <a:pt x="45847" y="11709"/>
                  </a:lnTo>
                  <a:lnTo>
                    <a:pt x="43383" y="11112"/>
                  </a:lnTo>
                  <a:lnTo>
                    <a:pt x="40792" y="11760"/>
                  </a:lnTo>
                  <a:lnTo>
                    <a:pt x="37528" y="10363"/>
                  </a:lnTo>
                  <a:lnTo>
                    <a:pt x="35255" y="11518"/>
                  </a:lnTo>
                  <a:lnTo>
                    <a:pt x="36156" y="14376"/>
                  </a:lnTo>
                  <a:lnTo>
                    <a:pt x="35153" y="15367"/>
                  </a:lnTo>
                  <a:lnTo>
                    <a:pt x="32842" y="14198"/>
                  </a:lnTo>
                  <a:lnTo>
                    <a:pt x="31635" y="15354"/>
                  </a:lnTo>
                  <a:lnTo>
                    <a:pt x="32778" y="17640"/>
                  </a:lnTo>
                  <a:lnTo>
                    <a:pt x="31280" y="19469"/>
                  </a:lnTo>
                  <a:lnTo>
                    <a:pt x="26454" y="17335"/>
                  </a:lnTo>
                  <a:lnTo>
                    <a:pt x="24676" y="18707"/>
                  </a:lnTo>
                  <a:lnTo>
                    <a:pt x="25628" y="21196"/>
                  </a:lnTo>
                  <a:lnTo>
                    <a:pt x="24853" y="22364"/>
                  </a:lnTo>
                  <a:lnTo>
                    <a:pt x="22199" y="21310"/>
                  </a:lnTo>
                  <a:lnTo>
                    <a:pt x="21132" y="22377"/>
                  </a:lnTo>
                  <a:lnTo>
                    <a:pt x="22301" y="24714"/>
                  </a:lnTo>
                  <a:lnTo>
                    <a:pt x="21132" y="25895"/>
                  </a:lnTo>
                  <a:lnTo>
                    <a:pt x="18910" y="24841"/>
                  </a:lnTo>
                  <a:lnTo>
                    <a:pt x="17640" y="25679"/>
                  </a:lnTo>
                  <a:lnTo>
                    <a:pt x="18694" y="28321"/>
                  </a:lnTo>
                  <a:lnTo>
                    <a:pt x="17678" y="29337"/>
                  </a:lnTo>
                  <a:lnTo>
                    <a:pt x="15138" y="28232"/>
                  </a:lnTo>
                  <a:lnTo>
                    <a:pt x="14363" y="29260"/>
                  </a:lnTo>
                  <a:lnTo>
                    <a:pt x="14693" y="31724"/>
                  </a:lnTo>
                  <a:lnTo>
                    <a:pt x="14693" y="33159"/>
                  </a:lnTo>
                  <a:lnTo>
                    <a:pt x="15036" y="35077"/>
                  </a:lnTo>
                  <a:lnTo>
                    <a:pt x="14528" y="36207"/>
                  </a:lnTo>
                  <a:lnTo>
                    <a:pt x="11595" y="35560"/>
                  </a:lnTo>
                  <a:lnTo>
                    <a:pt x="10629" y="36195"/>
                  </a:lnTo>
                  <a:lnTo>
                    <a:pt x="11684" y="38836"/>
                  </a:lnTo>
                  <a:lnTo>
                    <a:pt x="10807" y="39712"/>
                  </a:lnTo>
                  <a:lnTo>
                    <a:pt x="7886" y="38874"/>
                  </a:lnTo>
                  <a:lnTo>
                    <a:pt x="6832" y="41236"/>
                  </a:lnTo>
                  <a:lnTo>
                    <a:pt x="8191" y="44310"/>
                  </a:lnTo>
                  <a:lnTo>
                    <a:pt x="7531" y="46964"/>
                  </a:lnTo>
                  <a:lnTo>
                    <a:pt x="8115" y="49428"/>
                  </a:lnTo>
                  <a:lnTo>
                    <a:pt x="7429" y="50101"/>
                  </a:lnTo>
                  <a:lnTo>
                    <a:pt x="4229" y="49580"/>
                  </a:lnTo>
                  <a:lnTo>
                    <a:pt x="3492" y="53200"/>
                  </a:lnTo>
                  <a:lnTo>
                    <a:pt x="4584" y="56984"/>
                  </a:lnTo>
                  <a:lnTo>
                    <a:pt x="4038" y="61531"/>
                  </a:lnTo>
                  <a:lnTo>
                    <a:pt x="4229" y="62738"/>
                  </a:lnTo>
                  <a:lnTo>
                    <a:pt x="4152" y="64401"/>
                  </a:lnTo>
                  <a:lnTo>
                    <a:pt x="4508" y="67068"/>
                  </a:lnTo>
                  <a:lnTo>
                    <a:pt x="3987" y="67576"/>
                  </a:lnTo>
                  <a:lnTo>
                    <a:pt x="673" y="67233"/>
                  </a:lnTo>
                  <a:lnTo>
                    <a:pt x="609" y="69113"/>
                  </a:lnTo>
                  <a:lnTo>
                    <a:pt x="0" y="72859"/>
                  </a:lnTo>
                  <a:lnTo>
                    <a:pt x="850" y="74853"/>
                  </a:lnTo>
                  <a:lnTo>
                    <a:pt x="3810" y="74041"/>
                  </a:lnTo>
                  <a:lnTo>
                    <a:pt x="4572" y="74803"/>
                  </a:lnTo>
                  <a:lnTo>
                    <a:pt x="4076" y="77330"/>
                  </a:lnTo>
                  <a:lnTo>
                    <a:pt x="4965" y="82435"/>
                  </a:lnTo>
                  <a:lnTo>
                    <a:pt x="3251" y="87464"/>
                  </a:lnTo>
                  <a:lnTo>
                    <a:pt x="4229" y="92227"/>
                  </a:lnTo>
                  <a:lnTo>
                    <a:pt x="7429" y="91706"/>
                  </a:lnTo>
                  <a:lnTo>
                    <a:pt x="8115" y="92379"/>
                  </a:lnTo>
                  <a:lnTo>
                    <a:pt x="7531" y="94843"/>
                  </a:lnTo>
                  <a:lnTo>
                    <a:pt x="8191" y="97459"/>
                  </a:lnTo>
                  <a:lnTo>
                    <a:pt x="6807" y="100634"/>
                  </a:lnTo>
                  <a:lnTo>
                    <a:pt x="7874" y="102882"/>
                  </a:lnTo>
                  <a:lnTo>
                    <a:pt x="10769" y="102196"/>
                  </a:lnTo>
                  <a:lnTo>
                    <a:pt x="11747" y="102844"/>
                  </a:lnTo>
                  <a:lnTo>
                    <a:pt x="10706" y="105498"/>
                  </a:lnTo>
                  <a:lnTo>
                    <a:pt x="11722" y="106514"/>
                  </a:lnTo>
                  <a:lnTo>
                    <a:pt x="14262" y="105397"/>
                  </a:lnTo>
                  <a:lnTo>
                    <a:pt x="15798" y="107442"/>
                  </a:lnTo>
                  <a:lnTo>
                    <a:pt x="13970" y="111302"/>
                  </a:lnTo>
                  <a:lnTo>
                    <a:pt x="14884" y="113449"/>
                  </a:lnTo>
                  <a:lnTo>
                    <a:pt x="17843" y="112636"/>
                  </a:lnTo>
                  <a:lnTo>
                    <a:pt x="18796" y="113588"/>
                  </a:lnTo>
                  <a:lnTo>
                    <a:pt x="17729" y="115811"/>
                  </a:lnTo>
                  <a:lnTo>
                    <a:pt x="18592" y="117081"/>
                  </a:lnTo>
                  <a:lnTo>
                    <a:pt x="21221" y="116014"/>
                  </a:lnTo>
                  <a:lnTo>
                    <a:pt x="22288" y="117081"/>
                  </a:lnTo>
                  <a:lnTo>
                    <a:pt x="21120" y="119456"/>
                  </a:lnTo>
                  <a:lnTo>
                    <a:pt x="22339" y="120611"/>
                  </a:lnTo>
                  <a:lnTo>
                    <a:pt x="24498" y="119532"/>
                  </a:lnTo>
                  <a:lnTo>
                    <a:pt x="25781" y="120383"/>
                  </a:lnTo>
                  <a:lnTo>
                    <a:pt x="24739" y="123037"/>
                  </a:lnTo>
                  <a:lnTo>
                    <a:pt x="25793" y="124091"/>
                  </a:lnTo>
                  <a:lnTo>
                    <a:pt x="28016" y="123088"/>
                  </a:lnTo>
                  <a:lnTo>
                    <a:pt x="29438" y="123964"/>
                  </a:lnTo>
                  <a:lnTo>
                    <a:pt x="31661" y="122948"/>
                  </a:lnTo>
                  <a:lnTo>
                    <a:pt x="32816" y="124104"/>
                  </a:lnTo>
                  <a:lnTo>
                    <a:pt x="31648" y="126441"/>
                  </a:lnTo>
                  <a:lnTo>
                    <a:pt x="32816" y="127609"/>
                  </a:lnTo>
                  <a:lnTo>
                    <a:pt x="35153" y="126441"/>
                  </a:lnTo>
                  <a:lnTo>
                    <a:pt x="36131" y="127406"/>
                  </a:lnTo>
                  <a:lnTo>
                    <a:pt x="35280" y="130327"/>
                  </a:lnTo>
                  <a:lnTo>
                    <a:pt x="37617" y="131394"/>
                  </a:lnTo>
                  <a:lnTo>
                    <a:pt x="40728" y="130035"/>
                  </a:lnTo>
                  <a:lnTo>
                    <a:pt x="43383" y="130683"/>
                  </a:lnTo>
                  <a:lnTo>
                    <a:pt x="45834" y="130098"/>
                  </a:lnTo>
                  <a:lnTo>
                    <a:pt x="46507" y="130784"/>
                  </a:lnTo>
                  <a:lnTo>
                    <a:pt x="45986" y="133972"/>
                  </a:lnTo>
                  <a:lnTo>
                    <a:pt x="49606" y="134721"/>
                  </a:lnTo>
                  <a:lnTo>
                    <a:pt x="53403" y="133629"/>
                  </a:lnTo>
                  <a:lnTo>
                    <a:pt x="57937" y="134175"/>
                  </a:lnTo>
                  <a:lnTo>
                    <a:pt x="59143" y="133972"/>
                  </a:lnTo>
                  <a:lnTo>
                    <a:pt x="60807" y="134061"/>
                  </a:lnTo>
                  <a:lnTo>
                    <a:pt x="63474" y="133705"/>
                  </a:lnTo>
                  <a:lnTo>
                    <a:pt x="63982" y="134213"/>
                  </a:lnTo>
                  <a:lnTo>
                    <a:pt x="63639" y="137541"/>
                  </a:lnTo>
                  <a:lnTo>
                    <a:pt x="65519" y="137604"/>
                  </a:lnTo>
                  <a:lnTo>
                    <a:pt x="69265" y="138214"/>
                  </a:lnTo>
                  <a:lnTo>
                    <a:pt x="71272" y="137363"/>
                  </a:lnTo>
                  <a:lnTo>
                    <a:pt x="70459" y="134404"/>
                  </a:lnTo>
                  <a:lnTo>
                    <a:pt x="71221" y="133642"/>
                  </a:lnTo>
                  <a:lnTo>
                    <a:pt x="73748" y="134150"/>
                  </a:lnTo>
                  <a:lnTo>
                    <a:pt x="78841" y="133235"/>
                  </a:lnTo>
                  <a:lnTo>
                    <a:pt x="83870" y="134962"/>
                  </a:lnTo>
                  <a:lnTo>
                    <a:pt x="88646" y="133985"/>
                  </a:lnTo>
                  <a:lnTo>
                    <a:pt x="88112" y="130784"/>
                  </a:lnTo>
                  <a:lnTo>
                    <a:pt x="88798" y="130098"/>
                  </a:lnTo>
                  <a:lnTo>
                    <a:pt x="91249" y="130683"/>
                  </a:lnTo>
                  <a:lnTo>
                    <a:pt x="93878" y="130035"/>
                  </a:lnTo>
                  <a:lnTo>
                    <a:pt x="97040" y="131406"/>
                  </a:lnTo>
                  <a:lnTo>
                    <a:pt x="99288" y="130340"/>
                  </a:lnTo>
                  <a:lnTo>
                    <a:pt x="98602" y="127444"/>
                  </a:lnTo>
                  <a:lnTo>
                    <a:pt x="99263" y="126466"/>
                  </a:lnTo>
                  <a:lnTo>
                    <a:pt x="101904" y="127520"/>
                  </a:lnTo>
                  <a:lnTo>
                    <a:pt x="102920" y="126504"/>
                  </a:lnTo>
                  <a:lnTo>
                    <a:pt x="101815" y="123964"/>
                  </a:lnTo>
                  <a:lnTo>
                    <a:pt x="103860" y="122428"/>
                  </a:lnTo>
                  <a:lnTo>
                    <a:pt x="107708" y="124256"/>
                  </a:lnTo>
                  <a:lnTo>
                    <a:pt x="109855" y="123329"/>
                  </a:lnTo>
                  <a:lnTo>
                    <a:pt x="109042" y="120383"/>
                  </a:lnTo>
                  <a:lnTo>
                    <a:pt x="110007" y="119430"/>
                  </a:lnTo>
                  <a:lnTo>
                    <a:pt x="112306" y="120599"/>
                  </a:lnTo>
                  <a:lnTo>
                    <a:pt x="113512" y="119456"/>
                  </a:lnTo>
                  <a:lnTo>
                    <a:pt x="112344" y="117081"/>
                  </a:lnTo>
                  <a:lnTo>
                    <a:pt x="113411" y="116014"/>
                  </a:lnTo>
                  <a:lnTo>
                    <a:pt x="116039" y="117081"/>
                  </a:lnTo>
                  <a:lnTo>
                    <a:pt x="116967" y="115709"/>
                  </a:lnTo>
                  <a:lnTo>
                    <a:pt x="115887" y="113804"/>
                  </a:lnTo>
                  <a:lnTo>
                    <a:pt x="116789" y="112433"/>
                  </a:lnTo>
                  <a:lnTo>
                    <a:pt x="119443" y="113487"/>
                  </a:lnTo>
                  <a:lnTo>
                    <a:pt x="120510" y="112433"/>
                  </a:lnTo>
                  <a:lnTo>
                    <a:pt x="119494" y="110197"/>
                  </a:lnTo>
                  <a:lnTo>
                    <a:pt x="120370" y="108788"/>
                  </a:lnTo>
                  <a:lnTo>
                    <a:pt x="119354" y="106565"/>
                  </a:lnTo>
                  <a:lnTo>
                    <a:pt x="120510" y="105397"/>
                  </a:lnTo>
                  <a:lnTo>
                    <a:pt x="122847" y="106565"/>
                  </a:lnTo>
                  <a:lnTo>
                    <a:pt x="124015" y="105397"/>
                  </a:lnTo>
                  <a:lnTo>
                    <a:pt x="122847" y="103060"/>
                  </a:lnTo>
                  <a:lnTo>
                    <a:pt x="123825" y="102082"/>
                  </a:lnTo>
                  <a:lnTo>
                    <a:pt x="126720" y="102946"/>
                  </a:lnTo>
                  <a:lnTo>
                    <a:pt x="127825" y="100634"/>
                  </a:lnTo>
                  <a:lnTo>
                    <a:pt x="126441" y="97459"/>
                  </a:lnTo>
                  <a:lnTo>
                    <a:pt x="127088" y="94843"/>
                  </a:lnTo>
                  <a:lnTo>
                    <a:pt x="126504" y="92379"/>
                  </a:lnTo>
                  <a:lnTo>
                    <a:pt x="127190" y="91706"/>
                  </a:lnTo>
                  <a:lnTo>
                    <a:pt x="130390" y="92227"/>
                  </a:lnTo>
                  <a:lnTo>
                    <a:pt x="131368" y="87464"/>
                  </a:lnTo>
                  <a:lnTo>
                    <a:pt x="129654" y="82435"/>
                  </a:lnTo>
                  <a:lnTo>
                    <a:pt x="130543" y="77330"/>
                  </a:lnTo>
                  <a:lnTo>
                    <a:pt x="130048" y="74803"/>
                  </a:lnTo>
                  <a:lnTo>
                    <a:pt x="130810" y="74041"/>
                  </a:lnTo>
                  <a:lnTo>
                    <a:pt x="133769" y="74853"/>
                  </a:lnTo>
                  <a:lnTo>
                    <a:pt x="134620" y="72859"/>
                  </a:lnTo>
                  <a:close/>
                </a:path>
                <a:path w="1604644" h="142240">
                  <a:moveTo>
                    <a:pt x="1190675" y="86664"/>
                  </a:moveTo>
                  <a:lnTo>
                    <a:pt x="1189685" y="83400"/>
                  </a:lnTo>
                  <a:lnTo>
                    <a:pt x="1190282" y="78041"/>
                  </a:lnTo>
                  <a:lnTo>
                    <a:pt x="1189901" y="74320"/>
                  </a:lnTo>
                  <a:lnTo>
                    <a:pt x="1189901" y="66459"/>
                  </a:lnTo>
                  <a:lnTo>
                    <a:pt x="1190637" y="61252"/>
                  </a:lnTo>
                  <a:lnTo>
                    <a:pt x="1189799" y="56299"/>
                  </a:lnTo>
                  <a:lnTo>
                    <a:pt x="1190294" y="53759"/>
                  </a:lnTo>
                  <a:lnTo>
                    <a:pt x="1189532" y="52997"/>
                  </a:lnTo>
                  <a:lnTo>
                    <a:pt x="1186586" y="53809"/>
                  </a:lnTo>
                  <a:lnTo>
                    <a:pt x="1185125" y="50406"/>
                  </a:lnTo>
                  <a:lnTo>
                    <a:pt x="1187653" y="45808"/>
                  </a:lnTo>
                  <a:lnTo>
                    <a:pt x="1186218" y="42430"/>
                  </a:lnTo>
                  <a:lnTo>
                    <a:pt x="1183271" y="43154"/>
                  </a:lnTo>
                  <a:lnTo>
                    <a:pt x="1181735" y="41897"/>
                  </a:lnTo>
                  <a:lnTo>
                    <a:pt x="1183767" y="37096"/>
                  </a:lnTo>
                  <a:lnTo>
                    <a:pt x="1182497" y="35255"/>
                  </a:lnTo>
                  <a:lnTo>
                    <a:pt x="1179880" y="36334"/>
                  </a:lnTo>
                  <a:lnTo>
                    <a:pt x="1178801" y="35242"/>
                  </a:lnTo>
                  <a:lnTo>
                    <a:pt x="1179969" y="32905"/>
                  </a:lnTo>
                  <a:lnTo>
                    <a:pt x="1178801" y="31737"/>
                  </a:lnTo>
                  <a:lnTo>
                    <a:pt x="1176464" y="32905"/>
                  </a:lnTo>
                  <a:lnTo>
                    <a:pt x="1175283" y="31724"/>
                  </a:lnTo>
                  <a:lnTo>
                    <a:pt x="1176375" y="29502"/>
                  </a:lnTo>
                  <a:lnTo>
                    <a:pt x="1175321" y="28041"/>
                  </a:lnTo>
                  <a:lnTo>
                    <a:pt x="1176401" y="26098"/>
                  </a:lnTo>
                  <a:lnTo>
                    <a:pt x="1175512" y="24739"/>
                  </a:lnTo>
                  <a:lnTo>
                    <a:pt x="1172857" y="25793"/>
                  </a:lnTo>
                  <a:lnTo>
                    <a:pt x="1171778" y="24714"/>
                  </a:lnTo>
                  <a:lnTo>
                    <a:pt x="1172946" y="22415"/>
                  </a:lnTo>
                  <a:lnTo>
                    <a:pt x="1171841" y="21209"/>
                  </a:lnTo>
                  <a:lnTo>
                    <a:pt x="1169441" y="22364"/>
                  </a:lnTo>
                  <a:lnTo>
                    <a:pt x="1168285" y="21209"/>
                  </a:lnTo>
                  <a:lnTo>
                    <a:pt x="1169454" y="18872"/>
                  </a:lnTo>
                  <a:lnTo>
                    <a:pt x="1168285" y="17703"/>
                  </a:lnTo>
                  <a:lnTo>
                    <a:pt x="1165948" y="18872"/>
                  </a:lnTo>
                  <a:lnTo>
                    <a:pt x="1164818" y="17741"/>
                  </a:lnTo>
                  <a:lnTo>
                    <a:pt x="1165948" y="15252"/>
                  </a:lnTo>
                  <a:lnTo>
                    <a:pt x="1164932" y="14439"/>
                  </a:lnTo>
                  <a:lnTo>
                    <a:pt x="1162418" y="14782"/>
                  </a:lnTo>
                  <a:lnTo>
                    <a:pt x="1161021" y="14782"/>
                  </a:lnTo>
                  <a:lnTo>
                    <a:pt x="1159103" y="15113"/>
                  </a:lnTo>
                  <a:lnTo>
                    <a:pt x="1157960" y="14617"/>
                  </a:lnTo>
                  <a:lnTo>
                    <a:pt x="1158621" y="11671"/>
                  </a:lnTo>
                  <a:lnTo>
                    <a:pt x="1157973" y="10706"/>
                  </a:lnTo>
                  <a:lnTo>
                    <a:pt x="1155331" y="11760"/>
                  </a:lnTo>
                  <a:lnTo>
                    <a:pt x="1154341" y="10769"/>
                  </a:lnTo>
                  <a:lnTo>
                    <a:pt x="1155407" y="8153"/>
                  </a:lnTo>
                  <a:lnTo>
                    <a:pt x="1154303" y="7391"/>
                  </a:lnTo>
                  <a:lnTo>
                    <a:pt x="1152004" y="7797"/>
                  </a:lnTo>
                  <a:lnTo>
                    <a:pt x="1150823" y="7747"/>
                  </a:lnTo>
                  <a:lnTo>
                    <a:pt x="1148156" y="8089"/>
                  </a:lnTo>
                  <a:lnTo>
                    <a:pt x="1147445" y="7378"/>
                  </a:lnTo>
                  <a:lnTo>
                    <a:pt x="1148270" y="4457"/>
                  </a:lnTo>
                  <a:lnTo>
                    <a:pt x="1145921" y="3403"/>
                  </a:lnTo>
                  <a:lnTo>
                    <a:pt x="1142847" y="4762"/>
                  </a:lnTo>
                  <a:lnTo>
                    <a:pt x="1140180" y="4102"/>
                  </a:lnTo>
                  <a:lnTo>
                    <a:pt x="1137729" y="4686"/>
                  </a:lnTo>
                  <a:lnTo>
                    <a:pt x="1137043" y="4013"/>
                  </a:lnTo>
                  <a:lnTo>
                    <a:pt x="1137577" y="800"/>
                  </a:lnTo>
                  <a:lnTo>
                    <a:pt x="1135164" y="304"/>
                  </a:lnTo>
                  <a:lnTo>
                    <a:pt x="1132446" y="749"/>
                  </a:lnTo>
                  <a:lnTo>
                    <a:pt x="1117587" y="749"/>
                  </a:lnTo>
                  <a:lnTo>
                    <a:pt x="1111338" y="0"/>
                  </a:lnTo>
                  <a:lnTo>
                    <a:pt x="1105166" y="825"/>
                  </a:lnTo>
                  <a:lnTo>
                    <a:pt x="1102588" y="381"/>
                  </a:lnTo>
                  <a:lnTo>
                    <a:pt x="1101953" y="1016"/>
                  </a:lnTo>
                  <a:lnTo>
                    <a:pt x="1102512" y="4191"/>
                  </a:lnTo>
                  <a:lnTo>
                    <a:pt x="1102220" y="4254"/>
                  </a:lnTo>
                  <a:lnTo>
                    <a:pt x="1101191" y="4495"/>
                  </a:lnTo>
                  <a:lnTo>
                    <a:pt x="1099731" y="4267"/>
                  </a:lnTo>
                  <a:lnTo>
                    <a:pt x="1097788" y="4267"/>
                  </a:lnTo>
                  <a:lnTo>
                    <a:pt x="1096048" y="3962"/>
                  </a:lnTo>
                  <a:lnTo>
                    <a:pt x="1094320" y="4597"/>
                  </a:lnTo>
                  <a:lnTo>
                    <a:pt x="1092454" y="3759"/>
                  </a:lnTo>
                  <a:lnTo>
                    <a:pt x="1091133" y="4648"/>
                  </a:lnTo>
                  <a:lnTo>
                    <a:pt x="1092174" y="7289"/>
                  </a:lnTo>
                  <a:lnTo>
                    <a:pt x="1091120" y="8356"/>
                  </a:lnTo>
                  <a:lnTo>
                    <a:pt x="1088898" y="7340"/>
                  </a:lnTo>
                  <a:lnTo>
                    <a:pt x="1087475" y="8216"/>
                  </a:lnTo>
                  <a:lnTo>
                    <a:pt x="1085253" y="7200"/>
                  </a:lnTo>
                  <a:lnTo>
                    <a:pt x="1084097" y="8369"/>
                  </a:lnTo>
                  <a:lnTo>
                    <a:pt x="1085265" y="10706"/>
                  </a:lnTo>
                  <a:lnTo>
                    <a:pt x="1084110" y="11874"/>
                  </a:lnTo>
                  <a:lnTo>
                    <a:pt x="1081760" y="10706"/>
                  </a:lnTo>
                  <a:lnTo>
                    <a:pt x="1080681" y="11785"/>
                  </a:lnTo>
                  <a:lnTo>
                    <a:pt x="1081747" y="14401"/>
                  </a:lnTo>
                  <a:lnTo>
                    <a:pt x="1079627" y="15875"/>
                  </a:lnTo>
                  <a:lnTo>
                    <a:pt x="1075931" y="14033"/>
                  </a:lnTo>
                  <a:lnTo>
                    <a:pt x="1073721" y="14986"/>
                  </a:lnTo>
                  <a:lnTo>
                    <a:pt x="1074534" y="17932"/>
                  </a:lnTo>
                  <a:lnTo>
                    <a:pt x="1073569" y="18897"/>
                  </a:lnTo>
                  <a:lnTo>
                    <a:pt x="1071333" y="17780"/>
                  </a:lnTo>
                  <a:lnTo>
                    <a:pt x="1070076" y="18757"/>
                  </a:lnTo>
                  <a:lnTo>
                    <a:pt x="1071194" y="21285"/>
                  </a:lnTo>
                  <a:lnTo>
                    <a:pt x="1070076" y="22390"/>
                  </a:lnTo>
                  <a:lnTo>
                    <a:pt x="1067727" y="21221"/>
                  </a:lnTo>
                  <a:lnTo>
                    <a:pt x="1066558" y="22390"/>
                  </a:lnTo>
                  <a:lnTo>
                    <a:pt x="1067727" y="24739"/>
                  </a:lnTo>
                  <a:lnTo>
                    <a:pt x="1066609" y="25857"/>
                  </a:lnTo>
                  <a:lnTo>
                    <a:pt x="1064120" y="24726"/>
                  </a:lnTo>
                  <a:lnTo>
                    <a:pt x="1063282" y="25768"/>
                  </a:lnTo>
                  <a:lnTo>
                    <a:pt x="1063663" y="28219"/>
                  </a:lnTo>
                  <a:lnTo>
                    <a:pt x="1063612" y="29337"/>
                  </a:lnTo>
                  <a:lnTo>
                    <a:pt x="1063980" y="32004"/>
                  </a:lnTo>
                  <a:lnTo>
                    <a:pt x="1063155" y="32816"/>
                  </a:lnTo>
                  <a:lnTo>
                    <a:pt x="1060488" y="31775"/>
                  </a:lnTo>
                  <a:lnTo>
                    <a:pt x="1059599" y="33159"/>
                  </a:lnTo>
                  <a:lnTo>
                    <a:pt x="1060678" y="35026"/>
                  </a:lnTo>
                  <a:lnTo>
                    <a:pt x="1059764" y="36410"/>
                  </a:lnTo>
                  <a:lnTo>
                    <a:pt x="1057109" y="35356"/>
                  </a:lnTo>
                  <a:lnTo>
                    <a:pt x="1056081" y="36372"/>
                  </a:lnTo>
                  <a:lnTo>
                    <a:pt x="1056982" y="38633"/>
                  </a:lnTo>
                  <a:lnTo>
                    <a:pt x="1056182" y="40220"/>
                  </a:lnTo>
                  <a:lnTo>
                    <a:pt x="1057160" y="42037"/>
                  </a:lnTo>
                  <a:lnTo>
                    <a:pt x="1056246" y="43421"/>
                  </a:lnTo>
                  <a:lnTo>
                    <a:pt x="1053604" y="42367"/>
                  </a:lnTo>
                  <a:lnTo>
                    <a:pt x="1052614" y="43345"/>
                  </a:lnTo>
                  <a:lnTo>
                    <a:pt x="1053388" y="45669"/>
                  </a:lnTo>
                  <a:lnTo>
                    <a:pt x="1052766" y="47205"/>
                  </a:lnTo>
                  <a:lnTo>
                    <a:pt x="1053172" y="48920"/>
                  </a:lnTo>
                  <a:lnTo>
                    <a:pt x="1053096" y="50368"/>
                  </a:lnTo>
                  <a:lnTo>
                    <a:pt x="1053439" y="53035"/>
                  </a:lnTo>
                  <a:lnTo>
                    <a:pt x="1052868" y="53606"/>
                  </a:lnTo>
                  <a:lnTo>
                    <a:pt x="1049655" y="53098"/>
                  </a:lnTo>
                  <a:lnTo>
                    <a:pt x="1049210" y="55524"/>
                  </a:lnTo>
                  <a:lnTo>
                    <a:pt x="1049604" y="58191"/>
                  </a:lnTo>
                  <a:lnTo>
                    <a:pt x="1049604" y="77724"/>
                  </a:lnTo>
                  <a:lnTo>
                    <a:pt x="1049058" y="81686"/>
                  </a:lnTo>
                  <a:lnTo>
                    <a:pt x="1049705" y="85521"/>
                  </a:lnTo>
                  <a:lnTo>
                    <a:pt x="1049223" y="88061"/>
                  </a:lnTo>
                  <a:lnTo>
                    <a:pt x="1049985" y="88811"/>
                  </a:lnTo>
                  <a:lnTo>
                    <a:pt x="1052931" y="88011"/>
                  </a:lnTo>
                  <a:lnTo>
                    <a:pt x="1053973" y="90436"/>
                  </a:lnTo>
                  <a:lnTo>
                    <a:pt x="1052372" y="93433"/>
                  </a:lnTo>
                  <a:lnTo>
                    <a:pt x="1053363" y="96139"/>
                  </a:lnTo>
                  <a:lnTo>
                    <a:pt x="1052626" y="98488"/>
                  </a:lnTo>
                  <a:lnTo>
                    <a:pt x="1053477" y="99352"/>
                  </a:lnTo>
                  <a:lnTo>
                    <a:pt x="1056436" y="98539"/>
                  </a:lnTo>
                  <a:lnTo>
                    <a:pt x="1057440" y="100888"/>
                  </a:lnTo>
                  <a:lnTo>
                    <a:pt x="1055624" y="104190"/>
                  </a:lnTo>
                  <a:lnTo>
                    <a:pt x="1056906" y="106502"/>
                  </a:lnTo>
                  <a:lnTo>
                    <a:pt x="1059700" y="105549"/>
                  </a:lnTo>
                  <a:lnTo>
                    <a:pt x="1060716" y="106578"/>
                  </a:lnTo>
                  <a:lnTo>
                    <a:pt x="1059548" y="108915"/>
                  </a:lnTo>
                  <a:lnTo>
                    <a:pt x="1060716" y="110083"/>
                  </a:lnTo>
                  <a:lnTo>
                    <a:pt x="1063053" y="108915"/>
                  </a:lnTo>
                  <a:lnTo>
                    <a:pt x="1064234" y="110096"/>
                  </a:lnTo>
                  <a:lnTo>
                    <a:pt x="1063129" y="112331"/>
                  </a:lnTo>
                  <a:lnTo>
                    <a:pt x="1064145" y="113690"/>
                  </a:lnTo>
                  <a:lnTo>
                    <a:pt x="1063053" y="115925"/>
                  </a:lnTo>
                  <a:lnTo>
                    <a:pt x="1064196" y="117068"/>
                  </a:lnTo>
                  <a:lnTo>
                    <a:pt x="1066647" y="115925"/>
                  </a:lnTo>
                  <a:lnTo>
                    <a:pt x="1067727" y="117208"/>
                  </a:lnTo>
                  <a:lnTo>
                    <a:pt x="1066647" y="119265"/>
                  </a:lnTo>
                  <a:lnTo>
                    <a:pt x="1067523" y="120586"/>
                  </a:lnTo>
                  <a:lnTo>
                    <a:pt x="1070165" y="119532"/>
                  </a:lnTo>
                  <a:lnTo>
                    <a:pt x="1071232" y="120599"/>
                  </a:lnTo>
                  <a:lnTo>
                    <a:pt x="1070063" y="122974"/>
                  </a:lnTo>
                  <a:lnTo>
                    <a:pt x="1071270" y="124104"/>
                  </a:lnTo>
                  <a:lnTo>
                    <a:pt x="1073569" y="122936"/>
                  </a:lnTo>
                  <a:lnTo>
                    <a:pt x="1074534" y="123901"/>
                  </a:lnTo>
                  <a:lnTo>
                    <a:pt x="1073721" y="126847"/>
                  </a:lnTo>
                  <a:lnTo>
                    <a:pt x="1075956" y="127800"/>
                  </a:lnTo>
                  <a:lnTo>
                    <a:pt x="1079576" y="125971"/>
                  </a:lnTo>
                  <a:lnTo>
                    <a:pt x="1081747" y="127406"/>
                  </a:lnTo>
                  <a:lnTo>
                    <a:pt x="1080693" y="130048"/>
                  </a:lnTo>
                  <a:lnTo>
                    <a:pt x="1081760" y="131127"/>
                  </a:lnTo>
                  <a:lnTo>
                    <a:pt x="1084097" y="129959"/>
                  </a:lnTo>
                  <a:lnTo>
                    <a:pt x="1085265" y="131114"/>
                  </a:lnTo>
                  <a:lnTo>
                    <a:pt x="1084097" y="133451"/>
                  </a:lnTo>
                  <a:lnTo>
                    <a:pt x="1085227" y="134581"/>
                  </a:lnTo>
                  <a:lnTo>
                    <a:pt x="1087475" y="133692"/>
                  </a:lnTo>
                  <a:lnTo>
                    <a:pt x="1088898" y="134404"/>
                  </a:lnTo>
                  <a:lnTo>
                    <a:pt x="1091145" y="133502"/>
                  </a:lnTo>
                  <a:lnTo>
                    <a:pt x="1092060" y="134404"/>
                  </a:lnTo>
                  <a:lnTo>
                    <a:pt x="1091247" y="137363"/>
                  </a:lnTo>
                  <a:lnTo>
                    <a:pt x="1093673" y="138391"/>
                  </a:lnTo>
                  <a:lnTo>
                    <a:pt x="1096670" y="136804"/>
                  </a:lnTo>
                  <a:lnTo>
                    <a:pt x="1099375" y="137795"/>
                  </a:lnTo>
                  <a:lnTo>
                    <a:pt x="1101737" y="137071"/>
                  </a:lnTo>
                  <a:lnTo>
                    <a:pt x="1102575" y="137909"/>
                  </a:lnTo>
                  <a:lnTo>
                    <a:pt x="1101775" y="140868"/>
                  </a:lnTo>
                  <a:lnTo>
                    <a:pt x="1104036" y="141846"/>
                  </a:lnTo>
                  <a:lnTo>
                    <a:pt x="1107249" y="140792"/>
                  </a:lnTo>
                  <a:lnTo>
                    <a:pt x="1112583" y="141503"/>
                  </a:lnTo>
                  <a:lnTo>
                    <a:pt x="1116380" y="141058"/>
                  </a:lnTo>
                  <a:lnTo>
                    <a:pt x="1124242" y="141058"/>
                  </a:lnTo>
                  <a:lnTo>
                    <a:pt x="1129372" y="141732"/>
                  </a:lnTo>
                  <a:lnTo>
                    <a:pt x="1134364" y="140970"/>
                  </a:lnTo>
                  <a:lnTo>
                    <a:pt x="1136916" y="141439"/>
                  </a:lnTo>
                  <a:lnTo>
                    <a:pt x="1137666" y="140690"/>
                  </a:lnTo>
                  <a:lnTo>
                    <a:pt x="1136853" y="137731"/>
                  </a:lnTo>
                  <a:lnTo>
                    <a:pt x="1139278" y="136690"/>
                  </a:lnTo>
                  <a:lnTo>
                    <a:pt x="1142276" y="138290"/>
                  </a:lnTo>
                  <a:lnTo>
                    <a:pt x="1144981" y="137299"/>
                  </a:lnTo>
                  <a:lnTo>
                    <a:pt x="1147343" y="138036"/>
                  </a:lnTo>
                  <a:lnTo>
                    <a:pt x="1148194" y="137185"/>
                  </a:lnTo>
                  <a:lnTo>
                    <a:pt x="1147381" y="134226"/>
                  </a:lnTo>
                  <a:lnTo>
                    <a:pt x="1149731" y="133235"/>
                  </a:lnTo>
                  <a:lnTo>
                    <a:pt x="1153033" y="135039"/>
                  </a:lnTo>
                  <a:lnTo>
                    <a:pt x="1155344" y="133769"/>
                  </a:lnTo>
                  <a:lnTo>
                    <a:pt x="1154404" y="130975"/>
                  </a:lnTo>
                  <a:lnTo>
                    <a:pt x="1155420" y="129959"/>
                  </a:lnTo>
                  <a:lnTo>
                    <a:pt x="1157757" y="131127"/>
                  </a:lnTo>
                  <a:lnTo>
                    <a:pt x="1158925" y="129959"/>
                  </a:lnTo>
                  <a:lnTo>
                    <a:pt x="1157757" y="127622"/>
                  </a:lnTo>
                  <a:lnTo>
                    <a:pt x="1158951" y="126441"/>
                  </a:lnTo>
                  <a:lnTo>
                    <a:pt x="1161173" y="127546"/>
                  </a:lnTo>
                  <a:lnTo>
                    <a:pt x="1162545" y="126517"/>
                  </a:lnTo>
                  <a:lnTo>
                    <a:pt x="1164767" y="127635"/>
                  </a:lnTo>
                  <a:lnTo>
                    <a:pt x="1165923" y="126479"/>
                  </a:lnTo>
                  <a:lnTo>
                    <a:pt x="1164767" y="124028"/>
                  </a:lnTo>
                  <a:lnTo>
                    <a:pt x="1166050" y="122948"/>
                  </a:lnTo>
                  <a:lnTo>
                    <a:pt x="1168107" y="124040"/>
                  </a:lnTo>
                  <a:lnTo>
                    <a:pt x="1169428" y="123164"/>
                  </a:lnTo>
                  <a:lnTo>
                    <a:pt x="1168387" y="120510"/>
                  </a:lnTo>
                  <a:lnTo>
                    <a:pt x="1169441" y="119456"/>
                  </a:lnTo>
                  <a:lnTo>
                    <a:pt x="1171829" y="120611"/>
                  </a:lnTo>
                  <a:lnTo>
                    <a:pt x="1172946" y="119405"/>
                  </a:lnTo>
                  <a:lnTo>
                    <a:pt x="1171778" y="117106"/>
                  </a:lnTo>
                  <a:lnTo>
                    <a:pt x="1172730" y="116154"/>
                  </a:lnTo>
                  <a:lnTo>
                    <a:pt x="1175689" y="116967"/>
                  </a:lnTo>
                  <a:lnTo>
                    <a:pt x="1176642" y="114719"/>
                  </a:lnTo>
                  <a:lnTo>
                    <a:pt x="1174813" y="111112"/>
                  </a:lnTo>
                  <a:lnTo>
                    <a:pt x="1176248" y="108940"/>
                  </a:lnTo>
                  <a:lnTo>
                    <a:pt x="1178890" y="109994"/>
                  </a:lnTo>
                  <a:lnTo>
                    <a:pt x="1179969" y="108915"/>
                  </a:lnTo>
                  <a:lnTo>
                    <a:pt x="1178801" y="106578"/>
                  </a:lnTo>
                  <a:lnTo>
                    <a:pt x="1179969" y="105410"/>
                  </a:lnTo>
                  <a:lnTo>
                    <a:pt x="1182306" y="106578"/>
                  </a:lnTo>
                  <a:lnTo>
                    <a:pt x="1183424" y="105448"/>
                  </a:lnTo>
                  <a:lnTo>
                    <a:pt x="1182535" y="103187"/>
                  </a:lnTo>
                  <a:lnTo>
                    <a:pt x="1183233" y="101777"/>
                  </a:lnTo>
                  <a:lnTo>
                    <a:pt x="1182344" y="99517"/>
                  </a:lnTo>
                  <a:lnTo>
                    <a:pt x="1183259" y="98615"/>
                  </a:lnTo>
                  <a:lnTo>
                    <a:pt x="1186205" y="99415"/>
                  </a:lnTo>
                  <a:lnTo>
                    <a:pt x="1187246" y="96989"/>
                  </a:lnTo>
                  <a:lnTo>
                    <a:pt x="1185646" y="93992"/>
                  </a:lnTo>
                  <a:lnTo>
                    <a:pt x="1186637" y="91287"/>
                  </a:lnTo>
                  <a:lnTo>
                    <a:pt x="1185913" y="88938"/>
                  </a:lnTo>
                  <a:lnTo>
                    <a:pt x="1186764" y="88087"/>
                  </a:lnTo>
                  <a:lnTo>
                    <a:pt x="1189710" y="88887"/>
                  </a:lnTo>
                  <a:lnTo>
                    <a:pt x="1190675" y="86664"/>
                  </a:lnTo>
                  <a:close/>
                </a:path>
                <a:path w="1604644" h="142240">
                  <a:moveTo>
                    <a:pt x="1397546" y="56502"/>
                  </a:moveTo>
                  <a:lnTo>
                    <a:pt x="1396847" y="53086"/>
                  </a:lnTo>
                  <a:lnTo>
                    <a:pt x="1393634" y="53606"/>
                  </a:lnTo>
                  <a:lnTo>
                    <a:pt x="1392961" y="52933"/>
                  </a:lnTo>
                  <a:lnTo>
                    <a:pt x="1393545" y="50469"/>
                  </a:lnTo>
                  <a:lnTo>
                    <a:pt x="1392885" y="47815"/>
                  </a:lnTo>
                  <a:lnTo>
                    <a:pt x="1394244" y="44729"/>
                  </a:lnTo>
                  <a:lnTo>
                    <a:pt x="1393190" y="42379"/>
                  </a:lnTo>
                  <a:lnTo>
                    <a:pt x="1390269" y="43218"/>
                  </a:lnTo>
                  <a:lnTo>
                    <a:pt x="1389303" y="42265"/>
                  </a:lnTo>
                  <a:lnTo>
                    <a:pt x="1390332" y="40043"/>
                  </a:lnTo>
                  <a:lnTo>
                    <a:pt x="1389354" y="38506"/>
                  </a:lnTo>
                  <a:lnTo>
                    <a:pt x="1390421" y="36639"/>
                  </a:lnTo>
                  <a:lnTo>
                    <a:pt x="1389507" y="35267"/>
                  </a:lnTo>
                  <a:lnTo>
                    <a:pt x="1386865" y="36322"/>
                  </a:lnTo>
                  <a:lnTo>
                    <a:pt x="1385785" y="35255"/>
                  </a:lnTo>
                  <a:lnTo>
                    <a:pt x="1386827" y="33032"/>
                  </a:lnTo>
                  <a:lnTo>
                    <a:pt x="1386027" y="31775"/>
                  </a:lnTo>
                  <a:lnTo>
                    <a:pt x="1383347" y="32804"/>
                  </a:lnTo>
                  <a:lnTo>
                    <a:pt x="1382293" y="31737"/>
                  </a:lnTo>
                  <a:lnTo>
                    <a:pt x="1383322" y="29527"/>
                  </a:lnTo>
                  <a:lnTo>
                    <a:pt x="1382344" y="27990"/>
                  </a:lnTo>
                  <a:lnTo>
                    <a:pt x="1383411" y="26111"/>
                  </a:lnTo>
                  <a:lnTo>
                    <a:pt x="1382496" y="24739"/>
                  </a:lnTo>
                  <a:lnTo>
                    <a:pt x="1379855" y="25793"/>
                  </a:lnTo>
                  <a:lnTo>
                    <a:pt x="1378775" y="24714"/>
                  </a:lnTo>
                  <a:lnTo>
                    <a:pt x="1379943" y="22377"/>
                  </a:lnTo>
                  <a:lnTo>
                    <a:pt x="1378775" y="21209"/>
                  </a:lnTo>
                  <a:lnTo>
                    <a:pt x="1376553" y="22263"/>
                  </a:lnTo>
                  <a:lnTo>
                    <a:pt x="1375283" y="21424"/>
                  </a:lnTo>
                  <a:lnTo>
                    <a:pt x="1376337" y="18783"/>
                  </a:lnTo>
                  <a:lnTo>
                    <a:pt x="1375270" y="17716"/>
                  </a:lnTo>
                  <a:lnTo>
                    <a:pt x="1373047" y="18732"/>
                  </a:lnTo>
                  <a:lnTo>
                    <a:pt x="1371638" y="17843"/>
                  </a:lnTo>
                  <a:lnTo>
                    <a:pt x="1369415" y="18859"/>
                  </a:lnTo>
                  <a:lnTo>
                    <a:pt x="1368247" y="17703"/>
                  </a:lnTo>
                  <a:lnTo>
                    <a:pt x="1369415" y="15367"/>
                  </a:lnTo>
                  <a:lnTo>
                    <a:pt x="1368247" y="14198"/>
                  </a:lnTo>
                  <a:lnTo>
                    <a:pt x="1365910" y="15367"/>
                  </a:lnTo>
                  <a:lnTo>
                    <a:pt x="1364894" y="14351"/>
                  </a:lnTo>
                  <a:lnTo>
                    <a:pt x="1365834" y="11544"/>
                  </a:lnTo>
                  <a:lnTo>
                    <a:pt x="1364627" y="10896"/>
                  </a:lnTo>
                  <a:lnTo>
                    <a:pt x="1362608" y="11315"/>
                  </a:lnTo>
                  <a:lnTo>
                    <a:pt x="1361300" y="11252"/>
                  </a:lnTo>
                  <a:lnTo>
                    <a:pt x="1358633" y="11595"/>
                  </a:lnTo>
                  <a:lnTo>
                    <a:pt x="1357998" y="10960"/>
                  </a:lnTo>
                  <a:lnTo>
                    <a:pt x="1358684" y="7886"/>
                  </a:lnTo>
                  <a:lnTo>
                    <a:pt x="1356207" y="7061"/>
                  </a:lnTo>
                  <a:lnTo>
                    <a:pt x="1353451" y="8305"/>
                  </a:lnTo>
                  <a:lnTo>
                    <a:pt x="1350670" y="7607"/>
                  </a:lnTo>
                  <a:lnTo>
                    <a:pt x="1348219" y="8191"/>
                  </a:lnTo>
                  <a:lnTo>
                    <a:pt x="1347533" y="7518"/>
                  </a:lnTo>
                  <a:lnTo>
                    <a:pt x="1348066" y="4318"/>
                  </a:lnTo>
                  <a:lnTo>
                    <a:pt x="1345666" y="3822"/>
                  </a:lnTo>
                  <a:lnTo>
                    <a:pt x="1342936" y="4254"/>
                  </a:lnTo>
                  <a:lnTo>
                    <a:pt x="1323403" y="4254"/>
                  </a:lnTo>
                  <a:lnTo>
                    <a:pt x="1319504" y="3746"/>
                  </a:lnTo>
                  <a:lnTo>
                    <a:pt x="1315643" y="4343"/>
                  </a:lnTo>
                  <a:lnTo>
                    <a:pt x="1313078" y="3873"/>
                  </a:lnTo>
                  <a:lnTo>
                    <a:pt x="1312443" y="4521"/>
                  </a:lnTo>
                  <a:lnTo>
                    <a:pt x="1313002" y="7696"/>
                  </a:lnTo>
                  <a:lnTo>
                    <a:pt x="1312710" y="7759"/>
                  </a:lnTo>
                  <a:lnTo>
                    <a:pt x="1311681" y="7988"/>
                  </a:lnTo>
                  <a:lnTo>
                    <a:pt x="1310220" y="7759"/>
                  </a:lnTo>
                  <a:lnTo>
                    <a:pt x="1308265" y="7759"/>
                  </a:lnTo>
                  <a:lnTo>
                    <a:pt x="1306563" y="7454"/>
                  </a:lnTo>
                  <a:lnTo>
                    <a:pt x="1304810" y="8064"/>
                  </a:lnTo>
                  <a:lnTo>
                    <a:pt x="1302943" y="7264"/>
                  </a:lnTo>
                  <a:lnTo>
                    <a:pt x="1301623" y="8140"/>
                  </a:lnTo>
                  <a:lnTo>
                    <a:pt x="1302664" y="10782"/>
                  </a:lnTo>
                  <a:lnTo>
                    <a:pt x="1301623" y="11836"/>
                  </a:lnTo>
                  <a:lnTo>
                    <a:pt x="1299375" y="10871"/>
                  </a:lnTo>
                  <a:lnTo>
                    <a:pt x="1297813" y="11747"/>
                  </a:lnTo>
                  <a:lnTo>
                    <a:pt x="1295984" y="10731"/>
                  </a:lnTo>
                  <a:lnTo>
                    <a:pt x="1294599" y="11645"/>
                  </a:lnTo>
                  <a:lnTo>
                    <a:pt x="1295654" y="14287"/>
                  </a:lnTo>
                  <a:lnTo>
                    <a:pt x="1294574" y="15367"/>
                  </a:lnTo>
                  <a:lnTo>
                    <a:pt x="1292352" y="14325"/>
                  </a:lnTo>
                  <a:lnTo>
                    <a:pt x="1291120" y="15125"/>
                  </a:lnTo>
                  <a:lnTo>
                    <a:pt x="1292085" y="17767"/>
                  </a:lnTo>
                  <a:lnTo>
                    <a:pt x="1290713" y="19431"/>
                  </a:lnTo>
                  <a:lnTo>
                    <a:pt x="1285900" y="17399"/>
                  </a:lnTo>
                  <a:lnTo>
                    <a:pt x="1284071" y="18694"/>
                  </a:lnTo>
                  <a:lnTo>
                    <a:pt x="1285138" y="21297"/>
                  </a:lnTo>
                  <a:lnTo>
                    <a:pt x="1284058" y="22377"/>
                  </a:lnTo>
                  <a:lnTo>
                    <a:pt x="1281709" y="21209"/>
                  </a:lnTo>
                  <a:lnTo>
                    <a:pt x="1280541" y="22377"/>
                  </a:lnTo>
                  <a:lnTo>
                    <a:pt x="1281709" y="24714"/>
                  </a:lnTo>
                  <a:lnTo>
                    <a:pt x="1280579" y="25857"/>
                  </a:lnTo>
                  <a:lnTo>
                    <a:pt x="1278128" y="24714"/>
                  </a:lnTo>
                  <a:lnTo>
                    <a:pt x="1276527" y="26593"/>
                  </a:lnTo>
                  <a:lnTo>
                    <a:pt x="1278305" y="30721"/>
                  </a:lnTo>
                  <a:lnTo>
                    <a:pt x="1277429" y="32766"/>
                  </a:lnTo>
                  <a:lnTo>
                    <a:pt x="1274483" y="31953"/>
                  </a:lnTo>
                  <a:lnTo>
                    <a:pt x="1273530" y="32893"/>
                  </a:lnTo>
                  <a:lnTo>
                    <a:pt x="1274546" y="35115"/>
                  </a:lnTo>
                  <a:lnTo>
                    <a:pt x="1273771" y="36372"/>
                  </a:lnTo>
                  <a:lnTo>
                    <a:pt x="1271079" y="35356"/>
                  </a:lnTo>
                  <a:lnTo>
                    <a:pt x="1270025" y="36410"/>
                  </a:lnTo>
                  <a:lnTo>
                    <a:pt x="1271079" y="38633"/>
                  </a:lnTo>
                  <a:lnTo>
                    <a:pt x="1270139" y="40030"/>
                  </a:lnTo>
                  <a:lnTo>
                    <a:pt x="1271193" y="42252"/>
                  </a:lnTo>
                  <a:lnTo>
                    <a:pt x="1270254" y="43192"/>
                  </a:lnTo>
                  <a:lnTo>
                    <a:pt x="1267269" y="42418"/>
                  </a:lnTo>
                  <a:lnTo>
                    <a:pt x="1266304" y="44831"/>
                  </a:lnTo>
                  <a:lnTo>
                    <a:pt x="1267625" y="47752"/>
                  </a:lnTo>
                  <a:lnTo>
                    <a:pt x="1266939" y="50469"/>
                  </a:lnTo>
                  <a:lnTo>
                    <a:pt x="1267523" y="52933"/>
                  </a:lnTo>
                  <a:lnTo>
                    <a:pt x="1266863" y="53606"/>
                  </a:lnTo>
                  <a:lnTo>
                    <a:pt x="1263650" y="53086"/>
                  </a:lnTo>
                  <a:lnTo>
                    <a:pt x="1263192" y="55511"/>
                  </a:lnTo>
                  <a:lnTo>
                    <a:pt x="1263599" y="58178"/>
                  </a:lnTo>
                  <a:lnTo>
                    <a:pt x="1263599" y="81140"/>
                  </a:lnTo>
                  <a:lnTo>
                    <a:pt x="1262951" y="85305"/>
                  </a:lnTo>
                  <a:lnTo>
                    <a:pt x="1263650" y="88722"/>
                  </a:lnTo>
                  <a:lnTo>
                    <a:pt x="1266850" y="88188"/>
                  </a:lnTo>
                  <a:lnTo>
                    <a:pt x="1267523" y="88874"/>
                  </a:lnTo>
                  <a:lnTo>
                    <a:pt x="1266939" y="91325"/>
                  </a:lnTo>
                  <a:lnTo>
                    <a:pt x="1267612" y="93992"/>
                  </a:lnTo>
                  <a:lnTo>
                    <a:pt x="1266240" y="97078"/>
                  </a:lnTo>
                  <a:lnTo>
                    <a:pt x="1267282" y="99390"/>
                  </a:lnTo>
                  <a:lnTo>
                    <a:pt x="1270203" y="98640"/>
                  </a:lnTo>
                  <a:lnTo>
                    <a:pt x="1271739" y="99898"/>
                  </a:lnTo>
                  <a:lnTo>
                    <a:pt x="1269746" y="104724"/>
                  </a:lnTo>
                  <a:lnTo>
                    <a:pt x="1270952" y="106489"/>
                  </a:lnTo>
                  <a:lnTo>
                    <a:pt x="1273568" y="105625"/>
                  </a:lnTo>
                  <a:lnTo>
                    <a:pt x="1274673" y="106362"/>
                  </a:lnTo>
                  <a:lnTo>
                    <a:pt x="1273619" y="109004"/>
                  </a:lnTo>
                  <a:lnTo>
                    <a:pt x="1274635" y="110020"/>
                  </a:lnTo>
                  <a:lnTo>
                    <a:pt x="1277188" y="108902"/>
                  </a:lnTo>
                  <a:lnTo>
                    <a:pt x="1278712" y="110959"/>
                  </a:lnTo>
                  <a:lnTo>
                    <a:pt x="1276896" y="114808"/>
                  </a:lnTo>
                  <a:lnTo>
                    <a:pt x="1277810" y="116954"/>
                  </a:lnTo>
                  <a:lnTo>
                    <a:pt x="1280769" y="116141"/>
                  </a:lnTo>
                  <a:lnTo>
                    <a:pt x="1281709" y="117094"/>
                  </a:lnTo>
                  <a:lnTo>
                    <a:pt x="1280541" y="119430"/>
                  </a:lnTo>
                  <a:lnTo>
                    <a:pt x="1281709" y="120599"/>
                  </a:lnTo>
                  <a:lnTo>
                    <a:pt x="1283931" y="119545"/>
                  </a:lnTo>
                  <a:lnTo>
                    <a:pt x="1285201" y="120383"/>
                  </a:lnTo>
                  <a:lnTo>
                    <a:pt x="1284147" y="123037"/>
                  </a:lnTo>
                  <a:lnTo>
                    <a:pt x="1285214" y="124091"/>
                  </a:lnTo>
                  <a:lnTo>
                    <a:pt x="1287437" y="123088"/>
                  </a:lnTo>
                  <a:lnTo>
                    <a:pt x="1288859" y="123964"/>
                  </a:lnTo>
                  <a:lnTo>
                    <a:pt x="1291082" y="122948"/>
                  </a:lnTo>
                  <a:lnTo>
                    <a:pt x="1292237" y="124104"/>
                  </a:lnTo>
                  <a:lnTo>
                    <a:pt x="1291069" y="126441"/>
                  </a:lnTo>
                  <a:lnTo>
                    <a:pt x="1292237" y="127609"/>
                  </a:lnTo>
                  <a:lnTo>
                    <a:pt x="1294574" y="126441"/>
                  </a:lnTo>
                  <a:lnTo>
                    <a:pt x="1295666" y="127520"/>
                  </a:lnTo>
                  <a:lnTo>
                    <a:pt x="1294587" y="130149"/>
                  </a:lnTo>
                  <a:lnTo>
                    <a:pt x="1295717" y="130911"/>
                  </a:lnTo>
                  <a:lnTo>
                    <a:pt x="1297990" y="130492"/>
                  </a:lnTo>
                  <a:lnTo>
                    <a:pt x="1299184" y="130556"/>
                  </a:lnTo>
                  <a:lnTo>
                    <a:pt x="1301851" y="130200"/>
                  </a:lnTo>
                  <a:lnTo>
                    <a:pt x="1302562" y="130911"/>
                  </a:lnTo>
                  <a:lnTo>
                    <a:pt x="1301724" y="133832"/>
                  </a:lnTo>
                  <a:lnTo>
                    <a:pt x="1304074" y="134899"/>
                  </a:lnTo>
                  <a:lnTo>
                    <a:pt x="1307160" y="133527"/>
                  </a:lnTo>
                  <a:lnTo>
                    <a:pt x="1309814" y="134188"/>
                  </a:lnTo>
                  <a:lnTo>
                    <a:pt x="1312278" y="133604"/>
                  </a:lnTo>
                  <a:lnTo>
                    <a:pt x="1312951" y="134277"/>
                  </a:lnTo>
                  <a:lnTo>
                    <a:pt x="1312443" y="137490"/>
                  </a:lnTo>
                  <a:lnTo>
                    <a:pt x="1314856" y="137947"/>
                  </a:lnTo>
                  <a:lnTo>
                    <a:pt x="1317523" y="137541"/>
                  </a:lnTo>
                  <a:lnTo>
                    <a:pt x="1340472" y="137541"/>
                  </a:lnTo>
                  <a:lnTo>
                    <a:pt x="1344650" y="138188"/>
                  </a:lnTo>
                  <a:lnTo>
                    <a:pt x="1348066" y="137490"/>
                  </a:lnTo>
                  <a:lnTo>
                    <a:pt x="1347533" y="134289"/>
                  </a:lnTo>
                  <a:lnTo>
                    <a:pt x="1348219" y="133604"/>
                  </a:lnTo>
                  <a:lnTo>
                    <a:pt x="1350670" y="134188"/>
                  </a:lnTo>
                  <a:lnTo>
                    <a:pt x="1353324" y="133527"/>
                  </a:lnTo>
                  <a:lnTo>
                    <a:pt x="1356410" y="134899"/>
                  </a:lnTo>
                  <a:lnTo>
                    <a:pt x="1358734" y="133858"/>
                  </a:lnTo>
                  <a:lnTo>
                    <a:pt x="1357985" y="130924"/>
                  </a:lnTo>
                  <a:lnTo>
                    <a:pt x="1359242" y="129387"/>
                  </a:lnTo>
                  <a:lnTo>
                    <a:pt x="1364056" y="131394"/>
                  </a:lnTo>
                  <a:lnTo>
                    <a:pt x="1365834" y="130187"/>
                  </a:lnTo>
                  <a:lnTo>
                    <a:pt x="1364970" y="127571"/>
                  </a:lnTo>
                  <a:lnTo>
                    <a:pt x="1365694" y="126466"/>
                  </a:lnTo>
                  <a:lnTo>
                    <a:pt x="1368348" y="127520"/>
                  </a:lnTo>
                  <a:lnTo>
                    <a:pt x="1369364" y="126504"/>
                  </a:lnTo>
                  <a:lnTo>
                    <a:pt x="1368247" y="123964"/>
                  </a:lnTo>
                  <a:lnTo>
                    <a:pt x="1370291" y="122428"/>
                  </a:lnTo>
                  <a:lnTo>
                    <a:pt x="1374140" y="124256"/>
                  </a:lnTo>
                  <a:lnTo>
                    <a:pt x="1376286" y="123329"/>
                  </a:lnTo>
                  <a:lnTo>
                    <a:pt x="1375486" y="120383"/>
                  </a:lnTo>
                  <a:lnTo>
                    <a:pt x="1376438" y="119430"/>
                  </a:lnTo>
                  <a:lnTo>
                    <a:pt x="1378775" y="120599"/>
                  </a:lnTo>
                  <a:lnTo>
                    <a:pt x="1379943" y="119430"/>
                  </a:lnTo>
                  <a:lnTo>
                    <a:pt x="1378889" y="117208"/>
                  </a:lnTo>
                  <a:lnTo>
                    <a:pt x="1379728" y="115951"/>
                  </a:lnTo>
                  <a:lnTo>
                    <a:pt x="1382382" y="116992"/>
                  </a:lnTo>
                  <a:lnTo>
                    <a:pt x="1383449" y="115925"/>
                  </a:lnTo>
                  <a:lnTo>
                    <a:pt x="1382433" y="113703"/>
                  </a:lnTo>
                  <a:lnTo>
                    <a:pt x="1383309" y="112293"/>
                  </a:lnTo>
                  <a:lnTo>
                    <a:pt x="1382293" y="110070"/>
                  </a:lnTo>
                  <a:lnTo>
                    <a:pt x="1383449" y="108902"/>
                  </a:lnTo>
                  <a:lnTo>
                    <a:pt x="1385785" y="110070"/>
                  </a:lnTo>
                  <a:lnTo>
                    <a:pt x="1386954" y="108902"/>
                  </a:lnTo>
                  <a:lnTo>
                    <a:pt x="1385785" y="106565"/>
                  </a:lnTo>
                  <a:lnTo>
                    <a:pt x="1386878" y="105486"/>
                  </a:lnTo>
                  <a:lnTo>
                    <a:pt x="1389494" y="106553"/>
                  </a:lnTo>
                  <a:lnTo>
                    <a:pt x="1390256" y="105435"/>
                  </a:lnTo>
                  <a:lnTo>
                    <a:pt x="1389849" y="103162"/>
                  </a:lnTo>
                  <a:lnTo>
                    <a:pt x="1389900" y="101968"/>
                  </a:lnTo>
                  <a:lnTo>
                    <a:pt x="1389557" y="99301"/>
                  </a:lnTo>
                  <a:lnTo>
                    <a:pt x="1390269" y="98590"/>
                  </a:lnTo>
                  <a:lnTo>
                    <a:pt x="1393190" y="99415"/>
                  </a:lnTo>
                  <a:lnTo>
                    <a:pt x="1394244" y="97078"/>
                  </a:lnTo>
                  <a:lnTo>
                    <a:pt x="1392885" y="93992"/>
                  </a:lnTo>
                  <a:lnTo>
                    <a:pt x="1393545" y="91325"/>
                  </a:lnTo>
                  <a:lnTo>
                    <a:pt x="1392961" y="88874"/>
                  </a:lnTo>
                  <a:lnTo>
                    <a:pt x="1393634" y="88201"/>
                  </a:lnTo>
                  <a:lnTo>
                    <a:pt x="1396847" y="88709"/>
                  </a:lnTo>
                  <a:lnTo>
                    <a:pt x="1397304" y="86283"/>
                  </a:lnTo>
                  <a:lnTo>
                    <a:pt x="1396898" y="83629"/>
                  </a:lnTo>
                  <a:lnTo>
                    <a:pt x="1396898" y="60667"/>
                  </a:lnTo>
                  <a:lnTo>
                    <a:pt x="1397546" y="56502"/>
                  </a:lnTo>
                  <a:close/>
                </a:path>
                <a:path w="1604644" h="142240">
                  <a:moveTo>
                    <a:pt x="1604518" y="56451"/>
                  </a:moveTo>
                  <a:lnTo>
                    <a:pt x="1603781" y="53073"/>
                  </a:lnTo>
                  <a:lnTo>
                    <a:pt x="1600593" y="53619"/>
                  </a:lnTo>
                  <a:lnTo>
                    <a:pt x="1599907" y="52933"/>
                  </a:lnTo>
                  <a:lnTo>
                    <a:pt x="1600492" y="50482"/>
                  </a:lnTo>
                  <a:lnTo>
                    <a:pt x="1599844" y="47879"/>
                  </a:lnTo>
                  <a:lnTo>
                    <a:pt x="1601228" y="44653"/>
                  </a:lnTo>
                  <a:lnTo>
                    <a:pt x="1600098" y="42367"/>
                  </a:lnTo>
                  <a:lnTo>
                    <a:pt x="1597240" y="43243"/>
                  </a:lnTo>
                  <a:lnTo>
                    <a:pt x="1596237" y="42252"/>
                  </a:lnTo>
                  <a:lnTo>
                    <a:pt x="1597406" y="39941"/>
                  </a:lnTo>
                  <a:lnTo>
                    <a:pt x="1596263" y="38735"/>
                  </a:lnTo>
                  <a:lnTo>
                    <a:pt x="1593964" y="39865"/>
                  </a:lnTo>
                  <a:lnTo>
                    <a:pt x="1592173" y="38392"/>
                  </a:lnTo>
                  <a:lnTo>
                    <a:pt x="1594231" y="33578"/>
                  </a:lnTo>
                  <a:lnTo>
                    <a:pt x="1592910" y="31737"/>
                  </a:lnTo>
                  <a:lnTo>
                    <a:pt x="1590332" y="32829"/>
                  </a:lnTo>
                  <a:lnTo>
                    <a:pt x="1589227" y="31737"/>
                  </a:lnTo>
                  <a:lnTo>
                    <a:pt x="1590408" y="29400"/>
                  </a:lnTo>
                  <a:lnTo>
                    <a:pt x="1589227" y="28232"/>
                  </a:lnTo>
                  <a:lnTo>
                    <a:pt x="1586890" y="29400"/>
                  </a:lnTo>
                  <a:lnTo>
                    <a:pt x="1585734" y="28232"/>
                  </a:lnTo>
                  <a:lnTo>
                    <a:pt x="1586890" y="25895"/>
                  </a:lnTo>
                  <a:lnTo>
                    <a:pt x="1585734" y="24714"/>
                  </a:lnTo>
                  <a:lnTo>
                    <a:pt x="1583397" y="25895"/>
                  </a:lnTo>
                  <a:lnTo>
                    <a:pt x="1582229" y="24714"/>
                  </a:lnTo>
                  <a:lnTo>
                    <a:pt x="1583397" y="22377"/>
                  </a:lnTo>
                  <a:lnTo>
                    <a:pt x="1582229" y="21209"/>
                  </a:lnTo>
                  <a:lnTo>
                    <a:pt x="1579880" y="22377"/>
                  </a:lnTo>
                  <a:lnTo>
                    <a:pt x="1578787" y="21272"/>
                  </a:lnTo>
                  <a:lnTo>
                    <a:pt x="1579880" y="18732"/>
                  </a:lnTo>
                  <a:lnTo>
                    <a:pt x="1578851" y="17945"/>
                  </a:lnTo>
                  <a:lnTo>
                    <a:pt x="1576400" y="18288"/>
                  </a:lnTo>
                  <a:lnTo>
                    <a:pt x="1574977" y="18288"/>
                  </a:lnTo>
                  <a:lnTo>
                    <a:pt x="1573047" y="18618"/>
                  </a:lnTo>
                  <a:lnTo>
                    <a:pt x="1571917" y="18122"/>
                  </a:lnTo>
                  <a:lnTo>
                    <a:pt x="1572564" y="15176"/>
                  </a:lnTo>
                  <a:lnTo>
                    <a:pt x="1571929" y="14211"/>
                  </a:lnTo>
                  <a:lnTo>
                    <a:pt x="1569275" y="15265"/>
                  </a:lnTo>
                  <a:lnTo>
                    <a:pt x="1568386" y="14376"/>
                  </a:lnTo>
                  <a:lnTo>
                    <a:pt x="1569262" y="11518"/>
                  </a:lnTo>
                  <a:lnTo>
                    <a:pt x="1566976" y="10375"/>
                  </a:lnTo>
                  <a:lnTo>
                    <a:pt x="1563751" y="11772"/>
                  </a:lnTo>
                  <a:lnTo>
                    <a:pt x="1561160" y="11112"/>
                  </a:lnTo>
                  <a:lnTo>
                    <a:pt x="1558696" y="11709"/>
                  </a:lnTo>
                  <a:lnTo>
                    <a:pt x="1558023" y="11010"/>
                  </a:lnTo>
                  <a:lnTo>
                    <a:pt x="1558556" y="7823"/>
                  </a:lnTo>
                  <a:lnTo>
                    <a:pt x="1556156" y="7315"/>
                  </a:lnTo>
                  <a:lnTo>
                    <a:pt x="1553413" y="7759"/>
                  </a:lnTo>
                  <a:lnTo>
                    <a:pt x="1533880" y="7759"/>
                  </a:lnTo>
                  <a:lnTo>
                    <a:pt x="1529981" y="7251"/>
                  </a:lnTo>
                  <a:lnTo>
                    <a:pt x="1526120" y="7848"/>
                  </a:lnTo>
                  <a:lnTo>
                    <a:pt x="1523580" y="7378"/>
                  </a:lnTo>
                  <a:lnTo>
                    <a:pt x="1522920" y="8039"/>
                  </a:lnTo>
                  <a:lnTo>
                    <a:pt x="1523504" y="11188"/>
                  </a:lnTo>
                  <a:lnTo>
                    <a:pt x="1523187" y="11277"/>
                  </a:lnTo>
                  <a:lnTo>
                    <a:pt x="1521066" y="11798"/>
                  </a:lnTo>
                  <a:lnTo>
                    <a:pt x="1518221" y="10477"/>
                  </a:lnTo>
                  <a:lnTo>
                    <a:pt x="1515491" y="11544"/>
                  </a:lnTo>
                  <a:lnTo>
                    <a:pt x="1513154" y="10795"/>
                  </a:lnTo>
                  <a:lnTo>
                    <a:pt x="1512112" y="11836"/>
                  </a:lnTo>
                  <a:lnTo>
                    <a:pt x="1513255" y="14300"/>
                  </a:lnTo>
                  <a:lnTo>
                    <a:pt x="1511985" y="15379"/>
                  </a:lnTo>
                  <a:lnTo>
                    <a:pt x="1509915" y="14287"/>
                  </a:lnTo>
                  <a:lnTo>
                    <a:pt x="1508594" y="15163"/>
                  </a:lnTo>
                  <a:lnTo>
                    <a:pt x="1509649" y="17818"/>
                  </a:lnTo>
                  <a:lnTo>
                    <a:pt x="1508569" y="18897"/>
                  </a:lnTo>
                  <a:lnTo>
                    <a:pt x="1506334" y="17792"/>
                  </a:lnTo>
                  <a:lnTo>
                    <a:pt x="1504911" y="18872"/>
                  </a:lnTo>
                  <a:lnTo>
                    <a:pt x="1502943" y="17780"/>
                  </a:lnTo>
                  <a:lnTo>
                    <a:pt x="1501584" y="18681"/>
                  </a:lnTo>
                  <a:lnTo>
                    <a:pt x="1502638" y="21323"/>
                  </a:lnTo>
                  <a:lnTo>
                    <a:pt x="1501571" y="22390"/>
                  </a:lnTo>
                  <a:lnTo>
                    <a:pt x="1499222" y="21221"/>
                  </a:lnTo>
                  <a:lnTo>
                    <a:pt x="1498066" y="22390"/>
                  </a:lnTo>
                  <a:lnTo>
                    <a:pt x="1499108" y="24612"/>
                  </a:lnTo>
                  <a:lnTo>
                    <a:pt x="1498282" y="25882"/>
                  </a:lnTo>
                  <a:lnTo>
                    <a:pt x="1495628" y="24828"/>
                  </a:lnTo>
                  <a:lnTo>
                    <a:pt x="1494548" y="25920"/>
                  </a:lnTo>
                  <a:lnTo>
                    <a:pt x="1495717" y="28206"/>
                  </a:lnTo>
                  <a:lnTo>
                    <a:pt x="1494624" y="29400"/>
                  </a:lnTo>
                  <a:lnTo>
                    <a:pt x="1492300" y="28384"/>
                  </a:lnTo>
                  <a:lnTo>
                    <a:pt x="1491081" y="29197"/>
                  </a:lnTo>
                  <a:lnTo>
                    <a:pt x="1492123" y="31851"/>
                  </a:lnTo>
                  <a:lnTo>
                    <a:pt x="1491119" y="32867"/>
                  </a:lnTo>
                  <a:lnTo>
                    <a:pt x="1488567" y="31762"/>
                  </a:lnTo>
                  <a:lnTo>
                    <a:pt x="1487766" y="32829"/>
                  </a:lnTo>
                  <a:lnTo>
                    <a:pt x="1488173" y="35204"/>
                  </a:lnTo>
                  <a:lnTo>
                    <a:pt x="1488109" y="36347"/>
                  </a:lnTo>
                  <a:lnTo>
                    <a:pt x="1488465" y="39014"/>
                  </a:lnTo>
                  <a:lnTo>
                    <a:pt x="1487678" y="39801"/>
                  </a:lnTo>
                  <a:lnTo>
                    <a:pt x="1484947" y="38811"/>
                  </a:lnTo>
                  <a:lnTo>
                    <a:pt x="1484122" y="40195"/>
                  </a:lnTo>
                  <a:lnTo>
                    <a:pt x="1485176" y="42037"/>
                  </a:lnTo>
                  <a:lnTo>
                    <a:pt x="1484261" y="43421"/>
                  </a:lnTo>
                  <a:lnTo>
                    <a:pt x="1481607" y="42367"/>
                  </a:lnTo>
                  <a:lnTo>
                    <a:pt x="1480629" y="43345"/>
                  </a:lnTo>
                  <a:lnTo>
                    <a:pt x="1481391" y="45669"/>
                  </a:lnTo>
                  <a:lnTo>
                    <a:pt x="1480781" y="47205"/>
                  </a:lnTo>
                  <a:lnTo>
                    <a:pt x="1481175" y="48920"/>
                  </a:lnTo>
                  <a:lnTo>
                    <a:pt x="1481099" y="50368"/>
                  </a:lnTo>
                  <a:lnTo>
                    <a:pt x="1481455" y="53035"/>
                  </a:lnTo>
                  <a:lnTo>
                    <a:pt x="1480870" y="53619"/>
                  </a:lnTo>
                  <a:lnTo>
                    <a:pt x="1477683" y="53086"/>
                  </a:lnTo>
                  <a:lnTo>
                    <a:pt x="1477175" y="55473"/>
                  </a:lnTo>
                  <a:lnTo>
                    <a:pt x="1477619" y="58216"/>
                  </a:lnTo>
                  <a:lnTo>
                    <a:pt x="1477619" y="81102"/>
                  </a:lnTo>
                  <a:lnTo>
                    <a:pt x="1476933" y="85369"/>
                  </a:lnTo>
                  <a:lnTo>
                    <a:pt x="1477683" y="88747"/>
                  </a:lnTo>
                  <a:lnTo>
                    <a:pt x="1480870" y="88188"/>
                  </a:lnTo>
                  <a:lnTo>
                    <a:pt x="1481556" y="88887"/>
                  </a:lnTo>
                  <a:lnTo>
                    <a:pt x="1480972" y="91338"/>
                  </a:lnTo>
                  <a:lnTo>
                    <a:pt x="1481620" y="93941"/>
                  </a:lnTo>
                  <a:lnTo>
                    <a:pt x="1480235" y="97155"/>
                  </a:lnTo>
                  <a:lnTo>
                    <a:pt x="1481353" y="99453"/>
                  </a:lnTo>
                  <a:lnTo>
                    <a:pt x="1484223" y="98577"/>
                  </a:lnTo>
                  <a:lnTo>
                    <a:pt x="1485214" y="99568"/>
                  </a:lnTo>
                  <a:lnTo>
                    <a:pt x="1484058" y="101879"/>
                  </a:lnTo>
                  <a:lnTo>
                    <a:pt x="1485201" y="103085"/>
                  </a:lnTo>
                  <a:lnTo>
                    <a:pt x="1487487" y="101955"/>
                  </a:lnTo>
                  <a:lnTo>
                    <a:pt x="1489290" y="103428"/>
                  </a:lnTo>
                  <a:lnTo>
                    <a:pt x="1487220" y="108254"/>
                  </a:lnTo>
                  <a:lnTo>
                    <a:pt x="1488554" y="110070"/>
                  </a:lnTo>
                  <a:lnTo>
                    <a:pt x="1491119" y="108991"/>
                  </a:lnTo>
                  <a:lnTo>
                    <a:pt x="1492224" y="110083"/>
                  </a:lnTo>
                  <a:lnTo>
                    <a:pt x="1491056" y="112420"/>
                  </a:lnTo>
                  <a:lnTo>
                    <a:pt x="1492224" y="113588"/>
                  </a:lnTo>
                  <a:lnTo>
                    <a:pt x="1494561" y="112420"/>
                  </a:lnTo>
                  <a:lnTo>
                    <a:pt x="1495729" y="113588"/>
                  </a:lnTo>
                  <a:lnTo>
                    <a:pt x="1494561" y="115925"/>
                  </a:lnTo>
                  <a:lnTo>
                    <a:pt x="1495729" y="117106"/>
                  </a:lnTo>
                  <a:lnTo>
                    <a:pt x="1498066" y="115925"/>
                  </a:lnTo>
                  <a:lnTo>
                    <a:pt x="1499222" y="117106"/>
                  </a:lnTo>
                  <a:lnTo>
                    <a:pt x="1498066" y="119443"/>
                  </a:lnTo>
                  <a:lnTo>
                    <a:pt x="1499235" y="120611"/>
                  </a:lnTo>
                  <a:lnTo>
                    <a:pt x="1501571" y="119443"/>
                  </a:lnTo>
                  <a:lnTo>
                    <a:pt x="1502664" y="120548"/>
                  </a:lnTo>
                  <a:lnTo>
                    <a:pt x="1501571" y="123101"/>
                  </a:lnTo>
                  <a:lnTo>
                    <a:pt x="1503629" y="124625"/>
                  </a:lnTo>
                  <a:lnTo>
                    <a:pt x="1507451" y="122796"/>
                  </a:lnTo>
                  <a:lnTo>
                    <a:pt x="1509610" y="123710"/>
                  </a:lnTo>
                  <a:lnTo>
                    <a:pt x="1508798" y="126669"/>
                  </a:lnTo>
                  <a:lnTo>
                    <a:pt x="1509712" y="127584"/>
                  </a:lnTo>
                  <a:lnTo>
                    <a:pt x="1511960" y="126669"/>
                  </a:lnTo>
                  <a:lnTo>
                    <a:pt x="1513154" y="127279"/>
                  </a:lnTo>
                  <a:lnTo>
                    <a:pt x="1512252" y="130124"/>
                  </a:lnTo>
                  <a:lnTo>
                    <a:pt x="1513166" y="131038"/>
                  </a:lnTo>
                  <a:lnTo>
                    <a:pt x="1515491" y="130263"/>
                  </a:lnTo>
                  <a:lnTo>
                    <a:pt x="1517027" y="130886"/>
                  </a:lnTo>
                  <a:lnTo>
                    <a:pt x="1518754" y="130492"/>
                  </a:lnTo>
                  <a:lnTo>
                    <a:pt x="1520190" y="130568"/>
                  </a:lnTo>
                  <a:lnTo>
                    <a:pt x="1522857" y="130200"/>
                  </a:lnTo>
                  <a:lnTo>
                    <a:pt x="1523453" y="130797"/>
                  </a:lnTo>
                  <a:lnTo>
                    <a:pt x="1522895" y="133972"/>
                  </a:lnTo>
                  <a:lnTo>
                    <a:pt x="1525270" y="134505"/>
                  </a:lnTo>
                  <a:lnTo>
                    <a:pt x="1528064" y="134035"/>
                  </a:lnTo>
                  <a:lnTo>
                    <a:pt x="1550924" y="134035"/>
                  </a:lnTo>
                  <a:lnTo>
                    <a:pt x="1555140" y="134708"/>
                  </a:lnTo>
                  <a:lnTo>
                    <a:pt x="1558544" y="133985"/>
                  </a:lnTo>
                  <a:lnTo>
                    <a:pt x="1558010" y="130797"/>
                  </a:lnTo>
                  <a:lnTo>
                    <a:pt x="1558696" y="130111"/>
                  </a:lnTo>
                  <a:lnTo>
                    <a:pt x="1561147" y="130695"/>
                  </a:lnTo>
                  <a:lnTo>
                    <a:pt x="1563751" y="130048"/>
                  </a:lnTo>
                  <a:lnTo>
                    <a:pt x="1566976" y="131432"/>
                  </a:lnTo>
                  <a:lnTo>
                    <a:pt x="1569262" y="130302"/>
                  </a:lnTo>
                  <a:lnTo>
                    <a:pt x="1568373" y="127444"/>
                  </a:lnTo>
                  <a:lnTo>
                    <a:pt x="1569377" y="126441"/>
                  </a:lnTo>
                  <a:lnTo>
                    <a:pt x="1571688" y="127609"/>
                  </a:lnTo>
                  <a:lnTo>
                    <a:pt x="1572882" y="126466"/>
                  </a:lnTo>
                  <a:lnTo>
                    <a:pt x="1571764" y="124180"/>
                  </a:lnTo>
                  <a:lnTo>
                    <a:pt x="1573237" y="122364"/>
                  </a:lnTo>
                  <a:lnTo>
                    <a:pt x="1578051" y="124434"/>
                  </a:lnTo>
                  <a:lnTo>
                    <a:pt x="1579880" y="123113"/>
                  </a:lnTo>
                  <a:lnTo>
                    <a:pt x="1578800" y="120535"/>
                  </a:lnTo>
                  <a:lnTo>
                    <a:pt x="1579892" y="119443"/>
                  </a:lnTo>
                  <a:lnTo>
                    <a:pt x="1582229" y="120611"/>
                  </a:lnTo>
                  <a:lnTo>
                    <a:pt x="1583397" y="119443"/>
                  </a:lnTo>
                  <a:lnTo>
                    <a:pt x="1582229" y="117106"/>
                  </a:lnTo>
                  <a:lnTo>
                    <a:pt x="1583397" y="115925"/>
                  </a:lnTo>
                  <a:lnTo>
                    <a:pt x="1585734" y="117106"/>
                  </a:lnTo>
                  <a:lnTo>
                    <a:pt x="1586890" y="115925"/>
                  </a:lnTo>
                  <a:lnTo>
                    <a:pt x="1585734" y="113588"/>
                  </a:lnTo>
                  <a:lnTo>
                    <a:pt x="1586890" y="112420"/>
                  </a:lnTo>
                  <a:lnTo>
                    <a:pt x="1589227" y="113588"/>
                  </a:lnTo>
                  <a:lnTo>
                    <a:pt x="1590408" y="112420"/>
                  </a:lnTo>
                  <a:lnTo>
                    <a:pt x="1589227" y="110083"/>
                  </a:lnTo>
                  <a:lnTo>
                    <a:pt x="1590332" y="108978"/>
                  </a:lnTo>
                  <a:lnTo>
                    <a:pt x="1592897" y="110083"/>
                  </a:lnTo>
                  <a:lnTo>
                    <a:pt x="1594408" y="108026"/>
                  </a:lnTo>
                  <a:lnTo>
                    <a:pt x="1592580" y="104203"/>
                  </a:lnTo>
                  <a:lnTo>
                    <a:pt x="1593507" y="102044"/>
                  </a:lnTo>
                  <a:lnTo>
                    <a:pt x="1596466" y="102857"/>
                  </a:lnTo>
                  <a:lnTo>
                    <a:pt x="1597367" y="101942"/>
                  </a:lnTo>
                  <a:lnTo>
                    <a:pt x="1596466" y="99682"/>
                  </a:lnTo>
                  <a:lnTo>
                    <a:pt x="1597075" y="98488"/>
                  </a:lnTo>
                  <a:lnTo>
                    <a:pt x="1599920" y="99390"/>
                  </a:lnTo>
                  <a:lnTo>
                    <a:pt x="1600835" y="98475"/>
                  </a:lnTo>
                  <a:lnTo>
                    <a:pt x="1600060" y="96151"/>
                  </a:lnTo>
                  <a:lnTo>
                    <a:pt x="1600682" y="94615"/>
                  </a:lnTo>
                  <a:lnTo>
                    <a:pt x="1600288" y="92887"/>
                  </a:lnTo>
                  <a:lnTo>
                    <a:pt x="1600352" y="91452"/>
                  </a:lnTo>
                  <a:lnTo>
                    <a:pt x="1599996" y="88785"/>
                  </a:lnTo>
                  <a:lnTo>
                    <a:pt x="1600581" y="88188"/>
                  </a:lnTo>
                  <a:lnTo>
                    <a:pt x="1603781" y="88734"/>
                  </a:lnTo>
                  <a:lnTo>
                    <a:pt x="1604289" y="86347"/>
                  </a:lnTo>
                  <a:lnTo>
                    <a:pt x="1603832" y="83591"/>
                  </a:lnTo>
                  <a:lnTo>
                    <a:pt x="1603832" y="60718"/>
                  </a:lnTo>
                  <a:lnTo>
                    <a:pt x="1604518" y="56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9" name="object 229"/>
          <p:cNvSpPr/>
          <p:nvPr/>
        </p:nvSpPr>
        <p:spPr>
          <a:xfrm>
            <a:off x="16302963" y="9059440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4781" y="120467"/>
                </a:moveTo>
                <a:lnTo>
                  <a:pt x="70506" y="119780"/>
                </a:lnTo>
                <a:lnTo>
                  <a:pt x="47644" y="119780"/>
                </a:lnTo>
                <a:lnTo>
                  <a:pt x="44896" y="120234"/>
                </a:lnTo>
                <a:lnTo>
                  <a:pt x="42499" y="119715"/>
                </a:lnTo>
                <a:lnTo>
                  <a:pt x="43040" y="116528"/>
                </a:lnTo>
                <a:lnTo>
                  <a:pt x="42353" y="115841"/>
                </a:lnTo>
                <a:lnTo>
                  <a:pt x="39897" y="116426"/>
                </a:lnTo>
                <a:lnTo>
                  <a:pt x="37302" y="115783"/>
                </a:lnTo>
                <a:lnTo>
                  <a:pt x="34065" y="117171"/>
                </a:lnTo>
                <a:lnTo>
                  <a:pt x="31777" y="116031"/>
                </a:lnTo>
                <a:lnTo>
                  <a:pt x="32669" y="113174"/>
                </a:lnTo>
                <a:lnTo>
                  <a:pt x="31770" y="112282"/>
                </a:lnTo>
                <a:lnTo>
                  <a:pt x="29124" y="113334"/>
                </a:lnTo>
                <a:lnTo>
                  <a:pt x="28481" y="112370"/>
                </a:lnTo>
                <a:lnTo>
                  <a:pt x="29139" y="109431"/>
                </a:lnTo>
                <a:lnTo>
                  <a:pt x="28006" y="108927"/>
                </a:lnTo>
                <a:lnTo>
                  <a:pt x="26076" y="109263"/>
                </a:lnTo>
                <a:lnTo>
                  <a:pt x="24681" y="109263"/>
                </a:lnTo>
                <a:lnTo>
                  <a:pt x="22144" y="109600"/>
                </a:lnTo>
                <a:lnTo>
                  <a:pt x="21143" y="108781"/>
                </a:lnTo>
                <a:lnTo>
                  <a:pt x="22283" y="106303"/>
                </a:lnTo>
                <a:lnTo>
                  <a:pt x="21245" y="105266"/>
                </a:lnTo>
                <a:lnTo>
                  <a:pt x="18600" y="106318"/>
                </a:lnTo>
                <a:lnTo>
                  <a:pt x="17759" y="105054"/>
                </a:lnTo>
                <a:lnTo>
                  <a:pt x="18812" y="102832"/>
                </a:lnTo>
                <a:lnTo>
                  <a:pt x="17642" y="101662"/>
                </a:lnTo>
                <a:lnTo>
                  <a:pt x="15304" y="102832"/>
                </a:lnTo>
                <a:lnTo>
                  <a:pt x="14229" y="101757"/>
                </a:lnTo>
                <a:lnTo>
                  <a:pt x="15282" y="99112"/>
                </a:lnTo>
                <a:lnTo>
                  <a:pt x="14120" y="98344"/>
                </a:lnTo>
                <a:lnTo>
                  <a:pt x="11635" y="99287"/>
                </a:lnTo>
                <a:lnTo>
                  <a:pt x="10246" y="97511"/>
                </a:lnTo>
                <a:lnTo>
                  <a:pt x="12380" y="92680"/>
                </a:lnTo>
                <a:lnTo>
                  <a:pt x="10560" y="91189"/>
                </a:lnTo>
                <a:lnTo>
                  <a:pt x="8273" y="92322"/>
                </a:lnTo>
                <a:lnTo>
                  <a:pt x="7125" y="91116"/>
                </a:lnTo>
                <a:lnTo>
                  <a:pt x="8295" y="88807"/>
                </a:lnTo>
                <a:lnTo>
                  <a:pt x="7293" y="87805"/>
                </a:lnTo>
                <a:lnTo>
                  <a:pt x="4436" y="88697"/>
                </a:lnTo>
                <a:lnTo>
                  <a:pt x="3296" y="86417"/>
                </a:lnTo>
                <a:lnTo>
                  <a:pt x="4684" y="83179"/>
                </a:lnTo>
                <a:lnTo>
                  <a:pt x="4041" y="80577"/>
                </a:lnTo>
                <a:lnTo>
                  <a:pt x="4626" y="78121"/>
                </a:lnTo>
                <a:lnTo>
                  <a:pt x="3932" y="77427"/>
                </a:lnTo>
                <a:lnTo>
                  <a:pt x="752" y="77982"/>
                </a:lnTo>
                <a:lnTo>
                  <a:pt x="0" y="74606"/>
                </a:lnTo>
                <a:lnTo>
                  <a:pt x="687" y="70338"/>
                </a:lnTo>
                <a:lnTo>
                  <a:pt x="687" y="47462"/>
                </a:lnTo>
                <a:lnTo>
                  <a:pt x="233" y="44714"/>
                </a:lnTo>
                <a:lnTo>
                  <a:pt x="745" y="42324"/>
                </a:lnTo>
                <a:lnTo>
                  <a:pt x="3939" y="42865"/>
                </a:lnTo>
                <a:lnTo>
                  <a:pt x="4523" y="42272"/>
                </a:lnTo>
                <a:lnTo>
                  <a:pt x="4165" y="39612"/>
                </a:lnTo>
                <a:lnTo>
                  <a:pt x="4246" y="38165"/>
                </a:lnTo>
                <a:lnTo>
                  <a:pt x="3851" y="36448"/>
                </a:lnTo>
                <a:lnTo>
                  <a:pt x="4472" y="34913"/>
                </a:lnTo>
                <a:lnTo>
                  <a:pt x="3698" y="32589"/>
                </a:lnTo>
                <a:lnTo>
                  <a:pt x="4684" y="31602"/>
                </a:lnTo>
                <a:lnTo>
                  <a:pt x="7330" y="32654"/>
                </a:lnTo>
                <a:lnTo>
                  <a:pt x="8251" y="31273"/>
                </a:lnTo>
                <a:lnTo>
                  <a:pt x="7220" y="29446"/>
                </a:lnTo>
                <a:lnTo>
                  <a:pt x="7995" y="28065"/>
                </a:lnTo>
                <a:lnTo>
                  <a:pt x="10765" y="29029"/>
                </a:lnTo>
                <a:lnTo>
                  <a:pt x="11540" y="28255"/>
                </a:lnTo>
                <a:lnTo>
                  <a:pt x="11182" y="25587"/>
                </a:lnTo>
                <a:lnTo>
                  <a:pt x="11255" y="24286"/>
                </a:lnTo>
                <a:lnTo>
                  <a:pt x="10838" y="22254"/>
                </a:lnTo>
                <a:lnTo>
                  <a:pt x="11489" y="21063"/>
                </a:lnTo>
                <a:lnTo>
                  <a:pt x="14288" y="22013"/>
                </a:lnTo>
                <a:lnTo>
                  <a:pt x="15318" y="20983"/>
                </a:lnTo>
                <a:lnTo>
                  <a:pt x="14149" y="18695"/>
                </a:lnTo>
                <a:lnTo>
                  <a:pt x="15252" y="17474"/>
                </a:lnTo>
                <a:lnTo>
                  <a:pt x="17657" y="18637"/>
                </a:lnTo>
                <a:lnTo>
                  <a:pt x="18717" y="17577"/>
                </a:lnTo>
                <a:lnTo>
                  <a:pt x="17664" y="14931"/>
                </a:lnTo>
                <a:lnTo>
                  <a:pt x="18987" y="14054"/>
                </a:lnTo>
                <a:lnTo>
                  <a:pt x="21041" y="15143"/>
                </a:lnTo>
                <a:lnTo>
                  <a:pt x="22327" y="14061"/>
                </a:lnTo>
                <a:lnTo>
                  <a:pt x="21180" y="11606"/>
                </a:lnTo>
                <a:lnTo>
                  <a:pt x="22327" y="10458"/>
                </a:lnTo>
                <a:lnTo>
                  <a:pt x="24556" y="11547"/>
                </a:lnTo>
                <a:lnTo>
                  <a:pt x="25938" y="10553"/>
                </a:lnTo>
                <a:lnTo>
                  <a:pt x="28159" y="11642"/>
                </a:lnTo>
                <a:lnTo>
                  <a:pt x="29241" y="10561"/>
                </a:lnTo>
                <a:lnTo>
                  <a:pt x="28189" y="7915"/>
                </a:lnTo>
                <a:lnTo>
                  <a:pt x="29512" y="7038"/>
                </a:lnTo>
                <a:lnTo>
                  <a:pt x="31565" y="8127"/>
                </a:lnTo>
                <a:lnTo>
                  <a:pt x="32851" y="7045"/>
                </a:lnTo>
                <a:lnTo>
                  <a:pt x="31704" y="4589"/>
                </a:lnTo>
                <a:lnTo>
                  <a:pt x="32742" y="3552"/>
                </a:lnTo>
                <a:lnTo>
                  <a:pt x="35095" y="4283"/>
                </a:lnTo>
                <a:lnTo>
                  <a:pt x="37814" y="3303"/>
                </a:lnTo>
                <a:lnTo>
                  <a:pt x="40664" y="4619"/>
                </a:lnTo>
                <a:lnTo>
                  <a:pt x="42784" y="4019"/>
                </a:lnTo>
                <a:lnTo>
                  <a:pt x="43106" y="3939"/>
                </a:lnTo>
                <a:lnTo>
                  <a:pt x="42506" y="789"/>
                </a:lnTo>
                <a:lnTo>
                  <a:pt x="43164" y="131"/>
                </a:lnTo>
                <a:lnTo>
                  <a:pt x="45722" y="599"/>
                </a:lnTo>
                <a:lnTo>
                  <a:pt x="49581" y="0"/>
                </a:lnTo>
                <a:lnTo>
                  <a:pt x="53484" y="511"/>
                </a:lnTo>
                <a:lnTo>
                  <a:pt x="73005" y="511"/>
                </a:lnTo>
                <a:lnTo>
                  <a:pt x="75753" y="58"/>
                </a:lnTo>
                <a:lnTo>
                  <a:pt x="78150" y="570"/>
                </a:lnTo>
                <a:lnTo>
                  <a:pt x="77610" y="3764"/>
                </a:lnTo>
                <a:lnTo>
                  <a:pt x="78297" y="4451"/>
                </a:lnTo>
                <a:lnTo>
                  <a:pt x="80752" y="3866"/>
                </a:lnTo>
                <a:lnTo>
                  <a:pt x="83354" y="4516"/>
                </a:lnTo>
                <a:lnTo>
                  <a:pt x="86570" y="3128"/>
                </a:lnTo>
                <a:lnTo>
                  <a:pt x="88865" y="4253"/>
                </a:lnTo>
                <a:lnTo>
                  <a:pt x="87988" y="7125"/>
                </a:lnTo>
                <a:lnTo>
                  <a:pt x="88880" y="8017"/>
                </a:lnTo>
                <a:lnTo>
                  <a:pt x="91525" y="6965"/>
                </a:lnTo>
                <a:lnTo>
                  <a:pt x="92161" y="7929"/>
                </a:lnTo>
                <a:lnTo>
                  <a:pt x="91511" y="10867"/>
                </a:lnTo>
                <a:lnTo>
                  <a:pt x="92643" y="11372"/>
                </a:lnTo>
                <a:lnTo>
                  <a:pt x="94573" y="11036"/>
                </a:lnTo>
                <a:lnTo>
                  <a:pt x="95991" y="11036"/>
                </a:lnTo>
                <a:lnTo>
                  <a:pt x="98468" y="10699"/>
                </a:lnTo>
                <a:lnTo>
                  <a:pt x="99499" y="11489"/>
                </a:lnTo>
                <a:lnTo>
                  <a:pt x="98381" y="14010"/>
                </a:lnTo>
                <a:lnTo>
                  <a:pt x="99404" y="15033"/>
                </a:lnTo>
                <a:lnTo>
                  <a:pt x="102050" y="13981"/>
                </a:lnTo>
                <a:lnTo>
                  <a:pt x="102890" y="15245"/>
                </a:lnTo>
                <a:lnTo>
                  <a:pt x="101838" y="17467"/>
                </a:lnTo>
                <a:lnTo>
                  <a:pt x="103007" y="18636"/>
                </a:lnTo>
                <a:lnTo>
                  <a:pt x="105346" y="17467"/>
                </a:lnTo>
                <a:lnTo>
                  <a:pt x="106420" y="18541"/>
                </a:lnTo>
                <a:lnTo>
                  <a:pt x="105368" y="21187"/>
                </a:lnTo>
                <a:lnTo>
                  <a:pt x="106530" y="21962"/>
                </a:lnTo>
                <a:lnTo>
                  <a:pt x="109015" y="21019"/>
                </a:lnTo>
                <a:lnTo>
                  <a:pt x="110396" y="22795"/>
                </a:lnTo>
                <a:lnTo>
                  <a:pt x="108269" y="27619"/>
                </a:lnTo>
                <a:lnTo>
                  <a:pt x="110089" y="29110"/>
                </a:lnTo>
                <a:lnTo>
                  <a:pt x="112377" y="27977"/>
                </a:lnTo>
                <a:lnTo>
                  <a:pt x="113524" y="29183"/>
                </a:lnTo>
                <a:lnTo>
                  <a:pt x="112355" y="31492"/>
                </a:lnTo>
                <a:lnTo>
                  <a:pt x="113356" y="32494"/>
                </a:lnTo>
                <a:lnTo>
                  <a:pt x="116206" y="31595"/>
                </a:lnTo>
                <a:lnTo>
                  <a:pt x="117361" y="33875"/>
                </a:lnTo>
                <a:lnTo>
                  <a:pt x="115965" y="37127"/>
                </a:lnTo>
                <a:lnTo>
                  <a:pt x="116608" y="39722"/>
                </a:lnTo>
                <a:lnTo>
                  <a:pt x="116024" y="42178"/>
                </a:lnTo>
                <a:lnTo>
                  <a:pt x="116718" y="42865"/>
                </a:lnTo>
                <a:lnTo>
                  <a:pt x="119897" y="42316"/>
                </a:lnTo>
                <a:lnTo>
                  <a:pt x="120650" y="45693"/>
                </a:lnTo>
                <a:lnTo>
                  <a:pt x="119963" y="49961"/>
                </a:lnTo>
                <a:lnTo>
                  <a:pt x="119963" y="72830"/>
                </a:lnTo>
                <a:lnTo>
                  <a:pt x="120416" y="75585"/>
                </a:lnTo>
                <a:lnTo>
                  <a:pt x="119904" y="77975"/>
                </a:lnTo>
                <a:lnTo>
                  <a:pt x="116711" y="77434"/>
                </a:lnTo>
                <a:lnTo>
                  <a:pt x="116024" y="78121"/>
                </a:lnTo>
                <a:lnTo>
                  <a:pt x="116608" y="80577"/>
                </a:lnTo>
                <a:lnTo>
                  <a:pt x="115965" y="83179"/>
                </a:lnTo>
                <a:lnTo>
                  <a:pt x="117354" y="86417"/>
                </a:lnTo>
                <a:lnTo>
                  <a:pt x="116214" y="88697"/>
                </a:lnTo>
                <a:lnTo>
                  <a:pt x="113356" y="87805"/>
                </a:lnTo>
                <a:lnTo>
                  <a:pt x="112457" y="88704"/>
                </a:lnTo>
                <a:lnTo>
                  <a:pt x="113509" y="91350"/>
                </a:lnTo>
                <a:lnTo>
                  <a:pt x="112369" y="92110"/>
                </a:lnTo>
                <a:lnTo>
                  <a:pt x="109840" y="91189"/>
                </a:lnTo>
                <a:lnTo>
                  <a:pt x="108503" y="92965"/>
                </a:lnTo>
                <a:lnTo>
                  <a:pt x="110601" y="97789"/>
                </a:lnTo>
                <a:lnTo>
                  <a:pt x="108854" y="99221"/>
                </a:lnTo>
                <a:lnTo>
                  <a:pt x="106391" y="98162"/>
                </a:lnTo>
                <a:lnTo>
                  <a:pt x="105397" y="99411"/>
                </a:lnTo>
                <a:lnTo>
                  <a:pt x="106530" y="101648"/>
                </a:lnTo>
                <a:lnTo>
                  <a:pt x="105441" y="102737"/>
                </a:lnTo>
                <a:lnTo>
                  <a:pt x="102795" y="101684"/>
                </a:lnTo>
                <a:lnTo>
                  <a:pt x="101918" y="103007"/>
                </a:lnTo>
                <a:lnTo>
                  <a:pt x="103007" y="105061"/>
                </a:lnTo>
                <a:lnTo>
                  <a:pt x="101925" y="106355"/>
                </a:lnTo>
                <a:lnTo>
                  <a:pt x="99470" y="105200"/>
                </a:lnTo>
                <a:lnTo>
                  <a:pt x="98366" y="106303"/>
                </a:lnTo>
                <a:lnTo>
                  <a:pt x="99506" y="108781"/>
                </a:lnTo>
                <a:lnTo>
                  <a:pt x="97701" y="110257"/>
                </a:lnTo>
                <a:lnTo>
                  <a:pt x="92863" y="108087"/>
                </a:lnTo>
                <a:lnTo>
                  <a:pt x="91364" y="109914"/>
                </a:lnTo>
                <a:lnTo>
                  <a:pt x="92497" y="112201"/>
                </a:lnTo>
                <a:lnTo>
                  <a:pt x="91291" y="113349"/>
                </a:lnTo>
                <a:lnTo>
                  <a:pt x="88982" y="112180"/>
                </a:lnTo>
                <a:lnTo>
                  <a:pt x="87981" y="113181"/>
                </a:lnTo>
                <a:lnTo>
                  <a:pt x="88872" y="116038"/>
                </a:lnTo>
                <a:lnTo>
                  <a:pt x="86585" y="117171"/>
                </a:lnTo>
                <a:lnTo>
                  <a:pt x="83347" y="115783"/>
                </a:lnTo>
                <a:lnTo>
                  <a:pt x="80752" y="116426"/>
                </a:lnTo>
                <a:lnTo>
                  <a:pt x="78296" y="115841"/>
                </a:lnTo>
                <a:lnTo>
                  <a:pt x="77602" y="116535"/>
                </a:lnTo>
                <a:lnTo>
                  <a:pt x="78158" y="119715"/>
                </a:lnTo>
                <a:lnTo>
                  <a:pt x="74781" y="120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8197541" y="9059060"/>
            <a:ext cx="90805" cy="121285"/>
          </a:xfrm>
          <a:custGeom>
            <a:avLst/>
            <a:gdLst/>
            <a:ahLst/>
            <a:cxnLst/>
            <a:rect l="l" t="t" r="r" b="b"/>
            <a:pathLst>
              <a:path w="90805" h="121284">
                <a:moveTo>
                  <a:pt x="68679" y="120701"/>
                </a:moveTo>
                <a:lnTo>
                  <a:pt x="65705" y="120160"/>
                </a:lnTo>
                <a:lnTo>
                  <a:pt x="58031" y="120160"/>
                </a:lnTo>
                <a:lnTo>
                  <a:pt x="55151" y="120664"/>
                </a:lnTo>
                <a:lnTo>
                  <a:pt x="52498" y="120007"/>
                </a:lnTo>
                <a:lnTo>
                  <a:pt x="50042" y="120591"/>
                </a:lnTo>
                <a:lnTo>
                  <a:pt x="49348" y="119890"/>
                </a:lnTo>
                <a:lnTo>
                  <a:pt x="49918" y="116718"/>
                </a:lnTo>
                <a:lnTo>
                  <a:pt x="47550" y="116170"/>
                </a:lnTo>
                <a:lnTo>
                  <a:pt x="44722" y="116652"/>
                </a:lnTo>
                <a:lnTo>
                  <a:pt x="41689" y="116652"/>
                </a:lnTo>
                <a:lnTo>
                  <a:pt x="39934" y="116966"/>
                </a:lnTo>
                <a:lnTo>
                  <a:pt x="38685" y="116499"/>
                </a:lnTo>
                <a:lnTo>
                  <a:pt x="39430" y="113480"/>
                </a:lnTo>
                <a:lnTo>
                  <a:pt x="38758" y="112822"/>
                </a:lnTo>
                <a:lnTo>
                  <a:pt x="36097" y="113173"/>
                </a:lnTo>
                <a:lnTo>
                  <a:pt x="34731" y="113107"/>
                </a:lnTo>
                <a:lnTo>
                  <a:pt x="32845" y="113509"/>
                </a:lnTo>
                <a:lnTo>
                  <a:pt x="31617" y="112925"/>
                </a:lnTo>
                <a:lnTo>
                  <a:pt x="32479" y="110038"/>
                </a:lnTo>
                <a:lnTo>
                  <a:pt x="31749" y="109314"/>
                </a:lnTo>
                <a:lnTo>
                  <a:pt x="29088" y="109672"/>
                </a:lnTo>
                <a:lnTo>
                  <a:pt x="27904" y="109607"/>
                </a:lnTo>
                <a:lnTo>
                  <a:pt x="25602" y="110016"/>
                </a:lnTo>
                <a:lnTo>
                  <a:pt x="24506" y="109241"/>
                </a:lnTo>
                <a:lnTo>
                  <a:pt x="25580" y="106639"/>
                </a:lnTo>
                <a:lnTo>
                  <a:pt x="24491" y="105550"/>
                </a:lnTo>
                <a:lnTo>
                  <a:pt x="22152" y="106720"/>
                </a:lnTo>
                <a:lnTo>
                  <a:pt x="20983" y="105550"/>
                </a:lnTo>
                <a:lnTo>
                  <a:pt x="22152" y="103212"/>
                </a:lnTo>
                <a:lnTo>
                  <a:pt x="20983" y="102042"/>
                </a:lnTo>
                <a:lnTo>
                  <a:pt x="18652" y="103212"/>
                </a:lnTo>
                <a:lnTo>
                  <a:pt x="17482" y="102042"/>
                </a:lnTo>
                <a:lnTo>
                  <a:pt x="18651" y="99703"/>
                </a:lnTo>
                <a:lnTo>
                  <a:pt x="17482" y="98534"/>
                </a:lnTo>
                <a:lnTo>
                  <a:pt x="15143" y="99703"/>
                </a:lnTo>
                <a:lnTo>
                  <a:pt x="13974" y="98534"/>
                </a:lnTo>
                <a:lnTo>
                  <a:pt x="15143" y="96195"/>
                </a:lnTo>
                <a:lnTo>
                  <a:pt x="14069" y="95121"/>
                </a:lnTo>
                <a:lnTo>
                  <a:pt x="11430" y="96173"/>
                </a:lnTo>
                <a:lnTo>
                  <a:pt x="9991" y="94017"/>
                </a:lnTo>
                <a:lnTo>
                  <a:pt x="11818" y="90385"/>
                </a:lnTo>
                <a:lnTo>
                  <a:pt x="10868" y="88156"/>
                </a:lnTo>
                <a:lnTo>
                  <a:pt x="7915" y="88967"/>
                </a:lnTo>
                <a:lnTo>
                  <a:pt x="7009" y="88053"/>
                </a:lnTo>
                <a:lnTo>
                  <a:pt x="7915" y="85795"/>
                </a:lnTo>
                <a:lnTo>
                  <a:pt x="7184" y="84377"/>
                </a:lnTo>
                <a:lnTo>
                  <a:pt x="8098" y="82126"/>
                </a:lnTo>
                <a:lnTo>
                  <a:pt x="7060" y="81088"/>
                </a:lnTo>
                <a:lnTo>
                  <a:pt x="4414" y="82141"/>
                </a:lnTo>
                <a:lnTo>
                  <a:pt x="3544" y="80818"/>
                </a:lnTo>
                <a:lnTo>
                  <a:pt x="4356" y="78947"/>
                </a:lnTo>
                <a:lnTo>
                  <a:pt x="3617" y="76849"/>
                </a:lnTo>
                <a:lnTo>
                  <a:pt x="4970" y="71814"/>
                </a:lnTo>
                <a:lnTo>
                  <a:pt x="3749" y="70812"/>
                </a:lnTo>
                <a:lnTo>
                  <a:pt x="621" y="71353"/>
                </a:lnTo>
                <a:lnTo>
                  <a:pt x="0" y="69073"/>
                </a:lnTo>
                <a:lnTo>
                  <a:pt x="540" y="66106"/>
                </a:lnTo>
                <a:lnTo>
                  <a:pt x="540" y="58424"/>
                </a:lnTo>
                <a:lnTo>
                  <a:pt x="36" y="55545"/>
                </a:lnTo>
                <a:lnTo>
                  <a:pt x="694" y="52892"/>
                </a:lnTo>
                <a:lnTo>
                  <a:pt x="109" y="50436"/>
                </a:lnTo>
                <a:lnTo>
                  <a:pt x="804" y="49734"/>
                </a:lnTo>
                <a:lnTo>
                  <a:pt x="3983" y="50304"/>
                </a:lnTo>
                <a:lnTo>
                  <a:pt x="4531" y="47944"/>
                </a:lnTo>
                <a:lnTo>
                  <a:pt x="4049" y="45115"/>
                </a:lnTo>
                <a:lnTo>
                  <a:pt x="4049" y="42075"/>
                </a:lnTo>
                <a:lnTo>
                  <a:pt x="3734" y="40321"/>
                </a:lnTo>
                <a:lnTo>
                  <a:pt x="4202" y="39071"/>
                </a:lnTo>
                <a:lnTo>
                  <a:pt x="7220" y="39817"/>
                </a:lnTo>
                <a:lnTo>
                  <a:pt x="7878" y="39144"/>
                </a:lnTo>
                <a:lnTo>
                  <a:pt x="7520" y="36484"/>
                </a:lnTo>
                <a:lnTo>
                  <a:pt x="7601" y="35110"/>
                </a:lnTo>
                <a:lnTo>
                  <a:pt x="7184" y="33232"/>
                </a:lnTo>
                <a:lnTo>
                  <a:pt x="7769" y="32004"/>
                </a:lnTo>
                <a:lnTo>
                  <a:pt x="10670" y="32866"/>
                </a:lnTo>
                <a:lnTo>
                  <a:pt x="11387" y="32135"/>
                </a:lnTo>
                <a:lnTo>
                  <a:pt x="11029" y="29475"/>
                </a:lnTo>
                <a:lnTo>
                  <a:pt x="11094" y="28291"/>
                </a:lnTo>
                <a:lnTo>
                  <a:pt x="10685" y="25989"/>
                </a:lnTo>
                <a:lnTo>
                  <a:pt x="11460" y="24885"/>
                </a:lnTo>
                <a:lnTo>
                  <a:pt x="14054" y="25967"/>
                </a:lnTo>
                <a:lnTo>
                  <a:pt x="15048" y="24973"/>
                </a:lnTo>
                <a:lnTo>
                  <a:pt x="14003" y="22327"/>
                </a:lnTo>
                <a:lnTo>
                  <a:pt x="15319" y="21450"/>
                </a:lnTo>
                <a:lnTo>
                  <a:pt x="17380" y="22539"/>
                </a:lnTo>
                <a:lnTo>
                  <a:pt x="18659" y="21457"/>
                </a:lnTo>
                <a:lnTo>
                  <a:pt x="17511" y="19002"/>
                </a:lnTo>
                <a:lnTo>
                  <a:pt x="18659" y="17854"/>
                </a:lnTo>
                <a:lnTo>
                  <a:pt x="20961" y="19024"/>
                </a:lnTo>
                <a:lnTo>
                  <a:pt x="22160" y="17891"/>
                </a:lnTo>
                <a:lnTo>
                  <a:pt x="20998" y="15515"/>
                </a:lnTo>
                <a:lnTo>
                  <a:pt x="22152" y="14353"/>
                </a:lnTo>
                <a:lnTo>
                  <a:pt x="24491" y="15523"/>
                </a:lnTo>
                <a:lnTo>
                  <a:pt x="25661" y="14353"/>
                </a:lnTo>
                <a:lnTo>
                  <a:pt x="24491" y="12015"/>
                </a:lnTo>
                <a:lnTo>
                  <a:pt x="25639" y="10860"/>
                </a:lnTo>
                <a:lnTo>
                  <a:pt x="27875" y="11854"/>
                </a:lnTo>
                <a:lnTo>
                  <a:pt x="29293" y="11006"/>
                </a:lnTo>
                <a:lnTo>
                  <a:pt x="31515" y="12000"/>
                </a:lnTo>
                <a:lnTo>
                  <a:pt x="32458" y="11065"/>
                </a:lnTo>
                <a:lnTo>
                  <a:pt x="31639" y="8112"/>
                </a:lnTo>
                <a:lnTo>
                  <a:pt x="34066" y="7074"/>
                </a:lnTo>
                <a:lnTo>
                  <a:pt x="37091" y="8718"/>
                </a:lnTo>
                <a:lnTo>
                  <a:pt x="39525" y="7761"/>
                </a:lnTo>
                <a:lnTo>
                  <a:pt x="38750" y="4765"/>
                </a:lnTo>
                <a:lnTo>
                  <a:pt x="39532" y="3983"/>
                </a:lnTo>
                <a:lnTo>
                  <a:pt x="41988" y="4567"/>
                </a:lnTo>
                <a:lnTo>
                  <a:pt x="44795" y="3829"/>
                </a:lnTo>
                <a:lnTo>
                  <a:pt x="47353" y="4779"/>
                </a:lnTo>
                <a:lnTo>
                  <a:pt x="49874" y="4355"/>
                </a:lnTo>
                <a:lnTo>
                  <a:pt x="49377" y="1132"/>
                </a:lnTo>
                <a:lnTo>
                  <a:pt x="49947" y="562"/>
                </a:lnTo>
                <a:lnTo>
                  <a:pt x="52615" y="913"/>
                </a:lnTo>
                <a:lnTo>
                  <a:pt x="55509" y="781"/>
                </a:lnTo>
                <a:lnTo>
                  <a:pt x="61152" y="1337"/>
                </a:lnTo>
                <a:lnTo>
                  <a:pt x="66209" y="0"/>
                </a:lnTo>
                <a:lnTo>
                  <a:pt x="70930" y="950"/>
                </a:lnTo>
                <a:lnTo>
                  <a:pt x="70412" y="4151"/>
                </a:lnTo>
                <a:lnTo>
                  <a:pt x="71091" y="4830"/>
                </a:lnTo>
                <a:lnTo>
                  <a:pt x="73547" y="4246"/>
                </a:lnTo>
                <a:lnTo>
                  <a:pt x="76288" y="4933"/>
                </a:lnTo>
                <a:lnTo>
                  <a:pt x="79138" y="3639"/>
                </a:lnTo>
                <a:lnTo>
                  <a:pt x="81586" y="4553"/>
                </a:lnTo>
                <a:lnTo>
                  <a:pt x="80841" y="7571"/>
                </a:lnTo>
                <a:lnTo>
                  <a:pt x="81762" y="8492"/>
                </a:lnTo>
                <a:lnTo>
                  <a:pt x="83984" y="7440"/>
                </a:lnTo>
                <a:lnTo>
                  <a:pt x="85387" y="8375"/>
                </a:lnTo>
                <a:lnTo>
                  <a:pt x="87601" y="7323"/>
                </a:lnTo>
                <a:lnTo>
                  <a:pt x="88617" y="8339"/>
                </a:lnTo>
                <a:lnTo>
                  <a:pt x="87682" y="11145"/>
                </a:lnTo>
                <a:lnTo>
                  <a:pt x="90013" y="12395"/>
                </a:lnTo>
                <a:lnTo>
                  <a:pt x="90458" y="12150"/>
                </a:lnTo>
                <a:lnTo>
                  <a:pt x="90458" y="109143"/>
                </a:lnTo>
                <a:lnTo>
                  <a:pt x="89947" y="108890"/>
                </a:lnTo>
                <a:lnTo>
                  <a:pt x="87740" y="109833"/>
                </a:lnTo>
                <a:lnTo>
                  <a:pt x="88559" y="112786"/>
                </a:lnTo>
                <a:lnTo>
                  <a:pt x="87645" y="113692"/>
                </a:lnTo>
                <a:lnTo>
                  <a:pt x="85387" y="112786"/>
                </a:lnTo>
                <a:lnTo>
                  <a:pt x="83976" y="113509"/>
                </a:lnTo>
                <a:lnTo>
                  <a:pt x="81725" y="112603"/>
                </a:lnTo>
                <a:lnTo>
                  <a:pt x="80687" y="113641"/>
                </a:lnTo>
                <a:lnTo>
                  <a:pt x="81740" y="116287"/>
                </a:lnTo>
                <a:lnTo>
                  <a:pt x="80417" y="117164"/>
                </a:lnTo>
                <a:lnTo>
                  <a:pt x="78553" y="116345"/>
                </a:lnTo>
                <a:lnTo>
                  <a:pt x="76448" y="117083"/>
                </a:lnTo>
                <a:lnTo>
                  <a:pt x="71413" y="115731"/>
                </a:lnTo>
                <a:lnTo>
                  <a:pt x="70412" y="116952"/>
                </a:lnTo>
                <a:lnTo>
                  <a:pt x="70960" y="120080"/>
                </a:lnTo>
                <a:lnTo>
                  <a:pt x="68679" y="1207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6095989" y="9062728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55260" y="113466"/>
                </a:moveTo>
                <a:lnTo>
                  <a:pt x="52680" y="112823"/>
                </a:lnTo>
                <a:lnTo>
                  <a:pt x="50224" y="113407"/>
                </a:lnTo>
                <a:lnTo>
                  <a:pt x="49545" y="112728"/>
                </a:lnTo>
                <a:lnTo>
                  <a:pt x="50071" y="109526"/>
                </a:lnTo>
                <a:lnTo>
                  <a:pt x="47659" y="109044"/>
                </a:lnTo>
                <a:lnTo>
                  <a:pt x="44955" y="109475"/>
                </a:lnTo>
                <a:lnTo>
                  <a:pt x="40855" y="109475"/>
                </a:lnTo>
                <a:lnTo>
                  <a:pt x="37551" y="110111"/>
                </a:lnTo>
                <a:lnTo>
                  <a:pt x="35373" y="109336"/>
                </a:lnTo>
                <a:lnTo>
                  <a:pt x="36089" y="106289"/>
                </a:lnTo>
                <a:lnTo>
                  <a:pt x="35176" y="105382"/>
                </a:lnTo>
                <a:lnTo>
                  <a:pt x="32954" y="106435"/>
                </a:lnTo>
                <a:lnTo>
                  <a:pt x="31551" y="105499"/>
                </a:lnTo>
                <a:lnTo>
                  <a:pt x="29329" y="106552"/>
                </a:lnTo>
                <a:lnTo>
                  <a:pt x="28313" y="105536"/>
                </a:lnTo>
                <a:lnTo>
                  <a:pt x="29249" y="102737"/>
                </a:lnTo>
                <a:lnTo>
                  <a:pt x="26917" y="101480"/>
                </a:lnTo>
                <a:lnTo>
                  <a:pt x="23643" y="103277"/>
                </a:lnTo>
                <a:lnTo>
                  <a:pt x="21282" y="102269"/>
                </a:lnTo>
                <a:lnTo>
                  <a:pt x="22093" y="99324"/>
                </a:lnTo>
                <a:lnTo>
                  <a:pt x="21129" y="98359"/>
                </a:lnTo>
                <a:lnTo>
                  <a:pt x="18841" y="99521"/>
                </a:lnTo>
                <a:lnTo>
                  <a:pt x="17621" y="98417"/>
                </a:lnTo>
                <a:lnTo>
                  <a:pt x="18790" y="96013"/>
                </a:lnTo>
                <a:lnTo>
                  <a:pt x="17730" y="94953"/>
                </a:lnTo>
                <a:lnTo>
                  <a:pt x="15084" y="96005"/>
                </a:lnTo>
                <a:lnTo>
                  <a:pt x="14200" y="94683"/>
                </a:lnTo>
                <a:lnTo>
                  <a:pt x="15296" y="92629"/>
                </a:lnTo>
                <a:lnTo>
                  <a:pt x="14215" y="91343"/>
                </a:lnTo>
                <a:lnTo>
                  <a:pt x="11759" y="92490"/>
                </a:lnTo>
                <a:lnTo>
                  <a:pt x="10634" y="91357"/>
                </a:lnTo>
                <a:lnTo>
                  <a:pt x="11642" y="89135"/>
                </a:lnTo>
                <a:lnTo>
                  <a:pt x="10765" y="87718"/>
                </a:lnTo>
                <a:lnTo>
                  <a:pt x="11781" y="85496"/>
                </a:lnTo>
                <a:lnTo>
                  <a:pt x="10714" y="84429"/>
                </a:lnTo>
                <a:lnTo>
                  <a:pt x="8068" y="85481"/>
                </a:lnTo>
                <a:lnTo>
                  <a:pt x="7162" y="84107"/>
                </a:lnTo>
                <a:lnTo>
                  <a:pt x="8229" y="82236"/>
                </a:lnTo>
                <a:lnTo>
                  <a:pt x="7250" y="80701"/>
                </a:lnTo>
                <a:lnTo>
                  <a:pt x="8280" y="78480"/>
                </a:lnTo>
                <a:lnTo>
                  <a:pt x="7367" y="77566"/>
                </a:lnTo>
                <a:lnTo>
                  <a:pt x="4341" y="78304"/>
                </a:lnTo>
                <a:lnTo>
                  <a:pt x="3552" y="76141"/>
                </a:lnTo>
                <a:lnTo>
                  <a:pt x="4195" y="72779"/>
                </a:lnTo>
                <a:lnTo>
                  <a:pt x="4195" y="68803"/>
                </a:lnTo>
                <a:lnTo>
                  <a:pt x="4721" y="65872"/>
                </a:lnTo>
                <a:lnTo>
                  <a:pt x="4114" y="63548"/>
                </a:lnTo>
                <a:lnTo>
                  <a:pt x="972" y="64147"/>
                </a:lnTo>
                <a:lnTo>
                  <a:pt x="358" y="63541"/>
                </a:lnTo>
                <a:lnTo>
                  <a:pt x="716" y="60873"/>
                </a:lnTo>
                <a:lnTo>
                  <a:pt x="628" y="59199"/>
                </a:lnTo>
                <a:lnTo>
                  <a:pt x="694" y="55063"/>
                </a:lnTo>
                <a:lnTo>
                  <a:pt x="0" y="51459"/>
                </a:lnTo>
                <a:lnTo>
                  <a:pt x="876" y="49391"/>
                </a:lnTo>
                <a:lnTo>
                  <a:pt x="3829" y="50202"/>
                </a:lnTo>
                <a:lnTo>
                  <a:pt x="4589" y="49442"/>
                </a:lnTo>
                <a:lnTo>
                  <a:pt x="4092" y="46914"/>
                </a:lnTo>
                <a:lnTo>
                  <a:pt x="4575" y="44151"/>
                </a:lnTo>
                <a:lnTo>
                  <a:pt x="4195" y="41527"/>
                </a:lnTo>
                <a:lnTo>
                  <a:pt x="4195" y="38377"/>
                </a:lnTo>
                <a:lnTo>
                  <a:pt x="3895" y="36681"/>
                </a:lnTo>
                <a:lnTo>
                  <a:pt x="4326" y="35424"/>
                </a:lnTo>
                <a:lnTo>
                  <a:pt x="7381" y="36126"/>
                </a:lnTo>
                <a:lnTo>
                  <a:pt x="8032" y="35468"/>
                </a:lnTo>
                <a:lnTo>
                  <a:pt x="7674" y="32808"/>
                </a:lnTo>
                <a:lnTo>
                  <a:pt x="7747" y="31434"/>
                </a:lnTo>
                <a:lnTo>
                  <a:pt x="7337" y="29556"/>
                </a:lnTo>
                <a:lnTo>
                  <a:pt x="7922" y="28328"/>
                </a:lnTo>
                <a:lnTo>
                  <a:pt x="10816" y="29190"/>
                </a:lnTo>
                <a:lnTo>
                  <a:pt x="11540" y="28459"/>
                </a:lnTo>
                <a:lnTo>
                  <a:pt x="11182" y="25799"/>
                </a:lnTo>
                <a:lnTo>
                  <a:pt x="11240" y="24644"/>
                </a:lnTo>
                <a:lnTo>
                  <a:pt x="10838" y="22276"/>
                </a:lnTo>
                <a:lnTo>
                  <a:pt x="11635" y="21202"/>
                </a:lnTo>
                <a:lnTo>
                  <a:pt x="14193" y="22305"/>
                </a:lnTo>
                <a:lnTo>
                  <a:pt x="15201" y="21297"/>
                </a:lnTo>
                <a:lnTo>
                  <a:pt x="14149" y="18651"/>
                </a:lnTo>
                <a:lnTo>
                  <a:pt x="15413" y="17811"/>
                </a:lnTo>
                <a:lnTo>
                  <a:pt x="17635" y="18863"/>
                </a:lnTo>
                <a:lnTo>
                  <a:pt x="18805" y="17694"/>
                </a:lnTo>
                <a:lnTo>
                  <a:pt x="17635" y="15355"/>
                </a:lnTo>
                <a:lnTo>
                  <a:pt x="18710" y="14281"/>
                </a:lnTo>
                <a:lnTo>
                  <a:pt x="21355" y="15333"/>
                </a:lnTo>
                <a:lnTo>
                  <a:pt x="22086" y="14229"/>
                </a:lnTo>
                <a:lnTo>
                  <a:pt x="21216" y="11613"/>
                </a:lnTo>
                <a:lnTo>
                  <a:pt x="22992" y="10392"/>
                </a:lnTo>
                <a:lnTo>
                  <a:pt x="27809" y="12402"/>
                </a:lnTo>
                <a:lnTo>
                  <a:pt x="29081" y="10853"/>
                </a:lnTo>
                <a:lnTo>
                  <a:pt x="28306" y="7959"/>
                </a:lnTo>
                <a:lnTo>
                  <a:pt x="30016" y="7147"/>
                </a:lnTo>
                <a:lnTo>
                  <a:pt x="34920" y="8777"/>
                </a:lnTo>
                <a:lnTo>
                  <a:pt x="36009" y="7447"/>
                </a:lnTo>
                <a:lnTo>
                  <a:pt x="35446" y="4341"/>
                </a:lnTo>
                <a:lnTo>
                  <a:pt x="37712" y="3683"/>
                </a:lnTo>
                <a:lnTo>
                  <a:pt x="40738" y="4246"/>
                </a:lnTo>
                <a:lnTo>
                  <a:pt x="45043" y="4246"/>
                </a:lnTo>
                <a:lnTo>
                  <a:pt x="47528" y="4538"/>
                </a:lnTo>
                <a:lnTo>
                  <a:pt x="49793" y="4239"/>
                </a:lnTo>
                <a:lnTo>
                  <a:pt x="50020" y="4209"/>
                </a:lnTo>
                <a:lnTo>
                  <a:pt x="49574" y="950"/>
                </a:lnTo>
                <a:lnTo>
                  <a:pt x="50093" y="431"/>
                </a:lnTo>
                <a:lnTo>
                  <a:pt x="54442" y="760"/>
                </a:lnTo>
                <a:lnTo>
                  <a:pt x="55684" y="584"/>
                </a:lnTo>
                <a:lnTo>
                  <a:pt x="57869" y="869"/>
                </a:lnTo>
                <a:lnTo>
                  <a:pt x="63226" y="0"/>
                </a:lnTo>
                <a:lnTo>
                  <a:pt x="64103" y="1067"/>
                </a:lnTo>
                <a:lnTo>
                  <a:pt x="63475" y="4114"/>
                </a:lnTo>
                <a:lnTo>
                  <a:pt x="64703" y="4546"/>
                </a:lnTo>
                <a:lnTo>
                  <a:pt x="66398" y="4239"/>
                </a:lnTo>
                <a:lnTo>
                  <a:pt x="68320" y="4239"/>
                </a:lnTo>
                <a:lnTo>
                  <a:pt x="69899" y="3961"/>
                </a:lnTo>
                <a:lnTo>
                  <a:pt x="72910" y="4845"/>
                </a:lnTo>
                <a:lnTo>
                  <a:pt x="75892" y="3398"/>
                </a:lnTo>
                <a:lnTo>
                  <a:pt x="78304" y="4429"/>
                </a:lnTo>
                <a:lnTo>
                  <a:pt x="77493" y="7381"/>
                </a:lnTo>
                <a:lnTo>
                  <a:pt x="78377" y="8266"/>
                </a:lnTo>
                <a:lnTo>
                  <a:pt x="80672" y="7440"/>
                </a:lnTo>
                <a:lnTo>
                  <a:pt x="82068" y="8061"/>
                </a:lnTo>
                <a:lnTo>
                  <a:pt x="84356" y="7228"/>
                </a:lnTo>
                <a:lnTo>
                  <a:pt x="85247" y="8112"/>
                </a:lnTo>
                <a:lnTo>
                  <a:pt x="84436" y="11072"/>
                </a:lnTo>
                <a:lnTo>
                  <a:pt x="86672" y="12022"/>
                </a:lnTo>
                <a:lnTo>
                  <a:pt x="90290" y="10188"/>
                </a:lnTo>
                <a:lnTo>
                  <a:pt x="92454" y="11627"/>
                </a:lnTo>
                <a:lnTo>
                  <a:pt x="91401" y="14273"/>
                </a:lnTo>
                <a:lnTo>
                  <a:pt x="92476" y="15348"/>
                </a:lnTo>
                <a:lnTo>
                  <a:pt x="94814" y="14178"/>
                </a:lnTo>
                <a:lnTo>
                  <a:pt x="95984" y="15348"/>
                </a:lnTo>
                <a:lnTo>
                  <a:pt x="94814" y="17686"/>
                </a:lnTo>
                <a:lnTo>
                  <a:pt x="95969" y="18841"/>
                </a:lnTo>
                <a:lnTo>
                  <a:pt x="98366" y="17679"/>
                </a:lnTo>
                <a:lnTo>
                  <a:pt x="99470" y="18900"/>
                </a:lnTo>
                <a:lnTo>
                  <a:pt x="98308" y="21187"/>
                </a:lnTo>
                <a:lnTo>
                  <a:pt x="99273" y="22145"/>
                </a:lnTo>
                <a:lnTo>
                  <a:pt x="102225" y="21333"/>
                </a:lnTo>
                <a:lnTo>
                  <a:pt x="103227" y="23694"/>
                </a:lnTo>
                <a:lnTo>
                  <a:pt x="101421" y="26968"/>
                </a:lnTo>
                <a:lnTo>
                  <a:pt x="102678" y="29300"/>
                </a:lnTo>
                <a:lnTo>
                  <a:pt x="105485" y="28364"/>
                </a:lnTo>
                <a:lnTo>
                  <a:pt x="106501" y="29380"/>
                </a:lnTo>
                <a:lnTo>
                  <a:pt x="105448" y="31602"/>
                </a:lnTo>
                <a:lnTo>
                  <a:pt x="106384" y="32998"/>
                </a:lnTo>
                <a:lnTo>
                  <a:pt x="105331" y="35220"/>
                </a:lnTo>
                <a:lnTo>
                  <a:pt x="106245" y="36133"/>
                </a:lnTo>
                <a:lnTo>
                  <a:pt x="109278" y="35410"/>
                </a:lnTo>
                <a:lnTo>
                  <a:pt x="110067" y="37573"/>
                </a:lnTo>
                <a:lnTo>
                  <a:pt x="109424" y="40913"/>
                </a:lnTo>
                <a:lnTo>
                  <a:pt x="109424" y="43880"/>
                </a:lnTo>
                <a:lnTo>
                  <a:pt x="109198" y="45291"/>
                </a:lnTo>
                <a:lnTo>
                  <a:pt x="109556" y="46935"/>
                </a:lnTo>
                <a:lnTo>
                  <a:pt x="109007" y="49420"/>
                </a:lnTo>
                <a:lnTo>
                  <a:pt x="109914" y="50327"/>
                </a:lnTo>
                <a:lnTo>
                  <a:pt x="112560" y="49274"/>
                </a:lnTo>
                <a:lnTo>
                  <a:pt x="113305" y="50392"/>
                </a:lnTo>
                <a:lnTo>
                  <a:pt x="112903" y="52651"/>
                </a:lnTo>
                <a:lnTo>
                  <a:pt x="113027" y="55370"/>
                </a:lnTo>
                <a:lnTo>
                  <a:pt x="113422" y="58403"/>
                </a:lnTo>
                <a:lnTo>
                  <a:pt x="112779" y="60983"/>
                </a:lnTo>
                <a:lnTo>
                  <a:pt x="113364" y="63438"/>
                </a:lnTo>
                <a:lnTo>
                  <a:pt x="112684" y="64118"/>
                </a:lnTo>
                <a:lnTo>
                  <a:pt x="109475" y="63592"/>
                </a:lnTo>
                <a:lnTo>
                  <a:pt x="108993" y="66004"/>
                </a:lnTo>
                <a:lnTo>
                  <a:pt x="109424" y="68708"/>
                </a:lnTo>
                <a:lnTo>
                  <a:pt x="109424" y="72786"/>
                </a:lnTo>
                <a:lnTo>
                  <a:pt x="110067" y="76133"/>
                </a:lnTo>
                <a:lnTo>
                  <a:pt x="109278" y="78297"/>
                </a:lnTo>
                <a:lnTo>
                  <a:pt x="106245" y="77573"/>
                </a:lnTo>
                <a:lnTo>
                  <a:pt x="105587" y="78231"/>
                </a:lnTo>
                <a:lnTo>
                  <a:pt x="105938" y="80899"/>
                </a:lnTo>
                <a:lnTo>
                  <a:pt x="105872" y="82207"/>
                </a:lnTo>
                <a:lnTo>
                  <a:pt x="106289" y="84239"/>
                </a:lnTo>
                <a:lnTo>
                  <a:pt x="105631" y="85430"/>
                </a:lnTo>
                <a:lnTo>
                  <a:pt x="102839" y="84487"/>
                </a:lnTo>
                <a:lnTo>
                  <a:pt x="101831" y="85496"/>
                </a:lnTo>
                <a:lnTo>
                  <a:pt x="102846" y="87718"/>
                </a:lnTo>
                <a:lnTo>
                  <a:pt x="101969" y="89135"/>
                </a:lnTo>
                <a:lnTo>
                  <a:pt x="102985" y="91357"/>
                </a:lnTo>
                <a:lnTo>
                  <a:pt x="101918" y="92424"/>
                </a:lnTo>
                <a:lnTo>
                  <a:pt x="99273" y="91372"/>
                </a:lnTo>
                <a:lnTo>
                  <a:pt x="98396" y="92695"/>
                </a:lnTo>
                <a:lnTo>
                  <a:pt x="99484" y="94748"/>
                </a:lnTo>
                <a:lnTo>
                  <a:pt x="98403" y="96035"/>
                </a:lnTo>
                <a:lnTo>
                  <a:pt x="95947" y="94887"/>
                </a:lnTo>
                <a:lnTo>
                  <a:pt x="94829" y="96013"/>
                </a:lnTo>
                <a:lnTo>
                  <a:pt x="95991" y="98417"/>
                </a:lnTo>
                <a:lnTo>
                  <a:pt x="94770" y="99521"/>
                </a:lnTo>
                <a:lnTo>
                  <a:pt x="92483" y="98359"/>
                </a:lnTo>
                <a:lnTo>
                  <a:pt x="91525" y="99324"/>
                </a:lnTo>
                <a:lnTo>
                  <a:pt x="92337" y="102269"/>
                </a:lnTo>
                <a:lnTo>
                  <a:pt x="89976" y="103277"/>
                </a:lnTo>
                <a:lnTo>
                  <a:pt x="86702" y="101480"/>
                </a:lnTo>
                <a:lnTo>
                  <a:pt x="84370" y="102737"/>
                </a:lnTo>
                <a:lnTo>
                  <a:pt x="85306" y="105536"/>
                </a:lnTo>
                <a:lnTo>
                  <a:pt x="84290" y="106552"/>
                </a:lnTo>
                <a:lnTo>
                  <a:pt x="82068" y="105499"/>
                </a:lnTo>
                <a:lnTo>
                  <a:pt x="80665" y="106435"/>
                </a:lnTo>
                <a:lnTo>
                  <a:pt x="78443" y="105382"/>
                </a:lnTo>
                <a:lnTo>
                  <a:pt x="77529" y="106303"/>
                </a:lnTo>
                <a:lnTo>
                  <a:pt x="78253" y="109329"/>
                </a:lnTo>
                <a:lnTo>
                  <a:pt x="76090" y="110118"/>
                </a:lnTo>
                <a:lnTo>
                  <a:pt x="72750" y="109475"/>
                </a:lnTo>
                <a:lnTo>
                  <a:pt x="69782" y="109475"/>
                </a:lnTo>
                <a:lnTo>
                  <a:pt x="68372" y="109249"/>
                </a:lnTo>
                <a:lnTo>
                  <a:pt x="66727" y="109607"/>
                </a:lnTo>
                <a:lnTo>
                  <a:pt x="64242" y="109059"/>
                </a:lnTo>
                <a:lnTo>
                  <a:pt x="63336" y="109965"/>
                </a:lnTo>
                <a:lnTo>
                  <a:pt x="64388" y="112611"/>
                </a:lnTo>
                <a:lnTo>
                  <a:pt x="63270" y="113349"/>
                </a:lnTo>
                <a:lnTo>
                  <a:pt x="61012" y="112947"/>
                </a:lnTo>
                <a:lnTo>
                  <a:pt x="58293" y="113071"/>
                </a:lnTo>
                <a:lnTo>
                  <a:pt x="55260" y="113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5892437" y="9069774"/>
            <a:ext cx="100330" cy="99695"/>
          </a:xfrm>
          <a:custGeom>
            <a:avLst/>
            <a:gdLst/>
            <a:ahLst/>
            <a:cxnLst/>
            <a:rect l="l" t="t" r="r" b="b"/>
            <a:pathLst>
              <a:path w="100330" h="99695">
                <a:moveTo>
                  <a:pt x="50809" y="99404"/>
                </a:moveTo>
                <a:lnTo>
                  <a:pt x="44144" y="98680"/>
                </a:lnTo>
                <a:lnTo>
                  <a:pt x="41505" y="99462"/>
                </a:lnTo>
                <a:lnTo>
                  <a:pt x="38728" y="98768"/>
                </a:lnTo>
                <a:lnTo>
                  <a:pt x="36272" y="99353"/>
                </a:lnTo>
                <a:lnTo>
                  <a:pt x="35454" y="98534"/>
                </a:lnTo>
                <a:lnTo>
                  <a:pt x="36301" y="95625"/>
                </a:lnTo>
                <a:lnTo>
                  <a:pt x="34569" y="94829"/>
                </a:lnTo>
                <a:lnTo>
                  <a:pt x="29651" y="96429"/>
                </a:lnTo>
                <a:lnTo>
                  <a:pt x="28445" y="94960"/>
                </a:lnTo>
                <a:lnTo>
                  <a:pt x="29307" y="92176"/>
                </a:lnTo>
                <a:lnTo>
                  <a:pt x="27027" y="90911"/>
                </a:lnTo>
                <a:lnTo>
                  <a:pt x="23709" y="92724"/>
                </a:lnTo>
                <a:lnTo>
                  <a:pt x="21370" y="91723"/>
                </a:lnTo>
                <a:lnTo>
                  <a:pt x="22181" y="88770"/>
                </a:lnTo>
                <a:lnTo>
                  <a:pt x="21216" y="87805"/>
                </a:lnTo>
                <a:lnTo>
                  <a:pt x="18914" y="88975"/>
                </a:lnTo>
                <a:lnTo>
                  <a:pt x="17708" y="87849"/>
                </a:lnTo>
                <a:lnTo>
                  <a:pt x="18878" y="85466"/>
                </a:lnTo>
                <a:lnTo>
                  <a:pt x="17810" y="84399"/>
                </a:lnTo>
                <a:lnTo>
                  <a:pt x="15165" y="85452"/>
                </a:lnTo>
                <a:lnTo>
                  <a:pt x="14295" y="84144"/>
                </a:lnTo>
                <a:lnTo>
                  <a:pt x="15384" y="82046"/>
                </a:lnTo>
                <a:lnTo>
                  <a:pt x="14266" y="80789"/>
                </a:lnTo>
                <a:lnTo>
                  <a:pt x="11847" y="81944"/>
                </a:lnTo>
                <a:lnTo>
                  <a:pt x="10699" y="80796"/>
                </a:lnTo>
                <a:lnTo>
                  <a:pt x="11869" y="78458"/>
                </a:lnTo>
                <a:lnTo>
                  <a:pt x="10699" y="77288"/>
                </a:lnTo>
                <a:lnTo>
                  <a:pt x="8361" y="78458"/>
                </a:lnTo>
                <a:lnTo>
                  <a:pt x="7199" y="77296"/>
                </a:lnTo>
                <a:lnTo>
                  <a:pt x="8214" y="75074"/>
                </a:lnTo>
                <a:lnTo>
                  <a:pt x="7337" y="73656"/>
                </a:lnTo>
                <a:lnTo>
                  <a:pt x="8353" y="71434"/>
                </a:lnTo>
                <a:lnTo>
                  <a:pt x="7286" y="70367"/>
                </a:lnTo>
                <a:lnTo>
                  <a:pt x="4640" y="71419"/>
                </a:lnTo>
                <a:lnTo>
                  <a:pt x="3749" y="70075"/>
                </a:lnTo>
                <a:lnTo>
                  <a:pt x="4619" y="68233"/>
                </a:lnTo>
                <a:lnTo>
                  <a:pt x="3997" y="66669"/>
                </a:lnTo>
                <a:lnTo>
                  <a:pt x="4765" y="64337"/>
                </a:lnTo>
                <a:lnTo>
                  <a:pt x="3902" y="63475"/>
                </a:lnTo>
                <a:lnTo>
                  <a:pt x="950" y="64286"/>
                </a:lnTo>
                <a:lnTo>
                  <a:pt x="0" y="62057"/>
                </a:lnTo>
                <a:lnTo>
                  <a:pt x="964" y="58776"/>
                </a:lnTo>
                <a:lnTo>
                  <a:pt x="160" y="51123"/>
                </a:lnTo>
                <a:lnTo>
                  <a:pt x="760" y="45021"/>
                </a:lnTo>
                <a:lnTo>
                  <a:pt x="760" y="38428"/>
                </a:lnTo>
                <a:lnTo>
                  <a:pt x="431" y="36550"/>
                </a:lnTo>
                <a:lnTo>
                  <a:pt x="950" y="35329"/>
                </a:lnTo>
                <a:lnTo>
                  <a:pt x="3902" y="36141"/>
                </a:lnTo>
                <a:lnTo>
                  <a:pt x="4779" y="35264"/>
                </a:lnTo>
                <a:lnTo>
                  <a:pt x="3968" y="32962"/>
                </a:lnTo>
                <a:lnTo>
                  <a:pt x="4567" y="31573"/>
                </a:lnTo>
                <a:lnTo>
                  <a:pt x="3756" y="29271"/>
                </a:lnTo>
                <a:lnTo>
                  <a:pt x="4757" y="28269"/>
                </a:lnTo>
                <a:lnTo>
                  <a:pt x="7403" y="29322"/>
                </a:lnTo>
                <a:lnTo>
                  <a:pt x="8317" y="27948"/>
                </a:lnTo>
                <a:lnTo>
                  <a:pt x="7250" y="26077"/>
                </a:lnTo>
                <a:lnTo>
                  <a:pt x="8229" y="24549"/>
                </a:lnTo>
                <a:lnTo>
                  <a:pt x="7199" y="22328"/>
                </a:lnTo>
                <a:lnTo>
                  <a:pt x="8302" y="21224"/>
                </a:lnTo>
                <a:lnTo>
                  <a:pt x="10845" y="22335"/>
                </a:lnTo>
                <a:lnTo>
                  <a:pt x="11796" y="21070"/>
                </a:lnTo>
                <a:lnTo>
                  <a:pt x="10692" y="18834"/>
                </a:lnTo>
                <a:lnTo>
                  <a:pt x="11774" y="17752"/>
                </a:lnTo>
                <a:lnTo>
                  <a:pt x="14419" y="18805"/>
                </a:lnTo>
                <a:lnTo>
                  <a:pt x="15304" y="17482"/>
                </a:lnTo>
                <a:lnTo>
                  <a:pt x="14207" y="15428"/>
                </a:lnTo>
                <a:lnTo>
                  <a:pt x="15289" y="14149"/>
                </a:lnTo>
                <a:lnTo>
                  <a:pt x="17745" y="15289"/>
                </a:lnTo>
                <a:lnTo>
                  <a:pt x="18834" y="14208"/>
                </a:lnTo>
                <a:lnTo>
                  <a:pt x="17715" y="11686"/>
                </a:lnTo>
                <a:lnTo>
                  <a:pt x="18973" y="10707"/>
                </a:lnTo>
                <a:lnTo>
                  <a:pt x="21209" y="11832"/>
                </a:lnTo>
                <a:lnTo>
                  <a:pt x="22181" y="10868"/>
                </a:lnTo>
                <a:lnTo>
                  <a:pt x="21370" y="7915"/>
                </a:lnTo>
                <a:lnTo>
                  <a:pt x="23738" y="6899"/>
                </a:lnTo>
                <a:lnTo>
                  <a:pt x="26975" y="8690"/>
                </a:lnTo>
                <a:lnTo>
                  <a:pt x="29322" y="7469"/>
                </a:lnTo>
                <a:lnTo>
                  <a:pt x="28401" y="4641"/>
                </a:lnTo>
                <a:lnTo>
                  <a:pt x="29153" y="3888"/>
                </a:lnTo>
                <a:lnTo>
                  <a:pt x="31821" y="4246"/>
                </a:lnTo>
                <a:lnTo>
                  <a:pt x="33349" y="4144"/>
                </a:lnTo>
                <a:lnTo>
                  <a:pt x="34810" y="4509"/>
                </a:lnTo>
                <a:lnTo>
                  <a:pt x="35841" y="4209"/>
                </a:lnTo>
                <a:lnTo>
                  <a:pt x="36170" y="4121"/>
                </a:lnTo>
                <a:lnTo>
                  <a:pt x="35556" y="986"/>
                </a:lnTo>
                <a:lnTo>
                  <a:pt x="36243" y="299"/>
                </a:lnTo>
                <a:lnTo>
                  <a:pt x="38750" y="825"/>
                </a:lnTo>
                <a:lnTo>
                  <a:pt x="41476" y="270"/>
                </a:lnTo>
                <a:lnTo>
                  <a:pt x="44187" y="701"/>
                </a:lnTo>
                <a:lnTo>
                  <a:pt x="56532" y="701"/>
                </a:lnTo>
                <a:lnTo>
                  <a:pt x="60844" y="0"/>
                </a:lnTo>
                <a:lnTo>
                  <a:pt x="64206" y="767"/>
                </a:lnTo>
                <a:lnTo>
                  <a:pt x="63643" y="3946"/>
                </a:lnTo>
                <a:lnTo>
                  <a:pt x="64235" y="4545"/>
                </a:lnTo>
                <a:lnTo>
                  <a:pt x="66903" y="4187"/>
                </a:lnTo>
                <a:lnTo>
                  <a:pt x="68277" y="4253"/>
                </a:lnTo>
                <a:lnTo>
                  <a:pt x="70155" y="3844"/>
                </a:lnTo>
                <a:lnTo>
                  <a:pt x="71390" y="4436"/>
                </a:lnTo>
                <a:lnTo>
                  <a:pt x="70528" y="7323"/>
                </a:lnTo>
                <a:lnTo>
                  <a:pt x="71251" y="8054"/>
                </a:lnTo>
                <a:lnTo>
                  <a:pt x="73919" y="7695"/>
                </a:lnTo>
                <a:lnTo>
                  <a:pt x="75110" y="7754"/>
                </a:lnTo>
                <a:lnTo>
                  <a:pt x="77398" y="7345"/>
                </a:lnTo>
                <a:lnTo>
                  <a:pt x="78509" y="8112"/>
                </a:lnTo>
                <a:lnTo>
                  <a:pt x="77434" y="10728"/>
                </a:lnTo>
                <a:lnTo>
                  <a:pt x="78523" y="11810"/>
                </a:lnTo>
                <a:lnTo>
                  <a:pt x="80862" y="10641"/>
                </a:lnTo>
                <a:lnTo>
                  <a:pt x="82031" y="11810"/>
                </a:lnTo>
                <a:lnTo>
                  <a:pt x="80862" y="14149"/>
                </a:lnTo>
                <a:lnTo>
                  <a:pt x="82031" y="15318"/>
                </a:lnTo>
                <a:lnTo>
                  <a:pt x="84370" y="14149"/>
                </a:lnTo>
                <a:lnTo>
                  <a:pt x="85539" y="15318"/>
                </a:lnTo>
                <a:lnTo>
                  <a:pt x="84370" y="17657"/>
                </a:lnTo>
                <a:lnTo>
                  <a:pt x="85539" y="18819"/>
                </a:lnTo>
                <a:lnTo>
                  <a:pt x="87878" y="17650"/>
                </a:lnTo>
                <a:lnTo>
                  <a:pt x="89048" y="18819"/>
                </a:lnTo>
                <a:lnTo>
                  <a:pt x="87878" y="21158"/>
                </a:lnTo>
                <a:lnTo>
                  <a:pt x="88952" y="22232"/>
                </a:lnTo>
                <a:lnTo>
                  <a:pt x="91591" y="21180"/>
                </a:lnTo>
                <a:lnTo>
                  <a:pt x="93038" y="23336"/>
                </a:lnTo>
                <a:lnTo>
                  <a:pt x="91204" y="26968"/>
                </a:lnTo>
                <a:lnTo>
                  <a:pt x="92161" y="29197"/>
                </a:lnTo>
                <a:lnTo>
                  <a:pt x="95114" y="28386"/>
                </a:lnTo>
                <a:lnTo>
                  <a:pt x="95991" y="29270"/>
                </a:lnTo>
                <a:lnTo>
                  <a:pt x="95179" y="31573"/>
                </a:lnTo>
                <a:lnTo>
                  <a:pt x="95779" y="32961"/>
                </a:lnTo>
                <a:lnTo>
                  <a:pt x="94967" y="35263"/>
                </a:lnTo>
                <a:lnTo>
                  <a:pt x="95844" y="36141"/>
                </a:lnTo>
                <a:lnTo>
                  <a:pt x="98797" y="35329"/>
                </a:lnTo>
                <a:lnTo>
                  <a:pt x="99747" y="37558"/>
                </a:lnTo>
                <a:lnTo>
                  <a:pt x="98782" y="40833"/>
                </a:lnTo>
                <a:lnTo>
                  <a:pt x="99323" y="45971"/>
                </a:lnTo>
                <a:lnTo>
                  <a:pt x="99331" y="50137"/>
                </a:lnTo>
                <a:lnTo>
                  <a:pt x="98746" y="55538"/>
                </a:lnTo>
                <a:lnTo>
                  <a:pt x="99528" y="58176"/>
                </a:lnTo>
                <a:lnTo>
                  <a:pt x="98834" y="60953"/>
                </a:lnTo>
                <a:lnTo>
                  <a:pt x="99418" y="63409"/>
                </a:lnTo>
                <a:lnTo>
                  <a:pt x="98600" y="64228"/>
                </a:lnTo>
                <a:lnTo>
                  <a:pt x="95691" y="63380"/>
                </a:lnTo>
                <a:lnTo>
                  <a:pt x="94894" y="65112"/>
                </a:lnTo>
                <a:lnTo>
                  <a:pt x="96495" y="70031"/>
                </a:lnTo>
                <a:lnTo>
                  <a:pt x="95026" y="71222"/>
                </a:lnTo>
                <a:lnTo>
                  <a:pt x="92227" y="70381"/>
                </a:lnTo>
                <a:lnTo>
                  <a:pt x="91277" y="72143"/>
                </a:lnTo>
                <a:lnTo>
                  <a:pt x="93038" y="77003"/>
                </a:lnTo>
                <a:lnTo>
                  <a:pt x="91459" y="78297"/>
                </a:lnTo>
                <a:lnTo>
                  <a:pt x="88806" y="77347"/>
                </a:lnTo>
                <a:lnTo>
                  <a:pt x="88010" y="78582"/>
                </a:lnTo>
                <a:lnTo>
                  <a:pt x="89048" y="80796"/>
                </a:lnTo>
                <a:lnTo>
                  <a:pt x="87973" y="81871"/>
                </a:lnTo>
                <a:lnTo>
                  <a:pt x="85327" y="80818"/>
                </a:lnTo>
                <a:lnTo>
                  <a:pt x="84487" y="82090"/>
                </a:lnTo>
                <a:lnTo>
                  <a:pt x="85539" y="84297"/>
                </a:lnTo>
                <a:lnTo>
                  <a:pt x="84377" y="85474"/>
                </a:lnTo>
                <a:lnTo>
                  <a:pt x="82031" y="84304"/>
                </a:lnTo>
                <a:lnTo>
                  <a:pt x="80957" y="85379"/>
                </a:lnTo>
                <a:lnTo>
                  <a:pt x="82009" y="88025"/>
                </a:lnTo>
                <a:lnTo>
                  <a:pt x="80635" y="88938"/>
                </a:lnTo>
                <a:lnTo>
                  <a:pt x="78757" y="87864"/>
                </a:lnTo>
                <a:lnTo>
                  <a:pt x="77383" y="88755"/>
                </a:lnTo>
                <a:lnTo>
                  <a:pt x="78421" y="91423"/>
                </a:lnTo>
                <a:lnTo>
                  <a:pt x="77610" y="92242"/>
                </a:lnTo>
                <a:lnTo>
                  <a:pt x="74942" y="91883"/>
                </a:lnTo>
                <a:lnTo>
                  <a:pt x="73648" y="91949"/>
                </a:lnTo>
                <a:lnTo>
                  <a:pt x="71595" y="91533"/>
                </a:lnTo>
                <a:lnTo>
                  <a:pt x="70411" y="92190"/>
                </a:lnTo>
                <a:lnTo>
                  <a:pt x="71361" y="94975"/>
                </a:lnTo>
                <a:lnTo>
                  <a:pt x="70593" y="95750"/>
                </a:lnTo>
                <a:lnTo>
                  <a:pt x="67926" y="95391"/>
                </a:lnTo>
                <a:lnTo>
                  <a:pt x="66552" y="95457"/>
                </a:lnTo>
                <a:lnTo>
                  <a:pt x="64673" y="95055"/>
                </a:lnTo>
                <a:lnTo>
                  <a:pt x="63438" y="95640"/>
                </a:lnTo>
                <a:lnTo>
                  <a:pt x="64301" y="98527"/>
                </a:lnTo>
                <a:lnTo>
                  <a:pt x="63577" y="99258"/>
                </a:lnTo>
                <a:lnTo>
                  <a:pt x="60909" y="98900"/>
                </a:lnTo>
                <a:lnTo>
                  <a:pt x="50809" y="99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3" name="object 23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689389" y="9076637"/>
            <a:ext cx="85379" cy="85452"/>
          </a:xfrm>
          <a:prstGeom prst="rect">
            <a:avLst/>
          </a:prstGeom>
        </p:spPr>
      </p:pic>
      <p:pic>
        <p:nvPicPr>
          <p:cNvPr id="234" name="object 234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5485916" y="9083843"/>
            <a:ext cx="71149" cy="71134"/>
          </a:xfrm>
          <a:prstGeom prst="rect">
            <a:avLst/>
          </a:prstGeom>
        </p:spPr>
      </p:pic>
      <p:sp>
        <p:nvSpPr>
          <p:cNvPr id="235" name="object 235"/>
          <p:cNvSpPr/>
          <p:nvPr/>
        </p:nvSpPr>
        <p:spPr>
          <a:xfrm>
            <a:off x="15285566" y="9094704"/>
            <a:ext cx="50800" cy="50165"/>
          </a:xfrm>
          <a:custGeom>
            <a:avLst/>
            <a:gdLst/>
            <a:ahLst/>
            <a:cxnLst/>
            <a:rect l="l" t="t" r="r" b="b"/>
            <a:pathLst>
              <a:path w="50800" h="50165">
                <a:moveTo>
                  <a:pt x="30257" y="49954"/>
                </a:moveTo>
                <a:lnTo>
                  <a:pt x="27378" y="49442"/>
                </a:lnTo>
                <a:lnTo>
                  <a:pt x="23168" y="49442"/>
                </a:lnTo>
                <a:lnTo>
                  <a:pt x="20288" y="49954"/>
                </a:lnTo>
                <a:lnTo>
                  <a:pt x="17635" y="49289"/>
                </a:lnTo>
                <a:lnTo>
                  <a:pt x="15179" y="49873"/>
                </a:lnTo>
                <a:lnTo>
                  <a:pt x="14164" y="48857"/>
                </a:lnTo>
                <a:lnTo>
                  <a:pt x="15216" y="46636"/>
                </a:lnTo>
                <a:lnTo>
                  <a:pt x="14748" y="45934"/>
                </a:lnTo>
                <a:lnTo>
                  <a:pt x="14047" y="45466"/>
                </a:lnTo>
                <a:lnTo>
                  <a:pt x="11825" y="46519"/>
                </a:lnTo>
                <a:lnTo>
                  <a:pt x="10750" y="45444"/>
                </a:lnTo>
                <a:lnTo>
                  <a:pt x="11803" y="42799"/>
                </a:lnTo>
                <a:lnTo>
                  <a:pt x="10539" y="41958"/>
                </a:lnTo>
                <a:lnTo>
                  <a:pt x="8317" y="43011"/>
                </a:lnTo>
                <a:lnTo>
                  <a:pt x="7147" y="41841"/>
                </a:lnTo>
                <a:lnTo>
                  <a:pt x="8317" y="39502"/>
                </a:lnTo>
                <a:lnTo>
                  <a:pt x="7242" y="38428"/>
                </a:lnTo>
                <a:lnTo>
                  <a:pt x="4597" y="39481"/>
                </a:lnTo>
                <a:lnTo>
                  <a:pt x="3683" y="38107"/>
                </a:lnTo>
                <a:lnTo>
                  <a:pt x="4655" y="36294"/>
                </a:lnTo>
                <a:lnTo>
                  <a:pt x="4224" y="35410"/>
                </a:lnTo>
                <a:lnTo>
                  <a:pt x="3522" y="34942"/>
                </a:lnTo>
                <a:lnTo>
                  <a:pt x="1300" y="35994"/>
                </a:lnTo>
                <a:lnTo>
                  <a:pt x="270" y="34964"/>
                </a:lnTo>
                <a:lnTo>
                  <a:pt x="891" y="32537"/>
                </a:lnTo>
                <a:lnTo>
                  <a:pt x="168" y="29936"/>
                </a:lnTo>
                <a:lnTo>
                  <a:pt x="716" y="26939"/>
                </a:lnTo>
                <a:lnTo>
                  <a:pt x="716" y="23752"/>
                </a:lnTo>
                <a:lnTo>
                  <a:pt x="584" y="22503"/>
                </a:lnTo>
                <a:lnTo>
                  <a:pt x="840" y="20325"/>
                </a:lnTo>
                <a:lnTo>
                  <a:pt x="0" y="14953"/>
                </a:lnTo>
                <a:lnTo>
                  <a:pt x="1417" y="13783"/>
                </a:lnTo>
                <a:lnTo>
                  <a:pt x="3435" y="14814"/>
                </a:lnTo>
                <a:lnTo>
                  <a:pt x="4224" y="14361"/>
                </a:lnTo>
                <a:lnTo>
                  <a:pt x="4692" y="13659"/>
                </a:lnTo>
                <a:lnTo>
                  <a:pt x="3639" y="11437"/>
                </a:lnTo>
                <a:lnTo>
                  <a:pt x="4714" y="10363"/>
                </a:lnTo>
                <a:lnTo>
                  <a:pt x="7359" y="11415"/>
                </a:lnTo>
                <a:lnTo>
                  <a:pt x="8200" y="10151"/>
                </a:lnTo>
                <a:lnTo>
                  <a:pt x="7147" y="7929"/>
                </a:lnTo>
                <a:lnTo>
                  <a:pt x="8317" y="6760"/>
                </a:lnTo>
                <a:lnTo>
                  <a:pt x="10655" y="7929"/>
                </a:lnTo>
                <a:lnTo>
                  <a:pt x="11730" y="6855"/>
                </a:lnTo>
                <a:lnTo>
                  <a:pt x="10677" y="4209"/>
                </a:lnTo>
                <a:lnTo>
                  <a:pt x="12051" y="3296"/>
                </a:lnTo>
                <a:lnTo>
                  <a:pt x="13864" y="4268"/>
                </a:lnTo>
                <a:lnTo>
                  <a:pt x="14748" y="3836"/>
                </a:lnTo>
                <a:lnTo>
                  <a:pt x="15077" y="3464"/>
                </a:lnTo>
                <a:lnTo>
                  <a:pt x="14339" y="496"/>
                </a:lnTo>
                <a:lnTo>
                  <a:pt x="15545" y="7"/>
                </a:lnTo>
                <a:lnTo>
                  <a:pt x="17387" y="328"/>
                </a:lnTo>
                <a:lnTo>
                  <a:pt x="33151" y="328"/>
                </a:lnTo>
                <a:lnTo>
                  <a:pt x="35015" y="0"/>
                </a:lnTo>
                <a:lnTo>
                  <a:pt x="36214" y="504"/>
                </a:lnTo>
                <a:lnTo>
                  <a:pt x="35461" y="3464"/>
                </a:lnTo>
                <a:lnTo>
                  <a:pt x="35797" y="3836"/>
                </a:lnTo>
                <a:lnTo>
                  <a:pt x="36499" y="4304"/>
                </a:lnTo>
                <a:lnTo>
                  <a:pt x="38721" y="3252"/>
                </a:lnTo>
                <a:lnTo>
                  <a:pt x="39795" y="4326"/>
                </a:lnTo>
                <a:lnTo>
                  <a:pt x="38742" y="6972"/>
                </a:lnTo>
                <a:lnTo>
                  <a:pt x="40007" y="7812"/>
                </a:lnTo>
                <a:lnTo>
                  <a:pt x="42229" y="6760"/>
                </a:lnTo>
                <a:lnTo>
                  <a:pt x="43398" y="7929"/>
                </a:lnTo>
                <a:lnTo>
                  <a:pt x="42229" y="10268"/>
                </a:lnTo>
                <a:lnTo>
                  <a:pt x="43303" y="11342"/>
                </a:lnTo>
                <a:lnTo>
                  <a:pt x="45949" y="10290"/>
                </a:lnTo>
                <a:lnTo>
                  <a:pt x="46862" y="11657"/>
                </a:lnTo>
                <a:lnTo>
                  <a:pt x="45890" y="13476"/>
                </a:lnTo>
                <a:lnTo>
                  <a:pt x="46322" y="14361"/>
                </a:lnTo>
                <a:lnTo>
                  <a:pt x="47023" y="14829"/>
                </a:lnTo>
                <a:lnTo>
                  <a:pt x="49245" y="13776"/>
                </a:lnTo>
                <a:lnTo>
                  <a:pt x="50159" y="14690"/>
                </a:lnTo>
                <a:lnTo>
                  <a:pt x="49800" y="17357"/>
                </a:lnTo>
                <a:lnTo>
                  <a:pt x="50012" y="21348"/>
                </a:lnTo>
                <a:lnTo>
                  <a:pt x="49830" y="24907"/>
                </a:lnTo>
                <a:lnTo>
                  <a:pt x="49830" y="29373"/>
                </a:lnTo>
                <a:lnTo>
                  <a:pt x="50115" y="30966"/>
                </a:lnTo>
                <a:lnTo>
                  <a:pt x="49632" y="32552"/>
                </a:lnTo>
                <a:lnTo>
                  <a:pt x="50283" y="34956"/>
                </a:lnTo>
                <a:lnTo>
                  <a:pt x="49245" y="35994"/>
                </a:lnTo>
                <a:lnTo>
                  <a:pt x="47023" y="34971"/>
                </a:lnTo>
                <a:lnTo>
                  <a:pt x="46322" y="35410"/>
                </a:lnTo>
                <a:lnTo>
                  <a:pt x="45854" y="36111"/>
                </a:lnTo>
                <a:lnTo>
                  <a:pt x="46906" y="38333"/>
                </a:lnTo>
                <a:lnTo>
                  <a:pt x="45832" y="39407"/>
                </a:lnTo>
                <a:lnTo>
                  <a:pt x="43186" y="38355"/>
                </a:lnTo>
                <a:lnTo>
                  <a:pt x="42346" y="39619"/>
                </a:lnTo>
                <a:lnTo>
                  <a:pt x="43398" y="41841"/>
                </a:lnTo>
                <a:lnTo>
                  <a:pt x="42229" y="43011"/>
                </a:lnTo>
                <a:lnTo>
                  <a:pt x="39890" y="41841"/>
                </a:lnTo>
                <a:lnTo>
                  <a:pt x="38816" y="42916"/>
                </a:lnTo>
                <a:lnTo>
                  <a:pt x="39868" y="45561"/>
                </a:lnTo>
                <a:lnTo>
                  <a:pt x="38494" y="46475"/>
                </a:lnTo>
                <a:lnTo>
                  <a:pt x="36681" y="45503"/>
                </a:lnTo>
                <a:lnTo>
                  <a:pt x="35797" y="45934"/>
                </a:lnTo>
                <a:lnTo>
                  <a:pt x="35329" y="46636"/>
                </a:lnTo>
                <a:lnTo>
                  <a:pt x="36382" y="48857"/>
                </a:lnTo>
                <a:lnTo>
                  <a:pt x="35366" y="49873"/>
                </a:lnTo>
                <a:lnTo>
                  <a:pt x="32910" y="49289"/>
                </a:lnTo>
                <a:lnTo>
                  <a:pt x="30257" y="499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5085564" y="9104804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21472" y="29146"/>
                </a:moveTo>
                <a:lnTo>
                  <a:pt x="18805" y="28788"/>
                </a:lnTo>
                <a:lnTo>
                  <a:pt x="17124" y="28876"/>
                </a:lnTo>
                <a:lnTo>
                  <a:pt x="15954" y="28752"/>
                </a:lnTo>
                <a:lnTo>
                  <a:pt x="13623" y="28883"/>
                </a:lnTo>
                <a:lnTo>
                  <a:pt x="12439" y="28817"/>
                </a:lnTo>
                <a:lnTo>
                  <a:pt x="10582" y="28817"/>
                </a:lnTo>
                <a:lnTo>
                  <a:pt x="8346" y="29168"/>
                </a:lnTo>
                <a:lnTo>
                  <a:pt x="7250" y="28503"/>
                </a:lnTo>
                <a:lnTo>
                  <a:pt x="8185" y="25792"/>
                </a:lnTo>
                <a:lnTo>
                  <a:pt x="7769" y="25309"/>
                </a:lnTo>
                <a:lnTo>
                  <a:pt x="6884" y="24878"/>
                </a:lnTo>
                <a:lnTo>
                  <a:pt x="5072" y="25850"/>
                </a:lnTo>
                <a:lnTo>
                  <a:pt x="3698" y="24937"/>
                </a:lnTo>
                <a:lnTo>
                  <a:pt x="4750" y="22291"/>
                </a:lnTo>
                <a:lnTo>
                  <a:pt x="3851" y="21392"/>
                </a:lnTo>
                <a:lnTo>
                  <a:pt x="993" y="22284"/>
                </a:lnTo>
                <a:lnTo>
                  <a:pt x="21" y="20347"/>
                </a:lnTo>
                <a:lnTo>
                  <a:pt x="752" y="16451"/>
                </a:lnTo>
                <a:lnTo>
                  <a:pt x="752" y="13411"/>
                </a:lnTo>
                <a:lnTo>
                  <a:pt x="0" y="8843"/>
                </a:lnTo>
                <a:lnTo>
                  <a:pt x="1132" y="7220"/>
                </a:lnTo>
                <a:lnTo>
                  <a:pt x="3720" y="8207"/>
                </a:lnTo>
                <a:lnTo>
                  <a:pt x="4260" y="7768"/>
                </a:lnTo>
                <a:lnTo>
                  <a:pt x="4728" y="7067"/>
                </a:lnTo>
                <a:lnTo>
                  <a:pt x="3676" y="4845"/>
                </a:lnTo>
                <a:lnTo>
                  <a:pt x="4845" y="3676"/>
                </a:lnTo>
                <a:lnTo>
                  <a:pt x="7067" y="4728"/>
                </a:lnTo>
                <a:lnTo>
                  <a:pt x="7769" y="4260"/>
                </a:lnTo>
                <a:lnTo>
                  <a:pt x="8185" y="3778"/>
                </a:lnTo>
                <a:lnTo>
                  <a:pt x="7250" y="1067"/>
                </a:lnTo>
                <a:lnTo>
                  <a:pt x="9004" y="0"/>
                </a:lnTo>
                <a:lnTo>
                  <a:pt x="13287" y="752"/>
                </a:lnTo>
                <a:lnTo>
                  <a:pt x="15764" y="752"/>
                </a:lnTo>
                <a:lnTo>
                  <a:pt x="17365" y="467"/>
                </a:lnTo>
                <a:lnTo>
                  <a:pt x="18943" y="950"/>
                </a:lnTo>
                <a:lnTo>
                  <a:pt x="21348" y="299"/>
                </a:lnTo>
                <a:lnTo>
                  <a:pt x="22386" y="1337"/>
                </a:lnTo>
                <a:lnTo>
                  <a:pt x="21333" y="3559"/>
                </a:lnTo>
                <a:lnTo>
                  <a:pt x="21801" y="4260"/>
                </a:lnTo>
                <a:lnTo>
                  <a:pt x="22503" y="4728"/>
                </a:lnTo>
                <a:lnTo>
                  <a:pt x="24725" y="3676"/>
                </a:lnTo>
                <a:lnTo>
                  <a:pt x="25894" y="4845"/>
                </a:lnTo>
                <a:lnTo>
                  <a:pt x="24725" y="7184"/>
                </a:lnTo>
                <a:lnTo>
                  <a:pt x="25894" y="8353"/>
                </a:lnTo>
                <a:lnTo>
                  <a:pt x="28233" y="7184"/>
                </a:lnTo>
                <a:lnTo>
                  <a:pt x="29402" y="8353"/>
                </a:lnTo>
                <a:lnTo>
                  <a:pt x="28350" y="10546"/>
                </a:lnTo>
                <a:lnTo>
                  <a:pt x="28817" y="11277"/>
                </a:lnTo>
                <a:lnTo>
                  <a:pt x="28817" y="19148"/>
                </a:lnTo>
                <a:lnTo>
                  <a:pt x="29146" y="21026"/>
                </a:lnTo>
                <a:lnTo>
                  <a:pt x="28627" y="22247"/>
                </a:lnTo>
                <a:lnTo>
                  <a:pt x="25675" y="21436"/>
                </a:lnTo>
                <a:lnTo>
                  <a:pt x="24885" y="22225"/>
                </a:lnTo>
                <a:lnTo>
                  <a:pt x="25814" y="25046"/>
                </a:lnTo>
                <a:lnTo>
                  <a:pt x="24396" y="25792"/>
                </a:lnTo>
                <a:lnTo>
                  <a:pt x="22766" y="24922"/>
                </a:lnTo>
                <a:lnTo>
                  <a:pt x="21801" y="25309"/>
                </a:lnTo>
                <a:lnTo>
                  <a:pt x="21333" y="26011"/>
                </a:lnTo>
                <a:lnTo>
                  <a:pt x="22386" y="28233"/>
                </a:lnTo>
                <a:lnTo>
                  <a:pt x="21472" y="291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6608361" y="9154218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4">
                <a:moveTo>
                  <a:pt x="80745" y="141180"/>
                </a:moveTo>
                <a:lnTo>
                  <a:pt x="78289" y="140595"/>
                </a:lnTo>
                <a:lnTo>
                  <a:pt x="75636" y="141253"/>
                </a:lnTo>
                <a:lnTo>
                  <a:pt x="72757" y="140749"/>
                </a:lnTo>
                <a:lnTo>
                  <a:pt x="68547" y="140749"/>
                </a:lnTo>
                <a:lnTo>
                  <a:pt x="65667" y="141253"/>
                </a:lnTo>
                <a:lnTo>
                  <a:pt x="63014" y="140595"/>
                </a:lnTo>
                <a:lnTo>
                  <a:pt x="60559" y="141180"/>
                </a:lnTo>
                <a:lnTo>
                  <a:pt x="59879" y="140500"/>
                </a:lnTo>
                <a:lnTo>
                  <a:pt x="60405" y="137292"/>
                </a:lnTo>
                <a:lnTo>
                  <a:pt x="57993" y="136809"/>
                </a:lnTo>
                <a:lnTo>
                  <a:pt x="55289" y="137241"/>
                </a:lnTo>
                <a:lnTo>
                  <a:pt x="51218" y="137241"/>
                </a:lnTo>
                <a:lnTo>
                  <a:pt x="47849" y="137891"/>
                </a:lnTo>
                <a:lnTo>
                  <a:pt x="45693" y="137087"/>
                </a:lnTo>
                <a:lnTo>
                  <a:pt x="46431" y="134069"/>
                </a:lnTo>
                <a:lnTo>
                  <a:pt x="45766" y="133396"/>
                </a:lnTo>
                <a:lnTo>
                  <a:pt x="43098" y="133754"/>
                </a:lnTo>
                <a:lnTo>
                  <a:pt x="41724" y="133689"/>
                </a:lnTo>
                <a:lnTo>
                  <a:pt x="39846" y="134098"/>
                </a:lnTo>
                <a:lnTo>
                  <a:pt x="38611" y="133513"/>
                </a:lnTo>
                <a:lnTo>
                  <a:pt x="39473" y="130619"/>
                </a:lnTo>
                <a:lnTo>
                  <a:pt x="38750" y="129895"/>
                </a:lnTo>
                <a:lnTo>
                  <a:pt x="36082" y="130246"/>
                </a:lnTo>
                <a:lnTo>
                  <a:pt x="34883" y="130188"/>
                </a:lnTo>
                <a:lnTo>
                  <a:pt x="32603" y="130597"/>
                </a:lnTo>
                <a:lnTo>
                  <a:pt x="31492" y="129837"/>
                </a:lnTo>
                <a:lnTo>
                  <a:pt x="32559" y="127213"/>
                </a:lnTo>
                <a:lnTo>
                  <a:pt x="31573" y="126227"/>
                </a:lnTo>
                <a:lnTo>
                  <a:pt x="28927" y="127279"/>
                </a:lnTo>
                <a:lnTo>
                  <a:pt x="28086" y="126015"/>
                </a:lnTo>
                <a:lnTo>
                  <a:pt x="29139" y="123793"/>
                </a:lnTo>
                <a:lnTo>
                  <a:pt x="27969" y="122623"/>
                </a:lnTo>
                <a:lnTo>
                  <a:pt x="25631" y="123793"/>
                </a:lnTo>
                <a:lnTo>
                  <a:pt x="24556" y="122718"/>
                </a:lnTo>
                <a:lnTo>
                  <a:pt x="25609" y="120073"/>
                </a:lnTo>
                <a:lnTo>
                  <a:pt x="24345" y="119232"/>
                </a:lnTo>
                <a:lnTo>
                  <a:pt x="22123" y="120285"/>
                </a:lnTo>
                <a:lnTo>
                  <a:pt x="20960" y="119115"/>
                </a:lnTo>
                <a:lnTo>
                  <a:pt x="22130" y="116777"/>
                </a:lnTo>
                <a:lnTo>
                  <a:pt x="21056" y="115702"/>
                </a:lnTo>
                <a:lnTo>
                  <a:pt x="18410" y="116755"/>
                </a:lnTo>
                <a:lnTo>
                  <a:pt x="17569" y="115490"/>
                </a:lnTo>
                <a:lnTo>
                  <a:pt x="18622" y="113276"/>
                </a:lnTo>
                <a:lnTo>
                  <a:pt x="17452" y="112106"/>
                </a:lnTo>
                <a:lnTo>
                  <a:pt x="15121" y="113276"/>
                </a:lnTo>
                <a:lnTo>
                  <a:pt x="14047" y="112201"/>
                </a:lnTo>
                <a:lnTo>
                  <a:pt x="15099" y="109556"/>
                </a:lnTo>
                <a:lnTo>
                  <a:pt x="13995" y="108825"/>
                </a:lnTo>
                <a:lnTo>
                  <a:pt x="11372" y="109695"/>
                </a:lnTo>
                <a:lnTo>
                  <a:pt x="10158" y="107919"/>
                </a:lnTo>
                <a:lnTo>
                  <a:pt x="12176" y="103102"/>
                </a:lnTo>
                <a:lnTo>
                  <a:pt x="10619" y="101830"/>
                </a:lnTo>
                <a:lnTo>
                  <a:pt x="7725" y="102605"/>
                </a:lnTo>
                <a:lnTo>
                  <a:pt x="6913" y="100895"/>
                </a:lnTo>
                <a:lnTo>
                  <a:pt x="8543" y="95991"/>
                </a:lnTo>
                <a:lnTo>
                  <a:pt x="7169" y="94865"/>
                </a:lnTo>
                <a:lnTo>
                  <a:pt x="4151" y="95523"/>
                </a:lnTo>
                <a:lnTo>
                  <a:pt x="3361" y="93396"/>
                </a:lnTo>
                <a:lnTo>
                  <a:pt x="4012" y="90027"/>
                </a:lnTo>
                <a:lnTo>
                  <a:pt x="4012" y="85956"/>
                </a:lnTo>
                <a:lnTo>
                  <a:pt x="4443" y="83252"/>
                </a:lnTo>
                <a:lnTo>
                  <a:pt x="3961" y="80840"/>
                </a:lnTo>
                <a:lnTo>
                  <a:pt x="752" y="81366"/>
                </a:lnTo>
                <a:lnTo>
                  <a:pt x="73" y="80686"/>
                </a:lnTo>
                <a:lnTo>
                  <a:pt x="657" y="78231"/>
                </a:lnTo>
                <a:lnTo>
                  <a:pt x="0" y="75578"/>
                </a:lnTo>
                <a:lnTo>
                  <a:pt x="504" y="72698"/>
                </a:lnTo>
                <a:lnTo>
                  <a:pt x="504" y="68488"/>
                </a:lnTo>
                <a:lnTo>
                  <a:pt x="0" y="65609"/>
                </a:lnTo>
                <a:lnTo>
                  <a:pt x="657" y="62956"/>
                </a:lnTo>
                <a:lnTo>
                  <a:pt x="73" y="60500"/>
                </a:lnTo>
                <a:lnTo>
                  <a:pt x="752" y="59820"/>
                </a:lnTo>
                <a:lnTo>
                  <a:pt x="3961" y="60346"/>
                </a:lnTo>
                <a:lnTo>
                  <a:pt x="4443" y="57935"/>
                </a:lnTo>
                <a:lnTo>
                  <a:pt x="4012" y="55230"/>
                </a:lnTo>
                <a:lnTo>
                  <a:pt x="4012" y="51159"/>
                </a:lnTo>
                <a:lnTo>
                  <a:pt x="3361" y="47790"/>
                </a:lnTo>
                <a:lnTo>
                  <a:pt x="4165" y="45634"/>
                </a:lnTo>
                <a:lnTo>
                  <a:pt x="7184" y="46372"/>
                </a:lnTo>
                <a:lnTo>
                  <a:pt x="8105" y="45451"/>
                </a:lnTo>
                <a:lnTo>
                  <a:pt x="7052" y="43230"/>
                </a:lnTo>
                <a:lnTo>
                  <a:pt x="7988" y="41826"/>
                </a:lnTo>
                <a:lnTo>
                  <a:pt x="6935" y="39605"/>
                </a:lnTo>
                <a:lnTo>
                  <a:pt x="7959" y="38581"/>
                </a:lnTo>
                <a:lnTo>
                  <a:pt x="10743" y="39531"/>
                </a:lnTo>
                <a:lnTo>
                  <a:pt x="11744" y="37734"/>
                </a:lnTo>
                <a:lnTo>
                  <a:pt x="9954" y="32888"/>
                </a:lnTo>
                <a:lnTo>
                  <a:pt x="11591" y="31543"/>
                </a:lnTo>
                <a:lnTo>
                  <a:pt x="14120" y="32566"/>
                </a:lnTo>
                <a:lnTo>
                  <a:pt x="15041" y="31317"/>
                </a:lnTo>
                <a:lnTo>
                  <a:pt x="13937" y="29087"/>
                </a:lnTo>
                <a:lnTo>
                  <a:pt x="15121" y="27911"/>
                </a:lnTo>
                <a:lnTo>
                  <a:pt x="17460" y="29080"/>
                </a:lnTo>
                <a:lnTo>
                  <a:pt x="18622" y="27911"/>
                </a:lnTo>
                <a:lnTo>
                  <a:pt x="17452" y="25572"/>
                </a:lnTo>
                <a:lnTo>
                  <a:pt x="18607" y="24424"/>
                </a:lnTo>
                <a:lnTo>
                  <a:pt x="21004" y="25586"/>
                </a:lnTo>
                <a:lnTo>
                  <a:pt x="22115" y="24366"/>
                </a:lnTo>
                <a:lnTo>
                  <a:pt x="20946" y="22078"/>
                </a:lnTo>
                <a:lnTo>
                  <a:pt x="22035" y="20997"/>
                </a:lnTo>
                <a:lnTo>
                  <a:pt x="24681" y="22049"/>
                </a:lnTo>
                <a:lnTo>
                  <a:pt x="25470" y="20858"/>
                </a:lnTo>
                <a:lnTo>
                  <a:pt x="24491" y="18453"/>
                </a:lnTo>
                <a:lnTo>
                  <a:pt x="25697" y="17437"/>
                </a:lnTo>
                <a:lnTo>
                  <a:pt x="27955" y="18585"/>
                </a:lnTo>
                <a:lnTo>
                  <a:pt x="29139" y="17401"/>
                </a:lnTo>
                <a:lnTo>
                  <a:pt x="27969" y="15062"/>
                </a:lnTo>
                <a:lnTo>
                  <a:pt x="29139" y="13893"/>
                </a:lnTo>
                <a:lnTo>
                  <a:pt x="31478" y="15062"/>
                </a:lnTo>
                <a:lnTo>
                  <a:pt x="32567" y="13973"/>
                </a:lnTo>
                <a:lnTo>
                  <a:pt x="31492" y="11371"/>
                </a:lnTo>
                <a:lnTo>
                  <a:pt x="33327" y="10085"/>
                </a:lnTo>
                <a:lnTo>
                  <a:pt x="38143" y="12117"/>
                </a:lnTo>
                <a:lnTo>
                  <a:pt x="39408" y="10567"/>
                </a:lnTo>
                <a:lnTo>
                  <a:pt x="38647" y="7659"/>
                </a:lnTo>
                <a:lnTo>
                  <a:pt x="41015" y="6570"/>
                </a:lnTo>
                <a:lnTo>
                  <a:pt x="44129" y="8302"/>
                </a:lnTo>
                <a:lnTo>
                  <a:pt x="46533" y="7279"/>
                </a:lnTo>
                <a:lnTo>
                  <a:pt x="45730" y="4319"/>
                </a:lnTo>
                <a:lnTo>
                  <a:pt x="46482" y="3566"/>
                </a:lnTo>
                <a:lnTo>
                  <a:pt x="49018" y="4055"/>
                </a:lnTo>
                <a:lnTo>
                  <a:pt x="53038" y="3368"/>
                </a:lnTo>
                <a:lnTo>
                  <a:pt x="56692" y="4465"/>
                </a:lnTo>
                <a:lnTo>
                  <a:pt x="60135" y="3961"/>
                </a:lnTo>
                <a:lnTo>
                  <a:pt x="60376" y="3924"/>
                </a:lnTo>
                <a:lnTo>
                  <a:pt x="59908" y="679"/>
                </a:lnTo>
                <a:lnTo>
                  <a:pt x="60464" y="124"/>
                </a:lnTo>
                <a:lnTo>
                  <a:pt x="63139" y="475"/>
                </a:lnTo>
                <a:lnTo>
                  <a:pt x="67137" y="306"/>
                </a:lnTo>
                <a:lnTo>
                  <a:pt x="75147" y="453"/>
                </a:lnTo>
                <a:lnTo>
                  <a:pt x="76747" y="168"/>
                </a:lnTo>
                <a:lnTo>
                  <a:pt x="78326" y="650"/>
                </a:lnTo>
                <a:lnTo>
                  <a:pt x="80731" y="0"/>
                </a:lnTo>
                <a:lnTo>
                  <a:pt x="81425" y="694"/>
                </a:lnTo>
                <a:lnTo>
                  <a:pt x="80928" y="3917"/>
                </a:lnTo>
                <a:lnTo>
                  <a:pt x="83354" y="4348"/>
                </a:lnTo>
                <a:lnTo>
                  <a:pt x="85993" y="3961"/>
                </a:lnTo>
                <a:lnTo>
                  <a:pt x="90100" y="3961"/>
                </a:lnTo>
                <a:lnTo>
                  <a:pt x="93448" y="3318"/>
                </a:lnTo>
                <a:lnTo>
                  <a:pt x="95611" y="4107"/>
                </a:lnTo>
                <a:lnTo>
                  <a:pt x="94888" y="7140"/>
                </a:lnTo>
                <a:lnTo>
                  <a:pt x="95553" y="7805"/>
                </a:lnTo>
                <a:lnTo>
                  <a:pt x="98213" y="7447"/>
                </a:lnTo>
                <a:lnTo>
                  <a:pt x="99587" y="7513"/>
                </a:lnTo>
                <a:lnTo>
                  <a:pt x="101465" y="7103"/>
                </a:lnTo>
                <a:lnTo>
                  <a:pt x="102700" y="7695"/>
                </a:lnTo>
                <a:lnTo>
                  <a:pt x="101838" y="10582"/>
                </a:lnTo>
                <a:lnTo>
                  <a:pt x="102562" y="11313"/>
                </a:lnTo>
                <a:lnTo>
                  <a:pt x="105229" y="10955"/>
                </a:lnTo>
                <a:lnTo>
                  <a:pt x="106413" y="11014"/>
                </a:lnTo>
                <a:lnTo>
                  <a:pt x="108701" y="10604"/>
                </a:lnTo>
                <a:lnTo>
                  <a:pt x="109812" y="11372"/>
                </a:lnTo>
                <a:lnTo>
                  <a:pt x="108737" y="13988"/>
                </a:lnTo>
                <a:lnTo>
                  <a:pt x="109731" y="14975"/>
                </a:lnTo>
                <a:lnTo>
                  <a:pt x="112377" y="13922"/>
                </a:lnTo>
                <a:lnTo>
                  <a:pt x="113254" y="15245"/>
                </a:lnTo>
                <a:lnTo>
                  <a:pt x="112158" y="17299"/>
                </a:lnTo>
                <a:lnTo>
                  <a:pt x="113239" y="18585"/>
                </a:lnTo>
                <a:lnTo>
                  <a:pt x="115695" y="17438"/>
                </a:lnTo>
                <a:lnTo>
                  <a:pt x="116843" y="18585"/>
                </a:lnTo>
                <a:lnTo>
                  <a:pt x="115673" y="20887"/>
                </a:lnTo>
                <a:lnTo>
                  <a:pt x="116806" y="22086"/>
                </a:lnTo>
                <a:lnTo>
                  <a:pt x="119181" y="20917"/>
                </a:lnTo>
                <a:lnTo>
                  <a:pt x="120343" y="22079"/>
                </a:lnTo>
                <a:lnTo>
                  <a:pt x="119174" y="24417"/>
                </a:lnTo>
                <a:lnTo>
                  <a:pt x="120343" y="25587"/>
                </a:lnTo>
                <a:lnTo>
                  <a:pt x="122682" y="24417"/>
                </a:lnTo>
                <a:lnTo>
                  <a:pt x="123866" y="25601"/>
                </a:lnTo>
                <a:lnTo>
                  <a:pt x="122726" y="27845"/>
                </a:lnTo>
                <a:lnTo>
                  <a:pt x="123749" y="29095"/>
                </a:lnTo>
                <a:lnTo>
                  <a:pt x="126227" y="27962"/>
                </a:lnTo>
                <a:lnTo>
                  <a:pt x="127265" y="28993"/>
                </a:lnTo>
                <a:lnTo>
                  <a:pt x="126212" y="31638"/>
                </a:lnTo>
                <a:lnTo>
                  <a:pt x="127177" y="32274"/>
                </a:lnTo>
                <a:lnTo>
                  <a:pt x="130108" y="31624"/>
                </a:lnTo>
                <a:lnTo>
                  <a:pt x="131124" y="33867"/>
                </a:lnTo>
                <a:lnTo>
                  <a:pt x="129252" y="37281"/>
                </a:lnTo>
                <a:lnTo>
                  <a:pt x="130590" y="39554"/>
                </a:lnTo>
                <a:lnTo>
                  <a:pt x="133338" y="38574"/>
                </a:lnTo>
                <a:lnTo>
                  <a:pt x="134376" y="39612"/>
                </a:lnTo>
                <a:lnTo>
                  <a:pt x="133323" y="41834"/>
                </a:lnTo>
                <a:lnTo>
                  <a:pt x="134259" y="43237"/>
                </a:lnTo>
                <a:lnTo>
                  <a:pt x="133206" y="45459"/>
                </a:lnTo>
                <a:lnTo>
                  <a:pt x="134105" y="46358"/>
                </a:lnTo>
                <a:lnTo>
                  <a:pt x="137175" y="45671"/>
                </a:lnTo>
                <a:lnTo>
                  <a:pt x="137906" y="47893"/>
                </a:lnTo>
                <a:lnTo>
                  <a:pt x="137299" y="51094"/>
                </a:lnTo>
                <a:lnTo>
                  <a:pt x="137299" y="55143"/>
                </a:lnTo>
                <a:lnTo>
                  <a:pt x="136773" y="58074"/>
                </a:lnTo>
                <a:lnTo>
                  <a:pt x="137387" y="60398"/>
                </a:lnTo>
                <a:lnTo>
                  <a:pt x="140530" y="59799"/>
                </a:lnTo>
                <a:lnTo>
                  <a:pt x="141136" y="60405"/>
                </a:lnTo>
                <a:lnTo>
                  <a:pt x="140778" y="63073"/>
                </a:lnTo>
                <a:lnTo>
                  <a:pt x="140859" y="64615"/>
                </a:lnTo>
                <a:lnTo>
                  <a:pt x="140508" y="66113"/>
                </a:lnTo>
                <a:lnTo>
                  <a:pt x="141092" y="68028"/>
                </a:lnTo>
                <a:lnTo>
                  <a:pt x="140807" y="69621"/>
                </a:lnTo>
                <a:lnTo>
                  <a:pt x="140807" y="72705"/>
                </a:lnTo>
                <a:lnTo>
                  <a:pt x="141312" y="75585"/>
                </a:lnTo>
                <a:lnTo>
                  <a:pt x="140654" y="78238"/>
                </a:lnTo>
                <a:lnTo>
                  <a:pt x="141239" y="80694"/>
                </a:lnTo>
                <a:lnTo>
                  <a:pt x="140559" y="81374"/>
                </a:lnTo>
                <a:lnTo>
                  <a:pt x="137350" y="80847"/>
                </a:lnTo>
                <a:lnTo>
                  <a:pt x="136868" y="83259"/>
                </a:lnTo>
                <a:lnTo>
                  <a:pt x="137299" y="85963"/>
                </a:lnTo>
                <a:lnTo>
                  <a:pt x="137299" y="90107"/>
                </a:lnTo>
                <a:lnTo>
                  <a:pt x="137906" y="93309"/>
                </a:lnTo>
                <a:lnTo>
                  <a:pt x="137175" y="95530"/>
                </a:lnTo>
                <a:lnTo>
                  <a:pt x="134105" y="94843"/>
                </a:lnTo>
                <a:lnTo>
                  <a:pt x="133462" y="95494"/>
                </a:lnTo>
                <a:lnTo>
                  <a:pt x="133813" y="98154"/>
                </a:lnTo>
                <a:lnTo>
                  <a:pt x="133747" y="99528"/>
                </a:lnTo>
                <a:lnTo>
                  <a:pt x="134157" y="101407"/>
                </a:lnTo>
                <a:lnTo>
                  <a:pt x="133564" y="102642"/>
                </a:lnTo>
                <a:lnTo>
                  <a:pt x="130678" y="101779"/>
                </a:lnTo>
                <a:lnTo>
                  <a:pt x="129947" y="102510"/>
                </a:lnTo>
                <a:lnTo>
                  <a:pt x="130305" y="105170"/>
                </a:lnTo>
                <a:lnTo>
                  <a:pt x="130246" y="106362"/>
                </a:lnTo>
                <a:lnTo>
                  <a:pt x="130656" y="108642"/>
                </a:lnTo>
                <a:lnTo>
                  <a:pt x="129896" y="109753"/>
                </a:lnTo>
                <a:lnTo>
                  <a:pt x="127272" y="108686"/>
                </a:lnTo>
                <a:lnTo>
                  <a:pt x="126285" y="109673"/>
                </a:lnTo>
                <a:lnTo>
                  <a:pt x="127338" y="112318"/>
                </a:lnTo>
                <a:lnTo>
                  <a:pt x="126073" y="113159"/>
                </a:lnTo>
                <a:lnTo>
                  <a:pt x="123851" y="112106"/>
                </a:lnTo>
                <a:lnTo>
                  <a:pt x="122682" y="113276"/>
                </a:lnTo>
                <a:lnTo>
                  <a:pt x="123851" y="115614"/>
                </a:lnTo>
                <a:lnTo>
                  <a:pt x="122777" y="116682"/>
                </a:lnTo>
                <a:lnTo>
                  <a:pt x="120131" y="115629"/>
                </a:lnTo>
                <a:lnTo>
                  <a:pt x="119291" y="116893"/>
                </a:lnTo>
                <a:lnTo>
                  <a:pt x="120343" y="119115"/>
                </a:lnTo>
                <a:lnTo>
                  <a:pt x="119174" y="120285"/>
                </a:lnTo>
                <a:lnTo>
                  <a:pt x="116835" y="119115"/>
                </a:lnTo>
                <a:lnTo>
                  <a:pt x="115761" y="120190"/>
                </a:lnTo>
                <a:lnTo>
                  <a:pt x="116813" y="122835"/>
                </a:lnTo>
                <a:lnTo>
                  <a:pt x="115549" y="123676"/>
                </a:lnTo>
                <a:lnTo>
                  <a:pt x="113327" y="122623"/>
                </a:lnTo>
                <a:lnTo>
                  <a:pt x="112158" y="123793"/>
                </a:lnTo>
                <a:lnTo>
                  <a:pt x="113327" y="126132"/>
                </a:lnTo>
                <a:lnTo>
                  <a:pt x="112253" y="127206"/>
                </a:lnTo>
                <a:lnTo>
                  <a:pt x="109607" y="126153"/>
                </a:lnTo>
                <a:lnTo>
                  <a:pt x="108876" y="127257"/>
                </a:lnTo>
                <a:lnTo>
                  <a:pt x="109746" y="129874"/>
                </a:lnTo>
                <a:lnTo>
                  <a:pt x="107970" y="131094"/>
                </a:lnTo>
                <a:lnTo>
                  <a:pt x="103161" y="129077"/>
                </a:lnTo>
                <a:lnTo>
                  <a:pt x="101889" y="130634"/>
                </a:lnTo>
                <a:lnTo>
                  <a:pt x="102664" y="133528"/>
                </a:lnTo>
                <a:lnTo>
                  <a:pt x="100946" y="134339"/>
                </a:lnTo>
                <a:lnTo>
                  <a:pt x="96042" y="132709"/>
                </a:lnTo>
                <a:lnTo>
                  <a:pt x="94924" y="134083"/>
                </a:lnTo>
                <a:lnTo>
                  <a:pt x="95582" y="137102"/>
                </a:lnTo>
                <a:lnTo>
                  <a:pt x="93455" y="137891"/>
                </a:lnTo>
                <a:lnTo>
                  <a:pt x="90086" y="137241"/>
                </a:lnTo>
                <a:lnTo>
                  <a:pt x="86015" y="137241"/>
                </a:lnTo>
                <a:lnTo>
                  <a:pt x="83310" y="136809"/>
                </a:lnTo>
                <a:lnTo>
                  <a:pt x="80899" y="137292"/>
                </a:lnTo>
                <a:lnTo>
                  <a:pt x="81425" y="140500"/>
                </a:lnTo>
                <a:lnTo>
                  <a:pt x="80745" y="1411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7660686" y="9153984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88749" y="141713"/>
                </a:moveTo>
                <a:lnTo>
                  <a:pt x="84437" y="141012"/>
                </a:lnTo>
                <a:lnTo>
                  <a:pt x="61510" y="141012"/>
                </a:lnTo>
                <a:lnTo>
                  <a:pt x="58930" y="141363"/>
                </a:lnTo>
                <a:lnTo>
                  <a:pt x="55648" y="140836"/>
                </a:lnTo>
                <a:lnTo>
                  <a:pt x="50335" y="141772"/>
                </a:lnTo>
                <a:lnTo>
                  <a:pt x="49436" y="140676"/>
                </a:lnTo>
                <a:lnTo>
                  <a:pt x="50064" y="137628"/>
                </a:lnTo>
                <a:lnTo>
                  <a:pt x="48837" y="137197"/>
                </a:lnTo>
                <a:lnTo>
                  <a:pt x="47141" y="137504"/>
                </a:lnTo>
                <a:lnTo>
                  <a:pt x="45409" y="137504"/>
                </a:lnTo>
                <a:lnTo>
                  <a:pt x="43406" y="137847"/>
                </a:lnTo>
                <a:lnTo>
                  <a:pt x="42222" y="137270"/>
                </a:lnTo>
                <a:lnTo>
                  <a:pt x="43099" y="134398"/>
                </a:lnTo>
                <a:lnTo>
                  <a:pt x="42361" y="133659"/>
                </a:lnTo>
                <a:lnTo>
                  <a:pt x="39701" y="134018"/>
                </a:lnTo>
                <a:lnTo>
                  <a:pt x="38392" y="133952"/>
                </a:lnTo>
                <a:lnTo>
                  <a:pt x="36361" y="134368"/>
                </a:lnTo>
                <a:lnTo>
                  <a:pt x="35169" y="133718"/>
                </a:lnTo>
                <a:lnTo>
                  <a:pt x="36112" y="130919"/>
                </a:lnTo>
                <a:lnTo>
                  <a:pt x="35103" y="129910"/>
                </a:lnTo>
                <a:lnTo>
                  <a:pt x="32882" y="130926"/>
                </a:lnTo>
                <a:lnTo>
                  <a:pt x="31464" y="130049"/>
                </a:lnTo>
                <a:lnTo>
                  <a:pt x="29242" y="131065"/>
                </a:lnTo>
                <a:lnTo>
                  <a:pt x="28175" y="129998"/>
                </a:lnTo>
                <a:lnTo>
                  <a:pt x="29227" y="127352"/>
                </a:lnTo>
                <a:lnTo>
                  <a:pt x="27904" y="126468"/>
                </a:lnTo>
                <a:lnTo>
                  <a:pt x="25850" y="127564"/>
                </a:lnTo>
                <a:lnTo>
                  <a:pt x="24564" y="126482"/>
                </a:lnTo>
                <a:lnTo>
                  <a:pt x="25711" y="124027"/>
                </a:lnTo>
                <a:lnTo>
                  <a:pt x="24572" y="122887"/>
                </a:lnTo>
                <a:lnTo>
                  <a:pt x="22233" y="124056"/>
                </a:lnTo>
                <a:lnTo>
                  <a:pt x="21663" y="123471"/>
                </a:lnTo>
                <a:lnTo>
                  <a:pt x="21063" y="122916"/>
                </a:lnTo>
                <a:lnTo>
                  <a:pt x="22211" y="120577"/>
                </a:lnTo>
                <a:lnTo>
                  <a:pt x="21129" y="119364"/>
                </a:lnTo>
                <a:lnTo>
                  <a:pt x="18717" y="120526"/>
                </a:lnTo>
                <a:lnTo>
                  <a:pt x="17570" y="119378"/>
                </a:lnTo>
                <a:lnTo>
                  <a:pt x="18739" y="117040"/>
                </a:lnTo>
                <a:lnTo>
                  <a:pt x="17570" y="115870"/>
                </a:lnTo>
                <a:lnTo>
                  <a:pt x="15231" y="117040"/>
                </a:lnTo>
                <a:lnTo>
                  <a:pt x="14054" y="115856"/>
                </a:lnTo>
                <a:lnTo>
                  <a:pt x="15194" y="113612"/>
                </a:lnTo>
                <a:lnTo>
                  <a:pt x="14171" y="112362"/>
                </a:lnTo>
                <a:lnTo>
                  <a:pt x="11694" y="113502"/>
                </a:lnTo>
                <a:lnTo>
                  <a:pt x="10561" y="112369"/>
                </a:lnTo>
                <a:lnTo>
                  <a:pt x="11613" y="110148"/>
                </a:lnTo>
                <a:lnTo>
                  <a:pt x="10678" y="108744"/>
                </a:lnTo>
                <a:lnTo>
                  <a:pt x="11730" y="106523"/>
                </a:lnTo>
                <a:lnTo>
                  <a:pt x="10692" y="105492"/>
                </a:lnTo>
                <a:lnTo>
                  <a:pt x="7944" y="106471"/>
                </a:lnTo>
                <a:lnTo>
                  <a:pt x="6614" y="104198"/>
                </a:lnTo>
                <a:lnTo>
                  <a:pt x="8441" y="100800"/>
                </a:lnTo>
                <a:lnTo>
                  <a:pt x="7447" y="98490"/>
                </a:lnTo>
                <a:lnTo>
                  <a:pt x="4502" y="99302"/>
                </a:lnTo>
                <a:lnTo>
                  <a:pt x="3588" y="98388"/>
                </a:lnTo>
                <a:lnTo>
                  <a:pt x="4494" y="96130"/>
                </a:lnTo>
                <a:lnTo>
                  <a:pt x="3764" y="94712"/>
                </a:lnTo>
                <a:lnTo>
                  <a:pt x="4677" y="92461"/>
                </a:lnTo>
                <a:lnTo>
                  <a:pt x="3639" y="91423"/>
                </a:lnTo>
                <a:lnTo>
                  <a:pt x="994" y="92475"/>
                </a:lnTo>
                <a:lnTo>
                  <a:pt x="175" y="91247"/>
                </a:lnTo>
                <a:lnTo>
                  <a:pt x="781" y="89208"/>
                </a:lnTo>
                <a:lnTo>
                  <a:pt x="0" y="85240"/>
                </a:lnTo>
                <a:lnTo>
                  <a:pt x="621" y="81118"/>
                </a:lnTo>
                <a:lnTo>
                  <a:pt x="621" y="54697"/>
                </a:lnTo>
                <a:lnTo>
                  <a:pt x="146" y="51891"/>
                </a:lnTo>
                <a:lnTo>
                  <a:pt x="686" y="49515"/>
                </a:lnTo>
                <a:lnTo>
                  <a:pt x="3866" y="50078"/>
                </a:lnTo>
                <a:lnTo>
                  <a:pt x="4465" y="49486"/>
                </a:lnTo>
                <a:lnTo>
                  <a:pt x="4107" y="46818"/>
                </a:lnTo>
                <a:lnTo>
                  <a:pt x="4173" y="45510"/>
                </a:lnTo>
                <a:lnTo>
                  <a:pt x="3756" y="43478"/>
                </a:lnTo>
                <a:lnTo>
                  <a:pt x="4414" y="42287"/>
                </a:lnTo>
                <a:lnTo>
                  <a:pt x="7206" y="43230"/>
                </a:lnTo>
                <a:lnTo>
                  <a:pt x="8192" y="42243"/>
                </a:lnTo>
                <a:lnTo>
                  <a:pt x="7264" y="39999"/>
                </a:lnTo>
                <a:lnTo>
                  <a:pt x="8010" y="38582"/>
                </a:lnTo>
                <a:lnTo>
                  <a:pt x="7089" y="36331"/>
                </a:lnTo>
                <a:lnTo>
                  <a:pt x="8127" y="35293"/>
                </a:lnTo>
                <a:lnTo>
                  <a:pt x="10772" y="36345"/>
                </a:lnTo>
                <a:lnTo>
                  <a:pt x="11686" y="34971"/>
                </a:lnTo>
                <a:lnTo>
                  <a:pt x="10619" y="33100"/>
                </a:lnTo>
                <a:lnTo>
                  <a:pt x="11599" y="31565"/>
                </a:lnTo>
                <a:lnTo>
                  <a:pt x="10568" y="29343"/>
                </a:lnTo>
                <a:lnTo>
                  <a:pt x="11664" y="28247"/>
                </a:lnTo>
                <a:lnTo>
                  <a:pt x="14230" y="29351"/>
                </a:lnTo>
                <a:lnTo>
                  <a:pt x="15158" y="28079"/>
                </a:lnTo>
                <a:lnTo>
                  <a:pt x="14054" y="25857"/>
                </a:lnTo>
                <a:lnTo>
                  <a:pt x="15143" y="24776"/>
                </a:lnTo>
                <a:lnTo>
                  <a:pt x="17789" y="25828"/>
                </a:lnTo>
                <a:lnTo>
                  <a:pt x="18666" y="24505"/>
                </a:lnTo>
                <a:lnTo>
                  <a:pt x="17570" y="22452"/>
                </a:lnTo>
                <a:lnTo>
                  <a:pt x="18651" y="21165"/>
                </a:lnTo>
                <a:lnTo>
                  <a:pt x="21107" y="22313"/>
                </a:lnTo>
                <a:lnTo>
                  <a:pt x="22255" y="21165"/>
                </a:lnTo>
                <a:lnTo>
                  <a:pt x="21085" y="18863"/>
                </a:lnTo>
                <a:lnTo>
                  <a:pt x="22218" y="17664"/>
                </a:lnTo>
                <a:lnTo>
                  <a:pt x="24593" y="18834"/>
                </a:lnTo>
                <a:lnTo>
                  <a:pt x="25748" y="17672"/>
                </a:lnTo>
                <a:lnTo>
                  <a:pt x="24579" y="15333"/>
                </a:lnTo>
                <a:lnTo>
                  <a:pt x="25748" y="14164"/>
                </a:lnTo>
                <a:lnTo>
                  <a:pt x="28087" y="15333"/>
                </a:lnTo>
                <a:lnTo>
                  <a:pt x="29176" y="14244"/>
                </a:lnTo>
                <a:lnTo>
                  <a:pt x="28094" y="11642"/>
                </a:lnTo>
                <a:lnTo>
                  <a:pt x="29929" y="10349"/>
                </a:lnTo>
                <a:lnTo>
                  <a:pt x="34745" y="12395"/>
                </a:lnTo>
                <a:lnTo>
                  <a:pt x="35966" y="10904"/>
                </a:lnTo>
                <a:lnTo>
                  <a:pt x="35337" y="7856"/>
                </a:lnTo>
                <a:lnTo>
                  <a:pt x="37661" y="7052"/>
                </a:lnTo>
                <a:lnTo>
                  <a:pt x="40862" y="8675"/>
                </a:lnTo>
                <a:lnTo>
                  <a:pt x="43194" y="7484"/>
                </a:lnTo>
                <a:lnTo>
                  <a:pt x="42288" y="4640"/>
                </a:lnTo>
                <a:lnTo>
                  <a:pt x="43289" y="3639"/>
                </a:lnTo>
                <a:lnTo>
                  <a:pt x="45511" y="4692"/>
                </a:lnTo>
                <a:lnTo>
                  <a:pt x="46914" y="3756"/>
                </a:lnTo>
                <a:lnTo>
                  <a:pt x="49136" y="4809"/>
                </a:lnTo>
                <a:lnTo>
                  <a:pt x="49984" y="3961"/>
                </a:lnTo>
                <a:lnTo>
                  <a:pt x="49421" y="789"/>
                </a:lnTo>
                <a:lnTo>
                  <a:pt x="52761" y="0"/>
                </a:lnTo>
                <a:lnTo>
                  <a:pt x="57109" y="716"/>
                </a:lnTo>
                <a:lnTo>
                  <a:pt x="84444" y="716"/>
                </a:lnTo>
                <a:lnTo>
                  <a:pt x="88756" y="14"/>
                </a:lnTo>
                <a:lnTo>
                  <a:pt x="92118" y="782"/>
                </a:lnTo>
                <a:lnTo>
                  <a:pt x="91555" y="3961"/>
                </a:lnTo>
                <a:lnTo>
                  <a:pt x="92154" y="4553"/>
                </a:lnTo>
                <a:lnTo>
                  <a:pt x="94815" y="4202"/>
                </a:lnTo>
                <a:lnTo>
                  <a:pt x="96123" y="4268"/>
                </a:lnTo>
                <a:lnTo>
                  <a:pt x="98155" y="3851"/>
                </a:lnTo>
                <a:lnTo>
                  <a:pt x="99346" y="4509"/>
                </a:lnTo>
                <a:lnTo>
                  <a:pt x="98404" y="7301"/>
                </a:lnTo>
                <a:lnTo>
                  <a:pt x="99361" y="8258"/>
                </a:lnTo>
                <a:lnTo>
                  <a:pt x="101649" y="7410"/>
                </a:lnTo>
                <a:lnTo>
                  <a:pt x="103045" y="8054"/>
                </a:lnTo>
                <a:lnTo>
                  <a:pt x="105325" y="7206"/>
                </a:lnTo>
                <a:lnTo>
                  <a:pt x="106217" y="8105"/>
                </a:lnTo>
                <a:lnTo>
                  <a:pt x="105405" y="11050"/>
                </a:lnTo>
                <a:lnTo>
                  <a:pt x="107605" y="11993"/>
                </a:lnTo>
                <a:lnTo>
                  <a:pt x="111325" y="10158"/>
                </a:lnTo>
                <a:lnTo>
                  <a:pt x="113437" y="11642"/>
                </a:lnTo>
                <a:lnTo>
                  <a:pt x="112356" y="14244"/>
                </a:lnTo>
                <a:lnTo>
                  <a:pt x="113350" y="15238"/>
                </a:lnTo>
                <a:lnTo>
                  <a:pt x="115995" y="14185"/>
                </a:lnTo>
                <a:lnTo>
                  <a:pt x="116873" y="15508"/>
                </a:lnTo>
                <a:lnTo>
                  <a:pt x="115784" y="17562"/>
                </a:lnTo>
                <a:lnTo>
                  <a:pt x="116865" y="18848"/>
                </a:lnTo>
                <a:lnTo>
                  <a:pt x="119321" y="17701"/>
                </a:lnTo>
                <a:lnTo>
                  <a:pt x="120461" y="18841"/>
                </a:lnTo>
                <a:lnTo>
                  <a:pt x="119292" y="21180"/>
                </a:lnTo>
                <a:lnTo>
                  <a:pt x="120461" y="22342"/>
                </a:lnTo>
                <a:lnTo>
                  <a:pt x="122800" y="21173"/>
                </a:lnTo>
                <a:lnTo>
                  <a:pt x="123874" y="22247"/>
                </a:lnTo>
                <a:lnTo>
                  <a:pt x="122822" y="24893"/>
                </a:lnTo>
                <a:lnTo>
                  <a:pt x="124145" y="25770"/>
                </a:lnTo>
                <a:lnTo>
                  <a:pt x="126199" y="24681"/>
                </a:lnTo>
                <a:lnTo>
                  <a:pt x="127485" y="25762"/>
                </a:lnTo>
                <a:lnTo>
                  <a:pt x="126338" y="28218"/>
                </a:lnTo>
                <a:lnTo>
                  <a:pt x="127390" y="29270"/>
                </a:lnTo>
                <a:lnTo>
                  <a:pt x="130006" y="28196"/>
                </a:lnTo>
                <a:lnTo>
                  <a:pt x="131278" y="30031"/>
                </a:lnTo>
                <a:lnTo>
                  <a:pt x="129254" y="34847"/>
                </a:lnTo>
                <a:lnTo>
                  <a:pt x="130737" y="36060"/>
                </a:lnTo>
                <a:lnTo>
                  <a:pt x="133785" y="35432"/>
                </a:lnTo>
                <a:lnTo>
                  <a:pt x="134589" y="37756"/>
                </a:lnTo>
                <a:lnTo>
                  <a:pt x="132967" y="40957"/>
                </a:lnTo>
                <a:lnTo>
                  <a:pt x="134158" y="43288"/>
                </a:lnTo>
                <a:lnTo>
                  <a:pt x="137001" y="42382"/>
                </a:lnTo>
                <a:lnTo>
                  <a:pt x="138002" y="43384"/>
                </a:lnTo>
                <a:lnTo>
                  <a:pt x="136950" y="45605"/>
                </a:lnTo>
                <a:lnTo>
                  <a:pt x="137885" y="47009"/>
                </a:lnTo>
                <a:lnTo>
                  <a:pt x="136833" y="49230"/>
                </a:lnTo>
                <a:lnTo>
                  <a:pt x="137681" y="50078"/>
                </a:lnTo>
                <a:lnTo>
                  <a:pt x="140860" y="49515"/>
                </a:lnTo>
                <a:lnTo>
                  <a:pt x="141628" y="52877"/>
                </a:lnTo>
                <a:lnTo>
                  <a:pt x="140926" y="57182"/>
                </a:lnTo>
                <a:lnTo>
                  <a:pt x="140926" y="84524"/>
                </a:lnTo>
                <a:lnTo>
                  <a:pt x="141642" y="88872"/>
                </a:lnTo>
                <a:lnTo>
                  <a:pt x="140853" y="92220"/>
                </a:lnTo>
                <a:lnTo>
                  <a:pt x="137681" y="91650"/>
                </a:lnTo>
                <a:lnTo>
                  <a:pt x="137089" y="92242"/>
                </a:lnTo>
                <a:lnTo>
                  <a:pt x="137447" y="94909"/>
                </a:lnTo>
                <a:lnTo>
                  <a:pt x="137374" y="96217"/>
                </a:lnTo>
                <a:lnTo>
                  <a:pt x="137790" y="98249"/>
                </a:lnTo>
                <a:lnTo>
                  <a:pt x="137140" y="99441"/>
                </a:lnTo>
                <a:lnTo>
                  <a:pt x="134341" y="98498"/>
                </a:lnTo>
                <a:lnTo>
                  <a:pt x="133361" y="99485"/>
                </a:lnTo>
                <a:lnTo>
                  <a:pt x="134282" y="101728"/>
                </a:lnTo>
                <a:lnTo>
                  <a:pt x="133537" y="103146"/>
                </a:lnTo>
                <a:lnTo>
                  <a:pt x="134458" y="105397"/>
                </a:lnTo>
                <a:lnTo>
                  <a:pt x="133420" y="106435"/>
                </a:lnTo>
                <a:lnTo>
                  <a:pt x="130774" y="105383"/>
                </a:lnTo>
                <a:lnTo>
                  <a:pt x="129860" y="106756"/>
                </a:lnTo>
                <a:lnTo>
                  <a:pt x="130927" y="108628"/>
                </a:lnTo>
                <a:lnTo>
                  <a:pt x="129948" y="110155"/>
                </a:lnTo>
                <a:lnTo>
                  <a:pt x="130979" y="112377"/>
                </a:lnTo>
                <a:lnTo>
                  <a:pt x="129882" y="113473"/>
                </a:lnTo>
                <a:lnTo>
                  <a:pt x="127317" y="112369"/>
                </a:lnTo>
                <a:lnTo>
                  <a:pt x="126389" y="113641"/>
                </a:lnTo>
                <a:lnTo>
                  <a:pt x="127485" y="115863"/>
                </a:lnTo>
                <a:lnTo>
                  <a:pt x="126403" y="116945"/>
                </a:lnTo>
                <a:lnTo>
                  <a:pt x="123758" y="115892"/>
                </a:lnTo>
                <a:lnTo>
                  <a:pt x="122880" y="117215"/>
                </a:lnTo>
                <a:lnTo>
                  <a:pt x="123969" y="119269"/>
                </a:lnTo>
                <a:lnTo>
                  <a:pt x="122888" y="120555"/>
                </a:lnTo>
                <a:lnTo>
                  <a:pt x="120432" y="119408"/>
                </a:lnTo>
                <a:lnTo>
                  <a:pt x="119285" y="120555"/>
                </a:lnTo>
                <a:lnTo>
                  <a:pt x="120454" y="122857"/>
                </a:lnTo>
                <a:lnTo>
                  <a:pt x="119321" y="124063"/>
                </a:lnTo>
                <a:lnTo>
                  <a:pt x="116946" y="122894"/>
                </a:lnTo>
                <a:lnTo>
                  <a:pt x="115784" y="124056"/>
                </a:lnTo>
                <a:lnTo>
                  <a:pt x="116953" y="126395"/>
                </a:lnTo>
                <a:lnTo>
                  <a:pt x="115784" y="127564"/>
                </a:lnTo>
                <a:lnTo>
                  <a:pt x="113445" y="126395"/>
                </a:lnTo>
                <a:lnTo>
                  <a:pt x="112356" y="127484"/>
                </a:lnTo>
                <a:lnTo>
                  <a:pt x="113437" y="130086"/>
                </a:lnTo>
                <a:lnTo>
                  <a:pt x="111603" y="131379"/>
                </a:lnTo>
                <a:lnTo>
                  <a:pt x="106787" y="129340"/>
                </a:lnTo>
                <a:lnTo>
                  <a:pt x="105566" y="130824"/>
                </a:lnTo>
                <a:lnTo>
                  <a:pt x="106195" y="133871"/>
                </a:lnTo>
                <a:lnTo>
                  <a:pt x="103871" y="134675"/>
                </a:lnTo>
                <a:lnTo>
                  <a:pt x="100669" y="133053"/>
                </a:lnTo>
                <a:lnTo>
                  <a:pt x="98338" y="134244"/>
                </a:lnTo>
                <a:lnTo>
                  <a:pt x="99244" y="137087"/>
                </a:lnTo>
                <a:lnTo>
                  <a:pt x="98243" y="138088"/>
                </a:lnTo>
                <a:lnTo>
                  <a:pt x="96021" y="137036"/>
                </a:lnTo>
                <a:lnTo>
                  <a:pt x="94618" y="137971"/>
                </a:lnTo>
                <a:lnTo>
                  <a:pt x="92396" y="136919"/>
                </a:lnTo>
                <a:lnTo>
                  <a:pt x="91548" y="137767"/>
                </a:lnTo>
                <a:lnTo>
                  <a:pt x="92111" y="140946"/>
                </a:lnTo>
                <a:lnTo>
                  <a:pt x="88749" y="1417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7874639" y="9157675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696" y="134427"/>
                </a:moveTo>
                <a:lnTo>
                  <a:pt x="77523" y="133784"/>
                </a:lnTo>
                <a:lnTo>
                  <a:pt x="54581" y="133784"/>
                </a:lnTo>
                <a:lnTo>
                  <a:pt x="51914" y="134185"/>
                </a:lnTo>
                <a:lnTo>
                  <a:pt x="49494" y="133732"/>
                </a:lnTo>
                <a:lnTo>
                  <a:pt x="50006" y="130517"/>
                </a:lnTo>
                <a:lnTo>
                  <a:pt x="49327" y="129844"/>
                </a:lnTo>
                <a:lnTo>
                  <a:pt x="46871" y="130429"/>
                </a:lnTo>
                <a:lnTo>
                  <a:pt x="44217" y="129764"/>
                </a:lnTo>
                <a:lnTo>
                  <a:pt x="41133" y="131131"/>
                </a:lnTo>
                <a:lnTo>
                  <a:pt x="38780" y="130071"/>
                </a:lnTo>
                <a:lnTo>
                  <a:pt x="39613" y="127147"/>
                </a:lnTo>
                <a:lnTo>
                  <a:pt x="38904" y="126438"/>
                </a:lnTo>
                <a:lnTo>
                  <a:pt x="36237" y="126789"/>
                </a:lnTo>
                <a:lnTo>
                  <a:pt x="35038" y="126731"/>
                </a:lnTo>
                <a:lnTo>
                  <a:pt x="32765" y="127140"/>
                </a:lnTo>
                <a:lnTo>
                  <a:pt x="31654" y="126380"/>
                </a:lnTo>
                <a:lnTo>
                  <a:pt x="32714" y="123756"/>
                </a:lnTo>
                <a:lnTo>
                  <a:pt x="31632" y="122674"/>
                </a:lnTo>
                <a:lnTo>
                  <a:pt x="29293" y="123844"/>
                </a:lnTo>
                <a:lnTo>
                  <a:pt x="28124" y="122674"/>
                </a:lnTo>
                <a:lnTo>
                  <a:pt x="29293" y="120336"/>
                </a:lnTo>
                <a:lnTo>
                  <a:pt x="28131" y="119174"/>
                </a:lnTo>
                <a:lnTo>
                  <a:pt x="25909" y="120190"/>
                </a:lnTo>
                <a:lnTo>
                  <a:pt x="24491" y="119313"/>
                </a:lnTo>
                <a:lnTo>
                  <a:pt x="22270" y="120328"/>
                </a:lnTo>
                <a:lnTo>
                  <a:pt x="21203" y="119261"/>
                </a:lnTo>
                <a:lnTo>
                  <a:pt x="22255" y="116616"/>
                </a:lnTo>
                <a:lnTo>
                  <a:pt x="20990" y="115775"/>
                </a:lnTo>
                <a:lnTo>
                  <a:pt x="18769" y="116828"/>
                </a:lnTo>
                <a:lnTo>
                  <a:pt x="17599" y="115658"/>
                </a:lnTo>
                <a:lnTo>
                  <a:pt x="18768" y="113320"/>
                </a:lnTo>
                <a:lnTo>
                  <a:pt x="17819" y="112369"/>
                </a:lnTo>
                <a:lnTo>
                  <a:pt x="14866" y="113181"/>
                </a:lnTo>
                <a:lnTo>
                  <a:pt x="13945" y="111032"/>
                </a:lnTo>
                <a:lnTo>
                  <a:pt x="15765" y="107180"/>
                </a:lnTo>
                <a:lnTo>
                  <a:pt x="14237" y="105134"/>
                </a:lnTo>
                <a:lnTo>
                  <a:pt x="11694" y="106245"/>
                </a:lnTo>
                <a:lnTo>
                  <a:pt x="10678" y="105229"/>
                </a:lnTo>
                <a:lnTo>
                  <a:pt x="11730" y="102583"/>
                </a:lnTo>
                <a:lnTo>
                  <a:pt x="10627" y="101860"/>
                </a:lnTo>
                <a:lnTo>
                  <a:pt x="8003" y="102722"/>
                </a:lnTo>
                <a:lnTo>
                  <a:pt x="6797" y="100946"/>
                </a:lnTo>
                <a:lnTo>
                  <a:pt x="8799" y="96130"/>
                </a:lnTo>
                <a:lnTo>
                  <a:pt x="7257" y="94880"/>
                </a:lnTo>
                <a:lnTo>
                  <a:pt x="4341" y="95625"/>
                </a:lnTo>
                <a:lnTo>
                  <a:pt x="3296" y="93308"/>
                </a:lnTo>
                <a:lnTo>
                  <a:pt x="4655" y="90224"/>
                </a:lnTo>
                <a:lnTo>
                  <a:pt x="3998" y="87564"/>
                </a:lnTo>
                <a:lnTo>
                  <a:pt x="4582" y="85108"/>
                </a:lnTo>
                <a:lnTo>
                  <a:pt x="3895" y="84428"/>
                </a:lnTo>
                <a:lnTo>
                  <a:pt x="701" y="84955"/>
                </a:lnTo>
                <a:lnTo>
                  <a:pt x="0" y="81534"/>
                </a:lnTo>
                <a:lnTo>
                  <a:pt x="643" y="77368"/>
                </a:lnTo>
                <a:lnTo>
                  <a:pt x="643" y="54412"/>
                </a:lnTo>
                <a:lnTo>
                  <a:pt x="234" y="51752"/>
                </a:lnTo>
                <a:lnTo>
                  <a:pt x="694" y="49332"/>
                </a:lnTo>
                <a:lnTo>
                  <a:pt x="3910" y="49837"/>
                </a:lnTo>
                <a:lnTo>
                  <a:pt x="4582" y="49164"/>
                </a:lnTo>
                <a:lnTo>
                  <a:pt x="3998" y="46709"/>
                </a:lnTo>
                <a:lnTo>
                  <a:pt x="4670" y="43990"/>
                </a:lnTo>
                <a:lnTo>
                  <a:pt x="3347" y="41059"/>
                </a:lnTo>
                <a:lnTo>
                  <a:pt x="4319" y="38647"/>
                </a:lnTo>
                <a:lnTo>
                  <a:pt x="7308" y="39422"/>
                </a:lnTo>
                <a:lnTo>
                  <a:pt x="8244" y="38486"/>
                </a:lnTo>
                <a:lnTo>
                  <a:pt x="7191" y="36265"/>
                </a:lnTo>
                <a:lnTo>
                  <a:pt x="8127" y="34861"/>
                </a:lnTo>
                <a:lnTo>
                  <a:pt x="7075" y="32640"/>
                </a:lnTo>
                <a:lnTo>
                  <a:pt x="8127" y="31587"/>
                </a:lnTo>
                <a:lnTo>
                  <a:pt x="10831" y="32596"/>
                </a:lnTo>
                <a:lnTo>
                  <a:pt x="11606" y="31346"/>
                </a:lnTo>
                <a:lnTo>
                  <a:pt x="10590" y="29124"/>
                </a:lnTo>
                <a:lnTo>
                  <a:pt x="11533" y="28174"/>
                </a:lnTo>
                <a:lnTo>
                  <a:pt x="14486" y="28985"/>
                </a:lnTo>
                <a:lnTo>
                  <a:pt x="15355" y="26946"/>
                </a:lnTo>
                <a:lnTo>
                  <a:pt x="13579" y="22809"/>
                </a:lnTo>
                <a:lnTo>
                  <a:pt x="15180" y="20938"/>
                </a:lnTo>
                <a:lnTo>
                  <a:pt x="17628" y="22086"/>
                </a:lnTo>
                <a:lnTo>
                  <a:pt x="18768" y="20946"/>
                </a:lnTo>
                <a:lnTo>
                  <a:pt x="17599" y="18607"/>
                </a:lnTo>
                <a:lnTo>
                  <a:pt x="18768" y="17438"/>
                </a:lnTo>
                <a:lnTo>
                  <a:pt x="21107" y="18607"/>
                </a:lnTo>
                <a:lnTo>
                  <a:pt x="22196" y="17518"/>
                </a:lnTo>
                <a:lnTo>
                  <a:pt x="21122" y="14916"/>
                </a:lnTo>
                <a:lnTo>
                  <a:pt x="22957" y="13637"/>
                </a:lnTo>
                <a:lnTo>
                  <a:pt x="27773" y="15669"/>
                </a:lnTo>
                <a:lnTo>
                  <a:pt x="29132" y="14003"/>
                </a:lnTo>
                <a:lnTo>
                  <a:pt x="28175" y="11364"/>
                </a:lnTo>
                <a:lnTo>
                  <a:pt x="29410" y="10553"/>
                </a:lnTo>
                <a:lnTo>
                  <a:pt x="31632" y="11598"/>
                </a:lnTo>
                <a:lnTo>
                  <a:pt x="32706" y="10524"/>
                </a:lnTo>
                <a:lnTo>
                  <a:pt x="31654" y="7878"/>
                </a:lnTo>
                <a:lnTo>
                  <a:pt x="33035" y="6964"/>
                </a:lnTo>
                <a:lnTo>
                  <a:pt x="34862" y="7988"/>
                </a:lnTo>
                <a:lnTo>
                  <a:pt x="36434" y="7111"/>
                </a:lnTo>
                <a:lnTo>
                  <a:pt x="38677" y="8068"/>
                </a:lnTo>
                <a:lnTo>
                  <a:pt x="39723" y="7015"/>
                </a:lnTo>
                <a:lnTo>
                  <a:pt x="38670" y="4370"/>
                </a:lnTo>
                <a:lnTo>
                  <a:pt x="39993" y="3493"/>
                </a:lnTo>
                <a:lnTo>
                  <a:pt x="41864" y="4304"/>
                </a:lnTo>
                <a:lnTo>
                  <a:pt x="43611" y="3690"/>
                </a:lnTo>
                <a:lnTo>
                  <a:pt x="45321" y="3997"/>
                </a:lnTo>
                <a:lnTo>
                  <a:pt x="47273" y="3997"/>
                </a:lnTo>
                <a:lnTo>
                  <a:pt x="48734" y="4216"/>
                </a:lnTo>
                <a:lnTo>
                  <a:pt x="49772" y="4012"/>
                </a:lnTo>
                <a:lnTo>
                  <a:pt x="50071" y="3946"/>
                </a:lnTo>
                <a:lnTo>
                  <a:pt x="49508" y="767"/>
                </a:lnTo>
                <a:lnTo>
                  <a:pt x="50152" y="124"/>
                </a:lnTo>
                <a:lnTo>
                  <a:pt x="52710" y="591"/>
                </a:lnTo>
                <a:lnTo>
                  <a:pt x="56576" y="0"/>
                </a:lnTo>
                <a:lnTo>
                  <a:pt x="60472" y="504"/>
                </a:lnTo>
                <a:lnTo>
                  <a:pt x="80008" y="504"/>
                </a:lnTo>
                <a:lnTo>
                  <a:pt x="82734" y="65"/>
                </a:lnTo>
                <a:lnTo>
                  <a:pt x="85131" y="562"/>
                </a:lnTo>
                <a:lnTo>
                  <a:pt x="84605" y="3763"/>
                </a:lnTo>
                <a:lnTo>
                  <a:pt x="85284" y="4443"/>
                </a:lnTo>
                <a:lnTo>
                  <a:pt x="87740" y="3858"/>
                </a:lnTo>
                <a:lnTo>
                  <a:pt x="90517" y="4553"/>
                </a:lnTo>
                <a:lnTo>
                  <a:pt x="93265" y="3310"/>
                </a:lnTo>
                <a:lnTo>
                  <a:pt x="95750" y="4136"/>
                </a:lnTo>
                <a:lnTo>
                  <a:pt x="95056" y="7206"/>
                </a:lnTo>
                <a:lnTo>
                  <a:pt x="95706" y="7849"/>
                </a:lnTo>
                <a:lnTo>
                  <a:pt x="98367" y="7498"/>
                </a:lnTo>
                <a:lnTo>
                  <a:pt x="99675" y="7564"/>
                </a:lnTo>
                <a:lnTo>
                  <a:pt x="101700" y="7147"/>
                </a:lnTo>
                <a:lnTo>
                  <a:pt x="102884" y="7798"/>
                </a:lnTo>
                <a:lnTo>
                  <a:pt x="101948" y="10597"/>
                </a:lnTo>
                <a:lnTo>
                  <a:pt x="102964" y="11613"/>
                </a:lnTo>
                <a:lnTo>
                  <a:pt x="105303" y="10443"/>
                </a:lnTo>
                <a:lnTo>
                  <a:pt x="106472" y="11613"/>
                </a:lnTo>
                <a:lnTo>
                  <a:pt x="105303" y="13952"/>
                </a:lnTo>
                <a:lnTo>
                  <a:pt x="106458" y="15106"/>
                </a:lnTo>
                <a:lnTo>
                  <a:pt x="108687" y="14098"/>
                </a:lnTo>
                <a:lnTo>
                  <a:pt x="110105" y="14975"/>
                </a:lnTo>
                <a:lnTo>
                  <a:pt x="112327" y="13959"/>
                </a:lnTo>
                <a:lnTo>
                  <a:pt x="113386" y="15026"/>
                </a:lnTo>
                <a:lnTo>
                  <a:pt x="112334" y="17672"/>
                </a:lnTo>
                <a:lnTo>
                  <a:pt x="113598" y="18505"/>
                </a:lnTo>
                <a:lnTo>
                  <a:pt x="115813" y="17452"/>
                </a:lnTo>
                <a:lnTo>
                  <a:pt x="116982" y="18622"/>
                </a:lnTo>
                <a:lnTo>
                  <a:pt x="115820" y="20960"/>
                </a:lnTo>
                <a:lnTo>
                  <a:pt x="116887" y="22035"/>
                </a:lnTo>
                <a:lnTo>
                  <a:pt x="119540" y="20982"/>
                </a:lnTo>
                <a:lnTo>
                  <a:pt x="120447" y="22356"/>
                </a:lnTo>
                <a:lnTo>
                  <a:pt x="119380" y="24228"/>
                </a:lnTo>
                <a:lnTo>
                  <a:pt x="120359" y="25755"/>
                </a:lnTo>
                <a:lnTo>
                  <a:pt x="119328" y="27977"/>
                </a:lnTo>
                <a:lnTo>
                  <a:pt x="120381" y="29029"/>
                </a:lnTo>
                <a:lnTo>
                  <a:pt x="123063" y="27999"/>
                </a:lnTo>
                <a:lnTo>
                  <a:pt x="123867" y="29256"/>
                </a:lnTo>
                <a:lnTo>
                  <a:pt x="122829" y="31478"/>
                </a:lnTo>
                <a:lnTo>
                  <a:pt x="123896" y="32552"/>
                </a:lnTo>
                <a:lnTo>
                  <a:pt x="126549" y="31500"/>
                </a:lnTo>
                <a:lnTo>
                  <a:pt x="127456" y="32873"/>
                </a:lnTo>
                <a:lnTo>
                  <a:pt x="126389" y="34745"/>
                </a:lnTo>
                <a:lnTo>
                  <a:pt x="127368" y="36272"/>
                </a:lnTo>
                <a:lnTo>
                  <a:pt x="126337" y="38494"/>
                </a:lnTo>
                <a:lnTo>
                  <a:pt x="127295" y="39459"/>
                </a:lnTo>
                <a:lnTo>
                  <a:pt x="130218" y="38625"/>
                </a:lnTo>
                <a:lnTo>
                  <a:pt x="131278" y="40971"/>
                </a:lnTo>
                <a:lnTo>
                  <a:pt x="129911" y="44056"/>
                </a:lnTo>
                <a:lnTo>
                  <a:pt x="130577" y="46716"/>
                </a:lnTo>
                <a:lnTo>
                  <a:pt x="129992" y="49172"/>
                </a:lnTo>
                <a:lnTo>
                  <a:pt x="130672" y="49851"/>
                </a:lnTo>
                <a:lnTo>
                  <a:pt x="133873" y="49325"/>
                </a:lnTo>
                <a:lnTo>
                  <a:pt x="134567" y="52746"/>
                </a:lnTo>
                <a:lnTo>
                  <a:pt x="133924" y="56912"/>
                </a:lnTo>
                <a:lnTo>
                  <a:pt x="133924" y="79868"/>
                </a:lnTo>
                <a:lnTo>
                  <a:pt x="134333" y="82528"/>
                </a:lnTo>
                <a:lnTo>
                  <a:pt x="133873" y="84955"/>
                </a:lnTo>
                <a:lnTo>
                  <a:pt x="130664" y="84443"/>
                </a:lnTo>
                <a:lnTo>
                  <a:pt x="129992" y="85116"/>
                </a:lnTo>
                <a:lnTo>
                  <a:pt x="130577" y="87571"/>
                </a:lnTo>
                <a:lnTo>
                  <a:pt x="129911" y="90232"/>
                </a:lnTo>
                <a:lnTo>
                  <a:pt x="131278" y="93316"/>
                </a:lnTo>
                <a:lnTo>
                  <a:pt x="130218" y="95662"/>
                </a:lnTo>
                <a:lnTo>
                  <a:pt x="127295" y="94829"/>
                </a:lnTo>
                <a:lnTo>
                  <a:pt x="126579" y="95538"/>
                </a:lnTo>
                <a:lnTo>
                  <a:pt x="126944" y="98205"/>
                </a:lnTo>
                <a:lnTo>
                  <a:pt x="126878" y="99404"/>
                </a:lnTo>
                <a:lnTo>
                  <a:pt x="127288" y="101677"/>
                </a:lnTo>
                <a:lnTo>
                  <a:pt x="126527" y="102788"/>
                </a:lnTo>
                <a:lnTo>
                  <a:pt x="123904" y="101728"/>
                </a:lnTo>
                <a:lnTo>
                  <a:pt x="122829" y="102810"/>
                </a:lnTo>
                <a:lnTo>
                  <a:pt x="123991" y="105148"/>
                </a:lnTo>
                <a:lnTo>
                  <a:pt x="122829" y="106311"/>
                </a:lnTo>
                <a:lnTo>
                  <a:pt x="120491" y="105141"/>
                </a:lnTo>
                <a:lnTo>
                  <a:pt x="119336" y="106303"/>
                </a:lnTo>
                <a:lnTo>
                  <a:pt x="120344" y="108525"/>
                </a:lnTo>
                <a:lnTo>
                  <a:pt x="119467" y="109943"/>
                </a:lnTo>
                <a:lnTo>
                  <a:pt x="120476" y="112165"/>
                </a:lnTo>
                <a:lnTo>
                  <a:pt x="119416" y="113225"/>
                </a:lnTo>
                <a:lnTo>
                  <a:pt x="116771" y="112172"/>
                </a:lnTo>
                <a:lnTo>
                  <a:pt x="115937" y="113436"/>
                </a:lnTo>
                <a:lnTo>
                  <a:pt x="116982" y="115658"/>
                </a:lnTo>
                <a:lnTo>
                  <a:pt x="115820" y="116828"/>
                </a:lnTo>
                <a:lnTo>
                  <a:pt x="113481" y="115658"/>
                </a:lnTo>
                <a:lnTo>
                  <a:pt x="112524" y="116608"/>
                </a:lnTo>
                <a:lnTo>
                  <a:pt x="113343" y="119561"/>
                </a:lnTo>
                <a:lnTo>
                  <a:pt x="111194" y="120482"/>
                </a:lnTo>
                <a:lnTo>
                  <a:pt x="107335" y="118655"/>
                </a:lnTo>
                <a:lnTo>
                  <a:pt x="105296" y="120190"/>
                </a:lnTo>
                <a:lnTo>
                  <a:pt x="106400" y="122733"/>
                </a:lnTo>
                <a:lnTo>
                  <a:pt x="105391" y="123749"/>
                </a:lnTo>
                <a:lnTo>
                  <a:pt x="102745" y="122696"/>
                </a:lnTo>
                <a:lnTo>
                  <a:pt x="102014" y="123800"/>
                </a:lnTo>
                <a:lnTo>
                  <a:pt x="102877" y="126424"/>
                </a:lnTo>
                <a:lnTo>
                  <a:pt x="101108" y="127630"/>
                </a:lnTo>
                <a:lnTo>
                  <a:pt x="96291" y="125627"/>
                </a:lnTo>
                <a:lnTo>
                  <a:pt x="95034" y="127162"/>
                </a:lnTo>
                <a:lnTo>
                  <a:pt x="95787" y="130085"/>
                </a:lnTo>
                <a:lnTo>
                  <a:pt x="93463" y="131131"/>
                </a:lnTo>
                <a:lnTo>
                  <a:pt x="90379" y="129764"/>
                </a:lnTo>
                <a:lnTo>
                  <a:pt x="87719" y="130429"/>
                </a:lnTo>
                <a:lnTo>
                  <a:pt x="85263" y="129844"/>
                </a:lnTo>
                <a:lnTo>
                  <a:pt x="84590" y="130524"/>
                </a:lnTo>
                <a:lnTo>
                  <a:pt x="85117" y="133725"/>
                </a:lnTo>
                <a:lnTo>
                  <a:pt x="81696" y="1344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6404669" y="9161147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69" h="127634">
                <a:moveTo>
                  <a:pt x="81849" y="127513"/>
                </a:moveTo>
                <a:lnTo>
                  <a:pt x="77522" y="126804"/>
                </a:lnTo>
                <a:lnTo>
                  <a:pt x="50202" y="126804"/>
                </a:lnTo>
                <a:lnTo>
                  <a:pt x="45846" y="127520"/>
                </a:lnTo>
                <a:lnTo>
                  <a:pt x="42506" y="126731"/>
                </a:lnTo>
                <a:lnTo>
                  <a:pt x="43076" y="123559"/>
                </a:lnTo>
                <a:lnTo>
                  <a:pt x="42477" y="122967"/>
                </a:lnTo>
                <a:lnTo>
                  <a:pt x="39817" y="123318"/>
                </a:lnTo>
                <a:lnTo>
                  <a:pt x="38443" y="123252"/>
                </a:lnTo>
                <a:lnTo>
                  <a:pt x="36564" y="123654"/>
                </a:lnTo>
                <a:lnTo>
                  <a:pt x="35329" y="123069"/>
                </a:lnTo>
                <a:lnTo>
                  <a:pt x="36192" y="120183"/>
                </a:lnTo>
                <a:lnTo>
                  <a:pt x="35468" y="119452"/>
                </a:lnTo>
                <a:lnTo>
                  <a:pt x="32800" y="119810"/>
                </a:lnTo>
                <a:lnTo>
                  <a:pt x="31470" y="119744"/>
                </a:lnTo>
                <a:lnTo>
                  <a:pt x="29497" y="120161"/>
                </a:lnTo>
                <a:lnTo>
                  <a:pt x="28284" y="119532"/>
                </a:lnTo>
                <a:lnTo>
                  <a:pt x="29205" y="116696"/>
                </a:lnTo>
                <a:lnTo>
                  <a:pt x="28452" y="115951"/>
                </a:lnTo>
                <a:lnTo>
                  <a:pt x="25784" y="116302"/>
                </a:lnTo>
                <a:lnTo>
                  <a:pt x="24483" y="116236"/>
                </a:lnTo>
                <a:lnTo>
                  <a:pt x="22444" y="116652"/>
                </a:lnTo>
                <a:lnTo>
                  <a:pt x="21253" y="115995"/>
                </a:lnTo>
                <a:lnTo>
                  <a:pt x="22196" y="113203"/>
                </a:lnTo>
                <a:lnTo>
                  <a:pt x="21165" y="112172"/>
                </a:lnTo>
                <a:lnTo>
                  <a:pt x="18885" y="113334"/>
                </a:lnTo>
                <a:lnTo>
                  <a:pt x="17664" y="112238"/>
                </a:lnTo>
                <a:lnTo>
                  <a:pt x="18826" y="109834"/>
                </a:lnTo>
                <a:lnTo>
                  <a:pt x="17672" y="108679"/>
                </a:lnTo>
                <a:lnTo>
                  <a:pt x="15333" y="109848"/>
                </a:lnTo>
                <a:lnTo>
                  <a:pt x="14164" y="108679"/>
                </a:lnTo>
                <a:lnTo>
                  <a:pt x="15333" y="106340"/>
                </a:lnTo>
                <a:lnTo>
                  <a:pt x="14244" y="105258"/>
                </a:lnTo>
                <a:lnTo>
                  <a:pt x="11642" y="106333"/>
                </a:lnTo>
                <a:lnTo>
                  <a:pt x="10356" y="104498"/>
                </a:lnTo>
                <a:lnTo>
                  <a:pt x="12388" y="99682"/>
                </a:lnTo>
                <a:lnTo>
                  <a:pt x="10780" y="98366"/>
                </a:lnTo>
                <a:lnTo>
                  <a:pt x="8010" y="99229"/>
                </a:lnTo>
                <a:lnTo>
                  <a:pt x="7008" y="97460"/>
                </a:lnTo>
                <a:lnTo>
                  <a:pt x="8814" y="92614"/>
                </a:lnTo>
                <a:lnTo>
                  <a:pt x="7323" y="91394"/>
                </a:lnTo>
                <a:lnTo>
                  <a:pt x="4429" y="92169"/>
                </a:lnTo>
                <a:lnTo>
                  <a:pt x="3617" y="90458"/>
                </a:lnTo>
                <a:lnTo>
                  <a:pt x="5247" y="85554"/>
                </a:lnTo>
                <a:lnTo>
                  <a:pt x="3946" y="84487"/>
                </a:lnTo>
                <a:lnTo>
                  <a:pt x="782" y="84991"/>
                </a:lnTo>
                <a:lnTo>
                  <a:pt x="0" y="81673"/>
                </a:lnTo>
                <a:lnTo>
                  <a:pt x="716" y="77325"/>
                </a:lnTo>
                <a:lnTo>
                  <a:pt x="716" y="49983"/>
                </a:lnTo>
                <a:lnTo>
                  <a:pt x="14" y="45678"/>
                </a:lnTo>
                <a:lnTo>
                  <a:pt x="782" y="42316"/>
                </a:lnTo>
                <a:lnTo>
                  <a:pt x="3961" y="42879"/>
                </a:lnTo>
                <a:lnTo>
                  <a:pt x="4553" y="42287"/>
                </a:lnTo>
                <a:lnTo>
                  <a:pt x="4195" y="39619"/>
                </a:lnTo>
                <a:lnTo>
                  <a:pt x="4268" y="38311"/>
                </a:lnTo>
                <a:lnTo>
                  <a:pt x="3851" y="36279"/>
                </a:lnTo>
                <a:lnTo>
                  <a:pt x="4502" y="35088"/>
                </a:lnTo>
                <a:lnTo>
                  <a:pt x="7301" y="36031"/>
                </a:lnTo>
                <a:lnTo>
                  <a:pt x="8258" y="35073"/>
                </a:lnTo>
                <a:lnTo>
                  <a:pt x="7410" y="32793"/>
                </a:lnTo>
                <a:lnTo>
                  <a:pt x="8054" y="31390"/>
                </a:lnTo>
                <a:lnTo>
                  <a:pt x="7206" y="29110"/>
                </a:lnTo>
                <a:lnTo>
                  <a:pt x="8097" y="28211"/>
                </a:lnTo>
                <a:lnTo>
                  <a:pt x="11050" y="29022"/>
                </a:lnTo>
                <a:lnTo>
                  <a:pt x="11971" y="26888"/>
                </a:lnTo>
                <a:lnTo>
                  <a:pt x="10151" y="23007"/>
                </a:lnTo>
                <a:lnTo>
                  <a:pt x="11686" y="20982"/>
                </a:lnTo>
                <a:lnTo>
                  <a:pt x="14222" y="22101"/>
                </a:lnTo>
                <a:lnTo>
                  <a:pt x="15238" y="21078"/>
                </a:lnTo>
                <a:lnTo>
                  <a:pt x="14185" y="18432"/>
                </a:lnTo>
                <a:lnTo>
                  <a:pt x="15450" y="17599"/>
                </a:lnTo>
                <a:lnTo>
                  <a:pt x="17672" y="18651"/>
                </a:lnTo>
                <a:lnTo>
                  <a:pt x="18841" y="17482"/>
                </a:lnTo>
                <a:lnTo>
                  <a:pt x="17672" y="15143"/>
                </a:lnTo>
                <a:lnTo>
                  <a:pt x="18746" y="14069"/>
                </a:lnTo>
                <a:lnTo>
                  <a:pt x="21392" y="15121"/>
                </a:lnTo>
                <a:lnTo>
                  <a:pt x="22101" y="14054"/>
                </a:lnTo>
                <a:lnTo>
                  <a:pt x="21282" y="11357"/>
                </a:lnTo>
                <a:lnTo>
                  <a:pt x="23043" y="10253"/>
                </a:lnTo>
                <a:lnTo>
                  <a:pt x="27867" y="12176"/>
                </a:lnTo>
                <a:lnTo>
                  <a:pt x="29058" y="10721"/>
                </a:lnTo>
                <a:lnTo>
                  <a:pt x="28430" y="7673"/>
                </a:lnTo>
                <a:lnTo>
                  <a:pt x="29658" y="7242"/>
                </a:lnTo>
                <a:lnTo>
                  <a:pt x="31353" y="7549"/>
                </a:lnTo>
                <a:lnTo>
                  <a:pt x="33151" y="7549"/>
                </a:lnTo>
                <a:lnTo>
                  <a:pt x="35015" y="7878"/>
                </a:lnTo>
                <a:lnTo>
                  <a:pt x="36236" y="7374"/>
                </a:lnTo>
                <a:lnTo>
                  <a:pt x="35439" y="4407"/>
                </a:lnTo>
                <a:lnTo>
                  <a:pt x="36133" y="3712"/>
                </a:lnTo>
                <a:lnTo>
                  <a:pt x="38794" y="4070"/>
                </a:lnTo>
                <a:lnTo>
                  <a:pt x="40328" y="3968"/>
                </a:lnTo>
                <a:lnTo>
                  <a:pt x="41790" y="4333"/>
                </a:lnTo>
                <a:lnTo>
                  <a:pt x="42813" y="4048"/>
                </a:lnTo>
                <a:lnTo>
                  <a:pt x="43142" y="3961"/>
                </a:lnTo>
                <a:lnTo>
                  <a:pt x="42521" y="833"/>
                </a:lnTo>
                <a:lnTo>
                  <a:pt x="43201" y="153"/>
                </a:lnTo>
                <a:lnTo>
                  <a:pt x="45737" y="643"/>
                </a:lnTo>
                <a:lnTo>
                  <a:pt x="49574" y="0"/>
                </a:lnTo>
                <a:lnTo>
                  <a:pt x="53535" y="540"/>
                </a:lnTo>
                <a:lnTo>
                  <a:pt x="80014" y="540"/>
                </a:lnTo>
                <a:lnTo>
                  <a:pt x="82843" y="58"/>
                </a:lnTo>
                <a:lnTo>
                  <a:pt x="85203" y="613"/>
                </a:lnTo>
                <a:lnTo>
                  <a:pt x="84641" y="3785"/>
                </a:lnTo>
                <a:lnTo>
                  <a:pt x="85233" y="4385"/>
                </a:lnTo>
                <a:lnTo>
                  <a:pt x="87900" y="4027"/>
                </a:lnTo>
                <a:lnTo>
                  <a:pt x="89274" y="4092"/>
                </a:lnTo>
                <a:lnTo>
                  <a:pt x="91153" y="3690"/>
                </a:lnTo>
                <a:lnTo>
                  <a:pt x="92388" y="4275"/>
                </a:lnTo>
                <a:lnTo>
                  <a:pt x="91525" y="7162"/>
                </a:lnTo>
                <a:lnTo>
                  <a:pt x="92249" y="7893"/>
                </a:lnTo>
                <a:lnTo>
                  <a:pt x="94917" y="7535"/>
                </a:lnTo>
                <a:lnTo>
                  <a:pt x="96247" y="7600"/>
                </a:lnTo>
                <a:lnTo>
                  <a:pt x="98220" y="7184"/>
                </a:lnTo>
                <a:lnTo>
                  <a:pt x="99433" y="7812"/>
                </a:lnTo>
                <a:lnTo>
                  <a:pt x="98520" y="10648"/>
                </a:lnTo>
                <a:lnTo>
                  <a:pt x="99265" y="11394"/>
                </a:lnTo>
                <a:lnTo>
                  <a:pt x="101933" y="11036"/>
                </a:lnTo>
                <a:lnTo>
                  <a:pt x="103241" y="11101"/>
                </a:lnTo>
                <a:lnTo>
                  <a:pt x="105273" y="10692"/>
                </a:lnTo>
                <a:lnTo>
                  <a:pt x="106464" y="11342"/>
                </a:lnTo>
                <a:lnTo>
                  <a:pt x="105521" y="14134"/>
                </a:lnTo>
                <a:lnTo>
                  <a:pt x="106552" y="15165"/>
                </a:lnTo>
                <a:lnTo>
                  <a:pt x="108832" y="14003"/>
                </a:lnTo>
                <a:lnTo>
                  <a:pt x="110053" y="15099"/>
                </a:lnTo>
                <a:lnTo>
                  <a:pt x="108891" y="17504"/>
                </a:lnTo>
                <a:lnTo>
                  <a:pt x="110045" y="18658"/>
                </a:lnTo>
                <a:lnTo>
                  <a:pt x="112384" y="17489"/>
                </a:lnTo>
                <a:lnTo>
                  <a:pt x="113553" y="18658"/>
                </a:lnTo>
                <a:lnTo>
                  <a:pt x="112384" y="20997"/>
                </a:lnTo>
                <a:lnTo>
                  <a:pt x="113473" y="22079"/>
                </a:lnTo>
                <a:lnTo>
                  <a:pt x="116082" y="21004"/>
                </a:lnTo>
                <a:lnTo>
                  <a:pt x="117361" y="22839"/>
                </a:lnTo>
                <a:lnTo>
                  <a:pt x="115329" y="27655"/>
                </a:lnTo>
                <a:lnTo>
                  <a:pt x="116937" y="28971"/>
                </a:lnTo>
                <a:lnTo>
                  <a:pt x="119707" y="28101"/>
                </a:lnTo>
                <a:lnTo>
                  <a:pt x="120708" y="29877"/>
                </a:lnTo>
                <a:lnTo>
                  <a:pt x="118903" y="34723"/>
                </a:lnTo>
                <a:lnTo>
                  <a:pt x="120394" y="35943"/>
                </a:lnTo>
                <a:lnTo>
                  <a:pt x="123288" y="35169"/>
                </a:lnTo>
                <a:lnTo>
                  <a:pt x="124100" y="36879"/>
                </a:lnTo>
                <a:lnTo>
                  <a:pt x="122470" y="41783"/>
                </a:lnTo>
                <a:lnTo>
                  <a:pt x="123778" y="42850"/>
                </a:lnTo>
                <a:lnTo>
                  <a:pt x="126935" y="42346"/>
                </a:lnTo>
                <a:lnTo>
                  <a:pt x="127725" y="45664"/>
                </a:lnTo>
                <a:lnTo>
                  <a:pt x="127001" y="50013"/>
                </a:lnTo>
                <a:lnTo>
                  <a:pt x="127001" y="77332"/>
                </a:lnTo>
                <a:lnTo>
                  <a:pt x="127717" y="81674"/>
                </a:lnTo>
                <a:lnTo>
                  <a:pt x="126935" y="85028"/>
                </a:lnTo>
                <a:lnTo>
                  <a:pt x="123763" y="84458"/>
                </a:lnTo>
                <a:lnTo>
                  <a:pt x="123164" y="85050"/>
                </a:lnTo>
                <a:lnTo>
                  <a:pt x="123522" y="87718"/>
                </a:lnTo>
                <a:lnTo>
                  <a:pt x="123449" y="89092"/>
                </a:lnTo>
                <a:lnTo>
                  <a:pt x="123858" y="90970"/>
                </a:lnTo>
                <a:lnTo>
                  <a:pt x="123274" y="92205"/>
                </a:lnTo>
                <a:lnTo>
                  <a:pt x="120380" y="91343"/>
                </a:lnTo>
                <a:lnTo>
                  <a:pt x="119656" y="92074"/>
                </a:lnTo>
                <a:lnTo>
                  <a:pt x="120014" y="94734"/>
                </a:lnTo>
                <a:lnTo>
                  <a:pt x="119941" y="96064"/>
                </a:lnTo>
                <a:lnTo>
                  <a:pt x="120358" y="98038"/>
                </a:lnTo>
                <a:lnTo>
                  <a:pt x="119729" y="99243"/>
                </a:lnTo>
                <a:lnTo>
                  <a:pt x="116893" y="98330"/>
                </a:lnTo>
                <a:lnTo>
                  <a:pt x="116148" y="99083"/>
                </a:lnTo>
                <a:lnTo>
                  <a:pt x="116506" y="101750"/>
                </a:lnTo>
                <a:lnTo>
                  <a:pt x="116440" y="103051"/>
                </a:lnTo>
                <a:lnTo>
                  <a:pt x="116850" y="105083"/>
                </a:lnTo>
                <a:lnTo>
                  <a:pt x="116199" y="106274"/>
                </a:lnTo>
                <a:lnTo>
                  <a:pt x="113407" y="105324"/>
                </a:lnTo>
                <a:lnTo>
                  <a:pt x="112377" y="106355"/>
                </a:lnTo>
                <a:lnTo>
                  <a:pt x="113539" y="108642"/>
                </a:lnTo>
                <a:lnTo>
                  <a:pt x="112435" y="109863"/>
                </a:lnTo>
                <a:lnTo>
                  <a:pt x="110031" y="108701"/>
                </a:lnTo>
                <a:lnTo>
                  <a:pt x="108876" y="109848"/>
                </a:lnTo>
                <a:lnTo>
                  <a:pt x="110045" y="112187"/>
                </a:lnTo>
                <a:lnTo>
                  <a:pt x="108876" y="113356"/>
                </a:lnTo>
                <a:lnTo>
                  <a:pt x="106537" y="112187"/>
                </a:lnTo>
                <a:lnTo>
                  <a:pt x="105448" y="113276"/>
                </a:lnTo>
                <a:lnTo>
                  <a:pt x="106523" y="115878"/>
                </a:lnTo>
                <a:lnTo>
                  <a:pt x="104688" y="117164"/>
                </a:lnTo>
                <a:lnTo>
                  <a:pt x="99872" y="115132"/>
                </a:lnTo>
                <a:lnTo>
                  <a:pt x="98556" y="116740"/>
                </a:lnTo>
                <a:lnTo>
                  <a:pt x="99426" y="119510"/>
                </a:lnTo>
                <a:lnTo>
                  <a:pt x="97650" y="120511"/>
                </a:lnTo>
                <a:lnTo>
                  <a:pt x="92804" y="118706"/>
                </a:lnTo>
                <a:lnTo>
                  <a:pt x="91584" y="120197"/>
                </a:lnTo>
                <a:lnTo>
                  <a:pt x="92358" y="123091"/>
                </a:lnTo>
                <a:lnTo>
                  <a:pt x="90648" y="123903"/>
                </a:lnTo>
                <a:lnTo>
                  <a:pt x="85737" y="122273"/>
                </a:lnTo>
                <a:lnTo>
                  <a:pt x="84677" y="123574"/>
                </a:lnTo>
                <a:lnTo>
                  <a:pt x="85174" y="126738"/>
                </a:lnTo>
                <a:lnTo>
                  <a:pt x="81849" y="1275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8088562" y="9161066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55422" y="127403"/>
                </a:moveTo>
                <a:lnTo>
                  <a:pt x="52710" y="126731"/>
                </a:lnTo>
                <a:lnTo>
                  <a:pt x="50254" y="127316"/>
                </a:lnTo>
                <a:lnTo>
                  <a:pt x="49567" y="126614"/>
                </a:lnTo>
                <a:lnTo>
                  <a:pt x="50137" y="123449"/>
                </a:lnTo>
                <a:lnTo>
                  <a:pt x="47769" y="122894"/>
                </a:lnTo>
                <a:lnTo>
                  <a:pt x="44941" y="123376"/>
                </a:lnTo>
                <a:lnTo>
                  <a:pt x="41908" y="123376"/>
                </a:lnTo>
                <a:lnTo>
                  <a:pt x="40154" y="123690"/>
                </a:lnTo>
                <a:lnTo>
                  <a:pt x="38904" y="123223"/>
                </a:lnTo>
                <a:lnTo>
                  <a:pt x="39649" y="120204"/>
                </a:lnTo>
                <a:lnTo>
                  <a:pt x="38977" y="119532"/>
                </a:lnTo>
                <a:lnTo>
                  <a:pt x="36317" y="119890"/>
                </a:lnTo>
                <a:lnTo>
                  <a:pt x="34950" y="119824"/>
                </a:lnTo>
                <a:lnTo>
                  <a:pt x="33064" y="120233"/>
                </a:lnTo>
                <a:lnTo>
                  <a:pt x="31836" y="119641"/>
                </a:lnTo>
                <a:lnTo>
                  <a:pt x="32699" y="116755"/>
                </a:lnTo>
                <a:lnTo>
                  <a:pt x="31968" y="116024"/>
                </a:lnTo>
                <a:lnTo>
                  <a:pt x="29308" y="116382"/>
                </a:lnTo>
                <a:lnTo>
                  <a:pt x="28124" y="116323"/>
                </a:lnTo>
                <a:lnTo>
                  <a:pt x="25821" y="116733"/>
                </a:lnTo>
                <a:lnTo>
                  <a:pt x="24725" y="115958"/>
                </a:lnTo>
                <a:lnTo>
                  <a:pt x="25799" y="113356"/>
                </a:lnTo>
                <a:lnTo>
                  <a:pt x="24711" y="112267"/>
                </a:lnTo>
                <a:lnTo>
                  <a:pt x="22372" y="113437"/>
                </a:lnTo>
                <a:lnTo>
                  <a:pt x="21202" y="112267"/>
                </a:lnTo>
                <a:lnTo>
                  <a:pt x="22371" y="109928"/>
                </a:lnTo>
                <a:lnTo>
                  <a:pt x="21202" y="108759"/>
                </a:lnTo>
                <a:lnTo>
                  <a:pt x="18871" y="109928"/>
                </a:lnTo>
                <a:lnTo>
                  <a:pt x="17701" y="108759"/>
                </a:lnTo>
                <a:lnTo>
                  <a:pt x="18871" y="106420"/>
                </a:lnTo>
                <a:lnTo>
                  <a:pt x="17701" y="105258"/>
                </a:lnTo>
                <a:lnTo>
                  <a:pt x="15363" y="106428"/>
                </a:lnTo>
                <a:lnTo>
                  <a:pt x="14193" y="105258"/>
                </a:lnTo>
                <a:lnTo>
                  <a:pt x="15362" y="102919"/>
                </a:lnTo>
                <a:lnTo>
                  <a:pt x="14288" y="101845"/>
                </a:lnTo>
                <a:lnTo>
                  <a:pt x="11650" y="102905"/>
                </a:lnTo>
                <a:lnTo>
                  <a:pt x="10203" y="100749"/>
                </a:lnTo>
                <a:lnTo>
                  <a:pt x="12037" y="97109"/>
                </a:lnTo>
                <a:lnTo>
                  <a:pt x="11087" y="94880"/>
                </a:lnTo>
                <a:lnTo>
                  <a:pt x="8134" y="95691"/>
                </a:lnTo>
                <a:lnTo>
                  <a:pt x="7257" y="94807"/>
                </a:lnTo>
                <a:lnTo>
                  <a:pt x="8068" y="92505"/>
                </a:lnTo>
                <a:lnTo>
                  <a:pt x="7476" y="91116"/>
                </a:lnTo>
                <a:lnTo>
                  <a:pt x="8280" y="88814"/>
                </a:lnTo>
                <a:lnTo>
                  <a:pt x="7396" y="87937"/>
                </a:lnTo>
                <a:lnTo>
                  <a:pt x="4451" y="88748"/>
                </a:lnTo>
                <a:lnTo>
                  <a:pt x="3427" y="86336"/>
                </a:lnTo>
                <a:lnTo>
                  <a:pt x="4852" y="83354"/>
                </a:lnTo>
                <a:lnTo>
                  <a:pt x="4085" y="80643"/>
                </a:lnTo>
                <a:lnTo>
                  <a:pt x="4714" y="78224"/>
                </a:lnTo>
                <a:lnTo>
                  <a:pt x="3895" y="77412"/>
                </a:lnTo>
                <a:lnTo>
                  <a:pt x="950" y="78224"/>
                </a:lnTo>
                <a:lnTo>
                  <a:pt x="0" y="75994"/>
                </a:lnTo>
                <a:lnTo>
                  <a:pt x="964" y="72713"/>
                </a:lnTo>
                <a:lnTo>
                  <a:pt x="409" y="67421"/>
                </a:lnTo>
                <a:lnTo>
                  <a:pt x="847" y="58081"/>
                </a:lnTo>
                <a:lnTo>
                  <a:pt x="241" y="55311"/>
                </a:lnTo>
                <a:lnTo>
                  <a:pt x="913" y="52599"/>
                </a:lnTo>
                <a:lnTo>
                  <a:pt x="329" y="50144"/>
                </a:lnTo>
                <a:lnTo>
                  <a:pt x="1023" y="49450"/>
                </a:lnTo>
                <a:lnTo>
                  <a:pt x="4202" y="50012"/>
                </a:lnTo>
                <a:lnTo>
                  <a:pt x="4750" y="47652"/>
                </a:lnTo>
                <a:lnTo>
                  <a:pt x="4268" y="44823"/>
                </a:lnTo>
                <a:lnTo>
                  <a:pt x="4268" y="41790"/>
                </a:lnTo>
                <a:lnTo>
                  <a:pt x="3946" y="40029"/>
                </a:lnTo>
                <a:lnTo>
                  <a:pt x="4421" y="38779"/>
                </a:lnTo>
                <a:lnTo>
                  <a:pt x="7440" y="39524"/>
                </a:lnTo>
                <a:lnTo>
                  <a:pt x="8105" y="38852"/>
                </a:lnTo>
                <a:lnTo>
                  <a:pt x="7739" y="36192"/>
                </a:lnTo>
                <a:lnTo>
                  <a:pt x="7813" y="34818"/>
                </a:lnTo>
                <a:lnTo>
                  <a:pt x="7403" y="32939"/>
                </a:lnTo>
                <a:lnTo>
                  <a:pt x="7988" y="31704"/>
                </a:lnTo>
                <a:lnTo>
                  <a:pt x="10889" y="32567"/>
                </a:lnTo>
                <a:lnTo>
                  <a:pt x="11606" y="31836"/>
                </a:lnTo>
                <a:lnTo>
                  <a:pt x="11248" y="29175"/>
                </a:lnTo>
                <a:lnTo>
                  <a:pt x="11314" y="27991"/>
                </a:lnTo>
                <a:lnTo>
                  <a:pt x="10904" y="25682"/>
                </a:lnTo>
                <a:lnTo>
                  <a:pt x="11679" y="24586"/>
                </a:lnTo>
                <a:lnTo>
                  <a:pt x="14274" y="25660"/>
                </a:lnTo>
                <a:lnTo>
                  <a:pt x="15362" y="24571"/>
                </a:lnTo>
                <a:lnTo>
                  <a:pt x="14193" y="22232"/>
                </a:lnTo>
                <a:lnTo>
                  <a:pt x="15362" y="21063"/>
                </a:lnTo>
                <a:lnTo>
                  <a:pt x="17701" y="22232"/>
                </a:lnTo>
                <a:lnTo>
                  <a:pt x="18871" y="21063"/>
                </a:lnTo>
                <a:lnTo>
                  <a:pt x="17701" y="18724"/>
                </a:lnTo>
                <a:lnTo>
                  <a:pt x="18864" y="17562"/>
                </a:lnTo>
                <a:lnTo>
                  <a:pt x="21202" y="18731"/>
                </a:lnTo>
                <a:lnTo>
                  <a:pt x="22372" y="17562"/>
                </a:lnTo>
                <a:lnTo>
                  <a:pt x="21202" y="15223"/>
                </a:lnTo>
                <a:lnTo>
                  <a:pt x="22371" y="14054"/>
                </a:lnTo>
                <a:lnTo>
                  <a:pt x="24710" y="15223"/>
                </a:lnTo>
                <a:lnTo>
                  <a:pt x="25792" y="14142"/>
                </a:lnTo>
                <a:lnTo>
                  <a:pt x="24725" y="11525"/>
                </a:lnTo>
                <a:lnTo>
                  <a:pt x="26859" y="10063"/>
                </a:lnTo>
                <a:lnTo>
                  <a:pt x="30535" y="11898"/>
                </a:lnTo>
                <a:lnTo>
                  <a:pt x="32750" y="10948"/>
                </a:lnTo>
                <a:lnTo>
                  <a:pt x="31939" y="7995"/>
                </a:lnTo>
                <a:lnTo>
                  <a:pt x="32852" y="7089"/>
                </a:lnTo>
                <a:lnTo>
                  <a:pt x="35111" y="7995"/>
                </a:lnTo>
                <a:lnTo>
                  <a:pt x="36521" y="7272"/>
                </a:lnTo>
                <a:lnTo>
                  <a:pt x="38772" y="8178"/>
                </a:lnTo>
                <a:lnTo>
                  <a:pt x="39810" y="7140"/>
                </a:lnTo>
                <a:lnTo>
                  <a:pt x="38758" y="4494"/>
                </a:lnTo>
                <a:lnTo>
                  <a:pt x="40059" y="3632"/>
                </a:lnTo>
                <a:lnTo>
                  <a:pt x="41966" y="4385"/>
                </a:lnTo>
                <a:lnTo>
                  <a:pt x="43757" y="3844"/>
                </a:lnTo>
                <a:lnTo>
                  <a:pt x="45350" y="4122"/>
                </a:lnTo>
                <a:lnTo>
                  <a:pt x="47426" y="4122"/>
                </a:lnTo>
                <a:lnTo>
                  <a:pt x="48814" y="4341"/>
                </a:lnTo>
                <a:lnTo>
                  <a:pt x="49845" y="4129"/>
                </a:lnTo>
                <a:lnTo>
                  <a:pt x="50130" y="4070"/>
                </a:lnTo>
                <a:lnTo>
                  <a:pt x="49596" y="877"/>
                </a:lnTo>
                <a:lnTo>
                  <a:pt x="50210" y="263"/>
                </a:lnTo>
                <a:lnTo>
                  <a:pt x="52805" y="687"/>
                </a:lnTo>
                <a:lnTo>
                  <a:pt x="57891" y="109"/>
                </a:lnTo>
                <a:lnTo>
                  <a:pt x="62818" y="621"/>
                </a:lnTo>
                <a:lnTo>
                  <a:pt x="70616" y="621"/>
                </a:lnTo>
                <a:lnTo>
                  <a:pt x="74745" y="0"/>
                </a:lnTo>
                <a:lnTo>
                  <a:pt x="78180" y="672"/>
                </a:lnTo>
                <a:lnTo>
                  <a:pt x="77661" y="3880"/>
                </a:lnTo>
                <a:lnTo>
                  <a:pt x="78341" y="4560"/>
                </a:lnTo>
                <a:lnTo>
                  <a:pt x="80797" y="3975"/>
                </a:lnTo>
                <a:lnTo>
                  <a:pt x="83494" y="4655"/>
                </a:lnTo>
                <a:lnTo>
                  <a:pt x="86446" y="3318"/>
                </a:lnTo>
                <a:lnTo>
                  <a:pt x="88858" y="4304"/>
                </a:lnTo>
                <a:lnTo>
                  <a:pt x="88069" y="7279"/>
                </a:lnTo>
                <a:lnTo>
                  <a:pt x="88763" y="7973"/>
                </a:lnTo>
                <a:lnTo>
                  <a:pt x="91424" y="7615"/>
                </a:lnTo>
                <a:lnTo>
                  <a:pt x="92790" y="7681"/>
                </a:lnTo>
                <a:lnTo>
                  <a:pt x="94676" y="7279"/>
                </a:lnTo>
                <a:lnTo>
                  <a:pt x="95904" y="7864"/>
                </a:lnTo>
                <a:lnTo>
                  <a:pt x="95042" y="10750"/>
                </a:lnTo>
                <a:lnTo>
                  <a:pt x="95772" y="11474"/>
                </a:lnTo>
                <a:lnTo>
                  <a:pt x="98433" y="11116"/>
                </a:lnTo>
                <a:lnTo>
                  <a:pt x="99624" y="11182"/>
                </a:lnTo>
                <a:lnTo>
                  <a:pt x="101904" y="10772"/>
                </a:lnTo>
                <a:lnTo>
                  <a:pt x="103015" y="11532"/>
                </a:lnTo>
                <a:lnTo>
                  <a:pt x="101948" y="14149"/>
                </a:lnTo>
                <a:lnTo>
                  <a:pt x="102935" y="15136"/>
                </a:lnTo>
                <a:lnTo>
                  <a:pt x="105580" y="14091"/>
                </a:lnTo>
                <a:lnTo>
                  <a:pt x="106414" y="15348"/>
                </a:lnTo>
                <a:lnTo>
                  <a:pt x="105369" y="17569"/>
                </a:lnTo>
                <a:lnTo>
                  <a:pt x="106531" y="18739"/>
                </a:lnTo>
                <a:lnTo>
                  <a:pt x="108869" y="17569"/>
                </a:lnTo>
                <a:lnTo>
                  <a:pt x="109944" y="18644"/>
                </a:lnTo>
                <a:lnTo>
                  <a:pt x="108899" y="21290"/>
                </a:lnTo>
                <a:lnTo>
                  <a:pt x="110054" y="22057"/>
                </a:lnTo>
                <a:lnTo>
                  <a:pt x="112538" y="21114"/>
                </a:lnTo>
                <a:lnTo>
                  <a:pt x="113489" y="22327"/>
                </a:lnTo>
                <a:lnTo>
                  <a:pt x="112363" y="24564"/>
                </a:lnTo>
                <a:lnTo>
                  <a:pt x="113328" y="25529"/>
                </a:lnTo>
                <a:lnTo>
                  <a:pt x="116281" y="24717"/>
                </a:lnTo>
                <a:lnTo>
                  <a:pt x="117311" y="27136"/>
                </a:lnTo>
                <a:lnTo>
                  <a:pt x="115608" y="30206"/>
                </a:lnTo>
                <a:lnTo>
                  <a:pt x="116653" y="32625"/>
                </a:lnTo>
                <a:lnTo>
                  <a:pt x="119599" y="31807"/>
                </a:lnTo>
                <a:lnTo>
                  <a:pt x="120301" y="32508"/>
                </a:lnTo>
                <a:lnTo>
                  <a:pt x="119942" y="35176"/>
                </a:lnTo>
                <a:lnTo>
                  <a:pt x="120015" y="36594"/>
                </a:lnTo>
                <a:lnTo>
                  <a:pt x="119613" y="38370"/>
                </a:lnTo>
                <a:lnTo>
                  <a:pt x="120154" y="39634"/>
                </a:lnTo>
                <a:lnTo>
                  <a:pt x="123114" y="38823"/>
                </a:lnTo>
                <a:lnTo>
                  <a:pt x="123904" y="39627"/>
                </a:lnTo>
                <a:lnTo>
                  <a:pt x="123319" y="42083"/>
                </a:lnTo>
                <a:lnTo>
                  <a:pt x="124013" y="44860"/>
                </a:lnTo>
                <a:lnTo>
                  <a:pt x="122771" y="47615"/>
                </a:lnTo>
                <a:lnTo>
                  <a:pt x="123604" y="50093"/>
                </a:lnTo>
                <a:lnTo>
                  <a:pt x="126674" y="49406"/>
                </a:lnTo>
                <a:lnTo>
                  <a:pt x="127310" y="50049"/>
                </a:lnTo>
                <a:lnTo>
                  <a:pt x="126951" y="52717"/>
                </a:lnTo>
                <a:lnTo>
                  <a:pt x="127222" y="57825"/>
                </a:lnTo>
                <a:lnTo>
                  <a:pt x="126893" y="69417"/>
                </a:lnTo>
                <a:lnTo>
                  <a:pt x="127500" y="72194"/>
                </a:lnTo>
                <a:lnTo>
                  <a:pt x="126827" y="74898"/>
                </a:lnTo>
                <a:lnTo>
                  <a:pt x="127412" y="77354"/>
                </a:lnTo>
                <a:lnTo>
                  <a:pt x="126717" y="78056"/>
                </a:lnTo>
                <a:lnTo>
                  <a:pt x="123538" y="77485"/>
                </a:lnTo>
                <a:lnTo>
                  <a:pt x="122990" y="79846"/>
                </a:lnTo>
                <a:lnTo>
                  <a:pt x="123472" y="82675"/>
                </a:lnTo>
                <a:lnTo>
                  <a:pt x="123472" y="85708"/>
                </a:lnTo>
                <a:lnTo>
                  <a:pt x="123787" y="87469"/>
                </a:lnTo>
                <a:lnTo>
                  <a:pt x="123319" y="88719"/>
                </a:lnTo>
                <a:lnTo>
                  <a:pt x="120301" y="87973"/>
                </a:lnTo>
                <a:lnTo>
                  <a:pt x="119643" y="88646"/>
                </a:lnTo>
                <a:lnTo>
                  <a:pt x="120001" y="91306"/>
                </a:lnTo>
                <a:lnTo>
                  <a:pt x="119920" y="92680"/>
                </a:lnTo>
                <a:lnTo>
                  <a:pt x="120337" y="94558"/>
                </a:lnTo>
                <a:lnTo>
                  <a:pt x="119752" y="95794"/>
                </a:lnTo>
                <a:lnTo>
                  <a:pt x="116851" y="94931"/>
                </a:lnTo>
                <a:lnTo>
                  <a:pt x="116134" y="95662"/>
                </a:lnTo>
                <a:lnTo>
                  <a:pt x="116493" y="98322"/>
                </a:lnTo>
                <a:lnTo>
                  <a:pt x="116427" y="99506"/>
                </a:lnTo>
                <a:lnTo>
                  <a:pt x="116836" y="101809"/>
                </a:lnTo>
                <a:lnTo>
                  <a:pt x="116061" y="102912"/>
                </a:lnTo>
                <a:lnTo>
                  <a:pt x="113467" y="101830"/>
                </a:lnTo>
                <a:lnTo>
                  <a:pt x="112378" y="102919"/>
                </a:lnTo>
                <a:lnTo>
                  <a:pt x="113547" y="105258"/>
                </a:lnTo>
                <a:lnTo>
                  <a:pt x="112378" y="106428"/>
                </a:lnTo>
                <a:lnTo>
                  <a:pt x="110039" y="105258"/>
                </a:lnTo>
                <a:lnTo>
                  <a:pt x="108869" y="106428"/>
                </a:lnTo>
                <a:lnTo>
                  <a:pt x="110039" y="108766"/>
                </a:lnTo>
                <a:lnTo>
                  <a:pt x="108870" y="109928"/>
                </a:lnTo>
                <a:lnTo>
                  <a:pt x="106538" y="108759"/>
                </a:lnTo>
                <a:lnTo>
                  <a:pt x="105369" y="109928"/>
                </a:lnTo>
                <a:lnTo>
                  <a:pt x="106538" y="112267"/>
                </a:lnTo>
                <a:lnTo>
                  <a:pt x="105369" y="113437"/>
                </a:lnTo>
                <a:lnTo>
                  <a:pt x="103030" y="112267"/>
                </a:lnTo>
                <a:lnTo>
                  <a:pt x="101956" y="113342"/>
                </a:lnTo>
                <a:lnTo>
                  <a:pt x="103008" y="115980"/>
                </a:lnTo>
                <a:lnTo>
                  <a:pt x="101173" y="117215"/>
                </a:lnTo>
                <a:lnTo>
                  <a:pt x="96364" y="115220"/>
                </a:lnTo>
                <a:lnTo>
                  <a:pt x="95093" y="116769"/>
                </a:lnTo>
                <a:lnTo>
                  <a:pt x="95867" y="119663"/>
                </a:lnTo>
                <a:lnTo>
                  <a:pt x="94157" y="120475"/>
                </a:lnTo>
                <a:lnTo>
                  <a:pt x="89246" y="118845"/>
                </a:lnTo>
                <a:lnTo>
                  <a:pt x="88120" y="120226"/>
                </a:lnTo>
                <a:lnTo>
                  <a:pt x="88800" y="123223"/>
                </a:lnTo>
                <a:lnTo>
                  <a:pt x="86702" y="124041"/>
                </a:lnTo>
                <a:lnTo>
                  <a:pt x="83253" y="123376"/>
                </a:lnTo>
                <a:lnTo>
                  <a:pt x="80388" y="123376"/>
                </a:lnTo>
                <a:lnTo>
                  <a:pt x="78853" y="123113"/>
                </a:lnTo>
                <a:lnTo>
                  <a:pt x="77559" y="123464"/>
                </a:lnTo>
                <a:lnTo>
                  <a:pt x="78173" y="126599"/>
                </a:lnTo>
                <a:lnTo>
                  <a:pt x="77559" y="127213"/>
                </a:lnTo>
                <a:lnTo>
                  <a:pt x="74899" y="126855"/>
                </a:lnTo>
                <a:lnTo>
                  <a:pt x="69783" y="127126"/>
                </a:lnTo>
                <a:lnTo>
                  <a:pt x="58192" y="126797"/>
                </a:lnTo>
                <a:lnTo>
                  <a:pt x="55422" y="127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6197710" y="9164559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2611" y="120628"/>
                </a:moveTo>
                <a:lnTo>
                  <a:pt x="69256" y="119729"/>
                </a:lnTo>
                <a:lnTo>
                  <a:pt x="64067" y="120146"/>
                </a:lnTo>
                <a:lnTo>
                  <a:pt x="60083" y="120212"/>
                </a:lnTo>
                <a:lnTo>
                  <a:pt x="54602" y="119656"/>
                </a:lnTo>
                <a:lnTo>
                  <a:pt x="51949" y="120424"/>
                </a:lnTo>
                <a:lnTo>
                  <a:pt x="49179" y="119729"/>
                </a:lnTo>
                <a:lnTo>
                  <a:pt x="46723" y="120314"/>
                </a:lnTo>
                <a:lnTo>
                  <a:pt x="45992" y="119576"/>
                </a:lnTo>
                <a:lnTo>
                  <a:pt x="46643" y="116484"/>
                </a:lnTo>
                <a:lnTo>
                  <a:pt x="44151" y="115724"/>
                </a:lnTo>
                <a:lnTo>
                  <a:pt x="41454" y="116915"/>
                </a:lnTo>
                <a:lnTo>
                  <a:pt x="38654" y="116221"/>
                </a:lnTo>
                <a:lnTo>
                  <a:pt x="36199" y="116806"/>
                </a:lnTo>
                <a:lnTo>
                  <a:pt x="35380" y="115987"/>
                </a:lnTo>
                <a:lnTo>
                  <a:pt x="36221" y="113071"/>
                </a:lnTo>
                <a:lnTo>
                  <a:pt x="33824" y="111982"/>
                </a:lnTo>
                <a:lnTo>
                  <a:pt x="30717" y="113707"/>
                </a:lnTo>
                <a:lnTo>
                  <a:pt x="28305" y="112676"/>
                </a:lnTo>
                <a:lnTo>
                  <a:pt x="29117" y="109724"/>
                </a:lnTo>
                <a:lnTo>
                  <a:pt x="28189" y="108796"/>
                </a:lnTo>
                <a:lnTo>
                  <a:pt x="25952" y="109753"/>
                </a:lnTo>
                <a:lnTo>
                  <a:pt x="24724" y="109066"/>
                </a:lnTo>
                <a:lnTo>
                  <a:pt x="25682" y="106289"/>
                </a:lnTo>
                <a:lnTo>
                  <a:pt x="24914" y="105521"/>
                </a:lnTo>
                <a:lnTo>
                  <a:pt x="22247" y="105879"/>
                </a:lnTo>
                <a:lnTo>
                  <a:pt x="21180" y="105821"/>
                </a:lnTo>
                <a:lnTo>
                  <a:pt x="18607" y="106201"/>
                </a:lnTo>
                <a:lnTo>
                  <a:pt x="17635" y="105317"/>
                </a:lnTo>
                <a:lnTo>
                  <a:pt x="18797" y="102912"/>
                </a:lnTo>
                <a:lnTo>
                  <a:pt x="17737" y="101860"/>
                </a:lnTo>
                <a:lnTo>
                  <a:pt x="15092" y="102912"/>
                </a:lnTo>
                <a:lnTo>
                  <a:pt x="14178" y="101538"/>
                </a:lnTo>
                <a:lnTo>
                  <a:pt x="15245" y="99667"/>
                </a:lnTo>
                <a:lnTo>
                  <a:pt x="14266" y="98140"/>
                </a:lnTo>
                <a:lnTo>
                  <a:pt x="15296" y="95918"/>
                </a:lnTo>
                <a:lnTo>
                  <a:pt x="14237" y="94858"/>
                </a:lnTo>
                <a:lnTo>
                  <a:pt x="11562" y="95889"/>
                </a:lnTo>
                <a:lnTo>
                  <a:pt x="10758" y="94632"/>
                </a:lnTo>
                <a:lnTo>
                  <a:pt x="11788" y="92410"/>
                </a:lnTo>
                <a:lnTo>
                  <a:pt x="10721" y="91343"/>
                </a:lnTo>
                <a:lnTo>
                  <a:pt x="8075" y="92395"/>
                </a:lnTo>
                <a:lnTo>
                  <a:pt x="7162" y="91021"/>
                </a:lnTo>
                <a:lnTo>
                  <a:pt x="8229" y="89150"/>
                </a:lnTo>
                <a:lnTo>
                  <a:pt x="7250" y="87623"/>
                </a:lnTo>
                <a:lnTo>
                  <a:pt x="8280" y="85401"/>
                </a:lnTo>
                <a:lnTo>
                  <a:pt x="7359" y="84473"/>
                </a:lnTo>
                <a:lnTo>
                  <a:pt x="4348" y="85225"/>
                </a:lnTo>
                <a:lnTo>
                  <a:pt x="3040" y="81783"/>
                </a:lnTo>
                <a:lnTo>
                  <a:pt x="5466" y="77266"/>
                </a:lnTo>
                <a:lnTo>
                  <a:pt x="4005" y="73853"/>
                </a:lnTo>
                <a:lnTo>
                  <a:pt x="1052" y="74657"/>
                </a:lnTo>
                <a:lnTo>
                  <a:pt x="306" y="73919"/>
                </a:lnTo>
                <a:lnTo>
                  <a:pt x="767" y="71354"/>
                </a:lnTo>
                <a:lnTo>
                  <a:pt x="204" y="67473"/>
                </a:lnTo>
                <a:lnTo>
                  <a:pt x="686" y="63614"/>
                </a:lnTo>
                <a:lnTo>
                  <a:pt x="686" y="57950"/>
                </a:lnTo>
                <a:lnTo>
                  <a:pt x="504" y="55545"/>
                </a:lnTo>
                <a:lnTo>
                  <a:pt x="767" y="52234"/>
                </a:lnTo>
                <a:lnTo>
                  <a:pt x="0" y="46789"/>
                </a:lnTo>
                <a:lnTo>
                  <a:pt x="986" y="45985"/>
                </a:lnTo>
                <a:lnTo>
                  <a:pt x="4114" y="46526"/>
                </a:lnTo>
                <a:lnTo>
                  <a:pt x="4735" y="44246"/>
                </a:lnTo>
                <a:lnTo>
                  <a:pt x="4195" y="41278"/>
                </a:lnTo>
                <a:lnTo>
                  <a:pt x="4195" y="38362"/>
                </a:lnTo>
                <a:lnTo>
                  <a:pt x="3858" y="36469"/>
                </a:lnTo>
                <a:lnTo>
                  <a:pt x="4385" y="35256"/>
                </a:lnTo>
                <a:lnTo>
                  <a:pt x="7330" y="36075"/>
                </a:lnTo>
                <a:lnTo>
                  <a:pt x="8287" y="35117"/>
                </a:lnTo>
                <a:lnTo>
                  <a:pt x="7235" y="32895"/>
                </a:lnTo>
                <a:lnTo>
                  <a:pt x="8170" y="31492"/>
                </a:lnTo>
                <a:lnTo>
                  <a:pt x="7118" y="29270"/>
                </a:lnTo>
                <a:lnTo>
                  <a:pt x="8170" y="28218"/>
                </a:lnTo>
                <a:lnTo>
                  <a:pt x="10875" y="29227"/>
                </a:lnTo>
                <a:lnTo>
                  <a:pt x="11649" y="27977"/>
                </a:lnTo>
                <a:lnTo>
                  <a:pt x="10633" y="25755"/>
                </a:lnTo>
                <a:lnTo>
                  <a:pt x="11576" y="24805"/>
                </a:lnTo>
                <a:lnTo>
                  <a:pt x="14529" y="25616"/>
                </a:lnTo>
                <a:lnTo>
                  <a:pt x="15369" y="23658"/>
                </a:lnTo>
                <a:lnTo>
                  <a:pt x="13637" y="19324"/>
                </a:lnTo>
                <a:lnTo>
                  <a:pt x="15267" y="17569"/>
                </a:lnTo>
                <a:lnTo>
                  <a:pt x="17650" y="18739"/>
                </a:lnTo>
                <a:lnTo>
                  <a:pt x="18717" y="17672"/>
                </a:lnTo>
                <a:lnTo>
                  <a:pt x="17664" y="15026"/>
                </a:lnTo>
                <a:lnTo>
                  <a:pt x="19046" y="14112"/>
                </a:lnTo>
                <a:lnTo>
                  <a:pt x="20873" y="15136"/>
                </a:lnTo>
                <a:lnTo>
                  <a:pt x="22444" y="14266"/>
                </a:lnTo>
                <a:lnTo>
                  <a:pt x="24680" y="15216"/>
                </a:lnTo>
                <a:lnTo>
                  <a:pt x="25733" y="14171"/>
                </a:lnTo>
                <a:lnTo>
                  <a:pt x="24680" y="11525"/>
                </a:lnTo>
                <a:lnTo>
                  <a:pt x="26054" y="10611"/>
                </a:lnTo>
                <a:lnTo>
                  <a:pt x="27918" y="11671"/>
                </a:lnTo>
                <a:lnTo>
                  <a:pt x="29299" y="10816"/>
                </a:lnTo>
                <a:lnTo>
                  <a:pt x="28284" y="8119"/>
                </a:lnTo>
                <a:lnTo>
                  <a:pt x="29080" y="7315"/>
                </a:lnTo>
                <a:lnTo>
                  <a:pt x="31748" y="7673"/>
                </a:lnTo>
                <a:lnTo>
                  <a:pt x="33049" y="7608"/>
                </a:lnTo>
                <a:lnTo>
                  <a:pt x="35088" y="8024"/>
                </a:lnTo>
                <a:lnTo>
                  <a:pt x="36279" y="7366"/>
                </a:lnTo>
                <a:lnTo>
                  <a:pt x="35336" y="4575"/>
                </a:lnTo>
                <a:lnTo>
                  <a:pt x="36243" y="3676"/>
                </a:lnTo>
                <a:lnTo>
                  <a:pt x="38611" y="4370"/>
                </a:lnTo>
                <a:lnTo>
                  <a:pt x="40160" y="3844"/>
                </a:lnTo>
                <a:lnTo>
                  <a:pt x="41841" y="4143"/>
                </a:lnTo>
                <a:lnTo>
                  <a:pt x="43807" y="4143"/>
                </a:lnTo>
                <a:lnTo>
                  <a:pt x="45269" y="4363"/>
                </a:lnTo>
                <a:lnTo>
                  <a:pt x="46300" y="4143"/>
                </a:lnTo>
                <a:lnTo>
                  <a:pt x="46592" y="4078"/>
                </a:lnTo>
                <a:lnTo>
                  <a:pt x="46044" y="898"/>
                </a:lnTo>
                <a:lnTo>
                  <a:pt x="46658" y="277"/>
                </a:lnTo>
                <a:lnTo>
                  <a:pt x="49260" y="701"/>
                </a:lnTo>
                <a:lnTo>
                  <a:pt x="54346" y="124"/>
                </a:lnTo>
                <a:lnTo>
                  <a:pt x="59272" y="635"/>
                </a:lnTo>
                <a:lnTo>
                  <a:pt x="67056" y="635"/>
                </a:lnTo>
                <a:lnTo>
                  <a:pt x="71222" y="0"/>
                </a:lnTo>
                <a:lnTo>
                  <a:pt x="74642" y="694"/>
                </a:lnTo>
                <a:lnTo>
                  <a:pt x="74109" y="3895"/>
                </a:lnTo>
                <a:lnTo>
                  <a:pt x="74694" y="4480"/>
                </a:lnTo>
                <a:lnTo>
                  <a:pt x="77361" y="4122"/>
                </a:lnTo>
                <a:lnTo>
                  <a:pt x="78801" y="4195"/>
                </a:lnTo>
                <a:lnTo>
                  <a:pt x="80519" y="3800"/>
                </a:lnTo>
                <a:lnTo>
                  <a:pt x="82053" y="4421"/>
                </a:lnTo>
                <a:lnTo>
                  <a:pt x="84378" y="3647"/>
                </a:lnTo>
                <a:lnTo>
                  <a:pt x="85364" y="4633"/>
                </a:lnTo>
                <a:lnTo>
                  <a:pt x="84312" y="7279"/>
                </a:lnTo>
                <a:lnTo>
                  <a:pt x="85686" y="8193"/>
                </a:lnTo>
                <a:lnTo>
                  <a:pt x="87506" y="7206"/>
                </a:lnTo>
                <a:lnTo>
                  <a:pt x="89092" y="8002"/>
                </a:lnTo>
                <a:lnTo>
                  <a:pt x="91350" y="7111"/>
                </a:lnTo>
                <a:lnTo>
                  <a:pt x="92381" y="8141"/>
                </a:lnTo>
                <a:lnTo>
                  <a:pt x="91328" y="10787"/>
                </a:lnTo>
                <a:lnTo>
                  <a:pt x="92702" y="11693"/>
                </a:lnTo>
                <a:lnTo>
                  <a:pt x="94580" y="10626"/>
                </a:lnTo>
                <a:lnTo>
                  <a:pt x="95954" y="11511"/>
                </a:lnTo>
                <a:lnTo>
                  <a:pt x="94917" y="14178"/>
                </a:lnTo>
                <a:lnTo>
                  <a:pt x="95728" y="14989"/>
                </a:lnTo>
                <a:lnTo>
                  <a:pt x="98395" y="14631"/>
                </a:lnTo>
                <a:lnTo>
                  <a:pt x="99463" y="14690"/>
                </a:lnTo>
                <a:lnTo>
                  <a:pt x="102028" y="14310"/>
                </a:lnTo>
                <a:lnTo>
                  <a:pt x="103007" y="15194"/>
                </a:lnTo>
                <a:lnTo>
                  <a:pt x="101845" y="17599"/>
                </a:lnTo>
                <a:lnTo>
                  <a:pt x="102905" y="18651"/>
                </a:lnTo>
                <a:lnTo>
                  <a:pt x="105551" y="17599"/>
                </a:lnTo>
                <a:lnTo>
                  <a:pt x="106464" y="18973"/>
                </a:lnTo>
                <a:lnTo>
                  <a:pt x="105397" y="20844"/>
                </a:lnTo>
                <a:lnTo>
                  <a:pt x="106376" y="22371"/>
                </a:lnTo>
                <a:lnTo>
                  <a:pt x="105339" y="24593"/>
                </a:lnTo>
                <a:lnTo>
                  <a:pt x="106398" y="25653"/>
                </a:lnTo>
                <a:lnTo>
                  <a:pt x="109073" y="24622"/>
                </a:lnTo>
                <a:lnTo>
                  <a:pt x="109884" y="25879"/>
                </a:lnTo>
                <a:lnTo>
                  <a:pt x="108847" y="28101"/>
                </a:lnTo>
                <a:lnTo>
                  <a:pt x="109921" y="29175"/>
                </a:lnTo>
                <a:lnTo>
                  <a:pt x="112567" y="28123"/>
                </a:lnTo>
                <a:lnTo>
                  <a:pt x="113480" y="29497"/>
                </a:lnTo>
                <a:lnTo>
                  <a:pt x="112413" y="31368"/>
                </a:lnTo>
                <a:lnTo>
                  <a:pt x="113393" y="32895"/>
                </a:lnTo>
                <a:lnTo>
                  <a:pt x="112362" y="35125"/>
                </a:lnTo>
                <a:lnTo>
                  <a:pt x="113312" y="36075"/>
                </a:lnTo>
                <a:lnTo>
                  <a:pt x="116258" y="35256"/>
                </a:lnTo>
                <a:lnTo>
                  <a:pt x="117149" y="37303"/>
                </a:lnTo>
                <a:lnTo>
                  <a:pt x="116448" y="40942"/>
                </a:lnTo>
                <a:lnTo>
                  <a:pt x="116448" y="43727"/>
                </a:lnTo>
                <a:lnTo>
                  <a:pt x="116185" y="45254"/>
                </a:lnTo>
                <a:lnTo>
                  <a:pt x="116535" y="46555"/>
                </a:lnTo>
                <a:lnTo>
                  <a:pt x="119671" y="45941"/>
                </a:lnTo>
                <a:lnTo>
                  <a:pt x="120285" y="46555"/>
                </a:lnTo>
                <a:lnTo>
                  <a:pt x="119934" y="49223"/>
                </a:lnTo>
                <a:lnTo>
                  <a:pt x="120409" y="59302"/>
                </a:lnTo>
                <a:lnTo>
                  <a:pt x="119729" y="65982"/>
                </a:lnTo>
                <a:lnTo>
                  <a:pt x="120497" y="68635"/>
                </a:lnTo>
                <a:lnTo>
                  <a:pt x="119802" y="71405"/>
                </a:lnTo>
                <a:lnTo>
                  <a:pt x="120387" y="73860"/>
                </a:lnTo>
                <a:lnTo>
                  <a:pt x="119656" y="74599"/>
                </a:lnTo>
                <a:lnTo>
                  <a:pt x="116557" y="73941"/>
                </a:lnTo>
                <a:lnTo>
                  <a:pt x="115797" y="76433"/>
                </a:lnTo>
                <a:lnTo>
                  <a:pt x="116988" y="79130"/>
                </a:lnTo>
                <a:lnTo>
                  <a:pt x="116294" y="81929"/>
                </a:lnTo>
                <a:lnTo>
                  <a:pt x="116879" y="84385"/>
                </a:lnTo>
                <a:lnTo>
                  <a:pt x="116060" y="85203"/>
                </a:lnTo>
                <a:lnTo>
                  <a:pt x="113144" y="84363"/>
                </a:lnTo>
                <a:lnTo>
                  <a:pt x="112055" y="86760"/>
                </a:lnTo>
                <a:lnTo>
                  <a:pt x="113780" y="89866"/>
                </a:lnTo>
                <a:lnTo>
                  <a:pt x="112749" y="92278"/>
                </a:lnTo>
                <a:lnTo>
                  <a:pt x="109797" y="91467"/>
                </a:lnTo>
                <a:lnTo>
                  <a:pt x="108869" y="92395"/>
                </a:lnTo>
                <a:lnTo>
                  <a:pt x="109826" y="94632"/>
                </a:lnTo>
                <a:lnTo>
                  <a:pt x="109146" y="95852"/>
                </a:lnTo>
                <a:lnTo>
                  <a:pt x="106362" y="94902"/>
                </a:lnTo>
                <a:lnTo>
                  <a:pt x="105594" y="95669"/>
                </a:lnTo>
                <a:lnTo>
                  <a:pt x="105945" y="98337"/>
                </a:lnTo>
                <a:lnTo>
                  <a:pt x="105894" y="99397"/>
                </a:lnTo>
                <a:lnTo>
                  <a:pt x="106267" y="101969"/>
                </a:lnTo>
                <a:lnTo>
                  <a:pt x="105382" y="102941"/>
                </a:lnTo>
                <a:lnTo>
                  <a:pt x="102985" y="101779"/>
                </a:lnTo>
                <a:lnTo>
                  <a:pt x="102042" y="102715"/>
                </a:lnTo>
                <a:lnTo>
                  <a:pt x="102854" y="105667"/>
                </a:lnTo>
                <a:lnTo>
                  <a:pt x="100617" y="106618"/>
                </a:lnTo>
                <a:lnTo>
                  <a:pt x="96999" y="104783"/>
                </a:lnTo>
                <a:lnTo>
                  <a:pt x="94836" y="106223"/>
                </a:lnTo>
                <a:lnTo>
                  <a:pt x="95889" y="108869"/>
                </a:lnTo>
                <a:lnTo>
                  <a:pt x="94814" y="109943"/>
                </a:lnTo>
                <a:lnTo>
                  <a:pt x="92475" y="108774"/>
                </a:lnTo>
                <a:lnTo>
                  <a:pt x="91306" y="109943"/>
                </a:lnTo>
                <a:lnTo>
                  <a:pt x="92475" y="112282"/>
                </a:lnTo>
                <a:lnTo>
                  <a:pt x="91350" y="113407"/>
                </a:lnTo>
                <a:lnTo>
                  <a:pt x="89092" y="112516"/>
                </a:lnTo>
                <a:lnTo>
                  <a:pt x="87674" y="113217"/>
                </a:lnTo>
                <a:lnTo>
                  <a:pt x="85415" y="112326"/>
                </a:lnTo>
                <a:lnTo>
                  <a:pt x="84509" y="113232"/>
                </a:lnTo>
                <a:lnTo>
                  <a:pt x="85320" y="116185"/>
                </a:lnTo>
                <a:lnTo>
                  <a:pt x="82894" y="117222"/>
                </a:lnTo>
                <a:lnTo>
                  <a:pt x="79897" y="115629"/>
                </a:lnTo>
                <a:lnTo>
                  <a:pt x="77186" y="116616"/>
                </a:lnTo>
                <a:lnTo>
                  <a:pt x="74832" y="115892"/>
                </a:lnTo>
                <a:lnTo>
                  <a:pt x="73985" y="116740"/>
                </a:lnTo>
                <a:lnTo>
                  <a:pt x="74796" y="119693"/>
                </a:lnTo>
                <a:lnTo>
                  <a:pt x="72611" y="1206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5994209" y="9171707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68847" y="106223"/>
                </a:moveTo>
                <a:lnTo>
                  <a:pt x="65982" y="105726"/>
                </a:lnTo>
                <a:lnTo>
                  <a:pt x="40716" y="105726"/>
                </a:lnTo>
                <a:lnTo>
                  <a:pt x="37829" y="106238"/>
                </a:lnTo>
                <a:lnTo>
                  <a:pt x="35490" y="105646"/>
                </a:lnTo>
                <a:lnTo>
                  <a:pt x="36075" y="102488"/>
                </a:lnTo>
                <a:lnTo>
                  <a:pt x="35468" y="101882"/>
                </a:lnTo>
                <a:lnTo>
                  <a:pt x="32808" y="102240"/>
                </a:lnTo>
                <a:lnTo>
                  <a:pt x="31434" y="102174"/>
                </a:lnTo>
                <a:lnTo>
                  <a:pt x="29555" y="102583"/>
                </a:lnTo>
                <a:lnTo>
                  <a:pt x="28320" y="101991"/>
                </a:lnTo>
                <a:lnTo>
                  <a:pt x="29183" y="99105"/>
                </a:lnTo>
                <a:lnTo>
                  <a:pt x="28452" y="98381"/>
                </a:lnTo>
                <a:lnTo>
                  <a:pt x="25791" y="98739"/>
                </a:lnTo>
                <a:lnTo>
                  <a:pt x="24608" y="98681"/>
                </a:lnTo>
                <a:lnTo>
                  <a:pt x="22305" y="99083"/>
                </a:lnTo>
                <a:lnTo>
                  <a:pt x="21209" y="98315"/>
                </a:lnTo>
                <a:lnTo>
                  <a:pt x="22283" y="95706"/>
                </a:lnTo>
                <a:lnTo>
                  <a:pt x="21194" y="94624"/>
                </a:lnTo>
                <a:lnTo>
                  <a:pt x="18856" y="95794"/>
                </a:lnTo>
                <a:lnTo>
                  <a:pt x="17686" y="94624"/>
                </a:lnTo>
                <a:lnTo>
                  <a:pt x="18856" y="92286"/>
                </a:lnTo>
                <a:lnTo>
                  <a:pt x="17686" y="91116"/>
                </a:lnTo>
                <a:lnTo>
                  <a:pt x="15348" y="92286"/>
                </a:lnTo>
                <a:lnTo>
                  <a:pt x="14185" y="91116"/>
                </a:lnTo>
                <a:lnTo>
                  <a:pt x="15355" y="88777"/>
                </a:lnTo>
                <a:lnTo>
                  <a:pt x="14185" y="87615"/>
                </a:lnTo>
                <a:lnTo>
                  <a:pt x="11847" y="88785"/>
                </a:lnTo>
                <a:lnTo>
                  <a:pt x="10677" y="87615"/>
                </a:lnTo>
                <a:lnTo>
                  <a:pt x="11847" y="85277"/>
                </a:lnTo>
                <a:lnTo>
                  <a:pt x="10765" y="84195"/>
                </a:lnTo>
                <a:lnTo>
                  <a:pt x="8149" y="85262"/>
                </a:lnTo>
                <a:lnTo>
                  <a:pt x="6884" y="83427"/>
                </a:lnTo>
                <a:lnTo>
                  <a:pt x="8901" y="78611"/>
                </a:lnTo>
                <a:lnTo>
                  <a:pt x="7345" y="77339"/>
                </a:lnTo>
                <a:lnTo>
                  <a:pt x="4450" y="78114"/>
                </a:lnTo>
                <a:lnTo>
                  <a:pt x="3639" y="76404"/>
                </a:lnTo>
                <a:lnTo>
                  <a:pt x="5269" y="71500"/>
                </a:lnTo>
                <a:lnTo>
                  <a:pt x="3961" y="70425"/>
                </a:lnTo>
                <a:lnTo>
                  <a:pt x="811" y="70944"/>
                </a:lnTo>
                <a:lnTo>
                  <a:pt x="233" y="68627"/>
                </a:lnTo>
                <a:lnTo>
                  <a:pt x="738" y="65748"/>
                </a:lnTo>
                <a:lnTo>
                  <a:pt x="738" y="52117"/>
                </a:lnTo>
                <a:lnTo>
                  <a:pt x="102" y="47052"/>
                </a:lnTo>
                <a:lnTo>
                  <a:pt x="891" y="41527"/>
                </a:lnTo>
                <a:lnTo>
                  <a:pt x="0" y="36184"/>
                </a:lnTo>
                <a:lnTo>
                  <a:pt x="1074" y="35300"/>
                </a:lnTo>
                <a:lnTo>
                  <a:pt x="4122" y="35929"/>
                </a:lnTo>
                <a:lnTo>
                  <a:pt x="4553" y="34701"/>
                </a:lnTo>
                <a:lnTo>
                  <a:pt x="4246" y="33005"/>
                </a:lnTo>
                <a:lnTo>
                  <a:pt x="4246" y="31295"/>
                </a:lnTo>
                <a:lnTo>
                  <a:pt x="3902" y="29234"/>
                </a:lnTo>
                <a:lnTo>
                  <a:pt x="4502" y="28072"/>
                </a:lnTo>
                <a:lnTo>
                  <a:pt x="7337" y="28978"/>
                </a:lnTo>
                <a:lnTo>
                  <a:pt x="8339" y="27977"/>
                </a:lnTo>
                <a:lnTo>
                  <a:pt x="7286" y="25755"/>
                </a:lnTo>
                <a:lnTo>
                  <a:pt x="8222" y="24352"/>
                </a:lnTo>
                <a:lnTo>
                  <a:pt x="7169" y="22130"/>
                </a:lnTo>
                <a:lnTo>
                  <a:pt x="8287" y="21012"/>
                </a:lnTo>
                <a:lnTo>
                  <a:pt x="10816" y="22130"/>
                </a:lnTo>
                <a:lnTo>
                  <a:pt x="11781" y="20866"/>
                </a:lnTo>
                <a:lnTo>
                  <a:pt x="10670" y="18636"/>
                </a:lnTo>
                <a:lnTo>
                  <a:pt x="11752" y="17548"/>
                </a:lnTo>
                <a:lnTo>
                  <a:pt x="14397" y="18600"/>
                </a:lnTo>
                <a:lnTo>
                  <a:pt x="15274" y="17277"/>
                </a:lnTo>
                <a:lnTo>
                  <a:pt x="14185" y="15223"/>
                </a:lnTo>
                <a:lnTo>
                  <a:pt x="15267" y="13937"/>
                </a:lnTo>
                <a:lnTo>
                  <a:pt x="17723" y="15085"/>
                </a:lnTo>
                <a:lnTo>
                  <a:pt x="18804" y="13996"/>
                </a:lnTo>
                <a:lnTo>
                  <a:pt x="17686" y="11481"/>
                </a:lnTo>
                <a:lnTo>
                  <a:pt x="18943" y="10502"/>
                </a:lnTo>
                <a:lnTo>
                  <a:pt x="21180" y="11620"/>
                </a:lnTo>
                <a:lnTo>
                  <a:pt x="22145" y="10655"/>
                </a:lnTo>
                <a:lnTo>
                  <a:pt x="21333" y="7703"/>
                </a:lnTo>
                <a:lnTo>
                  <a:pt x="23709" y="6694"/>
                </a:lnTo>
                <a:lnTo>
                  <a:pt x="26946" y="8485"/>
                </a:lnTo>
                <a:lnTo>
                  <a:pt x="29292" y="7257"/>
                </a:lnTo>
                <a:lnTo>
                  <a:pt x="28372" y="4429"/>
                </a:lnTo>
                <a:lnTo>
                  <a:pt x="29124" y="3683"/>
                </a:lnTo>
                <a:lnTo>
                  <a:pt x="31792" y="4041"/>
                </a:lnTo>
                <a:lnTo>
                  <a:pt x="33327" y="3939"/>
                </a:lnTo>
                <a:lnTo>
                  <a:pt x="34788" y="4304"/>
                </a:lnTo>
                <a:lnTo>
                  <a:pt x="35805" y="4012"/>
                </a:lnTo>
                <a:lnTo>
                  <a:pt x="36148" y="3910"/>
                </a:lnTo>
                <a:lnTo>
                  <a:pt x="35505" y="804"/>
                </a:lnTo>
                <a:lnTo>
                  <a:pt x="36185" y="124"/>
                </a:lnTo>
                <a:lnTo>
                  <a:pt x="38735" y="599"/>
                </a:lnTo>
                <a:lnTo>
                  <a:pt x="42602" y="0"/>
                </a:lnTo>
                <a:lnTo>
                  <a:pt x="46504" y="511"/>
                </a:lnTo>
                <a:lnTo>
                  <a:pt x="65982" y="511"/>
                </a:lnTo>
                <a:lnTo>
                  <a:pt x="68840" y="14"/>
                </a:lnTo>
                <a:lnTo>
                  <a:pt x="71193" y="584"/>
                </a:lnTo>
                <a:lnTo>
                  <a:pt x="70616" y="3749"/>
                </a:lnTo>
                <a:lnTo>
                  <a:pt x="71215" y="4348"/>
                </a:lnTo>
                <a:lnTo>
                  <a:pt x="73883" y="3990"/>
                </a:lnTo>
                <a:lnTo>
                  <a:pt x="75257" y="4056"/>
                </a:lnTo>
                <a:lnTo>
                  <a:pt x="77135" y="3654"/>
                </a:lnTo>
                <a:lnTo>
                  <a:pt x="78370" y="4239"/>
                </a:lnTo>
                <a:lnTo>
                  <a:pt x="77508" y="7125"/>
                </a:lnTo>
                <a:lnTo>
                  <a:pt x="78238" y="7849"/>
                </a:lnTo>
                <a:lnTo>
                  <a:pt x="80899" y="7491"/>
                </a:lnTo>
                <a:lnTo>
                  <a:pt x="82083" y="7557"/>
                </a:lnTo>
                <a:lnTo>
                  <a:pt x="84385" y="7147"/>
                </a:lnTo>
                <a:lnTo>
                  <a:pt x="85489" y="7915"/>
                </a:lnTo>
                <a:lnTo>
                  <a:pt x="84414" y="10524"/>
                </a:lnTo>
                <a:lnTo>
                  <a:pt x="85503" y="11606"/>
                </a:lnTo>
                <a:lnTo>
                  <a:pt x="87842" y="10436"/>
                </a:lnTo>
                <a:lnTo>
                  <a:pt x="89011" y="11606"/>
                </a:lnTo>
                <a:lnTo>
                  <a:pt x="87842" y="13944"/>
                </a:lnTo>
                <a:lnTo>
                  <a:pt x="89011" y="15114"/>
                </a:lnTo>
                <a:lnTo>
                  <a:pt x="91350" y="13944"/>
                </a:lnTo>
                <a:lnTo>
                  <a:pt x="92519" y="15114"/>
                </a:lnTo>
                <a:lnTo>
                  <a:pt x="91350" y="17452"/>
                </a:lnTo>
                <a:lnTo>
                  <a:pt x="92519" y="18622"/>
                </a:lnTo>
                <a:lnTo>
                  <a:pt x="94858" y="17452"/>
                </a:lnTo>
                <a:lnTo>
                  <a:pt x="96027" y="18622"/>
                </a:lnTo>
                <a:lnTo>
                  <a:pt x="94858" y="20961"/>
                </a:lnTo>
                <a:lnTo>
                  <a:pt x="95947" y="22042"/>
                </a:lnTo>
                <a:lnTo>
                  <a:pt x="98564" y="20975"/>
                </a:lnTo>
                <a:lnTo>
                  <a:pt x="99828" y="22810"/>
                </a:lnTo>
                <a:lnTo>
                  <a:pt x="97811" y="27626"/>
                </a:lnTo>
                <a:lnTo>
                  <a:pt x="99368" y="28898"/>
                </a:lnTo>
                <a:lnTo>
                  <a:pt x="102254" y="28123"/>
                </a:lnTo>
                <a:lnTo>
                  <a:pt x="103058" y="29833"/>
                </a:lnTo>
                <a:lnTo>
                  <a:pt x="101436" y="34737"/>
                </a:lnTo>
                <a:lnTo>
                  <a:pt x="102744" y="35812"/>
                </a:lnTo>
                <a:lnTo>
                  <a:pt x="105894" y="35293"/>
                </a:lnTo>
                <a:lnTo>
                  <a:pt x="106464" y="37617"/>
                </a:lnTo>
                <a:lnTo>
                  <a:pt x="105960" y="40482"/>
                </a:lnTo>
                <a:lnTo>
                  <a:pt x="105960" y="65748"/>
                </a:lnTo>
                <a:lnTo>
                  <a:pt x="106472" y="68635"/>
                </a:lnTo>
                <a:lnTo>
                  <a:pt x="105879" y="70974"/>
                </a:lnTo>
                <a:lnTo>
                  <a:pt x="102729" y="70389"/>
                </a:lnTo>
                <a:lnTo>
                  <a:pt x="102123" y="70996"/>
                </a:lnTo>
                <a:lnTo>
                  <a:pt x="102481" y="73656"/>
                </a:lnTo>
                <a:lnTo>
                  <a:pt x="102415" y="75030"/>
                </a:lnTo>
                <a:lnTo>
                  <a:pt x="102817" y="76908"/>
                </a:lnTo>
                <a:lnTo>
                  <a:pt x="102232" y="78143"/>
                </a:lnTo>
                <a:lnTo>
                  <a:pt x="99346" y="77281"/>
                </a:lnTo>
                <a:lnTo>
                  <a:pt x="98622" y="78012"/>
                </a:lnTo>
                <a:lnTo>
                  <a:pt x="98980" y="80672"/>
                </a:lnTo>
                <a:lnTo>
                  <a:pt x="98914" y="81863"/>
                </a:lnTo>
                <a:lnTo>
                  <a:pt x="99324" y="84151"/>
                </a:lnTo>
                <a:lnTo>
                  <a:pt x="98564" y="85262"/>
                </a:lnTo>
                <a:lnTo>
                  <a:pt x="95947" y="84195"/>
                </a:lnTo>
                <a:lnTo>
                  <a:pt x="94858" y="85277"/>
                </a:lnTo>
                <a:lnTo>
                  <a:pt x="96027" y="87615"/>
                </a:lnTo>
                <a:lnTo>
                  <a:pt x="94858" y="88785"/>
                </a:lnTo>
                <a:lnTo>
                  <a:pt x="92519" y="87615"/>
                </a:lnTo>
                <a:lnTo>
                  <a:pt x="91350" y="88785"/>
                </a:lnTo>
                <a:lnTo>
                  <a:pt x="92519" y="91123"/>
                </a:lnTo>
                <a:lnTo>
                  <a:pt x="91350" y="92286"/>
                </a:lnTo>
                <a:lnTo>
                  <a:pt x="89011" y="91116"/>
                </a:lnTo>
                <a:lnTo>
                  <a:pt x="87842" y="92286"/>
                </a:lnTo>
                <a:lnTo>
                  <a:pt x="89011" y="94624"/>
                </a:lnTo>
                <a:lnTo>
                  <a:pt x="87842" y="95794"/>
                </a:lnTo>
                <a:lnTo>
                  <a:pt x="85503" y="94624"/>
                </a:lnTo>
                <a:lnTo>
                  <a:pt x="84414" y="95713"/>
                </a:lnTo>
                <a:lnTo>
                  <a:pt x="85489" y="98315"/>
                </a:lnTo>
                <a:lnTo>
                  <a:pt x="83654" y="99594"/>
                </a:lnTo>
                <a:lnTo>
                  <a:pt x="78838" y="97562"/>
                </a:lnTo>
                <a:lnTo>
                  <a:pt x="77566" y="99126"/>
                </a:lnTo>
                <a:lnTo>
                  <a:pt x="78341" y="102013"/>
                </a:lnTo>
                <a:lnTo>
                  <a:pt x="76630" y="102825"/>
                </a:lnTo>
                <a:lnTo>
                  <a:pt x="71726" y="101195"/>
                </a:lnTo>
                <a:lnTo>
                  <a:pt x="70652" y="102503"/>
                </a:lnTo>
                <a:lnTo>
                  <a:pt x="71171" y="105653"/>
                </a:lnTo>
                <a:lnTo>
                  <a:pt x="68847" y="1062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5790749" y="9178366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09">
                <a:moveTo>
                  <a:pt x="92303" y="62230"/>
                </a:moveTo>
                <a:lnTo>
                  <a:pt x="92189" y="58420"/>
                </a:lnTo>
                <a:lnTo>
                  <a:pt x="91922" y="58420"/>
                </a:lnTo>
                <a:lnTo>
                  <a:pt x="91922" y="46990"/>
                </a:lnTo>
                <a:lnTo>
                  <a:pt x="91922" y="45720"/>
                </a:lnTo>
                <a:lnTo>
                  <a:pt x="91922" y="40640"/>
                </a:lnTo>
                <a:lnTo>
                  <a:pt x="91922" y="34290"/>
                </a:lnTo>
                <a:lnTo>
                  <a:pt x="92227" y="34290"/>
                </a:lnTo>
                <a:lnTo>
                  <a:pt x="92227" y="30480"/>
                </a:lnTo>
                <a:lnTo>
                  <a:pt x="92227" y="29210"/>
                </a:lnTo>
                <a:lnTo>
                  <a:pt x="91795" y="29210"/>
                </a:lnTo>
                <a:lnTo>
                  <a:pt x="91795" y="27940"/>
                </a:lnTo>
                <a:lnTo>
                  <a:pt x="91681" y="29210"/>
                </a:lnTo>
                <a:lnTo>
                  <a:pt x="88049" y="29210"/>
                </a:lnTo>
                <a:lnTo>
                  <a:pt x="88049" y="27940"/>
                </a:lnTo>
                <a:lnTo>
                  <a:pt x="88315" y="27940"/>
                </a:lnTo>
                <a:lnTo>
                  <a:pt x="88315" y="26670"/>
                </a:lnTo>
                <a:lnTo>
                  <a:pt x="88392" y="24130"/>
                </a:lnTo>
                <a:lnTo>
                  <a:pt x="88519" y="24130"/>
                </a:lnTo>
                <a:lnTo>
                  <a:pt x="88519" y="22860"/>
                </a:lnTo>
                <a:lnTo>
                  <a:pt x="88722" y="22860"/>
                </a:lnTo>
                <a:lnTo>
                  <a:pt x="88722" y="21590"/>
                </a:lnTo>
                <a:lnTo>
                  <a:pt x="86004" y="21590"/>
                </a:lnTo>
                <a:lnTo>
                  <a:pt x="86004" y="22860"/>
                </a:lnTo>
                <a:lnTo>
                  <a:pt x="85153" y="22860"/>
                </a:lnTo>
                <a:lnTo>
                  <a:pt x="85153" y="21590"/>
                </a:lnTo>
                <a:lnTo>
                  <a:pt x="84836" y="21590"/>
                </a:lnTo>
                <a:lnTo>
                  <a:pt x="84836" y="19050"/>
                </a:lnTo>
                <a:lnTo>
                  <a:pt x="84912" y="17780"/>
                </a:lnTo>
                <a:lnTo>
                  <a:pt x="83134" y="17780"/>
                </a:lnTo>
                <a:lnTo>
                  <a:pt x="83134" y="19050"/>
                </a:lnTo>
                <a:lnTo>
                  <a:pt x="81407" y="19050"/>
                </a:lnTo>
                <a:lnTo>
                  <a:pt x="81407" y="17780"/>
                </a:lnTo>
                <a:lnTo>
                  <a:pt x="81470" y="15240"/>
                </a:lnTo>
                <a:lnTo>
                  <a:pt x="81102" y="15240"/>
                </a:lnTo>
                <a:lnTo>
                  <a:pt x="81102" y="13970"/>
                </a:lnTo>
                <a:lnTo>
                  <a:pt x="80225" y="13970"/>
                </a:lnTo>
                <a:lnTo>
                  <a:pt x="80225" y="15240"/>
                </a:lnTo>
                <a:lnTo>
                  <a:pt x="77597" y="15240"/>
                </a:lnTo>
                <a:lnTo>
                  <a:pt x="77597" y="13970"/>
                </a:lnTo>
                <a:lnTo>
                  <a:pt x="78105" y="13970"/>
                </a:lnTo>
                <a:lnTo>
                  <a:pt x="78105" y="11430"/>
                </a:lnTo>
                <a:lnTo>
                  <a:pt x="74117" y="11430"/>
                </a:lnTo>
                <a:lnTo>
                  <a:pt x="74117" y="8890"/>
                </a:lnTo>
                <a:lnTo>
                  <a:pt x="74752" y="8890"/>
                </a:lnTo>
                <a:lnTo>
                  <a:pt x="74752" y="7620"/>
                </a:lnTo>
                <a:lnTo>
                  <a:pt x="71856" y="7620"/>
                </a:lnTo>
                <a:lnTo>
                  <a:pt x="71856" y="8890"/>
                </a:lnTo>
                <a:lnTo>
                  <a:pt x="71323" y="8890"/>
                </a:lnTo>
                <a:lnTo>
                  <a:pt x="71323" y="7620"/>
                </a:lnTo>
                <a:lnTo>
                  <a:pt x="70764" y="7620"/>
                </a:lnTo>
                <a:lnTo>
                  <a:pt x="70764" y="5080"/>
                </a:lnTo>
                <a:lnTo>
                  <a:pt x="70942" y="5080"/>
                </a:lnTo>
                <a:lnTo>
                  <a:pt x="70942" y="3810"/>
                </a:lnTo>
                <a:lnTo>
                  <a:pt x="68910" y="3810"/>
                </a:lnTo>
                <a:lnTo>
                  <a:pt x="68910" y="5080"/>
                </a:lnTo>
                <a:lnTo>
                  <a:pt x="67462" y="5080"/>
                </a:lnTo>
                <a:lnTo>
                  <a:pt x="67462" y="3810"/>
                </a:lnTo>
                <a:lnTo>
                  <a:pt x="65532" y="3810"/>
                </a:lnTo>
                <a:lnTo>
                  <a:pt x="65532" y="5080"/>
                </a:lnTo>
                <a:lnTo>
                  <a:pt x="63919" y="5080"/>
                </a:lnTo>
                <a:lnTo>
                  <a:pt x="63919" y="3810"/>
                </a:lnTo>
                <a:lnTo>
                  <a:pt x="63868" y="1270"/>
                </a:lnTo>
                <a:lnTo>
                  <a:pt x="62979" y="1270"/>
                </a:lnTo>
                <a:lnTo>
                  <a:pt x="62979" y="0"/>
                </a:lnTo>
                <a:lnTo>
                  <a:pt x="60198" y="0"/>
                </a:lnTo>
                <a:lnTo>
                  <a:pt x="60198" y="1270"/>
                </a:lnTo>
                <a:lnTo>
                  <a:pt x="38214" y="1270"/>
                </a:lnTo>
                <a:lnTo>
                  <a:pt x="38214" y="0"/>
                </a:lnTo>
                <a:lnTo>
                  <a:pt x="33299" y="0"/>
                </a:lnTo>
                <a:lnTo>
                  <a:pt x="33299" y="1270"/>
                </a:lnTo>
                <a:lnTo>
                  <a:pt x="30149" y="1270"/>
                </a:lnTo>
                <a:lnTo>
                  <a:pt x="30149" y="0"/>
                </a:lnTo>
                <a:lnTo>
                  <a:pt x="29197" y="0"/>
                </a:lnTo>
                <a:lnTo>
                  <a:pt x="29197" y="1270"/>
                </a:lnTo>
                <a:lnTo>
                  <a:pt x="28727" y="1270"/>
                </a:lnTo>
                <a:lnTo>
                  <a:pt x="28727" y="3810"/>
                </a:lnTo>
                <a:lnTo>
                  <a:pt x="28702" y="5080"/>
                </a:lnTo>
                <a:lnTo>
                  <a:pt x="27089" y="5080"/>
                </a:lnTo>
                <a:lnTo>
                  <a:pt x="27089" y="3810"/>
                </a:lnTo>
                <a:lnTo>
                  <a:pt x="25158" y="3810"/>
                </a:lnTo>
                <a:lnTo>
                  <a:pt x="25158" y="5080"/>
                </a:lnTo>
                <a:lnTo>
                  <a:pt x="23723" y="5080"/>
                </a:lnTo>
                <a:lnTo>
                  <a:pt x="23723" y="3810"/>
                </a:lnTo>
                <a:lnTo>
                  <a:pt x="21691" y="3810"/>
                </a:lnTo>
                <a:lnTo>
                  <a:pt x="21691" y="5080"/>
                </a:lnTo>
                <a:lnTo>
                  <a:pt x="21856" y="5080"/>
                </a:lnTo>
                <a:lnTo>
                  <a:pt x="21856" y="7620"/>
                </a:lnTo>
                <a:lnTo>
                  <a:pt x="21272" y="7620"/>
                </a:lnTo>
                <a:lnTo>
                  <a:pt x="21272" y="8890"/>
                </a:lnTo>
                <a:lnTo>
                  <a:pt x="20789" y="8890"/>
                </a:lnTo>
                <a:lnTo>
                  <a:pt x="20789" y="7620"/>
                </a:lnTo>
                <a:lnTo>
                  <a:pt x="17881" y="7620"/>
                </a:lnTo>
                <a:lnTo>
                  <a:pt x="17881" y="8890"/>
                </a:lnTo>
                <a:lnTo>
                  <a:pt x="18491" y="8890"/>
                </a:lnTo>
                <a:lnTo>
                  <a:pt x="18491" y="11430"/>
                </a:lnTo>
                <a:lnTo>
                  <a:pt x="14554" y="11430"/>
                </a:lnTo>
                <a:lnTo>
                  <a:pt x="14554" y="13970"/>
                </a:lnTo>
                <a:lnTo>
                  <a:pt x="15036" y="13970"/>
                </a:lnTo>
                <a:lnTo>
                  <a:pt x="15036" y="15240"/>
                </a:lnTo>
                <a:lnTo>
                  <a:pt x="12382" y="15240"/>
                </a:lnTo>
                <a:lnTo>
                  <a:pt x="12382" y="13970"/>
                </a:lnTo>
                <a:lnTo>
                  <a:pt x="11493" y="13970"/>
                </a:lnTo>
                <a:lnTo>
                  <a:pt x="11493" y="15240"/>
                </a:lnTo>
                <a:lnTo>
                  <a:pt x="11163" y="15240"/>
                </a:lnTo>
                <a:lnTo>
                  <a:pt x="11163" y="17780"/>
                </a:lnTo>
                <a:lnTo>
                  <a:pt x="11226" y="19050"/>
                </a:lnTo>
                <a:lnTo>
                  <a:pt x="9486" y="19050"/>
                </a:lnTo>
                <a:lnTo>
                  <a:pt x="9486" y="17780"/>
                </a:lnTo>
                <a:lnTo>
                  <a:pt x="7721" y="17780"/>
                </a:lnTo>
                <a:lnTo>
                  <a:pt x="7721" y="19050"/>
                </a:lnTo>
                <a:lnTo>
                  <a:pt x="7797" y="21590"/>
                </a:lnTo>
                <a:lnTo>
                  <a:pt x="7416" y="21590"/>
                </a:lnTo>
                <a:lnTo>
                  <a:pt x="7416" y="22860"/>
                </a:lnTo>
                <a:lnTo>
                  <a:pt x="6807" y="22860"/>
                </a:lnTo>
                <a:lnTo>
                  <a:pt x="6807" y="21590"/>
                </a:lnTo>
                <a:lnTo>
                  <a:pt x="4025" y="21590"/>
                </a:lnTo>
                <a:lnTo>
                  <a:pt x="4025" y="22860"/>
                </a:lnTo>
                <a:lnTo>
                  <a:pt x="3213" y="22860"/>
                </a:lnTo>
                <a:lnTo>
                  <a:pt x="3213" y="24130"/>
                </a:lnTo>
                <a:lnTo>
                  <a:pt x="4064" y="24130"/>
                </a:lnTo>
                <a:lnTo>
                  <a:pt x="4064" y="26670"/>
                </a:lnTo>
                <a:lnTo>
                  <a:pt x="4775" y="26670"/>
                </a:lnTo>
                <a:lnTo>
                  <a:pt x="4775" y="27940"/>
                </a:lnTo>
                <a:lnTo>
                  <a:pt x="4343" y="27940"/>
                </a:lnTo>
                <a:lnTo>
                  <a:pt x="4343" y="29210"/>
                </a:lnTo>
                <a:lnTo>
                  <a:pt x="0" y="29210"/>
                </a:lnTo>
                <a:lnTo>
                  <a:pt x="0" y="30480"/>
                </a:lnTo>
                <a:lnTo>
                  <a:pt x="444" y="30480"/>
                </a:lnTo>
                <a:lnTo>
                  <a:pt x="444" y="34290"/>
                </a:lnTo>
                <a:lnTo>
                  <a:pt x="457" y="40640"/>
                </a:lnTo>
                <a:lnTo>
                  <a:pt x="381" y="45720"/>
                </a:lnTo>
                <a:lnTo>
                  <a:pt x="711" y="45720"/>
                </a:lnTo>
                <a:lnTo>
                  <a:pt x="711" y="46990"/>
                </a:lnTo>
                <a:lnTo>
                  <a:pt x="711" y="58420"/>
                </a:lnTo>
                <a:lnTo>
                  <a:pt x="469" y="58420"/>
                </a:lnTo>
                <a:lnTo>
                  <a:pt x="469" y="62230"/>
                </a:lnTo>
                <a:lnTo>
                  <a:pt x="368" y="63500"/>
                </a:lnTo>
                <a:lnTo>
                  <a:pt x="749" y="63500"/>
                </a:lnTo>
                <a:lnTo>
                  <a:pt x="749" y="64770"/>
                </a:lnTo>
                <a:lnTo>
                  <a:pt x="1905" y="64770"/>
                </a:lnTo>
                <a:lnTo>
                  <a:pt x="1905" y="63500"/>
                </a:lnTo>
                <a:lnTo>
                  <a:pt x="4330" y="63500"/>
                </a:lnTo>
                <a:lnTo>
                  <a:pt x="4330" y="64770"/>
                </a:lnTo>
                <a:lnTo>
                  <a:pt x="4114" y="64770"/>
                </a:lnTo>
                <a:lnTo>
                  <a:pt x="4114" y="67310"/>
                </a:lnTo>
                <a:lnTo>
                  <a:pt x="4495" y="67310"/>
                </a:lnTo>
                <a:lnTo>
                  <a:pt x="4495" y="68580"/>
                </a:lnTo>
                <a:lnTo>
                  <a:pt x="4216" y="68580"/>
                </a:lnTo>
                <a:lnTo>
                  <a:pt x="4216" y="69850"/>
                </a:lnTo>
                <a:lnTo>
                  <a:pt x="3670" y="69850"/>
                </a:lnTo>
                <a:lnTo>
                  <a:pt x="3670" y="71120"/>
                </a:lnTo>
                <a:lnTo>
                  <a:pt x="7137" y="71120"/>
                </a:lnTo>
                <a:lnTo>
                  <a:pt x="7137" y="69850"/>
                </a:lnTo>
                <a:lnTo>
                  <a:pt x="7277" y="69850"/>
                </a:lnTo>
                <a:lnTo>
                  <a:pt x="7277" y="71120"/>
                </a:lnTo>
                <a:lnTo>
                  <a:pt x="7912" y="71120"/>
                </a:lnTo>
                <a:lnTo>
                  <a:pt x="7912" y="73660"/>
                </a:lnTo>
                <a:lnTo>
                  <a:pt x="7480" y="73660"/>
                </a:lnTo>
                <a:lnTo>
                  <a:pt x="7480" y="74930"/>
                </a:lnTo>
                <a:lnTo>
                  <a:pt x="9969" y="74930"/>
                </a:lnTo>
                <a:lnTo>
                  <a:pt x="9969" y="73660"/>
                </a:lnTo>
                <a:lnTo>
                  <a:pt x="10985" y="73660"/>
                </a:lnTo>
                <a:lnTo>
                  <a:pt x="10985" y="74930"/>
                </a:lnTo>
                <a:lnTo>
                  <a:pt x="11277" y="74930"/>
                </a:lnTo>
                <a:lnTo>
                  <a:pt x="11277" y="77470"/>
                </a:lnTo>
                <a:lnTo>
                  <a:pt x="11290" y="78740"/>
                </a:lnTo>
                <a:lnTo>
                  <a:pt x="12865" y="78740"/>
                </a:lnTo>
                <a:lnTo>
                  <a:pt x="12865" y="77470"/>
                </a:lnTo>
                <a:lnTo>
                  <a:pt x="14795" y="77470"/>
                </a:lnTo>
                <a:lnTo>
                  <a:pt x="14795" y="78740"/>
                </a:lnTo>
                <a:lnTo>
                  <a:pt x="14630" y="78740"/>
                </a:lnTo>
                <a:lnTo>
                  <a:pt x="14630" y="81280"/>
                </a:lnTo>
                <a:lnTo>
                  <a:pt x="15100" y="81280"/>
                </a:lnTo>
                <a:lnTo>
                  <a:pt x="15100" y="82550"/>
                </a:lnTo>
                <a:lnTo>
                  <a:pt x="15773" y="82550"/>
                </a:lnTo>
                <a:lnTo>
                  <a:pt x="15773" y="81280"/>
                </a:lnTo>
                <a:lnTo>
                  <a:pt x="18618" y="81280"/>
                </a:lnTo>
                <a:lnTo>
                  <a:pt x="18618" y="82550"/>
                </a:lnTo>
                <a:lnTo>
                  <a:pt x="17983" y="82550"/>
                </a:lnTo>
                <a:lnTo>
                  <a:pt x="17983" y="85090"/>
                </a:lnTo>
                <a:lnTo>
                  <a:pt x="21971" y="85090"/>
                </a:lnTo>
                <a:lnTo>
                  <a:pt x="21971" y="87630"/>
                </a:lnTo>
                <a:lnTo>
                  <a:pt x="21463" y="87630"/>
                </a:lnTo>
                <a:lnTo>
                  <a:pt x="21463" y="88900"/>
                </a:lnTo>
                <a:lnTo>
                  <a:pt x="24206" y="88900"/>
                </a:lnTo>
                <a:lnTo>
                  <a:pt x="24206" y="87630"/>
                </a:lnTo>
                <a:lnTo>
                  <a:pt x="24815" y="87630"/>
                </a:lnTo>
                <a:lnTo>
                  <a:pt x="24815" y="88900"/>
                </a:lnTo>
                <a:lnTo>
                  <a:pt x="27584" y="88900"/>
                </a:lnTo>
                <a:lnTo>
                  <a:pt x="27584" y="87630"/>
                </a:lnTo>
                <a:lnTo>
                  <a:pt x="28473" y="87630"/>
                </a:lnTo>
                <a:lnTo>
                  <a:pt x="28473" y="88900"/>
                </a:lnTo>
                <a:lnTo>
                  <a:pt x="28803" y="88900"/>
                </a:lnTo>
                <a:lnTo>
                  <a:pt x="28803" y="91440"/>
                </a:lnTo>
                <a:lnTo>
                  <a:pt x="28790" y="92710"/>
                </a:lnTo>
                <a:lnTo>
                  <a:pt x="33782" y="92710"/>
                </a:lnTo>
                <a:lnTo>
                  <a:pt x="33782" y="91440"/>
                </a:lnTo>
                <a:lnTo>
                  <a:pt x="58839" y="91440"/>
                </a:lnTo>
                <a:lnTo>
                  <a:pt x="58839" y="92710"/>
                </a:lnTo>
                <a:lnTo>
                  <a:pt x="63830" y="92710"/>
                </a:lnTo>
                <a:lnTo>
                  <a:pt x="63830" y="91440"/>
                </a:lnTo>
                <a:lnTo>
                  <a:pt x="63830" y="88900"/>
                </a:lnTo>
                <a:lnTo>
                  <a:pt x="64147" y="88900"/>
                </a:lnTo>
                <a:lnTo>
                  <a:pt x="64147" y="87630"/>
                </a:lnTo>
                <a:lnTo>
                  <a:pt x="65049" y="87630"/>
                </a:lnTo>
                <a:lnTo>
                  <a:pt x="65049" y="88900"/>
                </a:lnTo>
                <a:lnTo>
                  <a:pt x="67805" y="88900"/>
                </a:lnTo>
                <a:lnTo>
                  <a:pt x="67805" y="87630"/>
                </a:lnTo>
                <a:lnTo>
                  <a:pt x="68414" y="87630"/>
                </a:lnTo>
                <a:lnTo>
                  <a:pt x="68414" y="88900"/>
                </a:lnTo>
                <a:lnTo>
                  <a:pt x="71170" y="88900"/>
                </a:lnTo>
                <a:lnTo>
                  <a:pt x="71170" y="87630"/>
                </a:lnTo>
                <a:lnTo>
                  <a:pt x="70650" y="87630"/>
                </a:lnTo>
                <a:lnTo>
                  <a:pt x="70650" y="85090"/>
                </a:lnTo>
                <a:lnTo>
                  <a:pt x="74637" y="85090"/>
                </a:lnTo>
                <a:lnTo>
                  <a:pt x="74637" y="82550"/>
                </a:lnTo>
                <a:lnTo>
                  <a:pt x="74015" y="82550"/>
                </a:lnTo>
                <a:lnTo>
                  <a:pt x="74015" y="81280"/>
                </a:lnTo>
                <a:lnTo>
                  <a:pt x="76847" y="81280"/>
                </a:lnTo>
                <a:lnTo>
                  <a:pt x="76847" y="82550"/>
                </a:lnTo>
                <a:lnTo>
                  <a:pt x="77520" y="82550"/>
                </a:lnTo>
                <a:lnTo>
                  <a:pt x="77520" y="81280"/>
                </a:lnTo>
                <a:lnTo>
                  <a:pt x="77990" y="81280"/>
                </a:lnTo>
                <a:lnTo>
                  <a:pt x="77990" y="78740"/>
                </a:lnTo>
                <a:lnTo>
                  <a:pt x="77825" y="78740"/>
                </a:lnTo>
                <a:lnTo>
                  <a:pt x="77825" y="77470"/>
                </a:lnTo>
                <a:lnTo>
                  <a:pt x="79756" y="77470"/>
                </a:lnTo>
                <a:lnTo>
                  <a:pt x="79756" y="78740"/>
                </a:lnTo>
                <a:lnTo>
                  <a:pt x="81330" y="78740"/>
                </a:lnTo>
                <a:lnTo>
                  <a:pt x="81330" y="77470"/>
                </a:lnTo>
                <a:lnTo>
                  <a:pt x="81343" y="74930"/>
                </a:lnTo>
                <a:lnTo>
                  <a:pt x="81635" y="74930"/>
                </a:lnTo>
                <a:lnTo>
                  <a:pt x="81635" y="73660"/>
                </a:lnTo>
                <a:lnTo>
                  <a:pt x="82664" y="73660"/>
                </a:lnTo>
                <a:lnTo>
                  <a:pt x="82664" y="74930"/>
                </a:lnTo>
                <a:lnTo>
                  <a:pt x="85140" y="74930"/>
                </a:lnTo>
                <a:lnTo>
                  <a:pt x="85140" y="73660"/>
                </a:lnTo>
                <a:lnTo>
                  <a:pt x="84721" y="73660"/>
                </a:lnTo>
                <a:lnTo>
                  <a:pt x="84721" y="71120"/>
                </a:lnTo>
                <a:lnTo>
                  <a:pt x="85344" y="71120"/>
                </a:lnTo>
                <a:lnTo>
                  <a:pt x="85344" y="69850"/>
                </a:lnTo>
                <a:lnTo>
                  <a:pt x="85483" y="69850"/>
                </a:lnTo>
                <a:lnTo>
                  <a:pt x="85483" y="71120"/>
                </a:lnTo>
                <a:lnTo>
                  <a:pt x="88950" y="71120"/>
                </a:lnTo>
                <a:lnTo>
                  <a:pt x="88950" y="69850"/>
                </a:lnTo>
                <a:lnTo>
                  <a:pt x="88417" y="69850"/>
                </a:lnTo>
                <a:lnTo>
                  <a:pt x="88417" y="68580"/>
                </a:lnTo>
                <a:lnTo>
                  <a:pt x="88125" y="68580"/>
                </a:lnTo>
                <a:lnTo>
                  <a:pt x="88125" y="67310"/>
                </a:lnTo>
                <a:lnTo>
                  <a:pt x="88506" y="67310"/>
                </a:lnTo>
                <a:lnTo>
                  <a:pt x="88506" y="64770"/>
                </a:lnTo>
                <a:lnTo>
                  <a:pt x="88290" y="64770"/>
                </a:lnTo>
                <a:lnTo>
                  <a:pt x="88290" y="63500"/>
                </a:lnTo>
                <a:lnTo>
                  <a:pt x="90639" y="63500"/>
                </a:lnTo>
                <a:lnTo>
                  <a:pt x="90639" y="64770"/>
                </a:lnTo>
                <a:lnTo>
                  <a:pt x="91871" y="64770"/>
                </a:lnTo>
                <a:lnTo>
                  <a:pt x="91871" y="63500"/>
                </a:lnTo>
                <a:lnTo>
                  <a:pt x="92303" y="63500"/>
                </a:lnTo>
                <a:lnTo>
                  <a:pt x="92303" y="622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5" name="object 2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587185" y="9185813"/>
            <a:ext cx="78728" cy="78370"/>
          </a:xfrm>
          <a:prstGeom prst="rect">
            <a:avLst/>
          </a:prstGeom>
        </p:spPr>
      </p:pic>
      <p:pic>
        <p:nvPicPr>
          <p:cNvPr id="246" name="object 24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5383764" y="9192735"/>
            <a:ext cx="64644" cy="64425"/>
          </a:xfrm>
          <a:prstGeom prst="rect">
            <a:avLst/>
          </a:prstGeom>
        </p:spPr>
      </p:pic>
      <p:sp>
        <p:nvSpPr>
          <p:cNvPr id="247" name="object 247"/>
          <p:cNvSpPr/>
          <p:nvPr/>
        </p:nvSpPr>
        <p:spPr>
          <a:xfrm>
            <a:off x="15183808" y="920304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11854" y="43551"/>
                </a:moveTo>
                <a:lnTo>
                  <a:pt x="10846" y="42324"/>
                </a:lnTo>
                <a:lnTo>
                  <a:pt x="11796" y="39671"/>
                </a:lnTo>
                <a:lnTo>
                  <a:pt x="10560" y="38874"/>
                </a:lnTo>
                <a:lnTo>
                  <a:pt x="8339" y="39912"/>
                </a:lnTo>
                <a:lnTo>
                  <a:pt x="7264" y="38837"/>
                </a:lnTo>
                <a:lnTo>
                  <a:pt x="8317" y="36192"/>
                </a:lnTo>
                <a:lnTo>
                  <a:pt x="7301" y="35512"/>
                </a:lnTo>
                <a:lnTo>
                  <a:pt x="4480" y="36257"/>
                </a:lnTo>
                <a:lnTo>
                  <a:pt x="3756" y="34913"/>
                </a:lnTo>
                <a:lnTo>
                  <a:pt x="4640" y="33268"/>
                </a:lnTo>
                <a:lnTo>
                  <a:pt x="4246" y="32311"/>
                </a:lnTo>
                <a:lnTo>
                  <a:pt x="3544" y="31843"/>
                </a:lnTo>
                <a:lnTo>
                  <a:pt x="1322" y="32896"/>
                </a:lnTo>
                <a:lnTo>
                  <a:pt x="285" y="31858"/>
                </a:lnTo>
                <a:lnTo>
                  <a:pt x="935" y="29453"/>
                </a:lnTo>
                <a:lnTo>
                  <a:pt x="453" y="27875"/>
                </a:lnTo>
                <a:lnTo>
                  <a:pt x="738" y="26274"/>
                </a:lnTo>
                <a:lnTo>
                  <a:pt x="738" y="23036"/>
                </a:lnTo>
                <a:lnTo>
                  <a:pt x="431" y="20515"/>
                </a:lnTo>
                <a:lnTo>
                  <a:pt x="891" y="17211"/>
                </a:lnTo>
                <a:lnTo>
                  <a:pt x="0" y="11869"/>
                </a:lnTo>
                <a:lnTo>
                  <a:pt x="1439" y="10685"/>
                </a:lnTo>
                <a:lnTo>
                  <a:pt x="3457" y="11715"/>
                </a:lnTo>
                <a:lnTo>
                  <a:pt x="4246" y="11262"/>
                </a:lnTo>
                <a:lnTo>
                  <a:pt x="4640" y="10312"/>
                </a:lnTo>
                <a:lnTo>
                  <a:pt x="3749" y="8645"/>
                </a:lnTo>
                <a:lnTo>
                  <a:pt x="4531" y="7235"/>
                </a:lnTo>
                <a:lnTo>
                  <a:pt x="7315" y="8192"/>
                </a:lnTo>
                <a:lnTo>
                  <a:pt x="8244" y="7264"/>
                </a:lnTo>
                <a:lnTo>
                  <a:pt x="7191" y="4618"/>
                </a:lnTo>
                <a:lnTo>
                  <a:pt x="8565" y="3734"/>
                </a:lnTo>
                <a:lnTo>
                  <a:pt x="10378" y="4684"/>
                </a:lnTo>
                <a:lnTo>
                  <a:pt x="11262" y="4246"/>
                </a:lnTo>
                <a:lnTo>
                  <a:pt x="11730" y="3544"/>
                </a:lnTo>
                <a:lnTo>
                  <a:pt x="10677" y="1322"/>
                </a:lnTo>
                <a:lnTo>
                  <a:pt x="11715" y="285"/>
                </a:lnTo>
                <a:lnTo>
                  <a:pt x="14127" y="935"/>
                </a:lnTo>
                <a:lnTo>
                  <a:pt x="15698" y="453"/>
                </a:lnTo>
                <a:lnTo>
                  <a:pt x="17299" y="738"/>
                </a:lnTo>
                <a:lnTo>
                  <a:pt x="20537" y="738"/>
                </a:lnTo>
                <a:lnTo>
                  <a:pt x="23066" y="423"/>
                </a:lnTo>
                <a:lnTo>
                  <a:pt x="26362" y="891"/>
                </a:lnTo>
                <a:lnTo>
                  <a:pt x="31712" y="0"/>
                </a:lnTo>
                <a:lnTo>
                  <a:pt x="32888" y="1439"/>
                </a:lnTo>
                <a:lnTo>
                  <a:pt x="31858" y="3449"/>
                </a:lnTo>
                <a:lnTo>
                  <a:pt x="32311" y="4246"/>
                </a:lnTo>
                <a:lnTo>
                  <a:pt x="33188" y="4684"/>
                </a:lnTo>
                <a:lnTo>
                  <a:pt x="35022" y="3705"/>
                </a:lnTo>
                <a:lnTo>
                  <a:pt x="36382" y="4633"/>
                </a:lnTo>
                <a:lnTo>
                  <a:pt x="35322" y="7257"/>
                </a:lnTo>
                <a:lnTo>
                  <a:pt x="36367" y="8309"/>
                </a:lnTo>
                <a:lnTo>
                  <a:pt x="38830" y="7162"/>
                </a:lnTo>
                <a:lnTo>
                  <a:pt x="39868" y="8404"/>
                </a:lnTo>
                <a:lnTo>
                  <a:pt x="38721" y="10663"/>
                </a:lnTo>
                <a:lnTo>
                  <a:pt x="39810" y="11752"/>
                </a:lnTo>
                <a:lnTo>
                  <a:pt x="42455" y="10699"/>
                </a:lnTo>
                <a:lnTo>
                  <a:pt x="43281" y="11949"/>
                </a:lnTo>
                <a:lnTo>
                  <a:pt x="42638" y="13944"/>
                </a:lnTo>
                <a:lnTo>
                  <a:pt x="43062" y="15793"/>
                </a:lnTo>
                <a:lnTo>
                  <a:pt x="42828" y="17226"/>
                </a:lnTo>
                <a:lnTo>
                  <a:pt x="42828" y="20544"/>
                </a:lnTo>
                <a:lnTo>
                  <a:pt x="43135" y="23058"/>
                </a:lnTo>
                <a:lnTo>
                  <a:pt x="42682" y="26362"/>
                </a:lnTo>
                <a:lnTo>
                  <a:pt x="43559" y="31712"/>
                </a:lnTo>
                <a:lnTo>
                  <a:pt x="42316" y="32735"/>
                </a:lnTo>
                <a:lnTo>
                  <a:pt x="39656" y="31785"/>
                </a:lnTo>
                <a:lnTo>
                  <a:pt x="38867" y="33020"/>
                </a:lnTo>
                <a:lnTo>
                  <a:pt x="39905" y="35234"/>
                </a:lnTo>
                <a:lnTo>
                  <a:pt x="38830" y="36309"/>
                </a:lnTo>
                <a:lnTo>
                  <a:pt x="36184" y="35256"/>
                </a:lnTo>
                <a:lnTo>
                  <a:pt x="35512" y="36272"/>
                </a:lnTo>
                <a:lnTo>
                  <a:pt x="36258" y="39093"/>
                </a:lnTo>
                <a:lnTo>
                  <a:pt x="34913" y="39817"/>
                </a:lnTo>
                <a:lnTo>
                  <a:pt x="33268" y="38932"/>
                </a:lnTo>
                <a:lnTo>
                  <a:pt x="32311" y="39327"/>
                </a:lnTo>
                <a:lnTo>
                  <a:pt x="31850" y="40029"/>
                </a:lnTo>
                <a:lnTo>
                  <a:pt x="32896" y="42251"/>
                </a:lnTo>
                <a:lnTo>
                  <a:pt x="31858" y="43288"/>
                </a:lnTo>
                <a:lnTo>
                  <a:pt x="29453" y="42638"/>
                </a:lnTo>
                <a:lnTo>
                  <a:pt x="26888" y="43420"/>
                </a:lnTo>
                <a:lnTo>
                  <a:pt x="23804" y="42835"/>
                </a:lnTo>
                <a:lnTo>
                  <a:pt x="20654" y="42835"/>
                </a:lnTo>
                <a:lnTo>
                  <a:pt x="19404" y="42967"/>
                </a:lnTo>
                <a:lnTo>
                  <a:pt x="17233" y="42711"/>
                </a:lnTo>
                <a:lnTo>
                  <a:pt x="11854" y="435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4988089" y="9217817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4032" y="14032"/>
                </a:moveTo>
                <a:lnTo>
                  <a:pt x="0" y="14032"/>
                </a:lnTo>
                <a:lnTo>
                  <a:pt x="0" y="0"/>
                </a:lnTo>
                <a:lnTo>
                  <a:pt x="14032" y="0"/>
                </a:lnTo>
                <a:lnTo>
                  <a:pt x="14032" y="14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6502933" y="9259075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76236" y="141846"/>
                </a:moveTo>
                <a:lnTo>
                  <a:pt x="72633" y="141152"/>
                </a:lnTo>
                <a:lnTo>
                  <a:pt x="69051" y="141152"/>
                </a:lnTo>
                <a:lnTo>
                  <a:pt x="65441" y="141846"/>
                </a:lnTo>
                <a:lnTo>
                  <a:pt x="63380" y="140962"/>
                </a:lnTo>
                <a:lnTo>
                  <a:pt x="64191" y="138009"/>
                </a:lnTo>
                <a:lnTo>
                  <a:pt x="63431" y="137249"/>
                </a:lnTo>
                <a:lnTo>
                  <a:pt x="60902" y="137746"/>
                </a:lnTo>
                <a:lnTo>
                  <a:pt x="58139" y="137256"/>
                </a:lnTo>
                <a:lnTo>
                  <a:pt x="55516" y="137644"/>
                </a:lnTo>
                <a:lnTo>
                  <a:pt x="51320" y="137644"/>
                </a:lnTo>
                <a:lnTo>
                  <a:pt x="48149" y="138250"/>
                </a:lnTo>
                <a:lnTo>
                  <a:pt x="45919" y="137527"/>
                </a:lnTo>
                <a:lnTo>
                  <a:pt x="46592" y="134442"/>
                </a:lnTo>
                <a:lnTo>
                  <a:pt x="45949" y="133806"/>
                </a:lnTo>
                <a:lnTo>
                  <a:pt x="43288" y="134157"/>
                </a:lnTo>
                <a:lnTo>
                  <a:pt x="41914" y="134091"/>
                </a:lnTo>
                <a:lnTo>
                  <a:pt x="40036" y="134501"/>
                </a:lnTo>
                <a:lnTo>
                  <a:pt x="38808" y="133916"/>
                </a:lnTo>
                <a:lnTo>
                  <a:pt x="39670" y="131022"/>
                </a:lnTo>
                <a:lnTo>
                  <a:pt x="38940" y="130298"/>
                </a:lnTo>
                <a:lnTo>
                  <a:pt x="36279" y="130656"/>
                </a:lnTo>
                <a:lnTo>
                  <a:pt x="35088" y="130591"/>
                </a:lnTo>
                <a:lnTo>
                  <a:pt x="32808" y="131000"/>
                </a:lnTo>
                <a:lnTo>
                  <a:pt x="31697" y="130240"/>
                </a:lnTo>
                <a:lnTo>
                  <a:pt x="32764" y="127616"/>
                </a:lnTo>
                <a:lnTo>
                  <a:pt x="31777" y="126629"/>
                </a:lnTo>
                <a:lnTo>
                  <a:pt x="29131" y="127682"/>
                </a:lnTo>
                <a:lnTo>
                  <a:pt x="28291" y="126417"/>
                </a:lnTo>
                <a:lnTo>
                  <a:pt x="29343" y="124195"/>
                </a:lnTo>
                <a:lnTo>
                  <a:pt x="28174" y="123026"/>
                </a:lnTo>
                <a:lnTo>
                  <a:pt x="25835" y="124195"/>
                </a:lnTo>
                <a:lnTo>
                  <a:pt x="24761" y="123121"/>
                </a:lnTo>
                <a:lnTo>
                  <a:pt x="25813" y="120475"/>
                </a:lnTo>
                <a:lnTo>
                  <a:pt x="24549" y="119635"/>
                </a:lnTo>
                <a:lnTo>
                  <a:pt x="22327" y="120687"/>
                </a:lnTo>
                <a:lnTo>
                  <a:pt x="21158" y="119518"/>
                </a:lnTo>
                <a:lnTo>
                  <a:pt x="22327" y="117179"/>
                </a:lnTo>
                <a:lnTo>
                  <a:pt x="21253" y="116105"/>
                </a:lnTo>
                <a:lnTo>
                  <a:pt x="18607" y="117157"/>
                </a:lnTo>
                <a:lnTo>
                  <a:pt x="17767" y="115893"/>
                </a:lnTo>
                <a:lnTo>
                  <a:pt x="18819" y="113671"/>
                </a:lnTo>
                <a:lnTo>
                  <a:pt x="17650" y="112501"/>
                </a:lnTo>
                <a:lnTo>
                  <a:pt x="15311" y="113671"/>
                </a:lnTo>
                <a:lnTo>
                  <a:pt x="14237" y="112596"/>
                </a:lnTo>
                <a:lnTo>
                  <a:pt x="15289" y="109951"/>
                </a:lnTo>
                <a:lnTo>
                  <a:pt x="14185" y="109212"/>
                </a:lnTo>
                <a:lnTo>
                  <a:pt x="11569" y="110082"/>
                </a:lnTo>
                <a:lnTo>
                  <a:pt x="10348" y="108306"/>
                </a:lnTo>
                <a:lnTo>
                  <a:pt x="12366" y="103497"/>
                </a:lnTo>
                <a:lnTo>
                  <a:pt x="10809" y="102225"/>
                </a:lnTo>
                <a:lnTo>
                  <a:pt x="7915" y="103000"/>
                </a:lnTo>
                <a:lnTo>
                  <a:pt x="7103" y="101290"/>
                </a:lnTo>
                <a:lnTo>
                  <a:pt x="8733" y="96378"/>
                </a:lnTo>
                <a:lnTo>
                  <a:pt x="7388" y="95275"/>
                </a:lnTo>
                <a:lnTo>
                  <a:pt x="4312" y="95881"/>
                </a:lnTo>
                <a:lnTo>
                  <a:pt x="3595" y="93674"/>
                </a:lnTo>
                <a:lnTo>
                  <a:pt x="4202" y="90510"/>
                </a:lnTo>
                <a:lnTo>
                  <a:pt x="4202" y="86315"/>
                </a:lnTo>
                <a:lnTo>
                  <a:pt x="4589" y="83684"/>
                </a:lnTo>
                <a:lnTo>
                  <a:pt x="4100" y="80928"/>
                </a:lnTo>
                <a:lnTo>
                  <a:pt x="4597" y="78399"/>
                </a:lnTo>
                <a:lnTo>
                  <a:pt x="3836" y="77639"/>
                </a:lnTo>
                <a:lnTo>
                  <a:pt x="884" y="78451"/>
                </a:lnTo>
                <a:lnTo>
                  <a:pt x="0" y="76389"/>
                </a:lnTo>
                <a:lnTo>
                  <a:pt x="694" y="72779"/>
                </a:lnTo>
                <a:lnTo>
                  <a:pt x="694" y="69205"/>
                </a:lnTo>
                <a:lnTo>
                  <a:pt x="0" y="65595"/>
                </a:lnTo>
                <a:lnTo>
                  <a:pt x="884" y="63534"/>
                </a:lnTo>
                <a:lnTo>
                  <a:pt x="3836" y="64345"/>
                </a:lnTo>
                <a:lnTo>
                  <a:pt x="4597" y="63578"/>
                </a:lnTo>
                <a:lnTo>
                  <a:pt x="4100" y="61049"/>
                </a:lnTo>
                <a:lnTo>
                  <a:pt x="4589" y="58293"/>
                </a:lnTo>
                <a:lnTo>
                  <a:pt x="4202" y="55662"/>
                </a:lnTo>
                <a:lnTo>
                  <a:pt x="4202" y="51467"/>
                </a:lnTo>
                <a:lnTo>
                  <a:pt x="3595" y="48295"/>
                </a:lnTo>
                <a:lnTo>
                  <a:pt x="4319" y="46066"/>
                </a:lnTo>
                <a:lnTo>
                  <a:pt x="7403" y="46739"/>
                </a:lnTo>
                <a:lnTo>
                  <a:pt x="8046" y="46103"/>
                </a:lnTo>
                <a:lnTo>
                  <a:pt x="7688" y="43435"/>
                </a:lnTo>
                <a:lnTo>
                  <a:pt x="7754" y="42134"/>
                </a:lnTo>
                <a:lnTo>
                  <a:pt x="7337" y="40095"/>
                </a:lnTo>
                <a:lnTo>
                  <a:pt x="7988" y="38904"/>
                </a:lnTo>
                <a:lnTo>
                  <a:pt x="10787" y="39846"/>
                </a:lnTo>
                <a:lnTo>
                  <a:pt x="11803" y="38831"/>
                </a:lnTo>
                <a:lnTo>
                  <a:pt x="10765" y="36609"/>
                </a:lnTo>
                <a:lnTo>
                  <a:pt x="11671" y="35198"/>
                </a:lnTo>
                <a:lnTo>
                  <a:pt x="10633" y="32984"/>
                </a:lnTo>
                <a:lnTo>
                  <a:pt x="11803" y="31814"/>
                </a:lnTo>
                <a:lnTo>
                  <a:pt x="14142" y="32984"/>
                </a:lnTo>
                <a:lnTo>
                  <a:pt x="15311" y="31814"/>
                </a:lnTo>
                <a:lnTo>
                  <a:pt x="14142" y="29476"/>
                </a:lnTo>
                <a:lnTo>
                  <a:pt x="15274" y="28343"/>
                </a:lnTo>
                <a:lnTo>
                  <a:pt x="17752" y="29483"/>
                </a:lnTo>
                <a:lnTo>
                  <a:pt x="18775" y="28226"/>
                </a:lnTo>
                <a:lnTo>
                  <a:pt x="17635" y="25982"/>
                </a:lnTo>
                <a:lnTo>
                  <a:pt x="18724" y="24893"/>
                </a:lnTo>
                <a:lnTo>
                  <a:pt x="21370" y="25946"/>
                </a:lnTo>
                <a:lnTo>
                  <a:pt x="22254" y="24623"/>
                </a:lnTo>
                <a:lnTo>
                  <a:pt x="21158" y="22569"/>
                </a:lnTo>
                <a:lnTo>
                  <a:pt x="22239" y="21283"/>
                </a:lnTo>
                <a:lnTo>
                  <a:pt x="24695" y="22430"/>
                </a:lnTo>
                <a:lnTo>
                  <a:pt x="25843" y="21283"/>
                </a:lnTo>
                <a:lnTo>
                  <a:pt x="24673" y="18981"/>
                </a:lnTo>
                <a:lnTo>
                  <a:pt x="25806" y="17775"/>
                </a:lnTo>
                <a:lnTo>
                  <a:pt x="28181" y="18944"/>
                </a:lnTo>
                <a:lnTo>
                  <a:pt x="29343" y="17782"/>
                </a:lnTo>
                <a:lnTo>
                  <a:pt x="28174" y="15443"/>
                </a:lnTo>
                <a:lnTo>
                  <a:pt x="29343" y="14274"/>
                </a:lnTo>
                <a:lnTo>
                  <a:pt x="31682" y="15443"/>
                </a:lnTo>
                <a:lnTo>
                  <a:pt x="32764" y="14354"/>
                </a:lnTo>
                <a:lnTo>
                  <a:pt x="31697" y="11738"/>
                </a:lnTo>
                <a:lnTo>
                  <a:pt x="33531" y="10481"/>
                </a:lnTo>
                <a:lnTo>
                  <a:pt x="38348" y="12498"/>
                </a:lnTo>
                <a:lnTo>
                  <a:pt x="39619" y="10941"/>
                </a:lnTo>
                <a:lnTo>
                  <a:pt x="38845" y="8054"/>
                </a:lnTo>
                <a:lnTo>
                  <a:pt x="40555" y="7243"/>
                </a:lnTo>
                <a:lnTo>
                  <a:pt x="45459" y="8873"/>
                </a:lnTo>
                <a:lnTo>
                  <a:pt x="46555" y="7543"/>
                </a:lnTo>
                <a:lnTo>
                  <a:pt x="45985" y="4436"/>
                </a:lnTo>
                <a:lnTo>
                  <a:pt x="48229" y="3771"/>
                </a:lnTo>
                <a:lnTo>
                  <a:pt x="51291" y="4341"/>
                </a:lnTo>
                <a:lnTo>
                  <a:pt x="56751" y="4341"/>
                </a:lnTo>
                <a:lnTo>
                  <a:pt x="60478" y="4707"/>
                </a:lnTo>
                <a:lnTo>
                  <a:pt x="63826" y="4348"/>
                </a:lnTo>
                <a:lnTo>
                  <a:pt x="64038" y="4326"/>
                </a:lnTo>
                <a:lnTo>
                  <a:pt x="63614" y="1052"/>
                </a:lnTo>
                <a:lnTo>
                  <a:pt x="64140" y="533"/>
                </a:lnTo>
                <a:lnTo>
                  <a:pt x="67334" y="847"/>
                </a:lnTo>
                <a:lnTo>
                  <a:pt x="68270" y="833"/>
                </a:lnTo>
                <a:lnTo>
                  <a:pt x="69958" y="548"/>
                </a:lnTo>
                <a:lnTo>
                  <a:pt x="72896" y="1534"/>
                </a:lnTo>
                <a:lnTo>
                  <a:pt x="75878" y="0"/>
                </a:lnTo>
                <a:lnTo>
                  <a:pt x="78297" y="1030"/>
                </a:lnTo>
                <a:lnTo>
                  <a:pt x="77493" y="3983"/>
                </a:lnTo>
                <a:lnTo>
                  <a:pt x="78253" y="4743"/>
                </a:lnTo>
                <a:lnTo>
                  <a:pt x="80782" y="4246"/>
                </a:lnTo>
                <a:lnTo>
                  <a:pt x="83544" y="4735"/>
                </a:lnTo>
                <a:lnTo>
                  <a:pt x="86168" y="4348"/>
                </a:lnTo>
                <a:lnTo>
                  <a:pt x="90342" y="4348"/>
                </a:lnTo>
                <a:lnTo>
                  <a:pt x="93557" y="3734"/>
                </a:lnTo>
                <a:lnTo>
                  <a:pt x="95772" y="4480"/>
                </a:lnTo>
                <a:lnTo>
                  <a:pt x="95085" y="7542"/>
                </a:lnTo>
                <a:lnTo>
                  <a:pt x="95735" y="8185"/>
                </a:lnTo>
                <a:lnTo>
                  <a:pt x="98396" y="7827"/>
                </a:lnTo>
                <a:lnTo>
                  <a:pt x="99770" y="7900"/>
                </a:lnTo>
                <a:lnTo>
                  <a:pt x="101648" y="7491"/>
                </a:lnTo>
                <a:lnTo>
                  <a:pt x="102883" y="8075"/>
                </a:lnTo>
                <a:lnTo>
                  <a:pt x="102021" y="10970"/>
                </a:lnTo>
                <a:lnTo>
                  <a:pt x="102752" y="11693"/>
                </a:lnTo>
                <a:lnTo>
                  <a:pt x="105412" y="11335"/>
                </a:lnTo>
                <a:lnTo>
                  <a:pt x="106603" y="11394"/>
                </a:lnTo>
                <a:lnTo>
                  <a:pt x="108891" y="10984"/>
                </a:lnTo>
                <a:lnTo>
                  <a:pt x="110002" y="11752"/>
                </a:lnTo>
                <a:lnTo>
                  <a:pt x="108935" y="14368"/>
                </a:lnTo>
                <a:lnTo>
                  <a:pt x="109921" y="15355"/>
                </a:lnTo>
                <a:lnTo>
                  <a:pt x="112567" y="14302"/>
                </a:lnTo>
                <a:lnTo>
                  <a:pt x="113451" y="15625"/>
                </a:lnTo>
                <a:lnTo>
                  <a:pt x="112355" y="17679"/>
                </a:lnTo>
                <a:lnTo>
                  <a:pt x="113437" y="18965"/>
                </a:lnTo>
                <a:lnTo>
                  <a:pt x="115892" y="17818"/>
                </a:lnTo>
                <a:lnTo>
                  <a:pt x="117040" y="18965"/>
                </a:lnTo>
                <a:lnTo>
                  <a:pt x="115870" y="21267"/>
                </a:lnTo>
                <a:lnTo>
                  <a:pt x="117003" y="22473"/>
                </a:lnTo>
                <a:lnTo>
                  <a:pt x="119379" y="21304"/>
                </a:lnTo>
                <a:lnTo>
                  <a:pt x="120541" y="22466"/>
                </a:lnTo>
                <a:lnTo>
                  <a:pt x="119371" y="24805"/>
                </a:lnTo>
                <a:lnTo>
                  <a:pt x="120541" y="25974"/>
                </a:lnTo>
                <a:lnTo>
                  <a:pt x="122879" y="24805"/>
                </a:lnTo>
                <a:lnTo>
                  <a:pt x="124056" y="25989"/>
                </a:lnTo>
                <a:lnTo>
                  <a:pt x="122923" y="28233"/>
                </a:lnTo>
                <a:lnTo>
                  <a:pt x="123939" y="29490"/>
                </a:lnTo>
                <a:lnTo>
                  <a:pt x="126417" y="28350"/>
                </a:lnTo>
                <a:lnTo>
                  <a:pt x="127455" y="29387"/>
                </a:lnTo>
                <a:lnTo>
                  <a:pt x="126402" y="32033"/>
                </a:lnTo>
                <a:lnTo>
                  <a:pt x="127367" y="32676"/>
                </a:lnTo>
                <a:lnTo>
                  <a:pt x="130298" y="32018"/>
                </a:lnTo>
                <a:lnTo>
                  <a:pt x="131306" y="34262"/>
                </a:lnTo>
                <a:lnTo>
                  <a:pt x="129435" y="37675"/>
                </a:lnTo>
                <a:lnTo>
                  <a:pt x="130780" y="39956"/>
                </a:lnTo>
                <a:lnTo>
                  <a:pt x="133521" y="38969"/>
                </a:lnTo>
                <a:lnTo>
                  <a:pt x="134559" y="40007"/>
                </a:lnTo>
                <a:lnTo>
                  <a:pt x="133506" y="42229"/>
                </a:lnTo>
                <a:lnTo>
                  <a:pt x="134442" y="43632"/>
                </a:lnTo>
                <a:lnTo>
                  <a:pt x="133389" y="45854"/>
                </a:lnTo>
                <a:lnTo>
                  <a:pt x="134281" y="46745"/>
                </a:lnTo>
                <a:lnTo>
                  <a:pt x="137365" y="46073"/>
                </a:lnTo>
                <a:lnTo>
                  <a:pt x="138089" y="48302"/>
                </a:lnTo>
                <a:lnTo>
                  <a:pt x="137482" y="51474"/>
                </a:lnTo>
                <a:lnTo>
                  <a:pt x="137482" y="55669"/>
                </a:lnTo>
                <a:lnTo>
                  <a:pt x="137095" y="58300"/>
                </a:lnTo>
                <a:lnTo>
                  <a:pt x="137584" y="61056"/>
                </a:lnTo>
                <a:lnTo>
                  <a:pt x="137087" y="63584"/>
                </a:lnTo>
                <a:lnTo>
                  <a:pt x="137847" y="64352"/>
                </a:lnTo>
                <a:lnTo>
                  <a:pt x="140800" y="63541"/>
                </a:lnTo>
                <a:lnTo>
                  <a:pt x="141684" y="65602"/>
                </a:lnTo>
                <a:lnTo>
                  <a:pt x="140990" y="69212"/>
                </a:lnTo>
                <a:lnTo>
                  <a:pt x="140990" y="72786"/>
                </a:lnTo>
                <a:lnTo>
                  <a:pt x="141684" y="76397"/>
                </a:lnTo>
                <a:lnTo>
                  <a:pt x="140800" y="78457"/>
                </a:lnTo>
                <a:lnTo>
                  <a:pt x="137847" y="77646"/>
                </a:lnTo>
                <a:lnTo>
                  <a:pt x="137087" y="78406"/>
                </a:lnTo>
                <a:lnTo>
                  <a:pt x="137584" y="80935"/>
                </a:lnTo>
                <a:lnTo>
                  <a:pt x="137095" y="83698"/>
                </a:lnTo>
                <a:lnTo>
                  <a:pt x="137482" y="86322"/>
                </a:lnTo>
                <a:lnTo>
                  <a:pt x="137482" y="90517"/>
                </a:lnTo>
                <a:lnTo>
                  <a:pt x="138089" y="93681"/>
                </a:lnTo>
                <a:lnTo>
                  <a:pt x="137365" y="95918"/>
                </a:lnTo>
                <a:lnTo>
                  <a:pt x="134281" y="95238"/>
                </a:lnTo>
                <a:lnTo>
                  <a:pt x="133638" y="95881"/>
                </a:lnTo>
                <a:lnTo>
                  <a:pt x="133996" y="98549"/>
                </a:lnTo>
                <a:lnTo>
                  <a:pt x="133930" y="99916"/>
                </a:lnTo>
                <a:lnTo>
                  <a:pt x="134339" y="101794"/>
                </a:lnTo>
                <a:lnTo>
                  <a:pt x="133747" y="103029"/>
                </a:lnTo>
                <a:lnTo>
                  <a:pt x="130860" y="102167"/>
                </a:lnTo>
                <a:lnTo>
                  <a:pt x="130137" y="102890"/>
                </a:lnTo>
                <a:lnTo>
                  <a:pt x="130495" y="105558"/>
                </a:lnTo>
                <a:lnTo>
                  <a:pt x="130429" y="106749"/>
                </a:lnTo>
                <a:lnTo>
                  <a:pt x="130838" y="109030"/>
                </a:lnTo>
                <a:lnTo>
                  <a:pt x="130078" y="110148"/>
                </a:lnTo>
                <a:lnTo>
                  <a:pt x="127455" y="109081"/>
                </a:lnTo>
                <a:lnTo>
                  <a:pt x="126475" y="110067"/>
                </a:lnTo>
                <a:lnTo>
                  <a:pt x="127528" y="112713"/>
                </a:lnTo>
                <a:lnTo>
                  <a:pt x="126263" y="113554"/>
                </a:lnTo>
                <a:lnTo>
                  <a:pt x="124042" y="112501"/>
                </a:lnTo>
                <a:lnTo>
                  <a:pt x="122872" y="113671"/>
                </a:lnTo>
                <a:lnTo>
                  <a:pt x="124042" y="116009"/>
                </a:lnTo>
                <a:lnTo>
                  <a:pt x="122967" y="117084"/>
                </a:lnTo>
                <a:lnTo>
                  <a:pt x="120321" y="116031"/>
                </a:lnTo>
                <a:lnTo>
                  <a:pt x="119488" y="117296"/>
                </a:lnTo>
                <a:lnTo>
                  <a:pt x="120541" y="119518"/>
                </a:lnTo>
                <a:lnTo>
                  <a:pt x="119371" y="120687"/>
                </a:lnTo>
                <a:lnTo>
                  <a:pt x="117033" y="119518"/>
                </a:lnTo>
                <a:lnTo>
                  <a:pt x="115958" y="120592"/>
                </a:lnTo>
                <a:lnTo>
                  <a:pt x="117011" y="123238"/>
                </a:lnTo>
                <a:lnTo>
                  <a:pt x="115746" y="124078"/>
                </a:lnTo>
                <a:lnTo>
                  <a:pt x="113524" y="123026"/>
                </a:lnTo>
                <a:lnTo>
                  <a:pt x="112355" y="124195"/>
                </a:lnTo>
                <a:lnTo>
                  <a:pt x="113524" y="126534"/>
                </a:lnTo>
                <a:lnTo>
                  <a:pt x="112450" y="127608"/>
                </a:lnTo>
                <a:lnTo>
                  <a:pt x="109804" y="126556"/>
                </a:lnTo>
                <a:lnTo>
                  <a:pt x="109074" y="127660"/>
                </a:lnTo>
                <a:lnTo>
                  <a:pt x="109943" y="130276"/>
                </a:lnTo>
                <a:lnTo>
                  <a:pt x="108167" y="131497"/>
                </a:lnTo>
                <a:lnTo>
                  <a:pt x="103351" y="129487"/>
                </a:lnTo>
                <a:lnTo>
                  <a:pt x="102079" y="131036"/>
                </a:lnTo>
                <a:lnTo>
                  <a:pt x="102854" y="133931"/>
                </a:lnTo>
                <a:lnTo>
                  <a:pt x="101144" y="134742"/>
                </a:lnTo>
                <a:lnTo>
                  <a:pt x="96239" y="133112"/>
                </a:lnTo>
                <a:lnTo>
                  <a:pt x="95136" y="134457"/>
                </a:lnTo>
                <a:lnTo>
                  <a:pt x="95735" y="137534"/>
                </a:lnTo>
                <a:lnTo>
                  <a:pt x="93535" y="138250"/>
                </a:lnTo>
                <a:lnTo>
                  <a:pt x="90363" y="137644"/>
                </a:lnTo>
                <a:lnTo>
                  <a:pt x="86168" y="137644"/>
                </a:lnTo>
                <a:lnTo>
                  <a:pt x="83544" y="137256"/>
                </a:lnTo>
                <a:lnTo>
                  <a:pt x="80782" y="137746"/>
                </a:lnTo>
                <a:lnTo>
                  <a:pt x="78253" y="137249"/>
                </a:lnTo>
                <a:lnTo>
                  <a:pt x="77493" y="138009"/>
                </a:lnTo>
                <a:lnTo>
                  <a:pt x="78297" y="140962"/>
                </a:lnTo>
                <a:lnTo>
                  <a:pt x="76236" y="1418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7765929" y="9259228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88764" y="141722"/>
                </a:moveTo>
                <a:lnTo>
                  <a:pt x="84451" y="141021"/>
                </a:lnTo>
                <a:lnTo>
                  <a:pt x="61532" y="141021"/>
                </a:lnTo>
                <a:lnTo>
                  <a:pt x="58944" y="141372"/>
                </a:lnTo>
                <a:lnTo>
                  <a:pt x="55663" y="140845"/>
                </a:lnTo>
                <a:lnTo>
                  <a:pt x="50350" y="141781"/>
                </a:lnTo>
                <a:lnTo>
                  <a:pt x="49451" y="140685"/>
                </a:lnTo>
                <a:lnTo>
                  <a:pt x="50079" y="137637"/>
                </a:lnTo>
                <a:lnTo>
                  <a:pt x="48851" y="137206"/>
                </a:lnTo>
                <a:lnTo>
                  <a:pt x="47156" y="137513"/>
                </a:lnTo>
                <a:lnTo>
                  <a:pt x="45423" y="137513"/>
                </a:lnTo>
                <a:lnTo>
                  <a:pt x="43414" y="137856"/>
                </a:lnTo>
                <a:lnTo>
                  <a:pt x="42237" y="137279"/>
                </a:lnTo>
                <a:lnTo>
                  <a:pt x="43114" y="134406"/>
                </a:lnTo>
                <a:lnTo>
                  <a:pt x="42383" y="133675"/>
                </a:lnTo>
                <a:lnTo>
                  <a:pt x="39715" y="134026"/>
                </a:lnTo>
                <a:lnTo>
                  <a:pt x="38414" y="133960"/>
                </a:lnTo>
                <a:lnTo>
                  <a:pt x="36375" y="134377"/>
                </a:lnTo>
                <a:lnTo>
                  <a:pt x="35184" y="133727"/>
                </a:lnTo>
                <a:lnTo>
                  <a:pt x="36127" y="130927"/>
                </a:lnTo>
                <a:lnTo>
                  <a:pt x="35118" y="129919"/>
                </a:lnTo>
                <a:lnTo>
                  <a:pt x="32896" y="130935"/>
                </a:lnTo>
                <a:lnTo>
                  <a:pt x="31478" y="130058"/>
                </a:lnTo>
                <a:lnTo>
                  <a:pt x="29257" y="131073"/>
                </a:lnTo>
                <a:lnTo>
                  <a:pt x="28190" y="130007"/>
                </a:lnTo>
                <a:lnTo>
                  <a:pt x="29242" y="127361"/>
                </a:lnTo>
                <a:lnTo>
                  <a:pt x="27919" y="126476"/>
                </a:lnTo>
                <a:lnTo>
                  <a:pt x="25865" y="127572"/>
                </a:lnTo>
                <a:lnTo>
                  <a:pt x="24579" y="126491"/>
                </a:lnTo>
                <a:lnTo>
                  <a:pt x="25726" y="124035"/>
                </a:lnTo>
                <a:lnTo>
                  <a:pt x="24586" y="122895"/>
                </a:lnTo>
                <a:lnTo>
                  <a:pt x="22247" y="124064"/>
                </a:lnTo>
                <a:lnTo>
                  <a:pt x="21663" y="123472"/>
                </a:lnTo>
                <a:lnTo>
                  <a:pt x="21063" y="122916"/>
                </a:lnTo>
                <a:lnTo>
                  <a:pt x="22211" y="120578"/>
                </a:lnTo>
                <a:lnTo>
                  <a:pt x="21129" y="119364"/>
                </a:lnTo>
                <a:lnTo>
                  <a:pt x="18717" y="120534"/>
                </a:lnTo>
                <a:lnTo>
                  <a:pt x="17570" y="119379"/>
                </a:lnTo>
                <a:lnTo>
                  <a:pt x="18739" y="117040"/>
                </a:lnTo>
                <a:lnTo>
                  <a:pt x="17570" y="115871"/>
                </a:lnTo>
                <a:lnTo>
                  <a:pt x="15231" y="117040"/>
                </a:lnTo>
                <a:lnTo>
                  <a:pt x="14047" y="115856"/>
                </a:lnTo>
                <a:lnTo>
                  <a:pt x="15187" y="113605"/>
                </a:lnTo>
                <a:lnTo>
                  <a:pt x="14164" y="112355"/>
                </a:lnTo>
                <a:lnTo>
                  <a:pt x="11686" y="113495"/>
                </a:lnTo>
                <a:lnTo>
                  <a:pt x="10553" y="112363"/>
                </a:lnTo>
                <a:lnTo>
                  <a:pt x="11606" y="110141"/>
                </a:lnTo>
                <a:lnTo>
                  <a:pt x="10670" y="108737"/>
                </a:lnTo>
                <a:lnTo>
                  <a:pt x="11723" y="106516"/>
                </a:lnTo>
                <a:lnTo>
                  <a:pt x="10685" y="105478"/>
                </a:lnTo>
                <a:lnTo>
                  <a:pt x="7937" y="106457"/>
                </a:lnTo>
                <a:lnTo>
                  <a:pt x="6606" y="104184"/>
                </a:lnTo>
                <a:lnTo>
                  <a:pt x="8434" y="100785"/>
                </a:lnTo>
                <a:lnTo>
                  <a:pt x="7447" y="98476"/>
                </a:lnTo>
                <a:lnTo>
                  <a:pt x="4494" y="99287"/>
                </a:lnTo>
                <a:lnTo>
                  <a:pt x="3581" y="98374"/>
                </a:lnTo>
                <a:lnTo>
                  <a:pt x="4487" y="96115"/>
                </a:lnTo>
                <a:lnTo>
                  <a:pt x="3764" y="94705"/>
                </a:lnTo>
                <a:lnTo>
                  <a:pt x="4670" y="92446"/>
                </a:lnTo>
                <a:lnTo>
                  <a:pt x="3639" y="91416"/>
                </a:lnTo>
                <a:lnTo>
                  <a:pt x="994" y="92468"/>
                </a:lnTo>
                <a:lnTo>
                  <a:pt x="175" y="91240"/>
                </a:lnTo>
                <a:lnTo>
                  <a:pt x="781" y="89201"/>
                </a:lnTo>
                <a:lnTo>
                  <a:pt x="0" y="85233"/>
                </a:lnTo>
                <a:lnTo>
                  <a:pt x="621" y="81111"/>
                </a:lnTo>
                <a:lnTo>
                  <a:pt x="621" y="54697"/>
                </a:lnTo>
                <a:lnTo>
                  <a:pt x="153" y="51891"/>
                </a:lnTo>
                <a:lnTo>
                  <a:pt x="694" y="49515"/>
                </a:lnTo>
                <a:lnTo>
                  <a:pt x="3866" y="50078"/>
                </a:lnTo>
                <a:lnTo>
                  <a:pt x="4458" y="49486"/>
                </a:lnTo>
                <a:lnTo>
                  <a:pt x="4100" y="46818"/>
                </a:lnTo>
                <a:lnTo>
                  <a:pt x="4165" y="45510"/>
                </a:lnTo>
                <a:lnTo>
                  <a:pt x="3756" y="43478"/>
                </a:lnTo>
                <a:lnTo>
                  <a:pt x="4407" y="42287"/>
                </a:lnTo>
                <a:lnTo>
                  <a:pt x="7199" y="43230"/>
                </a:lnTo>
                <a:lnTo>
                  <a:pt x="8185" y="42250"/>
                </a:lnTo>
                <a:lnTo>
                  <a:pt x="7257" y="39999"/>
                </a:lnTo>
                <a:lnTo>
                  <a:pt x="8010" y="38582"/>
                </a:lnTo>
                <a:lnTo>
                  <a:pt x="7081" y="36330"/>
                </a:lnTo>
                <a:lnTo>
                  <a:pt x="8119" y="35293"/>
                </a:lnTo>
                <a:lnTo>
                  <a:pt x="10765" y="36345"/>
                </a:lnTo>
                <a:lnTo>
                  <a:pt x="11679" y="34971"/>
                </a:lnTo>
                <a:lnTo>
                  <a:pt x="10612" y="33100"/>
                </a:lnTo>
                <a:lnTo>
                  <a:pt x="11591" y="31565"/>
                </a:lnTo>
                <a:lnTo>
                  <a:pt x="10553" y="29343"/>
                </a:lnTo>
                <a:lnTo>
                  <a:pt x="11657" y="28247"/>
                </a:lnTo>
                <a:lnTo>
                  <a:pt x="14215" y="29343"/>
                </a:lnTo>
                <a:lnTo>
                  <a:pt x="15151" y="28079"/>
                </a:lnTo>
                <a:lnTo>
                  <a:pt x="14047" y="25850"/>
                </a:lnTo>
                <a:lnTo>
                  <a:pt x="15136" y="24768"/>
                </a:lnTo>
                <a:lnTo>
                  <a:pt x="17781" y="25821"/>
                </a:lnTo>
                <a:lnTo>
                  <a:pt x="18659" y="24498"/>
                </a:lnTo>
                <a:lnTo>
                  <a:pt x="17570" y="22444"/>
                </a:lnTo>
                <a:lnTo>
                  <a:pt x="18651" y="21158"/>
                </a:lnTo>
                <a:lnTo>
                  <a:pt x="21107" y="22305"/>
                </a:lnTo>
                <a:lnTo>
                  <a:pt x="22255" y="21158"/>
                </a:lnTo>
                <a:lnTo>
                  <a:pt x="21085" y="18856"/>
                </a:lnTo>
                <a:lnTo>
                  <a:pt x="22218" y="17650"/>
                </a:lnTo>
                <a:lnTo>
                  <a:pt x="24593" y="18819"/>
                </a:lnTo>
                <a:lnTo>
                  <a:pt x="25755" y="17657"/>
                </a:lnTo>
                <a:lnTo>
                  <a:pt x="24586" y="15318"/>
                </a:lnTo>
                <a:lnTo>
                  <a:pt x="25755" y="14149"/>
                </a:lnTo>
                <a:lnTo>
                  <a:pt x="28094" y="15318"/>
                </a:lnTo>
                <a:lnTo>
                  <a:pt x="29183" y="14229"/>
                </a:lnTo>
                <a:lnTo>
                  <a:pt x="28109" y="11628"/>
                </a:lnTo>
                <a:lnTo>
                  <a:pt x="29936" y="10341"/>
                </a:lnTo>
                <a:lnTo>
                  <a:pt x="34753" y="12380"/>
                </a:lnTo>
                <a:lnTo>
                  <a:pt x="35973" y="10889"/>
                </a:lnTo>
                <a:lnTo>
                  <a:pt x="35344" y="7842"/>
                </a:lnTo>
                <a:lnTo>
                  <a:pt x="37669" y="7038"/>
                </a:lnTo>
                <a:lnTo>
                  <a:pt x="40870" y="8668"/>
                </a:lnTo>
                <a:lnTo>
                  <a:pt x="43201" y="7469"/>
                </a:lnTo>
                <a:lnTo>
                  <a:pt x="42295" y="4633"/>
                </a:lnTo>
                <a:lnTo>
                  <a:pt x="43296" y="3632"/>
                </a:lnTo>
                <a:lnTo>
                  <a:pt x="45518" y="4684"/>
                </a:lnTo>
                <a:lnTo>
                  <a:pt x="46921" y="3756"/>
                </a:lnTo>
                <a:lnTo>
                  <a:pt x="49143" y="4801"/>
                </a:lnTo>
                <a:lnTo>
                  <a:pt x="49998" y="3954"/>
                </a:lnTo>
                <a:lnTo>
                  <a:pt x="49421" y="782"/>
                </a:lnTo>
                <a:lnTo>
                  <a:pt x="52768" y="0"/>
                </a:lnTo>
                <a:lnTo>
                  <a:pt x="57117" y="716"/>
                </a:lnTo>
                <a:lnTo>
                  <a:pt x="84459" y="716"/>
                </a:lnTo>
                <a:lnTo>
                  <a:pt x="88763" y="14"/>
                </a:lnTo>
                <a:lnTo>
                  <a:pt x="92118" y="782"/>
                </a:lnTo>
                <a:lnTo>
                  <a:pt x="91563" y="3961"/>
                </a:lnTo>
                <a:lnTo>
                  <a:pt x="92155" y="4553"/>
                </a:lnTo>
                <a:lnTo>
                  <a:pt x="94822" y="4195"/>
                </a:lnTo>
                <a:lnTo>
                  <a:pt x="96123" y="4260"/>
                </a:lnTo>
                <a:lnTo>
                  <a:pt x="98155" y="3844"/>
                </a:lnTo>
                <a:lnTo>
                  <a:pt x="99346" y="4502"/>
                </a:lnTo>
                <a:lnTo>
                  <a:pt x="98396" y="7294"/>
                </a:lnTo>
                <a:lnTo>
                  <a:pt x="99361" y="8251"/>
                </a:lnTo>
                <a:lnTo>
                  <a:pt x="101641" y="7403"/>
                </a:lnTo>
                <a:lnTo>
                  <a:pt x="103045" y="8046"/>
                </a:lnTo>
                <a:lnTo>
                  <a:pt x="105325" y="7198"/>
                </a:lnTo>
                <a:lnTo>
                  <a:pt x="106217" y="8090"/>
                </a:lnTo>
                <a:lnTo>
                  <a:pt x="105405" y="11043"/>
                </a:lnTo>
                <a:lnTo>
                  <a:pt x="107605" y="11986"/>
                </a:lnTo>
                <a:lnTo>
                  <a:pt x="111333" y="10144"/>
                </a:lnTo>
                <a:lnTo>
                  <a:pt x="113438" y="11628"/>
                </a:lnTo>
                <a:lnTo>
                  <a:pt x="112363" y="14229"/>
                </a:lnTo>
                <a:lnTo>
                  <a:pt x="113357" y="15223"/>
                </a:lnTo>
                <a:lnTo>
                  <a:pt x="116003" y="14171"/>
                </a:lnTo>
                <a:lnTo>
                  <a:pt x="116880" y="15494"/>
                </a:lnTo>
                <a:lnTo>
                  <a:pt x="115791" y="17548"/>
                </a:lnTo>
                <a:lnTo>
                  <a:pt x="116873" y="18834"/>
                </a:lnTo>
                <a:lnTo>
                  <a:pt x="119328" y="17686"/>
                </a:lnTo>
                <a:lnTo>
                  <a:pt x="120468" y="18827"/>
                </a:lnTo>
                <a:lnTo>
                  <a:pt x="119299" y="21165"/>
                </a:lnTo>
                <a:lnTo>
                  <a:pt x="120468" y="22335"/>
                </a:lnTo>
                <a:lnTo>
                  <a:pt x="122807" y="21165"/>
                </a:lnTo>
                <a:lnTo>
                  <a:pt x="123882" y="22240"/>
                </a:lnTo>
                <a:lnTo>
                  <a:pt x="122829" y="24885"/>
                </a:lnTo>
                <a:lnTo>
                  <a:pt x="124152" y="25762"/>
                </a:lnTo>
                <a:lnTo>
                  <a:pt x="126206" y="24673"/>
                </a:lnTo>
                <a:lnTo>
                  <a:pt x="127492" y="25755"/>
                </a:lnTo>
                <a:lnTo>
                  <a:pt x="126345" y="28211"/>
                </a:lnTo>
                <a:lnTo>
                  <a:pt x="127405" y="29263"/>
                </a:lnTo>
                <a:lnTo>
                  <a:pt x="130014" y="28196"/>
                </a:lnTo>
                <a:lnTo>
                  <a:pt x="131286" y="30031"/>
                </a:lnTo>
                <a:lnTo>
                  <a:pt x="129261" y="34847"/>
                </a:lnTo>
                <a:lnTo>
                  <a:pt x="130745" y="36060"/>
                </a:lnTo>
                <a:lnTo>
                  <a:pt x="133793" y="35432"/>
                </a:lnTo>
                <a:lnTo>
                  <a:pt x="134596" y="37756"/>
                </a:lnTo>
                <a:lnTo>
                  <a:pt x="132974" y="40957"/>
                </a:lnTo>
                <a:lnTo>
                  <a:pt x="134173" y="43288"/>
                </a:lnTo>
                <a:lnTo>
                  <a:pt x="137008" y="42382"/>
                </a:lnTo>
                <a:lnTo>
                  <a:pt x="138010" y="43383"/>
                </a:lnTo>
                <a:lnTo>
                  <a:pt x="136957" y="45605"/>
                </a:lnTo>
                <a:lnTo>
                  <a:pt x="137893" y="47009"/>
                </a:lnTo>
                <a:lnTo>
                  <a:pt x="136840" y="49230"/>
                </a:lnTo>
                <a:lnTo>
                  <a:pt x="137688" y="50078"/>
                </a:lnTo>
                <a:lnTo>
                  <a:pt x="140867" y="49516"/>
                </a:lnTo>
                <a:lnTo>
                  <a:pt x="141635" y="52878"/>
                </a:lnTo>
                <a:lnTo>
                  <a:pt x="140933" y="57190"/>
                </a:lnTo>
                <a:lnTo>
                  <a:pt x="140933" y="84524"/>
                </a:lnTo>
                <a:lnTo>
                  <a:pt x="141649" y="88872"/>
                </a:lnTo>
                <a:lnTo>
                  <a:pt x="140860" y="92220"/>
                </a:lnTo>
                <a:lnTo>
                  <a:pt x="137688" y="91650"/>
                </a:lnTo>
                <a:lnTo>
                  <a:pt x="137096" y="92249"/>
                </a:lnTo>
                <a:lnTo>
                  <a:pt x="137454" y="94910"/>
                </a:lnTo>
                <a:lnTo>
                  <a:pt x="137381" y="96211"/>
                </a:lnTo>
                <a:lnTo>
                  <a:pt x="137798" y="98242"/>
                </a:lnTo>
                <a:lnTo>
                  <a:pt x="137147" y="99434"/>
                </a:lnTo>
                <a:lnTo>
                  <a:pt x="134355" y="98491"/>
                </a:lnTo>
                <a:lnTo>
                  <a:pt x="133369" y="99477"/>
                </a:lnTo>
                <a:lnTo>
                  <a:pt x="134290" y="101721"/>
                </a:lnTo>
                <a:lnTo>
                  <a:pt x="133544" y="103139"/>
                </a:lnTo>
                <a:lnTo>
                  <a:pt x="134465" y="105383"/>
                </a:lnTo>
                <a:lnTo>
                  <a:pt x="133427" y="106428"/>
                </a:lnTo>
                <a:lnTo>
                  <a:pt x="130782" y="105376"/>
                </a:lnTo>
                <a:lnTo>
                  <a:pt x="129868" y="106750"/>
                </a:lnTo>
                <a:lnTo>
                  <a:pt x="130935" y="108621"/>
                </a:lnTo>
                <a:lnTo>
                  <a:pt x="129955" y="110148"/>
                </a:lnTo>
                <a:lnTo>
                  <a:pt x="130986" y="112370"/>
                </a:lnTo>
                <a:lnTo>
                  <a:pt x="129890" y="113474"/>
                </a:lnTo>
                <a:lnTo>
                  <a:pt x="127324" y="112370"/>
                </a:lnTo>
                <a:lnTo>
                  <a:pt x="126396" y="113642"/>
                </a:lnTo>
                <a:lnTo>
                  <a:pt x="127492" y="115864"/>
                </a:lnTo>
                <a:lnTo>
                  <a:pt x="126411" y="116953"/>
                </a:lnTo>
                <a:lnTo>
                  <a:pt x="123765" y="115900"/>
                </a:lnTo>
                <a:lnTo>
                  <a:pt x="122888" y="117223"/>
                </a:lnTo>
                <a:lnTo>
                  <a:pt x="123977" y="119277"/>
                </a:lnTo>
                <a:lnTo>
                  <a:pt x="122895" y="120563"/>
                </a:lnTo>
                <a:lnTo>
                  <a:pt x="120440" y="119416"/>
                </a:lnTo>
                <a:lnTo>
                  <a:pt x="119292" y="120563"/>
                </a:lnTo>
                <a:lnTo>
                  <a:pt x="120461" y="122866"/>
                </a:lnTo>
                <a:lnTo>
                  <a:pt x="119329" y="124072"/>
                </a:lnTo>
                <a:lnTo>
                  <a:pt x="116953" y="122902"/>
                </a:lnTo>
                <a:lnTo>
                  <a:pt x="115791" y="124064"/>
                </a:lnTo>
                <a:lnTo>
                  <a:pt x="116960" y="126403"/>
                </a:lnTo>
                <a:lnTo>
                  <a:pt x="115791" y="127573"/>
                </a:lnTo>
                <a:lnTo>
                  <a:pt x="113452" y="126403"/>
                </a:lnTo>
                <a:lnTo>
                  <a:pt x="112363" y="127492"/>
                </a:lnTo>
                <a:lnTo>
                  <a:pt x="113438" y="130094"/>
                </a:lnTo>
                <a:lnTo>
                  <a:pt x="111603" y="131388"/>
                </a:lnTo>
                <a:lnTo>
                  <a:pt x="106787" y="129349"/>
                </a:lnTo>
                <a:lnTo>
                  <a:pt x="105574" y="130832"/>
                </a:lnTo>
                <a:lnTo>
                  <a:pt x="106202" y="133880"/>
                </a:lnTo>
                <a:lnTo>
                  <a:pt x="103878" y="134684"/>
                </a:lnTo>
                <a:lnTo>
                  <a:pt x="100677" y="133062"/>
                </a:lnTo>
                <a:lnTo>
                  <a:pt x="98345" y="134260"/>
                </a:lnTo>
                <a:lnTo>
                  <a:pt x="99252" y="137096"/>
                </a:lnTo>
                <a:lnTo>
                  <a:pt x="98250" y="138097"/>
                </a:lnTo>
                <a:lnTo>
                  <a:pt x="96028" y="137045"/>
                </a:lnTo>
                <a:lnTo>
                  <a:pt x="94625" y="137980"/>
                </a:lnTo>
                <a:lnTo>
                  <a:pt x="92411" y="136928"/>
                </a:lnTo>
                <a:lnTo>
                  <a:pt x="91563" y="137776"/>
                </a:lnTo>
                <a:lnTo>
                  <a:pt x="92118" y="140955"/>
                </a:lnTo>
                <a:lnTo>
                  <a:pt x="88764" y="1417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7979927" y="9262919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645" y="134442"/>
                </a:moveTo>
                <a:lnTo>
                  <a:pt x="77479" y="133799"/>
                </a:lnTo>
                <a:lnTo>
                  <a:pt x="54530" y="133799"/>
                </a:lnTo>
                <a:lnTo>
                  <a:pt x="51869" y="134208"/>
                </a:lnTo>
                <a:lnTo>
                  <a:pt x="49450" y="133748"/>
                </a:lnTo>
                <a:lnTo>
                  <a:pt x="49955" y="130532"/>
                </a:lnTo>
                <a:lnTo>
                  <a:pt x="49282" y="129860"/>
                </a:lnTo>
                <a:lnTo>
                  <a:pt x="46827" y="130444"/>
                </a:lnTo>
                <a:lnTo>
                  <a:pt x="44174" y="129779"/>
                </a:lnTo>
                <a:lnTo>
                  <a:pt x="41089" y="131146"/>
                </a:lnTo>
                <a:lnTo>
                  <a:pt x="38743" y="130086"/>
                </a:lnTo>
                <a:lnTo>
                  <a:pt x="39576" y="127163"/>
                </a:lnTo>
                <a:lnTo>
                  <a:pt x="38860" y="126454"/>
                </a:lnTo>
                <a:lnTo>
                  <a:pt x="36200" y="126812"/>
                </a:lnTo>
                <a:lnTo>
                  <a:pt x="35001" y="126746"/>
                </a:lnTo>
                <a:lnTo>
                  <a:pt x="32735" y="127155"/>
                </a:lnTo>
                <a:lnTo>
                  <a:pt x="31617" y="126395"/>
                </a:lnTo>
                <a:lnTo>
                  <a:pt x="32677" y="123772"/>
                </a:lnTo>
                <a:lnTo>
                  <a:pt x="31603" y="122690"/>
                </a:lnTo>
                <a:lnTo>
                  <a:pt x="29264" y="123859"/>
                </a:lnTo>
                <a:lnTo>
                  <a:pt x="28094" y="122690"/>
                </a:lnTo>
                <a:lnTo>
                  <a:pt x="29264" y="120351"/>
                </a:lnTo>
                <a:lnTo>
                  <a:pt x="28109" y="119189"/>
                </a:lnTo>
                <a:lnTo>
                  <a:pt x="25880" y="120205"/>
                </a:lnTo>
                <a:lnTo>
                  <a:pt x="24462" y="119328"/>
                </a:lnTo>
                <a:lnTo>
                  <a:pt x="22247" y="120344"/>
                </a:lnTo>
                <a:lnTo>
                  <a:pt x="21180" y="119277"/>
                </a:lnTo>
                <a:lnTo>
                  <a:pt x="22233" y="116631"/>
                </a:lnTo>
                <a:lnTo>
                  <a:pt x="20968" y="115790"/>
                </a:lnTo>
                <a:lnTo>
                  <a:pt x="18747" y="116843"/>
                </a:lnTo>
                <a:lnTo>
                  <a:pt x="17585" y="115673"/>
                </a:lnTo>
                <a:lnTo>
                  <a:pt x="18747" y="113335"/>
                </a:lnTo>
                <a:lnTo>
                  <a:pt x="17796" y="112377"/>
                </a:lnTo>
                <a:lnTo>
                  <a:pt x="14844" y="113188"/>
                </a:lnTo>
                <a:lnTo>
                  <a:pt x="13930" y="111040"/>
                </a:lnTo>
                <a:lnTo>
                  <a:pt x="15750" y="107188"/>
                </a:lnTo>
                <a:lnTo>
                  <a:pt x="14222" y="105149"/>
                </a:lnTo>
                <a:lnTo>
                  <a:pt x="11679" y="106260"/>
                </a:lnTo>
                <a:lnTo>
                  <a:pt x="10670" y="105244"/>
                </a:lnTo>
                <a:lnTo>
                  <a:pt x="11715" y="102598"/>
                </a:lnTo>
                <a:lnTo>
                  <a:pt x="10619" y="101867"/>
                </a:lnTo>
                <a:lnTo>
                  <a:pt x="7988" y="102730"/>
                </a:lnTo>
                <a:lnTo>
                  <a:pt x="6789" y="100954"/>
                </a:lnTo>
                <a:lnTo>
                  <a:pt x="8792" y="96137"/>
                </a:lnTo>
                <a:lnTo>
                  <a:pt x="7250" y="94888"/>
                </a:lnTo>
                <a:lnTo>
                  <a:pt x="4334" y="95633"/>
                </a:lnTo>
                <a:lnTo>
                  <a:pt x="3288" y="93316"/>
                </a:lnTo>
                <a:lnTo>
                  <a:pt x="4655" y="90232"/>
                </a:lnTo>
                <a:lnTo>
                  <a:pt x="3998" y="87572"/>
                </a:lnTo>
                <a:lnTo>
                  <a:pt x="4582" y="85116"/>
                </a:lnTo>
                <a:lnTo>
                  <a:pt x="3895" y="84436"/>
                </a:lnTo>
                <a:lnTo>
                  <a:pt x="694" y="84970"/>
                </a:lnTo>
                <a:lnTo>
                  <a:pt x="0" y="81549"/>
                </a:lnTo>
                <a:lnTo>
                  <a:pt x="643" y="77383"/>
                </a:lnTo>
                <a:lnTo>
                  <a:pt x="643" y="54427"/>
                </a:lnTo>
                <a:lnTo>
                  <a:pt x="233" y="51767"/>
                </a:lnTo>
                <a:lnTo>
                  <a:pt x="694" y="49348"/>
                </a:lnTo>
                <a:lnTo>
                  <a:pt x="3903" y="49852"/>
                </a:lnTo>
                <a:lnTo>
                  <a:pt x="4582" y="49180"/>
                </a:lnTo>
                <a:lnTo>
                  <a:pt x="3998" y="46724"/>
                </a:lnTo>
                <a:lnTo>
                  <a:pt x="4670" y="44005"/>
                </a:lnTo>
                <a:lnTo>
                  <a:pt x="3347" y="41074"/>
                </a:lnTo>
                <a:lnTo>
                  <a:pt x="4312" y="38662"/>
                </a:lnTo>
                <a:lnTo>
                  <a:pt x="7301" y="39437"/>
                </a:lnTo>
                <a:lnTo>
                  <a:pt x="8236" y="38502"/>
                </a:lnTo>
                <a:lnTo>
                  <a:pt x="7184" y="36280"/>
                </a:lnTo>
                <a:lnTo>
                  <a:pt x="8112" y="34877"/>
                </a:lnTo>
                <a:lnTo>
                  <a:pt x="7067" y="32655"/>
                </a:lnTo>
                <a:lnTo>
                  <a:pt x="8120" y="31602"/>
                </a:lnTo>
                <a:lnTo>
                  <a:pt x="10824" y="32611"/>
                </a:lnTo>
                <a:lnTo>
                  <a:pt x="11599" y="31361"/>
                </a:lnTo>
                <a:lnTo>
                  <a:pt x="10583" y="29139"/>
                </a:lnTo>
                <a:lnTo>
                  <a:pt x="11525" y="28197"/>
                </a:lnTo>
                <a:lnTo>
                  <a:pt x="14478" y="29000"/>
                </a:lnTo>
                <a:lnTo>
                  <a:pt x="15348" y="26969"/>
                </a:lnTo>
                <a:lnTo>
                  <a:pt x="13572" y="22825"/>
                </a:lnTo>
                <a:lnTo>
                  <a:pt x="15165" y="20954"/>
                </a:lnTo>
                <a:lnTo>
                  <a:pt x="17614" y="22101"/>
                </a:lnTo>
                <a:lnTo>
                  <a:pt x="18747" y="20961"/>
                </a:lnTo>
                <a:lnTo>
                  <a:pt x="17585" y="18622"/>
                </a:lnTo>
                <a:lnTo>
                  <a:pt x="18747" y="17453"/>
                </a:lnTo>
                <a:lnTo>
                  <a:pt x="21085" y="18622"/>
                </a:lnTo>
                <a:lnTo>
                  <a:pt x="22174" y="17533"/>
                </a:lnTo>
                <a:lnTo>
                  <a:pt x="21100" y="14924"/>
                </a:lnTo>
                <a:lnTo>
                  <a:pt x="22934" y="13645"/>
                </a:lnTo>
                <a:lnTo>
                  <a:pt x="27751" y="15677"/>
                </a:lnTo>
                <a:lnTo>
                  <a:pt x="29110" y="14011"/>
                </a:lnTo>
                <a:lnTo>
                  <a:pt x="28153" y="11372"/>
                </a:lnTo>
                <a:lnTo>
                  <a:pt x="29388" y="10561"/>
                </a:lnTo>
                <a:lnTo>
                  <a:pt x="31610" y="11606"/>
                </a:lnTo>
                <a:lnTo>
                  <a:pt x="32677" y="10532"/>
                </a:lnTo>
                <a:lnTo>
                  <a:pt x="31632" y="7886"/>
                </a:lnTo>
                <a:lnTo>
                  <a:pt x="33006" y="6972"/>
                </a:lnTo>
                <a:lnTo>
                  <a:pt x="34833" y="7996"/>
                </a:lnTo>
                <a:lnTo>
                  <a:pt x="36404" y="7119"/>
                </a:lnTo>
                <a:lnTo>
                  <a:pt x="38641" y="8076"/>
                </a:lnTo>
                <a:lnTo>
                  <a:pt x="39693" y="7024"/>
                </a:lnTo>
                <a:lnTo>
                  <a:pt x="38641" y="4378"/>
                </a:lnTo>
                <a:lnTo>
                  <a:pt x="39964" y="3501"/>
                </a:lnTo>
                <a:lnTo>
                  <a:pt x="41827" y="4319"/>
                </a:lnTo>
                <a:lnTo>
                  <a:pt x="43574" y="3705"/>
                </a:lnTo>
                <a:lnTo>
                  <a:pt x="45292" y="4012"/>
                </a:lnTo>
                <a:lnTo>
                  <a:pt x="47236" y="4012"/>
                </a:lnTo>
                <a:lnTo>
                  <a:pt x="48698" y="4232"/>
                </a:lnTo>
                <a:lnTo>
                  <a:pt x="49728" y="4012"/>
                </a:lnTo>
                <a:lnTo>
                  <a:pt x="50027" y="3939"/>
                </a:lnTo>
                <a:lnTo>
                  <a:pt x="49464" y="767"/>
                </a:lnTo>
                <a:lnTo>
                  <a:pt x="50115" y="124"/>
                </a:lnTo>
                <a:lnTo>
                  <a:pt x="52666" y="591"/>
                </a:lnTo>
                <a:lnTo>
                  <a:pt x="56525" y="0"/>
                </a:lnTo>
                <a:lnTo>
                  <a:pt x="60420" y="504"/>
                </a:lnTo>
                <a:lnTo>
                  <a:pt x="79963" y="504"/>
                </a:lnTo>
                <a:lnTo>
                  <a:pt x="82682" y="65"/>
                </a:lnTo>
                <a:lnTo>
                  <a:pt x="85079" y="562"/>
                </a:lnTo>
                <a:lnTo>
                  <a:pt x="84553" y="3763"/>
                </a:lnTo>
                <a:lnTo>
                  <a:pt x="85233" y="4443"/>
                </a:lnTo>
                <a:lnTo>
                  <a:pt x="87696" y="3858"/>
                </a:lnTo>
                <a:lnTo>
                  <a:pt x="90466" y="4553"/>
                </a:lnTo>
                <a:lnTo>
                  <a:pt x="93221" y="3310"/>
                </a:lnTo>
                <a:lnTo>
                  <a:pt x="95699" y="4136"/>
                </a:lnTo>
                <a:lnTo>
                  <a:pt x="95012" y="7206"/>
                </a:lnTo>
                <a:lnTo>
                  <a:pt x="95662" y="7849"/>
                </a:lnTo>
                <a:lnTo>
                  <a:pt x="98323" y="7491"/>
                </a:lnTo>
                <a:lnTo>
                  <a:pt x="99631" y="7557"/>
                </a:lnTo>
                <a:lnTo>
                  <a:pt x="101648" y="7140"/>
                </a:lnTo>
                <a:lnTo>
                  <a:pt x="102839" y="7790"/>
                </a:lnTo>
                <a:lnTo>
                  <a:pt x="101904" y="10597"/>
                </a:lnTo>
                <a:lnTo>
                  <a:pt x="102920" y="11606"/>
                </a:lnTo>
                <a:lnTo>
                  <a:pt x="105259" y="10436"/>
                </a:lnTo>
                <a:lnTo>
                  <a:pt x="106421" y="11606"/>
                </a:lnTo>
                <a:lnTo>
                  <a:pt x="105259" y="13944"/>
                </a:lnTo>
                <a:lnTo>
                  <a:pt x="106414" y="15099"/>
                </a:lnTo>
                <a:lnTo>
                  <a:pt x="108643" y="14091"/>
                </a:lnTo>
                <a:lnTo>
                  <a:pt x="110046" y="14967"/>
                </a:lnTo>
                <a:lnTo>
                  <a:pt x="112275" y="13952"/>
                </a:lnTo>
                <a:lnTo>
                  <a:pt x="113335" y="15019"/>
                </a:lnTo>
                <a:lnTo>
                  <a:pt x="112290" y="17664"/>
                </a:lnTo>
                <a:lnTo>
                  <a:pt x="113554" y="18505"/>
                </a:lnTo>
                <a:lnTo>
                  <a:pt x="115769" y="17452"/>
                </a:lnTo>
                <a:lnTo>
                  <a:pt x="116938" y="18622"/>
                </a:lnTo>
                <a:lnTo>
                  <a:pt x="115769" y="20960"/>
                </a:lnTo>
                <a:lnTo>
                  <a:pt x="116843" y="22035"/>
                </a:lnTo>
                <a:lnTo>
                  <a:pt x="119489" y="20982"/>
                </a:lnTo>
                <a:lnTo>
                  <a:pt x="120402" y="22356"/>
                </a:lnTo>
                <a:lnTo>
                  <a:pt x="119335" y="24228"/>
                </a:lnTo>
                <a:lnTo>
                  <a:pt x="120315" y="25762"/>
                </a:lnTo>
                <a:lnTo>
                  <a:pt x="119277" y="27977"/>
                </a:lnTo>
                <a:lnTo>
                  <a:pt x="120337" y="29037"/>
                </a:lnTo>
                <a:lnTo>
                  <a:pt x="123019" y="28006"/>
                </a:lnTo>
                <a:lnTo>
                  <a:pt x="123816" y="29263"/>
                </a:lnTo>
                <a:lnTo>
                  <a:pt x="122785" y="31485"/>
                </a:lnTo>
                <a:lnTo>
                  <a:pt x="123852" y="32559"/>
                </a:lnTo>
                <a:lnTo>
                  <a:pt x="126498" y="31507"/>
                </a:lnTo>
                <a:lnTo>
                  <a:pt x="127412" y="32881"/>
                </a:lnTo>
                <a:lnTo>
                  <a:pt x="126345" y="34752"/>
                </a:lnTo>
                <a:lnTo>
                  <a:pt x="127324" y="36287"/>
                </a:lnTo>
                <a:lnTo>
                  <a:pt x="126293" y="38508"/>
                </a:lnTo>
                <a:lnTo>
                  <a:pt x="127251" y="39466"/>
                </a:lnTo>
                <a:lnTo>
                  <a:pt x="130167" y="38633"/>
                </a:lnTo>
                <a:lnTo>
                  <a:pt x="131227" y="40979"/>
                </a:lnTo>
                <a:lnTo>
                  <a:pt x="129867" y="44063"/>
                </a:lnTo>
                <a:lnTo>
                  <a:pt x="130525" y="46723"/>
                </a:lnTo>
                <a:lnTo>
                  <a:pt x="129940" y="49179"/>
                </a:lnTo>
                <a:lnTo>
                  <a:pt x="130620" y="49859"/>
                </a:lnTo>
                <a:lnTo>
                  <a:pt x="133828" y="49333"/>
                </a:lnTo>
                <a:lnTo>
                  <a:pt x="134523" y="52753"/>
                </a:lnTo>
                <a:lnTo>
                  <a:pt x="133880" y="56919"/>
                </a:lnTo>
                <a:lnTo>
                  <a:pt x="133880" y="79875"/>
                </a:lnTo>
                <a:lnTo>
                  <a:pt x="134282" y="82543"/>
                </a:lnTo>
                <a:lnTo>
                  <a:pt x="133829" y="84955"/>
                </a:lnTo>
                <a:lnTo>
                  <a:pt x="130613" y="84443"/>
                </a:lnTo>
                <a:lnTo>
                  <a:pt x="129940" y="85123"/>
                </a:lnTo>
                <a:lnTo>
                  <a:pt x="130525" y="87578"/>
                </a:lnTo>
                <a:lnTo>
                  <a:pt x="129867" y="90232"/>
                </a:lnTo>
                <a:lnTo>
                  <a:pt x="131227" y="93316"/>
                </a:lnTo>
                <a:lnTo>
                  <a:pt x="130167" y="95662"/>
                </a:lnTo>
                <a:lnTo>
                  <a:pt x="127243" y="94829"/>
                </a:lnTo>
                <a:lnTo>
                  <a:pt x="126535" y="95545"/>
                </a:lnTo>
                <a:lnTo>
                  <a:pt x="126893" y="98205"/>
                </a:lnTo>
                <a:lnTo>
                  <a:pt x="126834" y="99404"/>
                </a:lnTo>
                <a:lnTo>
                  <a:pt x="127243" y="101677"/>
                </a:lnTo>
                <a:lnTo>
                  <a:pt x="126483" y="102788"/>
                </a:lnTo>
                <a:lnTo>
                  <a:pt x="123860" y="101728"/>
                </a:lnTo>
                <a:lnTo>
                  <a:pt x="122778" y="102810"/>
                </a:lnTo>
                <a:lnTo>
                  <a:pt x="123947" y="105149"/>
                </a:lnTo>
                <a:lnTo>
                  <a:pt x="122778" y="106318"/>
                </a:lnTo>
                <a:lnTo>
                  <a:pt x="120446" y="105149"/>
                </a:lnTo>
                <a:lnTo>
                  <a:pt x="119284" y="106311"/>
                </a:lnTo>
                <a:lnTo>
                  <a:pt x="120300" y="108533"/>
                </a:lnTo>
                <a:lnTo>
                  <a:pt x="119423" y="109951"/>
                </a:lnTo>
                <a:lnTo>
                  <a:pt x="120432" y="112172"/>
                </a:lnTo>
                <a:lnTo>
                  <a:pt x="119372" y="113239"/>
                </a:lnTo>
                <a:lnTo>
                  <a:pt x="116726" y="112187"/>
                </a:lnTo>
                <a:lnTo>
                  <a:pt x="115893" y="113452"/>
                </a:lnTo>
                <a:lnTo>
                  <a:pt x="116938" y="115673"/>
                </a:lnTo>
                <a:lnTo>
                  <a:pt x="115769" y="116843"/>
                </a:lnTo>
                <a:lnTo>
                  <a:pt x="113430" y="115673"/>
                </a:lnTo>
                <a:lnTo>
                  <a:pt x="112480" y="116623"/>
                </a:lnTo>
                <a:lnTo>
                  <a:pt x="113291" y="119576"/>
                </a:lnTo>
                <a:lnTo>
                  <a:pt x="111142" y="120497"/>
                </a:lnTo>
                <a:lnTo>
                  <a:pt x="107291" y="118677"/>
                </a:lnTo>
                <a:lnTo>
                  <a:pt x="105252" y="120205"/>
                </a:lnTo>
                <a:lnTo>
                  <a:pt x="106355" y="122748"/>
                </a:lnTo>
                <a:lnTo>
                  <a:pt x="105347" y="123764"/>
                </a:lnTo>
                <a:lnTo>
                  <a:pt x="102694" y="122712"/>
                </a:lnTo>
                <a:lnTo>
                  <a:pt x="101970" y="123815"/>
                </a:lnTo>
                <a:lnTo>
                  <a:pt x="102832" y="126439"/>
                </a:lnTo>
                <a:lnTo>
                  <a:pt x="101056" y="127645"/>
                </a:lnTo>
                <a:lnTo>
                  <a:pt x="96247" y="125643"/>
                </a:lnTo>
                <a:lnTo>
                  <a:pt x="94983" y="127177"/>
                </a:lnTo>
                <a:lnTo>
                  <a:pt x="95736" y="130101"/>
                </a:lnTo>
                <a:lnTo>
                  <a:pt x="93412" y="131146"/>
                </a:lnTo>
                <a:lnTo>
                  <a:pt x="90327" y="129779"/>
                </a:lnTo>
                <a:lnTo>
                  <a:pt x="87674" y="130444"/>
                </a:lnTo>
                <a:lnTo>
                  <a:pt x="85219" y="129860"/>
                </a:lnTo>
                <a:lnTo>
                  <a:pt x="84539" y="130539"/>
                </a:lnTo>
                <a:lnTo>
                  <a:pt x="85065" y="133740"/>
                </a:lnTo>
                <a:lnTo>
                  <a:pt x="81645" y="1344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6299557" y="9266427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8055" y="127375"/>
                </a:moveTo>
                <a:lnTo>
                  <a:pt x="74021" y="126790"/>
                </a:lnTo>
                <a:lnTo>
                  <a:pt x="50999" y="126790"/>
                </a:lnTo>
                <a:lnTo>
                  <a:pt x="48353" y="127185"/>
                </a:lnTo>
                <a:lnTo>
                  <a:pt x="45927" y="126746"/>
                </a:lnTo>
                <a:lnTo>
                  <a:pt x="46431" y="123523"/>
                </a:lnTo>
                <a:lnTo>
                  <a:pt x="45758" y="122851"/>
                </a:lnTo>
                <a:lnTo>
                  <a:pt x="43303" y="123435"/>
                </a:lnTo>
                <a:lnTo>
                  <a:pt x="40569" y="122756"/>
                </a:lnTo>
                <a:lnTo>
                  <a:pt x="37682" y="124056"/>
                </a:lnTo>
                <a:lnTo>
                  <a:pt x="35256" y="123128"/>
                </a:lnTo>
                <a:lnTo>
                  <a:pt x="36009" y="120117"/>
                </a:lnTo>
                <a:lnTo>
                  <a:pt x="35336" y="119445"/>
                </a:lnTo>
                <a:lnTo>
                  <a:pt x="32669" y="119795"/>
                </a:lnTo>
                <a:lnTo>
                  <a:pt x="31368" y="119730"/>
                </a:lnTo>
                <a:lnTo>
                  <a:pt x="29336" y="120146"/>
                </a:lnTo>
                <a:lnTo>
                  <a:pt x="28137" y="119489"/>
                </a:lnTo>
                <a:lnTo>
                  <a:pt x="29088" y="116697"/>
                </a:lnTo>
                <a:lnTo>
                  <a:pt x="28050" y="115666"/>
                </a:lnTo>
                <a:lnTo>
                  <a:pt x="25799" y="116806"/>
                </a:lnTo>
                <a:lnTo>
                  <a:pt x="24549" y="115783"/>
                </a:lnTo>
                <a:lnTo>
                  <a:pt x="25689" y="113305"/>
                </a:lnTo>
                <a:lnTo>
                  <a:pt x="24556" y="112173"/>
                </a:lnTo>
                <a:lnTo>
                  <a:pt x="22218" y="113342"/>
                </a:lnTo>
                <a:lnTo>
                  <a:pt x="21048" y="112173"/>
                </a:lnTo>
                <a:lnTo>
                  <a:pt x="22218" y="109834"/>
                </a:lnTo>
                <a:lnTo>
                  <a:pt x="21048" y="108664"/>
                </a:lnTo>
                <a:lnTo>
                  <a:pt x="18709" y="109834"/>
                </a:lnTo>
                <a:lnTo>
                  <a:pt x="17540" y="108664"/>
                </a:lnTo>
                <a:lnTo>
                  <a:pt x="18709" y="106326"/>
                </a:lnTo>
                <a:lnTo>
                  <a:pt x="17635" y="105251"/>
                </a:lnTo>
                <a:lnTo>
                  <a:pt x="14989" y="106303"/>
                </a:lnTo>
                <a:lnTo>
                  <a:pt x="14112" y="104981"/>
                </a:lnTo>
                <a:lnTo>
                  <a:pt x="15201" y="102927"/>
                </a:lnTo>
                <a:lnTo>
                  <a:pt x="14120" y="101641"/>
                </a:lnTo>
                <a:lnTo>
                  <a:pt x="11664" y="102788"/>
                </a:lnTo>
                <a:lnTo>
                  <a:pt x="10509" y="101633"/>
                </a:lnTo>
                <a:lnTo>
                  <a:pt x="11627" y="99397"/>
                </a:lnTo>
                <a:lnTo>
                  <a:pt x="10655" y="98132"/>
                </a:lnTo>
                <a:lnTo>
                  <a:pt x="8134" y="99258"/>
                </a:lnTo>
                <a:lnTo>
                  <a:pt x="7016" y="98140"/>
                </a:lnTo>
                <a:lnTo>
                  <a:pt x="8068" y="95918"/>
                </a:lnTo>
                <a:lnTo>
                  <a:pt x="7133" y="94514"/>
                </a:lnTo>
                <a:lnTo>
                  <a:pt x="8185" y="92293"/>
                </a:lnTo>
                <a:lnTo>
                  <a:pt x="7257" y="91364"/>
                </a:lnTo>
                <a:lnTo>
                  <a:pt x="4253" y="92125"/>
                </a:lnTo>
                <a:lnTo>
                  <a:pt x="3310" y="89691"/>
                </a:lnTo>
                <a:lnTo>
                  <a:pt x="4619" y="86804"/>
                </a:lnTo>
                <a:lnTo>
                  <a:pt x="3939" y="84070"/>
                </a:lnTo>
                <a:lnTo>
                  <a:pt x="4524" y="81615"/>
                </a:lnTo>
                <a:lnTo>
                  <a:pt x="3851" y="80950"/>
                </a:lnTo>
                <a:lnTo>
                  <a:pt x="628" y="81447"/>
                </a:lnTo>
                <a:lnTo>
                  <a:pt x="0" y="77975"/>
                </a:lnTo>
                <a:lnTo>
                  <a:pt x="584" y="73941"/>
                </a:lnTo>
                <a:lnTo>
                  <a:pt x="584" y="50962"/>
                </a:lnTo>
                <a:lnTo>
                  <a:pt x="138" y="48222"/>
                </a:lnTo>
                <a:lnTo>
                  <a:pt x="643" y="45824"/>
                </a:lnTo>
                <a:lnTo>
                  <a:pt x="3837" y="46365"/>
                </a:lnTo>
                <a:lnTo>
                  <a:pt x="4545" y="45656"/>
                </a:lnTo>
                <a:lnTo>
                  <a:pt x="3902" y="43244"/>
                </a:lnTo>
                <a:lnTo>
                  <a:pt x="4450" y="41410"/>
                </a:lnTo>
                <a:lnTo>
                  <a:pt x="3208" y="36309"/>
                </a:lnTo>
                <a:lnTo>
                  <a:pt x="4429" y="35307"/>
                </a:lnTo>
                <a:lnTo>
                  <a:pt x="7476" y="35936"/>
                </a:lnTo>
                <a:lnTo>
                  <a:pt x="8222" y="33794"/>
                </a:lnTo>
                <a:lnTo>
                  <a:pt x="6563" y="30118"/>
                </a:lnTo>
                <a:lnTo>
                  <a:pt x="7973" y="28006"/>
                </a:lnTo>
                <a:lnTo>
                  <a:pt x="10619" y="29058"/>
                </a:lnTo>
                <a:lnTo>
                  <a:pt x="11598" y="28079"/>
                </a:lnTo>
                <a:lnTo>
                  <a:pt x="10546" y="25433"/>
                </a:lnTo>
                <a:lnTo>
                  <a:pt x="11869" y="24549"/>
                </a:lnTo>
                <a:lnTo>
                  <a:pt x="13922" y="25645"/>
                </a:lnTo>
                <a:lnTo>
                  <a:pt x="15209" y="24564"/>
                </a:lnTo>
                <a:lnTo>
                  <a:pt x="14061" y="22108"/>
                </a:lnTo>
                <a:lnTo>
                  <a:pt x="15187" y="20982"/>
                </a:lnTo>
                <a:lnTo>
                  <a:pt x="17584" y="22144"/>
                </a:lnTo>
                <a:lnTo>
                  <a:pt x="18695" y="20931"/>
                </a:lnTo>
                <a:lnTo>
                  <a:pt x="17533" y="18636"/>
                </a:lnTo>
                <a:lnTo>
                  <a:pt x="18614" y="17555"/>
                </a:lnTo>
                <a:lnTo>
                  <a:pt x="21260" y="18607"/>
                </a:lnTo>
                <a:lnTo>
                  <a:pt x="22137" y="17284"/>
                </a:lnTo>
                <a:lnTo>
                  <a:pt x="21048" y="15231"/>
                </a:lnTo>
                <a:lnTo>
                  <a:pt x="22130" y="13944"/>
                </a:lnTo>
                <a:lnTo>
                  <a:pt x="24586" y="15092"/>
                </a:lnTo>
                <a:lnTo>
                  <a:pt x="25704" y="13974"/>
                </a:lnTo>
                <a:lnTo>
                  <a:pt x="24549" y="11540"/>
                </a:lnTo>
                <a:lnTo>
                  <a:pt x="25784" y="10473"/>
                </a:lnTo>
                <a:lnTo>
                  <a:pt x="28050" y="11627"/>
                </a:lnTo>
                <a:lnTo>
                  <a:pt x="29139" y="10538"/>
                </a:lnTo>
                <a:lnTo>
                  <a:pt x="28086" y="7893"/>
                </a:lnTo>
                <a:lnTo>
                  <a:pt x="29460" y="6979"/>
                </a:lnTo>
                <a:lnTo>
                  <a:pt x="31331" y="8046"/>
                </a:lnTo>
                <a:lnTo>
                  <a:pt x="32866" y="7067"/>
                </a:lnTo>
                <a:lnTo>
                  <a:pt x="35088" y="8097"/>
                </a:lnTo>
                <a:lnTo>
                  <a:pt x="36053" y="7133"/>
                </a:lnTo>
                <a:lnTo>
                  <a:pt x="35205" y="4224"/>
                </a:lnTo>
                <a:lnTo>
                  <a:pt x="36403" y="3676"/>
                </a:lnTo>
                <a:lnTo>
                  <a:pt x="38348" y="4012"/>
                </a:lnTo>
                <a:lnTo>
                  <a:pt x="41293" y="4012"/>
                </a:lnTo>
                <a:lnTo>
                  <a:pt x="44143" y="4524"/>
                </a:lnTo>
                <a:lnTo>
                  <a:pt x="46190" y="4012"/>
                </a:lnTo>
                <a:lnTo>
                  <a:pt x="46504" y="3939"/>
                </a:lnTo>
                <a:lnTo>
                  <a:pt x="45919" y="782"/>
                </a:lnTo>
                <a:lnTo>
                  <a:pt x="46570" y="131"/>
                </a:lnTo>
                <a:lnTo>
                  <a:pt x="49128" y="599"/>
                </a:lnTo>
                <a:lnTo>
                  <a:pt x="52987" y="0"/>
                </a:lnTo>
                <a:lnTo>
                  <a:pt x="56889" y="511"/>
                </a:lnTo>
                <a:lnTo>
                  <a:pt x="76440" y="511"/>
                </a:lnTo>
                <a:lnTo>
                  <a:pt x="79130" y="95"/>
                </a:lnTo>
                <a:lnTo>
                  <a:pt x="81542" y="562"/>
                </a:lnTo>
                <a:lnTo>
                  <a:pt x="81023" y="3771"/>
                </a:lnTo>
                <a:lnTo>
                  <a:pt x="81702" y="4443"/>
                </a:lnTo>
                <a:lnTo>
                  <a:pt x="84158" y="3859"/>
                </a:lnTo>
                <a:lnTo>
                  <a:pt x="86891" y="4538"/>
                </a:lnTo>
                <a:lnTo>
                  <a:pt x="89778" y="3237"/>
                </a:lnTo>
                <a:lnTo>
                  <a:pt x="92205" y="4173"/>
                </a:lnTo>
                <a:lnTo>
                  <a:pt x="91452" y="7177"/>
                </a:lnTo>
                <a:lnTo>
                  <a:pt x="92124" y="7849"/>
                </a:lnTo>
                <a:lnTo>
                  <a:pt x="94792" y="7491"/>
                </a:lnTo>
                <a:lnTo>
                  <a:pt x="96093" y="7557"/>
                </a:lnTo>
                <a:lnTo>
                  <a:pt x="98132" y="7147"/>
                </a:lnTo>
                <a:lnTo>
                  <a:pt x="99323" y="7798"/>
                </a:lnTo>
                <a:lnTo>
                  <a:pt x="98381" y="10590"/>
                </a:lnTo>
                <a:lnTo>
                  <a:pt x="99411" y="11628"/>
                </a:lnTo>
                <a:lnTo>
                  <a:pt x="101662" y="10487"/>
                </a:lnTo>
                <a:lnTo>
                  <a:pt x="102912" y="11511"/>
                </a:lnTo>
                <a:lnTo>
                  <a:pt x="101772" y="13988"/>
                </a:lnTo>
                <a:lnTo>
                  <a:pt x="102905" y="15121"/>
                </a:lnTo>
                <a:lnTo>
                  <a:pt x="105243" y="13952"/>
                </a:lnTo>
                <a:lnTo>
                  <a:pt x="106413" y="15121"/>
                </a:lnTo>
                <a:lnTo>
                  <a:pt x="105243" y="17460"/>
                </a:lnTo>
                <a:lnTo>
                  <a:pt x="106413" y="18629"/>
                </a:lnTo>
                <a:lnTo>
                  <a:pt x="108751" y="17460"/>
                </a:lnTo>
                <a:lnTo>
                  <a:pt x="109921" y="18629"/>
                </a:lnTo>
                <a:lnTo>
                  <a:pt x="108751" y="20968"/>
                </a:lnTo>
                <a:lnTo>
                  <a:pt x="109826" y="22042"/>
                </a:lnTo>
                <a:lnTo>
                  <a:pt x="112472" y="20990"/>
                </a:lnTo>
                <a:lnTo>
                  <a:pt x="113349" y="22313"/>
                </a:lnTo>
                <a:lnTo>
                  <a:pt x="112259" y="24366"/>
                </a:lnTo>
                <a:lnTo>
                  <a:pt x="113341" y="25653"/>
                </a:lnTo>
                <a:lnTo>
                  <a:pt x="115797" y="24505"/>
                </a:lnTo>
                <a:lnTo>
                  <a:pt x="116952" y="25660"/>
                </a:lnTo>
                <a:lnTo>
                  <a:pt x="115833" y="27889"/>
                </a:lnTo>
                <a:lnTo>
                  <a:pt x="116805" y="29153"/>
                </a:lnTo>
                <a:lnTo>
                  <a:pt x="119327" y="28035"/>
                </a:lnTo>
                <a:lnTo>
                  <a:pt x="120445" y="29153"/>
                </a:lnTo>
                <a:lnTo>
                  <a:pt x="119393" y="31375"/>
                </a:lnTo>
                <a:lnTo>
                  <a:pt x="120328" y="32778"/>
                </a:lnTo>
                <a:lnTo>
                  <a:pt x="119276" y="35000"/>
                </a:lnTo>
                <a:lnTo>
                  <a:pt x="120204" y="35928"/>
                </a:lnTo>
                <a:lnTo>
                  <a:pt x="123208" y="35176"/>
                </a:lnTo>
                <a:lnTo>
                  <a:pt x="124151" y="37602"/>
                </a:lnTo>
                <a:lnTo>
                  <a:pt x="122842" y="40489"/>
                </a:lnTo>
                <a:lnTo>
                  <a:pt x="123522" y="43222"/>
                </a:lnTo>
                <a:lnTo>
                  <a:pt x="122937" y="45678"/>
                </a:lnTo>
                <a:lnTo>
                  <a:pt x="123610" y="46351"/>
                </a:lnTo>
                <a:lnTo>
                  <a:pt x="126833" y="45846"/>
                </a:lnTo>
                <a:lnTo>
                  <a:pt x="127461" y="49325"/>
                </a:lnTo>
                <a:lnTo>
                  <a:pt x="126877" y="53360"/>
                </a:lnTo>
                <a:lnTo>
                  <a:pt x="126877" y="76382"/>
                </a:lnTo>
                <a:lnTo>
                  <a:pt x="127271" y="79027"/>
                </a:lnTo>
                <a:lnTo>
                  <a:pt x="126833" y="81447"/>
                </a:lnTo>
                <a:lnTo>
                  <a:pt x="123610" y="80950"/>
                </a:lnTo>
                <a:lnTo>
                  <a:pt x="122937" y="81622"/>
                </a:lnTo>
                <a:lnTo>
                  <a:pt x="123522" y="84078"/>
                </a:lnTo>
                <a:lnTo>
                  <a:pt x="122842" y="86804"/>
                </a:lnTo>
                <a:lnTo>
                  <a:pt x="124151" y="89691"/>
                </a:lnTo>
                <a:lnTo>
                  <a:pt x="123215" y="92125"/>
                </a:lnTo>
                <a:lnTo>
                  <a:pt x="120204" y="91364"/>
                </a:lnTo>
                <a:lnTo>
                  <a:pt x="119532" y="92044"/>
                </a:lnTo>
                <a:lnTo>
                  <a:pt x="119890" y="94704"/>
                </a:lnTo>
                <a:lnTo>
                  <a:pt x="119824" y="96005"/>
                </a:lnTo>
                <a:lnTo>
                  <a:pt x="120233" y="98037"/>
                </a:lnTo>
                <a:lnTo>
                  <a:pt x="119583" y="99236"/>
                </a:lnTo>
                <a:lnTo>
                  <a:pt x="116791" y="98286"/>
                </a:lnTo>
                <a:lnTo>
                  <a:pt x="115753" y="99324"/>
                </a:lnTo>
                <a:lnTo>
                  <a:pt x="116893" y="101575"/>
                </a:lnTo>
                <a:lnTo>
                  <a:pt x="115870" y="102824"/>
                </a:lnTo>
                <a:lnTo>
                  <a:pt x="113392" y="101684"/>
                </a:lnTo>
                <a:lnTo>
                  <a:pt x="112259" y="102817"/>
                </a:lnTo>
                <a:lnTo>
                  <a:pt x="113429" y="105156"/>
                </a:lnTo>
                <a:lnTo>
                  <a:pt x="112259" y="106326"/>
                </a:lnTo>
                <a:lnTo>
                  <a:pt x="109921" y="105156"/>
                </a:lnTo>
                <a:lnTo>
                  <a:pt x="108751" y="106325"/>
                </a:lnTo>
                <a:lnTo>
                  <a:pt x="109921" y="108664"/>
                </a:lnTo>
                <a:lnTo>
                  <a:pt x="108751" y="109834"/>
                </a:lnTo>
                <a:lnTo>
                  <a:pt x="106413" y="108664"/>
                </a:lnTo>
                <a:lnTo>
                  <a:pt x="105338" y="109739"/>
                </a:lnTo>
                <a:lnTo>
                  <a:pt x="106391" y="112384"/>
                </a:lnTo>
                <a:lnTo>
                  <a:pt x="105068" y="113261"/>
                </a:lnTo>
                <a:lnTo>
                  <a:pt x="103014" y="112173"/>
                </a:lnTo>
                <a:lnTo>
                  <a:pt x="101728" y="113254"/>
                </a:lnTo>
                <a:lnTo>
                  <a:pt x="102875" y="115710"/>
                </a:lnTo>
                <a:lnTo>
                  <a:pt x="101721" y="116865"/>
                </a:lnTo>
                <a:lnTo>
                  <a:pt x="99484" y="115746"/>
                </a:lnTo>
                <a:lnTo>
                  <a:pt x="98227" y="116719"/>
                </a:lnTo>
                <a:lnTo>
                  <a:pt x="99345" y="119240"/>
                </a:lnTo>
                <a:lnTo>
                  <a:pt x="98227" y="120358"/>
                </a:lnTo>
                <a:lnTo>
                  <a:pt x="96005" y="119306"/>
                </a:lnTo>
                <a:lnTo>
                  <a:pt x="94602" y="120241"/>
                </a:lnTo>
                <a:lnTo>
                  <a:pt x="92380" y="119189"/>
                </a:lnTo>
                <a:lnTo>
                  <a:pt x="91452" y="120117"/>
                </a:lnTo>
                <a:lnTo>
                  <a:pt x="92205" y="123121"/>
                </a:lnTo>
                <a:lnTo>
                  <a:pt x="89778" y="124056"/>
                </a:lnTo>
                <a:lnTo>
                  <a:pt x="86891" y="122756"/>
                </a:lnTo>
                <a:lnTo>
                  <a:pt x="84158" y="123435"/>
                </a:lnTo>
                <a:lnTo>
                  <a:pt x="81702" y="122851"/>
                </a:lnTo>
                <a:lnTo>
                  <a:pt x="81030" y="123523"/>
                </a:lnTo>
                <a:lnTo>
                  <a:pt x="81534" y="126746"/>
                </a:lnTo>
                <a:lnTo>
                  <a:pt x="78055" y="127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8194135" y="9266273"/>
            <a:ext cx="93980" cy="127635"/>
          </a:xfrm>
          <a:custGeom>
            <a:avLst/>
            <a:gdLst/>
            <a:ahLst/>
            <a:cxnLst/>
            <a:rect l="l" t="t" r="r" b="b"/>
            <a:pathLst>
              <a:path w="93980" h="127634">
                <a:moveTo>
                  <a:pt x="73394" y="127375"/>
                </a:moveTo>
                <a:lnTo>
                  <a:pt x="71347" y="126784"/>
                </a:lnTo>
                <a:lnTo>
                  <a:pt x="68394" y="127339"/>
                </a:lnTo>
                <a:lnTo>
                  <a:pt x="65734" y="126937"/>
                </a:lnTo>
                <a:lnTo>
                  <a:pt x="55509" y="126937"/>
                </a:lnTo>
                <a:lnTo>
                  <a:pt x="53975" y="127200"/>
                </a:lnTo>
                <a:lnTo>
                  <a:pt x="52681" y="126849"/>
                </a:lnTo>
                <a:lnTo>
                  <a:pt x="53295" y="123714"/>
                </a:lnTo>
                <a:lnTo>
                  <a:pt x="52681" y="123100"/>
                </a:lnTo>
                <a:lnTo>
                  <a:pt x="50021" y="123458"/>
                </a:lnTo>
                <a:lnTo>
                  <a:pt x="48464" y="123378"/>
                </a:lnTo>
                <a:lnTo>
                  <a:pt x="46995" y="123714"/>
                </a:lnTo>
                <a:lnTo>
                  <a:pt x="45357" y="123246"/>
                </a:lnTo>
                <a:lnTo>
                  <a:pt x="42946" y="123882"/>
                </a:lnTo>
                <a:lnTo>
                  <a:pt x="42010" y="122939"/>
                </a:lnTo>
                <a:lnTo>
                  <a:pt x="43063" y="120293"/>
                </a:lnTo>
                <a:lnTo>
                  <a:pt x="41835" y="119482"/>
                </a:lnTo>
                <a:lnTo>
                  <a:pt x="39796" y="120074"/>
                </a:lnTo>
                <a:lnTo>
                  <a:pt x="37925" y="119723"/>
                </a:lnTo>
                <a:lnTo>
                  <a:pt x="36573" y="119921"/>
                </a:lnTo>
                <a:lnTo>
                  <a:pt x="34738" y="119921"/>
                </a:lnTo>
                <a:lnTo>
                  <a:pt x="32618" y="120271"/>
                </a:lnTo>
                <a:lnTo>
                  <a:pt x="31478" y="119643"/>
                </a:lnTo>
                <a:lnTo>
                  <a:pt x="32421" y="116844"/>
                </a:lnTo>
                <a:lnTo>
                  <a:pt x="31398" y="115828"/>
                </a:lnTo>
                <a:lnTo>
                  <a:pt x="29066" y="116997"/>
                </a:lnTo>
                <a:lnTo>
                  <a:pt x="27897" y="115828"/>
                </a:lnTo>
                <a:lnTo>
                  <a:pt x="29066" y="113489"/>
                </a:lnTo>
                <a:lnTo>
                  <a:pt x="27897" y="112319"/>
                </a:lnTo>
                <a:lnTo>
                  <a:pt x="25675" y="113364"/>
                </a:lnTo>
                <a:lnTo>
                  <a:pt x="24418" y="112531"/>
                </a:lnTo>
                <a:lnTo>
                  <a:pt x="25463" y="109886"/>
                </a:lnTo>
                <a:lnTo>
                  <a:pt x="24644" y="109060"/>
                </a:lnTo>
                <a:lnTo>
                  <a:pt x="21984" y="109418"/>
                </a:lnTo>
                <a:lnTo>
                  <a:pt x="20961" y="109367"/>
                </a:lnTo>
                <a:lnTo>
                  <a:pt x="18293" y="109725"/>
                </a:lnTo>
                <a:lnTo>
                  <a:pt x="16897" y="108329"/>
                </a:lnTo>
                <a:lnTo>
                  <a:pt x="18586" y="103827"/>
                </a:lnTo>
                <a:lnTo>
                  <a:pt x="17782" y="101934"/>
                </a:lnTo>
                <a:lnTo>
                  <a:pt x="14822" y="102745"/>
                </a:lnTo>
                <a:lnTo>
                  <a:pt x="13872" y="101788"/>
                </a:lnTo>
                <a:lnTo>
                  <a:pt x="15034" y="99485"/>
                </a:lnTo>
                <a:lnTo>
                  <a:pt x="13915" y="98279"/>
                </a:lnTo>
                <a:lnTo>
                  <a:pt x="11533" y="99449"/>
                </a:lnTo>
                <a:lnTo>
                  <a:pt x="10466" y="98382"/>
                </a:lnTo>
                <a:lnTo>
                  <a:pt x="11518" y="95736"/>
                </a:lnTo>
                <a:lnTo>
                  <a:pt x="10502" y="95056"/>
                </a:lnTo>
                <a:lnTo>
                  <a:pt x="7688" y="95802"/>
                </a:lnTo>
                <a:lnTo>
                  <a:pt x="6709" y="93996"/>
                </a:lnTo>
                <a:lnTo>
                  <a:pt x="7454" y="89933"/>
                </a:lnTo>
                <a:lnTo>
                  <a:pt x="7454" y="87338"/>
                </a:lnTo>
                <a:lnTo>
                  <a:pt x="7718" y="85804"/>
                </a:lnTo>
                <a:lnTo>
                  <a:pt x="7359" y="84510"/>
                </a:lnTo>
                <a:lnTo>
                  <a:pt x="4231" y="85124"/>
                </a:lnTo>
                <a:lnTo>
                  <a:pt x="3617" y="84510"/>
                </a:lnTo>
                <a:lnTo>
                  <a:pt x="3975" y="81842"/>
                </a:lnTo>
                <a:lnTo>
                  <a:pt x="3888" y="80293"/>
                </a:lnTo>
                <a:lnTo>
                  <a:pt x="4231" y="78824"/>
                </a:lnTo>
                <a:lnTo>
                  <a:pt x="3764" y="77186"/>
                </a:lnTo>
                <a:lnTo>
                  <a:pt x="4399" y="74775"/>
                </a:lnTo>
                <a:lnTo>
                  <a:pt x="3457" y="73832"/>
                </a:lnTo>
                <a:lnTo>
                  <a:pt x="811" y="74884"/>
                </a:lnTo>
                <a:lnTo>
                  <a:pt x="0" y="73664"/>
                </a:lnTo>
                <a:lnTo>
                  <a:pt x="599" y="71610"/>
                </a:lnTo>
                <a:lnTo>
                  <a:pt x="36" y="68657"/>
                </a:lnTo>
                <a:lnTo>
                  <a:pt x="445" y="65997"/>
                </a:lnTo>
                <a:lnTo>
                  <a:pt x="445" y="55772"/>
                </a:lnTo>
                <a:lnTo>
                  <a:pt x="182" y="54245"/>
                </a:lnTo>
                <a:lnTo>
                  <a:pt x="533" y="52944"/>
                </a:lnTo>
                <a:lnTo>
                  <a:pt x="3661" y="53558"/>
                </a:lnTo>
                <a:lnTo>
                  <a:pt x="4282" y="52944"/>
                </a:lnTo>
                <a:lnTo>
                  <a:pt x="3917" y="50276"/>
                </a:lnTo>
                <a:lnTo>
                  <a:pt x="4005" y="48727"/>
                </a:lnTo>
                <a:lnTo>
                  <a:pt x="3661" y="47250"/>
                </a:lnTo>
                <a:lnTo>
                  <a:pt x="4129" y="45613"/>
                </a:lnTo>
                <a:lnTo>
                  <a:pt x="3493" y="43201"/>
                </a:lnTo>
                <a:lnTo>
                  <a:pt x="4436" y="42258"/>
                </a:lnTo>
                <a:lnTo>
                  <a:pt x="7081" y="43311"/>
                </a:lnTo>
                <a:lnTo>
                  <a:pt x="7893" y="42090"/>
                </a:lnTo>
                <a:lnTo>
                  <a:pt x="7301" y="40036"/>
                </a:lnTo>
                <a:lnTo>
                  <a:pt x="7652" y="38173"/>
                </a:lnTo>
                <a:lnTo>
                  <a:pt x="7454" y="36813"/>
                </a:lnTo>
                <a:lnTo>
                  <a:pt x="7454" y="34986"/>
                </a:lnTo>
                <a:lnTo>
                  <a:pt x="7104" y="32859"/>
                </a:lnTo>
                <a:lnTo>
                  <a:pt x="7732" y="31712"/>
                </a:lnTo>
                <a:lnTo>
                  <a:pt x="10531" y="32655"/>
                </a:lnTo>
                <a:lnTo>
                  <a:pt x="11540" y="31639"/>
                </a:lnTo>
                <a:lnTo>
                  <a:pt x="10371" y="29300"/>
                </a:lnTo>
                <a:lnTo>
                  <a:pt x="11540" y="28131"/>
                </a:lnTo>
                <a:lnTo>
                  <a:pt x="13879" y="29300"/>
                </a:lnTo>
                <a:lnTo>
                  <a:pt x="15048" y="28131"/>
                </a:lnTo>
                <a:lnTo>
                  <a:pt x="14003" y="25909"/>
                </a:lnTo>
                <a:lnTo>
                  <a:pt x="14836" y="24644"/>
                </a:lnTo>
                <a:lnTo>
                  <a:pt x="17482" y="25697"/>
                </a:lnTo>
                <a:lnTo>
                  <a:pt x="18301" y="24878"/>
                </a:lnTo>
                <a:lnTo>
                  <a:pt x="17935" y="22211"/>
                </a:lnTo>
                <a:lnTo>
                  <a:pt x="17994" y="21188"/>
                </a:lnTo>
                <a:lnTo>
                  <a:pt x="17635" y="18520"/>
                </a:lnTo>
                <a:lnTo>
                  <a:pt x="19031" y="17124"/>
                </a:lnTo>
                <a:lnTo>
                  <a:pt x="23541" y="18805"/>
                </a:lnTo>
                <a:lnTo>
                  <a:pt x="25426" y="18001"/>
                </a:lnTo>
                <a:lnTo>
                  <a:pt x="24615" y="15048"/>
                </a:lnTo>
                <a:lnTo>
                  <a:pt x="25573" y="14091"/>
                </a:lnTo>
                <a:lnTo>
                  <a:pt x="27875" y="15253"/>
                </a:lnTo>
                <a:lnTo>
                  <a:pt x="29081" y="14127"/>
                </a:lnTo>
                <a:lnTo>
                  <a:pt x="27911" y="11752"/>
                </a:lnTo>
                <a:lnTo>
                  <a:pt x="28978" y="10685"/>
                </a:lnTo>
                <a:lnTo>
                  <a:pt x="31624" y="11737"/>
                </a:lnTo>
                <a:lnTo>
                  <a:pt x="32282" y="10736"/>
                </a:lnTo>
                <a:lnTo>
                  <a:pt x="31566" y="7886"/>
                </a:lnTo>
                <a:lnTo>
                  <a:pt x="33758" y="6753"/>
                </a:lnTo>
                <a:lnTo>
                  <a:pt x="37055" y="8149"/>
                </a:lnTo>
                <a:lnTo>
                  <a:pt x="39634" y="7513"/>
                </a:lnTo>
                <a:lnTo>
                  <a:pt x="42090" y="8098"/>
                </a:lnTo>
                <a:lnTo>
                  <a:pt x="42777" y="7396"/>
                </a:lnTo>
                <a:lnTo>
                  <a:pt x="42215" y="4224"/>
                </a:lnTo>
                <a:lnTo>
                  <a:pt x="45803" y="3355"/>
                </a:lnTo>
                <a:lnTo>
                  <a:pt x="49677" y="4743"/>
                </a:lnTo>
                <a:lnTo>
                  <a:pt x="53273" y="4122"/>
                </a:lnTo>
                <a:lnTo>
                  <a:pt x="52783" y="898"/>
                </a:lnTo>
                <a:lnTo>
                  <a:pt x="53353" y="328"/>
                </a:lnTo>
                <a:lnTo>
                  <a:pt x="56013" y="687"/>
                </a:lnTo>
                <a:lnTo>
                  <a:pt x="57687" y="599"/>
                </a:lnTo>
                <a:lnTo>
                  <a:pt x="63176" y="613"/>
                </a:lnTo>
                <a:lnTo>
                  <a:pt x="67488" y="0"/>
                </a:lnTo>
                <a:lnTo>
                  <a:pt x="71157" y="796"/>
                </a:lnTo>
                <a:lnTo>
                  <a:pt x="73649" y="248"/>
                </a:lnTo>
                <a:lnTo>
                  <a:pt x="74541" y="1154"/>
                </a:lnTo>
                <a:lnTo>
                  <a:pt x="73496" y="3800"/>
                </a:lnTo>
                <a:lnTo>
                  <a:pt x="74767" y="4641"/>
                </a:lnTo>
                <a:lnTo>
                  <a:pt x="76719" y="3946"/>
                </a:lnTo>
                <a:lnTo>
                  <a:pt x="78729" y="4472"/>
                </a:lnTo>
                <a:lnTo>
                  <a:pt x="83881" y="3318"/>
                </a:lnTo>
                <a:lnTo>
                  <a:pt x="84817" y="4465"/>
                </a:lnTo>
                <a:lnTo>
                  <a:pt x="84276" y="7593"/>
                </a:lnTo>
                <a:lnTo>
                  <a:pt x="86556" y="8214"/>
                </a:lnTo>
                <a:lnTo>
                  <a:pt x="89531" y="7674"/>
                </a:lnTo>
                <a:lnTo>
                  <a:pt x="92359" y="7674"/>
                </a:lnTo>
                <a:lnTo>
                  <a:pt x="93864" y="7419"/>
                </a:lnTo>
                <a:lnTo>
                  <a:pt x="93864" y="120591"/>
                </a:lnTo>
                <a:lnTo>
                  <a:pt x="93726" y="120666"/>
                </a:lnTo>
                <a:lnTo>
                  <a:pt x="89663" y="119921"/>
                </a:lnTo>
                <a:lnTo>
                  <a:pt x="87061" y="119921"/>
                </a:lnTo>
                <a:lnTo>
                  <a:pt x="85533" y="119657"/>
                </a:lnTo>
                <a:lnTo>
                  <a:pt x="84240" y="120008"/>
                </a:lnTo>
                <a:lnTo>
                  <a:pt x="84854" y="123144"/>
                </a:lnTo>
                <a:lnTo>
                  <a:pt x="84240" y="123758"/>
                </a:lnTo>
                <a:lnTo>
                  <a:pt x="81579" y="123400"/>
                </a:lnTo>
                <a:lnTo>
                  <a:pt x="80023" y="123480"/>
                </a:lnTo>
                <a:lnTo>
                  <a:pt x="78546" y="123144"/>
                </a:lnTo>
                <a:lnTo>
                  <a:pt x="76916" y="123611"/>
                </a:lnTo>
                <a:lnTo>
                  <a:pt x="74497" y="122976"/>
                </a:lnTo>
                <a:lnTo>
                  <a:pt x="73569" y="123918"/>
                </a:lnTo>
                <a:lnTo>
                  <a:pt x="74614" y="126564"/>
                </a:lnTo>
                <a:lnTo>
                  <a:pt x="73394" y="127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6092475" y="9269636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4">
                <a:moveTo>
                  <a:pt x="54924" y="120768"/>
                </a:moveTo>
                <a:lnTo>
                  <a:pt x="52855" y="119883"/>
                </a:lnTo>
                <a:lnTo>
                  <a:pt x="53667" y="116931"/>
                </a:lnTo>
                <a:lnTo>
                  <a:pt x="52906" y="116171"/>
                </a:lnTo>
                <a:lnTo>
                  <a:pt x="50378" y="116668"/>
                </a:lnTo>
                <a:lnTo>
                  <a:pt x="47615" y="116185"/>
                </a:lnTo>
                <a:lnTo>
                  <a:pt x="44991" y="116565"/>
                </a:lnTo>
                <a:lnTo>
                  <a:pt x="41863" y="116565"/>
                </a:lnTo>
                <a:lnTo>
                  <a:pt x="40124" y="116872"/>
                </a:lnTo>
                <a:lnTo>
                  <a:pt x="38874" y="116419"/>
                </a:lnTo>
                <a:lnTo>
                  <a:pt x="39597" y="113386"/>
                </a:lnTo>
                <a:lnTo>
                  <a:pt x="38932" y="112721"/>
                </a:lnTo>
                <a:lnTo>
                  <a:pt x="36272" y="113086"/>
                </a:lnTo>
                <a:lnTo>
                  <a:pt x="34898" y="113013"/>
                </a:lnTo>
                <a:lnTo>
                  <a:pt x="33020" y="113422"/>
                </a:lnTo>
                <a:lnTo>
                  <a:pt x="31785" y="112838"/>
                </a:lnTo>
                <a:lnTo>
                  <a:pt x="32647" y="109944"/>
                </a:lnTo>
                <a:lnTo>
                  <a:pt x="31916" y="109220"/>
                </a:lnTo>
                <a:lnTo>
                  <a:pt x="29256" y="109571"/>
                </a:lnTo>
                <a:lnTo>
                  <a:pt x="28072" y="109512"/>
                </a:lnTo>
                <a:lnTo>
                  <a:pt x="25770" y="109922"/>
                </a:lnTo>
                <a:lnTo>
                  <a:pt x="24666" y="109154"/>
                </a:lnTo>
                <a:lnTo>
                  <a:pt x="25740" y="106545"/>
                </a:lnTo>
                <a:lnTo>
                  <a:pt x="24651" y="105456"/>
                </a:lnTo>
                <a:lnTo>
                  <a:pt x="22313" y="106625"/>
                </a:lnTo>
                <a:lnTo>
                  <a:pt x="21143" y="105456"/>
                </a:lnTo>
                <a:lnTo>
                  <a:pt x="22313" y="103117"/>
                </a:lnTo>
                <a:lnTo>
                  <a:pt x="21143" y="101948"/>
                </a:lnTo>
                <a:lnTo>
                  <a:pt x="18805" y="103117"/>
                </a:lnTo>
                <a:lnTo>
                  <a:pt x="17635" y="101948"/>
                </a:lnTo>
                <a:lnTo>
                  <a:pt x="18805" y="99609"/>
                </a:lnTo>
                <a:lnTo>
                  <a:pt x="17635" y="98439"/>
                </a:lnTo>
                <a:lnTo>
                  <a:pt x="15296" y="99609"/>
                </a:lnTo>
                <a:lnTo>
                  <a:pt x="14127" y="98440"/>
                </a:lnTo>
                <a:lnTo>
                  <a:pt x="15296" y="96101"/>
                </a:lnTo>
                <a:lnTo>
                  <a:pt x="14215" y="95012"/>
                </a:lnTo>
                <a:lnTo>
                  <a:pt x="11598" y="96086"/>
                </a:lnTo>
                <a:lnTo>
                  <a:pt x="10334" y="94252"/>
                </a:lnTo>
                <a:lnTo>
                  <a:pt x="12351" y="89435"/>
                </a:lnTo>
                <a:lnTo>
                  <a:pt x="10794" y="88164"/>
                </a:lnTo>
                <a:lnTo>
                  <a:pt x="7907" y="88938"/>
                </a:lnTo>
                <a:lnTo>
                  <a:pt x="7103" y="87228"/>
                </a:lnTo>
                <a:lnTo>
                  <a:pt x="8726" y="82324"/>
                </a:lnTo>
                <a:lnTo>
                  <a:pt x="7359" y="81198"/>
                </a:lnTo>
                <a:lnTo>
                  <a:pt x="4326" y="81849"/>
                </a:lnTo>
                <a:lnTo>
                  <a:pt x="3559" y="79715"/>
                </a:lnTo>
                <a:lnTo>
                  <a:pt x="4202" y="76375"/>
                </a:lnTo>
                <a:lnTo>
                  <a:pt x="4202" y="72384"/>
                </a:lnTo>
                <a:lnTo>
                  <a:pt x="4728" y="69454"/>
                </a:lnTo>
                <a:lnTo>
                  <a:pt x="4114" y="67129"/>
                </a:lnTo>
                <a:lnTo>
                  <a:pt x="972" y="67729"/>
                </a:lnTo>
                <a:lnTo>
                  <a:pt x="365" y="67122"/>
                </a:lnTo>
                <a:lnTo>
                  <a:pt x="723" y="64454"/>
                </a:lnTo>
                <a:lnTo>
                  <a:pt x="694" y="58651"/>
                </a:lnTo>
                <a:lnTo>
                  <a:pt x="0" y="55041"/>
                </a:lnTo>
                <a:lnTo>
                  <a:pt x="884" y="52980"/>
                </a:lnTo>
                <a:lnTo>
                  <a:pt x="3836" y="53791"/>
                </a:lnTo>
                <a:lnTo>
                  <a:pt x="4589" y="53024"/>
                </a:lnTo>
                <a:lnTo>
                  <a:pt x="4100" y="50495"/>
                </a:lnTo>
                <a:lnTo>
                  <a:pt x="4582" y="47732"/>
                </a:lnTo>
                <a:lnTo>
                  <a:pt x="4202" y="45108"/>
                </a:lnTo>
                <a:lnTo>
                  <a:pt x="4202" y="41959"/>
                </a:lnTo>
                <a:lnTo>
                  <a:pt x="3895" y="40270"/>
                </a:lnTo>
                <a:lnTo>
                  <a:pt x="4334" y="39006"/>
                </a:lnTo>
                <a:lnTo>
                  <a:pt x="7389" y="39707"/>
                </a:lnTo>
                <a:lnTo>
                  <a:pt x="8039" y="39057"/>
                </a:lnTo>
                <a:lnTo>
                  <a:pt x="7681" y="36389"/>
                </a:lnTo>
                <a:lnTo>
                  <a:pt x="7747" y="35015"/>
                </a:lnTo>
                <a:lnTo>
                  <a:pt x="7345" y="33137"/>
                </a:lnTo>
                <a:lnTo>
                  <a:pt x="7929" y="31902"/>
                </a:lnTo>
                <a:lnTo>
                  <a:pt x="10816" y="32764"/>
                </a:lnTo>
                <a:lnTo>
                  <a:pt x="11540" y="32040"/>
                </a:lnTo>
                <a:lnTo>
                  <a:pt x="11182" y="29373"/>
                </a:lnTo>
                <a:lnTo>
                  <a:pt x="11247" y="28174"/>
                </a:lnTo>
                <a:lnTo>
                  <a:pt x="10838" y="25901"/>
                </a:lnTo>
                <a:lnTo>
                  <a:pt x="11598" y="24783"/>
                </a:lnTo>
                <a:lnTo>
                  <a:pt x="14222" y="25850"/>
                </a:lnTo>
                <a:lnTo>
                  <a:pt x="15296" y="24768"/>
                </a:lnTo>
                <a:lnTo>
                  <a:pt x="14127" y="22430"/>
                </a:lnTo>
                <a:lnTo>
                  <a:pt x="15296" y="21260"/>
                </a:lnTo>
                <a:lnTo>
                  <a:pt x="17635" y="22430"/>
                </a:lnTo>
                <a:lnTo>
                  <a:pt x="18790" y="21275"/>
                </a:lnTo>
                <a:lnTo>
                  <a:pt x="17628" y="18878"/>
                </a:lnTo>
                <a:lnTo>
                  <a:pt x="18841" y="17767"/>
                </a:lnTo>
                <a:lnTo>
                  <a:pt x="21129" y="18929"/>
                </a:lnTo>
                <a:lnTo>
                  <a:pt x="22218" y="17847"/>
                </a:lnTo>
                <a:lnTo>
                  <a:pt x="21165" y="15201"/>
                </a:lnTo>
                <a:lnTo>
                  <a:pt x="22517" y="14295"/>
                </a:lnTo>
                <a:lnTo>
                  <a:pt x="24469" y="15392"/>
                </a:lnTo>
                <a:lnTo>
                  <a:pt x="25813" y="14397"/>
                </a:lnTo>
                <a:lnTo>
                  <a:pt x="24717" y="11840"/>
                </a:lnTo>
                <a:lnTo>
                  <a:pt x="25821" y="10736"/>
                </a:lnTo>
                <a:lnTo>
                  <a:pt x="28043" y="11788"/>
                </a:lnTo>
                <a:lnTo>
                  <a:pt x="29446" y="10853"/>
                </a:lnTo>
                <a:lnTo>
                  <a:pt x="31668" y="11905"/>
                </a:lnTo>
                <a:lnTo>
                  <a:pt x="32691" y="10882"/>
                </a:lnTo>
                <a:lnTo>
                  <a:pt x="31733" y="8098"/>
                </a:lnTo>
                <a:lnTo>
                  <a:pt x="33539" y="7096"/>
                </a:lnTo>
                <a:lnTo>
                  <a:pt x="38384" y="8887"/>
                </a:lnTo>
                <a:lnTo>
                  <a:pt x="39524" y="7498"/>
                </a:lnTo>
                <a:lnTo>
                  <a:pt x="38947" y="4399"/>
                </a:lnTo>
                <a:lnTo>
                  <a:pt x="41176" y="3720"/>
                </a:lnTo>
                <a:lnTo>
                  <a:pt x="44275" y="4304"/>
                </a:lnTo>
                <a:lnTo>
                  <a:pt x="48551" y="4304"/>
                </a:lnTo>
                <a:lnTo>
                  <a:pt x="51036" y="4597"/>
                </a:lnTo>
                <a:lnTo>
                  <a:pt x="53309" y="4312"/>
                </a:lnTo>
                <a:lnTo>
                  <a:pt x="53535" y="4282"/>
                </a:lnTo>
                <a:lnTo>
                  <a:pt x="53089" y="1023"/>
                </a:lnTo>
                <a:lnTo>
                  <a:pt x="53616" y="504"/>
                </a:lnTo>
                <a:lnTo>
                  <a:pt x="57920" y="818"/>
                </a:lnTo>
                <a:lnTo>
                  <a:pt x="59243" y="613"/>
                </a:lnTo>
                <a:lnTo>
                  <a:pt x="62357" y="1176"/>
                </a:lnTo>
                <a:lnTo>
                  <a:pt x="65463" y="0"/>
                </a:lnTo>
                <a:lnTo>
                  <a:pt x="67787" y="993"/>
                </a:lnTo>
                <a:lnTo>
                  <a:pt x="66976" y="3946"/>
                </a:lnTo>
                <a:lnTo>
                  <a:pt x="67736" y="4699"/>
                </a:lnTo>
                <a:lnTo>
                  <a:pt x="70265" y="4209"/>
                </a:lnTo>
                <a:lnTo>
                  <a:pt x="73027" y="4692"/>
                </a:lnTo>
                <a:lnTo>
                  <a:pt x="75651" y="4312"/>
                </a:lnTo>
                <a:lnTo>
                  <a:pt x="78801" y="4312"/>
                </a:lnTo>
                <a:lnTo>
                  <a:pt x="80497" y="4005"/>
                </a:lnTo>
                <a:lnTo>
                  <a:pt x="81754" y="4443"/>
                </a:lnTo>
                <a:lnTo>
                  <a:pt x="81052" y="7498"/>
                </a:lnTo>
                <a:lnTo>
                  <a:pt x="81710" y="8149"/>
                </a:lnTo>
                <a:lnTo>
                  <a:pt x="84370" y="7790"/>
                </a:lnTo>
                <a:lnTo>
                  <a:pt x="85744" y="7864"/>
                </a:lnTo>
                <a:lnTo>
                  <a:pt x="87623" y="7454"/>
                </a:lnTo>
                <a:lnTo>
                  <a:pt x="88858" y="8039"/>
                </a:lnTo>
                <a:lnTo>
                  <a:pt x="87995" y="10933"/>
                </a:lnTo>
                <a:lnTo>
                  <a:pt x="88726" y="11657"/>
                </a:lnTo>
                <a:lnTo>
                  <a:pt x="91387" y="11299"/>
                </a:lnTo>
                <a:lnTo>
                  <a:pt x="92585" y="11364"/>
                </a:lnTo>
                <a:lnTo>
                  <a:pt x="94851" y="10955"/>
                </a:lnTo>
                <a:lnTo>
                  <a:pt x="95969" y="11708"/>
                </a:lnTo>
                <a:lnTo>
                  <a:pt x="94909" y="14339"/>
                </a:lnTo>
                <a:lnTo>
                  <a:pt x="95984" y="15421"/>
                </a:lnTo>
                <a:lnTo>
                  <a:pt x="98322" y="14251"/>
                </a:lnTo>
                <a:lnTo>
                  <a:pt x="99492" y="15421"/>
                </a:lnTo>
                <a:lnTo>
                  <a:pt x="98322" y="17759"/>
                </a:lnTo>
                <a:lnTo>
                  <a:pt x="99492" y="18929"/>
                </a:lnTo>
                <a:lnTo>
                  <a:pt x="101830" y="17759"/>
                </a:lnTo>
                <a:lnTo>
                  <a:pt x="102993" y="18929"/>
                </a:lnTo>
                <a:lnTo>
                  <a:pt x="101823" y="21267"/>
                </a:lnTo>
                <a:lnTo>
                  <a:pt x="102993" y="22437"/>
                </a:lnTo>
                <a:lnTo>
                  <a:pt x="105331" y="21267"/>
                </a:lnTo>
                <a:lnTo>
                  <a:pt x="106501" y="22437"/>
                </a:lnTo>
                <a:lnTo>
                  <a:pt x="105331" y="24776"/>
                </a:lnTo>
                <a:lnTo>
                  <a:pt x="106398" y="25843"/>
                </a:lnTo>
                <a:lnTo>
                  <a:pt x="109059" y="24805"/>
                </a:lnTo>
                <a:lnTo>
                  <a:pt x="110265" y="26632"/>
                </a:lnTo>
                <a:lnTo>
                  <a:pt x="108291" y="31448"/>
                </a:lnTo>
                <a:lnTo>
                  <a:pt x="109833" y="32713"/>
                </a:lnTo>
                <a:lnTo>
                  <a:pt x="112728" y="31938"/>
                </a:lnTo>
                <a:lnTo>
                  <a:pt x="113539" y="33648"/>
                </a:lnTo>
                <a:lnTo>
                  <a:pt x="111909" y="38560"/>
                </a:lnTo>
                <a:lnTo>
                  <a:pt x="113269" y="39670"/>
                </a:lnTo>
                <a:lnTo>
                  <a:pt x="116316" y="39042"/>
                </a:lnTo>
                <a:lnTo>
                  <a:pt x="117515" y="42477"/>
                </a:lnTo>
                <a:lnTo>
                  <a:pt x="115746" y="46709"/>
                </a:lnTo>
                <a:lnTo>
                  <a:pt x="116572" y="50524"/>
                </a:lnTo>
                <a:lnTo>
                  <a:pt x="116024" y="53016"/>
                </a:lnTo>
                <a:lnTo>
                  <a:pt x="116930" y="53915"/>
                </a:lnTo>
                <a:lnTo>
                  <a:pt x="119576" y="52863"/>
                </a:lnTo>
                <a:lnTo>
                  <a:pt x="120321" y="53981"/>
                </a:lnTo>
                <a:lnTo>
                  <a:pt x="119919" y="56246"/>
                </a:lnTo>
                <a:lnTo>
                  <a:pt x="120036" y="58965"/>
                </a:lnTo>
                <a:lnTo>
                  <a:pt x="120438" y="61991"/>
                </a:lnTo>
                <a:lnTo>
                  <a:pt x="119795" y="64571"/>
                </a:lnTo>
                <a:lnTo>
                  <a:pt x="120380" y="67027"/>
                </a:lnTo>
                <a:lnTo>
                  <a:pt x="119700" y="67706"/>
                </a:lnTo>
                <a:lnTo>
                  <a:pt x="116491" y="67180"/>
                </a:lnTo>
                <a:lnTo>
                  <a:pt x="116009" y="69592"/>
                </a:lnTo>
                <a:lnTo>
                  <a:pt x="116440" y="72296"/>
                </a:lnTo>
                <a:lnTo>
                  <a:pt x="116440" y="76382"/>
                </a:lnTo>
                <a:lnTo>
                  <a:pt x="117083" y="79722"/>
                </a:lnTo>
                <a:lnTo>
                  <a:pt x="116294" y="81885"/>
                </a:lnTo>
                <a:lnTo>
                  <a:pt x="113261" y="81161"/>
                </a:lnTo>
                <a:lnTo>
                  <a:pt x="112596" y="81827"/>
                </a:lnTo>
                <a:lnTo>
                  <a:pt x="112954" y="84487"/>
                </a:lnTo>
                <a:lnTo>
                  <a:pt x="112888" y="85861"/>
                </a:lnTo>
                <a:lnTo>
                  <a:pt x="113298" y="87739"/>
                </a:lnTo>
                <a:lnTo>
                  <a:pt x="112706" y="88967"/>
                </a:lnTo>
                <a:lnTo>
                  <a:pt x="109819" y="88105"/>
                </a:lnTo>
                <a:lnTo>
                  <a:pt x="109095" y="88836"/>
                </a:lnTo>
                <a:lnTo>
                  <a:pt x="109446" y="91496"/>
                </a:lnTo>
                <a:lnTo>
                  <a:pt x="109388" y="92687"/>
                </a:lnTo>
                <a:lnTo>
                  <a:pt x="109797" y="94975"/>
                </a:lnTo>
                <a:lnTo>
                  <a:pt x="109029" y="96086"/>
                </a:lnTo>
                <a:lnTo>
                  <a:pt x="106413" y="95012"/>
                </a:lnTo>
                <a:lnTo>
                  <a:pt x="105331" y="96101"/>
                </a:lnTo>
                <a:lnTo>
                  <a:pt x="106501" y="98439"/>
                </a:lnTo>
                <a:lnTo>
                  <a:pt x="105331" y="99609"/>
                </a:lnTo>
                <a:lnTo>
                  <a:pt x="102993" y="98440"/>
                </a:lnTo>
                <a:lnTo>
                  <a:pt x="101823" y="99609"/>
                </a:lnTo>
                <a:lnTo>
                  <a:pt x="102993" y="101948"/>
                </a:lnTo>
                <a:lnTo>
                  <a:pt x="101823" y="103117"/>
                </a:lnTo>
                <a:lnTo>
                  <a:pt x="99492" y="101948"/>
                </a:lnTo>
                <a:lnTo>
                  <a:pt x="98322" y="103117"/>
                </a:lnTo>
                <a:lnTo>
                  <a:pt x="99492" y="105456"/>
                </a:lnTo>
                <a:lnTo>
                  <a:pt x="98322" y="106625"/>
                </a:lnTo>
                <a:lnTo>
                  <a:pt x="95984" y="105456"/>
                </a:lnTo>
                <a:lnTo>
                  <a:pt x="94895" y="106545"/>
                </a:lnTo>
                <a:lnTo>
                  <a:pt x="95969" y="109147"/>
                </a:lnTo>
                <a:lnTo>
                  <a:pt x="94135" y="110433"/>
                </a:lnTo>
                <a:lnTo>
                  <a:pt x="89326" y="108401"/>
                </a:lnTo>
                <a:lnTo>
                  <a:pt x="88046" y="109958"/>
                </a:lnTo>
                <a:lnTo>
                  <a:pt x="88821" y="112852"/>
                </a:lnTo>
                <a:lnTo>
                  <a:pt x="87111" y="113664"/>
                </a:lnTo>
                <a:lnTo>
                  <a:pt x="82207" y="112034"/>
                </a:lnTo>
                <a:lnTo>
                  <a:pt x="81081" y="113401"/>
                </a:lnTo>
                <a:lnTo>
                  <a:pt x="81732" y="116434"/>
                </a:lnTo>
                <a:lnTo>
                  <a:pt x="79598" y="117209"/>
                </a:lnTo>
                <a:lnTo>
                  <a:pt x="76257" y="116565"/>
                </a:lnTo>
                <a:lnTo>
                  <a:pt x="72267" y="116565"/>
                </a:lnTo>
                <a:lnTo>
                  <a:pt x="69336" y="116039"/>
                </a:lnTo>
                <a:lnTo>
                  <a:pt x="67012" y="116653"/>
                </a:lnTo>
                <a:lnTo>
                  <a:pt x="67619" y="119796"/>
                </a:lnTo>
                <a:lnTo>
                  <a:pt x="67005" y="120402"/>
                </a:lnTo>
                <a:lnTo>
                  <a:pt x="64337" y="120044"/>
                </a:lnTo>
                <a:lnTo>
                  <a:pt x="58527" y="120074"/>
                </a:lnTo>
                <a:lnTo>
                  <a:pt x="54924" y="1207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5888972" y="9277025"/>
            <a:ext cx="107314" cy="106680"/>
          </a:xfrm>
          <a:custGeom>
            <a:avLst/>
            <a:gdLst/>
            <a:ahLst/>
            <a:cxnLst/>
            <a:rect l="l" t="t" r="r" b="b"/>
            <a:pathLst>
              <a:path w="107315" h="106679">
                <a:moveTo>
                  <a:pt x="44947" y="106092"/>
                </a:moveTo>
                <a:lnTo>
                  <a:pt x="42536" y="105610"/>
                </a:lnTo>
                <a:lnTo>
                  <a:pt x="43062" y="102408"/>
                </a:lnTo>
                <a:lnTo>
                  <a:pt x="42382" y="101729"/>
                </a:lnTo>
                <a:lnTo>
                  <a:pt x="39926" y="102313"/>
                </a:lnTo>
                <a:lnTo>
                  <a:pt x="37251" y="101648"/>
                </a:lnTo>
                <a:lnTo>
                  <a:pt x="34204" y="103008"/>
                </a:lnTo>
                <a:lnTo>
                  <a:pt x="31836" y="101963"/>
                </a:lnTo>
                <a:lnTo>
                  <a:pt x="32661" y="99025"/>
                </a:lnTo>
                <a:lnTo>
                  <a:pt x="31704" y="98067"/>
                </a:lnTo>
                <a:lnTo>
                  <a:pt x="29482" y="99120"/>
                </a:lnTo>
                <a:lnTo>
                  <a:pt x="28079" y="98184"/>
                </a:lnTo>
                <a:lnTo>
                  <a:pt x="25857" y="99236"/>
                </a:lnTo>
                <a:lnTo>
                  <a:pt x="24724" y="98104"/>
                </a:lnTo>
                <a:lnTo>
                  <a:pt x="25865" y="95626"/>
                </a:lnTo>
                <a:lnTo>
                  <a:pt x="24615" y="94603"/>
                </a:lnTo>
                <a:lnTo>
                  <a:pt x="22364" y="95743"/>
                </a:lnTo>
                <a:lnTo>
                  <a:pt x="21180" y="94559"/>
                </a:lnTo>
                <a:lnTo>
                  <a:pt x="22349" y="92220"/>
                </a:lnTo>
                <a:lnTo>
                  <a:pt x="21180" y="91051"/>
                </a:lnTo>
                <a:lnTo>
                  <a:pt x="18841" y="92220"/>
                </a:lnTo>
                <a:lnTo>
                  <a:pt x="17672" y="91051"/>
                </a:lnTo>
                <a:lnTo>
                  <a:pt x="18841" y="88712"/>
                </a:lnTo>
                <a:lnTo>
                  <a:pt x="17672" y="87542"/>
                </a:lnTo>
                <a:lnTo>
                  <a:pt x="15333" y="88712"/>
                </a:lnTo>
                <a:lnTo>
                  <a:pt x="14164" y="87543"/>
                </a:lnTo>
                <a:lnTo>
                  <a:pt x="15333" y="85204"/>
                </a:lnTo>
                <a:lnTo>
                  <a:pt x="14164" y="84034"/>
                </a:lnTo>
                <a:lnTo>
                  <a:pt x="11825" y="85204"/>
                </a:lnTo>
                <a:lnTo>
                  <a:pt x="10641" y="84020"/>
                </a:lnTo>
                <a:lnTo>
                  <a:pt x="11781" y="81768"/>
                </a:lnTo>
                <a:lnTo>
                  <a:pt x="10758" y="80519"/>
                </a:lnTo>
                <a:lnTo>
                  <a:pt x="8280" y="81659"/>
                </a:lnTo>
                <a:lnTo>
                  <a:pt x="7147" y="80526"/>
                </a:lnTo>
                <a:lnTo>
                  <a:pt x="8200" y="78304"/>
                </a:lnTo>
                <a:lnTo>
                  <a:pt x="7264" y="76908"/>
                </a:lnTo>
                <a:lnTo>
                  <a:pt x="8317" y="74686"/>
                </a:lnTo>
                <a:lnTo>
                  <a:pt x="7352" y="73722"/>
                </a:lnTo>
                <a:lnTo>
                  <a:pt x="4429" y="74555"/>
                </a:lnTo>
                <a:lnTo>
                  <a:pt x="3369" y="72201"/>
                </a:lnTo>
                <a:lnTo>
                  <a:pt x="4736" y="69132"/>
                </a:lnTo>
                <a:lnTo>
                  <a:pt x="4070" y="66464"/>
                </a:lnTo>
                <a:lnTo>
                  <a:pt x="4655" y="64009"/>
                </a:lnTo>
                <a:lnTo>
                  <a:pt x="3961" y="63314"/>
                </a:lnTo>
                <a:lnTo>
                  <a:pt x="789" y="63884"/>
                </a:lnTo>
                <a:lnTo>
                  <a:pt x="0" y="60537"/>
                </a:lnTo>
                <a:lnTo>
                  <a:pt x="716" y="56188"/>
                </a:lnTo>
                <a:lnTo>
                  <a:pt x="716" y="45181"/>
                </a:lnTo>
                <a:lnTo>
                  <a:pt x="387" y="43303"/>
                </a:lnTo>
                <a:lnTo>
                  <a:pt x="906" y="42090"/>
                </a:lnTo>
                <a:lnTo>
                  <a:pt x="3858" y="42894"/>
                </a:lnTo>
                <a:lnTo>
                  <a:pt x="4684" y="42075"/>
                </a:lnTo>
                <a:lnTo>
                  <a:pt x="4027" y="39671"/>
                </a:lnTo>
                <a:lnTo>
                  <a:pt x="4597" y="37821"/>
                </a:lnTo>
                <a:lnTo>
                  <a:pt x="3332" y="32735"/>
                </a:lnTo>
                <a:lnTo>
                  <a:pt x="4560" y="31726"/>
                </a:lnTo>
                <a:lnTo>
                  <a:pt x="7608" y="32355"/>
                </a:lnTo>
                <a:lnTo>
                  <a:pt x="8375" y="30140"/>
                </a:lnTo>
                <a:lnTo>
                  <a:pt x="6723" y="26654"/>
                </a:lnTo>
                <a:lnTo>
                  <a:pt x="8061" y="24447"/>
                </a:lnTo>
                <a:lnTo>
                  <a:pt x="10780" y="25448"/>
                </a:lnTo>
                <a:lnTo>
                  <a:pt x="11730" y="24498"/>
                </a:lnTo>
                <a:lnTo>
                  <a:pt x="10677" y="21852"/>
                </a:lnTo>
                <a:lnTo>
                  <a:pt x="12000" y="20975"/>
                </a:lnTo>
                <a:lnTo>
                  <a:pt x="14054" y="22064"/>
                </a:lnTo>
                <a:lnTo>
                  <a:pt x="15340" y="20983"/>
                </a:lnTo>
                <a:lnTo>
                  <a:pt x="14193" y="18527"/>
                </a:lnTo>
                <a:lnTo>
                  <a:pt x="15333" y="17387"/>
                </a:lnTo>
                <a:lnTo>
                  <a:pt x="17672" y="18556"/>
                </a:lnTo>
                <a:lnTo>
                  <a:pt x="18841" y="17387"/>
                </a:lnTo>
                <a:lnTo>
                  <a:pt x="17672" y="15048"/>
                </a:lnTo>
                <a:lnTo>
                  <a:pt x="18746" y="13974"/>
                </a:lnTo>
                <a:lnTo>
                  <a:pt x="21392" y="15026"/>
                </a:lnTo>
                <a:lnTo>
                  <a:pt x="22276" y="13703"/>
                </a:lnTo>
                <a:lnTo>
                  <a:pt x="21180" y="11650"/>
                </a:lnTo>
                <a:lnTo>
                  <a:pt x="22261" y="10363"/>
                </a:lnTo>
                <a:lnTo>
                  <a:pt x="24717" y="11511"/>
                </a:lnTo>
                <a:lnTo>
                  <a:pt x="25718" y="10509"/>
                </a:lnTo>
                <a:lnTo>
                  <a:pt x="24754" y="7747"/>
                </a:lnTo>
                <a:lnTo>
                  <a:pt x="26559" y="6709"/>
                </a:lnTo>
                <a:lnTo>
                  <a:pt x="31397" y="8536"/>
                </a:lnTo>
                <a:lnTo>
                  <a:pt x="32530" y="7147"/>
                </a:lnTo>
                <a:lnTo>
                  <a:pt x="31982" y="4019"/>
                </a:lnTo>
                <a:lnTo>
                  <a:pt x="35578" y="3062"/>
                </a:lnTo>
                <a:lnTo>
                  <a:pt x="39524" y="4597"/>
                </a:lnTo>
                <a:lnTo>
                  <a:pt x="42813" y="3939"/>
                </a:lnTo>
                <a:lnTo>
                  <a:pt x="43091" y="3880"/>
                </a:lnTo>
                <a:lnTo>
                  <a:pt x="42558" y="679"/>
                </a:lnTo>
                <a:lnTo>
                  <a:pt x="43142" y="102"/>
                </a:lnTo>
                <a:lnTo>
                  <a:pt x="45810" y="453"/>
                </a:lnTo>
                <a:lnTo>
                  <a:pt x="49800" y="248"/>
                </a:lnTo>
                <a:lnTo>
                  <a:pt x="53360" y="431"/>
                </a:lnTo>
                <a:lnTo>
                  <a:pt x="59024" y="431"/>
                </a:lnTo>
                <a:lnTo>
                  <a:pt x="61728" y="0"/>
                </a:lnTo>
                <a:lnTo>
                  <a:pt x="64140" y="482"/>
                </a:lnTo>
                <a:lnTo>
                  <a:pt x="63614" y="3690"/>
                </a:lnTo>
                <a:lnTo>
                  <a:pt x="64293" y="4370"/>
                </a:lnTo>
                <a:lnTo>
                  <a:pt x="66749" y="3785"/>
                </a:lnTo>
                <a:lnTo>
                  <a:pt x="69431" y="4451"/>
                </a:lnTo>
                <a:lnTo>
                  <a:pt x="72450" y="3106"/>
                </a:lnTo>
                <a:lnTo>
                  <a:pt x="74833" y="4129"/>
                </a:lnTo>
                <a:lnTo>
                  <a:pt x="74014" y="7074"/>
                </a:lnTo>
                <a:lnTo>
                  <a:pt x="74716" y="7776"/>
                </a:lnTo>
                <a:lnTo>
                  <a:pt x="77383" y="7418"/>
                </a:lnTo>
                <a:lnTo>
                  <a:pt x="78618" y="7484"/>
                </a:lnTo>
                <a:lnTo>
                  <a:pt x="80811" y="7074"/>
                </a:lnTo>
                <a:lnTo>
                  <a:pt x="81951" y="7790"/>
                </a:lnTo>
                <a:lnTo>
                  <a:pt x="80928" y="10480"/>
                </a:lnTo>
                <a:lnTo>
                  <a:pt x="81893" y="11445"/>
                </a:lnTo>
                <a:lnTo>
                  <a:pt x="84538" y="10392"/>
                </a:lnTo>
                <a:lnTo>
                  <a:pt x="85415" y="11715"/>
                </a:lnTo>
                <a:lnTo>
                  <a:pt x="84326" y="13769"/>
                </a:lnTo>
                <a:lnTo>
                  <a:pt x="85408" y="15055"/>
                </a:lnTo>
                <a:lnTo>
                  <a:pt x="87864" y="13908"/>
                </a:lnTo>
                <a:lnTo>
                  <a:pt x="89004" y="15048"/>
                </a:lnTo>
                <a:lnTo>
                  <a:pt x="87834" y="17387"/>
                </a:lnTo>
                <a:lnTo>
                  <a:pt x="89004" y="18556"/>
                </a:lnTo>
                <a:lnTo>
                  <a:pt x="91342" y="17387"/>
                </a:lnTo>
                <a:lnTo>
                  <a:pt x="92417" y="18461"/>
                </a:lnTo>
                <a:lnTo>
                  <a:pt x="91364" y="21107"/>
                </a:lnTo>
                <a:lnTo>
                  <a:pt x="92687" y="21984"/>
                </a:lnTo>
                <a:lnTo>
                  <a:pt x="94741" y="20895"/>
                </a:lnTo>
                <a:lnTo>
                  <a:pt x="96027" y="21976"/>
                </a:lnTo>
                <a:lnTo>
                  <a:pt x="94880" y="24432"/>
                </a:lnTo>
                <a:lnTo>
                  <a:pt x="95903" y="25455"/>
                </a:lnTo>
                <a:lnTo>
                  <a:pt x="98607" y="24447"/>
                </a:lnTo>
                <a:lnTo>
                  <a:pt x="99733" y="26267"/>
                </a:lnTo>
                <a:lnTo>
                  <a:pt x="97833" y="31090"/>
                </a:lnTo>
                <a:lnTo>
                  <a:pt x="99280" y="32282"/>
                </a:lnTo>
                <a:lnTo>
                  <a:pt x="102327" y="31653"/>
                </a:lnTo>
                <a:lnTo>
                  <a:pt x="102759" y="32881"/>
                </a:lnTo>
                <a:lnTo>
                  <a:pt x="102452" y="34576"/>
                </a:lnTo>
                <a:lnTo>
                  <a:pt x="102452" y="36448"/>
                </a:lnTo>
                <a:lnTo>
                  <a:pt x="102152" y="38136"/>
                </a:lnTo>
                <a:lnTo>
                  <a:pt x="102678" y="39685"/>
                </a:lnTo>
                <a:lnTo>
                  <a:pt x="101984" y="42053"/>
                </a:lnTo>
                <a:lnTo>
                  <a:pt x="102824" y="42894"/>
                </a:lnTo>
                <a:lnTo>
                  <a:pt x="105770" y="42090"/>
                </a:lnTo>
                <a:lnTo>
                  <a:pt x="106691" y="44231"/>
                </a:lnTo>
                <a:lnTo>
                  <a:pt x="105865" y="47674"/>
                </a:lnTo>
                <a:lnTo>
                  <a:pt x="106084" y="51869"/>
                </a:lnTo>
                <a:lnTo>
                  <a:pt x="105960" y="58739"/>
                </a:lnTo>
                <a:lnTo>
                  <a:pt x="106391" y="61443"/>
                </a:lnTo>
                <a:lnTo>
                  <a:pt x="105908" y="63855"/>
                </a:lnTo>
                <a:lnTo>
                  <a:pt x="102700" y="63329"/>
                </a:lnTo>
                <a:lnTo>
                  <a:pt x="102020" y="64008"/>
                </a:lnTo>
                <a:lnTo>
                  <a:pt x="102605" y="66464"/>
                </a:lnTo>
                <a:lnTo>
                  <a:pt x="101940" y="69154"/>
                </a:lnTo>
                <a:lnTo>
                  <a:pt x="103285" y="72165"/>
                </a:lnTo>
                <a:lnTo>
                  <a:pt x="102261" y="74547"/>
                </a:lnTo>
                <a:lnTo>
                  <a:pt x="99316" y="73736"/>
                </a:lnTo>
                <a:lnTo>
                  <a:pt x="98359" y="74686"/>
                </a:lnTo>
                <a:lnTo>
                  <a:pt x="99411" y="76908"/>
                </a:lnTo>
                <a:lnTo>
                  <a:pt x="98476" y="78312"/>
                </a:lnTo>
                <a:lnTo>
                  <a:pt x="99528" y="80533"/>
                </a:lnTo>
                <a:lnTo>
                  <a:pt x="98425" y="81630"/>
                </a:lnTo>
                <a:lnTo>
                  <a:pt x="95859" y="80533"/>
                </a:lnTo>
                <a:lnTo>
                  <a:pt x="94931" y="81798"/>
                </a:lnTo>
                <a:lnTo>
                  <a:pt x="96027" y="84027"/>
                </a:lnTo>
                <a:lnTo>
                  <a:pt x="94946" y="85109"/>
                </a:lnTo>
                <a:lnTo>
                  <a:pt x="92300" y="84056"/>
                </a:lnTo>
                <a:lnTo>
                  <a:pt x="91438" y="85357"/>
                </a:lnTo>
                <a:lnTo>
                  <a:pt x="92519" y="87469"/>
                </a:lnTo>
                <a:lnTo>
                  <a:pt x="91394" y="88719"/>
                </a:lnTo>
                <a:lnTo>
                  <a:pt x="88989" y="87557"/>
                </a:lnTo>
                <a:lnTo>
                  <a:pt x="87834" y="88712"/>
                </a:lnTo>
                <a:lnTo>
                  <a:pt x="89004" y="91051"/>
                </a:lnTo>
                <a:lnTo>
                  <a:pt x="87834" y="92220"/>
                </a:lnTo>
                <a:lnTo>
                  <a:pt x="85496" y="91051"/>
                </a:lnTo>
                <a:lnTo>
                  <a:pt x="84385" y="92162"/>
                </a:lnTo>
                <a:lnTo>
                  <a:pt x="85496" y="94698"/>
                </a:lnTo>
                <a:lnTo>
                  <a:pt x="84231" y="95663"/>
                </a:lnTo>
                <a:lnTo>
                  <a:pt x="82002" y="94544"/>
                </a:lnTo>
                <a:lnTo>
                  <a:pt x="81037" y="95509"/>
                </a:lnTo>
                <a:lnTo>
                  <a:pt x="81849" y="98462"/>
                </a:lnTo>
                <a:lnTo>
                  <a:pt x="79466" y="99478"/>
                </a:lnTo>
                <a:lnTo>
                  <a:pt x="76258" y="97702"/>
                </a:lnTo>
                <a:lnTo>
                  <a:pt x="73897" y="98900"/>
                </a:lnTo>
                <a:lnTo>
                  <a:pt x="74803" y="101743"/>
                </a:lnTo>
                <a:lnTo>
                  <a:pt x="73955" y="102591"/>
                </a:lnTo>
                <a:lnTo>
                  <a:pt x="71500" y="102007"/>
                </a:lnTo>
                <a:lnTo>
                  <a:pt x="68722" y="102701"/>
                </a:lnTo>
                <a:lnTo>
                  <a:pt x="65967" y="101458"/>
                </a:lnTo>
                <a:lnTo>
                  <a:pt x="63489" y="102284"/>
                </a:lnTo>
                <a:lnTo>
                  <a:pt x="64176" y="105354"/>
                </a:lnTo>
                <a:lnTo>
                  <a:pt x="63533" y="105997"/>
                </a:lnTo>
                <a:lnTo>
                  <a:pt x="60866" y="105639"/>
                </a:lnTo>
                <a:lnTo>
                  <a:pt x="56868" y="105851"/>
                </a:lnTo>
                <a:lnTo>
                  <a:pt x="53316" y="105668"/>
                </a:lnTo>
                <a:lnTo>
                  <a:pt x="47652" y="105668"/>
                </a:lnTo>
                <a:lnTo>
                  <a:pt x="44947" y="1060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5685603" y="9283800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09">
                <a:moveTo>
                  <a:pt x="44663" y="92352"/>
                </a:moveTo>
                <a:lnTo>
                  <a:pt x="42097" y="91716"/>
                </a:lnTo>
                <a:lnTo>
                  <a:pt x="39642" y="92301"/>
                </a:lnTo>
                <a:lnTo>
                  <a:pt x="38947" y="91599"/>
                </a:lnTo>
                <a:lnTo>
                  <a:pt x="39517" y="88434"/>
                </a:lnTo>
                <a:lnTo>
                  <a:pt x="37149" y="87879"/>
                </a:lnTo>
                <a:lnTo>
                  <a:pt x="34321" y="88361"/>
                </a:lnTo>
                <a:lnTo>
                  <a:pt x="31346" y="88361"/>
                </a:lnTo>
                <a:lnTo>
                  <a:pt x="29453" y="88690"/>
                </a:lnTo>
                <a:lnTo>
                  <a:pt x="28240" y="88164"/>
                </a:lnTo>
                <a:lnTo>
                  <a:pt x="29059" y="85226"/>
                </a:lnTo>
                <a:lnTo>
                  <a:pt x="28101" y="84268"/>
                </a:lnTo>
                <a:lnTo>
                  <a:pt x="25880" y="85321"/>
                </a:lnTo>
                <a:lnTo>
                  <a:pt x="24476" y="84385"/>
                </a:lnTo>
                <a:lnTo>
                  <a:pt x="22254" y="85438"/>
                </a:lnTo>
                <a:lnTo>
                  <a:pt x="21151" y="84334"/>
                </a:lnTo>
                <a:lnTo>
                  <a:pt x="22247" y="81769"/>
                </a:lnTo>
                <a:lnTo>
                  <a:pt x="20983" y="80841"/>
                </a:lnTo>
                <a:lnTo>
                  <a:pt x="18754" y="81937"/>
                </a:lnTo>
                <a:lnTo>
                  <a:pt x="17672" y="80855"/>
                </a:lnTo>
                <a:lnTo>
                  <a:pt x="18724" y="78210"/>
                </a:lnTo>
                <a:lnTo>
                  <a:pt x="17460" y="77369"/>
                </a:lnTo>
                <a:lnTo>
                  <a:pt x="15238" y="78421"/>
                </a:lnTo>
                <a:lnTo>
                  <a:pt x="14069" y="77252"/>
                </a:lnTo>
                <a:lnTo>
                  <a:pt x="15238" y="74913"/>
                </a:lnTo>
                <a:lnTo>
                  <a:pt x="14069" y="73744"/>
                </a:lnTo>
                <a:lnTo>
                  <a:pt x="11730" y="74913"/>
                </a:lnTo>
                <a:lnTo>
                  <a:pt x="10561" y="73744"/>
                </a:lnTo>
                <a:lnTo>
                  <a:pt x="11730" y="71405"/>
                </a:lnTo>
                <a:lnTo>
                  <a:pt x="10641" y="70323"/>
                </a:lnTo>
                <a:lnTo>
                  <a:pt x="8032" y="71398"/>
                </a:lnTo>
                <a:lnTo>
                  <a:pt x="6753" y="69563"/>
                </a:lnTo>
                <a:lnTo>
                  <a:pt x="8784" y="64747"/>
                </a:lnTo>
                <a:lnTo>
                  <a:pt x="7242" y="63490"/>
                </a:lnTo>
                <a:lnTo>
                  <a:pt x="4312" y="64228"/>
                </a:lnTo>
                <a:lnTo>
                  <a:pt x="3427" y="62233"/>
                </a:lnTo>
                <a:lnTo>
                  <a:pt x="4129" y="58549"/>
                </a:lnTo>
                <a:lnTo>
                  <a:pt x="4129" y="55787"/>
                </a:lnTo>
                <a:lnTo>
                  <a:pt x="4392" y="54259"/>
                </a:lnTo>
                <a:lnTo>
                  <a:pt x="4041" y="52958"/>
                </a:lnTo>
                <a:lnTo>
                  <a:pt x="906" y="53572"/>
                </a:lnTo>
                <a:lnTo>
                  <a:pt x="285" y="52958"/>
                </a:lnTo>
                <a:lnTo>
                  <a:pt x="643" y="50290"/>
                </a:lnTo>
                <a:lnTo>
                  <a:pt x="621" y="45335"/>
                </a:lnTo>
                <a:lnTo>
                  <a:pt x="0" y="39758"/>
                </a:lnTo>
                <a:lnTo>
                  <a:pt x="920" y="39013"/>
                </a:lnTo>
                <a:lnTo>
                  <a:pt x="4048" y="39554"/>
                </a:lnTo>
                <a:lnTo>
                  <a:pt x="4670" y="37274"/>
                </a:lnTo>
                <a:lnTo>
                  <a:pt x="4129" y="34306"/>
                </a:lnTo>
                <a:lnTo>
                  <a:pt x="4129" y="31412"/>
                </a:lnTo>
                <a:lnTo>
                  <a:pt x="3793" y="29475"/>
                </a:lnTo>
                <a:lnTo>
                  <a:pt x="4334" y="28277"/>
                </a:lnTo>
                <a:lnTo>
                  <a:pt x="7250" y="29117"/>
                </a:lnTo>
                <a:lnTo>
                  <a:pt x="7966" y="28401"/>
                </a:lnTo>
                <a:lnTo>
                  <a:pt x="7608" y="25733"/>
                </a:lnTo>
                <a:lnTo>
                  <a:pt x="7666" y="24586"/>
                </a:lnTo>
                <a:lnTo>
                  <a:pt x="7272" y="22203"/>
                </a:lnTo>
                <a:lnTo>
                  <a:pt x="8076" y="21129"/>
                </a:lnTo>
                <a:lnTo>
                  <a:pt x="10619" y="22240"/>
                </a:lnTo>
                <a:lnTo>
                  <a:pt x="11635" y="21224"/>
                </a:lnTo>
                <a:lnTo>
                  <a:pt x="10582" y="18578"/>
                </a:lnTo>
                <a:lnTo>
                  <a:pt x="11810" y="17759"/>
                </a:lnTo>
                <a:lnTo>
                  <a:pt x="14127" y="18783"/>
                </a:lnTo>
                <a:lnTo>
                  <a:pt x="15223" y="17584"/>
                </a:lnTo>
                <a:lnTo>
                  <a:pt x="14061" y="15289"/>
                </a:lnTo>
                <a:lnTo>
                  <a:pt x="15143" y="14207"/>
                </a:lnTo>
                <a:lnTo>
                  <a:pt x="17789" y="15260"/>
                </a:lnTo>
                <a:lnTo>
                  <a:pt x="18629" y="13995"/>
                </a:lnTo>
                <a:lnTo>
                  <a:pt x="17577" y="11774"/>
                </a:lnTo>
                <a:lnTo>
                  <a:pt x="18746" y="10604"/>
                </a:lnTo>
                <a:lnTo>
                  <a:pt x="21085" y="11774"/>
                </a:lnTo>
                <a:lnTo>
                  <a:pt x="22159" y="10699"/>
                </a:lnTo>
                <a:lnTo>
                  <a:pt x="21107" y="8054"/>
                </a:lnTo>
                <a:lnTo>
                  <a:pt x="22481" y="7140"/>
                </a:lnTo>
                <a:lnTo>
                  <a:pt x="24301" y="8134"/>
                </a:lnTo>
                <a:lnTo>
                  <a:pt x="25887" y="7315"/>
                </a:lnTo>
                <a:lnTo>
                  <a:pt x="28138" y="8229"/>
                </a:lnTo>
                <a:lnTo>
                  <a:pt x="29176" y="7191"/>
                </a:lnTo>
                <a:lnTo>
                  <a:pt x="28123" y="4545"/>
                </a:lnTo>
                <a:lnTo>
                  <a:pt x="29344" y="3727"/>
                </a:lnTo>
                <a:lnTo>
                  <a:pt x="31398" y="4326"/>
                </a:lnTo>
                <a:lnTo>
                  <a:pt x="34460" y="3734"/>
                </a:lnTo>
                <a:lnTo>
                  <a:pt x="36945" y="4538"/>
                </a:lnTo>
                <a:lnTo>
                  <a:pt x="39203" y="4180"/>
                </a:lnTo>
                <a:lnTo>
                  <a:pt x="39466" y="4129"/>
                </a:lnTo>
                <a:lnTo>
                  <a:pt x="38962" y="913"/>
                </a:lnTo>
                <a:lnTo>
                  <a:pt x="39532" y="343"/>
                </a:lnTo>
                <a:lnTo>
                  <a:pt x="42200" y="694"/>
                </a:lnTo>
                <a:lnTo>
                  <a:pt x="45087" y="599"/>
                </a:lnTo>
                <a:lnTo>
                  <a:pt x="47213" y="730"/>
                </a:lnTo>
                <a:lnTo>
                  <a:pt x="52688" y="0"/>
                </a:lnTo>
                <a:lnTo>
                  <a:pt x="53484" y="971"/>
                </a:lnTo>
                <a:lnTo>
                  <a:pt x="52936" y="4100"/>
                </a:lnTo>
                <a:lnTo>
                  <a:pt x="56452" y="5057"/>
                </a:lnTo>
                <a:lnTo>
                  <a:pt x="60618" y="3106"/>
                </a:lnTo>
                <a:lnTo>
                  <a:pt x="64140" y="4312"/>
                </a:lnTo>
                <a:lnTo>
                  <a:pt x="63446" y="7367"/>
                </a:lnTo>
                <a:lnTo>
                  <a:pt x="64096" y="8017"/>
                </a:lnTo>
                <a:lnTo>
                  <a:pt x="66757" y="7659"/>
                </a:lnTo>
                <a:lnTo>
                  <a:pt x="67985" y="7725"/>
                </a:lnTo>
                <a:lnTo>
                  <a:pt x="70192" y="7315"/>
                </a:lnTo>
                <a:lnTo>
                  <a:pt x="71332" y="8046"/>
                </a:lnTo>
                <a:lnTo>
                  <a:pt x="70294" y="10714"/>
                </a:lnTo>
                <a:lnTo>
                  <a:pt x="71361" y="11781"/>
                </a:lnTo>
                <a:lnTo>
                  <a:pt x="73700" y="10611"/>
                </a:lnTo>
                <a:lnTo>
                  <a:pt x="74869" y="11781"/>
                </a:lnTo>
                <a:lnTo>
                  <a:pt x="73700" y="14120"/>
                </a:lnTo>
                <a:lnTo>
                  <a:pt x="74869" y="15289"/>
                </a:lnTo>
                <a:lnTo>
                  <a:pt x="77208" y="14120"/>
                </a:lnTo>
                <a:lnTo>
                  <a:pt x="78378" y="15289"/>
                </a:lnTo>
                <a:lnTo>
                  <a:pt x="77208" y="17628"/>
                </a:lnTo>
                <a:lnTo>
                  <a:pt x="78378" y="18797"/>
                </a:lnTo>
                <a:lnTo>
                  <a:pt x="80716" y="17628"/>
                </a:lnTo>
                <a:lnTo>
                  <a:pt x="81886" y="18797"/>
                </a:lnTo>
                <a:lnTo>
                  <a:pt x="80716" y="21136"/>
                </a:lnTo>
                <a:lnTo>
                  <a:pt x="81776" y="22196"/>
                </a:lnTo>
                <a:lnTo>
                  <a:pt x="84466" y="21172"/>
                </a:lnTo>
                <a:lnTo>
                  <a:pt x="85862" y="23387"/>
                </a:lnTo>
                <a:lnTo>
                  <a:pt x="84027" y="26903"/>
                </a:lnTo>
                <a:lnTo>
                  <a:pt x="84999" y="29175"/>
                </a:lnTo>
                <a:lnTo>
                  <a:pt x="87945" y="28372"/>
                </a:lnTo>
                <a:lnTo>
                  <a:pt x="88800" y="29219"/>
                </a:lnTo>
                <a:lnTo>
                  <a:pt x="88069" y="31573"/>
                </a:lnTo>
                <a:lnTo>
                  <a:pt x="89056" y="34277"/>
                </a:lnTo>
                <a:lnTo>
                  <a:pt x="87462" y="37273"/>
                </a:lnTo>
                <a:lnTo>
                  <a:pt x="88507" y="39707"/>
                </a:lnTo>
                <a:lnTo>
                  <a:pt x="91460" y="38896"/>
                </a:lnTo>
                <a:lnTo>
                  <a:pt x="92162" y="39597"/>
                </a:lnTo>
                <a:lnTo>
                  <a:pt x="91796" y="42258"/>
                </a:lnTo>
                <a:lnTo>
                  <a:pt x="91942" y="44772"/>
                </a:lnTo>
                <a:lnTo>
                  <a:pt x="92308" y="47849"/>
                </a:lnTo>
                <a:lnTo>
                  <a:pt x="91672" y="50407"/>
                </a:lnTo>
                <a:lnTo>
                  <a:pt x="92257" y="52863"/>
                </a:lnTo>
                <a:lnTo>
                  <a:pt x="91555" y="53564"/>
                </a:lnTo>
                <a:lnTo>
                  <a:pt x="88390" y="52994"/>
                </a:lnTo>
                <a:lnTo>
                  <a:pt x="87835" y="55355"/>
                </a:lnTo>
                <a:lnTo>
                  <a:pt x="88317" y="58184"/>
                </a:lnTo>
                <a:lnTo>
                  <a:pt x="88317" y="61144"/>
                </a:lnTo>
                <a:lnTo>
                  <a:pt x="88654" y="63073"/>
                </a:lnTo>
                <a:lnTo>
                  <a:pt x="88113" y="64272"/>
                </a:lnTo>
                <a:lnTo>
                  <a:pt x="85189" y="63438"/>
                </a:lnTo>
                <a:lnTo>
                  <a:pt x="84480" y="64147"/>
                </a:lnTo>
                <a:lnTo>
                  <a:pt x="84831" y="66815"/>
                </a:lnTo>
                <a:lnTo>
                  <a:pt x="84773" y="67963"/>
                </a:lnTo>
                <a:lnTo>
                  <a:pt x="85175" y="70338"/>
                </a:lnTo>
                <a:lnTo>
                  <a:pt x="84371" y="71412"/>
                </a:lnTo>
                <a:lnTo>
                  <a:pt x="81827" y="70301"/>
                </a:lnTo>
                <a:lnTo>
                  <a:pt x="80811" y="71317"/>
                </a:lnTo>
                <a:lnTo>
                  <a:pt x="81864" y="73963"/>
                </a:lnTo>
                <a:lnTo>
                  <a:pt x="80643" y="74767"/>
                </a:lnTo>
                <a:lnTo>
                  <a:pt x="78297" y="73758"/>
                </a:lnTo>
                <a:lnTo>
                  <a:pt x="77230" y="74964"/>
                </a:lnTo>
                <a:lnTo>
                  <a:pt x="78385" y="77244"/>
                </a:lnTo>
                <a:lnTo>
                  <a:pt x="77208" y="78421"/>
                </a:lnTo>
                <a:lnTo>
                  <a:pt x="74869" y="77252"/>
                </a:lnTo>
                <a:lnTo>
                  <a:pt x="73700" y="78421"/>
                </a:lnTo>
                <a:lnTo>
                  <a:pt x="74869" y="80760"/>
                </a:lnTo>
                <a:lnTo>
                  <a:pt x="73700" y="81930"/>
                </a:lnTo>
                <a:lnTo>
                  <a:pt x="71478" y="80877"/>
                </a:lnTo>
                <a:lnTo>
                  <a:pt x="70214" y="81718"/>
                </a:lnTo>
                <a:lnTo>
                  <a:pt x="71266" y="84363"/>
                </a:lnTo>
                <a:lnTo>
                  <a:pt x="70440" y="85182"/>
                </a:lnTo>
                <a:lnTo>
                  <a:pt x="67780" y="84824"/>
                </a:lnTo>
                <a:lnTo>
                  <a:pt x="66450" y="84897"/>
                </a:lnTo>
                <a:lnTo>
                  <a:pt x="64469" y="84480"/>
                </a:lnTo>
                <a:lnTo>
                  <a:pt x="63263" y="85109"/>
                </a:lnTo>
                <a:lnTo>
                  <a:pt x="64184" y="87937"/>
                </a:lnTo>
                <a:lnTo>
                  <a:pt x="63431" y="88690"/>
                </a:lnTo>
                <a:lnTo>
                  <a:pt x="60764" y="88332"/>
                </a:lnTo>
                <a:lnTo>
                  <a:pt x="59324" y="88405"/>
                </a:lnTo>
                <a:lnTo>
                  <a:pt x="57606" y="88018"/>
                </a:lnTo>
                <a:lnTo>
                  <a:pt x="56064" y="88639"/>
                </a:lnTo>
                <a:lnTo>
                  <a:pt x="53747" y="87857"/>
                </a:lnTo>
                <a:lnTo>
                  <a:pt x="52753" y="88851"/>
                </a:lnTo>
                <a:lnTo>
                  <a:pt x="53806" y="91497"/>
                </a:lnTo>
                <a:lnTo>
                  <a:pt x="52680" y="92242"/>
                </a:lnTo>
                <a:lnTo>
                  <a:pt x="50437" y="91826"/>
                </a:lnTo>
                <a:lnTo>
                  <a:pt x="47732" y="91986"/>
                </a:lnTo>
                <a:lnTo>
                  <a:pt x="44663" y="923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7" name="object 25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5485499" y="9294536"/>
            <a:ext cx="71500" cy="71200"/>
          </a:xfrm>
          <a:prstGeom prst="rect">
            <a:avLst/>
          </a:prstGeom>
        </p:spPr>
      </p:pic>
      <p:sp>
        <p:nvSpPr>
          <p:cNvPr id="258" name="object 258"/>
          <p:cNvSpPr/>
          <p:nvPr/>
        </p:nvSpPr>
        <p:spPr>
          <a:xfrm>
            <a:off x="15282036" y="9301450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20215" y="57248"/>
                </a:moveTo>
                <a:lnTo>
                  <a:pt x="17971" y="56590"/>
                </a:lnTo>
                <a:lnTo>
                  <a:pt x="18534" y="53477"/>
                </a:lnTo>
                <a:lnTo>
                  <a:pt x="17328" y="52008"/>
                </a:lnTo>
                <a:lnTo>
                  <a:pt x="12505" y="54106"/>
                </a:lnTo>
                <a:lnTo>
                  <a:pt x="10677" y="52739"/>
                </a:lnTo>
                <a:lnTo>
                  <a:pt x="11788" y="50195"/>
                </a:lnTo>
                <a:lnTo>
                  <a:pt x="10772" y="49179"/>
                </a:lnTo>
                <a:lnTo>
                  <a:pt x="8127" y="50232"/>
                </a:lnTo>
                <a:lnTo>
                  <a:pt x="7213" y="48865"/>
                </a:lnTo>
                <a:lnTo>
                  <a:pt x="8185" y="47045"/>
                </a:lnTo>
                <a:lnTo>
                  <a:pt x="7754" y="46168"/>
                </a:lnTo>
                <a:lnTo>
                  <a:pt x="7235" y="45730"/>
                </a:lnTo>
                <a:lnTo>
                  <a:pt x="4604" y="46709"/>
                </a:lnTo>
                <a:lnTo>
                  <a:pt x="3873" y="45605"/>
                </a:lnTo>
                <a:lnTo>
                  <a:pt x="4282" y="43354"/>
                </a:lnTo>
                <a:lnTo>
                  <a:pt x="4224" y="42148"/>
                </a:lnTo>
                <a:lnTo>
                  <a:pt x="4575" y="39488"/>
                </a:lnTo>
                <a:lnTo>
                  <a:pt x="3946" y="38852"/>
                </a:lnTo>
                <a:lnTo>
                  <a:pt x="847" y="39503"/>
                </a:lnTo>
                <a:lnTo>
                  <a:pt x="160" y="37230"/>
                </a:lnTo>
                <a:lnTo>
                  <a:pt x="738" y="34153"/>
                </a:lnTo>
                <a:lnTo>
                  <a:pt x="738" y="29884"/>
                </a:lnTo>
                <a:lnTo>
                  <a:pt x="423" y="27348"/>
                </a:lnTo>
                <a:lnTo>
                  <a:pt x="891" y="24052"/>
                </a:lnTo>
                <a:lnTo>
                  <a:pt x="0" y="18710"/>
                </a:lnTo>
                <a:lnTo>
                  <a:pt x="1074" y="17825"/>
                </a:lnTo>
                <a:lnTo>
                  <a:pt x="4122" y="18461"/>
                </a:lnTo>
                <a:lnTo>
                  <a:pt x="4823" y="16466"/>
                </a:lnTo>
                <a:lnTo>
                  <a:pt x="3201" y="12402"/>
                </a:lnTo>
                <a:lnTo>
                  <a:pt x="4699" y="10517"/>
                </a:lnTo>
                <a:lnTo>
                  <a:pt x="7155" y="11540"/>
                </a:lnTo>
                <a:lnTo>
                  <a:pt x="7754" y="11087"/>
                </a:lnTo>
                <a:lnTo>
                  <a:pt x="8222" y="10385"/>
                </a:lnTo>
                <a:lnTo>
                  <a:pt x="7169" y="8163"/>
                </a:lnTo>
                <a:lnTo>
                  <a:pt x="8244" y="7089"/>
                </a:lnTo>
                <a:lnTo>
                  <a:pt x="10889" y="8141"/>
                </a:lnTo>
                <a:lnTo>
                  <a:pt x="11649" y="7001"/>
                </a:lnTo>
                <a:lnTo>
                  <a:pt x="10729" y="4473"/>
                </a:lnTo>
                <a:lnTo>
                  <a:pt x="12505" y="3135"/>
                </a:lnTo>
                <a:lnTo>
                  <a:pt x="17328" y="5232"/>
                </a:lnTo>
                <a:lnTo>
                  <a:pt x="18534" y="3764"/>
                </a:lnTo>
                <a:lnTo>
                  <a:pt x="17964" y="657"/>
                </a:lnTo>
                <a:lnTo>
                  <a:pt x="19214" y="277"/>
                </a:lnTo>
                <a:lnTo>
                  <a:pt x="20807" y="562"/>
                </a:lnTo>
                <a:lnTo>
                  <a:pt x="34343" y="562"/>
                </a:lnTo>
                <a:lnTo>
                  <a:pt x="37383" y="0"/>
                </a:lnTo>
                <a:lnTo>
                  <a:pt x="39700" y="672"/>
                </a:lnTo>
                <a:lnTo>
                  <a:pt x="38962" y="3888"/>
                </a:lnTo>
                <a:lnTo>
                  <a:pt x="40606" y="4706"/>
                </a:lnTo>
                <a:lnTo>
                  <a:pt x="45488" y="3025"/>
                </a:lnTo>
                <a:lnTo>
                  <a:pt x="46870" y="4721"/>
                </a:lnTo>
                <a:lnTo>
                  <a:pt x="45744" y="7009"/>
                </a:lnTo>
                <a:lnTo>
                  <a:pt x="46950" y="8156"/>
                </a:lnTo>
                <a:lnTo>
                  <a:pt x="49260" y="6987"/>
                </a:lnTo>
                <a:lnTo>
                  <a:pt x="50436" y="8163"/>
                </a:lnTo>
                <a:lnTo>
                  <a:pt x="49384" y="10356"/>
                </a:lnTo>
                <a:lnTo>
                  <a:pt x="49852" y="11087"/>
                </a:lnTo>
                <a:lnTo>
                  <a:pt x="50371" y="11518"/>
                </a:lnTo>
                <a:lnTo>
                  <a:pt x="53002" y="10546"/>
                </a:lnTo>
                <a:lnTo>
                  <a:pt x="53732" y="11649"/>
                </a:lnTo>
                <a:lnTo>
                  <a:pt x="53323" y="13901"/>
                </a:lnTo>
                <a:lnTo>
                  <a:pt x="53382" y="15107"/>
                </a:lnTo>
                <a:lnTo>
                  <a:pt x="53031" y="17774"/>
                </a:lnTo>
                <a:lnTo>
                  <a:pt x="53659" y="18403"/>
                </a:lnTo>
                <a:lnTo>
                  <a:pt x="56766" y="17752"/>
                </a:lnTo>
                <a:lnTo>
                  <a:pt x="57445" y="20025"/>
                </a:lnTo>
                <a:lnTo>
                  <a:pt x="56868" y="23102"/>
                </a:lnTo>
                <a:lnTo>
                  <a:pt x="56868" y="29760"/>
                </a:lnTo>
                <a:lnTo>
                  <a:pt x="56999" y="31010"/>
                </a:lnTo>
                <a:lnTo>
                  <a:pt x="56744" y="33181"/>
                </a:lnTo>
                <a:lnTo>
                  <a:pt x="57584" y="38567"/>
                </a:lnTo>
                <a:lnTo>
                  <a:pt x="56532" y="39430"/>
                </a:lnTo>
                <a:lnTo>
                  <a:pt x="53484" y="38801"/>
                </a:lnTo>
                <a:lnTo>
                  <a:pt x="52819" y="40701"/>
                </a:lnTo>
                <a:lnTo>
                  <a:pt x="54398" y="44977"/>
                </a:lnTo>
                <a:lnTo>
                  <a:pt x="52855" y="46746"/>
                </a:lnTo>
                <a:lnTo>
                  <a:pt x="50487" y="45708"/>
                </a:lnTo>
                <a:lnTo>
                  <a:pt x="49852" y="46168"/>
                </a:lnTo>
                <a:lnTo>
                  <a:pt x="49420" y="47045"/>
                </a:lnTo>
                <a:lnTo>
                  <a:pt x="50392" y="48865"/>
                </a:lnTo>
                <a:lnTo>
                  <a:pt x="49479" y="50232"/>
                </a:lnTo>
                <a:lnTo>
                  <a:pt x="46833" y="49179"/>
                </a:lnTo>
                <a:lnTo>
                  <a:pt x="45817" y="50195"/>
                </a:lnTo>
                <a:lnTo>
                  <a:pt x="46928" y="52739"/>
                </a:lnTo>
                <a:lnTo>
                  <a:pt x="45854" y="53543"/>
                </a:lnTo>
                <a:lnTo>
                  <a:pt x="43471" y="53141"/>
                </a:lnTo>
                <a:lnTo>
                  <a:pt x="42324" y="53199"/>
                </a:lnTo>
                <a:lnTo>
                  <a:pt x="39656" y="52841"/>
                </a:lnTo>
                <a:lnTo>
                  <a:pt x="39028" y="53477"/>
                </a:lnTo>
                <a:lnTo>
                  <a:pt x="39678" y="56576"/>
                </a:lnTo>
                <a:lnTo>
                  <a:pt x="38392" y="56963"/>
                </a:lnTo>
                <a:lnTo>
                  <a:pt x="36798" y="56678"/>
                </a:lnTo>
                <a:lnTo>
                  <a:pt x="23263" y="56678"/>
                </a:lnTo>
                <a:lnTo>
                  <a:pt x="20215" y="572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5082356" y="9311836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12570" y="36463"/>
                </a:moveTo>
                <a:lnTo>
                  <a:pt x="10539" y="35593"/>
                </a:lnTo>
                <a:lnTo>
                  <a:pt x="11342" y="32640"/>
                </a:lnTo>
                <a:lnTo>
                  <a:pt x="10385" y="31683"/>
                </a:lnTo>
                <a:lnTo>
                  <a:pt x="8083" y="32852"/>
                </a:lnTo>
                <a:lnTo>
                  <a:pt x="6877" y="31727"/>
                </a:lnTo>
                <a:lnTo>
                  <a:pt x="8046" y="29344"/>
                </a:lnTo>
                <a:lnTo>
                  <a:pt x="6979" y="28277"/>
                </a:lnTo>
                <a:lnTo>
                  <a:pt x="4334" y="29329"/>
                </a:lnTo>
                <a:lnTo>
                  <a:pt x="3420" y="27956"/>
                </a:lnTo>
                <a:lnTo>
                  <a:pt x="4392" y="26143"/>
                </a:lnTo>
                <a:lnTo>
                  <a:pt x="3961" y="25258"/>
                </a:lnTo>
                <a:lnTo>
                  <a:pt x="3259" y="24791"/>
                </a:lnTo>
                <a:lnTo>
                  <a:pt x="1037" y="25843"/>
                </a:lnTo>
                <a:lnTo>
                  <a:pt x="0" y="24805"/>
                </a:lnTo>
                <a:lnTo>
                  <a:pt x="650" y="22401"/>
                </a:lnTo>
                <a:lnTo>
                  <a:pt x="7" y="20281"/>
                </a:lnTo>
                <a:lnTo>
                  <a:pt x="80" y="16232"/>
                </a:lnTo>
                <a:lnTo>
                  <a:pt x="606" y="14113"/>
                </a:lnTo>
                <a:lnTo>
                  <a:pt x="21" y="11657"/>
                </a:lnTo>
                <a:lnTo>
                  <a:pt x="1037" y="10641"/>
                </a:lnTo>
                <a:lnTo>
                  <a:pt x="3259" y="11694"/>
                </a:lnTo>
                <a:lnTo>
                  <a:pt x="3961" y="11226"/>
                </a:lnTo>
                <a:lnTo>
                  <a:pt x="4429" y="10524"/>
                </a:lnTo>
                <a:lnTo>
                  <a:pt x="3376" y="8302"/>
                </a:lnTo>
                <a:lnTo>
                  <a:pt x="4545" y="7133"/>
                </a:lnTo>
                <a:lnTo>
                  <a:pt x="6884" y="8302"/>
                </a:lnTo>
                <a:lnTo>
                  <a:pt x="8054" y="7133"/>
                </a:lnTo>
                <a:lnTo>
                  <a:pt x="6884" y="4794"/>
                </a:lnTo>
                <a:lnTo>
                  <a:pt x="8054" y="3625"/>
                </a:lnTo>
                <a:lnTo>
                  <a:pt x="10275" y="4677"/>
                </a:lnTo>
                <a:lnTo>
                  <a:pt x="10977" y="4209"/>
                </a:lnTo>
                <a:lnTo>
                  <a:pt x="11394" y="3727"/>
                </a:lnTo>
                <a:lnTo>
                  <a:pt x="10458" y="1015"/>
                </a:lnTo>
                <a:lnTo>
                  <a:pt x="12132" y="0"/>
                </a:lnTo>
                <a:lnTo>
                  <a:pt x="16597" y="621"/>
                </a:lnTo>
                <a:lnTo>
                  <a:pt x="18980" y="760"/>
                </a:lnTo>
                <a:lnTo>
                  <a:pt x="24469" y="36"/>
                </a:lnTo>
                <a:lnTo>
                  <a:pt x="25587" y="1403"/>
                </a:lnTo>
                <a:lnTo>
                  <a:pt x="24556" y="3420"/>
                </a:lnTo>
                <a:lnTo>
                  <a:pt x="25010" y="4209"/>
                </a:lnTo>
                <a:lnTo>
                  <a:pt x="25887" y="4648"/>
                </a:lnTo>
                <a:lnTo>
                  <a:pt x="27721" y="3669"/>
                </a:lnTo>
                <a:lnTo>
                  <a:pt x="29088" y="4597"/>
                </a:lnTo>
                <a:lnTo>
                  <a:pt x="28021" y="7220"/>
                </a:lnTo>
                <a:lnTo>
                  <a:pt x="29007" y="8207"/>
                </a:lnTo>
                <a:lnTo>
                  <a:pt x="31653" y="7155"/>
                </a:lnTo>
                <a:lnTo>
                  <a:pt x="32530" y="8478"/>
                </a:lnTo>
                <a:lnTo>
                  <a:pt x="31441" y="10532"/>
                </a:lnTo>
                <a:lnTo>
                  <a:pt x="32523" y="11818"/>
                </a:lnTo>
                <a:lnTo>
                  <a:pt x="34979" y="10670"/>
                </a:lnTo>
                <a:lnTo>
                  <a:pt x="36119" y="11810"/>
                </a:lnTo>
                <a:lnTo>
                  <a:pt x="35066" y="14003"/>
                </a:lnTo>
                <a:lnTo>
                  <a:pt x="35534" y="14734"/>
                </a:lnTo>
                <a:lnTo>
                  <a:pt x="35110" y="16970"/>
                </a:lnTo>
                <a:lnTo>
                  <a:pt x="36089" y="19550"/>
                </a:lnTo>
                <a:lnTo>
                  <a:pt x="35381" y="22371"/>
                </a:lnTo>
                <a:lnTo>
                  <a:pt x="35965" y="24827"/>
                </a:lnTo>
                <a:lnTo>
                  <a:pt x="35066" y="25726"/>
                </a:lnTo>
                <a:lnTo>
                  <a:pt x="32362" y="24718"/>
                </a:lnTo>
                <a:lnTo>
                  <a:pt x="31587" y="25967"/>
                </a:lnTo>
                <a:lnTo>
                  <a:pt x="32603" y="28189"/>
                </a:lnTo>
                <a:lnTo>
                  <a:pt x="31536" y="29256"/>
                </a:lnTo>
                <a:lnTo>
                  <a:pt x="28890" y="28204"/>
                </a:lnTo>
                <a:lnTo>
                  <a:pt x="28240" y="29183"/>
                </a:lnTo>
                <a:lnTo>
                  <a:pt x="28920" y="32085"/>
                </a:lnTo>
                <a:lnTo>
                  <a:pt x="27568" y="32728"/>
                </a:lnTo>
                <a:lnTo>
                  <a:pt x="26004" y="31910"/>
                </a:lnTo>
                <a:lnTo>
                  <a:pt x="25010" y="32275"/>
                </a:lnTo>
                <a:lnTo>
                  <a:pt x="24542" y="32977"/>
                </a:lnTo>
                <a:lnTo>
                  <a:pt x="25594" y="35198"/>
                </a:lnTo>
                <a:lnTo>
                  <a:pt x="24681" y="36112"/>
                </a:lnTo>
                <a:lnTo>
                  <a:pt x="22013" y="35754"/>
                </a:lnTo>
                <a:lnTo>
                  <a:pt x="20339" y="35842"/>
                </a:lnTo>
                <a:lnTo>
                  <a:pt x="19163" y="35768"/>
                </a:lnTo>
                <a:lnTo>
                  <a:pt x="16232" y="35805"/>
                </a:lnTo>
                <a:lnTo>
                  <a:pt x="12570" y="364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7871144" y="9364414"/>
            <a:ext cx="141605" cy="142240"/>
          </a:xfrm>
          <a:custGeom>
            <a:avLst/>
            <a:gdLst/>
            <a:ahLst/>
            <a:cxnLst/>
            <a:rect l="l" t="t" r="r" b="b"/>
            <a:pathLst>
              <a:path w="141605" h="142240">
                <a:moveTo>
                  <a:pt x="85124" y="141664"/>
                </a:moveTo>
                <a:lnTo>
                  <a:pt x="81075" y="141072"/>
                </a:lnTo>
                <a:lnTo>
                  <a:pt x="58089" y="141072"/>
                </a:lnTo>
                <a:lnTo>
                  <a:pt x="55393" y="141496"/>
                </a:lnTo>
                <a:lnTo>
                  <a:pt x="52981" y="141021"/>
                </a:lnTo>
                <a:lnTo>
                  <a:pt x="53500" y="137812"/>
                </a:lnTo>
                <a:lnTo>
                  <a:pt x="52820" y="137133"/>
                </a:lnTo>
                <a:lnTo>
                  <a:pt x="50364" y="137717"/>
                </a:lnTo>
                <a:lnTo>
                  <a:pt x="47660" y="137045"/>
                </a:lnTo>
                <a:lnTo>
                  <a:pt x="44707" y="138375"/>
                </a:lnTo>
                <a:lnTo>
                  <a:pt x="42296" y="137388"/>
                </a:lnTo>
                <a:lnTo>
                  <a:pt x="43085" y="134414"/>
                </a:lnTo>
                <a:lnTo>
                  <a:pt x="42398" y="133727"/>
                </a:lnTo>
                <a:lnTo>
                  <a:pt x="39730" y="134085"/>
                </a:lnTo>
                <a:lnTo>
                  <a:pt x="38356" y="134012"/>
                </a:lnTo>
                <a:lnTo>
                  <a:pt x="36478" y="134421"/>
                </a:lnTo>
                <a:lnTo>
                  <a:pt x="35242" y="133836"/>
                </a:lnTo>
                <a:lnTo>
                  <a:pt x="36105" y="130942"/>
                </a:lnTo>
                <a:lnTo>
                  <a:pt x="35381" y="130218"/>
                </a:lnTo>
                <a:lnTo>
                  <a:pt x="32714" y="130577"/>
                </a:lnTo>
                <a:lnTo>
                  <a:pt x="31508" y="130511"/>
                </a:lnTo>
                <a:lnTo>
                  <a:pt x="29249" y="130920"/>
                </a:lnTo>
                <a:lnTo>
                  <a:pt x="28131" y="130167"/>
                </a:lnTo>
                <a:lnTo>
                  <a:pt x="29183" y="127529"/>
                </a:lnTo>
                <a:lnTo>
                  <a:pt x="28204" y="126549"/>
                </a:lnTo>
                <a:lnTo>
                  <a:pt x="25558" y="127602"/>
                </a:lnTo>
                <a:lnTo>
                  <a:pt x="24681" y="126279"/>
                </a:lnTo>
                <a:lnTo>
                  <a:pt x="25770" y="124225"/>
                </a:lnTo>
                <a:lnTo>
                  <a:pt x="24689" y="122939"/>
                </a:lnTo>
                <a:lnTo>
                  <a:pt x="22233" y="124086"/>
                </a:lnTo>
                <a:lnTo>
                  <a:pt x="21093" y="122946"/>
                </a:lnTo>
                <a:lnTo>
                  <a:pt x="22262" y="120607"/>
                </a:lnTo>
                <a:lnTo>
                  <a:pt x="21093" y="119438"/>
                </a:lnTo>
                <a:lnTo>
                  <a:pt x="18754" y="120607"/>
                </a:lnTo>
                <a:lnTo>
                  <a:pt x="17680" y="119533"/>
                </a:lnTo>
                <a:lnTo>
                  <a:pt x="18732" y="116887"/>
                </a:lnTo>
                <a:lnTo>
                  <a:pt x="17409" y="116010"/>
                </a:lnTo>
                <a:lnTo>
                  <a:pt x="15355" y="117099"/>
                </a:lnTo>
                <a:lnTo>
                  <a:pt x="14069" y="116017"/>
                </a:lnTo>
                <a:lnTo>
                  <a:pt x="15216" y="113562"/>
                </a:lnTo>
                <a:lnTo>
                  <a:pt x="14157" y="112502"/>
                </a:lnTo>
                <a:lnTo>
                  <a:pt x="11547" y="113576"/>
                </a:lnTo>
                <a:lnTo>
                  <a:pt x="10276" y="111742"/>
                </a:lnTo>
                <a:lnTo>
                  <a:pt x="12300" y="106925"/>
                </a:lnTo>
                <a:lnTo>
                  <a:pt x="10743" y="105654"/>
                </a:lnTo>
                <a:lnTo>
                  <a:pt x="7849" y="106428"/>
                </a:lnTo>
                <a:lnTo>
                  <a:pt x="7038" y="104718"/>
                </a:lnTo>
                <a:lnTo>
                  <a:pt x="8668" y="99807"/>
                </a:lnTo>
                <a:lnTo>
                  <a:pt x="7264" y="98667"/>
                </a:lnTo>
                <a:lnTo>
                  <a:pt x="4297" y="99376"/>
                </a:lnTo>
                <a:lnTo>
                  <a:pt x="3318" y="97000"/>
                </a:lnTo>
                <a:lnTo>
                  <a:pt x="4655" y="94041"/>
                </a:lnTo>
                <a:lnTo>
                  <a:pt x="3983" y="91336"/>
                </a:lnTo>
                <a:lnTo>
                  <a:pt x="4567" y="88881"/>
                </a:lnTo>
                <a:lnTo>
                  <a:pt x="3888" y="88201"/>
                </a:lnTo>
                <a:lnTo>
                  <a:pt x="679" y="88720"/>
                </a:lnTo>
                <a:lnTo>
                  <a:pt x="0" y="85285"/>
                </a:lnTo>
                <a:lnTo>
                  <a:pt x="628" y="81155"/>
                </a:lnTo>
                <a:lnTo>
                  <a:pt x="628" y="58184"/>
                </a:lnTo>
                <a:lnTo>
                  <a:pt x="226" y="55531"/>
                </a:lnTo>
                <a:lnTo>
                  <a:pt x="672" y="53105"/>
                </a:lnTo>
                <a:lnTo>
                  <a:pt x="3895" y="53609"/>
                </a:lnTo>
                <a:lnTo>
                  <a:pt x="4567" y="52937"/>
                </a:lnTo>
                <a:lnTo>
                  <a:pt x="3983" y="50481"/>
                </a:lnTo>
                <a:lnTo>
                  <a:pt x="4670" y="47711"/>
                </a:lnTo>
                <a:lnTo>
                  <a:pt x="3413" y="44934"/>
                </a:lnTo>
                <a:lnTo>
                  <a:pt x="4268" y="42463"/>
                </a:lnTo>
                <a:lnTo>
                  <a:pt x="7323" y="43165"/>
                </a:lnTo>
                <a:lnTo>
                  <a:pt x="7973" y="42515"/>
                </a:lnTo>
                <a:lnTo>
                  <a:pt x="7615" y="39847"/>
                </a:lnTo>
                <a:lnTo>
                  <a:pt x="7688" y="38473"/>
                </a:lnTo>
                <a:lnTo>
                  <a:pt x="7279" y="36595"/>
                </a:lnTo>
                <a:lnTo>
                  <a:pt x="7864" y="35359"/>
                </a:lnTo>
                <a:lnTo>
                  <a:pt x="10758" y="36222"/>
                </a:lnTo>
                <a:lnTo>
                  <a:pt x="11482" y="35498"/>
                </a:lnTo>
                <a:lnTo>
                  <a:pt x="11123" y="32831"/>
                </a:lnTo>
                <a:lnTo>
                  <a:pt x="11189" y="31632"/>
                </a:lnTo>
                <a:lnTo>
                  <a:pt x="10780" y="29359"/>
                </a:lnTo>
                <a:lnTo>
                  <a:pt x="11540" y="28241"/>
                </a:lnTo>
                <a:lnTo>
                  <a:pt x="14164" y="29308"/>
                </a:lnTo>
                <a:lnTo>
                  <a:pt x="15150" y="28321"/>
                </a:lnTo>
                <a:lnTo>
                  <a:pt x="14098" y="25675"/>
                </a:lnTo>
                <a:lnTo>
                  <a:pt x="15363" y="24835"/>
                </a:lnTo>
                <a:lnTo>
                  <a:pt x="17584" y="25887"/>
                </a:lnTo>
                <a:lnTo>
                  <a:pt x="18754" y="24718"/>
                </a:lnTo>
                <a:lnTo>
                  <a:pt x="17584" y="22379"/>
                </a:lnTo>
                <a:lnTo>
                  <a:pt x="18659" y="21305"/>
                </a:lnTo>
                <a:lnTo>
                  <a:pt x="21304" y="22357"/>
                </a:lnTo>
                <a:lnTo>
                  <a:pt x="22131" y="21122"/>
                </a:lnTo>
                <a:lnTo>
                  <a:pt x="21100" y="18820"/>
                </a:lnTo>
                <a:lnTo>
                  <a:pt x="22291" y="17716"/>
                </a:lnTo>
                <a:lnTo>
                  <a:pt x="24593" y="18878"/>
                </a:lnTo>
                <a:lnTo>
                  <a:pt x="25675" y="17796"/>
                </a:lnTo>
                <a:lnTo>
                  <a:pt x="24623" y="15151"/>
                </a:lnTo>
                <a:lnTo>
                  <a:pt x="25997" y="14237"/>
                </a:lnTo>
                <a:lnTo>
                  <a:pt x="27875" y="15311"/>
                </a:lnTo>
                <a:lnTo>
                  <a:pt x="29249" y="14420"/>
                </a:lnTo>
                <a:lnTo>
                  <a:pt x="28211" y="11752"/>
                </a:lnTo>
                <a:lnTo>
                  <a:pt x="29023" y="10941"/>
                </a:lnTo>
                <a:lnTo>
                  <a:pt x="31690" y="11291"/>
                </a:lnTo>
                <a:lnTo>
                  <a:pt x="32962" y="11226"/>
                </a:lnTo>
                <a:lnTo>
                  <a:pt x="35067" y="11642"/>
                </a:lnTo>
                <a:lnTo>
                  <a:pt x="36236" y="10963"/>
                </a:lnTo>
                <a:lnTo>
                  <a:pt x="35257" y="8215"/>
                </a:lnTo>
                <a:lnTo>
                  <a:pt x="36039" y="7432"/>
                </a:lnTo>
                <a:lnTo>
                  <a:pt x="38707" y="7783"/>
                </a:lnTo>
                <a:lnTo>
                  <a:pt x="40008" y="7717"/>
                </a:lnTo>
                <a:lnTo>
                  <a:pt x="42047" y="8134"/>
                </a:lnTo>
                <a:lnTo>
                  <a:pt x="43238" y="7476"/>
                </a:lnTo>
                <a:lnTo>
                  <a:pt x="42296" y="4684"/>
                </a:lnTo>
                <a:lnTo>
                  <a:pt x="43180" y="3800"/>
                </a:lnTo>
                <a:lnTo>
                  <a:pt x="45592" y="4443"/>
                </a:lnTo>
                <a:lnTo>
                  <a:pt x="48354" y="3595"/>
                </a:lnTo>
                <a:lnTo>
                  <a:pt x="51059" y="4765"/>
                </a:lnTo>
                <a:lnTo>
                  <a:pt x="53265" y="4253"/>
                </a:lnTo>
                <a:lnTo>
                  <a:pt x="53558" y="4187"/>
                </a:lnTo>
                <a:lnTo>
                  <a:pt x="53002" y="1008"/>
                </a:lnTo>
                <a:lnTo>
                  <a:pt x="53638" y="372"/>
                </a:lnTo>
                <a:lnTo>
                  <a:pt x="56211" y="818"/>
                </a:lnTo>
                <a:lnTo>
                  <a:pt x="62394" y="0"/>
                </a:lnTo>
                <a:lnTo>
                  <a:pt x="68643" y="745"/>
                </a:lnTo>
                <a:lnTo>
                  <a:pt x="83516" y="745"/>
                </a:lnTo>
                <a:lnTo>
                  <a:pt x="86205" y="321"/>
                </a:lnTo>
                <a:lnTo>
                  <a:pt x="88617" y="796"/>
                </a:lnTo>
                <a:lnTo>
                  <a:pt x="88098" y="4005"/>
                </a:lnTo>
                <a:lnTo>
                  <a:pt x="88778" y="4684"/>
                </a:lnTo>
                <a:lnTo>
                  <a:pt x="91234" y="4100"/>
                </a:lnTo>
                <a:lnTo>
                  <a:pt x="93938" y="4772"/>
                </a:lnTo>
                <a:lnTo>
                  <a:pt x="96883" y="3442"/>
                </a:lnTo>
                <a:lnTo>
                  <a:pt x="99295" y="4428"/>
                </a:lnTo>
                <a:lnTo>
                  <a:pt x="98506" y="7403"/>
                </a:lnTo>
                <a:lnTo>
                  <a:pt x="99200" y="8090"/>
                </a:lnTo>
                <a:lnTo>
                  <a:pt x="101860" y="7732"/>
                </a:lnTo>
                <a:lnTo>
                  <a:pt x="103227" y="7805"/>
                </a:lnTo>
                <a:lnTo>
                  <a:pt x="105113" y="7396"/>
                </a:lnTo>
                <a:lnTo>
                  <a:pt x="106341" y="7981"/>
                </a:lnTo>
                <a:lnTo>
                  <a:pt x="105478" y="10875"/>
                </a:lnTo>
                <a:lnTo>
                  <a:pt x="106209" y="11599"/>
                </a:lnTo>
                <a:lnTo>
                  <a:pt x="108869" y="11240"/>
                </a:lnTo>
                <a:lnTo>
                  <a:pt x="110075" y="11306"/>
                </a:lnTo>
                <a:lnTo>
                  <a:pt x="112334" y="10897"/>
                </a:lnTo>
                <a:lnTo>
                  <a:pt x="113445" y="11650"/>
                </a:lnTo>
                <a:lnTo>
                  <a:pt x="112392" y="14281"/>
                </a:lnTo>
                <a:lnTo>
                  <a:pt x="113372" y="15267"/>
                </a:lnTo>
                <a:lnTo>
                  <a:pt x="116025" y="14215"/>
                </a:lnTo>
                <a:lnTo>
                  <a:pt x="116894" y="15538"/>
                </a:lnTo>
                <a:lnTo>
                  <a:pt x="115806" y="17592"/>
                </a:lnTo>
                <a:lnTo>
                  <a:pt x="116887" y="18878"/>
                </a:lnTo>
                <a:lnTo>
                  <a:pt x="119343" y="17731"/>
                </a:lnTo>
                <a:lnTo>
                  <a:pt x="120476" y="18871"/>
                </a:lnTo>
                <a:lnTo>
                  <a:pt x="119314" y="21209"/>
                </a:lnTo>
                <a:lnTo>
                  <a:pt x="120476" y="22379"/>
                </a:lnTo>
                <a:lnTo>
                  <a:pt x="122814" y="21210"/>
                </a:lnTo>
                <a:lnTo>
                  <a:pt x="123889" y="22284"/>
                </a:lnTo>
                <a:lnTo>
                  <a:pt x="122836" y="24930"/>
                </a:lnTo>
                <a:lnTo>
                  <a:pt x="124159" y="25807"/>
                </a:lnTo>
                <a:lnTo>
                  <a:pt x="126213" y="24718"/>
                </a:lnTo>
                <a:lnTo>
                  <a:pt x="127499" y="25799"/>
                </a:lnTo>
                <a:lnTo>
                  <a:pt x="126352" y="28255"/>
                </a:lnTo>
                <a:lnTo>
                  <a:pt x="127390" y="29300"/>
                </a:lnTo>
                <a:lnTo>
                  <a:pt x="130043" y="28248"/>
                </a:lnTo>
                <a:lnTo>
                  <a:pt x="131249" y="30082"/>
                </a:lnTo>
                <a:lnTo>
                  <a:pt x="129276" y="34899"/>
                </a:lnTo>
                <a:lnTo>
                  <a:pt x="130825" y="36163"/>
                </a:lnTo>
                <a:lnTo>
                  <a:pt x="133712" y="35388"/>
                </a:lnTo>
                <a:lnTo>
                  <a:pt x="134516" y="37099"/>
                </a:lnTo>
                <a:lnTo>
                  <a:pt x="132886" y="42003"/>
                </a:lnTo>
                <a:lnTo>
                  <a:pt x="134289" y="43150"/>
                </a:lnTo>
                <a:lnTo>
                  <a:pt x="137257" y="42449"/>
                </a:lnTo>
                <a:lnTo>
                  <a:pt x="138229" y="44824"/>
                </a:lnTo>
                <a:lnTo>
                  <a:pt x="136898" y="47776"/>
                </a:lnTo>
                <a:lnTo>
                  <a:pt x="137571" y="50480"/>
                </a:lnTo>
                <a:lnTo>
                  <a:pt x="136986" y="52936"/>
                </a:lnTo>
                <a:lnTo>
                  <a:pt x="137666" y="53616"/>
                </a:lnTo>
                <a:lnTo>
                  <a:pt x="140874" y="53097"/>
                </a:lnTo>
                <a:lnTo>
                  <a:pt x="141547" y="56532"/>
                </a:lnTo>
                <a:lnTo>
                  <a:pt x="140926" y="60661"/>
                </a:lnTo>
                <a:lnTo>
                  <a:pt x="140926" y="83640"/>
                </a:lnTo>
                <a:lnTo>
                  <a:pt x="141320" y="86286"/>
                </a:lnTo>
                <a:lnTo>
                  <a:pt x="140875" y="88712"/>
                </a:lnTo>
                <a:lnTo>
                  <a:pt x="137659" y="88208"/>
                </a:lnTo>
                <a:lnTo>
                  <a:pt x="136986" y="88880"/>
                </a:lnTo>
                <a:lnTo>
                  <a:pt x="137571" y="91336"/>
                </a:lnTo>
                <a:lnTo>
                  <a:pt x="136898" y="94040"/>
                </a:lnTo>
                <a:lnTo>
                  <a:pt x="138229" y="96993"/>
                </a:lnTo>
                <a:lnTo>
                  <a:pt x="137242" y="99404"/>
                </a:lnTo>
                <a:lnTo>
                  <a:pt x="134267" y="98615"/>
                </a:lnTo>
                <a:lnTo>
                  <a:pt x="133580" y="99302"/>
                </a:lnTo>
                <a:lnTo>
                  <a:pt x="133938" y="101970"/>
                </a:lnTo>
                <a:lnTo>
                  <a:pt x="133865" y="103344"/>
                </a:lnTo>
                <a:lnTo>
                  <a:pt x="134282" y="105222"/>
                </a:lnTo>
                <a:lnTo>
                  <a:pt x="133690" y="106457"/>
                </a:lnTo>
                <a:lnTo>
                  <a:pt x="130796" y="105595"/>
                </a:lnTo>
                <a:lnTo>
                  <a:pt x="130072" y="106319"/>
                </a:lnTo>
                <a:lnTo>
                  <a:pt x="130437" y="108986"/>
                </a:lnTo>
                <a:lnTo>
                  <a:pt x="130372" y="110192"/>
                </a:lnTo>
                <a:lnTo>
                  <a:pt x="130781" y="112451"/>
                </a:lnTo>
                <a:lnTo>
                  <a:pt x="130028" y="113569"/>
                </a:lnTo>
                <a:lnTo>
                  <a:pt x="127397" y="112517"/>
                </a:lnTo>
                <a:lnTo>
                  <a:pt x="126418" y="113496"/>
                </a:lnTo>
                <a:lnTo>
                  <a:pt x="127463" y="116141"/>
                </a:lnTo>
                <a:lnTo>
                  <a:pt x="126147" y="117019"/>
                </a:lnTo>
                <a:lnTo>
                  <a:pt x="124086" y="115930"/>
                </a:lnTo>
                <a:lnTo>
                  <a:pt x="122807" y="117011"/>
                </a:lnTo>
                <a:lnTo>
                  <a:pt x="123955" y="119467"/>
                </a:lnTo>
                <a:lnTo>
                  <a:pt x="122815" y="120607"/>
                </a:lnTo>
                <a:lnTo>
                  <a:pt x="120476" y="119438"/>
                </a:lnTo>
                <a:lnTo>
                  <a:pt x="119314" y="120607"/>
                </a:lnTo>
                <a:lnTo>
                  <a:pt x="120476" y="122946"/>
                </a:lnTo>
                <a:lnTo>
                  <a:pt x="119409" y="124020"/>
                </a:lnTo>
                <a:lnTo>
                  <a:pt x="116756" y="122968"/>
                </a:lnTo>
                <a:lnTo>
                  <a:pt x="115886" y="124291"/>
                </a:lnTo>
                <a:lnTo>
                  <a:pt x="116975" y="126345"/>
                </a:lnTo>
                <a:lnTo>
                  <a:pt x="115893" y="127631"/>
                </a:lnTo>
                <a:lnTo>
                  <a:pt x="113437" y="126484"/>
                </a:lnTo>
                <a:lnTo>
                  <a:pt x="112385" y="127543"/>
                </a:lnTo>
                <a:lnTo>
                  <a:pt x="113452" y="130153"/>
                </a:lnTo>
                <a:lnTo>
                  <a:pt x="111617" y="131424"/>
                </a:lnTo>
                <a:lnTo>
                  <a:pt x="106808" y="129400"/>
                </a:lnTo>
                <a:lnTo>
                  <a:pt x="105530" y="130957"/>
                </a:lnTo>
                <a:lnTo>
                  <a:pt x="106312" y="133851"/>
                </a:lnTo>
                <a:lnTo>
                  <a:pt x="104594" y="134662"/>
                </a:lnTo>
                <a:lnTo>
                  <a:pt x="99690" y="133032"/>
                </a:lnTo>
                <a:lnTo>
                  <a:pt x="98543" y="134428"/>
                </a:lnTo>
                <a:lnTo>
                  <a:pt x="99251" y="137403"/>
                </a:lnTo>
                <a:lnTo>
                  <a:pt x="96876" y="138382"/>
                </a:lnTo>
                <a:lnTo>
                  <a:pt x="93916" y="137045"/>
                </a:lnTo>
                <a:lnTo>
                  <a:pt x="91212" y="137717"/>
                </a:lnTo>
                <a:lnTo>
                  <a:pt x="88756" y="137133"/>
                </a:lnTo>
                <a:lnTo>
                  <a:pt x="88091" y="137805"/>
                </a:lnTo>
                <a:lnTo>
                  <a:pt x="88596" y="141028"/>
                </a:lnTo>
                <a:lnTo>
                  <a:pt x="85124" y="141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6401161" y="9368193"/>
            <a:ext cx="135255" cy="134620"/>
          </a:xfrm>
          <a:custGeom>
            <a:avLst/>
            <a:gdLst/>
            <a:ahLst/>
            <a:cxnLst/>
            <a:rect l="l" t="t" r="r" b="b"/>
            <a:pathLst>
              <a:path w="135255" h="134620">
                <a:moveTo>
                  <a:pt x="85349" y="134487"/>
                </a:moveTo>
                <a:lnTo>
                  <a:pt x="81037" y="133786"/>
                </a:lnTo>
                <a:lnTo>
                  <a:pt x="53710" y="133786"/>
                </a:lnTo>
                <a:lnTo>
                  <a:pt x="49354" y="134502"/>
                </a:lnTo>
                <a:lnTo>
                  <a:pt x="46014" y="133712"/>
                </a:lnTo>
                <a:lnTo>
                  <a:pt x="46584" y="130548"/>
                </a:lnTo>
                <a:lnTo>
                  <a:pt x="45985" y="129948"/>
                </a:lnTo>
                <a:lnTo>
                  <a:pt x="43325" y="130307"/>
                </a:lnTo>
                <a:lnTo>
                  <a:pt x="42024" y="130233"/>
                </a:lnTo>
                <a:lnTo>
                  <a:pt x="39992" y="130650"/>
                </a:lnTo>
                <a:lnTo>
                  <a:pt x="38793" y="130000"/>
                </a:lnTo>
                <a:lnTo>
                  <a:pt x="39744" y="127201"/>
                </a:lnTo>
                <a:lnTo>
                  <a:pt x="38779" y="126243"/>
                </a:lnTo>
                <a:lnTo>
                  <a:pt x="36499" y="127091"/>
                </a:lnTo>
                <a:lnTo>
                  <a:pt x="35095" y="126448"/>
                </a:lnTo>
                <a:lnTo>
                  <a:pt x="32815" y="127295"/>
                </a:lnTo>
                <a:lnTo>
                  <a:pt x="31923" y="126404"/>
                </a:lnTo>
                <a:lnTo>
                  <a:pt x="32735" y="123451"/>
                </a:lnTo>
                <a:lnTo>
                  <a:pt x="30549" y="122516"/>
                </a:lnTo>
                <a:lnTo>
                  <a:pt x="26778" y="124350"/>
                </a:lnTo>
                <a:lnTo>
                  <a:pt x="24695" y="122844"/>
                </a:lnTo>
                <a:lnTo>
                  <a:pt x="25784" y="120264"/>
                </a:lnTo>
                <a:lnTo>
                  <a:pt x="24688" y="119168"/>
                </a:lnTo>
                <a:lnTo>
                  <a:pt x="22349" y="120337"/>
                </a:lnTo>
                <a:lnTo>
                  <a:pt x="21180" y="119168"/>
                </a:lnTo>
                <a:lnTo>
                  <a:pt x="22349" y="116829"/>
                </a:lnTo>
                <a:lnTo>
                  <a:pt x="21180" y="115660"/>
                </a:lnTo>
                <a:lnTo>
                  <a:pt x="18841" y="116829"/>
                </a:lnTo>
                <a:lnTo>
                  <a:pt x="17672" y="115660"/>
                </a:lnTo>
                <a:lnTo>
                  <a:pt x="18841" y="113321"/>
                </a:lnTo>
                <a:lnTo>
                  <a:pt x="17672" y="112151"/>
                </a:lnTo>
                <a:lnTo>
                  <a:pt x="15333" y="113321"/>
                </a:lnTo>
                <a:lnTo>
                  <a:pt x="14164" y="112152"/>
                </a:lnTo>
                <a:lnTo>
                  <a:pt x="15333" y="109813"/>
                </a:lnTo>
                <a:lnTo>
                  <a:pt x="14244" y="108724"/>
                </a:lnTo>
                <a:lnTo>
                  <a:pt x="11635" y="109798"/>
                </a:lnTo>
                <a:lnTo>
                  <a:pt x="10363" y="107964"/>
                </a:lnTo>
                <a:lnTo>
                  <a:pt x="12388" y="103147"/>
                </a:lnTo>
                <a:lnTo>
                  <a:pt x="10904" y="101934"/>
                </a:lnTo>
                <a:lnTo>
                  <a:pt x="7856" y="102563"/>
                </a:lnTo>
                <a:lnTo>
                  <a:pt x="7052" y="100239"/>
                </a:lnTo>
                <a:lnTo>
                  <a:pt x="8675" y="97037"/>
                </a:lnTo>
                <a:lnTo>
                  <a:pt x="7476" y="94706"/>
                </a:lnTo>
                <a:lnTo>
                  <a:pt x="4640" y="95612"/>
                </a:lnTo>
                <a:lnTo>
                  <a:pt x="3639" y="94611"/>
                </a:lnTo>
                <a:lnTo>
                  <a:pt x="4692" y="92389"/>
                </a:lnTo>
                <a:lnTo>
                  <a:pt x="3756" y="90986"/>
                </a:lnTo>
                <a:lnTo>
                  <a:pt x="4809" y="88764"/>
                </a:lnTo>
                <a:lnTo>
                  <a:pt x="3953" y="87909"/>
                </a:lnTo>
                <a:lnTo>
                  <a:pt x="789" y="88479"/>
                </a:lnTo>
                <a:lnTo>
                  <a:pt x="0" y="85139"/>
                </a:lnTo>
                <a:lnTo>
                  <a:pt x="716" y="80783"/>
                </a:lnTo>
                <a:lnTo>
                  <a:pt x="716" y="53456"/>
                </a:lnTo>
                <a:lnTo>
                  <a:pt x="14" y="49144"/>
                </a:lnTo>
                <a:lnTo>
                  <a:pt x="782" y="45782"/>
                </a:lnTo>
                <a:lnTo>
                  <a:pt x="3961" y="46345"/>
                </a:lnTo>
                <a:lnTo>
                  <a:pt x="4553" y="45752"/>
                </a:lnTo>
                <a:lnTo>
                  <a:pt x="4202" y="43085"/>
                </a:lnTo>
                <a:lnTo>
                  <a:pt x="4268" y="41784"/>
                </a:lnTo>
                <a:lnTo>
                  <a:pt x="3851" y="39745"/>
                </a:lnTo>
                <a:lnTo>
                  <a:pt x="4502" y="38553"/>
                </a:lnTo>
                <a:lnTo>
                  <a:pt x="7294" y="39496"/>
                </a:lnTo>
                <a:lnTo>
                  <a:pt x="8258" y="38539"/>
                </a:lnTo>
                <a:lnTo>
                  <a:pt x="7410" y="36258"/>
                </a:lnTo>
                <a:lnTo>
                  <a:pt x="8054" y="34855"/>
                </a:lnTo>
                <a:lnTo>
                  <a:pt x="7206" y="32575"/>
                </a:lnTo>
                <a:lnTo>
                  <a:pt x="8097" y="31683"/>
                </a:lnTo>
                <a:lnTo>
                  <a:pt x="11050" y="32487"/>
                </a:lnTo>
                <a:lnTo>
                  <a:pt x="11986" y="30309"/>
                </a:lnTo>
                <a:lnTo>
                  <a:pt x="10151" y="26538"/>
                </a:lnTo>
                <a:lnTo>
                  <a:pt x="11657" y="24455"/>
                </a:lnTo>
                <a:lnTo>
                  <a:pt x="14237" y="25544"/>
                </a:lnTo>
                <a:lnTo>
                  <a:pt x="15333" y="24448"/>
                </a:lnTo>
                <a:lnTo>
                  <a:pt x="14164" y="22109"/>
                </a:lnTo>
                <a:lnTo>
                  <a:pt x="15333" y="20939"/>
                </a:lnTo>
                <a:lnTo>
                  <a:pt x="17672" y="22109"/>
                </a:lnTo>
                <a:lnTo>
                  <a:pt x="18826" y="20954"/>
                </a:lnTo>
                <a:lnTo>
                  <a:pt x="17664" y="18557"/>
                </a:lnTo>
                <a:lnTo>
                  <a:pt x="18878" y="17446"/>
                </a:lnTo>
                <a:lnTo>
                  <a:pt x="21173" y="18608"/>
                </a:lnTo>
                <a:lnTo>
                  <a:pt x="22254" y="17526"/>
                </a:lnTo>
                <a:lnTo>
                  <a:pt x="21202" y="14881"/>
                </a:lnTo>
                <a:lnTo>
                  <a:pt x="22568" y="13974"/>
                </a:lnTo>
                <a:lnTo>
                  <a:pt x="24483" y="15063"/>
                </a:lnTo>
                <a:lnTo>
                  <a:pt x="25843" y="14106"/>
                </a:lnTo>
                <a:lnTo>
                  <a:pt x="24768" y="11504"/>
                </a:lnTo>
                <a:lnTo>
                  <a:pt x="25601" y="10670"/>
                </a:lnTo>
                <a:lnTo>
                  <a:pt x="28269" y="11021"/>
                </a:lnTo>
                <a:lnTo>
                  <a:pt x="29643" y="10955"/>
                </a:lnTo>
                <a:lnTo>
                  <a:pt x="31521" y="11365"/>
                </a:lnTo>
                <a:lnTo>
                  <a:pt x="32756" y="10773"/>
                </a:lnTo>
                <a:lnTo>
                  <a:pt x="31894" y="7886"/>
                </a:lnTo>
                <a:lnTo>
                  <a:pt x="32618" y="7155"/>
                </a:lnTo>
                <a:lnTo>
                  <a:pt x="35285" y="7513"/>
                </a:lnTo>
                <a:lnTo>
                  <a:pt x="36703" y="7440"/>
                </a:lnTo>
                <a:lnTo>
                  <a:pt x="38486" y="7842"/>
                </a:lnTo>
                <a:lnTo>
                  <a:pt x="39751" y="7301"/>
                </a:lnTo>
                <a:lnTo>
                  <a:pt x="38940" y="4349"/>
                </a:lnTo>
                <a:lnTo>
                  <a:pt x="39641" y="3654"/>
                </a:lnTo>
                <a:lnTo>
                  <a:pt x="42302" y="4005"/>
                </a:lnTo>
                <a:lnTo>
                  <a:pt x="43836" y="3910"/>
                </a:lnTo>
                <a:lnTo>
                  <a:pt x="45298" y="4275"/>
                </a:lnTo>
                <a:lnTo>
                  <a:pt x="46321" y="3983"/>
                </a:lnTo>
                <a:lnTo>
                  <a:pt x="46643" y="3895"/>
                </a:lnTo>
                <a:lnTo>
                  <a:pt x="46036" y="760"/>
                </a:lnTo>
                <a:lnTo>
                  <a:pt x="46687" y="109"/>
                </a:lnTo>
                <a:lnTo>
                  <a:pt x="49274" y="540"/>
                </a:lnTo>
                <a:lnTo>
                  <a:pt x="53191" y="58"/>
                </a:lnTo>
                <a:lnTo>
                  <a:pt x="56955" y="475"/>
                </a:lnTo>
                <a:lnTo>
                  <a:pt x="83530" y="475"/>
                </a:lnTo>
                <a:lnTo>
                  <a:pt x="86336" y="0"/>
                </a:lnTo>
                <a:lnTo>
                  <a:pt x="88711" y="540"/>
                </a:lnTo>
                <a:lnTo>
                  <a:pt x="88149" y="3720"/>
                </a:lnTo>
                <a:lnTo>
                  <a:pt x="88741" y="4312"/>
                </a:lnTo>
                <a:lnTo>
                  <a:pt x="91408" y="3954"/>
                </a:lnTo>
                <a:lnTo>
                  <a:pt x="92709" y="4019"/>
                </a:lnTo>
                <a:lnTo>
                  <a:pt x="94748" y="3610"/>
                </a:lnTo>
                <a:lnTo>
                  <a:pt x="95940" y="4261"/>
                </a:lnTo>
                <a:lnTo>
                  <a:pt x="94990" y="7052"/>
                </a:lnTo>
                <a:lnTo>
                  <a:pt x="95954" y="8017"/>
                </a:lnTo>
                <a:lnTo>
                  <a:pt x="98235" y="7169"/>
                </a:lnTo>
                <a:lnTo>
                  <a:pt x="99638" y="7813"/>
                </a:lnTo>
                <a:lnTo>
                  <a:pt x="101918" y="6965"/>
                </a:lnTo>
                <a:lnTo>
                  <a:pt x="102810" y="7856"/>
                </a:lnTo>
                <a:lnTo>
                  <a:pt x="102006" y="10809"/>
                </a:lnTo>
                <a:lnTo>
                  <a:pt x="104184" y="11745"/>
                </a:lnTo>
                <a:lnTo>
                  <a:pt x="107955" y="9910"/>
                </a:lnTo>
                <a:lnTo>
                  <a:pt x="110038" y="11416"/>
                </a:lnTo>
                <a:lnTo>
                  <a:pt x="108949" y="13996"/>
                </a:lnTo>
                <a:lnTo>
                  <a:pt x="109950" y="14997"/>
                </a:lnTo>
                <a:lnTo>
                  <a:pt x="112596" y="13945"/>
                </a:lnTo>
                <a:lnTo>
                  <a:pt x="113480" y="15268"/>
                </a:lnTo>
                <a:lnTo>
                  <a:pt x="112384" y="17321"/>
                </a:lnTo>
                <a:lnTo>
                  <a:pt x="113466" y="18608"/>
                </a:lnTo>
                <a:lnTo>
                  <a:pt x="115921" y="17460"/>
                </a:lnTo>
                <a:lnTo>
                  <a:pt x="117069" y="18608"/>
                </a:lnTo>
                <a:lnTo>
                  <a:pt x="115899" y="20910"/>
                </a:lnTo>
                <a:lnTo>
                  <a:pt x="117032" y="22116"/>
                </a:lnTo>
                <a:lnTo>
                  <a:pt x="119408" y="20946"/>
                </a:lnTo>
                <a:lnTo>
                  <a:pt x="120570" y="22108"/>
                </a:lnTo>
                <a:lnTo>
                  <a:pt x="119400" y="24447"/>
                </a:lnTo>
                <a:lnTo>
                  <a:pt x="120570" y="25617"/>
                </a:lnTo>
                <a:lnTo>
                  <a:pt x="122908" y="24448"/>
                </a:lnTo>
                <a:lnTo>
                  <a:pt x="124078" y="25617"/>
                </a:lnTo>
                <a:lnTo>
                  <a:pt x="123040" y="27839"/>
                </a:lnTo>
                <a:lnTo>
                  <a:pt x="123954" y="29242"/>
                </a:lnTo>
                <a:lnTo>
                  <a:pt x="122908" y="31464"/>
                </a:lnTo>
                <a:lnTo>
                  <a:pt x="123866" y="32414"/>
                </a:lnTo>
                <a:lnTo>
                  <a:pt x="126811" y="31610"/>
                </a:lnTo>
                <a:lnTo>
                  <a:pt x="127820" y="33963"/>
                </a:lnTo>
                <a:lnTo>
                  <a:pt x="126022" y="37238"/>
                </a:lnTo>
                <a:lnTo>
                  <a:pt x="127279" y="39569"/>
                </a:lnTo>
                <a:lnTo>
                  <a:pt x="130078" y="38634"/>
                </a:lnTo>
                <a:lnTo>
                  <a:pt x="131094" y="39649"/>
                </a:lnTo>
                <a:lnTo>
                  <a:pt x="130042" y="41871"/>
                </a:lnTo>
                <a:lnTo>
                  <a:pt x="130977" y="43275"/>
                </a:lnTo>
                <a:lnTo>
                  <a:pt x="129925" y="45496"/>
                </a:lnTo>
                <a:lnTo>
                  <a:pt x="130780" y="46352"/>
                </a:lnTo>
                <a:lnTo>
                  <a:pt x="133952" y="45782"/>
                </a:lnTo>
                <a:lnTo>
                  <a:pt x="134734" y="49122"/>
                </a:lnTo>
                <a:lnTo>
                  <a:pt x="134017" y="53478"/>
                </a:lnTo>
                <a:lnTo>
                  <a:pt x="134017" y="80812"/>
                </a:lnTo>
                <a:lnTo>
                  <a:pt x="134719" y="85117"/>
                </a:lnTo>
                <a:lnTo>
                  <a:pt x="133944" y="88471"/>
                </a:lnTo>
                <a:lnTo>
                  <a:pt x="130772" y="87916"/>
                </a:lnTo>
                <a:lnTo>
                  <a:pt x="130180" y="88508"/>
                </a:lnTo>
                <a:lnTo>
                  <a:pt x="130538" y="91176"/>
                </a:lnTo>
                <a:lnTo>
                  <a:pt x="130473" y="92477"/>
                </a:lnTo>
                <a:lnTo>
                  <a:pt x="130882" y="94508"/>
                </a:lnTo>
                <a:lnTo>
                  <a:pt x="130232" y="95707"/>
                </a:lnTo>
                <a:lnTo>
                  <a:pt x="127440" y="94757"/>
                </a:lnTo>
                <a:lnTo>
                  <a:pt x="126475" y="95722"/>
                </a:lnTo>
                <a:lnTo>
                  <a:pt x="127323" y="98002"/>
                </a:lnTo>
                <a:lnTo>
                  <a:pt x="126679" y="99405"/>
                </a:lnTo>
                <a:lnTo>
                  <a:pt x="127527" y="101685"/>
                </a:lnTo>
                <a:lnTo>
                  <a:pt x="126636" y="102577"/>
                </a:lnTo>
                <a:lnTo>
                  <a:pt x="123683" y="101766"/>
                </a:lnTo>
                <a:lnTo>
                  <a:pt x="122748" y="103951"/>
                </a:lnTo>
                <a:lnTo>
                  <a:pt x="124582" y="107723"/>
                </a:lnTo>
                <a:lnTo>
                  <a:pt x="123076" y="109806"/>
                </a:lnTo>
                <a:lnTo>
                  <a:pt x="120504" y="108716"/>
                </a:lnTo>
                <a:lnTo>
                  <a:pt x="119400" y="109813"/>
                </a:lnTo>
                <a:lnTo>
                  <a:pt x="120570" y="112151"/>
                </a:lnTo>
                <a:lnTo>
                  <a:pt x="119400" y="113321"/>
                </a:lnTo>
                <a:lnTo>
                  <a:pt x="117062" y="112152"/>
                </a:lnTo>
                <a:lnTo>
                  <a:pt x="115892" y="113321"/>
                </a:lnTo>
                <a:lnTo>
                  <a:pt x="117062" y="115660"/>
                </a:lnTo>
                <a:lnTo>
                  <a:pt x="115892" y="116829"/>
                </a:lnTo>
                <a:lnTo>
                  <a:pt x="113553" y="115660"/>
                </a:lnTo>
                <a:lnTo>
                  <a:pt x="112384" y="116829"/>
                </a:lnTo>
                <a:lnTo>
                  <a:pt x="113553" y="119168"/>
                </a:lnTo>
                <a:lnTo>
                  <a:pt x="112384" y="120338"/>
                </a:lnTo>
                <a:lnTo>
                  <a:pt x="110045" y="119168"/>
                </a:lnTo>
                <a:lnTo>
                  <a:pt x="108956" y="120257"/>
                </a:lnTo>
                <a:lnTo>
                  <a:pt x="110031" y="122866"/>
                </a:lnTo>
                <a:lnTo>
                  <a:pt x="108196" y="124138"/>
                </a:lnTo>
                <a:lnTo>
                  <a:pt x="103380" y="122113"/>
                </a:lnTo>
                <a:lnTo>
                  <a:pt x="102167" y="123597"/>
                </a:lnTo>
                <a:lnTo>
                  <a:pt x="102795" y="126645"/>
                </a:lnTo>
                <a:lnTo>
                  <a:pt x="100471" y="127449"/>
                </a:lnTo>
                <a:lnTo>
                  <a:pt x="97270" y="125826"/>
                </a:lnTo>
                <a:lnTo>
                  <a:pt x="94938" y="127025"/>
                </a:lnTo>
                <a:lnTo>
                  <a:pt x="95845" y="129861"/>
                </a:lnTo>
                <a:lnTo>
                  <a:pt x="94843" y="130862"/>
                </a:lnTo>
                <a:lnTo>
                  <a:pt x="92621" y="129810"/>
                </a:lnTo>
                <a:lnTo>
                  <a:pt x="91218" y="130745"/>
                </a:lnTo>
                <a:lnTo>
                  <a:pt x="88996" y="129693"/>
                </a:lnTo>
                <a:lnTo>
                  <a:pt x="88149" y="130541"/>
                </a:lnTo>
                <a:lnTo>
                  <a:pt x="88711" y="133720"/>
                </a:lnTo>
                <a:lnTo>
                  <a:pt x="85349" y="1344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8085302" y="9368214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57051" y="134209"/>
                </a:moveTo>
                <a:lnTo>
                  <a:pt x="56357" y="133515"/>
                </a:lnTo>
                <a:lnTo>
                  <a:pt x="56854" y="130292"/>
                </a:lnTo>
                <a:lnTo>
                  <a:pt x="54427" y="129860"/>
                </a:lnTo>
                <a:lnTo>
                  <a:pt x="51789" y="130248"/>
                </a:lnTo>
                <a:lnTo>
                  <a:pt x="47630" y="130248"/>
                </a:lnTo>
                <a:lnTo>
                  <a:pt x="44393" y="130869"/>
                </a:lnTo>
                <a:lnTo>
                  <a:pt x="42186" y="130116"/>
                </a:lnTo>
                <a:lnTo>
                  <a:pt x="42880" y="127054"/>
                </a:lnTo>
                <a:lnTo>
                  <a:pt x="42230" y="126411"/>
                </a:lnTo>
                <a:lnTo>
                  <a:pt x="39569" y="126769"/>
                </a:lnTo>
                <a:lnTo>
                  <a:pt x="38202" y="126696"/>
                </a:lnTo>
                <a:lnTo>
                  <a:pt x="36317" y="127105"/>
                </a:lnTo>
                <a:lnTo>
                  <a:pt x="35089" y="126520"/>
                </a:lnTo>
                <a:lnTo>
                  <a:pt x="35951" y="123626"/>
                </a:lnTo>
                <a:lnTo>
                  <a:pt x="35220" y="122902"/>
                </a:lnTo>
                <a:lnTo>
                  <a:pt x="32560" y="123261"/>
                </a:lnTo>
                <a:lnTo>
                  <a:pt x="31339" y="123195"/>
                </a:lnTo>
                <a:lnTo>
                  <a:pt x="29125" y="123604"/>
                </a:lnTo>
                <a:lnTo>
                  <a:pt x="27992" y="122873"/>
                </a:lnTo>
                <a:lnTo>
                  <a:pt x="29023" y="120205"/>
                </a:lnTo>
                <a:lnTo>
                  <a:pt x="28058" y="119234"/>
                </a:lnTo>
                <a:lnTo>
                  <a:pt x="25412" y="120286"/>
                </a:lnTo>
                <a:lnTo>
                  <a:pt x="24535" y="118963"/>
                </a:lnTo>
                <a:lnTo>
                  <a:pt x="25624" y="116909"/>
                </a:lnTo>
                <a:lnTo>
                  <a:pt x="24542" y="115623"/>
                </a:lnTo>
                <a:lnTo>
                  <a:pt x="22087" y="116770"/>
                </a:lnTo>
                <a:lnTo>
                  <a:pt x="20954" y="115630"/>
                </a:lnTo>
                <a:lnTo>
                  <a:pt x="22123" y="113291"/>
                </a:lnTo>
                <a:lnTo>
                  <a:pt x="20954" y="112122"/>
                </a:lnTo>
                <a:lnTo>
                  <a:pt x="18615" y="113291"/>
                </a:lnTo>
                <a:lnTo>
                  <a:pt x="17541" y="112217"/>
                </a:lnTo>
                <a:lnTo>
                  <a:pt x="18593" y="109571"/>
                </a:lnTo>
                <a:lnTo>
                  <a:pt x="17270" y="108694"/>
                </a:lnTo>
                <a:lnTo>
                  <a:pt x="15216" y="109783"/>
                </a:lnTo>
                <a:lnTo>
                  <a:pt x="13937" y="108701"/>
                </a:lnTo>
                <a:lnTo>
                  <a:pt x="15078" y="106246"/>
                </a:lnTo>
                <a:lnTo>
                  <a:pt x="14025" y="105186"/>
                </a:lnTo>
                <a:lnTo>
                  <a:pt x="11408" y="106260"/>
                </a:lnTo>
                <a:lnTo>
                  <a:pt x="10144" y="104426"/>
                </a:lnTo>
                <a:lnTo>
                  <a:pt x="12169" y="99609"/>
                </a:lnTo>
                <a:lnTo>
                  <a:pt x="10604" y="98338"/>
                </a:lnTo>
                <a:lnTo>
                  <a:pt x="7725" y="99112"/>
                </a:lnTo>
                <a:lnTo>
                  <a:pt x="6914" y="97402"/>
                </a:lnTo>
                <a:lnTo>
                  <a:pt x="8544" y="92498"/>
                </a:lnTo>
                <a:lnTo>
                  <a:pt x="7162" y="91365"/>
                </a:lnTo>
                <a:lnTo>
                  <a:pt x="4144" y="92023"/>
                </a:lnTo>
                <a:lnTo>
                  <a:pt x="3362" y="89904"/>
                </a:lnTo>
                <a:lnTo>
                  <a:pt x="4012" y="86527"/>
                </a:lnTo>
                <a:lnTo>
                  <a:pt x="4012" y="82464"/>
                </a:lnTo>
                <a:lnTo>
                  <a:pt x="4443" y="79759"/>
                </a:lnTo>
                <a:lnTo>
                  <a:pt x="3954" y="77355"/>
                </a:lnTo>
                <a:lnTo>
                  <a:pt x="752" y="77874"/>
                </a:lnTo>
                <a:lnTo>
                  <a:pt x="73" y="77194"/>
                </a:lnTo>
                <a:lnTo>
                  <a:pt x="665" y="74738"/>
                </a:lnTo>
                <a:lnTo>
                  <a:pt x="0" y="72093"/>
                </a:lnTo>
                <a:lnTo>
                  <a:pt x="511" y="69213"/>
                </a:lnTo>
                <a:lnTo>
                  <a:pt x="511" y="65003"/>
                </a:lnTo>
                <a:lnTo>
                  <a:pt x="0" y="62124"/>
                </a:lnTo>
                <a:lnTo>
                  <a:pt x="665" y="59471"/>
                </a:lnTo>
                <a:lnTo>
                  <a:pt x="73" y="57015"/>
                </a:lnTo>
                <a:lnTo>
                  <a:pt x="752" y="56335"/>
                </a:lnTo>
                <a:lnTo>
                  <a:pt x="3961" y="56861"/>
                </a:lnTo>
                <a:lnTo>
                  <a:pt x="4443" y="54450"/>
                </a:lnTo>
                <a:lnTo>
                  <a:pt x="4012" y="51746"/>
                </a:lnTo>
                <a:lnTo>
                  <a:pt x="4012" y="47624"/>
                </a:lnTo>
                <a:lnTo>
                  <a:pt x="3391" y="44379"/>
                </a:lnTo>
                <a:lnTo>
                  <a:pt x="4144" y="42171"/>
                </a:lnTo>
                <a:lnTo>
                  <a:pt x="7206" y="42873"/>
                </a:lnTo>
                <a:lnTo>
                  <a:pt x="7849" y="42222"/>
                </a:lnTo>
                <a:lnTo>
                  <a:pt x="7491" y="39555"/>
                </a:lnTo>
                <a:lnTo>
                  <a:pt x="7564" y="38181"/>
                </a:lnTo>
                <a:lnTo>
                  <a:pt x="7155" y="36302"/>
                </a:lnTo>
                <a:lnTo>
                  <a:pt x="7739" y="35067"/>
                </a:lnTo>
                <a:lnTo>
                  <a:pt x="10634" y="35930"/>
                </a:lnTo>
                <a:lnTo>
                  <a:pt x="11357" y="35206"/>
                </a:lnTo>
                <a:lnTo>
                  <a:pt x="10992" y="32538"/>
                </a:lnTo>
                <a:lnTo>
                  <a:pt x="11058" y="31318"/>
                </a:lnTo>
                <a:lnTo>
                  <a:pt x="10648" y="29096"/>
                </a:lnTo>
                <a:lnTo>
                  <a:pt x="11386" y="27963"/>
                </a:lnTo>
                <a:lnTo>
                  <a:pt x="14047" y="29001"/>
                </a:lnTo>
                <a:lnTo>
                  <a:pt x="15114" y="27934"/>
                </a:lnTo>
                <a:lnTo>
                  <a:pt x="13945" y="25595"/>
                </a:lnTo>
                <a:lnTo>
                  <a:pt x="15114" y="24425"/>
                </a:lnTo>
                <a:lnTo>
                  <a:pt x="17445" y="25595"/>
                </a:lnTo>
                <a:lnTo>
                  <a:pt x="18615" y="24426"/>
                </a:lnTo>
                <a:lnTo>
                  <a:pt x="17446" y="22087"/>
                </a:lnTo>
                <a:lnTo>
                  <a:pt x="18615" y="20917"/>
                </a:lnTo>
                <a:lnTo>
                  <a:pt x="20954" y="22087"/>
                </a:lnTo>
                <a:lnTo>
                  <a:pt x="22123" y="20917"/>
                </a:lnTo>
                <a:lnTo>
                  <a:pt x="20954" y="18579"/>
                </a:lnTo>
                <a:lnTo>
                  <a:pt x="22116" y="17409"/>
                </a:lnTo>
                <a:lnTo>
                  <a:pt x="24454" y="18578"/>
                </a:lnTo>
                <a:lnTo>
                  <a:pt x="25573" y="17460"/>
                </a:lnTo>
                <a:lnTo>
                  <a:pt x="24455" y="14946"/>
                </a:lnTo>
                <a:lnTo>
                  <a:pt x="25712" y="13959"/>
                </a:lnTo>
                <a:lnTo>
                  <a:pt x="27948" y="15085"/>
                </a:lnTo>
                <a:lnTo>
                  <a:pt x="28913" y="14113"/>
                </a:lnTo>
                <a:lnTo>
                  <a:pt x="28102" y="11167"/>
                </a:lnTo>
                <a:lnTo>
                  <a:pt x="30462" y="10159"/>
                </a:lnTo>
                <a:lnTo>
                  <a:pt x="33737" y="11957"/>
                </a:lnTo>
                <a:lnTo>
                  <a:pt x="36068" y="10700"/>
                </a:lnTo>
                <a:lnTo>
                  <a:pt x="35133" y="7900"/>
                </a:lnTo>
                <a:lnTo>
                  <a:pt x="36148" y="6885"/>
                </a:lnTo>
                <a:lnTo>
                  <a:pt x="38370" y="7937"/>
                </a:lnTo>
                <a:lnTo>
                  <a:pt x="39759" y="7001"/>
                </a:lnTo>
                <a:lnTo>
                  <a:pt x="41988" y="8054"/>
                </a:lnTo>
                <a:lnTo>
                  <a:pt x="42887" y="7155"/>
                </a:lnTo>
                <a:lnTo>
                  <a:pt x="42200" y="4078"/>
                </a:lnTo>
                <a:lnTo>
                  <a:pt x="44429" y="3354"/>
                </a:lnTo>
                <a:lnTo>
                  <a:pt x="47616" y="3961"/>
                </a:lnTo>
                <a:lnTo>
                  <a:pt x="51855" y="3961"/>
                </a:lnTo>
                <a:lnTo>
                  <a:pt x="54413" y="4326"/>
                </a:lnTo>
                <a:lnTo>
                  <a:pt x="56612" y="3961"/>
                </a:lnTo>
                <a:lnTo>
                  <a:pt x="56853" y="3924"/>
                </a:lnTo>
                <a:lnTo>
                  <a:pt x="56386" y="679"/>
                </a:lnTo>
                <a:lnTo>
                  <a:pt x="56941" y="117"/>
                </a:lnTo>
                <a:lnTo>
                  <a:pt x="59609" y="475"/>
                </a:lnTo>
                <a:lnTo>
                  <a:pt x="63599" y="270"/>
                </a:lnTo>
                <a:lnTo>
                  <a:pt x="67159" y="453"/>
                </a:lnTo>
                <a:lnTo>
                  <a:pt x="71617" y="453"/>
                </a:lnTo>
                <a:lnTo>
                  <a:pt x="73218" y="168"/>
                </a:lnTo>
                <a:lnTo>
                  <a:pt x="74789" y="643"/>
                </a:lnTo>
                <a:lnTo>
                  <a:pt x="77194" y="0"/>
                </a:lnTo>
                <a:lnTo>
                  <a:pt x="77881" y="694"/>
                </a:lnTo>
                <a:lnTo>
                  <a:pt x="77391" y="3917"/>
                </a:lnTo>
                <a:lnTo>
                  <a:pt x="79817" y="4348"/>
                </a:lnTo>
                <a:lnTo>
                  <a:pt x="82449" y="3961"/>
                </a:lnTo>
                <a:lnTo>
                  <a:pt x="86614" y="3961"/>
                </a:lnTo>
                <a:lnTo>
                  <a:pt x="89845" y="3340"/>
                </a:lnTo>
                <a:lnTo>
                  <a:pt x="92059" y="4085"/>
                </a:lnTo>
                <a:lnTo>
                  <a:pt x="91358" y="7148"/>
                </a:lnTo>
                <a:lnTo>
                  <a:pt x="92015" y="7798"/>
                </a:lnTo>
                <a:lnTo>
                  <a:pt x="94676" y="7440"/>
                </a:lnTo>
                <a:lnTo>
                  <a:pt x="96043" y="7513"/>
                </a:lnTo>
                <a:lnTo>
                  <a:pt x="97928" y="7104"/>
                </a:lnTo>
                <a:lnTo>
                  <a:pt x="99156" y="7688"/>
                </a:lnTo>
                <a:lnTo>
                  <a:pt x="98294" y="10583"/>
                </a:lnTo>
                <a:lnTo>
                  <a:pt x="99024" y="11306"/>
                </a:lnTo>
                <a:lnTo>
                  <a:pt x="101685" y="10948"/>
                </a:lnTo>
                <a:lnTo>
                  <a:pt x="102905" y="11014"/>
                </a:lnTo>
                <a:lnTo>
                  <a:pt x="105120" y="10605"/>
                </a:lnTo>
                <a:lnTo>
                  <a:pt x="106253" y="11336"/>
                </a:lnTo>
                <a:lnTo>
                  <a:pt x="105222" y="14003"/>
                </a:lnTo>
                <a:lnTo>
                  <a:pt x="106187" y="14975"/>
                </a:lnTo>
                <a:lnTo>
                  <a:pt x="108833" y="13923"/>
                </a:lnTo>
                <a:lnTo>
                  <a:pt x="109710" y="15246"/>
                </a:lnTo>
                <a:lnTo>
                  <a:pt x="108621" y="17299"/>
                </a:lnTo>
                <a:lnTo>
                  <a:pt x="109695" y="18586"/>
                </a:lnTo>
                <a:lnTo>
                  <a:pt x="112158" y="17438"/>
                </a:lnTo>
                <a:lnTo>
                  <a:pt x="113291" y="18578"/>
                </a:lnTo>
                <a:lnTo>
                  <a:pt x="112122" y="20917"/>
                </a:lnTo>
                <a:lnTo>
                  <a:pt x="113291" y="22087"/>
                </a:lnTo>
                <a:lnTo>
                  <a:pt x="115630" y="20917"/>
                </a:lnTo>
                <a:lnTo>
                  <a:pt x="116697" y="21992"/>
                </a:lnTo>
                <a:lnTo>
                  <a:pt x="115652" y="24637"/>
                </a:lnTo>
                <a:lnTo>
                  <a:pt x="116975" y="25515"/>
                </a:lnTo>
                <a:lnTo>
                  <a:pt x="119029" y="24426"/>
                </a:lnTo>
                <a:lnTo>
                  <a:pt x="120307" y="25507"/>
                </a:lnTo>
                <a:lnTo>
                  <a:pt x="119167" y="27963"/>
                </a:lnTo>
                <a:lnTo>
                  <a:pt x="120220" y="29023"/>
                </a:lnTo>
                <a:lnTo>
                  <a:pt x="122836" y="27948"/>
                </a:lnTo>
                <a:lnTo>
                  <a:pt x="124101" y="29783"/>
                </a:lnTo>
                <a:lnTo>
                  <a:pt x="122076" y="34599"/>
                </a:lnTo>
                <a:lnTo>
                  <a:pt x="123633" y="35871"/>
                </a:lnTo>
                <a:lnTo>
                  <a:pt x="126520" y="35096"/>
                </a:lnTo>
                <a:lnTo>
                  <a:pt x="127331" y="36806"/>
                </a:lnTo>
                <a:lnTo>
                  <a:pt x="125701" y="41718"/>
                </a:lnTo>
                <a:lnTo>
                  <a:pt x="127075" y="42836"/>
                </a:lnTo>
                <a:lnTo>
                  <a:pt x="130101" y="42186"/>
                </a:lnTo>
                <a:lnTo>
                  <a:pt x="130883" y="44305"/>
                </a:lnTo>
                <a:lnTo>
                  <a:pt x="130233" y="47682"/>
                </a:lnTo>
                <a:lnTo>
                  <a:pt x="130233" y="51745"/>
                </a:lnTo>
                <a:lnTo>
                  <a:pt x="129802" y="54449"/>
                </a:lnTo>
                <a:lnTo>
                  <a:pt x="130291" y="56861"/>
                </a:lnTo>
                <a:lnTo>
                  <a:pt x="133485" y="56335"/>
                </a:lnTo>
                <a:lnTo>
                  <a:pt x="134165" y="57014"/>
                </a:lnTo>
                <a:lnTo>
                  <a:pt x="133580" y="59470"/>
                </a:lnTo>
                <a:lnTo>
                  <a:pt x="134238" y="62123"/>
                </a:lnTo>
                <a:lnTo>
                  <a:pt x="133734" y="65003"/>
                </a:lnTo>
                <a:lnTo>
                  <a:pt x="133734" y="69213"/>
                </a:lnTo>
                <a:lnTo>
                  <a:pt x="134238" y="72092"/>
                </a:lnTo>
                <a:lnTo>
                  <a:pt x="133580" y="74745"/>
                </a:lnTo>
                <a:lnTo>
                  <a:pt x="134165" y="77201"/>
                </a:lnTo>
                <a:lnTo>
                  <a:pt x="133485" y="77873"/>
                </a:lnTo>
                <a:lnTo>
                  <a:pt x="130284" y="77355"/>
                </a:lnTo>
                <a:lnTo>
                  <a:pt x="129802" y="79759"/>
                </a:lnTo>
                <a:lnTo>
                  <a:pt x="130233" y="82463"/>
                </a:lnTo>
                <a:lnTo>
                  <a:pt x="130233" y="86585"/>
                </a:lnTo>
                <a:lnTo>
                  <a:pt x="130854" y="89830"/>
                </a:lnTo>
                <a:lnTo>
                  <a:pt x="130101" y="92037"/>
                </a:lnTo>
                <a:lnTo>
                  <a:pt x="127039" y="91336"/>
                </a:lnTo>
                <a:lnTo>
                  <a:pt x="126396" y="91986"/>
                </a:lnTo>
                <a:lnTo>
                  <a:pt x="126754" y="94654"/>
                </a:lnTo>
                <a:lnTo>
                  <a:pt x="126681" y="96028"/>
                </a:lnTo>
                <a:lnTo>
                  <a:pt x="127090" y="97906"/>
                </a:lnTo>
                <a:lnTo>
                  <a:pt x="126505" y="99141"/>
                </a:lnTo>
                <a:lnTo>
                  <a:pt x="123611" y="98279"/>
                </a:lnTo>
                <a:lnTo>
                  <a:pt x="122888" y="99003"/>
                </a:lnTo>
                <a:lnTo>
                  <a:pt x="123253" y="101670"/>
                </a:lnTo>
                <a:lnTo>
                  <a:pt x="123187" y="102891"/>
                </a:lnTo>
                <a:lnTo>
                  <a:pt x="123596" y="105113"/>
                </a:lnTo>
                <a:lnTo>
                  <a:pt x="122858" y="106246"/>
                </a:lnTo>
                <a:lnTo>
                  <a:pt x="120198" y="105208"/>
                </a:lnTo>
                <a:lnTo>
                  <a:pt x="119226" y="106180"/>
                </a:lnTo>
                <a:lnTo>
                  <a:pt x="120278" y="108825"/>
                </a:lnTo>
                <a:lnTo>
                  <a:pt x="118955" y="109703"/>
                </a:lnTo>
                <a:lnTo>
                  <a:pt x="116902" y="108614"/>
                </a:lnTo>
                <a:lnTo>
                  <a:pt x="115623" y="109695"/>
                </a:lnTo>
                <a:lnTo>
                  <a:pt x="116763" y="112151"/>
                </a:lnTo>
                <a:lnTo>
                  <a:pt x="115630" y="113291"/>
                </a:lnTo>
                <a:lnTo>
                  <a:pt x="113291" y="112122"/>
                </a:lnTo>
                <a:lnTo>
                  <a:pt x="112122" y="113291"/>
                </a:lnTo>
                <a:lnTo>
                  <a:pt x="113291" y="115630"/>
                </a:lnTo>
                <a:lnTo>
                  <a:pt x="112217" y="116704"/>
                </a:lnTo>
                <a:lnTo>
                  <a:pt x="109571" y="115652"/>
                </a:lnTo>
                <a:lnTo>
                  <a:pt x="108701" y="116975"/>
                </a:lnTo>
                <a:lnTo>
                  <a:pt x="109783" y="119029"/>
                </a:lnTo>
                <a:lnTo>
                  <a:pt x="108709" y="120315"/>
                </a:lnTo>
                <a:lnTo>
                  <a:pt x="106253" y="119168"/>
                </a:lnTo>
                <a:lnTo>
                  <a:pt x="105200" y="120227"/>
                </a:lnTo>
                <a:lnTo>
                  <a:pt x="106267" y="122837"/>
                </a:lnTo>
                <a:lnTo>
                  <a:pt x="104433" y="124108"/>
                </a:lnTo>
                <a:lnTo>
                  <a:pt x="99617" y="122084"/>
                </a:lnTo>
                <a:lnTo>
                  <a:pt x="98345" y="123641"/>
                </a:lnTo>
                <a:lnTo>
                  <a:pt x="99120" y="126535"/>
                </a:lnTo>
                <a:lnTo>
                  <a:pt x="97409" y="127346"/>
                </a:lnTo>
                <a:lnTo>
                  <a:pt x="92498" y="125716"/>
                </a:lnTo>
                <a:lnTo>
                  <a:pt x="91372" y="127090"/>
                </a:lnTo>
                <a:lnTo>
                  <a:pt x="92038" y="130109"/>
                </a:lnTo>
                <a:lnTo>
                  <a:pt x="89925" y="130905"/>
                </a:lnTo>
                <a:lnTo>
                  <a:pt x="86527" y="130248"/>
                </a:lnTo>
                <a:lnTo>
                  <a:pt x="82566" y="130248"/>
                </a:lnTo>
                <a:lnTo>
                  <a:pt x="79635" y="129722"/>
                </a:lnTo>
                <a:lnTo>
                  <a:pt x="77311" y="130335"/>
                </a:lnTo>
                <a:lnTo>
                  <a:pt x="77910" y="133478"/>
                </a:lnTo>
                <a:lnTo>
                  <a:pt x="77296" y="134085"/>
                </a:lnTo>
                <a:lnTo>
                  <a:pt x="74636" y="133734"/>
                </a:lnTo>
                <a:lnTo>
                  <a:pt x="70645" y="133939"/>
                </a:lnTo>
                <a:lnTo>
                  <a:pt x="67086" y="133756"/>
                </a:lnTo>
                <a:lnTo>
                  <a:pt x="62628" y="133756"/>
                </a:lnTo>
                <a:lnTo>
                  <a:pt x="61027" y="134041"/>
                </a:lnTo>
                <a:lnTo>
                  <a:pt x="59456" y="133559"/>
                </a:lnTo>
                <a:lnTo>
                  <a:pt x="57051" y="1342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6194392" y="9371723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68635" y="127244"/>
                </a:moveTo>
                <a:lnTo>
                  <a:pt x="65755" y="126740"/>
                </a:lnTo>
                <a:lnTo>
                  <a:pt x="61545" y="126740"/>
                </a:lnTo>
                <a:lnTo>
                  <a:pt x="58666" y="127244"/>
                </a:lnTo>
                <a:lnTo>
                  <a:pt x="56013" y="126586"/>
                </a:lnTo>
                <a:lnTo>
                  <a:pt x="53557" y="127171"/>
                </a:lnTo>
                <a:lnTo>
                  <a:pt x="52877" y="126491"/>
                </a:lnTo>
                <a:lnTo>
                  <a:pt x="53403" y="123283"/>
                </a:lnTo>
                <a:lnTo>
                  <a:pt x="50991" y="122808"/>
                </a:lnTo>
                <a:lnTo>
                  <a:pt x="48287" y="123232"/>
                </a:lnTo>
                <a:lnTo>
                  <a:pt x="44238" y="123232"/>
                </a:lnTo>
                <a:lnTo>
                  <a:pt x="40818" y="123889"/>
                </a:lnTo>
                <a:lnTo>
                  <a:pt x="38684" y="123078"/>
                </a:lnTo>
                <a:lnTo>
                  <a:pt x="39436" y="120067"/>
                </a:lnTo>
                <a:lnTo>
                  <a:pt x="38764" y="119394"/>
                </a:lnTo>
                <a:lnTo>
                  <a:pt x="36096" y="119753"/>
                </a:lnTo>
                <a:lnTo>
                  <a:pt x="34898" y="119687"/>
                </a:lnTo>
                <a:lnTo>
                  <a:pt x="32625" y="120096"/>
                </a:lnTo>
                <a:lnTo>
                  <a:pt x="31514" y="119336"/>
                </a:lnTo>
                <a:lnTo>
                  <a:pt x="32574" y="116712"/>
                </a:lnTo>
                <a:lnTo>
                  <a:pt x="31492" y="115631"/>
                </a:lnTo>
                <a:lnTo>
                  <a:pt x="29153" y="116800"/>
                </a:lnTo>
                <a:lnTo>
                  <a:pt x="27984" y="115631"/>
                </a:lnTo>
                <a:lnTo>
                  <a:pt x="29153" y="113292"/>
                </a:lnTo>
                <a:lnTo>
                  <a:pt x="27991" y="112129"/>
                </a:lnTo>
                <a:lnTo>
                  <a:pt x="25769" y="113145"/>
                </a:lnTo>
                <a:lnTo>
                  <a:pt x="24352" y="112268"/>
                </a:lnTo>
                <a:lnTo>
                  <a:pt x="22130" y="113284"/>
                </a:lnTo>
                <a:lnTo>
                  <a:pt x="21063" y="112217"/>
                </a:lnTo>
                <a:lnTo>
                  <a:pt x="22115" y="109572"/>
                </a:lnTo>
                <a:lnTo>
                  <a:pt x="20851" y="108731"/>
                </a:lnTo>
                <a:lnTo>
                  <a:pt x="18629" y="109783"/>
                </a:lnTo>
                <a:lnTo>
                  <a:pt x="17460" y="108614"/>
                </a:lnTo>
                <a:lnTo>
                  <a:pt x="18629" y="106275"/>
                </a:lnTo>
                <a:lnTo>
                  <a:pt x="17672" y="105318"/>
                </a:lnTo>
                <a:lnTo>
                  <a:pt x="14726" y="106136"/>
                </a:lnTo>
                <a:lnTo>
                  <a:pt x="13805" y="103980"/>
                </a:lnTo>
                <a:lnTo>
                  <a:pt x="15625" y="100129"/>
                </a:lnTo>
                <a:lnTo>
                  <a:pt x="14098" y="98090"/>
                </a:lnTo>
                <a:lnTo>
                  <a:pt x="11547" y="99200"/>
                </a:lnTo>
                <a:lnTo>
                  <a:pt x="10538" y="98185"/>
                </a:lnTo>
                <a:lnTo>
                  <a:pt x="11591" y="95539"/>
                </a:lnTo>
                <a:lnTo>
                  <a:pt x="10487" y="94808"/>
                </a:lnTo>
                <a:lnTo>
                  <a:pt x="7864" y="95670"/>
                </a:lnTo>
                <a:lnTo>
                  <a:pt x="6658" y="93894"/>
                </a:lnTo>
                <a:lnTo>
                  <a:pt x="8660" y="89078"/>
                </a:lnTo>
                <a:lnTo>
                  <a:pt x="7162" y="87857"/>
                </a:lnTo>
                <a:lnTo>
                  <a:pt x="4158" y="88522"/>
                </a:lnTo>
                <a:lnTo>
                  <a:pt x="3347" y="86425"/>
                </a:lnTo>
                <a:lnTo>
                  <a:pt x="4012" y="83004"/>
                </a:lnTo>
                <a:lnTo>
                  <a:pt x="4012" y="78956"/>
                </a:lnTo>
                <a:lnTo>
                  <a:pt x="4436" y="76251"/>
                </a:lnTo>
                <a:lnTo>
                  <a:pt x="3953" y="73847"/>
                </a:lnTo>
                <a:lnTo>
                  <a:pt x="752" y="74366"/>
                </a:lnTo>
                <a:lnTo>
                  <a:pt x="73" y="73686"/>
                </a:lnTo>
                <a:lnTo>
                  <a:pt x="657" y="71230"/>
                </a:lnTo>
                <a:lnTo>
                  <a:pt x="0" y="68585"/>
                </a:lnTo>
                <a:lnTo>
                  <a:pt x="504" y="65705"/>
                </a:lnTo>
                <a:lnTo>
                  <a:pt x="504" y="61495"/>
                </a:lnTo>
                <a:lnTo>
                  <a:pt x="0" y="58616"/>
                </a:lnTo>
                <a:lnTo>
                  <a:pt x="657" y="55963"/>
                </a:lnTo>
                <a:lnTo>
                  <a:pt x="73" y="53507"/>
                </a:lnTo>
                <a:lnTo>
                  <a:pt x="752" y="52827"/>
                </a:lnTo>
                <a:lnTo>
                  <a:pt x="3961" y="53353"/>
                </a:lnTo>
                <a:lnTo>
                  <a:pt x="4436" y="50942"/>
                </a:lnTo>
                <a:lnTo>
                  <a:pt x="4012" y="48238"/>
                </a:lnTo>
                <a:lnTo>
                  <a:pt x="4012" y="44188"/>
                </a:lnTo>
                <a:lnTo>
                  <a:pt x="3347" y="40768"/>
                </a:lnTo>
                <a:lnTo>
                  <a:pt x="4165" y="38634"/>
                </a:lnTo>
                <a:lnTo>
                  <a:pt x="7177" y="39387"/>
                </a:lnTo>
                <a:lnTo>
                  <a:pt x="7849" y="38714"/>
                </a:lnTo>
                <a:lnTo>
                  <a:pt x="7491" y="36047"/>
                </a:lnTo>
                <a:lnTo>
                  <a:pt x="7557" y="34856"/>
                </a:lnTo>
                <a:lnTo>
                  <a:pt x="7147" y="32568"/>
                </a:lnTo>
                <a:lnTo>
                  <a:pt x="7907" y="31457"/>
                </a:lnTo>
                <a:lnTo>
                  <a:pt x="10531" y="32524"/>
                </a:lnTo>
                <a:lnTo>
                  <a:pt x="11518" y="31537"/>
                </a:lnTo>
                <a:lnTo>
                  <a:pt x="10465" y="28892"/>
                </a:lnTo>
                <a:lnTo>
                  <a:pt x="11430" y="28248"/>
                </a:lnTo>
                <a:lnTo>
                  <a:pt x="14361" y="28906"/>
                </a:lnTo>
                <a:lnTo>
                  <a:pt x="14872" y="27773"/>
                </a:lnTo>
                <a:lnTo>
                  <a:pt x="14536" y="25844"/>
                </a:lnTo>
                <a:lnTo>
                  <a:pt x="14536" y="24462"/>
                </a:lnTo>
                <a:lnTo>
                  <a:pt x="14207" y="21897"/>
                </a:lnTo>
                <a:lnTo>
                  <a:pt x="15033" y="20910"/>
                </a:lnTo>
                <a:lnTo>
                  <a:pt x="17489" y="22058"/>
                </a:lnTo>
                <a:lnTo>
                  <a:pt x="18534" y="21013"/>
                </a:lnTo>
                <a:lnTo>
                  <a:pt x="17482" y="18367"/>
                </a:lnTo>
                <a:lnTo>
                  <a:pt x="18856" y="17453"/>
                </a:lnTo>
                <a:lnTo>
                  <a:pt x="20734" y="18528"/>
                </a:lnTo>
                <a:lnTo>
                  <a:pt x="22108" y="17636"/>
                </a:lnTo>
                <a:lnTo>
                  <a:pt x="21070" y="14968"/>
                </a:lnTo>
                <a:lnTo>
                  <a:pt x="21881" y="14157"/>
                </a:lnTo>
                <a:lnTo>
                  <a:pt x="24549" y="14508"/>
                </a:lnTo>
                <a:lnTo>
                  <a:pt x="25740" y="14449"/>
                </a:lnTo>
                <a:lnTo>
                  <a:pt x="28021" y="14859"/>
                </a:lnTo>
                <a:lnTo>
                  <a:pt x="29139" y="14098"/>
                </a:lnTo>
                <a:lnTo>
                  <a:pt x="28072" y="11475"/>
                </a:lnTo>
                <a:lnTo>
                  <a:pt x="29058" y="10488"/>
                </a:lnTo>
                <a:lnTo>
                  <a:pt x="31704" y="11540"/>
                </a:lnTo>
                <a:lnTo>
                  <a:pt x="32464" y="10393"/>
                </a:lnTo>
                <a:lnTo>
                  <a:pt x="31543" y="7872"/>
                </a:lnTo>
                <a:lnTo>
                  <a:pt x="33319" y="6534"/>
                </a:lnTo>
                <a:lnTo>
                  <a:pt x="38143" y="8631"/>
                </a:lnTo>
                <a:lnTo>
                  <a:pt x="39364" y="7140"/>
                </a:lnTo>
                <a:lnTo>
                  <a:pt x="38750" y="4078"/>
                </a:lnTo>
                <a:lnTo>
                  <a:pt x="40942" y="3347"/>
                </a:lnTo>
                <a:lnTo>
                  <a:pt x="44143" y="3961"/>
                </a:lnTo>
                <a:lnTo>
                  <a:pt x="48302" y="3961"/>
                </a:lnTo>
                <a:lnTo>
                  <a:pt x="50933" y="4326"/>
                </a:lnTo>
                <a:lnTo>
                  <a:pt x="53126" y="3961"/>
                </a:lnTo>
                <a:lnTo>
                  <a:pt x="53374" y="3917"/>
                </a:lnTo>
                <a:lnTo>
                  <a:pt x="52892" y="687"/>
                </a:lnTo>
                <a:lnTo>
                  <a:pt x="53462" y="124"/>
                </a:lnTo>
                <a:lnTo>
                  <a:pt x="56123" y="475"/>
                </a:lnTo>
                <a:lnTo>
                  <a:pt x="60120" y="270"/>
                </a:lnTo>
                <a:lnTo>
                  <a:pt x="63672" y="453"/>
                </a:lnTo>
                <a:lnTo>
                  <a:pt x="68138" y="453"/>
                </a:lnTo>
                <a:lnTo>
                  <a:pt x="69738" y="168"/>
                </a:lnTo>
                <a:lnTo>
                  <a:pt x="71317" y="650"/>
                </a:lnTo>
                <a:lnTo>
                  <a:pt x="73722" y="0"/>
                </a:lnTo>
                <a:lnTo>
                  <a:pt x="74416" y="694"/>
                </a:lnTo>
                <a:lnTo>
                  <a:pt x="73919" y="3917"/>
                </a:lnTo>
                <a:lnTo>
                  <a:pt x="76345" y="4348"/>
                </a:lnTo>
                <a:lnTo>
                  <a:pt x="78984" y="3961"/>
                </a:lnTo>
                <a:lnTo>
                  <a:pt x="83077" y="3961"/>
                </a:lnTo>
                <a:lnTo>
                  <a:pt x="86468" y="3303"/>
                </a:lnTo>
                <a:lnTo>
                  <a:pt x="88617" y="4114"/>
                </a:lnTo>
                <a:lnTo>
                  <a:pt x="87871" y="7133"/>
                </a:lnTo>
                <a:lnTo>
                  <a:pt x="88544" y="7798"/>
                </a:lnTo>
                <a:lnTo>
                  <a:pt x="91204" y="7440"/>
                </a:lnTo>
                <a:lnTo>
                  <a:pt x="92505" y="7506"/>
                </a:lnTo>
                <a:lnTo>
                  <a:pt x="94544" y="7096"/>
                </a:lnTo>
                <a:lnTo>
                  <a:pt x="95735" y="7747"/>
                </a:lnTo>
                <a:lnTo>
                  <a:pt x="94785" y="10539"/>
                </a:lnTo>
                <a:lnTo>
                  <a:pt x="95801" y="11555"/>
                </a:lnTo>
                <a:lnTo>
                  <a:pt x="98023" y="10524"/>
                </a:lnTo>
                <a:lnTo>
                  <a:pt x="99287" y="11328"/>
                </a:lnTo>
                <a:lnTo>
                  <a:pt x="98249" y="14003"/>
                </a:lnTo>
                <a:lnTo>
                  <a:pt x="99061" y="14815"/>
                </a:lnTo>
                <a:lnTo>
                  <a:pt x="101728" y="14456"/>
                </a:lnTo>
                <a:lnTo>
                  <a:pt x="103029" y="14530"/>
                </a:lnTo>
                <a:lnTo>
                  <a:pt x="105061" y="14113"/>
                </a:lnTo>
                <a:lnTo>
                  <a:pt x="106260" y="14763"/>
                </a:lnTo>
                <a:lnTo>
                  <a:pt x="105309" y="17555"/>
                </a:lnTo>
                <a:lnTo>
                  <a:pt x="106333" y="18578"/>
                </a:lnTo>
                <a:lnTo>
                  <a:pt x="108671" y="17409"/>
                </a:lnTo>
                <a:lnTo>
                  <a:pt x="109841" y="18578"/>
                </a:lnTo>
                <a:lnTo>
                  <a:pt x="108671" y="20917"/>
                </a:lnTo>
                <a:lnTo>
                  <a:pt x="109622" y="21867"/>
                </a:lnTo>
                <a:lnTo>
                  <a:pt x="112574" y="21064"/>
                </a:lnTo>
                <a:lnTo>
                  <a:pt x="113495" y="23212"/>
                </a:lnTo>
                <a:lnTo>
                  <a:pt x="111675" y="27064"/>
                </a:lnTo>
                <a:lnTo>
                  <a:pt x="113203" y="29103"/>
                </a:lnTo>
                <a:lnTo>
                  <a:pt x="115746" y="27992"/>
                </a:lnTo>
                <a:lnTo>
                  <a:pt x="116762" y="29008"/>
                </a:lnTo>
                <a:lnTo>
                  <a:pt x="115710" y="31654"/>
                </a:lnTo>
                <a:lnTo>
                  <a:pt x="116813" y="32385"/>
                </a:lnTo>
                <a:lnTo>
                  <a:pt x="119437" y="31522"/>
                </a:lnTo>
                <a:lnTo>
                  <a:pt x="120643" y="33298"/>
                </a:lnTo>
                <a:lnTo>
                  <a:pt x="118640" y="38115"/>
                </a:lnTo>
                <a:lnTo>
                  <a:pt x="120138" y="39342"/>
                </a:lnTo>
                <a:lnTo>
                  <a:pt x="123135" y="38663"/>
                </a:lnTo>
                <a:lnTo>
                  <a:pt x="123954" y="40753"/>
                </a:lnTo>
                <a:lnTo>
                  <a:pt x="123288" y="44203"/>
                </a:lnTo>
                <a:lnTo>
                  <a:pt x="123288" y="48142"/>
                </a:lnTo>
                <a:lnTo>
                  <a:pt x="122762" y="51073"/>
                </a:lnTo>
                <a:lnTo>
                  <a:pt x="123376" y="53397"/>
                </a:lnTo>
                <a:lnTo>
                  <a:pt x="126519" y="52797"/>
                </a:lnTo>
                <a:lnTo>
                  <a:pt x="127126" y="53411"/>
                </a:lnTo>
                <a:lnTo>
                  <a:pt x="126767" y="56072"/>
                </a:lnTo>
                <a:lnTo>
                  <a:pt x="126979" y="60069"/>
                </a:lnTo>
                <a:lnTo>
                  <a:pt x="126797" y="63622"/>
                </a:lnTo>
                <a:lnTo>
                  <a:pt x="126797" y="68087"/>
                </a:lnTo>
                <a:lnTo>
                  <a:pt x="127082" y="69688"/>
                </a:lnTo>
                <a:lnTo>
                  <a:pt x="126599" y="71259"/>
                </a:lnTo>
                <a:lnTo>
                  <a:pt x="127250" y="73664"/>
                </a:lnTo>
                <a:lnTo>
                  <a:pt x="126555" y="74358"/>
                </a:lnTo>
                <a:lnTo>
                  <a:pt x="123332" y="73861"/>
                </a:lnTo>
                <a:lnTo>
                  <a:pt x="122901" y="76288"/>
                </a:lnTo>
                <a:lnTo>
                  <a:pt x="123288" y="78926"/>
                </a:lnTo>
                <a:lnTo>
                  <a:pt x="123288" y="83011"/>
                </a:lnTo>
                <a:lnTo>
                  <a:pt x="123939" y="86403"/>
                </a:lnTo>
                <a:lnTo>
                  <a:pt x="123135" y="88551"/>
                </a:lnTo>
                <a:lnTo>
                  <a:pt x="120117" y="87813"/>
                </a:lnTo>
                <a:lnTo>
                  <a:pt x="119452" y="88478"/>
                </a:lnTo>
                <a:lnTo>
                  <a:pt x="119810" y="91146"/>
                </a:lnTo>
                <a:lnTo>
                  <a:pt x="119744" y="92345"/>
                </a:lnTo>
                <a:lnTo>
                  <a:pt x="120153" y="94617"/>
                </a:lnTo>
                <a:lnTo>
                  <a:pt x="119393" y="95728"/>
                </a:lnTo>
                <a:lnTo>
                  <a:pt x="116769" y="94669"/>
                </a:lnTo>
                <a:lnTo>
                  <a:pt x="115688" y="95750"/>
                </a:lnTo>
                <a:lnTo>
                  <a:pt x="116857" y="98089"/>
                </a:lnTo>
                <a:lnTo>
                  <a:pt x="115688" y="99259"/>
                </a:lnTo>
                <a:lnTo>
                  <a:pt x="113349" y="98089"/>
                </a:lnTo>
                <a:lnTo>
                  <a:pt x="112187" y="99251"/>
                </a:lnTo>
                <a:lnTo>
                  <a:pt x="113203" y="101473"/>
                </a:lnTo>
                <a:lnTo>
                  <a:pt x="112326" y="102891"/>
                </a:lnTo>
                <a:lnTo>
                  <a:pt x="113342" y="105113"/>
                </a:lnTo>
                <a:lnTo>
                  <a:pt x="112275" y="106180"/>
                </a:lnTo>
                <a:lnTo>
                  <a:pt x="109629" y="105128"/>
                </a:lnTo>
                <a:lnTo>
                  <a:pt x="108788" y="106392"/>
                </a:lnTo>
                <a:lnTo>
                  <a:pt x="109841" y="108614"/>
                </a:lnTo>
                <a:lnTo>
                  <a:pt x="108671" y="109783"/>
                </a:lnTo>
                <a:lnTo>
                  <a:pt x="106333" y="108614"/>
                </a:lnTo>
                <a:lnTo>
                  <a:pt x="105375" y="109564"/>
                </a:lnTo>
                <a:lnTo>
                  <a:pt x="106186" y="112517"/>
                </a:lnTo>
                <a:lnTo>
                  <a:pt x="104038" y="113438"/>
                </a:lnTo>
                <a:lnTo>
                  <a:pt x="100186" y="111618"/>
                </a:lnTo>
                <a:lnTo>
                  <a:pt x="98147" y="113145"/>
                </a:lnTo>
                <a:lnTo>
                  <a:pt x="99251" y="115689"/>
                </a:lnTo>
                <a:lnTo>
                  <a:pt x="98242" y="116705"/>
                </a:lnTo>
                <a:lnTo>
                  <a:pt x="95596" y="115652"/>
                </a:lnTo>
                <a:lnTo>
                  <a:pt x="94865" y="116756"/>
                </a:lnTo>
                <a:lnTo>
                  <a:pt x="95728" y="119380"/>
                </a:lnTo>
                <a:lnTo>
                  <a:pt x="93952" y="120586"/>
                </a:lnTo>
                <a:lnTo>
                  <a:pt x="89136" y="118583"/>
                </a:lnTo>
                <a:lnTo>
                  <a:pt x="87915" y="120082"/>
                </a:lnTo>
                <a:lnTo>
                  <a:pt x="88587" y="123085"/>
                </a:lnTo>
                <a:lnTo>
                  <a:pt x="86482" y="123889"/>
                </a:lnTo>
                <a:lnTo>
                  <a:pt x="83062" y="123232"/>
                </a:lnTo>
                <a:lnTo>
                  <a:pt x="79013" y="123232"/>
                </a:lnTo>
                <a:lnTo>
                  <a:pt x="76309" y="122808"/>
                </a:lnTo>
                <a:lnTo>
                  <a:pt x="73904" y="123283"/>
                </a:lnTo>
                <a:lnTo>
                  <a:pt x="74423" y="126491"/>
                </a:lnTo>
                <a:lnTo>
                  <a:pt x="73743" y="127171"/>
                </a:lnTo>
                <a:lnTo>
                  <a:pt x="71288" y="126586"/>
                </a:lnTo>
                <a:lnTo>
                  <a:pt x="68635" y="127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5990746" y="9378585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43354" y="113577"/>
                </a:moveTo>
                <a:lnTo>
                  <a:pt x="42528" y="112568"/>
                </a:lnTo>
                <a:lnTo>
                  <a:pt x="43076" y="109440"/>
                </a:lnTo>
                <a:lnTo>
                  <a:pt x="40796" y="108819"/>
                </a:lnTo>
                <a:lnTo>
                  <a:pt x="37829" y="109360"/>
                </a:lnTo>
                <a:lnTo>
                  <a:pt x="34861" y="109360"/>
                </a:lnTo>
                <a:lnTo>
                  <a:pt x="33078" y="109681"/>
                </a:lnTo>
                <a:lnTo>
                  <a:pt x="31836" y="109199"/>
                </a:lnTo>
                <a:lnTo>
                  <a:pt x="32596" y="106195"/>
                </a:lnTo>
                <a:lnTo>
                  <a:pt x="31668" y="105267"/>
                </a:lnTo>
                <a:lnTo>
                  <a:pt x="29446" y="106319"/>
                </a:lnTo>
                <a:lnTo>
                  <a:pt x="28043" y="105384"/>
                </a:lnTo>
                <a:lnTo>
                  <a:pt x="25821" y="106436"/>
                </a:lnTo>
                <a:lnTo>
                  <a:pt x="24695" y="105303"/>
                </a:lnTo>
                <a:lnTo>
                  <a:pt x="25835" y="102826"/>
                </a:lnTo>
                <a:lnTo>
                  <a:pt x="24578" y="101802"/>
                </a:lnTo>
                <a:lnTo>
                  <a:pt x="22335" y="102943"/>
                </a:lnTo>
                <a:lnTo>
                  <a:pt x="21151" y="101759"/>
                </a:lnTo>
                <a:lnTo>
                  <a:pt x="22320" y="99420"/>
                </a:lnTo>
                <a:lnTo>
                  <a:pt x="21151" y="98250"/>
                </a:lnTo>
                <a:lnTo>
                  <a:pt x="18812" y="99420"/>
                </a:lnTo>
                <a:lnTo>
                  <a:pt x="17650" y="98250"/>
                </a:lnTo>
                <a:lnTo>
                  <a:pt x="18819" y="95912"/>
                </a:lnTo>
                <a:lnTo>
                  <a:pt x="17650" y="94742"/>
                </a:lnTo>
                <a:lnTo>
                  <a:pt x="15311" y="95911"/>
                </a:lnTo>
                <a:lnTo>
                  <a:pt x="14142" y="94742"/>
                </a:lnTo>
                <a:lnTo>
                  <a:pt x="15311" y="92403"/>
                </a:lnTo>
                <a:lnTo>
                  <a:pt x="14142" y="91234"/>
                </a:lnTo>
                <a:lnTo>
                  <a:pt x="11803" y="92403"/>
                </a:lnTo>
                <a:lnTo>
                  <a:pt x="10619" y="91219"/>
                </a:lnTo>
                <a:lnTo>
                  <a:pt x="11759" y="88968"/>
                </a:lnTo>
                <a:lnTo>
                  <a:pt x="10736" y="87718"/>
                </a:lnTo>
                <a:lnTo>
                  <a:pt x="8258" y="88859"/>
                </a:lnTo>
                <a:lnTo>
                  <a:pt x="7125" y="87726"/>
                </a:lnTo>
                <a:lnTo>
                  <a:pt x="8178" y="85504"/>
                </a:lnTo>
                <a:lnTo>
                  <a:pt x="7242" y="84100"/>
                </a:lnTo>
                <a:lnTo>
                  <a:pt x="8295" y="81879"/>
                </a:lnTo>
                <a:lnTo>
                  <a:pt x="7352" y="80936"/>
                </a:lnTo>
                <a:lnTo>
                  <a:pt x="4377" y="81725"/>
                </a:lnTo>
                <a:lnTo>
                  <a:pt x="2981" y="78297"/>
                </a:lnTo>
                <a:lnTo>
                  <a:pt x="5474" y="73737"/>
                </a:lnTo>
                <a:lnTo>
                  <a:pt x="4012" y="70324"/>
                </a:lnTo>
                <a:lnTo>
                  <a:pt x="1067" y="71135"/>
                </a:lnTo>
                <a:lnTo>
                  <a:pt x="321" y="70389"/>
                </a:lnTo>
                <a:lnTo>
                  <a:pt x="781" y="67831"/>
                </a:lnTo>
                <a:lnTo>
                  <a:pt x="212" y="63950"/>
                </a:lnTo>
                <a:lnTo>
                  <a:pt x="694" y="60092"/>
                </a:lnTo>
                <a:lnTo>
                  <a:pt x="694" y="54442"/>
                </a:lnTo>
                <a:lnTo>
                  <a:pt x="482" y="52016"/>
                </a:lnTo>
                <a:lnTo>
                  <a:pt x="789" y="48705"/>
                </a:lnTo>
                <a:lnTo>
                  <a:pt x="0" y="43282"/>
                </a:lnTo>
                <a:lnTo>
                  <a:pt x="1030" y="42434"/>
                </a:lnTo>
                <a:lnTo>
                  <a:pt x="4078" y="43063"/>
                </a:lnTo>
                <a:lnTo>
                  <a:pt x="4509" y="41835"/>
                </a:lnTo>
                <a:lnTo>
                  <a:pt x="4202" y="40139"/>
                </a:lnTo>
                <a:lnTo>
                  <a:pt x="4202" y="38312"/>
                </a:lnTo>
                <a:lnTo>
                  <a:pt x="3880" y="36514"/>
                </a:lnTo>
                <a:lnTo>
                  <a:pt x="4472" y="35016"/>
                </a:lnTo>
                <a:lnTo>
                  <a:pt x="3705" y="32684"/>
                </a:lnTo>
                <a:lnTo>
                  <a:pt x="4692" y="31698"/>
                </a:lnTo>
                <a:lnTo>
                  <a:pt x="7337" y="32750"/>
                </a:lnTo>
                <a:lnTo>
                  <a:pt x="8251" y="31376"/>
                </a:lnTo>
                <a:lnTo>
                  <a:pt x="7184" y="29505"/>
                </a:lnTo>
                <a:lnTo>
                  <a:pt x="8163" y="27970"/>
                </a:lnTo>
                <a:lnTo>
                  <a:pt x="7133" y="25748"/>
                </a:lnTo>
                <a:lnTo>
                  <a:pt x="8207" y="24681"/>
                </a:lnTo>
                <a:lnTo>
                  <a:pt x="10838" y="25733"/>
                </a:lnTo>
                <a:lnTo>
                  <a:pt x="11693" y="24469"/>
                </a:lnTo>
                <a:lnTo>
                  <a:pt x="10633" y="22247"/>
                </a:lnTo>
                <a:lnTo>
                  <a:pt x="11708" y="21173"/>
                </a:lnTo>
                <a:lnTo>
                  <a:pt x="14354" y="22225"/>
                </a:lnTo>
                <a:lnTo>
                  <a:pt x="15238" y="20902"/>
                </a:lnTo>
                <a:lnTo>
                  <a:pt x="14142" y="18849"/>
                </a:lnTo>
                <a:lnTo>
                  <a:pt x="15223" y="17562"/>
                </a:lnTo>
                <a:lnTo>
                  <a:pt x="17679" y="18710"/>
                </a:lnTo>
                <a:lnTo>
                  <a:pt x="18826" y="17562"/>
                </a:lnTo>
                <a:lnTo>
                  <a:pt x="17657" y="15260"/>
                </a:lnTo>
                <a:lnTo>
                  <a:pt x="18790" y="14054"/>
                </a:lnTo>
                <a:lnTo>
                  <a:pt x="21165" y="15223"/>
                </a:lnTo>
                <a:lnTo>
                  <a:pt x="22320" y="14061"/>
                </a:lnTo>
                <a:lnTo>
                  <a:pt x="21151" y="11723"/>
                </a:lnTo>
                <a:lnTo>
                  <a:pt x="22320" y="10553"/>
                </a:lnTo>
                <a:lnTo>
                  <a:pt x="24659" y="11722"/>
                </a:lnTo>
                <a:lnTo>
                  <a:pt x="25689" y="10692"/>
                </a:lnTo>
                <a:lnTo>
                  <a:pt x="24717" y="7929"/>
                </a:lnTo>
                <a:lnTo>
                  <a:pt x="26530" y="6891"/>
                </a:lnTo>
                <a:lnTo>
                  <a:pt x="31368" y="8718"/>
                </a:lnTo>
                <a:lnTo>
                  <a:pt x="32501" y="7330"/>
                </a:lnTo>
                <a:lnTo>
                  <a:pt x="31953" y="4202"/>
                </a:lnTo>
                <a:lnTo>
                  <a:pt x="35549" y="3244"/>
                </a:lnTo>
                <a:lnTo>
                  <a:pt x="39495" y="4925"/>
                </a:lnTo>
                <a:lnTo>
                  <a:pt x="42777" y="4114"/>
                </a:lnTo>
                <a:lnTo>
                  <a:pt x="43076" y="4041"/>
                </a:lnTo>
                <a:lnTo>
                  <a:pt x="42514" y="869"/>
                </a:lnTo>
                <a:lnTo>
                  <a:pt x="43179" y="204"/>
                </a:lnTo>
                <a:lnTo>
                  <a:pt x="45686" y="730"/>
                </a:lnTo>
                <a:lnTo>
                  <a:pt x="48412" y="175"/>
                </a:lnTo>
                <a:lnTo>
                  <a:pt x="51123" y="606"/>
                </a:lnTo>
                <a:lnTo>
                  <a:pt x="63563" y="606"/>
                </a:lnTo>
                <a:lnTo>
                  <a:pt x="67655" y="0"/>
                </a:lnTo>
                <a:lnTo>
                  <a:pt x="71112" y="657"/>
                </a:lnTo>
                <a:lnTo>
                  <a:pt x="70593" y="3866"/>
                </a:lnTo>
                <a:lnTo>
                  <a:pt x="71273" y="4546"/>
                </a:lnTo>
                <a:lnTo>
                  <a:pt x="73729" y="3961"/>
                </a:lnTo>
                <a:lnTo>
                  <a:pt x="76506" y="4655"/>
                </a:lnTo>
                <a:lnTo>
                  <a:pt x="79261" y="3413"/>
                </a:lnTo>
                <a:lnTo>
                  <a:pt x="81739" y="4239"/>
                </a:lnTo>
                <a:lnTo>
                  <a:pt x="81052" y="7308"/>
                </a:lnTo>
                <a:lnTo>
                  <a:pt x="81703" y="7952"/>
                </a:lnTo>
                <a:lnTo>
                  <a:pt x="84363" y="7593"/>
                </a:lnTo>
                <a:lnTo>
                  <a:pt x="85620" y="7659"/>
                </a:lnTo>
                <a:lnTo>
                  <a:pt x="87769" y="7250"/>
                </a:lnTo>
                <a:lnTo>
                  <a:pt x="88923" y="7952"/>
                </a:lnTo>
                <a:lnTo>
                  <a:pt x="87922" y="10670"/>
                </a:lnTo>
                <a:lnTo>
                  <a:pt x="88872" y="11620"/>
                </a:lnTo>
                <a:lnTo>
                  <a:pt x="91518" y="10568"/>
                </a:lnTo>
                <a:lnTo>
                  <a:pt x="92402" y="11891"/>
                </a:lnTo>
                <a:lnTo>
                  <a:pt x="91306" y="13945"/>
                </a:lnTo>
                <a:lnTo>
                  <a:pt x="92388" y="15231"/>
                </a:lnTo>
                <a:lnTo>
                  <a:pt x="94843" y="14084"/>
                </a:lnTo>
                <a:lnTo>
                  <a:pt x="95984" y="15224"/>
                </a:lnTo>
                <a:lnTo>
                  <a:pt x="94814" y="17562"/>
                </a:lnTo>
                <a:lnTo>
                  <a:pt x="95984" y="18732"/>
                </a:lnTo>
                <a:lnTo>
                  <a:pt x="98322" y="17563"/>
                </a:lnTo>
                <a:lnTo>
                  <a:pt x="99397" y="18637"/>
                </a:lnTo>
                <a:lnTo>
                  <a:pt x="98344" y="21283"/>
                </a:lnTo>
                <a:lnTo>
                  <a:pt x="99667" y="22160"/>
                </a:lnTo>
                <a:lnTo>
                  <a:pt x="101721" y="21071"/>
                </a:lnTo>
                <a:lnTo>
                  <a:pt x="103007" y="22152"/>
                </a:lnTo>
                <a:lnTo>
                  <a:pt x="101860" y="24608"/>
                </a:lnTo>
                <a:lnTo>
                  <a:pt x="102949" y="25697"/>
                </a:lnTo>
                <a:lnTo>
                  <a:pt x="105477" y="24579"/>
                </a:lnTo>
                <a:lnTo>
                  <a:pt x="106873" y="26399"/>
                </a:lnTo>
                <a:lnTo>
                  <a:pt x="104754" y="31223"/>
                </a:lnTo>
                <a:lnTo>
                  <a:pt x="106332" y="32516"/>
                </a:lnTo>
                <a:lnTo>
                  <a:pt x="109219" y="31741"/>
                </a:lnTo>
                <a:lnTo>
                  <a:pt x="110148" y="33685"/>
                </a:lnTo>
                <a:lnTo>
                  <a:pt x="109424" y="37501"/>
                </a:lnTo>
                <a:lnTo>
                  <a:pt x="109424" y="40051"/>
                </a:lnTo>
                <a:lnTo>
                  <a:pt x="109095" y="41930"/>
                </a:lnTo>
                <a:lnTo>
                  <a:pt x="109614" y="43150"/>
                </a:lnTo>
                <a:lnTo>
                  <a:pt x="112567" y="42339"/>
                </a:lnTo>
                <a:lnTo>
                  <a:pt x="113305" y="43077"/>
                </a:lnTo>
                <a:lnTo>
                  <a:pt x="112852" y="45650"/>
                </a:lnTo>
                <a:lnTo>
                  <a:pt x="113393" y="49538"/>
                </a:lnTo>
                <a:lnTo>
                  <a:pt x="112932" y="53375"/>
                </a:lnTo>
                <a:lnTo>
                  <a:pt x="112932" y="59025"/>
                </a:lnTo>
                <a:lnTo>
                  <a:pt x="113173" y="61473"/>
                </a:lnTo>
                <a:lnTo>
                  <a:pt x="112823" y="64791"/>
                </a:lnTo>
                <a:lnTo>
                  <a:pt x="113641" y="70185"/>
                </a:lnTo>
                <a:lnTo>
                  <a:pt x="112632" y="71011"/>
                </a:lnTo>
                <a:lnTo>
                  <a:pt x="109504" y="70463"/>
                </a:lnTo>
                <a:lnTo>
                  <a:pt x="108883" y="72750"/>
                </a:lnTo>
                <a:lnTo>
                  <a:pt x="109424" y="75717"/>
                </a:lnTo>
                <a:lnTo>
                  <a:pt x="109424" y="78677"/>
                </a:lnTo>
                <a:lnTo>
                  <a:pt x="109746" y="80468"/>
                </a:lnTo>
                <a:lnTo>
                  <a:pt x="109271" y="81703"/>
                </a:lnTo>
                <a:lnTo>
                  <a:pt x="106259" y="80951"/>
                </a:lnTo>
                <a:lnTo>
                  <a:pt x="105338" y="81879"/>
                </a:lnTo>
                <a:lnTo>
                  <a:pt x="106384" y="84100"/>
                </a:lnTo>
                <a:lnTo>
                  <a:pt x="105455" y="85504"/>
                </a:lnTo>
                <a:lnTo>
                  <a:pt x="106508" y="87726"/>
                </a:lnTo>
                <a:lnTo>
                  <a:pt x="105375" y="88859"/>
                </a:lnTo>
                <a:lnTo>
                  <a:pt x="102897" y="87718"/>
                </a:lnTo>
                <a:lnTo>
                  <a:pt x="101874" y="88968"/>
                </a:lnTo>
                <a:lnTo>
                  <a:pt x="103014" y="91219"/>
                </a:lnTo>
                <a:lnTo>
                  <a:pt x="101830" y="92403"/>
                </a:lnTo>
                <a:lnTo>
                  <a:pt x="99492" y="91234"/>
                </a:lnTo>
                <a:lnTo>
                  <a:pt x="98322" y="92403"/>
                </a:lnTo>
                <a:lnTo>
                  <a:pt x="99492" y="94742"/>
                </a:lnTo>
                <a:lnTo>
                  <a:pt x="98322" y="95912"/>
                </a:lnTo>
                <a:lnTo>
                  <a:pt x="95984" y="94742"/>
                </a:lnTo>
                <a:lnTo>
                  <a:pt x="94814" y="95911"/>
                </a:lnTo>
                <a:lnTo>
                  <a:pt x="95984" y="98250"/>
                </a:lnTo>
                <a:lnTo>
                  <a:pt x="94814" y="99420"/>
                </a:lnTo>
                <a:lnTo>
                  <a:pt x="92475" y="98250"/>
                </a:lnTo>
                <a:lnTo>
                  <a:pt x="91306" y="99420"/>
                </a:lnTo>
                <a:lnTo>
                  <a:pt x="92475" y="101758"/>
                </a:lnTo>
                <a:lnTo>
                  <a:pt x="91291" y="102943"/>
                </a:lnTo>
                <a:lnTo>
                  <a:pt x="89040" y="101802"/>
                </a:lnTo>
                <a:lnTo>
                  <a:pt x="87791" y="102826"/>
                </a:lnTo>
                <a:lnTo>
                  <a:pt x="88931" y="105303"/>
                </a:lnTo>
                <a:lnTo>
                  <a:pt x="87798" y="106436"/>
                </a:lnTo>
                <a:lnTo>
                  <a:pt x="85576" y="105384"/>
                </a:lnTo>
                <a:lnTo>
                  <a:pt x="84173" y="106319"/>
                </a:lnTo>
                <a:lnTo>
                  <a:pt x="81951" y="105267"/>
                </a:lnTo>
                <a:lnTo>
                  <a:pt x="81023" y="106195"/>
                </a:lnTo>
                <a:lnTo>
                  <a:pt x="81783" y="109199"/>
                </a:lnTo>
                <a:lnTo>
                  <a:pt x="78341" y="110536"/>
                </a:lnTo>
                <a:lnTo>
                  <a:pt x="73817" y="108088"/>
                </a:lnTo>
                <a:lnTo>
                  <a:pt x="70403" y="109550"/>
                </a:lnTo>
                <a:lnTo>
                  <a:pt x="71207" y="112502"/>
                </a:lnTo>
                <a:lnTo>
                  <a:pt x="70469" y="113241"/>
                </a:lnTo>
                <a:lnTo>
                  <a:pt x="67897" y="112788"/>
                </a:lnTo>
                <a:lnTo>
                  <a:pt x="64001" y="113328"/>
                </a:lnTo>
                <a:lnTo>
                  <a:pt x="60179" y="112868"/>
                </a:lnTo>
                <a:lnTo>
                  <a:pt x="54522" y="112868"/>
                </a:lnTo>
                <a:lnTo>
                  <a:pt x="52073" y="113109"/>
                </a:lnTo>
                <a:lnTo>
                  <a:pt x="48755" y="112758"/>
                </a:lnTo>
                <a:lnTo>
                  <a:pt x="43354" y="1135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5787244" y="9385572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36375" y="99573"/>
                </a:moveTo>
                <a:lnTo>
                  <a:pt x="35549" y="98565"/>
                </a:lnTo>
                <a:lnTo>
                  <a:pt x="36097" y="95437"/>
                </a:lnTo>
                <a:lnTo>
                  <a:pt x="33809" y="94815"/>
                </a:lnTo>
                <a:lnTo>
                  <a:pt x="30842" y="95356"/>
                </a:lnTo>
                <a:lnTo>
                  <a:pt x="28036" y="95356"/>
                </a:lnTo>
                <a:lnTo>
                  <a:pt x="25894" y="95707"/>
                </a:lnTo>
                <a:lnTo>
                  <a:pt x="24754" y="95071"/>
                </a:lnTo>
                <a:lnTo>
                  <a:pt x="25704" y="92286"/>
                </a:lnTo>
                <a:lnTo>
                  <a:pt x="24776" y="91358"/>
                </a:lnTo>
                <a:lnTo>
                  <a:pt x="22130" y="92411"/>
                </a:lnTo>
                <a:lnTo>
                  <a:pt x="21290" y="91146"/>
                </a:lnTo>
                <a:lnTo>
                  <a:pt x="22342" y="88925"/>
                </a:lnTo>
                <a:lnTo>
                  <a:pt x="21173" y="87755"/>
                </a:lnTo>
                <a:lnTo>
                  <a:pt x="18834" y="88924"/>
                </a:lnTo>
                <a:lnTo>
                  <a:pt x="17760" y="87850"/>
                </a:lnTo>
                <a:lnTo>
                  <a:pt x="18812" y="85204"/>
                </a:lnTo>
                <a:lnTo>
                  <a:pt x="17548" y="84364"/>
                </a:lnTo>
                <a:lnTo>
                  <a:pt x="15333" y="85416"/>
                </a:lnTo>
                <a:lnTo>
                  <a:pt x="14156" y="84247"/>
                </a:lnTo>
                <a:lnTo>
                  <a:pt x="15326" y="81908"/>
                </a:lnTo>
                <a:lnTo>
                  <a:pt x="14251" y="80834"/>
                </a:lnTo>
                <a:lnTo>
                  <a:pt x="11606" y="81886"/>
                </a:lnTo>
                <a:lnTo>
                  <a:pt x="10765" y="80622"/>
                </a:lnTo>
                <a:lnTo>
                  <a:pt x="11818" y="78400"/>
                </a:lnTo>
                <a:lnTo>
                  <a:pt x="10648" y="77230"/>
                </a:lnTo>
                <a:lnTo>
                  <a:pt x="8309" y="78400"/>
                </a:lnTo>
                <a:lnTo>
                  <a:pt x="7235" y="77326"/>
                </a:lnTo>
                <a:lnTo>
                  <a:pt x="8288" y="74680"/>
                </a:lnTo>
                <a:lnTo>
                  <a:pt x="7257" y="73993"/>
                </a:lnTo>
                <a:lnTo>
                  <a:pt x="4472" y="74760"/>
                </a:lnTo>
                <a:lnTo>
                  <a:pt x="3471" y="72991"/>
                </a:lnTo>
                <a:lnTo>
                  <a:pt x="4217" y="68840"/>
                </a:lnTo>
                <a:lnTo>
                  <a:pt x="4217" y="66436"/>
                </a:lnTo>
                <a:lnTo>
                  <a:pt x="4545" y="64550"/>
                </a:lnTo>
                <a:lnTo>
                  <a:pt x="4027" y="63337"/>
                </a:lnTo>
                <a:lnTo>
                  <a:pt x="1074" y="64148"/>
                </a:lnTo>
                <a:lnTo>
                  <a:pt x="306" y="63381"/>
                </a:lnTo>
                <a:lnTo>
                  <a:pt x="825" y="60866"/>
                </a:lnTo>
                <a:lnTo>
                  <a:pt x="95" y="57102"/>
                </a:lnTo>
                <a:lnTo>
                  <a:pt x="708" y="52995"/>
                </a:lnTo>
                <a:lnTo>
                  <a:pt x="708" y="47470"/>
                </a:lnTo>
                <a:lnTo>
                  <a:pt x="467" y="45014"/>
                </a:lnTo>
                <a:lnTo>
                  <a:pt x="818" y="41703"/>
                </a:lnTo>
                <a:lnTo>
                  <a:pt x="0" y="36309"/>
                </a:lnTo>
                <a:lnTo>
                  <a:pt x="1045" y="35447"/>
                </a:lnTo>
                <a:lnTo>
                  <a:pt x="4092" y="36076"/>
                </a:lnTo>
                <a:lnTo>
                  <a:pt x="4524" y="34848"/>
                </a:lnTo>
                <a:lnTo>
                  <a:pt x="4217" y="33152"/>
                </a:lnTo>
                <a:lnTo>
                  <a:pt x="4217" y="31427"/>
                </a:lnTo>
                <a:lnTo>
                  <a:pt x="3873" y="29403"/>
                </a:lnTo>
                <a:lnTo>
                  <a:pt x="4567" y="28007"/>
                </a:lnTo>
                <a:lnTo>
                  <a:pt x="3676" y="25741"/>
                </a:lnTo>
                <a:lnTo>
                  <a:pt x="4801" y="24615"/>
                </a:lnTo>
                <a:lnTo>
                  <a:pt x="7140" y="25785"/>
                </a:lnTo>
                <a:lnTo>
                  <a:pt x="8309" y="24615"/>
                </a:lnTo>
                <a:lnTo>
                  <a:pt x="7140" y="22277"/>
                </a:lnTo>
                <a:lnTo>
                  <a:pt x="8244" y="21173"/>
                </a:lnTo>
                <a:lnTo>
                  <a:pt x="10809" y="22269"/>
                </a:lnTo>
                <a:lnTo>
                  <a:pt x="11737" y="21005"/>
                </a:lnTo>
                <a:lnTo>
                  <a:pt x="10641" y="18776"/>
                </a:lnTo>
                <a:lnTo>
                  <a:pt x="11723" y="17694"/>
                </a:lnTo>
                <a:lnTo>
                  <a:pt x="14368" y="18746"/>
                </a:lnTo>
                <a:lnTo>
                  <a:pt x="15245" y="17423"/>
                </a:lnTo>
                <a:lnTo>
                  <a:pt x="14156" y="15370"/>
                </a:lnTo>
                <a:lnTo>
                  <a:pt x="15238" y="14083"/>
                </a:lnTo>
                <a:lnTo>
                  <a:pt x="17694" y="15231"/>
                </a:lnTo>
                <a:lnTo>
                  <a:pt x="18841" y="14083"/>
                </a:lnTo>
                <a:lnTo>
                  <a:pt x="17672" y="11781"/>
                </a:lnTo>
                <a:lnTo>
                  <a:pt x="18805" y="10575"/>
                </a:lnTo>
                <a:lnTo>
                  <a:pt x="21180" y="11745"/>
                </a:lnTo>
                <a:lnTo>
                  <a:pt x="22342" y="10583"/>
                </a:lnTo>
                <a:lnTo>
                  <a:pt x="21173" y="8244"/>
                </a:lnTo>
                <a:lnTo>
                  <a:pt x="22342" y="7074"/>
                </a:lnTo>
                <a:lnTo>
                  <a:pt x="24681" y="8244"/>
                </a:lnTo>
                <a:lnTo>
                  <a:pt x="25697" y="7228"/>
                </a:lnTo>
                <a:lnTo>
                  <a:pt x="24761" y="4421"/>
                </a:lnTo>
                <a:lnTo>
                  <a:pt x="26647" y="3412"/>
                </a:lnTo>
                <a:lnTo>
                  <a:pt x="30674" y="4151"/>
                </a:lnTo>
                <a:lnTo>
                  <a:pt x="33305" y="4151"/>
                </a:lnTo>
                <a:lnTo>
                  <a:pt x="34840" y="4370"/>
                </a:lnTo>
                <a:lnTo>
                  <a:pt x="35790" y="4144"/>
                </a:lnTo>
                <a:lnTo>
                  <a:pt x="36112" y="4056"/>
                </a:lnTo>
                <a:lnTo>
                  <a:pt x="35512" y="920"/>
                </a:lnTo>
                <a:lnTo>
                  <a:pt x="36199" y="233"/>
                </a:lnTo>
                <a:lnTo>
                  <a:pt x="38699" y="760"/>
                </a:lnTo>
                <a:lnTo>
                  <a:pt x="41432" y="204"/>
                </a:lnTo>
                <a:lnTo>
                  <a:pt x="44136" y="635"/>
                </a:lnTo>
                <a:lnTo>
                  <a:pt x="56554" y="635"/>
                </a:lnTo>
                <a:lnTo>
                  <a:pt x="60698" y="0"/>
                </a:lnTo>
                <a:lnTo>
                  <a:pt x="64133" y="686"/>
                </a:lnTo>
                <a:lnTo>
                  <a:pt x="63607" y="3895"/>
                </a:lnTo>
                <a:lnTo>
                  <a:pt x="64286" y="4575"/>
                </a:lnTo>
                <a:lnTo>
                  <a:pt x="66742" y="3990"/>
                </a:lnTo>
                <a:lnTo>
                  <a:pt x="69395" y="4648"/>
                </a:lnTo>
                <a:lnTo>
                  <a:pt x="72494" y="3281"/>
                </a:lnTo>
                <a:lnTo>
                  <a:pt x="74833" y="4348"/>
                </a:lnTo>
                <a:lnTo>
                  <a:pt x="73992" y="7272"/>
                </a:lnTo>
                <a:lnTo>
                  <a:pt x="74964" y="8236"/>
                </a:lnTo>
                <a:lnTo>
                  <a:pt x="77303" y="7067"/>
                </a:lnTo>
                <a:lnTo>
                  <a:pt x="78472" y="8236"/>
                </a:lnTo>
                <a:lnTo>
                  <a:pt x="77303" y="10575"/>
                </a:lnTo>
                <a:lnTo>
                  <a:pt x="78458" y="11730"/>
                </a:lnTo>
                <a:lnTo>
                  <a:pt x="80855" y="10568"/>
                </a:lnTo>
                <a:lnTo>
                  <a:pt x="81966" y="11781"/>
                </a:lnTo>
                <a:lnTo>
                  <a:pt x="80797" y="14069"/>
                </a:lnTo>
                <a:lnTo>
                  <a:pt x="81886" y="15158"/>
                </a:lnTo>
                <a:lnTo>
                  <a:pt x="84531" y="14106"/>
                </a:lnTo>
                <a:lnTo>
                  <a:pt x="85379" y="15384"/>
                </a:lnTo>
                <a:lnTo>
                  <a:pt x="84319" y="17570"/>
                </a:lnTo>
                <a:lnTo>
                  <a:pt x="85474" y="18768"/>
                </a:lnTo>
                <a:lnTo>
                  <a:pt x="87827" y="17599"/>
                </a:lnTo>
                <a:lnTo>
                  <a:pt x="88902" y="18666"/>
                </a:lnTo>
                <a:lnTo>
                  <a:pt x="87849" y="21312"/>
                </a:lnTo>
                <a:lnTo>
                  <a:pt x="89114" y="22152"/>
                </a:lnTo>
                <a:lnTo>
                  <a:pt x="91336" y="21100"/>
                </a:lnTo>
                <a:lnTo>
                  <a:pt x="92505" y="22269"/>
                </a:lnTo>
                <a:lnTo>
                  <a:pt x="91336" y="24608"/>
                </a:lnTo>
                <a:lnTo>
                  <a:pt x="92410" y="25683"/>
                </a:lnTo>
                <a:lnTo>
                  <a:pt x="95056" y="24630"/>
                </a:lnTo>
                <a:lnTo>
                  <a:pt x="95976" y="26011"/>
                </a:lnTo>
                <a:lnTo>
                  <a:pt x="94939" y="27846"/>
                </a:lnTo>
                <a:lnTo>
                  <a:pt x="96166" y="29987"/>
                </a:lnTo>
                <a:lnTo>
                  <a:pt x="94339" y="34826"/>
                </a:lnTo>
                <a:lnTo>
                  <a:pt x="95699" y="35937"/>
                </a:lnTo>
                <a:lnTo>
                  <a:pt x="98885" y="35462"/>
                </a:lnTo>
                <a:lnTo>
                  <a:pt x="99382" y="37830"/>
                </a:lnTo>
                <a:lnTo>
                  <a:pt x="98936" y="40578"/>
                </a:lnTo>
                <a:lnTo>
                  <a:pt x="98936" y="58791"/>
                </a:lnTo>
                <a:lnTo>
                  <a:pt x="99507" y="61853"/>
                </a:lnTo>
                <a:lnTo>
                  <a:pt x="98834" y="64126"/>
                </a:lnTo>
                <a:lnTo>
                  <a:pt x="95728" y="63483"/>
                </a:lnTo>
                <a:lnTo>
                  <a:pt x="94953" y="64258"/>
                </a:lnTo>
                <a:lnTo>
                  <a:pt x="95662" y="66626"/>
                </a:lnTo>
                <a:lnTo>
                  <a:pt x="94719" y="69337"/>
                </a:lnTo>
                <a:lnTo>
                  <a:pt x="96276" y="72319"/>
                </a:lnTo>
                <a:lnTo>
                  <a:pt x="95238" y="74745"/>
                </a:lnTo>
                <a:lnTo>
                  <a:pt x="92286" y="73942"/>
                </a:lnTo>
                <a:lnTo>
                  <a:pt x="91321" y="74906"/>
                </a:lnTo>
                <a:lnTo>
                  <a:pt x="92439" y="77135"/>
                </a:lnTo>
                <a:lnTo>
                  <a:pt x="91474" y="78400"/>
                </a:lnTo>
                <a:lnTo>
                  <a:pt x="88938" y="77282"/>
                </a:lnTo>
                <a:lnTo>
                  <a:pt x="87827" y="78400"/>
                </a:lnTo>
                <a:lnTo>
                  <a:pt x="88997" y="80739"/>
                </a:lnTo>
                <a:lnTo>
                  <a:pt x="87827" y="81908"/>
                </a:lnTo>
                <a:lnTo>
                  <a:pt x="85489" y="80739"/>
                </a:lnTo>
                <a:lnTo>
                  <a:pt x="84312" y="81915"/>
                </a:lnTo>
                <a:lnTo>
                  <a:pt x="85481" y="84225"/>
                </a:lnTo>
                <a:lnTo>
                  <a:pt x="84334" y="85424"/>
                </a:lnTo>
                <a:lnTo>
                  <a:pt x="81973" y="84254"/>
                </a:lnTo>
                <a:lnTo>
                  <a:pt x="80811" y="85416"/>
                </a:lnTo>
                <a:lnTo>
                  <a:pt x="81981" y="87755"/>
                </a:lnTo>
                <a:lnTo>
                  <a:pt x="80811" y="88925"/>
                </a:lnTo>
                <a:lnTo>
                  <a:pt x="78472" y="87755"/>
                </a:lnTo>
                <a:lnTo>
                  <a:pt x="77318" y="88910"/>
                </a:lnTo>
                <a:lnTo>
                  <a:pt x="78480" y="91307"/>
                </a:lnTo>
                <a:lnTo>
                  <a:pt x="77267" y="92418"/>
                </a:lnTo>
                <a:lnTo>
                  <a:pt x="74972" y="91256"/>
                </a:lnTo>
                <a:lnTo>
                  <a:pt x="73890" y="92338"/>
                </a:lnTo>
                <a:lnTo>
                  <a:pt x="74942" y="94983"/>
                </a:lnTo>
                <a:lnTo>
                  <a:pt x="73590" y="95882"/>
                </a:lnTo>
                <a:lnTo>
                  <a:pt x="71756" y="94991"/>
                </a:lnTo>
                <a:lnTo>
                  <a:pt x="68876" y="96182"/>
                </a:lnTo>
                <a:lnTo>
                  <a:pt x="65836" y="94508"/>
                </a:lnTo>
                <a:lnTo>
                  <a:pt x="63409" y="95546"/>
                </a:lnTo>
                <a:lnTo>
                  <a:pt x="64221" y="98491"/>
                </a:lnTo>
                <a:lnTo>
                  <a:pt x="63461" y="99259"/>
                </a:lnTo>
                <a:lnTo>
                  <a:pt x="60932" y="98755"/>
                </a:lnTo>
                <a:lnTo>
                  <a:pt x="57131" y="99449"/>
                </a:lnTo>
                <a:lnTo>
                  <a:pt x="53097" y="98864"/>
                </a:lnTo>
                <a:lnTo>
                  <a:pt x="47535" y="98864"/>
                </a:lnTo>
                <a:lnTo>
                  <a:pt x="45087" y="99106"/>
                </a:lnTo>
                <a:lnTo>
                  <a:pt x="41769" y="98755"/>
                </a:lnTo>
                <a:lnTo>
                  <a:pt x="36375" y="995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5584144" y="939237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2326" y="85461"/>
                </a:moveTo>
                <a:lnTo>
                  <a:pt x="31419" y="84555"/>
                </a:lnTo>
                <a:lnTo>
                  <a:pt x="32472" y="81909"/>
                </a:lnTo>
                <a:lnTo>
                  <a:pt x="31142" y="81024"/>
                </a:lnTo>
                <a:lnTo>
                  <a:pt x="29285" y="81858"/>
                </a:lnTo>
                <a:lnTo>
                  <a:pt x="27166" y="81083"/>
                </a:lnTo>
                <a:lnTo>
                  <a:pt x="22152" y="82471"/>
                </a:lnTo>
                <a:lnTo>
                  <a:pt x="20961" y="81024"/>
                </a:lnTo>
                <a:lnTo>
                  <a:pt x="21911" y="78371"/>
                </a:lnTo>
                <a:lnTo>
                  <a:pt x="20676" y="77574"/>
                </a:lnTo>
                <a:lnTo>
                  <a:pt x="18461" y="78612"/>
                </a:lnTo>
                <a:lnTo>
                  <a:pt x="17387" y="77538"/>
                </a:lnTo>
                <a:lnTo>
                  <a:pt x="18439" y="74892"/>
                </a:lnTo>
                <a:lnTo>
                  <a:pt x="17124" y="74015"/>
                </a:lnTo>
                <a:lnTo>
                  <a:pt x="15041" y="75104"/>
                </a:lnTo>
                <a:lnTo>
                  <a:pt x="13776" y="74000"/>
                </a:lnTo>
                <a:lnTo>
                  <a:pt x="14931" y="71574"/>
                </a:lnTo>
                <a:lnTo>
                  <a:pt x="13879" y="70522"/>
                </a:lnTo>
                <a:lnTo>
                  <a:pt x="11233" y="71574"/>
                </a:lnTo>
                <a:lnTo>
                  <a:pt x="10392" y="70310"/>
                </a:lnTo>
                <a:lnTo>
                  <a:pt x="11445" y="68088"/>
                </a:lnTo>
                <a:lnTo>
                  <a:pt x="10275" y="66918"/>
                </a:lnTo>
                <a:lnTo>
                  <a:pt x="7937" y="68088"/>
                </a:lnTo>
                <a:lnTo>
                  <a:pt x="6862" y="67013"/>
                </a:lnTo>
                <a:lnTo>
                  <a:pt x="7915" y="64368"/>
                </a:lnTo>
                <a:lnTo>
                  <a:pt x="6892" y="63688"/>
                </a:lnTo>
                <a:lnTo>
                  <a:pt x="4092" y="64441"/>
                </a:lnTo>
                <a:lnTo>
                  <a:pt x="3098" y="62657"/>
                </a:lnTo>
                <a:lnTo>
                  <a:pt x="3844" y="58550"/>
                </a:lnTo>
                <a:lnTo>
                  <a:pt x="3844" y="55970"/>
                </a:lnTo>
                <a:lnTo>
                  <a:pt x="4107" y="54435"/>
                </a:lnTo>
                <a:lnTo>
                  <a:pt x="3756" y="53141"/>
                </a:lnTo>
                <a:lnTo>
                  <a:pt x="621" y="53755"/>
                </a:lnTo>
                <a:lnTo>
                  <a:pt x="0" y="53141"/>
                </a:lnTo>
                <a:lnTo>
                  <a:pt x="358" y="50474"/>
                </a:lnTo>
                <a:lnTo>
                  <a:pt x="270" y="48800"/>
                </a:lnTo>
                <a:lnTo>
                  <a:pt x="401" y="47623"/>
                </a:lnTo>
                <a:lnTo>
                  <a:pt x="131" y="42990"/>
                </a:lnTo>
                <a:lnTo>
                  <a:pt x="336" y="39423"/>
                </a:lnTo>
                <a:lnTo>
                  <a:pt x="336" y="35082"/>
                </a:lnTo>
                <a:lnTo>
                  <a:pt x="0" y="33203"/>
                </a:lnTo>
                <a:lnTo>
                  <a:pt x="526" y="31990"/>
                </a:lnTo>
                <a:lnTo>
                  <a:pt x="3471" y="32801"/>
                </a:lnTo>
                <a:lnTo>
                  <a:pt x="4341" y="31932"/>
                </a:lnTo>
                <a:lnTo>
                  <a:pt x="3573" y="29600"/>
                </a:lnTo>
                <a:lnTo>
                  <a:pt x="4334" y="27678"/>
                </a:lnTo>
                <a:lnTo>
                  <a:pt x="2886" y="22686"/>
                </a:lnTo>
                <a:lnTo>
                  <a:pt x="4487" y="21378"/>
                </a:lnTo>
                <a:lnTo>
                  <a:pt x="6775" y="22503"/>
                </a:lnTo>
                <a:lnTo>
                  <a:pt x="7929" y="21297"/>
                </a:lnTo>
                <a:lnTo>
                  <a:pt x="6760" y="18988"/>
                </a:lnTo>
                <a:lnTo>
                  <a:pt x="7886" y="17855"/>
                </a:lnTo>
                <a:lnTo>
                  <a:pt x="10392" y="18988"/>
                </a:lnTo>
                <a:lnTo>
                  <a:pt x="11386" y="17724"/>
                </a:lnTo>
                <a:lnTo>
                  <a:pt x="10261" y="15487"/>
                </a:lnTo>
                <a:lnTo>
                  <a:pt x="11350" y="14398"/>
                </a:lnTo>
                <a:lnTo>
                  <a:pt x="13996" y="15451"/>
                </a:lnTo>
                <a:lnTo>
                  <a:pt x="14873" y="14128"/>
                </a:lnTo>
                <a:lnTo>
                  <a:pt x="13784" y="12074"/>
                </a:lnTo>
                <a:lnTo>
                  <a:pt x="14865" y="10788"/>
                </a:lnTo>
                <a:lnTo>
                  <a:pt x="17321" y="11935"/>
                </a:lnTo>
                <a:lnTo>
                  <a:pt x="18388" y="10868"/>
                </a:lnTo>
                <a:lnTo>
                  <a:pt x="17299" y="8288"/>
                </a:lnTo>
                <a:lnTo>
                  <a:pt x="18564" y="7374"/>
                </a:lnTo>
                <a:lnTo>
                  <a:pt x="20793" y="8463"/>
                </a:lnTo>
                <a:lnTo>
                  <a:pt x="21874" y="7382"/>
                </a:lnTo>
                <a:lnTo>
                  <a:pt x="20822" y="4736"/>
                </a:lnTo>
                <a:lnTo>
                  <a:pt x="22042" y="3925"/>
                </a:lnTo>
                <a:lnTo>
                  <a:pt x="24096" y="4517"/>
                </a:lnTo>
                <a:lnTo>
                  <a:pt x="25960" y="4166"/>
                </a:lnTo>
                <a:lnTo>
                  <a:pt x="27312" y="4363"/>
                </a:lnTo>
                <a:lnTo>
                  <a:pt x="29424" y="4363"/>
                </a:lnTo>
                <a:lnTo>
                  <a:pt x="30886" y="4582"/>
                </a:lnTo>
                <a:lnTo>
                  <a:pt x="31909" y="4363"/>
                </a:lnTo>
                <a:lnTo>
                  <a:pt x="32223" y="4283"/>
                </a:lnTo>
                <a:lnTo>
                  <a:pt x="31631" y="1133"/>
                </a:lnTo>
                <a:lnTo>
                  <a:pt x="32238" y="526"/>
                </a:lnTo>
                <a:lnTo>
                  <a:pt x="34906" y="877"/>
                </a:lnTo>
                <a:lnTo>
                  <a:pt x="36579" y="796"/>
                </a:lnTo>
                <a:lnTo>
                  <a:pt x="41308" y="745"/>
                </a:lnTo>
                <a:lnTo>
                  <a:pt x="45679" y="1176"/>
                </a:lnTo>
                <a:lnTo>
                  <a:pt x="49823" y="0"/>
                </a:lnTo>
                <a:lnTo>
                  <a:pt x="53287" y="942"/>
                </a:lnTo>
                <a:lnTo>
                  <a:pt x="52673" y="4078"/>
                </a:lnTo>
                <a:lnTo>
                  <a:pt x="53287" y="4692"/>
                </a:lnTo>
                <a:lnTo>
                  <a:pt x="55955" y="4334"/>
                </a:lnTo>
                <a:lnTo>
                  <a:pt x="57321" y="4407"/>
                </a:lnTo>
                <a:lnTo>
                  <a:pt x="59214" y="3998"/>
                </a:lnTo>
                <a:lnTo>
                  <a:pt x="60676" y="4699"/>
                </a:lnTo>
                <a:lnTo>
                  <a:pt x="62949" y="3829"/>
                </a:lnTo>
                <a:lnTo>
                  <a:pt x="63972" y="4852"/>
                </a:lnTo>
                <a:lnTo>
                  <a:pt x="62920" y="7498"/>
                </a:lnTo>
                <a:lnTo>
                  <a:pt x="64184" y="8339"/>
                </a:lnTo>
                <a:lnTo>
                  <a:pt x="66406" y="7286"/>
                </a:lnTo>
                <a:lnTo>
                  <a:pt x="67575" y="8456"/>
                </a:lnTo>
                <a:lnTo>
                  <a:pt x="66406" y="10794"/>
                </a:lnTo>
                <a:lnTo>
                  <a:pt x="67480" y="11869"/>
                </a:lnTo>
                <a:lnTo>
                  <a:pt x="70126" y="10817"/>
                </a:lnTo>
                <a:lnTo>
                  <a:pt x="70967" y="12081"/>
                </a:lnTo>
                <a:lnTo>
                  <a:pt x="69914" y="14310"/>
                </a:lnTo>
                <a:lnTo>
                  <a:pt x="71091" y="15472"/>
                </a:lnTo>
                <a:lnTo>
                  <a:pt x="73422" y="14303"/>
                </a:lnTo>
                <a:lnTo>
                  <a:pt x="74497" y="15377"/>
                </a:lnTo>
                <a:lnTo>
                  <a:pt x="73444" y="18023"/>
                </a:lnTo>
                <a:lnTo>
                  <a:pt x="74709" y="18864"/>
                </a:lnTo>
                <a:lnTo>
                  <a:pt x="76930" y="17811"/>
                </a:lnTo>
                <a:lnTo>
                  <a:pt x="78092" y="18980"/>
                </a:lnTo>
                <a:lnTo>
                  <a:pt x="76923" y="21319"/>
                </a:lnTo>
                <a:lnTo>
                  <a:pt x="77997" y="22394"/>
                </a:lnTo>
                <a:lnTo>
                  <a:pt x="80643" y="21341"/>
                </a:lnTo>
                <a:lnTo>
                  <a:pt x="81557" y="22715"/>
                </a:lnTo>
                <a:lnTo>
                  <a:pt x="80585" y="24528"/>
                </a:lnTo>
                <a:lnTo>
                  <a:pt x="81637" y="26691"/>
                </a:lnTo>
                <a:lnTo>
                  <a:pt x="79978" y="31588"/>
                </a:lnTo>
                <a:lnTo>
                  <a:pt x="81352" y="32706"/>
                </a:lnTo>
                <a:lnTo>
                  <a:pt x="84400" y="32078"/>
                </a:lnTo>
                <a:lnTo>
                  <a:pt x="84831" y="33305"/>
                </a:lnTo>
                <a:lnTo>
                  <a:pt x="84524" y="35001"/>
                </a:lnTo>
                <a:lnTo>
                  <a:pt x="84634" y="41849"/>
                </a:lnTo>
                <a:lnTo>
                  <a:pt x="84203" y="46198"/>
                </a:lnTo>
                <a:lnTo>
                  <a:pt x="85379" y="50342"/>
                </a:lnTo>
                <a:lnTo>
                  <a:pt x="84436" y="53799"/>
                </a:lnTo>
                <a:lnTo>
                  <a:pt x="81301" y="53185"/>
                </a:lnTo>
                <a:lnTo>
                  <a:pt x="80680" y="53806"/>
                </a:lnTo>
                <a:lnTo>
                  <a:pt x="81038" y="56467"/>
                </a:lnTo>
                <a:lnTo>
                  <a:pt x="80972" y="57834"/>
                </a:lnTo>
                <a:lnTo>
                  <a:pt x="81381" y="59726"/>
                </a:lnTo>
                <a:lnTo>
                  <a:pt x="80680" y="61188"/>
                </a:lnTo>
                <a:lnTo>
                  <a:pt x="81549" y="63461"/>
                </a:lnTo>
                <a:lnTo>
                  <a:pt x="80526" y="64484"/>
                </a:lnTo>
                <a:lnTo>
                  <a:pt x="77881" y="63432"/>
                </a:lnTo>
                <a:lnTo>
                  <a:pt x="77040" y="64696"/>
                </a:lnTo>
                <a:lnTo>
                  <a:pt x="78092" y="66918"/>
                </a:lnTo>
                <a:lnTo>
                  <a:pt x="76923" y="68088"/>
                </a:lnTo>
                <a:lnTo>
                  <a:pt x="74584" y="66918"/>
                </a:lnTo>
                <a:lnTo>
                  <a:pt x="73517" y="67993"/>
                </a:lnTo>
                <a:lnTo>
                  <a:pt x="74570" y="70638"/>
                </a:lnTo>
                <a:lnTo>
                  <a:pt x="73305" y="71472"/>
                </a:lnTo>
                <a:lnTo>
                  <a:pt x="71076" y="70427"/>
                </a:lnTo>
                <a:lnTo>
                  <a:pt x="69914" y="71603"/>
                </a:lnTo>
                <a:lnTo>
                  <a:pt x="71084" y="73935"/>
                </a:lnTo>
                <a:lnTo>
                  <a:pt x="70009" y="75009"/>
                </a:lnTo>
                <a:lnTo>
                  <a:pt x="67363" y="73957"/>
                </a:lnTo>
                <a:lnTo>
                  <a:pt x="66523" y="75221"/>
                </a:lnTo>
                <a:lnTo>
                  <a:pt x="67575" y="77443"/>
                </a:lnTo>
                <a:lnTo>
                  <a:pt x="66406" y="78613"/>
                </a:lnTo>
                <a:lnTo>
                  <a:pt x="64067" y="77443"/>
                </a:lnTo>
                <a:lnTo>
                  <a:pt x="62993" y="78517"/>
                </a:lnTo>
                <a:lnTo>
                  <a:pt x="64045" y="81163"/>
                </a:lnTo>
                <a:lnTo>
                  <a:pt x="62679" y="82077"/>
                </a:lnTo>
                <a:lnTo>
                  <a:pt x="60859" y="81105"/>
                </a:lnTo>
                <a:lnTo>
                  <a:pt x="58703" y="82157"/>
                </a:lnTo>
                <a:lnTo>
                  <a:pt x="53806" y="80505"/>
                </a:lnTo>
                <a:lnTo>
                  <a:pt x="52680" y="81872"/>
                </a:lnTo>
                <a:lnTo>
                  <a:pt x="53309" y="84920"/>
                </a:lnTo>
                <a:lnTo>
                  <a:pt x="52081" y="85351"/>
                </a:lnTo>
                <a:lnTo>
                  <a:pt x="50385" y="85044"/>
                </a:lnTo>
                <a:lnTo>
                  <a:pt x="37866" y="85044"/>
                </a:lnTo>
                <a:lnTo>
                  <a:pt x="36455" y="85271"/>
                </a:lnTo>
                <a:lnTo>
                  <a:pt x="34811" y="84913"/>
                </a:lnTo>
                <a:lnTo>
                  <a:pt x="32326" y="85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7" name="object 267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5383932" y="9403069"/>
            <a:ext cx="64257" cy="64411"/>
          </a:xfrm>
          <a:prstGeom prst="rect">
            <a:avLst/>
          </a:prstGeom>
        </p:spPr>
      </p:pic>
      <p:sp>
        <p:nvSpPr>
          <p:cNvPr id="268" name="object 268"/>
          <p:cNvSpPr/>
          <p:nvPr/>
        </p:nvSpPr>
        <p:spPr>
          <a:xfrm>
            <a:off x="15180642" y="9410020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19557" y="50554"/>
                </a:moveTo>
                <a:lnTo>
                  <a:pt x="17496" y="49670"/>
                </a:lnTo>
                <a:lnTo>
                  <a:pt x="18308" y="46717"/>
                </a:lnTo>
                <a:lnTo>
                  <a:pt x="17387" y="45803"/>
                </a:lnTo>
                <a:lnTo>
                  <a:pt x="15136" y="46717"/>
                </a:lnTo>
                <a:lnTo>
                  <a:pt x="13718" y="45986"/>
                </a:lnTo>
                <a:lnTo>
                  <a:pt x="11467" y="46892"/>
                </a:lnTo>
                <a:lnTo>
                  <a:pt x="10429" y="45862"/>
                </a:lnTo>
                <a:lnTo>
                  <a:pt x="11481" y="43216"/>
                </a:lnTo>
                <a:lnTo>
                  <a:pt x="10210" y="42368"/>
                </a:lnTo>
                <a:lnTo>
                  <a:pt x="8010" y="43428"/>
                </a:lnTo>
                <a:lnTo>
                  <a:pt x="6826" y="42266"/>
                </a:lnTo>
                <a:lnTo>
                  <a:pt x="7995" y="39920"/>
                </a:lnTo>
                <a:lnTo>
                  <a:pt x="6921" y="38845"/>
                </a:lnTo>
                <a:lnTo>
                  <a:pt x="4275" y="39898"/>
                </a:lnTo>
                <a:lnTo>
                  <a:pt x="3354" y="38516"/>
                </a:lnTo>
                <a:lnTo>
                  <a:pt x="4385" y="36689"/>
                </a:lnTo>
                <a:lnTo>
                  <a:pt x="3508" y="35118"/>
                </a:lnTo>
                <a:lnTo>
                  <a:pt x="4465" y="32881"/>
                </a:lnTo>
                <a:lnTo>
                  <a:pt x="3413" y="31836"/>
                </a:lnTo>
                <a:lnTo>
                  <a:pt x="767" y="32889"/>
                </a:lnTo>
                <a:lnTo>
                  <a:pt x="0" y="31734"/>
                </a:lnTo>
                <a:lnTo>
                  <a:pt x="460" y="29548"/>
                </a:lnTo>
                <a:lnTo>
                  <a:pt x="182" y="26530"/>
                </a:lnTo>
                <a:lnTo>
                  <a:pt x="394" y="24104"/>
                </a:lnTo>
                <a:lnTo>
                  <a:pt x="394" y="20793"/>
                </a:lnTo>
                <a:lnTo>
                  <a:pt x="131" y="19265"/>
                </a:lnTo>
                <a:lnTo>
                  <a:pt x="482" y="17964"/>
                </a:lnTo>
                <a:lnTo>
                  <a:pt x="3617" y="18578"/>
                </a:lnTo>
                <a:lnTo>
                  <a:pt x="4231" y="17964"/>
                </a:lnTo>
                <a:lnTo>
                  <a:pt x="3880" y="15297"/>
                </a:lnTo>
                <a:lnTo>
                  <a:pt x="3939" y="14105"/>
                </a:lnTo>
                <a:lnTo>
                  <a:pt x="3530" y="11825"/>
                </a:lnTo>
                <a:lnTo>
                  <a:pt x="4290" y="10707"/>
                </a:lnTo>
                <a:lnTo>
                  <a:pt x="6913" y="11774"/>
                </a:lnTo>
                <a:lnTo>
                  <a:pt x="7900" y="10787"/>
                </a:lnTo>
                <a:lnTo>
                  <a:pt x="6848" y="8141"/>
                </a:lnTo>
                <a:lnTo>
                  <a:pt x="8222" y="7228"/>
                </a:lnTo>
                <a:lnTo>
                  <a:pt x="10100" y="8302"/>
                </a:lnTo>
                <a:lnTo>
                  <a:pt x="11474" y="7410"/>
                </a:lnTo>
                <a:lnTo>
                  <a:pt x="10436" y="4743"/>
                </a:lnTo>
                <a:lnTo>
                  <a:pt x="11247" y="3931"/>
                </a:lnTo>
                <a:lnTo>
                  <a:pt x="13915" y="4290"/>
                </a:lnTo>
                <a:lnTo>
                  <a:pt x="15399" y="4187"/>
                </a:lnTo>
                <a:lnTo>
                  <a:pt x="17029" y="4553"/>
                </a:lnTo>
                <a:lnTo>
                  <a:pt x="17935" y="4253"/>
                </a:lnTo>
                <a:lnTo>
                  <a:pt x="18161" y="4173"/>
                </a:lnTo>
                <a:lnTo>
                  <a:pt x="17730" y="760"/>
                </a:lnTo>
                <a:lnTo>
                  <a:pt x="20062" y="555"/>
                </a:lnTo>
                <a:lnTo>
                  <a:pt x="22839" y="438"/>
                </a:lnTo>
                <a:lnTo>
                  <a:pt x="26025" y="898"/>
                </a:lnTo>
                <a:lnTo>
                  <a:pt x="31361" y="0"/>
                </a:lnTo>
                <a:lnTo>
                  <a:pt x="32296" y="1147"/>
                </a:lnTo>
                <a:lnTo>
                  <a:pt x="31544" y="4056"/>
                </a:lnTo>
                <a:lnTo>
                  <a:pt x="33239" y="4838"/>
                </a:lnTo>
                <a:lnTo>
                  <a:pt x="38158" y="3245"/>
                </a:lnTo>
                <a:lnTo>
                  <a:pt x="39510" y="4904"/>
                </a:lnTo>
                <a:lnTo>
                  <a:pt x="38384" y="7191"/>
                </a:lnTo>
                <a:lnTo>
                  <a:pt x="39590" y="8339"/>
                </a:lnTo>
                <a:lnTo>
                  <a:pt x="41900" y="7169"/>
                </a:lnTo>
                <a:lnTo>
                  <a:pt x="43084" y="8361"/>
                </a:lnTo>
                <a:lnTo>
                  <a:pt x="41922" y="10641"/>
                </a:lnTo>
                <a:lnTo>
                  <a:pt x="43018" y="11869"/>
                </a:lnTo>
                <a:lnTo>
                  <a:pt x="45430" y="10699"/>
                </a:lnTo>
                <a:lnTo>
                  <a:pt x="46322" y="11599"/>
                </a:lnTo>
                <a:lnTo>
                  <a:pt x="45963" y="14266"/>
                </a:lnTo>
                <a:lnTo>
                  <a:pt x="46029" y="15574"/>
                </a:lnTo>
                <a:lnTo>
                  <a:pt x="45620" y="17606"/>
                </a:lnTo>
                <a:lnTo>
                  <a:pt x="46270" y="18798"/>
                </a:lnTo>
                <a:lnTo>
                  <a:pt x="49062" y="17855"/>
                </a:lnTo>
                <a:lnTo>
                  <a:pt x="49859" y="18651"/>
                </a:lnTo>
                <a:lnTo>
                  <a:pt x="49435" y="21246"/>
                </a:lnTo>
                <a:lnTo>
                  <a:pt x="49713" y="23687"/>
                </a:lnTo>
                <a:lnTo>
                  <a:pt x="49961" y="26969"/>
                </a:lnTo>
                <a:lnTo>
                  <a:pt x="49347" y="29432"/>
                </a:lnTo>
                <a:lnTo>
                  <a:pt x="49932" y="31895"/>
                </a:lnTo>
                <a:lnTo>
                  <a:pt x="49150" y="32669"/>
                </a:lnTo>
                <a:lnTo>
                  <a:pt x="46153" y="31895"/>
                </a:lnTo>
                <a:lnTo>
                  <a:pt x="45196" y="34328"/>
                </a:lnTo>
                <a:lnTo>
                  <a:pt x="46840" y="37347"/>
                </a:lnTo>
                <a:lnTo>
                  <a:pt x="45803" y="39773"/>
                </a:lnTo>
                <a:lnTo>
                  <a:pt x="42850" y="38962"/>
                </a:lnTo>
                <a:lnTo>
                  <a:pt x="41900" y="39920"/>
                </a:lnTo>
                <a:lnTo>
                  <a:pt x="43069" y="42251"/>
                </a:lnTo>
                <a:lnTo>
                  <a:pt x="41907" y="43428"/>
                </a:lnTo>
                <a:lnTo>
                  <a:pt x="39561" y="42258"/>
                </a:lnTo>
                <a:lnTo>
                  <a:pt x="38611" y="43208"/>
                </a:lnTo>
                <a:lnTo>
                  <a:pt x="39422" y="46161"/>
                </a:lnTo>
                <a:lnTo>
                  <a:pt x="37003" y="47199"/>
                </a:lnTo>
                <a:lnTo>
                  <a:pt x="33933" y="45489"/>
                </a:lnTo>
                <a:lnTo>
                  <a:pt x="31522" y="46541"/>
                </a:lnTo>
                <a:lnTo>
                  <a:pt x="32340" y="49487"/>
                </a:lnTo>
                <a:lnTo>
                  <a:pt x="31639" y="50189"/>
                </a:lnTo>
                <a:lnTo>
                  <a:pt x="28971" y="49830"/>
                </a:lnTo>
                <a:lnTo>
                  <a:pt x="27297" y="49918"/>
                </a:lnTo>
                <a:lnTo>
                  <a:pt x="23161" y="49852"/>
                </a:lnTo>
                <a:lnTo>
                  <a:pt x="19557" y="505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4979925" y="9420851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12315" y="28949"/>
                </a:moveTo>
                <a:lnTo>
                  <a:pt x="11123" y="28123"/>
                </a:lnTo>
                <a:lnTo>
                  <a:pt x="12110" y="25529"/>
                </a:lnTo>
                <a:lnTo>
                  <a:pt x="11671" y="24995"/>
                </a:lnTo>
                <a:lnTo>
                  <a:pt x="10407" y="24118"/>
                </a:lnTo>
                <a:lnTo>
                  <a:pt x="5591" y="26143"/>
                </a:lnTo>
                <a:lnTo>
                  <a:pt x="4078" y="24293"/>
                </a:lnTo>
                <a:lnTo>
                  <a:pt x="5108" y="22284"/>
                </a:lnTo>
                <a:lnTo>
                  <a:pt x="4187" y="20793"/>
                </a:lnTo>
                <a:lnTo>
                  <a:pt x="5240" y="18571"/>
                </a:lnTo>
                <a:lnTo>
                  <a:pt x="4070" y="17401"/>
                </a:lnTo>
                <a:lnTo>
                  <a:pt x="1849" y="18425"/>
                </a:lnTo>
                <a:lnTo>
                  <a:pt x="1147" y="17979"/>
                </a:lnTo>
                <a:lnTo>
                  <a:pt x="2024" y="16714"/>
                </a:lnTo>
                <a:lnTo>
                  <a:pt x="0" y="11898"/>
                </a:lnTo>
                <a:lnTo>
                  <a:pt x="1849" y="10392"/>
                </a:lnTo>
                <a:lnTo>
                  <a:pt x="3858" y="11423"/>
                </a:lnTo>
                <a:lnTo>
                  <a:pt x="4655" y="10962"/>
                </a:lnTo>
                <a:lnTo>
                  <a:pt x="5532" y="9698"/>
                </a:lnTo>
                <a:lnTo>
                  <a:pt x="3508" y="4882"/>
                </a:lnTo>
                <a:lnTo>
                  <a:pt x="5357" y="3376"/>
                </a:lnTo>
                <a:lnTo>
                  <a:pt x="7367" y="4407"/>
                </a:lnTo>
                <a:lnTo>
                  <a:pt x="8865" y="3479"/>
                </a:lnTo>
                <a:lnTo>
                  <a:pt x="11087" y="4531"/>
                </a:lnTo>
                <a:lnTo>
                  <a:pt x="11978" y="3639"/>
                </a:lnTo>
                <a:lnTo>
                  <a:pt x="11313" y="555"/>
                </a:lnTo>
                <a:lnTo>
                  <a:pt x="12958" y="36"/>
                </a:lnTo>
                <a:lnTo>
                  <a:pt x="17416" y="0"/>
                </a:lnTo>
                <a:lnTo>
                  <a:pt x="19068" y="570"/>
                </a:lnTo>
                <a:lnTo>
                  <a:pt x="18366" y="3625"/>
                </a:lnTo>
                <a:lnTo>
                  <a:pt x="19017" y="4282"/>
                </a:lnTo>
                <a:lnTo>
                  <a:pt x="21684" y="3924"/>
                </a:lnTo>
                <a:lnTo>
                  <a:pt x="22737" y="3975"/>
                </a:lnTo>
                <a:lnTo>
                  <a:pt x="25339" y="3603"/>
                </a:lnTo>
                <a:lnTo>
                  <a:pt x="26289" y="4495"/>
                </a:lnTo>
                <a:lnTo>
                  <a:pt x="25236" y="6782"/>
                </a:lnTo>
                <a:lnTo>
                  <a:pt x="26172" y="8156"/>
                </a:lnTo>
                <a:lnTo>
                  <a:pt x="25119" y="10378"/>
                </a:lnTo>
                <a:lnTo>
                  <a:pt x="26069" y="11335"/>
                </a:lnTo>
                <a:lnTo>
                  <a:pt x="29022" y="10524"/>
                </a:lnTo>
                <a:lnTo>
                  <a:pt x="29534" y="11723"/>
                </a:lnTo>
                <a:lnTo>
                  <a:pt x="29658" y="17336"/>
                </a:lnTo>
                <a:lnTo>
                  <a:pt x="28839" y="18527"/>
                </a:lnTo>
                <a:lnTo>
                  <a:pt x="26237" y="17540"/>
                </a:lnTo>
                <a:lnTo>
                  <a:pt x="25704" y="17979"/>
                </a:lnTo>
                <a:lnTo>
                  <a:pt x="24827" y="19243"/>
                </a:lnTo>
                <a:lnTo>
                  <a:pt x="26851" y="24060"/>
                </a:lnTo>
                <a:lnTo>
                  <a:pt x="25002" y="25573"/>
                </a:lnTo>
                <a:lnTo>
                  <a:pt x="22992" y="24542"/>
                </a:lnTo>
                <a:lnTo>
                  <a:pt x="22196" y="24995"/>
                </a:lnTo>
                <a:lnTo>
                  <a:pt x="21494" y="25463"/>
                </a:lnTo>
                <a:lnTo>
                  <a:pt x="19272" y="24411"/>
                </a:lnTo>
                <a:lnTo>
                  <a:pt x="18322" y="25368"/>
                </a:lnTo>
                <a:lnTo>
                  <a:pt x="19126" y="28320"/>
                </a:lnTo>
                <a:lnTo>
                  <a:pt x="17928" y="28825"/>
                </a:lnTo>
                <a:lnTo>
                  <a:pt x="12315" y="289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6502904" y="9469928"/>
            <a:ext cx="142240" cy="141605"/>
          </a:xfrm>
          <a:custGeom>
            <a:avLst/>
            <a:gdLst/>
            <a:ahLst/>
            <a:cxnLst/>
            <a:rect l="l" t="t" r="r" b="b"/>
            <a:pathLst>
              <a:path w="142240" h="141604">
                <a:moveTo>
                  <a:pt x="88858" y="141504"/>
                </a:moveTo>
                <a:lnTo>
                  <a:pt x="84546" y="140802"/>
                </a:lnTo>
                <a:lnTo>
                  <a:pt x="57211" y="140802"/>
                </a:lnTo>
                <a:lnTo>
                  <a:pt x="52863" y="141518"/>
                </a:lnTo>
                <a:lnTo>
                  <a:pt x="49515" y="140729"/>
                </a:lnTo>
                <a:lnTo>
                  <a:pt x="50085" y="137557"/>
                </a:lnTo>
                <a:lnTo>
                  <a:pt x="49486" y="136965"/>
                </a:lnTo>
                <a:lnTo>
                  <a:pt x="46826" y="137323"/>
                </a:lnTo>
                <a:lnTo>
                  <a:pt x="45517" y="137257"/>
                </a:lnTo>
                <a:lnTo>
                  <a:pt x="43486" y="137666"/>
                </a:lnTo>
                <a:lnTo>
                  <a:pt x="42294" y="137016"/>
                </a:lnTo>
                <a:lnTo>
                  <a:pt x="43244" y="134224"/>
                </a:lnTo>
                <a:lnTo>
                  <a:pt x="42280" y="133259"/>
                </a:lnTo>
                <a:lnTo>
                  <a:pt x="39999" y="134107"/>
                </a:lnTo>
                <a:lnTo>
                  <a:pt x="38604" y="133464"/>
                </a:lnTo>
                <a:lnTo>
                  <a:pt x="36323" y="134312"/>
                </a:lnTo>
                <a:lnTo>
                  <a:pt x="35432" y="133420"/>
                </a:lnTo>
                <a:lnTo>
                  <a:pt x="36243" y="130467"/>
                </a:lnTo>
                <a:lnTo>
                  <a:pt x="34043" y="129524"/>
                </a:lnTo>
                <a:lnTo>
                  <a:pt x="30323" y="131359"/>
                </a:lnTo>
                <a:lnTo>
                  <a:pt x="28211" y="129875"/>
                </a:lnTo>
                <a:lnTo>
                  <a:pt x="29285" y="127273"/>
                </a:lnTo>
                <a:lnTo>
                  <a:pt x="28291" y="126279"/>
                </a:lnTo>
                <a:lnTo>
                  <a:pt x="25645" y="127332"/>
                </a:lnTo>
                <a:lnTo>
                  <a:pt x="24768" y="126009"/>
                </a:lnTo>
                <a:lnTo>
                  <a:pt x="25857" y="123955"/>
                </a:lnTo>
                <a:lnTo>
                  <a:pt x="24776" y="122669"/>
                </a:lnTo>
                <a:lnTo>
                  <a:pt x="22320" y="123816"/>
                </a:lnTo>
                <a:lnTo>
                  <a:pt x="21180" y="122676"/>
                </a:lnTo>
                <a:lnTo>
                  <a:pt x="22349" y="120337"/>
                </a:lnTo>
                <a:lnTo>
                  <a:pt x="21180" y="119168"/>
                </a:lnTo>
                <a:lnTo>
                  <a:pt x="18841" y="120337"/>
                </a:lnTo>
                <a:lnTo>
                  <a:pt x="17767" y="119263"/>
                </a:lnTo>
                <a:lnTo>
                  <a:pt x="18819" y="116617"/>
                </a:lnTo>
                <a:lnTo>
                  <a:pt x="17496" y="115740"/>
                </a:lnTo>
                <a:lnTo>
                  <a:pt x="15443" y="116829"/>
                </a:lnTo>
                <a:lnTo>
                  <a:pt x="14156" y="115747"/>
                </a:lnTo>
                <a:lnTo>
                  <a:pt x="15304" y="113292"/>
                </a:lnTo>
                <a:lnTo>
                  <a:pt x="14251" y="112232"/>
                </a:lnTo>
                <a:lnTo>
                  <a:pt x="11635" y="113306"/>
                </a:lnTo>
                <a:lnTo>
                  <a:pt x="10363" y="111472"/>
                </a:lnTo>
                <a:lnTo>
                  <a:pt x="12388" y="106655"/>
                </a:lnTo>
                <a:lnTo>
                  <a:pt x="10904" y="105442"/>
                </a:lnTo>
                <a:lnTo>
                  <a:pt x="7856" y="106071"/>
                </a:lnTo>
                <a:lnTo>
                  <a:pt x="7052" y="103747"/>
                </a:lnTo>
                <a:lnTo>
                  <a:pt x="8675" y="100545"/>
                </a:lnTo>
                <a:lnTo>
                  <a:pt x="7484" y="98214"/>
                </a:lnTo>
                <a:lnTo>
                  <a:pt x="4640" y="99120"/>
                </a:lnTo>
                <a:lnTo>
                  <a:pt x="3639" y="98119"/>
                </a:lnTo>
                <a:lnTo>
                  <a:pt x="4692" y="95897"/>
                </a:lnTo>
                <a:lnTo>
                  <a:pt x="3756" y="94494"/>
                </a:lnTo>
                <a:lnTo>
                  <a:pt x="4809" y="92272"/>
                </a:lnTo>
                <a:lnTo>
                  <a:pt x="3961" y="91417"/>
                </a:lnTo>
                <a:lnTo>
                  <a:pt x="789" y="91987"/>
                </a:lnTo>
                <a:lnTo>
                  <a:pt x="0" y="88647"/>
                </a:lnTo>
                <a:lnTo>
                  <a:pt x="716" y="84298"/>
                </a:lnTo>
                <a:lnTo>
                  <a:pt x="716" y="56957"/>
                </a:lnTo>
                <a:lnTo>
                  <a:pt x="14" y="52652"/>
                </a:lnTo>
                <a:lnTo>
                  <a:pt x="782" y="49297"/>
                </a:lnTo>
                <a:lnTo>
                  <a:pt x="3961" y="49853"/>
                </a:lnTo>
                <a:lnTo>
                  <a:pt x="4553" y="49260"/>
                </a:lnTo>
                <a:lnTo>
                  <a:pt x="4202" y="46593"/>
                </a:lnTo>
                <a:lnTo>
                  <a:pt x="4268" y="45219"/>
                </a:lnTo>
                <a:lnTo>
                  <a:pt x="3858" y="43341"/>
                </a:lnTo>
                <a:lnTo>
                  <a:pt x="4451" y="42105"/>
                </a:lnTo>
                <a:lnTo>
                  <a:pt x="7337" y="42968"/>
                </a:lnTo>
                <a:lnTo>
                  <a:pt x="8068" y="42244"/>
                </a:lnTo>
                <a:lnTo>
                  <a:pt x="7710" y="39576"/>
                </a:lnTo>
                <a:lnTo>
                  <a:pt x="7776" y="38290"/>
                </a:lnTo>
                <a:lnTo>
                  <a:pt x="7359" y="36214"/>
                </a:lnTo>
                <a:lnTo>
                  <a:pt x="8032" y="35038"/>
                </a:lnTo>
                <a:lnTo>
                  <a:pt x="10794" y="36002"/>
                </a:lnTo>
                <a:lnTo>
                  <a:pt x="11569" y="35228"/>
                </a:lnTo>
                <a:lnTo>
                  <a:pt x="11218" y="32560"/>
                </a:lnTo>
                <a:lnTo>
                  <a:pt x="11277" y="31412"/>
                </a:lnTo>
                <a:lnTo>
                  <a:pt x="10875" y="29030"/>
                </a:lnTo>
                <a:lnTo>
                  <a:pt x="11679" y="27956"/>
                </a:lnTo>
                <a:lnTo>
                  <a:pt x="14222" y="29066"/>
                </a:lnTo>
                <a:lnTo>
                  <a:pt x="15238" y="28051"/>
                </a:lnTo>
                <a:lnTo>
                  <a:pt x="14186" y="25405"/>
                </a:lnTo>
                <a:lnTo>
                  <a:pt x="15399" y="24601"/>
                </a:lnTo>
                <a:lnTo>
                  <a:pt x="17759" y="25602"/>
                </a:lnTo>
                <a:lnTo>
                  <a:pt x="18819" y="24396"/>
                </a:lnTo>
                <a:lnTo>
                  <a:pt x="17657" y="22123"/>
                </a:lnTo>
                <a:lnTo>
                  <a:pt x="18746" y="21034"/>
                </a:lnTo>
                <a:lnTo>
                  <a:pt x="21392" y="22086"/>
                </a:lnTo>
                <a:lnTo>
                  <a:pt x="22232" y="20822"/>
                </a:lnTo>
                <a:lnTo>
                  <a:pt x="21180" y="18600"/>
                </a:lnTo>
                <a:lnTo>
                  <a:pt x="22349" y="17431"/>
                </a:lnTo>
                <a:lnTo>
                  <a:pt x="24688" y="18600"/>
                </a:lnTo>
                <a:lnTo>
                  <a:pt x="25762" y="17526"/>
                </a:lnTo>
                <a:lnTo>
                  <a:pt x="24710" y="14880"/>
                </a:lnTo>
                <a:lnTo>
                  <a:pt x="26069" y="13981"/>
                </a:lnTo>
                <a:lnTo>
                  <a:pt x="28013" y="15070"/>
                </a:lnTo>
                <a:lnTo>
                  <a:pt x="29365" y="14083"/>
                </a:lnTo>
                <a:lnTo>
                  <a:pt x="28262" y="11518"/>
                </a:lnTo>
                <a:lnTo>
                  <a:pt x="29117" y="10670"/>
                </a:lnTo>
                <a:lnTo>
                  <a:pt x="31777" y="11021"/>
                </a:lnTo>
                <a:lnTo>
                  <a:pt x="33144" y="10955"/>
                </a:lnTo>
                <a:lnTo>
                  <a:pt x="35030" y="11364"/>
                </a:lnTo>
                <a:lnTo>
                  <a:pt x="36257" y="10780"/>
                </a:lnTo>
                <a:lnTo>
                  <a:pt x="35395" y="7886"/>
                </a:lnTo>
                <a:lnTo>
                  <a:pt x="36126" y="7162"/>
                </a:lnTo>
                <a:lnTo>
                  <a:pt x="38786" y="7520"/>
                </a:lnTo>
                <a:lnTo>
                  <a:pt x="40182" y="7447"/>
                </a:lnTo>
                <a:lnTo>
                  <a:pt x="42002" y="7849"/>
                </a:lnTo>
                <a:lnTo>
                  <a:pt x="43252" y="7286"/>
                </a:lnTo>
                <a:lnTo>
                  <a:pt x="42419" y="4363"/>
                </a:lnTo>
                <a:lnTo>
                  <a:pt x="43135" y="3654"/>
                </a:lnTo>
                <a:lnTo>
                  <a:pt x="45795" y="4004"/>
                </a:lnTo>
                <a:lnTo>
                  <a:pt x="47330" y="3909"/>
                </a:lnTo>
                <a:lnTo>
                  <a:pt x="48792" y="4275"/>
                </a:lnTo>
                <a:lnTo>
                  <a:pt x="49822" y="3983"/>
                </a:lnTo>
                <a:lnTo>
                  <a:pt x="50144" y="3895"/>
                </a:lnTo>
                <a:lnTo>
                  <a:pt x="49537" y="760"/>
                </a:lnTo>
                <a:lnTo>
                  <a:pt x="50188" y="109"/>
                </a:lnTo>
                <a:lnTo>
                  <a:pt x="52775" y="540"/>
                </a:lnTo>
                <a:lnTo>
                  <a:pt x="56700" y="58"/>
                </a:lnTo>
                <a:lnTo>
                  <a:pt x="60456" y="475"/>
                </a:lnTo>
                <a:lnTo>
                  <a:pt x="87038" y="475"/>
                </a:lnTo>
                <a:lnTo>
                  <a:pt x="89844" y="0"/>
                </a:lnTo>
                <a:lnTo>
                  <a:pt x="92220" y="540"/>
                </a:lnTo>
                <a:lnTo>
                  <a:pt x="91657" y="3720"/>
                </a:lnTo>
                <a:lnTo>
                  <a:pt x="92249" y="4312"/>
                </a:lnTo>
                <a:lnTo>
                  <a:pt x="94917" y="3954"/>
                </a:lnTo>
                <a:lnTo>
                  <a:pt x="96218" y="4027"/>
                </a:lnTo>
                <a:lnTo>
                  <a:pt x="98257" y="3610"/>
                </a:lnTo>
                <a:lnTo>
                  <a:pt x="99448" y="4261"/>
                </a:lnTo>
                <a:lnTo>
                  <a:pt x="98505" y="7060"/>
                </a:lnTo>
                <a:lnTo>
                  <a:pt x="99463" y="8017"/>
                </a:lnTo>
                <a:lnTo>
                  <a:pt x="101743" y="7169"/>
                </a:lnTo>
                <a:lnTo>
                  <a:pt x="103146" y="7813"/>
                </a:lnTo>
                <a:lnTo>
                  <a:pt x="105426" y="6965"/>
                </a:lnTo>
                <a:lnTo>
                  <a:pt x="106318" y="7856"/>
                </a:lnTo>
                <a:lnTo>
                  <a:pt x="105514" y="10809"/>
                </a:lnTo>
                <a:lnTo>
                  <a:pt x="107714" y="11752"/>
                </a:lnTo>
                <a:lnTo>
                  <a:pt x="111434" y="9918"/>
                </a:lnTo>
                <a:lnTo>
                  <a:pt x="113546" y="11401"/>
                </a:lnTo>
                <a:lnTo>
                  <a:pt x="112465" y="14003"/>
                </a:lnTo>
                <a:lnTo>
                  <a:pt x="113459" y="14997"/>
                </a:lnTo>
                <a:lnTo>
                  <a:pt x="116104" y="13945"/>
                </a:lnTo>
                <a:lnTo>
                  <a:pt x="116989" y="15268"/>
                </a:lnTo>
                <a:lnTo>
                  <a:pt x="115892" y="17321"/>
                </a:lnTo>
                <a:lnTo>
                  <a:pt x="116974" y="18608"/>
                </a:lnTo>
                <a:lnTo>
                  <a:pt x="119430" y="17460"/>
                </a:lnTo>
                <a:lnTo>
                  <a:pt x="120570" y="18600"/>
                </a:lnTo>
                <a:lnTo>
                  <a:pt x="119400" y="20939"/>
                </a:lnTo>
                <a:lnTo>
                  <a:pt x="120570" y="22109"/>
                </a:lnTo>
                <a:lnTo>
                  <a:pt x="122908" y="20939"/>
                </a:lnTo>
                <a:lnTo>
                  <a:pt x="123976" y="22014"/>
                </a:lnTo>
                <a:lnTo>
                  <a:pt x="122923" y="24659"/>
                </a:lnTo>
                <a:lnTo>
                  <a:pt x="124246" y="25536"/>
                </a:lnTo>
                <a:lnTo>
                  <a:pt x="126300" y="24448"/>
                </a:lnTo>
                <a:lnTo>
                  <a:pt x="127586" y="25529"/>
                </a:lnTo>
                <a:lnTo>
                  <a:pt x="126439" y="27985"/>
                </a:lnTo>
                <a:lnTo>
                  <a:pt x="127491" y="29045"/>
                </a:lnTo>
                <a:lnTo>
                  <a:pt x="130107" y="27970"/>
                </a:lnTo>
                <a:lnTo>
                  <a:pt x="131372" y="29805"/>
                </a:lnTo>
                <a:lnTo>
                  <a:pt x="129355" y="34621"/>
                </a:lnTo>
                <a:lnTo>
                  <a:pt x="130831" y="35834"/>
                </a:lnTo>
                <a:lnTo>
                  <a:pt x="133886" y="35206"/>
                </a:lnTo>
                <a:lnTo>
                  <a:pt x="134683" y="37530"/>
                </a:lnTo>
                <a:lnTo>
                  <a:pt x="133060" y="40731"/>
                </a:lnTo>
                <a:lnTo>
                  <a:pt x="134252" y="43062"/>
                </a:lnTo>
                <a:lnTo>
                  <a:pt x="137095" y="42156"/>
                </a:lnTo>
                <a:lnTo>
                  <a:pt x="138096" y="43157"/>
                </a:lnTo>
                <a:lnTo>
                  <a:pt x="137043" y="45379"/>
                </a:lnTo>
                <a:lnTo>
                  <a:pt x="137979" y="46783"/>
                </a:lnTo>
                <a:lnTo>
                  <a:pt x="136926" y="49004"/>
                </a:lnTo>
                <a:lnTo>
                  <a:pt x="137774" y="49860"/>
                </a:lnTo>
                <a:lnTo>
                  <a:pt x="140946" y="49290"/>
                </a:lnTo>
                <a:lnTo>
                  <a:pt x="141736" y="52630"/>
                </a:lnTo>
                <a:lnTo>
                  <a:pt x="141019" y="56986"/>
                </a:lnTo>
                <a:lnTo>
                  <a:pt x="141019" y="84313"/>
                </a:lnTo>
                <a:lnTo>
                  <a:pt x="141721" y="88625"/>
                </a:lnTo>
                <a:lnTo>
                  <a:pt x="140953" y="91987"/>
                </a:lnTo>
                <a:lnTo>
                  <a:pt x="137774" y="91424"/>
                </a:lnTo>
                <a:lnTo>
                  <a:pt x="137175" y="92016"/>
                </a:lnTo>
                <a:lnTo>
                  <a:pt x="137533" y="94684"/>
                </a:lnTo>
                <a:lnTo>
                  <a:pt x="137467" y="95985"/>
                </a:lnTo>
                <a:lnTo>
                  <a:pt x="137884" y="98024"/>
                </a:lnTo>
                <a:lnTo>
                  <a:pt x="137226" y="99215"/>
                </a:lnTo>
                <a:lnTo>
                  <a:pt x="134434" y="98272"/>
                </a:lnTo>
                <a:lnTo>
                  <a:pt x="133477" y="99230"/>
                </a:lnTo>
                <a:lnTo>
                  <a:pt x="134325" y="101510"/>
                </a:lnTo>
                <a:lnTo>
                  <a:pt x="133681" y="102913"/>
                </a:lnTo>
                <a:lnTo>
                  <a:pt x="134529" y="105194"/>
                </a:lnTo>
                <a:lnTo>
                  <a:pt x="133630" y="106085"/>
                </a:lnTo>
                <a:lnTo>
                  <a:pt x="130685" y="105281"/>
                </a:lnTo>
                <a:lnTo>
                  <a:pt x="129742" y="107481"/>
                </a:lnTo>
                <a:lnTo>
                  <a:pt x="131577" y="111201"/>
                </a:lnTo>
                <a:lnTo>
                  <a:pt x="130093" y="113314"/>
                </a:lnTo>
                <a:lnTo>
                  <a:pt x="127498" y="112232"/>
                </a:lnTo>
                <a:lnTo>
                  <a:pt x="126504" y="113226"/>
                </a:lnTo>
                <a:lnTo>
                  <a:pt x="127557" y="115871"/>
                </a:lnTo>
                <a:lnTo>
                  <a:pt x="126234" y="116749"/>
                </a:lnTo>
                <a:lnTo>
                  <a:pt x="124180" y="115660"/>
                </a:lnTo>
                <a:lnTo>
                  <a:pt x="122894" y="116741"/>
                </a:lnTo>
                <a:lnTo>
                  <a:pt x="124041" y="119197"/>
                </a:lnTo>
                <a:lnTo>
                  <a:pt x="122901" y="120337"/>
                </a:lnTo>
                <a:lnTo>
                  <a:pt x="120570" y="119168"/>
                </a:lnTo>
                <a:lnTo>
                  <a:pt x="119400" y="120337"/>
                </a:lnTo>
                <a:lnTo>
                  <a:pt x="120570" y="122676"/>
                </a:lnTo>
                <a:lnTo>
                  <a:pt x="119495" y="123750"/>
                </a:lnTo>
                <a:lnTo>
                  <a:pt x="116850" y="122698"/>
                </a:lnTo>
                <a:lnTo>
                  <a:pt x="115973" y="124021"/>
                </a:lnTo>
                <a:lnTo>
                  <a:pt x="117062" y="126075"/>
                </a:lnTo>
                <a:lnTo>
                  <a:pt x="115980" y="127361"/>
                </a:lnTo>
                <a:lnTo>
                  <a:pt x="113524" y="126214"/>
                </a:lnTo>
                <a:lnTo>
                  <a:pt x="112472" y="127273"/>
                </a:lnTo>
                <a:lnTo>
                  <a:pt x="113539" y="129882"/>
                </a:lnTo>
                <a:lnTo>
                  <a:pt x="111704" y="131154"/>
                </a:lnTo>
                <a:lnTo>
                  <a:pt x="106888" y="129130"/>
                </a:lnTo>
                <a:lnTo>
                  <a:pt x="105675" y="130613"/>
                </a:lnTo>
                <a:lnTo>
                  <a:pt x="106303" y="133661"/>
                </a:lnTo>
                <a:lnTo>
                  <a:pt x="103979" y="134472"/>
                </a:lnTo>
                <a:lnTo>
                  <a:pt x="100778" y="132843"/>
                </a:lnTo>
                <a:lnTo>
                  <a:pt x="98446" y="134041"/>
                </a:lnTo>
                <a:lnTo>
                  <a:pt x="99353" y="136877"/>
                </a:lnTo>
                <a:lnTo>
                  <a:pt x="98351" y="137878"/>
                </a:lnTo>
                <a:lnTo>
                  <a:pt x="96130" y="136826"/>
                </a:lnTo>
                <a:lnTo>
                  <a:pt x="94727" y="137761"/>
                </a:lnTo>
                <a:lnTo>
                  <a:pt x="92505" y="136709"/>
                </a:lnTo>
                <a:lnTo>
                  <a:pt x="91657" y="137557"/>
                </a:lnTo>
                <a:lnTo>
                  <a:pt x="92220" y="140736"/>
                </a:lnTo>
                <a:lnTo>
                  <a:pt x="88858" y="1415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7976622" y="9469673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4">
                <a:moveTo>
                  <a:pt x="83940" y="141497"/>
                </a:moveTo>
                <a:lnTo>
                  <a:pt x="81893" y="140905"/>
                </a:lnTo>
                <a:lnTo>
                  <a:pt x="78897" y="141467"/>
                </a:lnTo>
                <a:lnTo>
                  <a:pt x="76331" y="140963"/>
                </a:lnTo>
                <a:lnTo>
                  <a:pt x="70587" y="141197"/>
                </a:lnTo>
                <a:lnTo>
                  <a:pt x="61414" y="141058"/>
                </a:lnTo>
                <a:lnTo>
                  <a:pt x="58630" y="141518"/>
                </a:lnTo>
                <a:lnTo>
                  <a:pt x="56255" y="140992"/>
                </a:lnTo>
                <a:lnTo>
                  <a:pt x="56803" y="137806"/>
                </a:lnTo>
                <a:lnTo>
                  <a:pt x="56211" y="137221"/>
                </a:lnTo>
                <a:lnTo>
                  <a:pt x="53550" y="137579"/>
                </a:lnTo>
                <a:lnTo>
                  <a:pt x="52111" y="137506"/>
                </a:lnTo>
                <a:lnTo>
                  <a:pt x="50393" y="137893"/>
                </a:lnTo>
                <a:lnTo>
                  <a:pt x="48851" y="137280"/>
                </a:lnTo>
                <a:lnTo>
                  <a:pt x="46527" y="138054"/>
                </a:lnTo>
                <a:lnTo>
                  <a:pt x="45679" y="137199"/>
                </a:lnTo>
                <a:lnTo>
                  <a:pt x="46454" y="134210"/>
                </a:lnTo>
                <a:lnTo>
                  <a:pt x="44780" y="133545"/>
                </a:lnTo>
                <a:lnTo>
                  <a:pt x="39803" y="135006"/>
                </a:lnTo>
                <a:lnTo>
                  <a:pt x="38736" y="133706"/>
                </a:lnTo>
                <a:lnTo>
                  <a:pt x="39372" y="130658"/>
                </a:lnTo>
                <a:lnTo>
                  <a:pt x="37077" y="129868"/>
                </a:lnTo>
                <a:lnTo>
                  <a:pt x="33773" y="131505"/>
                </a:lnTo>
                <a:lnTo>
                  <a:pt x="31486" y="130256"/>
                </a:lnTo>
                <a:lnTo>
                  <a:pt x="32436" y="127464"/>
                </a:lnTo>
                <a:lnTo>
                  <a:pt x="31508" y="126536"/>
                </a:lnTo>
                <a:lnTo>
                  <a:pt x="28862" y="127588"/>
                </a:lnTo>
                <a:lnTo>
                  <a:pt x="28226" y="126623"/>
                </a:lnTo>
                <a:lnTo>
                  <a:pt x="28884" y="123693"/>
                </a:lnTo>
                <a:lnTo>
                  <a:pt x="27744" y="123181"/>
                </a:lnTo>
                <a:lnTo>
                  <a:pt x="25821" y="123517"/>
                </a:lnTo>
                <a:lnTo>
                  <a:pt x="24484" y="123517"/>
                </a:lnTo>
                <a:lnTo>
                  <a:pt x="21816" y="123831"/>
                </a:lnTo>
                <a:lnTo>
                  <a:pt x="20895" y="122962"/>
                </a:lnTo>
                <a:lnTo>
                  <a:pt x="22057" y="120586"/>
                </a:lnTo>
                <a:lnTo>
                  <a:pt x="20998" y="119519"/>
                </a:lnTo>
                <a:lnTo>
                  <a:pt x="18345" y="120572"/>
                </a:lnTo>
                <a:lnTo>
                  <a:pt x="17438" y="119190"/>
                </a:lnTo>
                <a:lnTo>
                  <a:pt x="18454" y="117363"/>
                </a:lnTo>
                <a:lnTo>
                  <a:pt x="17585" y="115792"/>
                </a:lnTo>
                <a:lnTo>
                  <a:pt x="18534" y="113555"/>
                </a:lnTo>
                <a:lnTo>
                  <a:pt x="17490" y="112503"/>
                </a:lnTo>
                <a:lnTo>
                  <a:pt x="14844" y="113555"/>
                </a:lnTo>
                <a:lnTo>
                  <a:pt x="13930" y="112181"/>
                </a:lnTo>
                <a:lnTo>
                  <a:pt x="14990" y="110317"/>
                </a:lnTo>
                <a:lnTo>
                  <a:pt x="14135" y="108936"/>
                </a:lnTo>
                <a:lnTo>
                  <a:pt x="11438" y="109952"/>
                </a:lnTo>
                <a:lnTo>
                  <a:pt x="10634" y="109155"/>
                </a:lnTo>
                <a:lnTo>
                  <a:pt x="10999" y="106488"/>
                </a:lnTo>
                <a:lnTo>
                  <a:pt x="10926" y="105179"/>
                </a:lnTo>
                <a:lnTo>
                  <a:pt x="11343" y="103155"/>
                </a:lnTo>
                <a:lnTo>
                  <a:pt x="10692" y="101956"/>
                </a:lnTo>
                <a:lnTo>
                  <a:pt x="7893" y="102906"/>
                </a:lnTo>
                <a:lnTo>
                  <a:pt x="6950" y="101956"/>
                </a:lnTo>
                <a:lnTo>
                  <a:pt x="7769" y="99654"/>
                </a:lnTo>
                <a:lnTo>
                  <a:pt x="7162" y="98265"/>
                </a:lnTo>
                <a:lnTo>
                  <a:pt x="7981" y="95970"/>
                </a:lnTo>
                <a:lnTo>
                  <a:pt x="6980" y="94962"/>
                </a:lnTo>
                <a:lnTo>
                  <a:pt x="4326" y="96014"/>
                </a:lnTo>
                <a:lnTo>
                  <a:pt x="3515" y="94793"/>
                </a:lnTo>
                <a:lnTo>
                  <a:pt x="4114" y="92740"/>
                </a:lnTo>
                <a:lnTo>
                  <a:pt x="3544" y="89728"/>
                </a:lnTo>
                <a:lnTo>
                  <a:pt x="4560" y="87083"/>
                </a:lnTo>
                <a:lnTo>
                  <a:pt x="3866" y="84598"/>
                </a:lnTo>
                <a:lnTo>
                  <a:pt x="745" y="85212"/>
                </a:lnTo>
                <a:lnTo>
                  <a:pt x="124" y="84598"/>
                </a:lnTo>
                <a:lnTo>
                  <a:pt x="482" y="81930"/>
                </a:lnTo>
                <a:lnTo>
                  <a:pt x="153" y="75608"/>
                </a:lnTo>
                <a:lnTo>
                  <a:pt x="460" y="69696"/>
                </a:lnTo>
                <a:lnTo>
                  <a:pt x="453" y="62899"/>
                </a:lnTo>
                <a:lnTo>
                  <a:pt x="175" y="61305"/>
                </a:lnTo>
                <a:lnTo>
                  <a:pt x="650" y="59727"/>
                </a:lnTo>
                <a:lnTo>
                  <a:pt x="0" y="57322"/>
                </a:lnTo>
                <a:lnTo>
                  <a:pt x="745" y="56584"/>
                </a:lnTo>
                <a:lnTo>
                  <a:pt x="3873" y="57205"/>
                </a:lnTo>
                <a:lnTo>
                  <a:pt x="4509" y="54903"/>
                </a:lnTo>
                <a:lnTo>
                  <a:pt x="3961" y="51906"/>
                </a:lnTo>
                <a:lnTo>
                  <a:pt x="3961" y="48997"/>
                </a:lnTo>
                <a:lnTo>
                  <a:pt x="3625" y="47119"/>
                </a:lnTo>
                <a:lnTo>
                  <a:pt x="4144" y="45906"/>
                </a:lnTo>
                <a:lnTo>
                  <a:pt x="7104" y="46710"/>
                </a:lnTo>
                <a:lnTo>
                  <a:pt x="7981" y="45825"/>
                </a:lnTo>
                <a:lnTo>
                  <a:pt x="7155" y="43530"/>
                </a:lnTo>
                <a:lnTo>
                  <a:pt x="7776" y="42142"/>
                </a:lnTo>
                <a:lnTo>
                  <a:pt x="6950" y="39847"/>
                </a:lnTo>
                <a:lnTo>
                  <a:pt x="7952" y="38838"/>
                </a:lnTo>
                <a:lnTo>
                  <a:pt x="10604" y="39891"/>
                </a:lnTo>
                <a:lnTo>
                  <a:pt x="11511" y="38517"/>
                </a:lnTo>
                <a:lnTo>
                  <a:pt x="10444" y="36646"/>
                </a:lnTo>
                <a:lnTo>
                  <a:pt x="11423" y="35111"/>
                </a:lnTo>
                <a:lnTo>
                  <a:pt x="10393" y="32896"/>
                </a:lnTo>
                <a:lnTo>
                  <a:pt x="11423" y="31858"/>
                </a:lnTo>
                <a:lnTo>
                  <a:pt x="14164" y="32845"/>
                </a:lnTo>
                <a:lnTo>
                  <a:pt x="14895" y="31603"/>
                </a:lnTo>
                <a:lnTo>
                  <a:pt x="13908" y="29373"/>
                </a:lnTo>
                <a:lnTo>
                  <a:pt x="14844" y="28438"/>
                </a:lnTo>
                <a:lnTo>
                  <a:pt x="17796" y="29249"/>
                </a:lnTo>
                <a:lnTo>
                  <a:pt x="18622" y="27298"/>
                </a:lnTo>
                <a:lnTo>
                  <a:pt x="16905" y="22934"/>
                </a:lnTo>
                <a:lnTo>
                  <a:pt x="18534" y="21195"/>
                </a:lnTo>
                <a:lnTo>
                  <a:pt x="20910" y="22365"/>
                </a:lnTo>
                <a:lnTo>
                  <a:pt x="21853" y="21422"/>
                </a:lnTo>
                <a:lnTo>
                  <a:pt x="21041" y="18469"/>
                </a:lnTo>
                <a:lnTo>
                  <a:pt x="23190" y="17548"/>
                </a:lnTo>
                <a:lnTo>
                  <a:pt x="27049" y="19368"/>
                </a:lnTo>
                <a:lnTo>
                  <a:pt x="29081" y="17840"/>
                </a:lnTo>
                <a:lnTo>
                  <a:pt x="27977" y="15297"/>
                </a:lnTo>
                <a:lnTo>
                  <a:pt x="28986" y="14281"/>
                </a:lnTo>
                <a:lnTo>
                  <a:pt x="31639" y="15333"/>
                </a:lnTo>
                <a:lnTo>
                  <a:pt x="32333" y="14288"/>
                </a:lnTo>
                <a:lnTo>
                  <a:pt x="31544" y="11540"/>
                </a:lnTo>
                <a:lnTo>
                  <a:pt x="33744" y="10232"/>
                </a:lnTo>
                <a:lnTo>
                  <a:pt x="37150" y="12066"/>
                </a:lnTo>
                <a:lnTo>
                  <a:pt x="39467" y="11072"/>
                </a:lnTo>
                <a:lnTo>
                  <a:pt x="38655" y="8120"/>
                </a:lnTo>
                <a:lnTo>
                  <a:pt x="39569" y="7206"/>
                </a:lnTo>
                <a:lnTo>
                  <a:pt x="41827" y="8120"/>
                </a:lnTo>
                <a:lnTo>
                  <a:pt x="43231" y="7389"/>
                </a:lnTo>
                <a:lnTo>
                  <a:pt x="45489" y="8302"/>
                </a:lnTo>
                <a:lnTo>
                  <a:pt x="46519" y="7265"/>
                </a:lnTo>
                <a:lnTo>
                  <a:pt x="45474" y="4619"/>
                </a:lnTo>
                <a:lnTo>
                  <a:pt x="46790" y="3742"/>
                </a:lnTo>
                <a:lnTo>
                  <a:pt x="48661" y="4553"/>
                </a:lnTo>
                <a:lnTo>
                  <a:pt x="51584" y="3515"/>
                </a:lnTo>
                <a:lnTo>
                  <a:pt x="54435" y="4684"/>
                </a:lnTo>
                <a:lnTo>
                  <a:pt x="56540" y="4239"/>
                </a:lnTo>
                <a:lnTo>
                  <a:pt x="56803" y="4188"/>
                </a:lnTo>
                <a:lnTo>
                  <a:pt x="56291" y="972"/>
                </a:lnTo>
                <a:lnTo>
                  <a:pt x="56898" y="372"/>
                </a:lnTo>
                <a:lnTo>
                  <a:pt x="59500" y="789"/>
                </a:lnTo>
                <a:lnTo>
                  <a:pt x="63432" y="350"/>
                </a:lnTo>
                <a:lnTo>
                  <a:pt x="67159" y="730"/>
                </a:lnTo>
                <a:lnTo>
                  <a:pt x="72838" y="730"/>
                </a:lnTo>
                <a:lnTo>
                  <a:pt x="75330" y="438"/>
                </a:lnTo>
                <a:lnTo>
                  <a:pt x="78641" y="869"/>
                </a:lnTo>
                <a:lnTo>
                  <a:pt x="83998" y="0"/>
                </a:lnTo>
                <a:lnTo>
                  <a:pt x="84875" y="1066"/>
                </a:lnTo>
                <a:lnTo>
                  <a:pt x="84247" y="4114"/>
                </a:lnTo>
                <a:lnTo>
                  <a:pt x="85475" y="4546"/>
                </a:lnTo>
                <a:lnTo>
                  <a:pt x="87170" y="4239"/>
                </a:lnTo>
                <a:lnTo>
                  <a:pt x="89041" y="4239"/>
                </a:lnTo>
                <a:lnTo>
                  <a:pt x="90722" y="3932"/>
                </a:lnTo>
                <a:lnTo>
                  <a:pt x="92272" y="4465"/>
                </a:lnTo>
                <a:lnTo>
                  <a:pt x="94640" y="3764"/>
                </a:lnTo>
                <a:lnTo>
                  <a:pt x="95480" y="4604"/>
                </a:lnTo>
                <a:lnTo>
                  <a:pt x="94669" y="7557"/>
                </a:lnTo>
                <a:lnTo>
                  <a:pt x="97066" y="8580"/>
                </a:lnTo>
                <a:lnTo>
                  <a:pt x="100224" y="6819"/>
                </a:lnTo>
                <a:lnTo>
                  <a:pt x="102606" y="7981"/>
                </a:lnTo>
                <a:lnTo>
                  <a:pt x="101722" y="10853"/>
                </a:lnTo>
                <a:lnTo>
                  <a:pt x="102709" y="11840"/>
                </a:lnTo>
                <a:lnTo>
                  <a:pt x="104938" y="10787"/>
                </a:lnTo>
                <a:lnTo>
                  <a:pt x="106327" y="11723"/>
                </a:lnTo>
                <a:lnTo>
                  <a:pt x="108556" y="10670"/>
                </a:lnTo>
                <a:lnTo>
                  <a:pt x="109601" y="11723"/>
                </a:lnTo>
                <a:lnTo>
                  <a:pt x="108592" y="14427"/>
                </a:lnTo>
                <a:lnTo>
                  <a:pt x="109849" y="15202"/>
                </a:lnTo>
                <a:lnTo>
                  <a:pt x="112064" y="14186"/>
                </a:lnTo>
                <a:lnTo>
                  <a:pt x="113014" y="15129"/>
                </a:lnTo>
                <a:lnTo>
                  <a:pt x="112195" y="18081"/>
                </a:lnTo>
                <a:lnTo>
                  <a:pt x="114147" y="18915"/>
                </a:lnTo>
                <a:lnTo>
                  <a:pt x="118510" y="17190"/>
                </a:lnTo>
                <a:lnTo>
                  <a:pt x="120249" y="18827"/>
                </a:lnTo>
                <a:lnTo>
                  <a:pt x="119087" y="21202"/>
                </a:lnTo>
                <a:lnTo>
                  <a:pt x="120147" y="22269"/>
                </a:lnTo>
                <a:lnTo>
                  <a:pt x="122793" y="21217"/>
                </a:lnTo>
                <a:lnTo>
                  <a:pt x="123707" y="22598"/>
                </a:lnTo>
                <a:lnTo>
                  <a:pt x="122683" y="24425"/>
                </a:lnTo>
                <a:lnTo>
                  <a:pt x="123560" y="25997"/>
                </a:lnTo>
                <a:lnTo>
                  <a:pt x="122603" y="28241"/>
                </a:lnTo>
                <a:lnTo>
                  <a:pt x="123648" y="29286"/>
                </a:lnTo>
                <a:lnTo>
                  <a:pt x="126301" y="28233"/>
                </a:lnTo>
                <a:lnTo>
                  <a:pt x="127207" y="29607"/>
                </a:lnTo>
                <a:lnTo>
                  <a:pt x="126148" y="31471"/>
                </a:lnTo>
                <a:lnTo>
                  <a:pt x="127010" y="32853"/>
                </a:lnTo>
                <a:lnTo>
                  <a:pt x="129700" y="31837"/>
                </a:lnTo>
                <a:lnTo>
                  <a:pt x="130504" y="32633"/>
                </a:lnTo>
                <a:lnTo>
                  <a:pt x="130146" y="35301"/>
                </a:lnTo>
                <a:lnTo>
                  <a:pt x="130219" y="36609"/>
                </a:lnTo>
                <a:lnTo>
                  <a:pt x="129795" y="38641"/>
                </a:lnTo>
                <a:lnTo>
                  <a:pt x="130452" y="39832"/>
                </a:lnTo>
                <a:lnTo>
                  <a:pt x="133252" y="38890"/>
                </a:lnTo>
                <a:lnTo>
                  <a:pt x="134187" y="39840"/>
                </a:lnTo>
                <a:lnTo>
                  <a:pt x="133376" y="42135"/>
                </a:lnTo>
                <a:lnTo>
                  <a:pt x="133983" y="43523"/>
                </a:lnTo>
                <a:lnTo>
                  <a:pt x="133164" y="45826"/>
                </a:lnTo>
                <a:lnTo>
                  <a:pt x="134165" y="46827"/>
                </a:lnTo>
                <a:lnTo>
                  <a:pt x="136811" y="45775"/>
                </a:lnTo>
                <a:lnTo>
                  <a:pt x="137622" y="46995"/>
                </a:lnTo>
                <a:lnTo>
                  <a:pt x="137030" y="49049"/>
                </a:lnTo>
                <a:lnTo>
                  <a:pt x="137601" y="52060"/>
                </a:lnTo>
                <a:lnTo>
                  <a:pt x="136577" y="54706"/>
                </a:lnTo>
                <a:lnTo>
                  <a:pt x="137279" y="57198"/>
                </a:lnTo>
                <a:lnTo>
                  <a:pt x="140400" y="56577"/>
                </a:lnTo>
                <a:lnTo>
                  <a:pt x="141021" y="57198"/>
                </a:lnTo>
                <a:lnTo>
                  <a:pt x="140656" y="59858"/>
                </a:lnTo>
                <a:lnTo>
                  <a:pt x="140992" y="66173"/>
                </a:lnTo>
                <a:lnTo>
                  <a:pt x="140685" y="72093"/>
                </a:lnTo>
                <a:lnTo>
                  <a:pt x="140685" y="78890"/>
                </a:lnTo>
                <a:lnTo>
                  <a:pt x="140970" y="80483"/>
                </a:lnTo>
                <a:lnTo>
                  <a:pt x="140495" y="82069"/>
                </a:lnTo>
                <a:lnTo>
                  <a:pt x="141138" y="84466"/>
                </a:lnTo>
                <a:lnTo>
                  <a:pt x="140400" y="85219"/>
                </a:lnTo>
                <a:lnTo>
                  <a:pt x="137272" y="84591"/>
                </a:lnTo>
                <a:lnTo>
                  <a:pt x="136636" y="86893"/>
                </a:lnTo>
                <a:lnTo>
                  <a:pt x="137184" y="89889"/>
                </a:lnTo>
                <a:lnTo>
                  <a:pt x="137184" y="92798"/>
                </a:lnTo>
                <a:lnTo>
                  <a:pt x="137513" y="94677"/>
                </a:lnTo>
                <a:lnTo>
                  <a:pt x="136994" y="95897"/>
                </a:lnTo>
                <a:lnTo>
                  <a:pt x="134041" y="95079"/>
                </a:lnTo>
                <a:lnTo>
                  <a:pt x="133164" y="95970"/>
                </a:lnTo>
                <a:lnTo>
                  <a:pt x="133983" y="98265"/>
                </a:lnTo>
                <a:lnTo>
                  <a:pt x="133369" y="99654"/>
                </a:lnTo>
                <a:lnTo>
                  <a:pt x="134195" y="101949"/>
                </a:lnTo>
                <a:lnTo>
                  <a:pt x="133186" y="102958"/>
                </a:lnTo>
                <a:lnTo>
                  <a:pt x="130540" y="101905"/>
                </a:lnTo>
                <a:lnTo>
                  <a:pt x="129634" y="103279"/>
                </a:lnTo>
                <a:lnTo>
                  <a:pt x="130694" y="105150"/>
                </a:lnTo>
                <a:lnTo>
                  <a:pt x="129722" y="106685"/>
                </a:lnTo>
                <a:lnTo>
                  <a:pt x="130752" y="108907"/>
                </a:lnTo>
                <a:lnTo>
                  <a:pt x="129722" y="109938"/>
                </a:lnTo>
                <a:lnTo>
                  <a:pt x="126974" y="108951"/>
                </a:lnTo>
                <a:lnTo>
                  <a:pt x="126243" y="110193"/>
                </a:lnTo>
                <a:lnTo>
                  <a:pt x="127237" y="112422"/>
                </a:lnTo>
                <a:lnTo>
                  <a:pt x="126301" y="113358"/>
                </a:lnTo>
                <a:lnTo>
                  <a:pt x="123348" y="112554"/>
                </a:lnTo>
                <a:lnTo>
                  <a:pt x="122515" y="114498"/>
                </a:lnTo>
                <a:lnTo>
                  <a:pt x="124240" y="118861"/>
                </a:lnTo>
                <a:lnTo>
                  <a:pt x="122610" y="120601"/>
                </a:lnTo>
                <a:lnTo>
                  <a:pt x="120235" y="119431"/>
                </a:lnTo>
                <a:lnTo>
                  <a:pt x="119168" y="120498"/>
                </a:lnTo>
                <a:lnTo>
                  <a:pt x="120220" y="123144"/>
                </a:lnTo>
                <a:lnTo>
                  <a:pt x="118846" y="124058"/>
                </a:lnTo>
                <a:lnTo>
                  <a:pt x="116975" y="122991"/>
                </a:lnTo>
                <a:lnTo>
                  <a:pt x="115448" y="123970"/>
                </a:lnTo>
                <a:lnTo>
                  <a:pt x="113226" y="122940"/>
                </a:lnTo>
                <a:lnTo>
                  <a:pt x="112173" y="123999"/>
                </a:lnTo>
                <a:lnTo>
                  <a:pt x="113204" y="126674"/>
                </a:lnTo>
                <a:lnTo>
                  <a:pt x="111940" y="127478"/>
                </a:lnTo>
                <a:lnTo>
                  <a:pt x="109725" y="126448"/>
                </a:lnTo>
                <a:lnTo>
                  <a:pt x="108658" y="127515"/>
                </a:lnTo>
                <a:lnTo>
                  <a:pt x="109703" y="130161"/>
                </a:lnTo>
                <a:lnTo>
                  <a:pt x="108336" y="131074"/>
                </a:lnTo>
                <a:lnTo>
                  <a:pt x="106465" y="130007"/>
                </a:lnTo>
                <a:lnTo>
                  <a:pt x="104931" y="130987"/>
                </a:lnTo>
                <a:lnTo>
                  <a:pt x="102716" y="129956"/>
                </a:lnTo>
                <a:lnTo>
                  <a:pt x="101737" y="130928"/>
                </a:lnTo>
                <a:lnTo>
                  <a:pt x="102606" y="133815"/>
                </a:lnTo>
                <a:lnTo>
                  <a:pt x="100859" y="134648"/>
                </a:lnTo>
                <a:lnTo>
                  <a:pt x="95955" y="133018"/>
                </a:lnTo>
                <a:lnTo>
                  <a:pt x="94844" y="134378"/>
                </a:lnTo>
                <a:lnTo>
                  <a:pt x="95473" y="137426"/>
                </a:lnTo>
                <a:lnTo>
                  <a:pt x="94245" y="137857"/>
                </a:lnTo>
                <a:lnTo>
                  <a:pt x="92542" y="137550"/>
                </a:lnTo>
                <a:lnTo>
                  <a:pt x="90642" y="137550"/>
                </a:lnTo>
                <a:lnTo>
                  <a:pt x="89027" y="137265"/>
                </a:lnTo>
                <a:lnTo>
                  <a:pt x="87455" y="137755"/>
                </a:lnTo>
                <a:lnTo>
                  <a:pt x="85058" y="137097"/>
                </a:lnTo>
                <a:lnTo>
                  <a:pt x="84115" y="138039"/>
                </a:lnTo>
                <a:lnTo>
                  <a:pt x="85168" y="140685"/>
                </a:lnTo>
                <a:lnTo>
                  <a:pt x="83940" y="1414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6296107" y="9473290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79122" y="134400"/>
                </a:moveTo>
                <a:lnTo>
                  <a:pt x="76338" y="133932"/>
                </a:lnTo>
                <a:lnTo>
                  <a:pt x="58081" y="133932"/>
                </a:lnTo>
                <a:lnTo>
                  <a:pt x="55150" y="134458"/>
                </a:lnTo>
                <a:lnTo>
                  <a:pt x="52826" y="133852"/>
                </a:lnTo>
                <a:lnTo>
                  <a:pt x="53433" y="130709"/>
                </a:lnTo>
                <a:lnTo>
                  <a:pt x="52819" y="130095"/>
                </a:lnTo>
                <a:lnTo>
                  <a:pt x="50151" y="130453"/>
                </a:lnTo>
                <a:lnTo>
                  <a:pt x="48645" y="130373"/>
                </a:lnTo>
                <a:lnTo>
                  <a:pt x="47074" y="130738"/>
                </a:lnTo>
                <a:lnTo>
                  <a:pt x="45474" y="130205"/>
                </a:lnTo>
                <a:lnTo>
                  <a:pt x="43091" y="130891"/>
                </a:lnTo>
                <a:lnTo>
                  <a:pt x="42258" y="130058"/>
                </a:lnTo>
                <a:lnTo>
                  <a:pt x="43069" y="127106"/>
                </a:lnTo>
                <a:lnTo>
                  <a:pt x="40650" y="126068"/>
                </a:lnTo>
                <a:lnTo>
                  <a:pt x="37573" y="127778"/>
                </a:lnTo>
                <a:lnTo>
                  <a:pt x="35161" y="126726"/>
                </a:lnTo>
                <a:lnTo>
                  <a:pt x="35980" y="123780"/>
                </a:lnTo>
                <a:lnTo>
                  <a:pt x="35278" y="123078"/>
                </a:lnTo>
                <a:lnTo>
                  <a:pt x="32610" y="123436"/>
                </a:lnTo>
                <a:lnTo>
                  <a:pt x="31397" y="123371"/>
                </a:lnTo>
                <a:lnTo>
                  <a:pt x="29153" y="123780"/>
                </a:lnTo>
                <a:lnTo>
                  <a:pt x="28028" y="123035"/>
                </a:lnTo>
                <a:lnTo>
                  <a:pt x="29080" y="120389"/>
                </a:lnTo>
                <a:lnTo>
                  <a:pt x="28006" y="119315"/>
                </a:lnTo>
                <a:lnTo>
                  <a:pt x="25667" y="120484"/>
                </a:lnTo>
                <a:lnTo>
                  <a:pt x="24498" y="119315"/>
                </a:lnTo>
                <a:lnTo>
                  <a:pt x="25667" y="116976"/>
                </a:lnTo>
                <a:lnTo>
                  <a:pt x="24512" y="115821"/>
                </a:lnTo>
                <a:lnTo>
                  <a:pt x="22115" y="116983"/>
                </a:lnTo>
                <a:lnTo>
                  <a:pt x="21004" y="115770"/>
                </a:lnTo>
                <a:lnTo>
                  <a:pt x="22174" y="113482"/>
                </a:lnTo>
                <a:lnTo>
                  <a:pt x="21085" y="112393"/>
                </a:lnTo>
                <a:lnTo>
                  <a:pt x="18439" y="113445"/>
                </a:lnTo>
                <a:lnTo>
                  <a:pt x="17562" y="112130"/>
                </a:lnTo>
                <a:lnTo>
                  <a:pt x="18651" y="110054"/>
                </a:lnTo>
                <a:lnTo>
                  <a:pt x="17555" y="108782"/>
                </a:lnTo>
                <a:lnTo>
                  <a:pt x="15121" y="109937"/>
                </a:lnTo>
                <a:lnTo>
                  <a:pt x="14069" y="108885"/>
                </a:lnTo>
                <a:lnTo>
                  <a:pt x="15121" y="106239"/>
                </a:lnTo>
                <a:lnTo>
                  <a:pt x="13974" y="105479"/>
                </a:lnTo>
                <a:lnTo>
                  <a:pt x="11452" y="106400"/>
                </a:lnTo>
                <a:lnTo>
                  <a:pt x="10115" y="104624"/>
                </a:lnTo>
                <a:lnTo>
                  <a:pt x="12212" y="99800"/>
                </a:lnTo>
                <a:lnTo>
                  <a:pt x="10619" y="98499"/>
                </a:lnTo>
                <a:lnTo>
                  <a:pt x="7768" y="99303"/>
                </a:lnTo>
                <a:lnTo>
                  <a:pt x="6899" y="97571"/>
                </a:lnTo>
                <a:lnTo>
                  <a:pt x="8587" y="92689"/>
                </a:lnTo>
                <a:lnTo>
                  <a:pt x="7242" y="91593"/>
                </a:lnTo>
                <a:lnTo>
                  <a:pt x="4114" y="92133"/>
                </a:lnTo>
                <a:lnTo>
                  <a:pt x="3142" y="88567"/>
                </a:lnTo>
                <a:lnTo>
                  <a:pt x="4845" y="84605"/>
                </a:lnTo>
                <a:lnTo>
                  <a:pt x="3953" y="81002"/>
                </a:lnTo>
                <a:lnTo>
                  <a:pt x="796" y="81580"/>
                </a:lnTo>
                <a:lnTo>
                  <a:pt x="197" y="80980"/>
                </a:lnTo>
                <a:lnTo>
                  <a:pt x="548" y="78313"/>
                </a:lnTo>
                <a:lnTo>
                  <a:pt x="285" y="73204"/>
                </a:lnTo>
                <a:lnTo>
                  <a:pt x="613" y="61612"/>
                </a:lnTo>
                <a:lnTo>
                  <a:pt x="0" y="58835"/>
                </a:lnTo>
                <a:lnTo>
                  <a:pt x="679" y="56124"/>
                </a:lnTo>
                <a:lnTo>
                  <a:pt x="95" y="53675"/>
                </a:lnTo>
                <a:lnTo>
                  <a:pt x="825" y="52944"/>
                </a:lnTo>
                <a:lnTo>
                  <a:pt x="3924" y="53595"/>
                </a:lnTo>
                <a:lnTo>
                  <a:pt x="4684" y="51103"/>
                </a:lnTo>
                <a:lnTo>
                  <a:pt x="3486" y="48406"/>
                </a:lnTo>
                <a:lnTo>
                  <a:pt x="4187" y="45607"/>
                </a:lnTo>
                <a:lnTo>
                  <a:pt x="3603" y="43151"/>
                </a:lnTo>
                <a:lnTo>
                  <a:pt x="4399" y="42361"/>
                </a:lnTo>
                <a:lnTo>
                  <a:pt x="7359" y="43158"/>
                </a:lnTo>
                <a:lnTo>
                  <a:pt x="8375" y="40739"/>
                </a:lnTo>
                <a:lnTo>
                  <a:pt x="6694" y="37684"/>
                </a:lnTo>
                <a:lnTo>
                  <a:pt x="7732" y="35265"/>
                </a:lnTo>
                <a:lnTo>
                  <a:pt x="10685" y="36069"/>
                </a:lnTo>
                <a:lnTo>
                  <a:pt x="11598" y="35155"/>
                </a:lnTo>
                <a:lnTo>
                  <a:pt x="10685" y="32904"/>
                </a:lnTo>
                <a:lnTo>
                  <a:pt x="11416" y="31486"/>
                </a:lnTo>
                <a:lnTo>
                  <a:pt x="10502" y="29235"/>
                </a:lnTo>
                <a:lnTo>
                  <a:pt x="11540" y="28197"/>
                </a:lnTo>
                <a:lnTo>
                  <a:pt x="14185" y="29250"/>
                </a:lnTo>
                <a:lnTo>
                  <a:pt x="15077" y="27905"/>
                </a:lnTo>
                <a:lnTo>
                  <a:pt x="13981" y="25917"/>
                </a:lnTo>
                <a:lnTo>
                  <a:pt x="15019" y="24594"/>
                </a:lnTo>
                <a:lnTo>
                  <a:pt x="17533" y="25720"/>
                </a:lnTo>
                <a:lnTo>
                  <a:pt x="18651" y="24594"/>
                </a:lnTo>
                <a:lnTo>
                  <a:pt x="17482" y="22255"/>
                </a:lnTo>
                <a:lnTo>
                  <a:pt x="18651" y="21086"/>
                </a:lnTo>
                <a:lnTo>
                  <a:pt x="20990" y="22255"/>
                </a:lnTo>
                <a:lnTo>
                  <a:pt x="22159" y="21086"/>
                </a:lnTo>
                <a:lnTo>
                  <a:pt x="20990" y="18747"/>
                </a:lnTo>
                <a:lnTo>
                  <a:pt x="22159" y="17577"/>
                </a:lnTo>
                <a:lnTo>
                  <a:pt x="24498" y="18747"/>
                </a:lnTo>
                <a:lnTo>
                  <a:pt x="25667" y="17578"/>
                </a:lnTo>
                <a:lnTo>
                  <a:pt x="24498" y="15239"/>
                </a:lnTo>
                <a:lnTo>
                  <a:pt x="25667" y="14069"/>
                </a:lnTo>
                <a:lnTo>
                  <a:pt x="28006" y="15239"/>
                </a:lnTo>
                <a:lnTo>
                  <a:pt x="29088" y="14157"/>
                </a:lnTo>
                <a:lnTo>
                  <a:pt x="28021" y="11541"/>
                </a:lnTo>
                <a:lnTo>
                  <a:pt x="30155" y="10071"/>
                </a:lnTo>
                <a:lnTo>
                  <a:pt x="33831" y="11906"/>
                </a:lnTo>
                <a:lnTo>
                  <a:pt x="36053" y="10956"/>
                </a:lnTo>
                <a:lnTo>
                  <a:pt x="35242" y="8003"/>
                </a:lnTo>
                <a:lnTo>
                  <a:pt x="36155" y="7089"/>
                </a:lnTo>
                <a:lnTo>
                  <a:pt x="38406" y="8003"/>
                </a:lnTo>
                <a:lnTo>
                  <a:pt x="39824" y="7272"/>
                </a:lnTo>
                <a:lnTo>
                  <a:pt x="42075" y="8186"/>
                </a:lnTo>
                <a:lnTo>
                  <a:pt x="43113" y="7148"/>
                </a:lnTo>
                <a:lnTo>
                  <a:pt x="42060" y="4502"/>
                </a:lnTo>
                <a:lnTo>
                  <a:pt x="43354" y="3640"/>
                </a:lnTo>
                <a:lnTo>
                  <a:pt x="45276" y="4385"/>
                </a:lnTo>
                <a:lnTo>
                  <a:pt x="48251" y="3472"/>
                </a:lnTo>
                <a:lnTo>
                  <a:pt x="50955" y="4568"/>
                </a:lnTo>
                <a:lnTo>
                  <a:pt x="53148" y="4129"/>
                </a:lnTo>
                <a:lnTo>
                  <a:pt x="53433" y="4070"/>
                </a:lnTo>
                <a:lnTo>
                  <a:pt x="52899" y="877"/>
                </a:lnTo>
                <a:lnTo>
                  <a:pt x="53513" y="262"/>
                </a:lnTo>
                <a:lnTo>
                  <a:pt x="56108" y="679"/>
                </a:lnTo>
                <a:lnTo>
                  <a:pt x="61194" y="109"/>
                </a:lnTo>
                <a:lnTo>
                  <a:pt x="66120" y="621"/>
                </a:lnTo>
                <a:lnTo>
                  <a:pt x="73926" y="621"/>
                </a:lnTo>
                <a:lnTo>
                  <a:pt x="78041" y="0"/>
                </a:lnTo>
                <a:lnTo>
                  <a:pt x="81483" y="672"/>
                </a:lnTo>
                <a:lnTo>
                  <a:pt x="80964" y="3880"/>
                </a:lnTo>
                <a:lnTo>
                  <a:pt x="81644" y="4560"/>
                </a:lnTo>
                <a:lnTo>
                  <a:pt x="84100" y="3975"/>
                </a:lnTo>
                <a:lnTo>
                  <a:pt x="86804" y="4648"/>
                </a:lnTo>
                <a:lnTo>
                  <a:pt x="89756" y="3318"/>
                </a:lnTo>
                <a:lnTo>
                  <a:pt x="92168" y="4304"/>
                </a:lnTo>
                <a:lnTo>
                  <a:pt x="91379" y="7279"/>
                </a:lnTo>
                <a:lnTo>
                  <a:pt x="92066" y="7966"/>
                </a:lnTo>
                <a:lnTo>
                  <a:pt x="94734" y="7615"/>
                </a:lnTo>
                <a:lnTo>
                  <a:pt x="96108" y="7681"/>
                </a:lnTo>
                <a:lnTo>
                  <a:pt x="97986" y="7272"/>
                </a:lnTo>
                <a:lnTo>
                  <a:pt x="99221" y="7856"/>
                </a:lnTo>
                <a:lnTo>
                  <a:pt x="98359" y="10751"/>
                </a:lnTo>
                <a:lnTo>
                  <a:pt x="99082" y="11474"/>
                </a:lnTo>
                <a:lnTo>
                  <a:pt x="101750" y="11116"/>
                </a:lnTo>
                <a:lnTo>
                  <a:pt x="102970" y="11182"/>
                </a:lnTo>
                <a:lnTo>
                  <a:pt x="105192" y="10773"/>
                </a:lnTo>
                <a:lnTo>
                  <a:pt x="106325" y="11511"/>
                </a:lnTo>
                <a:lnTo>
                  <a:pt x="105287" y="14171"/>
                </a:lnTo>
                <a:lnTo>
                  <a:pt x="106259" y="15143"/>
                </a:lnTo>
                <a:lnTo>
                  <a:pt x="108905" y="14091"/>
                </a:lnTo>
                <a:lnTo>
                  <a:pt x="109782" y="15414"/>
                </a:lnTo>
                <a:lnTo>
                  <a:pt x="108693" y="17467"/>
                </a:lnTo>
                <a:lnTo>
                  <a:pt x="109775" y="18754"/>
                </a:lnTo>
                <a:lnTo>
                  <a:pt x="112230" y="17606"/>
                </a:lnTo>
                <a:lnTo>
                  <a:pt x="113371" y="18746"/>
                </a:lnTo>
                <a:lnTo>
                  <a:pt x="112201" y="21085"/>
                </a:lnTo>
                <a:lnTo>
                  <a:pt x="113371" y="22255"/>
                </a:lnTo>
                <a:lnTo>
                  <a:pt x="115709" y="21085"/>
                </a:lnTo>
                <a:lnTo>
                  <a:pt x="116784" y="22160"/>
                </a:lnTo>
                <a:lnTo>
                  <a:pt x="115731" y="24805"/>
                </a:lnTo>
                <a:lnTo>
                  <a:pt x="117054" y="25683"/>
                </a:lnTo>
                <a:lnTo>
                  <a:pt x="119108" y="24594"/>
                </a:lnTo>
                <a:lnTo>
                  <a:pt x="120394" y="25675"/>
                </a:lnTo>
                <a:lnTo>
                  <a:pt x="119247" y="28131"/>
                </a:lnTo>
                <a:lnTo>
                  <a:pt x="120292" y="29176"/>
                </a:lnTo>
                <a:lnTo>
                  <a:pt x="122945" y="28131"/>
                </a:lnTo>
                <a:lnTo>
                  <a:pt x="124377" y="30302"/>
                </a:lnTo>
                <a:lnTo>
                  <a:pt x="122535" y="33898"/>
                </a:lnTo>
                <a:lnTo>
                  <a:pt x="123500" y="36149"/>
                </a:lnTo>
                <a:lnTo>
                  <a:pt x="126453" y="35337"/>
                </a:lnTo>
                <a:lnTo>
                  <a:pt x="127366" y="36251"/>
                </a:lnTo>
                <a:lnTo>
                  <a:pt x="126453" y="38502"/>
                </a:lnTo>
                <a:lnTo>
                  <a:pt x="127184" y="39920"/>
                </a:lnTo>
                <a:lnTo>
                  <a:pt x="126270" y="42171"/>
                </a:lnTo>
                <a:lnTo>
                  <a:pt x="127308" y="43209"/>
                </a:lnTo>
                <a:lnTo>
                  <a:pt x="129954" y="42156"/>
                </a:lnTo>
                <a:lnTo>
                  <a:pt x="130831" y="43472"/>
                </a:lnTo>
                <a:lnTo>
                  <a:pt x="130034" y="45357"/>
                </a:lnTo>
                <a:lnTo>
                  <a:pt x="131013" y="48281"/>
                </a:lnTo>
                <a:lnTo>
                  <a:pt x="129479" y="51263"/>
                </a:lnTo>
                <a:lnTo>
                  <a:pt x="130516" y="53689"/>
                </a:lnTo>
                <a:lnTo>
                  <a:pt x="133469" y="52878"/>
                </a:lnTo>
                <a:lnTo>
                  <a:pt x="134229" y="53638"/>
                </a:lnTo>
                <a:lnTo>
                  <a:pt x="133732" y="56167"/>
                </a:lnTo>
                <a:lnTo>
                  <a:pt x="134405" y="59982"/>
                </a:lnTo>
                <a:lnTo>
                  <a:pt x="133834" y="63987"/>
                </a:lnTo>
                <a:lnTo>
                  <a:pt x="133834" y="75272"/>
                </a:lnTo>
                <a:lnTo>
                  <a:pt x="134120" y="76872"/>
                </a:lnTo>
                <a:lnTo>
                  <a:pt x="133637" y="78451"/>
                </a:lnTo>
                <a:lnTo>
                  <a:pt x="134288" y="80848"/>
                </a:lnTo>
                <a:lnTo>
                  <a:pt x="133549" y="81601"/>
                </a:lnTo>
                <a:lnTo>
                  <a:pt x="130421" y="80973"/>
                </a:lnTo>
                <a:lnTo>
                  <a:pt x="129778" y="83275"/>
                </a:lnTo>
                <a:lnTo>
                  <a:pt x="130326" y="86271"/>
                </a:lnTo>
                <a:lnTo>
                  <a:pt x="130326" y="89180"/>
                </a:lnTo>
                <a:lnTo>
                  <a:pt x="130655" y="91058"/>
                </a:lnTo>
                <a:lnTo>
                  <a:pt x="130136" y="92279"/>
                </a:lnTo>
                <a:lnTo>
                  <a:pt x="127191" y="91461"/>
                </a:lnTo>
                <a:lnTo>
                  <a:pt x="126285" y="92367"/>
                </a:lnTo>
                <a:lnTo>
                  <a:pt x="127154" y="94640"/>
                </a:lnTo>
                <a:lnTo>
                  <a:pt x="126482" y="96043"/>
                </a:lnTo>
                <a:lnTo>
                  <a:pt x="127352" y="98316"/>
                </a:lnTo>
                <a:lnTo>
                  <a:pt x="126329" y="99339"/>
                </a:lnTo>
                <a:lnTo>
                  <a:pt x="123683" y="98287"/>
                </a:lnTo>
                <a:lnTo>
                  <a:pt x="122769" y="99661"/>
                </a:lnTo>
                <a:lnTo>
                  <a:pt x="123836" y="101532"/>
                </a:lnTo>
                <a:lnTo>
                  <a:pt x="122857" y="103067"/>
                </a:lnTo>
                <a:lnTo>
                  <a:pt x="123895" y="105289"/>
                </a:lnTo>
                <a:lnTo>
                  <a:pt x="122762" y="106414"/>
                </a:lnTo>
                <a:lnTo>
                  <a:pt x="120284" y="105274"/>
                </a:lnTo>
                <a:lnTo>
                  <a:pt x="119261" y="106524"/>
                </a:lnTo>
                <a:lnTo>
                  <a:pt x="120401" y="108775"/>
                </a:lnTo>
                <a:lnTo>
                  <a:pt x="119217" y="109959"/>
                </a:lnTo>
                <a:lnTo>
                  <a:pt x="116879" y="108790"/>
                </a:lnTo>
                <a:lnTo>
                  <a:pt x="115709" y="109959"/>
                </a:lnTo>
                <a:lnTo>
                  <a:pt x="116879" y="112298"/>
                </a:lnTo>
                <a:lnTo>
                  <a:pt x="115709" y="113467"/>
                </a:lnTo>
                <a:lnTo>
                  <a:pt x="113371" y="112298"/>
                </a:lnTo>
                <a:lnTo>
                  <a:pt x="112201" y="113467"/>
                </a:lnTo>
                <a:lnTo>
                  <a:pt x="113371" y="115806"/>
                </a:lnTo>
                <a:lnTo>
                  <a:pt x="112296" y="116880"/>
                </a:lnTo>
                <a:lnTo>
                  <a:pt x="109650" y="115828"/>
                </a:lnTo>
                <a:lnTo>
                  <a:pt x="108773" y="117151"/>
                </a:lnTo>
                <a:lnTo>
                  <a:pt x="109862" y="119205"/>
                </a:lnTo>
                <a:lnTo>
                  <a:pt x="108781" y="120491"/>
                </a:lnTo>
                <a:lnTo>
                  <a:pt x="106325" y="119344"/>
                </a:lnTo>
                <a:lnTo>
                  <a:pt x="105280" y="120389"/>
                </a:lnTo>
                <a:lnTo>
                  <a:pt x="106332" y="123034"/>
                </a:lnTo>
                <a:lnTo>
                  <a:pt x="104498" y="124255"/>
                </a:lnTo>
                <a:lnTo>
                  <a:pt x="99682" y="122274"/>
                </a:lnTo>
                <a:lnTo>
                  <a:pt x="98476" y="123743"/>
                </a:lnTo>
                <a:lnTo>
                  <a:pt x="99104" y="126791"/>
                </a:lnTo>
                <a:lnTo>
                  <a:pt x="97876" y="127222"/>
                </a:lnTo>
                <a:lnTo>
                  <a:pt x="96181" y="126916"/>
                </a:lnTo>
                <a:lnTo>
                  <a:pt x="94390" y="126916"/>
                </a:lnTo>
                <a:lnTo>
                  <a:pt x="92504" y="126587"/>
                </a:lnTo>
                <a:lnTo>
                  <a:pt x="91291" y="127106"/>
                </a:lnTo>
                <a:lnTo>
                  <a:pt x="92103" y="130058"/>
                </a:lnTo>
                <a:lnTo>
                  <a:pt x="91401" y="130760"/>
                </a:lnTo>
                <a:lnTo>
                  <a:pt x="88740" y="130402"/>
                </a:lnTo>
                <a:lnTo>
                  <a:pt x="87301" y="130475"/>
                </a:lnTo>
                <a:lnTo>
                  <a:pt x="85576" y="130080"/>
                </a:lnTo>
                <a:lnTo>
                  <a:pt x="84034" y="130701"/>
                </a:lnTo>
                <a:lnTo>
                  <a:pt x="81710" y="129927"/>
                </a:lnTo>
                <a:lnTo>
                  <a:pt x="80950" y="130687"/>
                </a:lnTo>
                <a:lnTo>
                  <a:pt x="81505" y="133866"/>
                </a:lnTo>
                <a:lnTo>
                  <a:pt x="79122" y="134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8193997" y="9476908"/>
            <a:ext cx="94615" cy="127635"/>
          </a:xfrm>
          <a:custGeom>
            <a:avLst/>
            <a:gdLst/>
            <a:ahLst/>
            <a:cxnLst/>
            <a:rect l="l" t="t" r="r" b="b"/>
            <a:pathLst>
              <a:path w="94615" h="127634">
                <a:moveTo>
                  <a:pt x="78012" y="127383"/>
                </a:moveTo>
                <a:lnTo>
                  <a:pt x="73978" y="126798"/>
                </a:lnTo>
                <a:lnTo>
                  <a:pt x="50956" y="126798"/>
                </a:lnTo>
                <a:lnTo>
                  <a:pt x="48317" y="127193"/>
                </a:lnTo>
                <a:lnTo>
                  <a:pt x="45891" y="126754"/>
                </a:lnTo>
                <a:lnTo>
                  <a:pt x="46388" y="123532"/>
                </a:lnTo>
                <a:lnTo>
                  <a:pt x="45715" y="122859"/>
                </a:lnTo>
                <a:lnTo>
                  <a:pt x="43260" y="123444"/>
                </a:lnTo>
                <a:lnTo>
                  <a:pt x="40534" y="122764"/>
                </a:lnTo>
                <a:lnTo>
                  <a:pt x="37647" y="124072"/>
                </a:lnTo>
                <a:lnTo>
                  <a:pt x="35213" y="123137"/>
                </a:lnTo>
                <a:lnTo>
                  <a:pt x="35973" y="120125"/>
                </a:lnTo>
                <a:lnTo>
                  <a:pt x="35293" y="119453"/>
                </a:lnTo>
                <a:lnTo>
                  <a:pt x="32633" y="119811"/>
                </a:lnTo>
                <a:lnTo>
                  <a:pt x="31332" y="119745"/>
                </a:lnTo>
                <a:lnTo>
                  <a:pt x="29300" y="120155"/>
                </a:lnTo>
                <a:lnTo>
                  <a:pt x="28109" y="119504"/>
                </a:lnTo>
                <a:lnTo>
                  <a:pt x="29059" y="116712"/>
                </a:lnTo>
                <a:lnTo>
                  <a:pt x="28021" y="115674"/>
                </a:lnTo>
                <a:lnTo>
                  <a:pt x="25770" y="116815"/>
                </a:lnTo>
                <a:lnTo>
                  <a:pt x="24520" y="115791"/>
                </a:lnTo>
                <a:lnTo>
                  <a:pt x="25660" y="113314"/>
                </a:lnTo>
                <a:lnTo>
                  <a:pt x="24528" y="112181"/>
                </a:lnTo>
                <a:lnTo>
                  <a:pt x="22196" y="113350"/>
                </a:lnTo>
                <a:lnTo>
                  <a:pt x="21026" y="112181"/>
                </a:lnTo>
                <a:lnTo>
                  <a:pt x="22196" y="109842"/>
                </a:lnTo>
                <a:lnTo>
                  <a:pt x="21027" y="108672"/>
                </a:lnTo>
                <a:lnTo>
                  <a:pt x="18688" y="109842"/>
                </a:lnTo>
                <a:lnTo>
                  <a:pt x="17518" y="108673"/>
                </a:lnTo>
                <a:lnTo>
                  <a:pt x="18688" y="106334"/>
                </a:lnTo>
                <a:lnTo>
                  <a:pt x="17614" y="105260"/>
                </a:lnTo>
                <a:lnTo>
                  <a:pt x="14968" y="106312"/>
                </a:lnTo>
                <a:lnTo>
                  <a:pt x="14098" y="104989"/>
                </a:lnTo>
                <a:lnTo>
                  <a:pt x="15187" y="102935"/>
                </a:lnTo>
                <a:lnTo>
                  <a:pt x="14105" y="101649"/>
                </a:lnTo>
                <a:lnTo>
                  <a:pt x="11650" y="102796"/>
                </a:lnTo>
                <a:lnTo>
                  <a:pt x="10502" y="101642"/>
                </a:lnTo>
                <a:lnTo>
                  <a:pt x="11613" y="99412"/>
                </a:lnTo>
                <a:lnTo>
                  <a:pt x="10641" y="98148"/>
                </a:lnTo>
                <a:lnTo>
                  <a:pt x="8119" y="99266"/>
                </a:lnTo>
                <a:lnTo>
                  <a:pt x="7009" y="98148"/>
                </a:lnTo>
                <a:lnTo>
                  <a:pt x="8054" y="95926"/>
                </a:lnTo>
                <a:lnTo>
                  <a:pt x="7125" y="94523"/>
                </a:lnTo>
                <a:lnTo>
                  <a:pt x="8178" y="92301"/>
                </a:lnTo>
                <a:lnTo>
                  <a:pt x="7242" y="91373"/>
                </a:lnTo>
                <a:lnTo>
                  <a:pt x="4238" y="92125"/>
                </a:lnTo>
                <a:lnTo>
                  <a:pt x="3310" y="89699"/>
                </a:lnTo>
                <a:lnTo>
                  <a:pt x="4611" y="86812"/>
                </a:lnTo>
                <a:lnTo>
                  <a:pt x="3931" y="84079"/>
                </a:lnTo>
                <a:lnTo>
                  <a:pt x="4516" y="81623"/>
                </a:lnTo>
                <a:lnTo>
                  <a:pt x="3851" y="80951"/>
                </a:lnTo>
                <a:lnTo>
                  <a:pt x="621" y="81455"/>
                </a:lnTo>
                <a:lnTo>
                  <a:pt x="0" y="77976"/>
                </a:lnTo>
                <a:lnTo>
                  <a:pt x="584" y="73942"/>
                </a:lnTo>
                <a:lnTo>
                  <a:pt x="584" y="50963"/>
                </a:lnTo>
                <a:lnTo>
                  <a:pt x="131" y="48223"/>
                </a:lnTo>
                <a:lnTo>
                  <a:pt x="643" y="45825"/>
                </a:lnTo>
                <a:lnTo>
                  <a:pt x="3836" y="46366"/>
                </a:lnTo>
                <a:lnTo>
                  <a:pt x="4538" y="45657"/>
                </a:lnTo>
                <a:lnTo>
                  <a:pt x="3895" y="43245"/>
                </a:lnTo>
                <a:lnTo>
                  <a:pt x="4443" y="41411"/>
                </a:lnTo>
                <a:lnTo>
                  <a:pt x="3208" y="36310"/>
                </a:lnTo>
                <a:lnTo>
                  <a:pt x="4421" y="35308"/>
                </a:lnTo>
                <a:lnTo>
                  <a:pt x="7476" y="35937"/>
                </a:lnTo>
                <a:lnTo>
                  <a:pt x="8214" y="33795"/>
                </a:lnTo>
                <a:lnTo>
                  <a:pt x="6555" y="30119"/>
                </a:lnTo>
                <a:lnTo>
                  <a:pt x="7966" y="28007"/>
                </a:lnTo>
                <a:lnTo>
                  <a:pt x="10612" y="29059"/>
                </a:lnTo>
                <a:lnTo>
                  <a:pt x="11584" y="28080"/>
                </a:lnTo>
                <a:lnTo>
                  <a:pt x="10539" y="25434"/>
                </a:lnTo>
                <a:lnTo>
                  <a:pt x="11854" y="24557"/>
                </a:lnTo>
                <a:lnTo>
                  <a:pt x="13915" y="25646"/>
                </a:lnTo>
                <a:lnTo>
                  <a:pt x="15194" y="24565"/>
                </a:lnTo>
                <a:lnTo>
                  <a:pt x="14047" y="22109"/>
                </a:lnTo>
                <a:lnTo>
                  <a:pt x="15172" y="20983"/>
                </a:lnTo>
                <a:lnTo>
                  <a:pt x="17562" y="22145"/>
                </a:lnTo>
                <a:lnTo>
                  <a:pt x="18673" y="20932"/>
                </a:lnTo>
                <a:lnTo>
                  <a:pt x="17511" y="18644"/>
                </a:lnTo>
                <a:lnTo>
                  <a:pt x="18593" y="17556"/>
                </a:lnTo>
                <a:lnTo>
                  <a:pt x="21238" y="18608"/>
                </a:lnTo>
                <a:lnTo>
                  <a:pt x="22116" y="17285"/>
                </a:lnTo>
                <a:lnTo>
                  <a:pt x="21027" y="15231"/>
                </a:lnTo>
                <a:lnTo>
                  <a:pt x="22108" y="13945"/>
                </a:lnTo>
                <a:lnTo>
                  <a:pt x="24564" y="15092"/>
                </a:lnTo>
                <a:lnTo>
                  <a:pt x="25675" y="13974"/>
                </a:lnTo>
                <a:lnTo>
                  <a:pt x="24520" y="11540"/>
                </a:lnTo>
                <a:lnTo>
                  <a:pt x="25755" y="10473"/>
                </a:lnTo>
                <a:lnTo>
                  <a:pt x="28021" y="11628"/>
                </a:lnTo>
                <a:lnTo>
                  <a:pt x="29110" y="10539"/>
                </a:lnTo>
                <a:lnTo>
                  <a:pt x="28058" y="7893"/>
                </a:lnTo>
                <a:lnTo>
                  <a:pt x="29432" y="6980"/>
                </a:lnTo>
                <a:lnTo>
                  <a:pt x="31303" y="8047"/>
                </a:lnTo>
                <a:lnTo>
                  <a:pt x="32830" y="7067"/>
                </a:lnTo>
                <a:lnTo>
                  <a:pt x="35052" y="8098"/>
                </a:lnTo>
                <a:lnTo>
                  <a:pt x="36017" y="7133"/>
                </a:lnTo>
                <a:lnTo>
                  <a:pt x="35169" y="4224"/>
                </a:lnTo>
                <a:lnTo>
                  <a:pt x="36368" y="3676"/>
                </a:lnTo>
                <a:lnTo>
                  <a:pt x="38312" y="4012"/>
                </a:lnTo>
                <a:lnTo>
                  <a:pt x="41250" y="4012"/>
                </a:lnTo>
                <a:lnTo>
                  <a:pt x="44100" y="4524"/>
                </a:lnTo>
                <a:lnTo>
                  <a:pt x="46461" y="3939"/>
                </a:lnTo>
                <a:lnTo>
                  <a:pt x="45876" y="782"/>
                </a:lnTo>
                <a:lnTo>
                  <a:pt x="46534" y="131"/>
                </a:lnTo>
                <a:lnTo>
                  <a:pt x="49085" y="599"/>
                </a:lnTo>
                <a:lnTo>
                  <a:pt x="52944" y="0"/>
                </a:lnTo>
                <a:lnTo>
                  <a:pt x="56847" y="511"/>
                </a:lnTo>
                <a:lnTo>
                  <a:pt x="76397" y="511"/>
                </a:lnTo>
                <a:lnTo>
                  <a:pt x="79086" y="95"/>
                </a:lnTo>
                <a:lnTo>
                  <a:pt x="81498" y="562"/>
                </a:lnTo>
                <a:lnTo>
                  <a:pt x="80979" y="3771"/>
                </a:lnTo>
                <a:lnTo>
                  <a:pt x="81659" y="4451"/>
                </a:lnTo>
                <a:lnTo>
                  <a:pt x="84115" y="3866"/>
                </a:lnTo>
                <a:lnTo>
                  <a:pt x="86841" y="4546"/>
                </a:lnTo>
                <a:lnTo>
                  <a:pt x="89735" y="3237"/>
                </a:lnTo>
                <a:lnTo>
                  <a:pt x="92162" y="4180"/>
                </a:lnTo>
                <a:lnTo>
                  <a:pt x="91401" y="7184"/>
                </a:lnTo>
                <a:lnTo>
                  <a:pt x="92081" y="7857"/>
                </a:lnTo>
                <a:lnTo>
                  <a:pt x="94003" y="7598"/>
                </a:lnTo>
                <a:lnTo>
                  <a:pt x="94003" y="119992"/>
                </a:lnTo>
                <a:lnTo>
                  <a:pt x="92330" y="119197"/>
                </a:lnTo>
                <a:lnTo>
                  <a:pt x="91401" y="120125"/>
                </a:lnTo>
                <a:lnTo>
                  <a:pt x="92162" y="123129"/>
                </a:lnTo>
                <a:lnTo>
                  <a:pt x="89728" y="124072"/>
                </a:lnTo>
                <a:lnTo>
                  <a:pt x="86841" y="122764"/>
                </a:lnTo>
                <a:lnTo>
                  <a:pt x="84108" y="123444"/>
                </a:lnTo>
                <a:lnTo>
                  <a:pt x="81652" y="122859"/>
                </a:lnTo>
                <a:lnTo>
                  <a:pt x="80987" y="123531"/>
                </a:lnTo>
                <a:lnTo>
                  <a:pt x="81484" y="126754"/>
                </a:lnTo>
                <a:lnTo>
                  <a:pt x="78012" y="1273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6092445" y="9480401"/>
            <a:ext cx="121285" cy="120650"/>
          </a:xfrm>
          <a:custGeom>
            <a:avLst/>
            <a:gdLst/>
            <a:ahLst/>
            <a:cxnLst/>
            <a:rect l="l" t="t" r="r" b="b"/>
            <a:pathLst>
              <a:path w="121284" h="120650">
                <a:moveTo>
                  <a:pt x="70001" y="120535"/>
                </a:moveTo>
                <a:lnTo>
                  <a:pt x="64790" y="119797"/>
                </a:lnTo>
                <a:lnTo>
                  <a:pt x="56999" y="119797"/>
                </a:lnTo>
                <a:lnTo>
                  <a:pt x="53126" y="120286"/>
                </a:lnTo>
                <a:lnTo>
                  <a:pt x="47820" y="119497"/>
                </a:lnTo>
                <a:lnTo>
                  <a:pt x="44648" y="120586"/>
                </a:lnTo>
                <a:lnTo>
                  <a:pt x="42367" y="119614"/>
                </a:lnTo>
                <a:lnTo>
                  <a:pt x="43171" y="116654"/>
                </a:lnTo>
                <a:lnTo>
                  <a:pt x="42258" y="115740"/>
                </a:lnTo>
                <a:lnTo>
                  <a:pt x="40007" y="116654"/>
                </a:lnTo>
                <a:lnTo>
                  <a:pt x="38589" y="115930"/>
                </a:lnTo>
                <a:lnTo>
                  <a:pt x="36338" y="116837"/>
                </a:lnTo>
                <a:lnTo>
                  <a:pt x="35300" y="115799"/>
                </a:lnTo>
                <a:lnTo>
                  <a:pt x="36352" y="113153"/>
                </a:lnTo>
                <a:lnTo>
                  <a:pt x="34978" y="112239"/>
                </a:lnTo>
                <a:lnTo>
                  <a:pt x="33159" y="113219"/>
                </a:lnTo>
                <a:lnTo>
                  <a:pt x="31573" y="112429"/>
                </a:lnTo>
                <a:lnTo>
                  <a:pt x="29314" y="113321"/>
                </a:lnTo>
                <a:lnTo>
                  <a:pt x="28284" y="112290"/>
                </a:lnTo>
                <a:lnTo>
                  <a:pt x="29336" y="109645"/>
                </a:lnTo>
                <a:lnTo>
                  <a:pt x="27955" y="108724"/>
                </a:lnTo>
                <a:lnTo>
                  <a:pt x="26128" y="109754"/>
                </a:lnTo>
                <a:lnTo>
                  <a:pt x="24556" y="108877"/>
                </a:lnTo>
                <a:lnTo>
                  <a:pt x="22313" y="109835"/>
                </a:lnTo>
                <a:lnTo>
                  <a:pt x="21268" y="108782"/>
                </a:lnTo>
                <a:lnTo>
                  <a:pt x="22320" y="106137"/>
                </a:lnTo>
                <a:lnTo>
                  <a:pt x="21012" y="105274"/>
                </a:lnTo>
                <a:lnTo>
                  <a:pt x="18899" y="106356"/>
                </a:lnTo>
                <a:lnTo>
                  <a:pt x="17657" y="105230"/>
                </a:lnTo>
                <a:lnTo>
                  <a:pt x="18819" y="102826"/>
                </a:lnTo>
                <a:lnTo>
                  <a:pt x="17664" y="101671"/>
                </a:lnTo>
                <a:lnTo>
                  <a:pt x="15326" y="102840"/>
                </a:lnTo>
                <a:lnTo>
                  <a:pt x="14156" y="101671"/>
                </a:lnTo>
                <a:lnTo>
                  <a:pt x="15326" y="99332"/>
                </a:lnTo>
                <a:lnTo>
                  <a:pt x="14237" y="98243"/>
                </a:lnTo>
                <a:lnTo>
                  <a:pt x="11635" y="99317"/>
                </a:lnTo>
                <a:lnTo>
                  <a:pt x="10356" y="97483"/>
                </a:lnTo>
                <a:lnTo>
                  <a:pt x="12388" y="92666"/>
                </a:lnTo>
                <a:lnTo>
                  <a:pt x="10772" y="91351"/>
                </a:lnTo>
                <a:lnTo>
                  <a:pt x="8010" y="92221"/>
                </a:lnTo>
                <a:lnTo>
                  <a:pt x="6731" y="89948"/>
                </a:lnTo>
                <a:lnTo>
                  <a:pt x="8543" y="86608"/>
                </a:lnTo>
                <a:lnTo>
                  <a:pt x="7549" y="84269"/>
                </a:lnTo>
                <a:lnTo>
                  <a:pt x="4597" y="85080"/>
                </a:lnTo>
                <a:lnTo>
                  <a:pt x="3683" y="84167"/>
                </a:lnTo>
                <a:lnTo>
                  <a:pt x="4589" y="81916"/>
                </a:lnTo>
                <a:lnTo>
                  <a:pt x="3866" y="80498"/>
                </a:lnTo>
                <a:lnTo>
                  <a:pt x="4772" y="78247"/>
                </a:lnTo>
                <a:lnTo>
                  <a:pt x="3741" y="77209"/>
                </a:lnTo>
                <a:lnTo>
                  <a:pt x="1096" y="78261"/>
                </a:lnTo>
                <a:lnTo>
                  <a:pt x="277" y="77033"/>
                </a:lnTo>
                <a:lnTo>
                  <a:pt x="876" y="74994"/>
                </a:lnTo>
                <a:lnTo>
                  <a:pt x="314" y="72041"/>
                </a:lnTo>
                <a:lnTo>
                  <a:pt x="723" y="69366"/>
                </a:lnTo>
                <a:lnTo>
                  <a:pt x="723" y="61480"/>
                </a:lnTo>
                <a:lnTo>
                  <a:pt x="29" y="55283"/>
                </a:lnTo>
                <a:lnTo>
                  <a:pt x="855" y="48581"/>
                </a:lnTo>
                <a:lnTo>
                  <a:pt x="0" y="43209"/>
                </a:lnTo>
                <a:lnTo>
                  <a:pt x="1140" y="42281"/>
                </a:lnTo>
                <a:lnTo>
                  <a:pt x="4027" y="43055"/>
                </a:lnTo>
                <a:lnTo>
                  <a:pt x="4830" y="41338"/>
                </a:lnTo>
                <a:lnTo>
                  <a:pt x="3208" y="36434"/>
                </a:lnTo>
                <a:lnTo>
                  <a:pt x="4633" y="35272"/>
                </a:lnTo>
                <a:lnTo>
                  <a:pt x="7542" y="36032"/>
                </a:lnTo>
                <a:lnTo>
                  <a:pt x="8317" y="34336"/>
                </a:lnTo>
                <a:lnTo>
                  <a:pt x="6723" y="29418"/>
                </a:lnTo>
                <a:lnTo>
                  <a:pt x="8068" y="28307"/>
                </a:lnTo>
                <a:lnTo>
                  <a:pt x="11123" y="28935"/>
                </a:lnTo>
                <a:lnTo>
                  <a:pt x="11810" y="26926"/>
                </a:lnTo>
                <a:lnTo>
                  <a:pt x="10195" y="22920"/>
                </a:lnTo>
                <a:lnTo>
                  <a:pt x="11693" y="20984"/>
                </a:lnTo>
                <a:lnTo>
                  <a:pt x="14215" y="22102"/>
                </a:lnTo>
                <a:lnTo>
                  <a:pt x="15231" y="21079"/>
                </a:lnTo>
                <a:lnTo>
                  <a:pt x="14178" y="18433"/>
                </a:lnTo>
                <a:lnTo>
                  <a:pt x="15443" y="17592"/>
                </a:lnTo>
                <a:lnTo>
                  <a:pt x="17664" y="18645"/>
                </a:lnTo>
                <a:lnTo>
                  <a:pt x="18834" y="17476"/>
                </a:lnTo>
                <a:lnTo>
                  <a:pt x="17664" y="15137"/>
                </a:lnTo>
                <a:lnTo>
                  <a:pt x="18739" y="14062"/>
                </a:lnTo>
                <a:lnTo>
                  <a:pt x="21384" y="15115"/>
                </a:lnTo>
                <a:lnTo>
                  <a:pt x="22093" y="14040"/>
                </a:lnTo>
                <a:lnTo>
                  <a:pt x="21275" y="11351"/>
                </a:lnTo>
                <a:lnTo>
                  <a:pt x="23036" y="10240"/>
                </a:lnTo>
                <a:lnTo>
                  <a:pt x="27853" y="12162"/>
                </a:lnTo>
                <a:lnTo>
                  <a:pt x="29051" y="10708"/>
                </a:lnTo>
                <a:lnTo>
                  <a:pt x="28423" y="7660"/>
                </a:lnTo>
                <a:lnTo>
                  <a:pt x="29651" y="7229"/>
                </a:lnTo>
                <a:lnTo>
                  <a:pt x="31346" y="7535"/>
                </a:lnTo>
                <a:lnTo>
                  <a:pt x="33144" y="7535"/>
                </a:lnTo>
                <a:lnTo>
                  <a:pt x="35000" y="7864"/>
                </a:lnTo>
                <a:lnTo>
                  <a:pt x="36221" y="7353"/>
                </a:lnTo>
                <a:lnTo>
                  <a:pt x="35424" y="4393"/>
                </a:lnTo>
                <a:lnTo>
                  <a:pt x="36119" y="3698"/>
                </a:lnTo>
                <a:lnTo>
                  <a:pt x="38786" y="4056"/>
                </a:lnTo>
                <a:lnTo>
                  <a:pt x="40394" y="3954"/>
                </a:lnTo>
                <a:lnTo>
                  <a:pt x="41783" y="4320"/>
                </a:lnTo>
                <a:lnTo>
                  <a:pt x="42813" y="4034"/>
                </a:lnTo>
                <a:lnTo>
                  <a:pt x="43128" y="3954"/>
                </a:lnTo>
                <a:lnTo>
                  <a:pt x="42536" y="804"/>
                </a:lnTo>
                <a:lnTo>
                  <a:pt x="43193" y="138"/>
                </a:lnTo>
                <a:lnTo>
                  <a:pt x="45744" y="621"/>
                </a:lnTo>
                <a:lnTo>
                  <a:pt x="49596" y="0"/>
                </a:lnTo>
                <a:lnTo>
                  <a:pt x="53520" y="526"/>
                </a:lnTo>
                <a:lnTo>
                  <a:pt x="73013" y="526"/>
                </a:lnTo>
                <a:lnTo>
                  <a:pt x="75819" y="51"/>
                </a:lnTo>
                <a:lnTo>
                  <a:pt x="78194" y="591"/>
                </a:lnTo>
                <a:lnTo>
                  <a:pt x="77632" y="3771"/>
                </a:lnTo>
                <a:lnTo>
                  <a:pt x="78224" y="4363"/>
                </a:lnTo>
                <a:lnTo>
                  <a:pt x="80891" y="4005"/>
                </a:lnTo>
                <a:lnTo>
                  <a:pt x="82265" y="4078"/>
                </a:lnTo>
                <a:lnTo>
                  <a:pt x="84144" y="3669"/>
                </a:lnTo>
                <a:lnTo>
                  <a:pt x="85379" y="4253"/>
                </a:lnTo>
                <a:lnTo>
                  <a:pt x="84516" y="7147"/>
                </a:lnTo>
                <a:lnTo>
                  <a:pt x="85247" y="7871"/>
                </a:lnTo>
                <a:lnTo>
                  <a:pt x="87908" y="7520"/>
                </a:lnTo>
                <a:lnTo>
                  <a:pt x="89238" y="7586"/>
                </a:lnTo>
                <a:lnTo>
                  <a:pt x="91218" y="7169"/>
                </a:lnTo>
                <a:lnTo>
                  <a:pt x="92417" y="7798"/>
                </a:lnTo>
                <a:lnTo>
                  <a:pt x="91503" y="10634"/>
                </a:lnTo>
                <a:lnTo>
                  <a:pt x="92256" y="11379"/>
                </a:lnTo>
                <a:lnTo>
                  <a:pt x="94924" y="11021"/>
                </a:lnTo>
                <a:lnTo>
                  <a:pt x="96225" y="11094"/>
                </a:lnTo>
                <a:lnTo>
                  <a:pt x="98256" y="10678"/>
                </a:lnTo>
                <a:lnTo>
                  <a:pt x="99448" y="11328"/>
                </a:lnTo>
                <a:lnTo>
                  <a:pt x="98498" y="14127"/>
                </a:lnTo>
                <a:lnTo>
                  <a:pt x="99528" y="15158"/>
                </a:lnTo>
                <a:lnTo>
                  <a:pt x="101816" y="13996"/>
                </a:lnTo>
                <a:lnTo>
                  <a:pt x="103036" y="15092"/>
                </a:lnTo>
                <a:lnTo>
                  <a:pt x="101874" y="17497"/>
                </a:lnTo>
                <a:lnTo>
                  <a:pt x="103022" y="18651"/>
                </a:lnTo>
                <a:lnTo>
                  <a:pt x="105360" y="17482"/>
                </a:lnTo>
                <a:lnTo>
                  <a:pt x="106530" y="18651"/>
                </a:lnTo>
                <a:lnTo>
                  <a:pt x="105360" y="20990"/>
                </a:lnTo>
                <a:lnTo>
                  <a:pt x="106449" y="22079"/>
                </a:lnTo>
                <a:lnTo>
                  <a:pt x="109051" y="21005"/>
                </a:lnTo>
                <a:lnTo>
                  <a:pt x="110338" y="22839"/>
                </a:lnTo>
                <a:lnTo>
                  <a:pt x="108306" y="27656"/>
                </a:lnTo>
                <a:lnTo>
                  <a:pt x="109914" y="28971"/>
                </a:lnTo>
                <a:lnTo>
                  <a:pt x="112684" y="28102"/>
                </a:lnTo>
                <a:lnTo>
                  <a:pt x="113970" y="30374"/>
                </a:lnTo>
                <a:lnTo>
                  <a:pt x="112150" y="33714"/>
                </a:lnTo>
                <a:lnTo>
                  <a:pt x="113151" y="36053"/>
                </a:lnTo>
                <a:lnTo>
                  <a:pt x="116097" y="35242"/>
                </a:lnTo>
                <a:lnTo>
                  <a:pt x="117018" y="36156"/>
                </a:lnTo>
                <a:lnTo>
                  <a:pt x="116104" y="38407"/>
                </a:lnTo>
                <a:lnTo>
                  <a:pt x="116828" y="39824"/>
                </a:lnTo>
                <a:lnTo>
                  <a:pt x="115921" y="42083"/>
                </a:lnTo>
                <a:lnTo>
                  <a:pt x="116959" y="43113"/>
                </a:lnTo>
                <a:lnTo>
                  <a:pt x="119605" y="42061"/>
                </a:lnTo>
                <a:lnTo>
                  <a:pt x="120423" y="43282"/>
                </a:lnTo>
                <a:lnTo>
                  <a:pt x="119824" y="45328"/>
                </a:lnTo>
                <a:lnTo>
                  <a:pt x="120387" y="48274"/>
                </a:lnTo>
                <a:lnTo>
                  <a:pt x="119978" y="50948"/>
                </a:lnTo>
                <a:lnTo>
                  <a:pt x="119978" y="58827"/>
                </a:lnTo>
                <a:lnTo>
                  <a:pt x="120694" y="65054"/>
                </a:lnTo>
                <a:lnTo>
                  <a:pt x="119722" y="72662"/>
                </a:lnTo>
                <a:lnTo>
                  <a:pt x="120752" y="75885"/>
                </a:lnTo>
                <a:lnTo>
                  <a:pt x="119788" y="78136"/>
                </a:lnTo>
                <a:lnTo>
                  <a:pt x="116835" y="77333"/>
                </a:lnTo>
                <a:lnTo>
                  <a:pt x="115921" y="78239"/>
                </a:lnTo>
                <a:lnTo>
                  <a:pt x="116828" y="80497"/>
                </a:lnTo>
                <a:lnTo>
                  <a:pt x="116104" y="81915"/>
                </a:lnTo>
                <a:lnTo>
                  <a:pt x="117018" y="84166"/>
                </a:lnTo>
                <a:lnTo>
                  <a:pt x="115980" y="85204"/>
                </a:lnTo>
                <a:lnTo>
                  <a:pt x="113334" y="84152"/>
                </a:lnTo>
                <a:lnTo>
                  <a:pt x="112421" y="85525"/>
                </a:lnTo>
                <a:lnTo>
                  <a:pt x="113400" y="87338"/>
                </a:lnTo>
                <a:lnTo>
                  <a:pt x="112611" y="88931"/>
                </a:lnTo>
                <a:lnTo>
                  <a:pt x="113502" y="91190"/>
                </a:lnTo>
                <a:lnTo>
                  <a:pt x="112472" y="92220"/>
                </a:lnTo>
                <a:lnTo>
                  <a:pt x="109826" y="91168"/>
                </a:lnTo>
                <a:lnTo>
                  <a:pt x="108905" y="92549"/>
                </a:lnTo>
                <a:lnTo>
                  <a:pt x="109928" y="94376"/>
                </a:lnTo>
                <a:lnTo>
                  <a:pt x="109059" y="95948"/>
                </a:lnTo>
                <a:lnTo>
                  <a:pt x="110009" y="98192"/>
                </a:lnTo>
                <a:lnTo>
                  <a:pt x="108964" y="99237"/>
                </a:lnTo>
                <a:lnTo>
                  <a:pt x="106318" y="98184"/>
                </a:lnTo>
                <a:lnTo>
                  <a:pt x="105448" y="99493"/>
                </a:lnTo>
                <a:lnTo>
                  <a:pt x="106530" y="101605"/>
                </a:lnTo>
                <a:lnTo>
                  <a:pt x="105412" y="102847"/>
                </a:lnTo>
                <a:lnTo>
                  <a:pt x="103007" y="101685"/>
                </a:lnTo>
                <a:lnTo>
                  <a:pt x="101852" y="102840"/>
                </a:lnTo>
                <a:lnTo>
                  <a:pt x="103022" y="105179"/>
                </a:lnTo>
                <a:lnTo>
                  <a:pt x="101852" y="106348"/>
                </a:lnTo>
                <a:lnTo>
                  <a:pt x="99521" y="105179"/>
                </a:lnTo>
                <a:lnTo>
                  <a:pt x="98432" y="106268"/>
                </a:lnTo>
                <a:lnTo>
                  <a:pt x="99506" y="108877"/>
                </a:lnTo>
                <a:lnTo>
                  <a:pt x="97672" y="110156"/>
                </a:lnTo>
                <a:lnTo>
                  <a:pt x="92855" y="108124"/>
                </a:lnTo>
                <a:lnTo>
                  <a:pt x="91540" y="109732"/>
                </a:lnTo>
                <a:lnTo>
                  <a:pt x="92409" y="112502"/>
                </a:lnTo>
                <a:lnTo>
                  <a:pt x="90137" y="113789"/>
                </a:lnTo>
                <a:lnTo>
                  <a:pt x="86796" y="111969"/>
                </a:lnTo>
                <a:lnTo>
                  <a:pt x="84465" y="112970"/>
                </a:lnTo>
                <a:lnTo>
                  <a:pt x="85276" y="115923"/>
                </a:lnTo>
                <a:lnTo>
                  <a:pt x="84363" y="116837"/>
                </a:lnTo>
                <a:lnTo>
                  <a:pt x="82104" y="115930"/>
                </a:lnTo>
                <a:lnTo>
                  <a:pt x="80686" y="116654"/>
                </a:lnTo>
                <a:lnTo>
                  <a:pt x="78435" y="115740"/>
                </a:lnTo>
                <a:lnTo>
                  <a:pt x="77398" y="116778"/>
                </a:lnTo>
                <a:lnTo>
                  <a:pt x="78450" y="119424"/>
                </a:lnTo>
                <a:lnTo>
                  <a:pt x="77244" y="120228"/>
                </a:lnTo>
                <a:lnTo>
                  <a:pt x="75169" y="119665"/>
                </a:lnTo>
                <a:lnTo>
                  <a:pt x="70001" y="120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5888958" y="9487433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68854" y="106261"/>
                </a:moveTo>
                <a:lnTo>
                  <a:pt x="65989" y="105756"/>
                </a:lnTo>
                <a:lnTo>
                  <a:pt x="40723" y="105756"/>
                </a:lnTo>
                <a:lnTo>
                  <a:pt x="37836" y="106268"/>
                </a:lnTo>
                <a:lnTo>
                  <a:pt x="35504" y="105676"/>
                </a:lnTo>
                <a:lnTo>
                  <a:pt x="36089" y="102526"/>
                </a:lnTo>
                <a:lnTo>
                  <a:pt x="35483" y="101919"/>
                </a:lnTo>
                <a:lnTo>
                  <a:pt x="32815" y="102277"/>
                </a:lnTo>
                <a:lnTo>
                  <a:pt x="31448" y="102204"/>
                </a:lnTo>
                <a:lnTo>
                  <a:pt x="29570" y="102614"/>
                </a:lnTo>
                <a:lnTo>
                  <a:pt x="28335" y="102029"/>
                </a:lnTo>
                <a:lnTo>
                  <a:pt x="29197" y="99135"/>
                </a:lnTo>
                <a:lnTo>
                  <a:pt x="28474" y="98411"/>
                </a:lnTo>
                <a:lnTo>
                  <a:pt x="25806" y="98769"/>
                </a:lnTo>
                <a:lnTo>
                  <a:pt x="24622" y="98703"/>
                </a:lnTo>
                <a:lnTo>
                  <a:pt x="22320" y="99113"/>
                </a:lnTo>
                <a:lnTo>
                  <a:pt x="21216" y="98345"/>
                </a:lnTo>
                <a:lnTo>
                  <a:pt x="22291" y="95736"/>
                </a:lnTo>
                <a:lnTo>
                  <a:pt x="21202" y="94647"/>
                </a:lnTo>
                <a:lnTo>
                  <a:pt x="18863" y="95816"/>
                </a:lnTo>
                <a:lnTo>
                  <a:pt x="17694" y="94647"/>
                </a:lnTo>
                <a:lnTo>
                  <a:pt x="18863" y="92308"/>
                </a:lnTo>
                <a:lnTo>
                  <a:pt x="17694" y="91139"/>
                </a:lnTo>
                <a:lnTo>
                  <a:pt x="15355" y="92308"/>
                </a:lnTo>
                <a:lnTo>
                  <a:pt x="14185" y="91139"/>
                </a:lnTo>
                <a:lnTo>
                  <a:pt x="15355" y="88800"/>
                </a:lnTo>
                <a:lnTo>
                  <a:pt x="14185" y="87631"/>
                </a:lnTo>
                <a:lnTo>
                  <a:pt x="11847" y="88800"/>
                </a:lnTo>
                <a:lnTo>
                  <a:pt x="10677" y="87631"/>
                </a:lnTo>
                <a:lnTo>
                  <a:pt x="11847" y="85292"/>
                </a:lnTo>
                <a:lnTo>
                  <a:pt x="10765" y="84210"/>
                </a:lnTo>
                <a:lnTo>
                  <a:pt x="8149" y="85277"/>
                </a:lnTo>
                <a:lnTo>
                  <a:pt x="6884" y="83443"/>
                </a:lnTo>
                <a:lnTo>
                  <a:pt x="8901" y="78626"/>
                </a:lnTo>
                <a:lnTo>
                  <a:pt x="7345" y="77355"/>
                </a:lnTo>
                <a:lnTo>
                  <a:pt x="4450" y="78129"/>
                </a:lnTo>
                <a:lnTo>
                  <a:pt x="3639" y="76419"/>
                </a:lnTo>
                <a:lnTo>
                  <a:pt x="5269" y="71508"/>
                </a:lnTo>
                <a:lnTo>
                  <a:pt x="3961" y="70441"/>
                </a:lnTo>
                <a:lnTo>
                  <a:pt x="811" y="70960"/>
                </a:lnTo>
                <a:lnTo>
                  <a:pt x="233" y="68643"/>
                </a:lnTo>
                <a:lnTo>
                  <a:pt x="738" y="65763"/>
                </a:lnTo>
                <a:lnTo>
                  <a:pt x="738" y="52133"/>
                </a:lnTo>
                <a:lnTo>
                  <a:pt x="102" y="47068"/>
                </a:lnTo>
                <a:lnTo>
                  <a:pt x="891" y="41543"/>
                </a:lnTo>
                <a:lnTo>
                  <a:pt x="0" y="36200"/>
                </a:lnTo>
                <a:lnTo>
                  <a:pt x="1074" y="35316"/>
                </a:lnTo>
                <a:lnTo>
                  <a:pt x="4122" y="35944"/>
                </a:lnTo>
                <a:lnTo>
                  <a:pt x="4553" y="34716"/>
                </a:lnTo>
                <a:lnTo>
                  <a:pt x="4246" y="33021"/>
                </a:lnTo>
                <a:lnTo>
                  <a:pt x="4246" y="31311"/>
                </a:lnTo>
                <a:lnTo>
                  <a:pt x="3902" y="29257"/>
                </a:lnTo>
                <a:lnTo>
                  <a:pt x="4502" y="28087"/>
                </a:lnTo>
                <a:lnTo>
                  <a:pt x="7337" y="28994"/>
                </a:lnTo>
                <a:lnTo>
                  <a:pt x="8339" y="27992"/>
                </a:lnTo>
                <a:lnTo>
                  <a:pt x="7286" y="25770"/>
                </a:lnTo>
                <a:lnTo>
                  <a:pt x="8222" y="24367"/>
                </a:lnTo>
                <a:lnTo>
                  <a:pt x="7169" y="22145"/>
                </a:lnTo>
                <a:lnTo>
                  <a:pt x="8280" y="21034"/>
                </a:lnTo>
                <a:lnTo>
                  <a:pt x="10816" y="22145"/>
                </a:lnTo>
                <a:lnTo>
                  <a:pt x="11781" y="20881"/>
                </a:lnTo>
                <a:lnTo>
                  <a:pt x="10663" y="18652"/>
                </a:lnTo>
                <a:lnTo>
                  <a:pt x="11752" y="17563"/>
                </a:lnTo>
                <a:lnTo>
                  <a:pt x="14397" y="18615"/>
                </a:lnTo>
                <a:lnTo>
                  <a:pt x="15282" y="17292"/>
                </a:lnTo>
                <a:lnTo>
                  <a:pt x="14185" y="15238"/>
                </a:lnTo>
                <a:lnTo>
                  <a:pt x="15267" y="13952"/>
                </a:lnTo>
                <a:lnTo>
                  <a:pt x="17723" y="15099"/>
                </a:lnTo>
                <a:lnTo>
                  <a:pt x="18812" y="14011"/>
                </a:lnTo>
                <a:lnTo>
                  <a:pt x="17694" y="11496"/>
                </a:lnTo>
                <a:lnTo>
                  <a:pt x="18951" y="10510"/>
                </a:lnTo>
                <a:lnTo>
                  <a:pt x="21187" y="11635"/>
                </a:lnTo>
                <a:lnTo>
                  <a:pt x="22159" y="10670"/>
                </a:lnTo>
                <a:lnTo>
                  <a:pt x="21348" y="7718"/>
                </a:lnTo>
                <a:lnTo>
                  <a:pt x="23716" y="6702"/>
                </a:lnTo>
                <a:lnTo>
                  <a:pt x="26954" y="8492"/>
                </a:lnTo>
                <a:lnTo>
                  <a:pt x="29300" y="7272"/>
                </a:lnTo>
                <a:lnTo>
                  <a:pt x="28386" y="4443"/>
                </a:lnTo>
                <a:lnTo>
                  <a:pt x="29139" y="3690"/>
                </a:lnTo>
                <a:lnTo>
                  <a:pt x="31799" y="4049"/>
                </a:lnTo>
                <a:lnTo>
                  <a:pt x="33334" y="3946"/>
                </a:lnTo>
                <a:lnTo>
                  <a:pt x="34796" y="4312"/>
                </a:lnTo>
                <a:lnTo>
                  <a:pt x="35812" y="4019"/>
                </a:lnTo>
                <a:lnTo>
                  <a:pt x="36155" y="3917"/>
                </a:lnTo>
                <a:lnTo>
                  <a:pt x="35520" y="811"/>
                </a:lnTo>
                <a:lnTo>
                  <a:pt x="36199" y="131"/>
                </a:lnTo>
                <a:lnTo>
                  <a:pt x="38750" y="599"/>
                </a:lnTo>
                <a:lnTo>
                  <a:pt x="42609" y="0"/>
                </a:lnTo>
                <a:lnTo>
                  <a:pt x="46512" y="511"/>
                </a:lnTo>
                <a:lnTo>
                  <a:pt x="65989" y="511"/>
                </a:lnTo>
                <a:lnTo>
                  <a:pt x="68847" y="14"/>
                </a:lnTo>
                <a:lnTo>
                  <a:pt x="71200" y="584"/>
                </a:lnTo>
                <a:lnTo>
                  <a:pt x="70623" y="3749"/>
                </a:lnTo>
                <a:lnTo>
                  <a:pt x="71222" y="4348"/>
                </a:lnTo>
                <a:lnTo>
                  <a:pt x="73890" y="3990"/>
                </a:lnTo>
                <a:lnTo>
                  <a:pt x="75264" y="4063"/>
                </a:lnTo>
                <a:lnTo>
                  <a:pt x="77142" y="3654"/>
                </a:lnTo>
                <a:lnTo>
                  <a:pt x="78377" y="4239"/>
                </a:lnTo>
                <a:lnTo>
                  <a:pt x="77515" y="7133"/>
                </a:lnTo>
                <a:lnTo>
                  <a:pt x="78238" y="7857"/>
                </a:lnTo>
                <a:lnTo>
                  <a:pt x="80906" y="7506"/>
                </a:lnTo>
                <a:lnTo>
                  <a:pt x="82090" y="7564"/>
                </a:lnTo>
                <a:lnTo>
                  <a:pt x="84392" y="7155"/>
                </a:lnTo>
                <a:lnTo>
                  <a:pt x="85496" y="7922"/>
                </a:lnTo>
                <a:lnTo>
                  <a:pt x="84421" y="10532"/>
                </a:lnTo>
                <a:lnTo>
                  <a:pt x="85510" y="11620"/>
                </a:lnTo>
                <a:lnTo>
                  <a:pt x="87849" y="10451"/>
                </a:lnTo>
                <a:lnTo>
                  <a:pt x="89019" y="11620"/>
                </a:lnTo>
                <a:lnTo>
                  <a:pt x="87849" y="13959"/>
                </a:lnTo>
                <a:lnTo>
                  <a:pt x="89019" y="15129"/>
                </a:lnTo>
                <a:lnTo>
                  <a:pt x="91357" y="13959"/>
                </a:lnTo>
                <a:lnTo>
                  <a:pt x="92527" y="15129"/>
                </a:lnTo>
                <a:lnTo>
                  <a:pt x="91357" y="17467"/>
                </a:lnTo>
                <a:lnTo>
                  <a:pt x="92527" y="18637"/>
                </a:lnTo>
                <a:lnTo>
                  <a:pt x="94865" y="17468"/>
                </a:lnTo>
                <a:lnTo>
                  <a:pt x="96035" y="18637"/>
                </a:lnTo>
                <a:lnTo>
                  <a:pt x="94865" y="20976"/>
                </a:lnTo>
                <a:lnTo>
                  <a:pt x="95947" y="22065"/>
                </a:lnTo>
                <a:lnTo>
                  <a:pt x="98571" y="20990"/>
                </a:lnTo>
                <a:lnTo>
                  <a:pt x="99835" y="22825"/>
                </a:lnTo>
                <a:lnTo>
                  <a:pt x="97811" y="27641"/>
                </a:lnTo>
                <a:lnTo>
                  <a:pt x="99367" y="28913"/>
                </a:lnTo>
                <a:lnTo>
                  <a:pt x="102262" y="28138"/>
                </a:lnTo>
                <a:lnTo>
                  <a:pt x="103073" y="29849"/>
                </a:lnTo>
                <a:lnTo>
                  <a:pt x="101443" y="34760"/>
                </a:lnTo>
                <a:lnTo>
                  <a:pt x="102751" y="35820"/>
                </a:lnTo>
                <a:lnTo>
                  <a:pt x="105909" y="35308"/>
                </a:lnTo>
                <a:lnTo>
                  <a:pt x="106479" y="37632"/>
                </a:lnTo>
                <a:lnTo>
                  <a:pt x="105974" y="40497"/>
                </a:lnTo>
                <a:lnTo>
                  <a:pt x="105974" y="65756"/>
                </a:lnTo>
                <a:lnTo>
                  <a:pt x="106486" y="68650"/>
                </a:lnTo>
                <a:lnTo>
                  <a:pt x="105894" y="70988"/>
                </a:lnTo>
                <a:lnTo>
                  <a:pt x="102744" y="70397"/>
                </a:lnTo>
                <a:lnTo>
                  <a:pt x="102137" y="71003"/>
                </a:lnTo>
                <a:lnTo>
                  <a:pt x="102495" y="73671"/>
                </a:lnTo>
                <a:lnTo>
                  <a:pt x="102422" y="75045"/>
                </a:lnTo>
                <a:lnTo>
                  <a:pt x="102832" y="76923"/>
                </a:lnTo>
                <a:lnTo>
                  <a:pt x="102247" y="78158"/>
                </a:lnTo>
                <a:lnTo>
                  <a:pt x="99353" y="77296"/>
                </a:lnTo>
                <a:lnTo>
                  <a:pt x="98629" y="78020"/>
                </a:lnTo>
                <a:lnTo>
                  <a:pt x="98987" y="80687"/>
                </a:lnTo>
                <a:lnTo>
                  <a:pt x="98922" y="81878"/>
                </a:lnTo>
                <a:lnTo>
                  <a:pt x="99331" y="84166"/>
                </a:lnTo>
                <a:lnTo>
                  <a:pt x="98571" y="85277"/>
                </a:lnTo>
                <a:lnTo>
                  <a:pt x="95947" y="84210"/>
                </a:lnTo>
                <a:lnTo>
                  <a:pt x="94865" y="85292"/>
                </a:lnTo>
                <a:lnTo>
                  <a:pt x="96035" y="87631"/>
                </a:lnTo>
                <a:lnTo>
                  <a:pt x="94865" y="88800"/>
                </a:lnTo>
                <a:lnTo>
                  <a:pt x="92527" y="87631"/>
                </a:lnTo>
                <a:lnTo>
                  <a:pt x="91357" y="88800"/>
                </a:lnTo>
                <a:lnTo>
                  <a:pt x="92527" y="91139"/>
                </a:lnTo>
                <a:lnTo>
                  <a:pt x="91357" y="92308"/>
                </a:lnTo>
                <a:lnTo>
                  <a:pt x="89019" y="91139"/>
                </a:lnTo>
                <a:lnTo>
                  <a:pt x="87849" y="92308"/>
                </a:lnTo>
                <a:lnTo>
                  <a:pt x="89019" y="94647"/>
                </a:lnTo>
                <a:lnTo>
                  <a:pt x="87849" y="95817"/>
                </a:lnTo>
                <a:lnTo>
                  <a:pt x="85510" y="94647"/>
                </a:lnTo>
                <a:lnTo>
                  <a:pt x="84421" y="95736"/>
                </a:lnTo>
                <a:lnTo>
                  <a:pt x="85496" y="98345"/>
                </a:lnTo>
                <a:lnTo>
                  <a:pt x="83661" y="99624"/>
                </a:lnTo>
                <a:lnTo>
                  <a:pt x="78845" y="97592"/>
                </a:lnTo>
                <a:lnTo>
                  <a:pt x="77573" y="99149"/>
                </a:lnTo>
                <a:lnTo>
                  <a:pt x="78348" y="102043"/>
                </a:lnTo>
                <a:lnTo>
                  <a:pt x="76638" y="102855"/>
                </a:lnTo>
                <a:lnTo>
                  <a:pt x="71734" y="101225"/>
                </a:lnTo>
                <a:lnTo>
                  <a:pt x="70659" y="102533"/>
                </a:lnTo>
                <a:lnTo>
                  <a:pt x="71178" y="105691"/>
                </a:lnTo>
                <a:lnTo>
                  <a:pt x="68854" y="1062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6" name="object 276"/>
          <p:cNvGrpSpPr/>
          <p:nvPr/>
        </p:nvGrpSpPr>
        <p:grpSpPr>
          <a:xfrm>
            <a:off x="15685596" y="9494591"/>
            <a:ext cx="92710" cy="92710"/>
            <a:chOff x="15685596" y="9494591"/>
            <a:chExt cx="92710" cy="92710"/>
          </a:xfrm>
        </p:grpSpPr>
        <p:sp>
          <p:nvSpPr>
            <p:cNvPr id="277" name="object 277"/>
            <p:cNvSpPr/>
            <p:nvPr/>
          </p:nvSpPr>
          <p:spPr>
            <a:xfrm>
              <a:off x="15685593" y="9494595"/>
              <a:ext cx="92710" cy="88900"/>
            </a:xfrm>
            <a:custGeom>
              <a:avLst/>
              <a:gdLst/>
              <a:ahLst/>
              <a:cxnLst/>
              <a:rect l="l" t="t" r="r" b="b"/>
              <a:pathLst>
                <a:path w="92709" h="88900">
                  <a:moveTo>
                    <a:pt x="92430" y="60960"/>
                  </a:moveTo>
                  <a:lnTo>
                    <a:pt x="92062" y="60960"/>
                  </a:lnTo>
                  <a:lnTo>
                    <a:pt x="92062" y="58420"/>
                  </a:lnTo>
                  <a:lnTo>
                    <a:pt x="91833" y="58420"/>
                  </a:lnTo>
                  <a:lnTo>
                    <a:pt x="91833" y="33020"/>
                  </a:lnTo>
                  <a:lnTo>
                    <a:pt x="92163" y="33020"/>
                  </a:lnTo>
                  <a:lnTo>
                    <a:pt x="92163" y="30480"/>
                  </a:lnTo>
                  <a:lnTo>
                    <a:pt x="92303" y="30480"/>
                  </a:lnTo>
                  <a:lnTo>
                    <a:pt x="92303" y="29210"/>
                  </a:lnTo>
                  <a:lnTo>
                    <a:pt x="91871" y="29210"/>
                  </a:lnTo>
                  <a:lnTo>
                    <a:pt x="91871" y="27940"/>
                  </a:lnTo>
                  <a:lnTo>
                    <a:pt x="89408" y="27940"/>
                  </a:lnTo>
                  <a:lnTo>
                    <a:pt x="89408" y="29210"/>
                  </a:lnTo>
                  <a:lnTo>
                    <a:pt x="88455" y="29210"/>
                  </a:lnTo>
                  <a:lnTo>
                    <a:pt x="88455" y="27940"/>
                  </a:lnTo>
                  <a:lnTo>
                    <a:pt x="87998" y="27940"/>
                  </a:lnTo>
                  <a:lnTo>
                    <a:pt x="87998" y="26670"/>
                  </a:lnTo>
                  <a:lnTo>
                    <a:pt x="88595" y="26670"/>
                  </a:lnTo>
                  <a:lnTo>
                    <a:pt x="88595" y="25400"/>
                  </a:lnTo>
                  <a:lnTo>
                    <a:pt x="88214" y="25400"/>
                  </a:lnTo>
                  <a:lnTo>
                    <a:pt x="88214" y="24130"/>
                  </a:lnTo>
                  <a:lnTo>
                    <a:pt x="88201" y="22860"/>
                  </a:lnTo>
                  <a:lnTo>
                    <a:pt x="88798" y="22860"/>
                  </a:lnTo>
                  <a:lnTo>
                    <a:pt x="88798" y="21590"/>
                  </a:lnTo>
                  <a:lnTo>
                    <a:pt x="87858" y="21590"/>
                  </a:lnTo>
                  <a:lnTo>
                    <a:pt x="87858" y="20320"/>
                  </a:lnTo>
                  <a:lnTo>
                    <a:pt x="87591" y="20320"/>
                  </a:lnTo>
                  <a:lnTo>
                    <a:pt x="87591" y="21590"/>
                  </a:lnTo>
                  <a:lnTo>
                    <a:pt x="84429" y="21590"/>
                  </a:lnTo>
                  <a:lnTo>
                    <a:pt x="84429" y="20320"/>
                  </a:lnTo>
                  <a:lnTo>
                    <a:pt x="84823" y="20320"/>
                  </a:lnTo>
                  <a:lnTo>
                    <a:pt x="84823" y="19050"/>
                  </a:lnTo>
                  <a:lnTo>
                    <a:pt x="85318" y="19050"/>
                  </a:lnTo>
                  <a:lnTo>
                    <a:pt x="85318" y="17780"/>
                  </a:lnTo>
                  <a:lnTo>
                    <a:pt x="82054" y="17780"/>
                  </a:lnTo>
                  <a:lnTo>
                    <a:pt x="82054" y="19050"/>
                  </a:lnTo>
                  <a:lnTo>
                    <a:pt x="81813" y="19050"/>
                  </a:lnTo>
                  <a:lnTo>
                    <a:pt x="81813" y="17780"/>
                  </a:lnTo>
                  <a:lnTo>
                    <a:pt x="81127" y="17780"/>
                  </a:lnTo>
                  <a:lnTo>
                    <a:pt x="81127" y="15240"/>
                  </a:lnTo>
                  <a:lnTo>
                    <a:pt x="81508" y="15240"/>
                  </a:lnTo>
                  <a:lnTo>
                    <a:pt x="81508" y="13970"/>
                  </a:lnTo>
                  <a:lnTo>
                    <a:pt x="79146" y="13970"/>
                  </a:lnTo>
                  <a:lnTo>
                    <a:pt x="79146" y="15240"/>
                  </a:lnTo>
                  <a:lnTo>
                    <a:pt x="78003" y="15240"/>
                  </a:lnTo>
                  <a:lnTo>
                    <a:pt x="78003" y="13970"/>
                  </a:lnTo>
                  <a:lnTo>
                    <a:pt x="77774" y="13970"/>
                  </a:lnTo>
                  <a:lnTo>
                    <a:pt x="77774" y="11430"/>
                  </a:lnTo>
                  <a:lnTo>
                    <a:pt x="77698" y="10160"/>
                  </a:lnTo>
                  <a:lnTo>
                    <a:pt x="76238" y="10160"/>
                  </a:lnTo>
                  <a:lnTo>
                    <a:pt x="76238" y="11430"/>
                  </a:lnTo>
                  <a:lnTo>
                    <a:pt x="74193" y="11430"/>
                  </a:lnTo>
                  <a:lnTo>
                    <a:pt x="74193" y="10160"/>
                  </a:lnTo>
                  <a:lnTo>
                    <a:pt x="74409" y="10160"/>
                  </a:lnTo>
                  <a:lnTo>
                    <a:pt x="74409" y="7620"/>
                  </a:lnTo>
                  <a:lnTo>
                    <a:pt x="73888" y="7620"/>
                  </a:lnTo>
                  <a:lnTo>
                    <a:pt x="73888" y="6350"/>
                  </a:lnTo>
                  <a:lnTo>
                    <a:pt x="73304" y="6350"/>
                  </a:lnTo>
                  <a:lnTo>
                    <a:pt x="73304" y="7620"/>
                  </a:lnTo>
                  <a:lnTo>
                    <a:pt x="70294" y="7620"/>
                  </a:lnTo>
                  <a:lnTo>
                    <a:pt x="70294" y="6350"/>
                  </a:lnTo>
                  <a:lnTo>
                    <a:pt x="70739" y="6350"/>
                  </a:lnTo>
                  <a:lnTo>
                    <a:pt x="70739" y="5080"/>
                  </a:lnTo>
                  <a:lnTo>
                    <a:pt x="71323" y="5080"/>
                  </a:lnTo>
                  <a:lnTo>
                    <a:pt x="71323" y="3810"/>
                  </a:lnTo>
                  <a:lnTo>
                    <a:pt x="64389" y="3810"/>
                  </a:lnTo>
                  <a:lnTo>
                    <a:pt x="64389" y="5080"/>
                  </a:lnTo>
                  <a:lnTo>
                    <a:pt x="64338" y="3810"/>
                  </a:lnTo>
                  <a:lnTo>
                    <a:pt x="63690" y="3810"/>
                  </a:lnTo>
                  <a:lnTo>
                    <a:pt x="63690" y="1270"/>
                  </a:lnTo>
                  <a:lnTo>
                    <a:pt x="64071" y="1270"/>
                  </a:lnTo>
                  <a:lnTo>
                    <a:pt x="64071" y="0"/>
                  </a:lnTo>
                  <a:lnTo>
                    <a:pt x="28219" y="0"/>
                  </a:lnTo>
                  <a:lnTo>
                    <a:pt x="28219" y="1270"/>
                  </a:lnTo>
                  <a:lnTo>
                    <a:pt x="28816" y="1270"/>
                  </a:lnTo>
                  <a:lnTo>
                    <a:pt x="28816" y="3810"/>
                  </a:lnTo>
                  <a:lnTo>
                    <a:pt x="28117" y="3810"/>
                  </a:lnTo>
                  <a:lnTo>
                    <a:pt x="28117" y="5080"/>
                  </a:lnTo>
                  <a:lnTo>
                    <a:pt x="28067" y="3810"/>
                  </a:lnTo>
                  <a:lnTo>
                    <a:pt x="21145" y="3810"/>
                  </a:lnTo>
                  <a:lnTo>
                    <a:pt x="21145" y="5080"/>
                  </a:lnTo>
                  <a:lnTo>
                    <a:pt x="21717" y="5080"/>
                  </a:lnTo>
                  <a:lnTo>
                    <a:pt x="21717" y="6350"/>
                  </a:lnTo>
                  <a:lnTo>
                    <a:pt x="22186" y="6350"/>
                  </a:lnTo>
                  <a:lnTo>
                    <a:pt x="22186" y="7620"/>
                  </a:lnTo>
                  <a:lnTo>
                    <a:pt x="19151" y="7620"/>
                  </a:lnTo>
                  <a:lnTo>
                    <a:pt x="19151" y="6350"/>
                  </a:lnTo>
                  <a:lnTo>
                    <a:pt x="18554" y="6350"/>
                  </a:lnTo>
                  <a:lnTo>
                    <a:pt x="18554" y="7620"/>
                  </a:lnTo>
                  <a:lnTo>
                    <a:pt x="18046" y="7620"/>
                  </a:lnTo>
                  <a:lnTo>
                    <a:pt x="18046" y="10160"/>
                  </a:lnTo>
                  <a:lnTo>
                    <a:pt x="18275" y="10160"/>
                  </a:lnTo>
                  <a:lnTo>
                    <a:pt x="18275" y="11430"/>
                  </a:lnTo>
                  <a:lnTo>
                    <a:pt x="16179" y="11430"/>
                  </a:lnTo>
                  <a:lnTo>
                    <a:pt x="16179" y="10160"/>
                  </a:lnTo>
                  <a:lnTo>
                    <a:pt x="14795" y="10160"/>
                  </a:lnTo>
                  <a:lnTo>
                    <a:pt x="14795" y="11430"/>
                  </a:lnTo>
                  <a:lnTo>
                    <a:pt x="14655" y="11430"/>
                  </a:lnTo>
                  <a:lnTo>
                    <a:pt x="14655" y="13970"/>
                  </a:lnTo>
                  <a:lnTo>
                    <a:pt x="14452" y="13970"/>
                  </a:lnTo>
                  <a:lnTo>
                    <a:pt x="14452" y="15240"/>
                  </a:lnTo>
                  <a:lnTo>
                    <a:pt x="13322" y="15240"/>
                  </a:lnTo>
                  <a:lnTo>
                    <a:pt x="13322" y="13970"/>
                  </a:lnTo>
                  <a:lnTo>
                    <a:pt x="10960" y="13970"/>
                  </a:lnTo>
                  <a:lnTo>
                    <a:pt x="10960" y="15240"/>
                  </a:lnTo>
                  <a:lnTo>
                    <a:pt x="11328" y="15240"/>
                  </a:lnTo>
                  <a:lnTo>
                    <a:pt x="11328" y="17780"/>
                  </a:lnTo>
                  <a:lnTo>
                    <a:pt x="10642" y="17780"/>
                  </a:lnTo>
                  <a:lnTo>
                    <a:pt x="10642" y="19050"/>
                  </a:lnTo>
                  <a:lnTo>
                    <a:pt x="10401" y="19050"/>
                  </a:lnTo>
                  <a:lnTo>
                    <a:pt x="10401" y="17780"/>
                  </a:lnTo>
                  <a:lnTo>
                    <a:pt x="7124" y="17780"/>
                  </a:lnTo>
                  <a:lnTo>
                    <a:pt x="7124" y="19050"/>
                  </a:lnTo>
                  <a:lnTo>
                    <a:pt x="7645" y="19050"/>
                  </a:lnTo>
                  <a:lnTo>
                    <a:pt x="7645" y="20320"/>
                  </a:lnTo>
                  <a:lnTo>
                    <a:pt x="8102" y="20320"/>
                  </a:lnTo>
                  <a:lnTo>
                    <a:pt x="8102" y="21590"/>
                  </a:lnTo>
                  <a:lnTo>
                    <a:pt x="4699" y="21590"/>
                  </a:lnTo>
                  <a:lnTo>
                    <a:pt x="4699" y="20320"/>
                  </a:lnTo>
                  <a:lnTo>
                    <a:pt x="4419" y="20320"/>
                  </a:lnTo>
                  <a:lnTo>
                    <a:pt x="4419" y="21590"/>
                  </a:lnTo>
                  <a:lnTo>
                    <a:pt x="3619" y="21590"/>
                  </a:lnTo>
                  <a:lnTo>
                    <a:pt x="3619" y="22860"/>
                  </a:lnTo>
                  <a:lnTo>
                    <a:pt x="3314" y="22860"/>
                  </a:lnTo>
                  <a:lnTo>
                    <a:pt x="3314" y="24130"/>
                  </a:lnTo>
                  <a:lnTo>
                    <a:pt x="3911" y="24130"/>
                  </a:lnTo>
                  <a:lnTo>
                    <a:pt x="3911" y="25400"/>
                  </a:lnTo>
                  <a:lnTo>
                    <a:pt x="4495" y="25400"/>
                  </a:lnTo>
                  <a:lnTo>
                    <a:pt x="4495" y="26670"/>
                  </a:lnTo>
                  <a:lnTo>
                    <a:pt x="4508" y="27940"/>
                  </a:lnTo>
                  <a:lnTo>
                    <a:pt x="4076" y="27940"/>
                  </a:lnTo>
                  <a:lnTo>
                    <a:pt x="4076" y="29210"/>
                  </a:lnTo>
                  <a:lnTo>
                    <a:pt x="2971" y="29210"/>
                  </a:lnTo>
                  <a:lnTo>
                    <a:pt x="2971" y="27940"/>
                  </a:lnTo>
                  <a:lnTo>
                    <a:pt x="444" y="27940"/>
                  </a:lnTo>
                  <a:lnTo>
                    <a:pt x="444" y="29210"/>
                  </a:lnTo>
                  <a:lnTo>
                    <a:pt x="0" y="29210"/>
                  </a:lnTo>
                  <a:lnTo>
                    <a:pt x="0" y="30480"/>
                  </a:lnTo>
                  <a:lnTo>
                    <a:pt x="330" y="30480"/>
                  </a:lnTo>
                  <a:lnTo>
                    <a:pt x="330" y="33020"/>
                  </a:lnTo>
                  <a:lnTo>
                    <a:pt x="673" y="33020"/>
                  </a:lnTo>
                  <a:lnTo>
                    <a:pt x="673" y="34290"/>
                  </a:lnTo>
                  <a:lnTo>
                    <a:pt x="393" y="34290"/>
                  </a:lnTo>
                  <a:lnTo>
                    <a:pt x="393" y="39370"/>
                  </a:lnTo>
                  <a:lnTo>
                    <a:pt x="190" y="39370"/>
                  </a:lnTo>
                  <a:lnTo>
                    <a:pt x="190" y="44450"/>
                  </a:lnTo>
                  <a:lnTo>
                    <a:pt x="622" y="44450"/>
                  </a:lnTo>
                  <a:lnTo>
                    <a:pt x="622" y="45720"/>
                  </a:lnTo>
                  <a:lnTo>
                    <a:pt x="622" y="58420"/>
                  </a:lnTo>
                  <a:lnTo>
                    <a:pt x="406" y="58420"/>
                  </a:lnTo>
                  <a:lnTo>
                    <a:pt x="406" y="60960"/>
                  </a:lnTo>
                  <a:lnTo>
                    <a:pt x="50" y="60960"/>
                  </a:lnTo>
                  <a:lnTo>
                    <a:pt x="50" y="62230"/>
                  </a:lnTo>
                  <a:lnTo>
                    <a:pt x="431" y="62230"/>
                  </a:lnTo>
                  <a:lnTo>
                    <a:pt x="431" y="63500"/>
                  </a:lnTo>
                  <a:lnTo>
                    <a:pt x="4394" y="63500"/>
                  </a:lnTo>
                  <a:lnTo>
                    <a:pt x="4394" y="66040"/>
                  </a:lnTo>
                  <a:lnTo>
                    <a:pt x="3898" y="66040"/>
                  </a:lnTo>
                  <a:lnTo>
                    <a:pt x="3898" y="67310"/>
                  </a:lnTo>
                  <a:lnTo>
                    <a:pt x="4191" y="67310"/>
                  </a:lnTo>
                  <a:lnTo>
                    <a:pt x="4191" y="69850"/>
                  </a:lnTo>
                  <a:lnTo>
                    <a:pt x="4076" y="71120"/>
                  </a:lnTo>
                  <a:lnTo>
                    <a:pt x="5969" y="71120"/>
                  </a:lnTo>
                  <a:lnTo>
                    <a:pt x="5969" y="69850"/>
                  </a:lnTo>
                  <a:lnTo>
                    <a:pt x="7594" y="69850"/>
                  </a:lnTo>
                  <a:lnTo>
                    <a:pt x="7594" y="71120"/>
                  </a:lnTo>
                  <a:lnTo>
                    <a:pt x="7569" y="73660"/>
                  </a:lnTo>
                  <a:lnTo>
                    <a:pt x="7886" y="73660"/>
                  </a:lnTo>
                  <a:lnTo>
                    <a:pt x="7886" y="74930"/>
                  </a:lnTo>
                  <a:lnTo>
                    <a:pt x="8877" y="74930"/>
                  </a:lnTo>
                  <a:lnTo>
                    <a:pt x="8877" y="73660"/>
                  </a:lnTo>
                  <a:lnTo>
                    <a:pt x="11391" y="73660"/>
                  </a:lnTo>
                  <a:lnTo>
                    <a:pt x="11391" y="74930"/>
                  </a:lnTo>
                  <a:lnTo>
                    <a:pt x="10934" y="74930"/>
                  </a:lnTo>
                  <a:lnTo>
                    <a:pt x="10934" y="77470"/>
                  </a:lnTo>
                  <a:lnTo>
                    <a:pt x="11696" y="77470"/>
                  </a:lnTo>
                  <a:lnTo>
                    <a:pt x="11696" y="78740"/>
                  </a:lnTo>
                  <a:lnTo>
                    <a:pt x="11785" y="77470"/>
                  </a:lnTo>
                  <a:lnTo>
                    <a:pt x="15201" y="77470"/>
                  </a:lnTo>
                  <a:lnTo>
                    <a:pt x="15201" y="78740"/>
                  </a:lnTo>
                  <a:lnTo>
                    <a:pt x="14617" y="78740"/>
                  </a:lnTo>
                  <a:lnTo>
                    <a:pt x="14617" y="80010"/>
                  </a:lnTo>
                  <a:lnTo>
                    <a:pt x="14236" y="80010"/>
                  </a:lnTo>
                  <a:lnTo>
                    <a:pt x="14236" y="81280"/>
                  </a:lnTo>
                  <a:lnTo>
                    <a:pt x="17233" y="81280"/>
                  </a:lnTo>
                  <a:lnTo>
                    <a:pt x="17233" y="80010"/>
                  </a:lnTo>
                  <a:lnTo>
                    <a:pt x="17741" y="80010"/>
                  </a:lnTo>
                  <a:lnTo>
                    <a:pt x="17741" y="81280"/>
                  </a:lnTo>
                  <a:lnTo>
                    <a:pt x="18288" y="81280"/>
                  </a:lnTo>
                  <a:lnTo>
                    <a:pt x="18288" y="83820"/>
                  </a:lnTo>
                  <a:lnTo>
                    <a:pt x="18046" y="83820"/>
                  </a:lnTo>
                  <a:lnTo>
                    <a:pt x="18046" y="85090"/>
                  </a:lnTo>
                  <a:lnTo>
                    <a:pt x="20154" y="85090"/>
                  </a:lnTo>
                  <a:lnTo>
                    <a:pt x="20154" y="83820"/>
                  </a:lnTo>
                  <a:lnTo>
                    <a:pt x="21539" y="83820"/>
                  </a:lnTo>
                  <a:lnTo>
                    <a:pt x="21539" y="85090"/>
                  </a:lnTo>
                  <a:lnTo>
                    <a:pt x="21653" y="87630"/>
                  </a:lnTo>
                  <a:lnTo>
                    <a:pt x="21856" y="87630"/>
                  </a:lnTo>
                  <a:lnTo>
                    <a:pt x="21856" y="88900"/>
                  </a:lnTo>
                  <a:lnTo>
                    <a:pt x="23088" y="88900"/>
                  </a:lnTo>
                  <a:lnTo>
                    <a:pt x="23088" y="87630"/>
                  </a:lnTo>
                  <a:lnTo>
                    <a:pt x="25463" y="87630"/>
                  </a:lnTo>
                  <a:lnTo>
                    <a:pt x="25463" y="88900"/>
                  </a:lnTo>
                  <a:lnTo>
                    <a:pt x="26466" y="88900"/>
                  </a:lnTo>
                  <a:lnTo>
                    <a:pt x="26466" y="87630"/>
                  </a:lnTo>
                  <a:lnTo>
                    <a:pt x="28879" y="87630"/>
                  </a:lnTo>
                  <a:lnTo>
                    <a:pt x="28879" y="88900"/>
                  </a:lnTo>
                  <a:lnTo>
                    <a:pt x="63576" y="88900"/>
                  </a:lnTo>
                  <a:lnTo>
                    <a:pt x="63576" y="87630"/>
                  </a:lnTo>
                  <a:lnTo>
                    <a:pt x="65989" y="87630"/>
                  </a:lnTo>
                  <a:lnTo>
                    <a:pt x="65989" y="88900"/>
                  </a:lnTo>
                  <a:lnTo>
                    <a:pt x="66992" y="88900"/>
                  </a:lnTo>
                  <a:lnTo>
                    <a:pt x="66992" y="87630"/>
                  </a:lnTo>
                  <a:lnTo>
                    <a:pt x="69367" y="87630"/>
                  </a:lnTo>
                  <a:lnTo>
                    <a:pt x="69367" y="88900"/>
                  </a:lnTo>
                  <a:lnTo>
                    <a:pt x="70586" y="88900"/>
                  </a:lnTo>
                  <a:lnTo>
                    <a:pt x="70586" y="87630"/>
                  </a:lnTo>
                  <a:lnTo>
                    <a:pt x="70789" y="87630"/>
                  </a:lnTo>
                  <a:lnTo>
                    <a:pt x="70789" y="85090"/>
                  </a:lnTo>
                  <a:lnTo>
                    <a:pt x="70916" y="85090"/>
                  </a:lnTo>
                  <a:lnTo>
                    <a:pt x="70916" y="83820"/>
                  </a:lnTo>
                  <a:lnTo>
                    <a:pt x="72288" y="83820"/>
                  </a:lnTo>
                  <a:lnTo>
                    <a:pt x="72288" y="85090"/>
                  </a:lnTo>
                  <a:lnTo>
                    <a:pt x="74396" y="85090"/>
                  </a:lnTo>
                  <a:lnTo>
                    <a:pt x="74396" y="83820"/>
                  </a:lnTo>
                  <a:lnTo>
                    <a:pt x="74155" y="83820"/>
                  </a:lnTo>
                  <a:lnTo>
                    <a:pt x="74155" y="81280"/>
                  </a:lnTo>
                  <a:lnTo>
                    <a:pt x="74701" y="81280"/>
                  </a:lnTo>
                  <a:lnTo>
                    <a:pt x="74701" y="80010"/>
                  </a:lnTo>
                  <a:lnTo>
                    <a:pt x="75222" y="80010"/>
                  </a:lnTo>
                  <a:lnTo>
                    <a:pt x="75222" y="81280"/>
                  </a:lnTo>
                  <a:lnTo>
                    <a:pt x="78206" y="81280"/>
                  </a:lnTo>
                  <a:lnTo>
                    <a:pt x="78206" y="80010"/>
                  </a:lnTo>
                  <a:lnTo>
                    <a:pt x="77838" y="80010"/>
                  </a:lnTo>
                  <a:lnTo>
                    <a:pt x="77838" y="78740"/>
                  </a:lnTo>
                  <a:lnTo>
                    <a:pt x="77241" y="78740"/>
                  </a:lnTo>
                  <a:lnTo>
                    <a:pt x="77241" y="77470"/>
                  </a:lnTo>
                  <a:lnTo>
                    <a:pt x="80657" y="77470"/>
                  </a:lnTo>
                  <a:lnTo>
                    <a:pt x="80657" y="78740"/>
                  </a:lnTo>
                  <a:lnTo>
                    <a:pt x="80746" y="77470"/>
                  </a:lnTo>
                  <a:lnTo>
                    <a:pt x="81508" y="77470"/>
                  </a:lnTo>
                  <a:lnTo>
                    <a:pt x="81508" y="74930"/>
                  </a:lnTo>
                  <a:lnTo>
                    <a:pt x="81051" y="74930"/>
                  </a:lnTo>
                  <a:lnTo>
                    <a:pt x="81051" y="73660"/>
                  </a:lnTo>
                  <a:lnTo>
                    <a:pt x="83566" y="73660"/>
                  </a:lnTo>
                  <a:lnTo>
                    <a:pt x="83566" y="74930"/>
                  </a:lnTo>
                  <a:lnTo>
                    <a:pt x="84556" y="74930"/>
                  </a:lnTo>
                  <a:lnTo>
                    <a:pt x="84556" y="73660"/>
                  </a:lnTo>
                  <a:lnTo>
                    <a:pt x="84886" y="73660"/>
                  </a:lnTo>
                  <a:lnTo>
                    <a:pt x="84886" y="71120"/>
                  </a:lnTo>
                  <a:lnTo>
                    <a:pt x="84848" y="69850"/>
                  </a:lnTo>
                  <a:lnTo>
                    <a:pt x="86474" y="69850"/>
                  </a:lnTo>
                  <a:lnTo>
                    <a:pt x="86474" y="71120"/>
                  </a:lnTo>
                  <a:lnTo>
                    <a:pt x="88366" y="71120"/>
                  </a:lnTo>
                  <a:lnTo>
                    <a:pt x="88366" y="69850"/>
                  </a:lnTo>
                  <a:lnTo>
                    <a:pt x="88265" y="67310"/>
                  </a:lnTo>
                  <a:lnTo>
                    <a:pt x="88557" y="67310"/>
                  </a:lnTo>
                  <a:lnTo>
                    <a:pt x="88557" y="66040"/>
                  </a:lnTo>
                  <a:lnTo>
                    <a:pt x="88049" y="66040"/>
                  </a:lnTo>
                  <a:lnTo>
                    <a:pt x="88049" y="63500"/>
                  </a:lnTo>
                  <a:lnTo>
                    <a:pt x="92049" y="63500"/>
                  </a:lnTo>
                  <a:lnTo>
                    <a:pt x="92049" y="62230"/>
                  </a:lnTo>
                  <a:lnTo>
                    <a:pt x="92430" y="62230"/>
                  </a:lnTo>
                  <a:lnTo>
                    <a:pt x="92430" y="60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15714193" y="9582226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4" h="5079">
                  <a:moveTo>
                    <a:pt x="35255" y="1270"/>
                  </a:moveTo>
                  <a:lnTo>
                    <a:pt x="0" y="1270"/>
                  </a:lnTo>
                  <a:lnTo>
                    <a:pt x="0" y="3810"/>
                  </a:lnTo>
                  <a:lnTo>
                    <a:pt x="1536" y="3810"/>
                  </a:lnTo>
                  <a:lnTo>
                    <a:pt x="1536" y="5080"/>
                  </a:lnTo>
                  <a:lnTo>
                    <a:pt x="2590" y="5080"/>
                  </a:lnTo>
                  <a:lnTo>
                    <a:pt x="2590" y="3810"/>
                  </a:lnTo>
                  <a:lnTo>
                    <a:pt x="32664" y="3810"/>
                  </a:lnTo>
                  <a:lnTo>
                    <a:pt x="32664" y="5080"/>
                  </a:lnTo>
                  <a:lnTo>
                    <a:pt x="33718" y="5080"/>
                  </a:lnTo>
                  <a:lnTo>
                    <a:pt x="33718" y="3810"/>
                  </a:lnTo>
                  <a:lnTo>
                    <a:pt x="35255" y="3810"/>
                  </a:lnTo>
                  <a:lnTo>
                    <a:pt x="35255" y="1270"/>
                  </a:lnTo>
                  <a:close/>
                </a:path>
                <a:path w="42544" h="5079">
                  <a:moveTo>
                    <a:pt x="41986" y="0"/>
                  </a:moveTo>
                  <a:lnTo>
                    <a:pt x="40767" y="0"/>
                  </a:lnTo>
                  <a:lnTo>
                    <a:pt x="40767" y="1270"/>
                  </a:lnTo>
                  <a:lnTo>
                    <a:pt x="41986" y="1270"/>
                  </a:lnTo>
                  <a:lnTo>
                    <a:pt x="419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9" name="object 27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482313" y="9501560"/>
            <a:ext cx="78056" cy="78305"/>
          </a:xfrm>
          <a:prstGeom prst="rect">
            <a:avLst/>
          </a:prstGeom>
        </p:spPr>
      </p:pic>
      <p:sp>
        <p:nvSpPr>
          <p:cNvPr id="280" name="object 280"/>
          <p:cNvSpPr/>
          <p:nvPr/>
        </p:nvSpPr>
        <p:spPr>
          <a:xfrm>
            <a:off x="15282036" y="9512216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41140" y="57081"/>
                </a:moveTo>
                <a:lnTo>
                  <a:pt x="37661" y="56408"/>
                </a:lnTo>
                <a:lnTo>
                  <a:pt x="19718" y="56408"/>
                </a:lnTo>
                <a:lnTo>
                  <a:pt x="16758" y="56949"/>
                </a:lnTo>
                <a:lnTo>
                  <a:pt x="14478" y="56328"/>
                </a:lnTo>
                <a:lnTo>
                  <a:pt x="15011" y="53200"/>
                </a:lnTo>
                <a:lnTo>
                  <a:pt x="14770" y="52900"/>
                </a:lnTo>
                <a:lnTo>
                  <a:pt x="14069" y="52432"/>
                </a:lnTo>
                <a:lnTo>
                  <a:pt x="11847" y="53484"/>
                </a:lnTo>
                <a:lnTo>
                  <a:pt x="10772" y="52410"/>
                </a:lnTo>
                <a:lnTo>
                  <a:pt x="11825" y="49765"/>
                </a:lnTo>
                <a:lnTo>
                  <a:pt x="10524" y="48902"/>
                </a:lnTo>
                <a:lnTo>
                  <a:pt x="8404" y="49984"/>
                </a:lnTo>
                <a:lnTo>
                  <a:pt x="7162" y="48851"/>
                </a:lnTo>
                <a:lnTo>
                  <a:pt x="8324" y="46453"/>
                </a:lnTo>
                <a:lnTo>
                  <a:pt x="7169" y="45299"/>
                </a:lnTo>
                <a:lnTo>
                  <a:pt x="4830" y="46468"/>
                </a:lnTo>
                <a:lnTo>
                  <a:pt x="3661" y="45299"/>
                </a:lnTo>
                <a:lnTo>
                  <a:pt x="4831" y="42960"/>
                </a:lnTo>
                <a:lnTo>
                  <a:pt x="3895" y="42024"/>
                </a:lnTo>
                <a:lnTo>
                  <a:pt x="906" y="42792"/>
                </a:lnTo>
                <a:lnTo>
                  <a:pt x="65" y="40680"/>
                </a:lnTo>
                <a:lnTo>
                  <a:pt x="738" y="37201"/>
                </a:lnTo>
                <a:lnTo>
                  <a:pt x="738" y="30842"/>
                </a:lnTo>
                <a:lnTo>
                  <a:pt x="116" y="25792"/>
                </a:lnTo>
                <a:lnTo>
                  <a:pt x="891" y="20259"/>
                </a:lnTo>
                <a:lnTo>
                  <a:pt x="0" y="14917"/>
                </a:lnTo>
                <a:lnTo>
                  <a:pt x="1439" y="13740"/>
                </a:lnTo>
                <a:lnTo>
                  <a:pt x="3457" y="14770"/>
                </a:lnTo>
                <a:lnTo>
                  <a:pt x="4246" y="14310"/>
                </a:lnTo>
                <a:lnTo>
                  <a:pt x="4714" y="13608"/>
                </a:lnTo>
                <a:lnTo>
                  <a:pt x="3661" y="11387"/>
                </a:lnTo>
                <a:lnTo>
                  <a:pt x="4736" y="10320"/>
                </a:lnTo>
                <a:lnTo>
                  <a:pt x="7381" y="11372"/>
                </a:lnTo>
                <a:lnTo>
                  <a:pt x="8222" y="10108"/>
                </a:lnTo>
                <a:lnTo>
                  <a:pt x="7169" y="7886"/>
                </a:lnTo>
                <a:lnTo>
                  <a:pt x="8339" y="6716"/>
                </a:lnTo>
                <a:lnTo>
                  <a:pt x="10677" y="7886"/>
                </a:lnTo>
                <a:lnTo>
                  <a:pt x="11752" y="6811"/>
                </a:lnTo>
                <a:lnTo>
                  <a:pt x="10699" y="4166"/>
                </a:lnTo>
                <a:lnTo>
                  <a:pt x="12073" y="3281"/>
                </a:lnTo>
                <a:lnTo>
                  <a:pt x="13886" y="4231"/>
                </a:lnTo>
                <a:lnTo>
                  <a:pt x="14770" y="3793"/>
                </a:lnTo>
                <a:lnTo>
                  <a:pt x="15011" y="3493"/>
                </a:lnTo>
                <a:lnTo>
                  <a:pt x="14478" y="365"/>
                </a:lnTo>
                <a:lnTo>
                  <a:pt x="15742" y="21"/>
                </a:lnTo>
                <a:lnTo>
                  <a:pt x="17270" y="285"/>
                </a:lnTo>
                <a:lnTo>
                  <a:pt x="40299" y="285"/>
                </a:lnTo>
                <a:lnTo>
                  <a:pt x="41907" y="0"/>
                </a:lnTo>
                <a:lnTo>
                  <a:pt x="43164" y="387"/>
                </a:lnTo>
                <a:lnTo>
                  <a:pt x="42572" y="3478"/>
                </a:lnTo>
                <a:lnTo>
                  <a:pt x="42835" y="3793"/>
                </a:lnTo>
                <a:lnTo>
                  <a:pt x="43537" y="4261"/>
                </a:lnTo>
                <a:lnTo>
                  <a:pt x="45759" y="3208"/>
                </a:lnTo>
                <a:lnTo>
                  <a:pt x="46833" y="4282"/>
                </a:lnTo>
                <a:lnTo>
                  <a:pt x="45781" y="6928"/>
                </a:lnTo>
                <a:lnTo>
                  <a:pt x="47082" y="7791"/>
                </a:lnTo>
                <a:lnTo>
                  <a:pt x="49208" y="6716"/>
                </a:lnTo>
                <a:lnTo>
                  <a:pt x="50444" y="7842"/>
                </a:lnTo>
                <a:lnTo>
                  <a:pt x="49282" y="10239"/>
                </a:lnTo>
                <a:lnTo>
                  <a:pt x="50436" y="11394"/>
                </a:lnTo>
                <a:lnTo>
                  <a:pt x="52775" y="10225"/>
                </a:lnTo>
                <a:lnTo>
                  <a:pt x="53944" y="11394"/>
                </a:lnTo>
                <a:lnTo>
                  <a:pt x="52775" y="13733"/>
                </a:lnTo>
                <a:lnTo>
                  <a:pt x="53711" y="14661"/>
                </a:lnTo>
                <a:lnTo>
                  <a:pt x="56700" y="13893"/>
                </a:lnTo>
                <a:lnTo>
                  <a:pt x="57540" y="16006"/>
                </a:lnTo>
                <a:lnTo>
                  <a:pt x="56868" y="19485"/>
                </a:lnTo>
                <a:lnTo>
                  <a:pt x="56868" y="37427"/>
                </a:lnTo>
                <a:lnTo>
                  <a:pt x="57409" y="40387"/>
                </a:lnTo>
                <a:lnTo>
                  <a:pt x="56787" y="42675"/>
                </a:lnTo>
                <a:lnTo>
                  <a:pt x="53659" y="42134"/>
                </a:lnTo>
                <a:lnTo>
                  <a:pt x="53360" y="42375"/>
                </a:lnTo>
                <a:lnTo>
                  <a:pt x="52892" y="43077"/>
                </a:lnTo>
                <a:lnTo>
                  <a:pt x="53944" y="45299"/>
                </a:lnTo>
                <a:lnTo>
                  <a:pt x="52870" y="46373"/>
                </a:lnTo>
                <a:lnTo>
                  <a:pt x="50224" y="45321"/>
                </a:lnTo>
                <a:lnTo>
                  <a:pt x="49362" y="46622"/>
                </a:lnTo>
                <a:lnTo>
                  <a:pt x="50436" y="48748"/>
                </a:lnTo>
                <a:lnTo>
                  <a:pt x="49311" y="49984"/>
                </a:lnTo>
                <a:lnTo>
                  <a:pt x="46914" y="48822"/>
                </a:lnTo>
                <a:lnTo>
                  <a:pt x="45759" y="49976"/>
                </a:lnTo>
                <a:lnTo>
                  <a:pt x="46928" y="52315"/>
                </a:lnTo>
                <a:lnTo>
                  <a:pt x="45759" y="53485"/>
                </a:lnTo>
                <a:lnTo>
                  <a:pt x="43420" y="52315"/>
                </a:lnTo>
                <a:lnTo>
                  <a:pt x="42485" y="53251"/>
                </a:lnTo>
                <a:lnTo>
                  <a:pt x="43252" y="56240"/>
                </a:lnTo>
                <a:lnTo>
                  <a:pt x="41140" y="570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5082071" y="9522310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9391" y="36484"/>
                </a:moveTo>
                <a:lnTo>
                  <a:pt x="7337" y="35622"/>
                </a:lnTo>
                <a:lnTo>
                  <a:pt x="8090" y="32662"/>
                </a:lnTo>
                <a:lnTo>
                  <a:pt x="7754" y="32289"/>
                </a:lnTo>
                <a:lnTo>
                  <a:pt x="7052" y="31822"/>
                </a:lnTo>
                <a:lnTo>
                  <a:pt x="4830" y="32874"/>
                </a:lnTo>
                <a:lnTo>
                  <a:pt x="3756" y="31800"/>
                </a:lnTo>
                <a:lnTo>
                  <a:pt x="4809" y="29154"/>
                </a:lnTo>
                <a:lnTo>
                  <a:pt x="3829" y="28503"/>
                </a:lnTo>
                <a:lnTo>
                  <a:pt x="928" y="29183"/>
                </a:lnTo>
                <a:lnTo>
                  <a:pt x="21" y="27261"/>
                </a:lnTo>
                <a:lnTo>
                  <a:pt x="738" y="23468"/>
                </a:lnTo>
                <a:lnTo>
                  <a:pt x="738" y="20610"/>
                </a:lnTo>
                <a:lnTo>
                  <a:pt x="635" y="19404"/>
                </a:lnTo>
                <a:lnTo>
                  <a:pt x="840" y="17102"/>
                </a:lnTo>
                <a:lnTo>
                  <a:pt x="577" y="15889"/>
                </a:lnTo>
                <a:lnTo>
                  <a:pt x="884" y="13681"/>
                </a:lnTo>
                <a:lnTo>
                  <a:pt x="0" y="8331"/>
                </a:lnTo>
                <a:lnTo>
                  <a:pt x="1439" y="7155"/>
                </a:lnTo>
                <a:lnTo>
                  <a:pt x="3449" y="8185"/>
                </a:lnTo>
                <a:lnTo>
                  <a:pt x="4246" y="7732"/>
                </a:lnTo>
                <a:lnTo>
                  <a:pt x="4714" y="7030"/>
                </a:lnTo>
                <a:lnTo>
                  <a:pt x="3661" y="4809"/>
                </a:lnTo>
                <a:lnTo>
                  <a:pt x="4830" y="3639"/>
                </a:lnTo>
                <a:lnTo>
                  <a:pt x="7052" y="4692"/>
                </a:lnTo>
                <a:lnTo>
                  <a:pt x="7754" y="4224"/>
                </a:lnTo>
                <a:lnTo>
                  <a:pt x="8083" y="3851"/>
                </a:lnTo>
                <a:lnTo>
                  <a:pt x="7337" y="891"/>
                </a:lnTo>
                <a:lnTo>
                  <a:pt x="8638" y="350"/>
                </a:lnTo>
                <a:lnTo>
                  <a:pt x="10297" y="825"/>
                </a:lnTo>
                <a:lnTo>
                  <a:pt x="14397" y="372"/>
                </a:lnTo>
                <a:lnTo>
                  <a:pt x="18658" y="343"/>
                </a:lnTo>
                <a:lnTo>
                  <a:pt x="22839" y="847"/>
                </a:lnTo>
                <a:lnTo>
                  <a:pt x="28211" y="0"/>
                </a:lnTo>
                <a:lnTo>
                  <a:pt x="29380" y="1425"/>
                </a:lnTo>
                <a:lnTo>
                  <a:pt x="28350" y="3435"/>
                </a:lnTo>
                <a:lnTo>
                  <a:pt x="28803" y="4224"/>
                </a:lnTo>
                <a:lnTo>
                  <a:pt x="29504" y="4692"/>
                </a:lnTo>
                <a:lnTo>
                  <a:pt x="31726" y="3639"/>
                </a:lnTo>
                <a:lnTo>
                  <a:pt x="32801" y="4713"/>
                </a:lnTo>
                <a:lnTo>
                  <a:pt x="31748" y="7359"/>
                </a:lnTo>
                <a:lnTo>
                  <a:pt x="33122" y="8244"/>
                </a:lnTo>
                <a:lnTo>
                  <a:pt x="34935" y="7294"/>
                </a:lnTo>
                <a:lnTo>
                  <a:pt x="35819" y="7732"/>
                </a:lnTo>
                <a:lnTo>
                  <a:pt x="35819" y="26062"/>
                </a:lnTo>
                <a:lnTo>
                  <a:pt x="36163" y="28079"/>
                </a:lnTo>
                <a:lnTo>
                  <a:pt x="35585" y="29256"/>
                </a:lnTo>
                <a:lnTo>
                  <a:pt x="32713" y="28379"/>
                </a:lnTo>
                <a:lnTo>
                  <a:pt x="31821" y="29271"/>
                </a:lnTo>
                <a:lnTo>
                  <a:pt x="32874" y="31916"/>
                </a:lnTo>
                <a:lnTo>
                  <a:pt x="31500" y="32830"/>
                </a:lnTo>
                <a:lnTo>
                  <a:pt x="29687" y="31858"/>
                </a:lnTo>
                <a:lnTo>
                  <a:pt x="28803" y="32289"/>
                </a:lnTo>
                <a:lnTo>
                  <a:pt x="28474" y="32655"/>
                </a:lnTo>
                <a:lnTo>
                  <a:pt x="29219" y="35629"/>
                </a:lnTo>
                <a:lnTo>
                  <a:pt x="28006" y="36126"/>
                </a:lnTo>
                <a:lnTo>
                  <a:pt x="26164" y="35797"/>
                </a:lnTo>
                <a:lnTo>
                  <a:pt x="12965" y="35797"/>
                </a:lnTo>
                <a:lnTo>
                  <a:pt x="9391" y="364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4881697" y="9532402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48" y="2031"/>
                </a:moveTo>
                <a:lnTo>
                  <a:pt x="5919" y="2031"/>
                </a:lnTo>
                <a:lnTo>
                  <a:pt x="10736" y="0"/>
                </a:lnTo>
                <a:lnTo>
                  <a:pt x="12241" y="1849"/>
                </a:lnTo>
                <a:lnTo>
                  <a:pt x="12148" y="2031"/>
                </a:lnTo>
                <a:close/>
              </a:path>
              <a:path w="15875" h="15875">
                <a:moveTo>
                  <a:pt x="1849" y="12242"/>
                </a:moveTo>
                <a:lnTo>
                  <a:pt x="0" y="10736"/>
                </a:lnTo>
                <a:lnTo>
                  <a:pt x="2024" y="5920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19" y="2031"/>
                </a:lnTo>
                <a:lnTo>
                  <a:pt x="12148" y="2031"/>
                </a:lnTo>
                <a:lnTo>
                  <a:pt x="11211" y="3866"/>
                </a:lnTo>
                <a:lnTo>
                  <a:pt x="11671" y="4655"/>
                </a:lnTo>
                <a:lnTo>
                  <a:pt x="12461" y="5109"/>
                </a:lnTo>
                <a:lnTo>
                  <a:pt x="15429" y="5109"/>
                </a:lnTo>
                <a:lnTo>
                  <a:pt x="15442" y="11204"/>
                </a:lnTo>
                <a:lnTo>
                  <a:pt x="3873" y="11204"/>
                </a:lnTo>
                <a:lnTo>
                  <a:pt x="1849" y="12242"/>
                </a:lnTo>
                <a:close/>
              </a:path>
              <a:path w="15875" h="15875">
                <a:moveTo>
                  <a:pt x="15429" y="5109"/>
                </a:moveTo>
                <a:lnTo>
                  <a:pt x="12461" y="5109"/>
                </a:lnTo>
                <a:lnTo>
                  <a:pt x="14478" y="4078"/>
                </a:lnTo>
                <a:lnTo>
                  <a:pt x="15428" y="4860"/>
                </a:lnTo>
                <a:lnTo>
                  <a:pt x="15429" y="5109"/>
                </a:lnTo>
                <a:close/>
              </a:path>
              <a:path w="15875" h="15875">
                <a:moveTo>
                  <a:pt x="11409" y="15428"/>
                </a:moveTo>
                <a:lnTo>
                  <a:pt x="4860" y="15428"/>
                </a:lnTo>
                <a:lnTo>
                  <a:pt x="4198" y="14624"/>
                </a:lnTo>
                <a:lnTo>
                  <a:pt x="4078" y="14478"/>
                </a:lnTo>
                <a:lnTo>
                  <a:pt x="5220" y="12242"/>
                </a:lnTo>
                <a:lnTo>
                  <a:pt x="4982" y="12242"/>
                </a:lnTo>
                <a:lnTo>
                  <a:pt x="4655" y="11672"/>
                </a:lnTo>
                <a:lnTo>
                  <a:pt x="3846" y="11204"/>
                </a:lnTo>
                <a:lnTo>
                  <a:pt x="12351" y="11204"/>
                </a:lnTo>
                <a:lnTo>
                  <a:pt x="11671" y="11672"/>
                </a:lnTo>
                <a:lnTo>
                  <a:pt x="11279" y="12242"/>
                </a:lnTo>
                <a:lnTo>
                  <a:pt x="12188" y="14478"/>
                </a:lnTo>
                <a:lnTo>
                  <a:pt x="12256" y="14624"/>
                </a:lnTo>
                <a:lnTo>
                  <a:pt x="11409" y="15428"/>
                </a:lnTo>
                <a:close/>
              </a:path>
              <a:path w="15875" h="15875">
                <a:moveTo>
                  <a:pt x="14638" y="12242"/>
                </a:moveTo>
                <a:lnTo>
                  <a:pt x="12351" y="11204"/>
                </a:lnTo>
                <a:lnTo>
                  <a:pt x="15442" y="11204"/>
                </a:lnTo>
                <a:lnTo>
                  <a:pt x="15443" y="11394"/>
                </a:lnTo>
                <a:lnTo>
                  <a:pt x="14638" y="12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6397858" y="9575195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4">
                <a:moveTo>
                  <a:pt x="75658" y="141262"/>
                </a:moveTo>
                <a:lnTo>
                  <a:pt x="72779" y="140758"/>
                </a:lnTo>
                <a:lnTo>
                  <a:pt x="68569" y="140758"/>
                </a:lnTo>
                <a:lnTo>
                  <a:pt x="65689" y="141262"/>
                </a:lnTo>
                <a:lnTo>
                  <a:pt x="63036" y="140605"/>
                </a:lnTo>
                <a:lnTo>
                  <a:pt x="60580" y="141189"/>
                </a:lnTo>
                <a:lnTo>
                  <a:pt x="59901" y="140510"/>
                </a:lnTo>
                <a:lnTo>
                  <a:pt x="60427" y="137301"/>
                </a:lnTo>
                <a:lnTo>
                  <a:pt x="58015" y="136819"/>
                </a:lnTo>
                <a:lnTo>
                  <a:pt x="55318" y="137250"/>
                </a:lnTo>
                <a:lnTo>
                  <a:pt x="51247" y="137250"/>
                </a:lnTo>
                <a:lnTo>
                  <a:pt x="47871" y="137900"/>
                </a:lnTo>
                <a:lnTo>
                  <a:pt x="45715" y="137096"/>
                </a:lnTo>
                <a:lnTo>
                  <a:pt x="46453" y="134078"/>
                </a:lnTo>
                <a:lnTo>
                  <a:pt x="45788" y="133413"/>
                </a:lnTo>
                <a:lnTo>
                  <a:pt x="43120" y="133771"/>
                </a:lnTo>
                <a:lnTo>
                  <a:pt x="41746" y="133698"/>
                </a:lnTo>
                <a:lnTo>
                  <a:pt x="39868" y="134107"/>
                </a:lnTo>
                <a:lnTo>
                  <a:pt x="38633" y="133522"/>
                </a:lnTo>
                <a:lnTo>
                  <a:pt x="39495" y="130628"/>
                </a:lnTo>
                <a:lnTo>
                  <a:pt x="38771" y="129905"/>
                </a:lnTo>
                <a:lnTo>
                  <a:pt x="36104" y="130263"/>
                </a:lnTo>
                <a:lnTo>
                  <a:pt x="34913" y="130204"/>
                </a:lnTo>
                <a:lnTo>
                  <a:pt x="32632" y="130613"/>
                </a:lnTo>
                <a:lnTo>
                  <a:pt x="31514" y="129853"/>
                </a:lnTo>
                <a:lnTo>
                  <a:pt x="32581" y="127230"/>
                </a:lnTo>
                <a:lnTo>
                  <a:pt x="31594" y="126243"/>
                </a:lnTo>
                <a:lnTo>
                  <a:pt x="28949" y="127295"/>
                </a:lnTo>
                <a:lnTo>
                  <a:pt x="28108" y="126031"/>
                </a:lnTo>
                <a:lnTo>
                  <a:pt x="29161" y="123809"/>
                </a:lnTo>
                <a:lnTo>
                  <a:pt x="27991" y="122647"/>
                </a:lnTo>
                <a:lnTo>
                  <a:pt x="25653" y="123816"/>
                </a:lnTo>
                <a:lnTo>
                  <a:pt x="24578" y="122742"/>
                </a:lnTo>
                <a:lnTo>
                  <a:pt x="25631" y="120096"/>
                </a:lnTo>
                <a:lnTo>
                  <a:pt x="24366" y="119256"/>
                </a:lnTo>
                <a:lnTo>
                  <a:pt x="22144" y="120308"/>
                </a:lnTo>
                <a:lnTo>
                  <a:pt x="20975" y="119139"/>
                </a:lnTo>
                <a:lnTo>
                  <a:pt x="22144" y="116800"/>
                </a:lnTo>
                <a:lnTo>
                  <a:pt x="21070" y="115726"/>
                </a:lnTo>
                <a:lnTo>
                  <a:pt x="18424" y="116778"/>
                </a:lnTo>
                <a:lnTo>
                  <a:pt x="17584" y="115514"/>
                </a:lnTo>
                <a:lnTo>
                  <a:pt x="18636" y="113292"/>
                </a:lnTo>
                <a:lnTo>
                  <a:pt x="17467" y="112122"/>
                </a:lnTo>
                <a:lnTo>
                  <a:pt x="15128" y="113292"/>
                </a:lnTo>
                <a:lnTo>
                  <a:pt x="14054" y="112217"/>
                </a:lnTo>
                <a:lnTo>
                  <a:pt x="15106" y="109572"/>
                </a:lnTo>
                <a:lnTo>
                  <a:pt x="14003" y="108841"/>
                </a:lnTo>
                <a:lnTo>
                  <a:pt x="11386" y="109711"/>
                </a:lnTo>
                <a:lnTo>
                  <a:pt x="10166" y="107934"/>
                </a:lnTo>
                <a:lnTo>
                  <a:pt x="12176" y="103118"/>
                </a:lnTo>
                <a:lnTo>
                  <a:pt x="10626" y="101847"/>
                </a:lnTo>
                <a:lnTo>
                  <a:pt x="7732" y="102621"/>
                </a:lnTo>
                <a:lnTo>
                  <a:pt x="6921" y="100911"/>
                </a:lnTo>
                <a:lnTo>
                  <a:pt x="8551" y="96007"/>
                </a:lnTo>
                <a:lnTo>
                  <a:pt x="7176" y="94881"/>
                </a:lnTo>
                <a:lnTo>
                  <a:pt x="4158" y="95539"/>
                </a:lnTo>
                <a:lnTo>
                  <a:pt x="3369" y="93412"/>
                </a:lnTo>
                <a:lnTo>
                  <a:pt x="4019" y="90043"/>
                </a:lnTo>
                <a:lnTo>
                  <a:pt x="4019" y="85972"/>
                </a:lnTo>
                <a:lnTo>
                  <a:pt x="4451" y="83268"/>
                </a:lnTo>
                <a:lnTo>
                  <a:pt x="3961" y="80856"/>
                </a:lnTo>
                <a:lnTo>
                  <a:pt x="760" y="81382"/>
                </a:lnTo>
                <a:lnTo>
                  <a:pt x="80" y="80703"/>
                </a:lnTo>
                <a:lnTo>
                  <a:pt x="665" y="78247"/>
                </a:lnTo>
                <a:lnTo>
                  <a:pt x="0" y="75594"/>
                </a:lnTo>
                <a:lnTo>
                  <a:pt x="511" y="72714"/>
                </a:lnTo>
                <a:lnTo>
                  <a:pt x="511" y="68505"/>
                </a:lnTo>
                <a:lnTo>
                  <a:pt x="0" y="65625"/>
                </a:lnTo>
                <a:lnTo>
                  <a:pt x="665" y="62972"/>
                </a:lnTo>
                <a:lnTo>
                  <a:pt x="80" y="60516"/>
                </a:lnTo>
                <a:lnTo>
                  <a:pt x="760" y="59837"/>
                </a:lnTo>
                <a:lnTo>
                  <a:pt x="3961" y="60363"/>
                </a:lnTo>
                <a:lnTo>
                  <a:pt x="4451" y="57951"/>
                </a:lnTo>
                <a:lnTo>
                  <a:pt x="4019" y="55247"/>
                </a:lnTo>
                <a:lnTo>
                  <a:pt x="4019" y="51176"/>
                </a:lnTo>
                <a:lnTo>
                  <a:pt x="3369" y="47807"/>
                </a:lnTo>
                <a:lnTo>
                  <a:pt x="4173" y="45651"/>
                </a:lnTo>
                <a:lnTo>
                  <a:pt x="7191" y="46389"/>
                </a:lnTo>
                <a:lnTo>
                  <a:pt x="8112" y="45468"/>
                </a:lnTo>
                <a:lnTo>
                  <a:pt x="7060" y="43246"/>
                </a:lnTo>
                <a:lnTo>
                  <a:pt x="7995" y="41850"/>
                </a:lnTo>
                <a:lnTo>
                  <a:pt x="6943" y="39628"/>
                </a:lnTo>
                <a:lnTo>
                  <a:pt x="7966" y="38605"/>
                </a:lnTo>
                <a:lnTo>
                  <a:pt x="10750" y="39563"/>
                </a:lnTo>
                <a:lnTo>
                  <a:pt x="11752" y="37757"/>
                </a:lnTo>
                <a:lnTo>
                  <a:pt x="9961" y="32912"/>
                </a:lnTo>
                <a:lnTo>
                  <a:pt x="11598" y="31574"/>
                </a:lnTo>
                <a:lnTo>
                  <a:pt x="14127" y="32590"/>
                </a:lnTo>
                <a:lnTo>
                  <a:pt x="15048" y="31340"/>
                </a:lnTo>
                <a:lnTo>
                  <a:pt x="13952" y="29118"/>
                </a:lnTo>
                <a:lnTo>
                  <a:pt x="15128" y="27935"/>
                </a:lnTo>
                <a:lnTo>
                  <a:pt x="17467" y="29104"/>
                </a:lnTo>
                <a:lnTo>
                  <a:pt x="18636" y="27935"/>
                </a:lnTo>
                <a:lnTo>
                  <a:pt x="17467" y="25596"/>
                </a:lnTo>
                <a:lnTo>
                  <a:pt x="18622" y="24441"/>
                </a:lnTo>
                <a:lnTo>
                  <a:pt x="21019" y="25603"/>
                </a:lnTo>
                <a:lnTo>
                  <a:pt x="22130" y="24390"/>
                </a:lnTo>
                <a:lnTo>
                  <a:pt x="20968" y="22102"/>
                </a:lnTo>
                <a:lnTo>
                  <a:pt x="22049" y="21013"/>
                </a:lnTo>
                <a:lnTo>
                  <a:pt x="24695" y="22065"/>
                </a:lnTo>
                <a:lnTo>
                  <a:pt x="25492" y="20874"/>
                </a:lnTo>
                <a:lnTo>
                  <a:pt x="24505" y="18462"/>
                </a:lnTo>
                <a:lnTo>
                  <a:pt x="25718" y="17446"/>
                </a:lnTo>
                <a:lnTo>
                  <a:pt x="27977" y="18594"/>
                </a:lnTo>
                <a:lnTo>
                  <a:pt x="29161" y="17410"/>
                </a:lnTo>
                <a:lnTo>
                  <a:pt x="27991" y="15071"/>
                </a:lnTo>
                <a:lnTo>
                  <a:pt x="29161" y="13901"/>
                </a:lnTo>
                <a:lnTo>
                  <a:pt x="31499" y="15071"/>
                </a:lnTo>
                <a:lnTo>
                  <a:pt x="32588" y="13982"/>
                </a:lnTo>
                <a:lnTo>
                  <a:pt x="31514" y="11380"/>
                </a:lnTo>
                <a:lnTo>
                  <a:pt x="33349" y="10094"/>
                </a:lnTo>
                <a:lnTo>
                  <a:pt x="38165" y="12126"/>
                </a:lnTo>
                <a:lnTo>
                  <a:pt x="39429" y="10576"/>
                </a:lnTo>
                <a:lnTo>
                  <a:pt x="38669" y="7667"/>
                </a:lnTo>
                <a:lnTo>
                  <a:pt x="41045" y="6578"/>
                </a:lnTo>
                <a:lnTo>
                  <a:pt x="44151" y="8310"/>
                </a:lnTo>
                <a:lnTo>
                  <a:pt x="46563" y="7280"/>
                </a:lnTo>
                <a:lnTo>
                  <a:pt x="45751" y="4327"/>
                </a:lnTo>
                <a:lnTo>
                  <a:pt x="46511" y="3567"/>
                </a:lnTo>
                <a:lnTo>
                  <a:pt x="49040" y="4064"/>
                </a:lnTo>
                <a:lnTo>
                  <a:pt x="53060" y="3377"/>
                </a:lnTo>
                <a:lnTo>
                  <a:pt x="56714" y="4473"/>
                </a:lnTo>
                <a:lnTo>
                  <a:pt x="60150" y="3961"/>
                </a:lnTo>
                <a:lnTo>
                  <a:pt x="60398" y="3924"/>
                </a:lnTo>
                <a:lnTo>
                  <a:pt x="59923" y="679"/>
                </a:lnTo>
                <a:lnTo>
                  <a:pt x="60478" y="124"/>
                </a:lnTo>
                <a:lnTo>
                  <a:pt x="63153" y="475"/>
                </a:lnTo>
                <a:lnTo>
                  <a:pt x="67151" y="307"/>
                </a:lnTo>
                <a:lnTo>
                  <a:pt x="75161" y="453"/>
                </a:lnTo>
                <a:lnTo>
                  <a:pt x="76762" y="168"/>
                </a:lnTo>
                <a:lnTo>
                  <a:pt x="78333" y="650"/>
                </a:lnTo>
                <a:lnTo>
                  <a:pt x="80745" y="0"/>
                </a:lnTo>
                <a:lnTo>
                  <a:pt x="81440" y="694"/>
                </a:lnTo>
                <a:lnTo>
                  <a:pt x="80935" y="3917"/>
                </a:lnTo>
                <a:lnTo>
                  <a:pt x="83369" y="4348"/>
                </a:lnTo>
                <a:lnTo>
                  <a:pt x="86007" y="3961"/>
                </a:lnTo>
                <a:lnTo>
                  <a:pt x="90115" y="3961"/>
                </a:lnTo>
                <a:lnTo>
                  <a:pt x="93462" y="3318"/>
                </a:lnTo>
                <a:lnTo>
                  <a:pt x="95626" y="4107"/>
                </a:lnTo>
                <a:lnTo>
                  <a:pt x="94902" y="7140"/>
                </a:lnTo>
                <a:lnTo>
                  <a:pt x="95560" y="7798"/>
                </a:lnTo>
                <a:lnTo>
                  <a:pt x="98228" y="7447"/>
                </a:lnTo>
                <a:lnTo>
                  <a:pt x="99601" y="7513"/>
                </a:lnTo>
                <a:lnTo>
                  <a:pt x="101480" y="7104"/>
                </a:lnTo>
                <a:lnTo>
                  <a:pt x="102715" y="7696"/>
                </a:lnTo>
                <a:lnTo>
                  <a:pt x="101853" y="10583"/>
                </a:lnTo>
                <a:lnTo>
                  <a:pt x="102576" y="11313"/>
                </a:lnTo>
                <a:lnTo>
                  <a:pt x="105244" y="10955"/>
                </a:lnTo>
                <a:lnTo>
                  <a:pt x="106435" y="11014"/>
                </a:lnTo>
                <a:lnTo>
                  <a:pt x="108723" y="10605"/>
                </a:lnTo>
                <a:lnTo>
                  <a:pt x="109834" y="11372"/>
                </a:lnTo>
                <a:lnTo>
                  <a:pt x="108766" y="13988"/>
                </a:lnTo>
                <a:lnTo>
                  <a:pt x="109753" y="14975"/>
                </a:lnTo>
                <a:lnTo>
                  <a:pt x="112399" y="13923"/>
                </a:lnTo>
                <a:lnTo>
                  <a:pt x="113276" y="15246"/>
                </a:lnTo>
                <a:lnTo>
                  <a:pt x="112187" y="17299"/>
                </a:lnTo>
                <a:lnTo>
                  <a:pt x="113268" y="18586"/>
                </a:lnTo>
                <a:lnTo>
                  <a:pt x="115724" y="17438"/>
                </a:lnTo>
                <a:lnTo>
                  <a:pt x="116872" y="18586"/>
                </a:lnTo>
                <a:lnTo>
                  <a:pt x="115702" y="20888"/>
                </a:lnTo>
                <a:lnTo>
                  <a:pt x="116835" y="22094"/>
                </a:lnTo>
                <a:lnTo>
                  <a:pt x="119210" y="20925"/>
                </a:lnTo>
                <a:lnTo>
                  <a:pt x="120372" y="22087"/>
                </a:lnTo>
                <a:lnTo>
                  <a:pt x="119203" y="24425"/>
                </a:lnTo>
                <a:lnTo>
                  <a:pt x="120372" y="25595"/>
                </a:lnTo>
                <a:lnTo>
                  <a:pt x="122711" y="24426"/>
                </a:lnTo>
                <a:lnTo>
                  <a:pt x="123895" y="25610"/>
                </a:lnTo>
                <a:lnTo>
                  <a:pt x="122755" y="27861"/>
                </a:lnTo>
                <a:lnTo>
                  <a:pt x="123778" y="29110"/>
                </a:lnTo>
                <a:lnTo>
                  <a:pt x="126256" y="27970"/>
                </a:lnTo>
                <a:lnTo>
                  <a:pt x="127294" y="29008"/>
                </a:lnTo>
                <a:lnTo>
                  <a:pt x="126241" y="31654"/>
                </a:lnTo>
                <a:lnTo>
                  <a:pt x="127206" y="32297"/>
                </a:lnTo>
                <a:lnTo>
                  <a:pt x="130144" y="31647"/>
                </a:lnTo>
                <a:lnTo>
                  <a:pt x="131153" y="33890"/>
                </a:lnTo>
                <a:lnTo>
                  <a:pt x="129281" y="37296"/>
                </a:lnTo>
                <a:lnTo>
                  <a:pt x="130626" y="39576"/>
                </a:lnTo>
                <a:lnTo>
                  <a:pt x="133367" y="38590"/>
                </a:lnTo>
                <a:lnTo>
                  <a:pt x="134405" y="39627"/>
                </a:lnTo>
                <a:lnTo>
                  <a:pt x="133352" y="41849"/>
                </a:lnTo>
                <a:lnTo>
                  <a:pt x="134288" y="43253"/>
                </a:lnTo>
                <a:lnTo>
                  <a:pt x="133235" y="45475"/>
                </a:lnTo>
                <a:lnTo>
                  <a:pt x="134134" y="46366"/>
                </a:lnTo>
                <a:lnTo>
                  <a:pt x="137204" y="45687"/>
                </a:lnTo>
                <a:lnTo>
                  <a:pt x="137935" y="47901"/>
                </a:lnTo>
                <a:lnTo>
                  <a:pt x="137328" y="51102"/>
                </a:lnTo>
                <a:lnTo>
                  <a:pt x="137328" y="55151"/>
                </a:lnTo>
                <a:lnTo>
                  <a:pt x="136802" y="58082"/>
                </a:lnTo>
                <a:lnTo>
                  <a:pt x="137409" y="60406"/>
                </a:lnTo>
                <a:lnTo>
                  <a:pt x="140551" y="59799"/>
                </a:lnTo>
                <a:lnTo>
                  <a:pt x="141165" y="60413"/>
                </a:lnTo>
                <a:lnTo>
                  <a:pt x="140807" y="63081"/>
                </a:lnTo>
                <a:lnTo>
                  <a:pt x="140888" y="64623"/>
                </a:lnTo>
                <a:lnTo>
                  <a:pt x="140537" y="66121"/>
                </a:lnTo>
                <a:lnTo>
                  <a:pt x="141114" y="68029"/>
                </a:lnTo>
                <a:lnTo>
                  <a:pt x="140829" y="69630"/>
                </a:lnTo>
                <a:lnTo>
                  <a:pt x="140829" y="72714"/>
                </a:lnTo>
                <a:lnTo>
                  <a:pt x="141341" y="75594"/>
                </a:lnTo>
                <a:lnTo>
                  <a:pt x="140676" y="78246"/>
                </a:lnTo>
                <a:lnTo>
                  <a:pt x="141260" y="80702"/>
                </a:lnTo>
                <a:lnTo>
                  <a:pt x="140581" y="81382"/>
                </a:lnTo>
                <a:lnTo>
                  <a:pt x="137379" y="80856"/>
                </a:lnTo>
                <a:lnTo>
                  <a:pt x="136897" y="83268"/>
                </a:lnTo>
                <a:lnTo>
                  <a:pt x="137328" y="85972"/>
                </a:lnTo>
                <a:lnTo>
                  <a:pt x="137328" y="90116"/>
                </a:lnTo>
                <a:lnTo>
                  <a:pt x="137935" y="93317"/>
                </a:lnTo>
                <a:lnTo>
                  <a:pt x="137204" y="95539"/>
                </a:lnTo>
                <a:lnTo>
                  <a:pt x="134127" y="94852"/>
                </a:lnTo>
                <a:lnTo>
                  <a:pt x="133491" y="95495"/>
                </a:lnTo>
                <a:lnTo>
                  <a:pt x="133849" y="98163"/>
                </a:lnTo>
                <a:lnTo>
                  <a:pt x="133776" y="99537"/>
                </a:lnTo>
                <a:lnTo>
                  <a:pt x="134186" y="101415"/>
                </a:lnTo>
                <a:lnTo>
                  <a:pt x="133601" y="102650"/>
                </a:lnTo>
                <a:lnTo>
                  <a:pt x="130707" y="101788"/>
                </a:lnTo>
                <a:lnTo>
                  <a:pt x="129983" y="102511"/>
                </a:lnTo>
                <a:lnTo>
                  <a:pt x="130341" y="105179"/>
                </a:lnTo>
                <a:lnTo>
                  <a:pt x="130275" y="106378"/>
                </a:lnTo>
                <a:lnTo>
                  <a:pt x="130685" y="108658"/>
                </a:lnTo>
                <a:lnTo>
                  <a:pt x="129925" y="109769"/>
                </a:lnTo>
                <a:lnTo>
                  <a:pt x="127301" y="108702"/>
                </a:lnTo>
                <a:lnTo>
                  <a:pt x="126314" y="109688"/>
                </a:lnTo>
                <a:lnTo>
                  <a:pt x="127367" y="112334"/>
                </a:lnTo>
                <a:lnTo>
                  <a:pt x="126102" y="113175"/>
                </a:lnTo>
                <a:lnTo>
                  <a:pt x="123881" y="112122"/>
                </a:lnTo>
                <a:lnTo>
                  <a:pt x="122711" y="113292"/>
                </a:lnTo>
                <a:lnTo>
                  <a:pt x="123881" y="115630"/>
                </a:lnTo>
                <a:lnTo>
                  <a:pt x="122806" y="116705"/>
                </a:lnTo>
                <a:lnTo>
                  <a:pt x="120160" y="115653"/>
                </a:lnTo>
                <a:lnTo>
                  <a:pt x="119320" y="116917"/>
                </a:lnTo>
                <a:lnTo>
                  <a:pt x="120372" y="119139"/>
                </a:lnTo>
                <a:lnTo>
                  <a:pt x="119203" y="120308"/>
                </a:lnTo>
                <a:lnTo>
                  <a:pt x="116864" y="119139"/>
                </a:lnTo>
                <a:lnTo>
                  <a:pt x="115790" y="120213"/>
                </a:lnTo>
                <a:lnTo>
                  <a:pt x="116842" y="122859"/>
                </a:lnTo>
                <a:lnTo>
                  <a:pt x="115578" y="123692"/>
                </a:lnTo>
                <a:lnTo>
                  <a:pt x="113356" y="122647"/>
                </a:lnTo>
                <a:lnTo>
                  <a:pt x="112187" y="123816"/>
                </a:lnTo>
                <a:lnTo>
                  <a:pt x="113356" y="126155"/>
                </a:lnTo>
                <a:lnTo>
                  <a:pt x="112282" y="127222"/>
                </a:lnTo>
                <a:lnTo>
                  <a:pt x="109636" y="126170"/>
                </a:lnTo>
                <a:lnTo>
                  <a:pt x="108905" y="127273"/>
                </a:lnTo>
                <a:lnTo>
                  <a:pt x="109775" y="129897"/>
                </a:lnTo>
                <a:lnTo>
                  <a:pt x="107999" y="131110"/>
                </a:lnTo>
                <a:lnTo>
                  <a:pt x="103183" y="129093"/>
                </a:lnTo>
                <a:lnTo>
                  <a:pt x="101911" y="130650"/>
                </a:lnTo>
                <a:lnTo>
                  <a:pt x="102686" y="133537"/>
                </a:lnTo>
                <a:lnTo>
                  <a:pt x="100975" y="134348"/>
                </a:lnTo>
                <a:lnTo>
                  <a:pt x="96071" y="132718"/>
                </a:lnTo>
                <a:lnTo>
                  <a:pt x="94938" y="134092"/>
                </a:lnTo>
                <a:lnTo>
                  <a:pt x="95596" y="137111"/>
                </a:lnTo>
                <a:lnTo>
                  <a:pt x="93477" y="137900"/>
                </a:lnTo>
                <a:lnTo>
                  <a:pt x="90100" y="137250"/>
                </a:lnTo>
                <a:lnTo>
                  <a:pt x="86036" y="137250"/>
                </a:lnTo>
                <a:lnTo>
                  <a:pt x="83332" y="136819"/>
                </a:lnTo>
                <a:lnTo>
                  <a:pt x="80920" y="137301"/>
                </a:lnTo>
                <a:lnTo>
                  <a:pt x="81447" y="140510"/>
                </a:lnTo>
                <a:lnTo>
                  <a:pt x="80767" y="141189"/>
                </a:lnTo>
                <a:lnTo>
                  <a:pt x="78311" y="140605"/>
                </a:lnTo>
                <a:lnTo>
                  <a:pt x="75658" y="141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8085164" y="9578651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652" y="134436"/>
                </a:moveTo>
                <a:lnTo>
                  <a:pt x="77486" y="133793"/>
                </a:lnTo>
                <a:lnTo>
                  <a:pt x="54537" y="133793"/>
                </a:lnTo>
                <a:lnTo>
                  <a:pt x="51876" y="134195"/>
                </a:lnTo>
                <a:lnTo>
                  <a:pt x="49457" y="133742"/>
                </a:lnTo>
                <a:lnTo>
                  <a:pt x="49962" y="130526"/>
                </a:lnTo>
                <a:lnTo>
                  <a:pt x="49289" y="129853"/>
                </a:lnTo>
                <a:lnTo>
                  <a:pt x="46834" y="130438"/>
                </a:lnTo>
                <a:lnTo>
                  <a:pt x="44180" y="129780"/>
                </a:lnTo>
                <a:lnTo>
                  <a:pt x="41096" y="131147"/>
                </a:lnTo>
                <a:lnTo>
                  <a:pt x="38743" y="130080"/>
                </a:lnTo>
                <a:lnTo>
                  <a:pt x="39584" y="127156"/>
                </a:lnTo>
                <a:lnTo>
                  <a:pt x="38867" y="126448"/>
                </a:lnTo>
                <a:lnTo>
                  <a:pt x="36207" y="126806"/>
                </a:lnTo>
                <a:lnTo>
                  <a:pt x="35001" y="126747"/>
                </a:lnTo>
                <a:lnTo>
                  <a:pt x="32735" y="127156"/>
                </a:lnTo>
                <a:lnTo>
                  <a:pt x="31624" y="126396"/>
                </a:lnTo>
                <a:lnTo>
                  <a:pt x="32684" y="123773"/>
                </a:lnTo>
                <a:lnTo>
                  <a:pt x="31602" y="122691"/>
                </a:lnTo>
                <a:lnTo>
                  <a:pt x="29271" y="123860"/>
                </a:lnTo>
                <a:lnTo>
                  <a:pt x="28101" y="122691"/>
                </a:lnTo>
                <a:lnTo>
                  <a:pt x="29271" y="120352"/>
                </a:lnTo>
                <a:lnTo>
                  <a:pt x="28109" y="119197"/>
                </a:lnTo>
                <a:lnTo>
                  <a:pt x="25880" y="120213"/>
                </a:lnTo>
                <a:lnTo>
                  <a:pt x="24469" y="119336"/>
                </a:lnTo>
                <a:lnTo>
                  <a:pt x="22247" y="120345"/>
                </a:lnTo>
                <a:lnTo>
                  <a:pt x="21187" y="119285"/>
                </a:lnTo>
                <a:lnTo>
                  <a:pt x="22232" y="116639"/>
                </a:lnTo>
                <a:lnTo>
                  <a:pt x="20968" y="115799"/>
                </a:lnTo>
                <a:lnTo>
                  <a:pt x="18754" y="116851"/>
                </a:lnTo>
                <a:lnTo>
                  <a:pt x="17584" y="115682"/>
                </a:lnTo>
                <a:lnTo>
                  <a:pt x="18754" y="113343"/>
                </a:lnTo>
                <a:lnTo>
                  <a:pt x="17804" y="112393"/>
                </a:lnTo>
                <a:lnTo>
                  <a:pt x="14851" y="113204"/>
                </a:lnTo>
                <a:lnTo>
                  <a:pt x="13930" y="111055"/>
                </a:lnTo>
                <a:lnTo>
                  <a:pt x="15757" y="107204"/>
                </a:lnTo>
                <a:lnTo>
                  <a:pt x="14222" y="105157"/>
                </a:lnTo>
                <a:lnTo>
                  <a:pt x="11686" y="106268"/>
                </a:lnTo>
                <a:lnTo>
                  <a:pt x="10670" y="105252"/>
                </a:lnTo>
                <a:lnTo>
                  <a:pt x="11723" y="102607"/>
                </a:lnTo>
                <a:lnTo>
                  <a:pt x="10619" y="101876"/>
                </a:lnTo>
                <a:lnTo>
                  <a:pt x="7995" y="102738"/>
                </a:lnTo>
                <a:lnTo>
                  <a:pt x="6796" y="100962"/>
                </a:lnTo>
                <a:lnTo>
                  <a:pt x="8792" y="96153"/>
                </a:lnTo>
                <a:lnTo>
                  <a:pt x="7257" y="94896"/>
                </a:lnTo>
                <a:lnTo>
                  <a:pt x="4341" y="95641"/>
                </a:lnTo>
                <a:lnTo>
                  <a:pt x="3296" y="93325"/>
                </a:lnTo>
                <a:lnTo>
                  <a:pt x="4655" y="90240"/>
                </a:lnTo>
                <a:lnTo>
                  <a:pt x="3997" y="87580"/>
                </a:lnTo>
                <a:lnTo>
                  <a:pt x="4582" y="85124"/>
                </a:lnTo>
                <a:lnTo>
                  <a:pt x="3902" y="84437"/>
                </a:lnTo>
                <a:lnTo>
                  <a:pt x="701" y="84971"/>
                </a:lnTo>
                <a:lnTo>
                  <a:pt x="0" y="81550"/>
                </a:lnTo>
                <a:lnTo>
                  <a:pt x="650" y="77384"/>
                </a:lnTo>
                <a:lnTo>
                  <a:pt x="650" y="54428"/>
                </a:lnTo>
                <a:lnTo>
                  <a:pt x="241" y="51761"/>
                </a:lnTo>
                <a:lnTo>
                  <a:pt x="694" y="49341"/>
                </a:lnTo>
                <a:lnTo>
                  <a:pt x="3910" y="49853"/>
                </a:lnTo>
                <a:lnTo>
                  <a:pt x="4582" y="49181"/>
                </a:lnTo>
                <a:lnTo>
                  <a:pt x="3997" y="46725"/>
                </a:lnTo>
                <a:lnTo>
                  <a:pt x="4670" y="44006"/>
                </a:lnTo>
                <a:lnTo>
                  <a:pt x="3354" y="41075"/>
                </a:lnTo>
                <a:lnTo>
                  <a:pt x="4319" y="38663"/>
                </a:lnTo>
                <a:lnTo>
                  <a:pt x="7308" y="39438"/>
                </a:lnTo>
                <a:lnTo>
                  <a:pt x="8244" y="38503"/>
                </a:lnTo>
                <a:lnTo>
                  <a:pt x="7191" y="36281"/>
                </a:lnTo>
                <a:lnTo>
                  <a:pt x="8119" y="34877"/>
                </a:lnTo>
                <a:lnTo>
                  <a:pt x="7074" y="32656"/>
                </a:lnTo>
                <a:lnTo>
                  <a:pt x="8119" y="31610"/>
                </a:lnTo>
                <a:lnTo>
                  <a:pt x="10831" y="32619"/>
                </a:lnTo>
                <a:lnTo>
                  <a:pt x="11606" y="31369"/>
                </a:lnTo>
                <a:lnTo>
                  <a:pt x="10582" y="29147"/>
                </a:lnTo>
                <a:lnTo>
                  <a:pt x="11533" y="28205"/>
                </a:lnTo>
                <a:lnTo>
                  <a:pt x="14478" y="29016"/>
                </a:lnTo>
                <a:lnTo>
                  <a:pt x="15348" y="26977"/>
                </a:lnTo>
                <a:lnTo>
                  <a:pt x="13572" y="22840"/>
                </a:lnTo>
                <a:lnTo>
                  <a:pt x="15165" y="20962"/>
                </a:lnTo>
                <a:lnTo>
                  <a:pt x="17614" y="22109"/>
                </a:lnTo>
                <a:lnTo>
                  <a:pt x="18754" y="20969"/>
                </a:lnTo>
                <a:lnTo>
                  <a:pt x="17584" y="18630"/>
                </a:lnTo>
                <a:lnTo>
                  <a:pt x="18754" y="17461"/>
                </a:lnTo>
                <a:lnTo>
                  <a:pt x="21092" y="18630"/>
                </a:lnTo>
                <a:lnTo>
                  <a:pt x="22174" y="17541"/>
                </a:lnTo>
                <a:lnTo>
                  <a:pt x="21107" y="14940"/>
                </a:lnTo>
                <a:lnTo>
                  <a:pt x="22942" y="13653"/>
                </a:lnTo>
                <a:lnTo>
                  <a:pt x="27750" y="15685"/>
                </a:lnTo>
                <a:lnTo>
                  <a:pt x="29117" y="14018"/>
                </a:lnTo>
                <a:lnTo>
                  <a:pt x="28160" y="11380"/>
                </a:lnTo>
                <a:lnTo>
                  <a:pt x="29395" y="10569"/>
                </a:lnTo>
                <a:lnTo>
                  <a:pt x="31617" y="11614"/>
                </a:lnTo>
                <a:lnTo>
                  <a:pt x="32684" y="10540"/>
                </a:lnTo>
                <a:lnTo>
                  <a:pt x="31639" y="7894"/>
                </a:lnTo>
                <a:lnTo>
                  <a:pt x="33013" y="6980"/>
                </a:lnTo>
                <a:lnTo>
                  <a:pt x="34840" y="7996"/>
                </a:lnTo>
                <a:lnTo>
                  <a:pt x="36411" y="7126"/>
                </a:lnTo>
                <a:lnTo>
                  <a:pt x="38648" y="8084"/>
                </a:lnTo>
                <a:lnTo>
                  <a:pt x="39693" y="7031"/>
                </a:lnTo>
                <a:lnTo>
                  <a:pt x="38648" y="4386"/>
                </a:lnTo>
                <a:lnTo>
                  <a:pt x="39963" y="3508"/>
                </a:lnTo>
                <a:lnTo>
                  <a:pt x="41834" y="4320"/>
                </a:lnTo>
                <a:lnTo>
                  <a:pt x="43581" y="3706"/>
                </a:lnTo>
                <a:lnTo>
                  <a:pt x="45291" y="4013"/>
                </a:lnTo>
                <a:lnTo>
                  <a:pt x="47236" y="4013"/>
                </a:lnTo>
                <a:lnTo>
                  <a:pt x="48697" y="4232"/>
                </a:lnTo>
                <a:lnTo>
                  <a:pt x="49735" y="4012"/>
                </a:lnTo>
                <a:lnTo>
                  <a:pt x="50027" y="3946"/>
                </a:lnTo>
                <a:lnTo>
                  <a:pt x="49471" y="767"/>
                </a:lnTo>
                <a:lnTo>
                  <a:pt x="50115" y="124"/>
                </a:lnTo>
                <a:lnTo>
                  <a:pt x="52665" y="591"/>
                </a:lnTo>
                <a:lnTo>
                  <a:pt x="56532" y="0"/>
                </a:lnTo>
                <a:lnTo>
                  <a:pt x="60427" y="504"/>
                </a:lnTo>
                <a:lnTo>
                  <a:pt x="79963" y="504"/>
                </a:lnTo>
                <a:lnTo>
                  <a:pt x="82689" y="65"/>
                </a:lnTo>
                <a:lnTo>
                  <a:pt x="85087" y="562"/>
                </a:lnTo>
                <a:lnTo>
                  <a:pt x="84560" y="3764"/>
                </a:lnTo>
                <a:lnTo>
                  <a:pt x="85240" y="4443"/>
                </a:lnTo>
                <a:lnTo>
                  <a:pt x="87696" y="3859"/>
                </a:lnTo>
                <a:lnTo>
                  <a:pt x="90473" y="4553"/>
                </a:lnTo>
                <a:lnTo>
                  <a:pt x="93228" y="3310"/>
                </a:lnTo>
                <a:lnTo>
                  <a:pt x="95706" y="4136"/>
                </a:lnTo>
                <a:lnTo>
                  <a:pt x="95012" y="7206"/>
                </a:lnTo>
                <a:lnTo>
                  <a:pt x="95662" y="7849"/>
                </a:lnTo>
                <a:lnTo>
                  <a:pt x="98322" y="7498"/>
                </a:lnTo>
                <a:lnTo>
                  <a:pt x="99631" y="7564"/>
                </a:lnTo>
                <a:lnTo>
                  <a:pt x="101655" y="7148"/>
                </a:lnTo>
                <a:lnTo>
                  <a:pt x="102847" y="7798"/>
                </a:lnTo>
                <a:lnTo>
                  <a:pt x="101911" y="10597"/>
                </a:lnTo>
                <a:lnTo>
                  <a:pt x="102927" y="11613"/>
                </a:lnTo>
                <a:lnTo>
                  <a:pt x="105258" y="10444"/>
                </a:lnTo>
                <a:lnTo>
                  <a:pt x="106428" y="11613"/>
                </a:lnTo>
                <a:lnTo>
                  <a:pt x="105259" y="13952"/>
                </a:lnTo>
                <a:lnTo>
                  <a:pt x="106421" y="15114"/>
                </a:lnTo>
                <a:lnTo>
                  <a:pt x="108650" y="14098"/>
                </a:lnTo>
                <a:lnTo>
                  <a:pt x="110053" y="14975"/>
                </a:lnTo>
                <a:lnTo>
                  <a:pt x="112282" y="13959"/>
                </a:lnTo>
                <a:lnTo>
                  <a:pt x="113342" y="15026"/>
                </a:lnTo>
                <a:lnTo>
                  <a:pt x="112297" y="17672"/>
                </a:lnTo>
                <a:lnTo>
                  <a:pt x="113561" y="18513"/>
                </a:lnTo>
                <a:lnTo>
                  <a:pt x="115776" y="17460"/>
                </a:lnTo>
                <a:lnTo>
                  <a:pt x="116945" y="18629"/>
                </a:lnTo>
                <a:lnTo>
                  <a:pt x="115776" y="20968"/>
                </a:lnTo>
                <a:lnTo>
                  <a:pt x="116843" y="22043"/>
                </a:lnTo>
                <a:lnTo>
                  <a:pt x="119496" y="20990"/>
                </a:lnTo>
                <a:lnTo>
                  <a:pt x="120402" y="22364"/>
                </a:lnTo>
                <a:lnTo>
                  <a:pt x="119342" y="24235"/>
                </a:lnTo>
                <a:lnTo>
                  <a:pt x="120315" y="25770"/>
                </a:lnTo>
                <a:lnTo>
                  <a:pt x="119284" y="27992"/>
                </a:lnTo>
                <a:lnTo>
                  <a:pt x="120336" y="29052"/>
                </a:lnTo>
                <a:lnTo>
                  <a:pt x="123019" y="28021"/>
                </a:lnTo>
                <a:lnTo>
                  <a:pt x="123823" y="29278"/>
                </a:lnTo>
                <a:lnTo>
                  <a:pt x="122785" y="31500"/>
                </a:lnTo>
                <a:lnTo>
                  <a:pt x="123859" y="32567"/>
                </a:lnTo>
                <a:lnTo>
                  <a:pt x="126505" y="31515"/>
                </a:lnTo>
                <a:lnTo>
                  <a:pt x="127411" y="32889"/>
                </a:lnTo>
                <a:lnTo>
                  <a:pt x="126344" y="34760"/>
                </a:lnTo>
                <a:lnTo>
                  <a:pt x="127324" y="36287"/>
                </a:lnTo>
                <a:lnTo>
                  <a:pt x="126293" y="38509"/>
                </a:lnTo>
                <a:lnTo>
                  <a:pt x="127258" y="39467"/>
                </a:lnTo>
                <a:lnTo>
                  <a:pt x="130174" y="38634"/>
                </a:lnTo>
                <a:lnTo>
                  <a:pt x="131234" y="40980"/>
                </a:lnTo>
                <a:lnTo>
                  <a:pt x="129867" y="44064"/>
                </a:lnTo>
                <a:lnTo>
                  <a:pt x="130532" y="46724"/>
                </a:lnTo>
                <a:lnTo>
                  <a:pt x="129948" y="49180"/>
                </a:lnTo>
                <a:lnTo>
                  <a:pt x="130627" y="49860"/>
                </a:lnTo>
                <a:lnTo>
                  <a:pt x="133828" y="49334"/>
                </a:lnTo>
                <a:lnTo>
                  <a:pt x="134530" y="52754"/>
                </a:lnTo>
                <a:lnTo>
                  <a:pt x="133879" y="56920"/>
                </a:lnTo>
                <a:lnTo>
                  <a:pt x="133879" y="79876"/>
                </a:lnTo>
                <a:lnTo>
                  <a:pt x="134289" y="82537"/>
                </a:lnTo>
                <a:lnTo>
                  <a:pt x="133828" y="84956"/>
                </a:lnTo>
                <a:lnTo>
                  <a:pt x="130620" y="84451"/>
                </a:lnTo>
                <a:lnTo>
                  <a:pt x="129948" y="85124"/>
                </a:lnTo>
                <a:lnTo>
                  <a:pt x="130532" y="87579"/>
                </a:lnTo>
                <a:lnTo>
                  <a:pt x="129867" y="90240"/>
                </a:lnTo>
                <a:lnTo>
                  <a:pt x="131234" y="93324"/>
                </a:lnTo>
                <a:lnTo>
                  <a:pt x="130174" y="95670"/>
                </a:lnTo>
                <a:lnTo>
                  <a:pt x="127251" y="94837"/>
                </a:lnTo>
                <a:lnTo>
                  <a:pt x="126541" y="95546"/>
                </a:lnTo>
                <a:lnTo>
                  <a:pt x="126900" y="98214"/>
                </a:lnTo>
                <a:lnTo>
                  <a:pt x="126834" y="99412"/>
                </a:lnTo>
                <a:lnTo>
                  <a:pt x="127251" y="101685"/>
                </a:lnTo>
                <a:lnTo>
                  <a:pt x="126483" y="102804"/>
                </a:lnTo>
                <a:lnTo>
                  <a:pt x="123859" y="101737"/>
                </a:lnTo>
                <a:lnTo>
                  <a:pt x="122785" y="102818"/>
                </a:lnTo>
                <a:lnTo>
                  <a:pt x="123954" y="105157"/>
                </a:lnTo>
                <a:lnTo>
                  <a:pt x="122785" y="106326"/>
                </a:lnTo>
                <a:lnTo>
                  <a:pt x="120446" y="105157"/>
                </a:lnTo>
                <a:lnTo>
                  <a:pt x="119291" y="106319"/>
                </a:lnTo>
                <a:lnTo>
                  <a:pt x="120300" y="108541"/>
                </a:lnTo>
                <a:lnTo>
                  <a:pt x="119423" y="109959"/>
                </a:lnTo>
                <a:lnTo>
                  <a:pt x="120439" y="112181"/>
                </a:lnTo>
                <a:lnTo>
                  <a:pt x="119372" y="113248"/>
                </a:lnTo>
                <a:lnTo>
                  <a:pt x="116726" y="112195"/>
                </a:lnTo>
                <a:lnTo>
                  <a:pt x="115893" y="113460"/>
                </a:lnTo>
                <a:lnTo>
                  <a:pt x="116945" y="115682"/>
                </a:lnTo>
                <a:lnTo>
                  <a:pt x="115776" y="116851"/>
                </a:lnTo>
                <a:lnTo>
                  <a:pt x="113437" y="115682"/>
                </a:lnTo>
                <a:lnTo>
                  <a:pt x="112487" y="116639"/>
                </a:lnTo>
                <a:lnTo>
                  <a:pt x="113298" y="119585"/>
                </a:lnTo>
                <a:lnTo>
                  <a:pt x="111149" y="120506"/>
                </a:lnTo>
                <a:lnTo>
                  <a:pt x="107290" y="118678"/>
                </a:lnTo>
                <a:lnTo>
                  <a:pt x="105259" y="120213"/>
                </a:lnTo>
                <a:lnTo>
                  <a:pt x="106362" y="122756"/>
                </a:lnTo>
                <a:lnTo>
                  <a:pt x="105346" y="123765"/>
                </a:lnTo>
                <a:lnTo>
                  <a:pt x="102701" y="122713"/>
                </a:lnTo>
                <a:lnTo>
                  <a:pt x="101970" y="123816"/>
                </a:lnTo>
                <a:lnTo>
                  <a:pt x="102839" y="126440"/>
                </a:lnTo>
                <a:lnTo>
                  <a:pt x="101063" y="127646"/>
                </a:lnTo>
                <a:lnTo>
                  <a:pt x="96247" y="125643"/>
                </a:lnTo>
                <a:lnTo>
                  <a:pt x="94990" y="127178"/>
                </a:lnTo>
                <a:lnTo>
                  <a:pt x="95743" y="130102"/>
                </a:lnTo>
                <a:lnTo>
                  <a:pt x="93419" y="131147"/>
                </a:lnTo>
                <a:lnTo>
                  <a:pt x="90334" y="129780"/>
                </a:lnTo>
                <a:lnTo>
                  <a:pt x="87674" y="130438"/>
                </a:lnTo>
                <a:lnTo>
                  <a:pt x="85219" y="129853"/>
                </a:lnTo>
                <a:lnTo>
                  <a:pt x="84546" y="130540"/>
                </a:lnTo>
                <a:lnTo>
                  <a:pt x="85072" y="133741"/>
                </a:lnTo>
                <a:lnTo>
                  <a:pt x="81652" y="134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6194320" y="9582153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78055" y="127368"/>
                </a:moveTo>
                <a:lnTo>
                  <a:pt x="74014" y="126784"/>
                </a:lnTo>
                <a:lnTo>
                  <a:pt x="50991" y="126784"/>
                </a:lnTo>
                <a:lnTo>
                  <a:pt x="48346" y="127178"/>
                </a:lnTo>
                <a:lnTo>
                  <a:pt x="45919" y="126740"/>
                </a:lnTo>
                <a:lnTo>
                  <a:pt x="46424" y="123517"/>
                </a:lnTo>
                <a:lnTo>
                  <a:pt x="45751" y="122852"/>
                </a:lnTo>
                <a:lnTo>
                  <a:pt x="43295" y="123436"/>
                </a:lnTo>
                <a:lnTo>
                  <a:pt x="40562" y="122757"/>
                </a:lnTo>
                <a:lnTo>
                  <a:pt x="37675" y="124057"/>
                </a:lnTo>
                <a:lnTo>
                  <a:pt x="35249" y="123122"/>
                </a:lnTo>
                <a:lnTo>
                  <a:pt x="36001" y="120118"/>
                </a:lnTo>
                <a:lnTo>
                  <a:pt x="35329" y="119446"/>
                </a:lnTo>
                <a:lnTo>
                  <a:pt x="32661" y="119804"/>
                </a:lnTo>
                <a:lnTo>
                  <a:pt x="31361" y="119738"/>
                </a:lnTo>
                <a:lnTo>
                  <a:pt x="29321" y="120147"/>
                </a:lnTo>
                <a:lnTo>
                  <a:pt x="28130" y="119497"/>
                </a:lnTo>
                <a:lnTo>
                  <a:pt x="29073" y="116705"/>
                </a:lnTo>
                <a:lnTo>
                  <a:pt x="28042" y="115674"/>
                </a:lnTo>
                <a:lnTo>
                  <a:pt x="25791" y="116815"/>
                </a:lnTo>
                <a:lnTo>
                  <a:pt x="24542" y="115791"/>
                </a:lnTo>
                <a:lnTo>
                  <a:pt x="25682" y="113314"/>
                </a:lnTo>
                <a:lnTo>
                  <a:pt x="24549" y="112181"/>
                </a:lnTo>
                <a:lnTo>
                  <a:pt x="22210" y="113350"/>
                </a:lnTo>
                <a:lnTo>
                  <a:pt x="21041" y="112181"/>
                </a:lnTo>
                <a:lnTo>
                  <a:pt x="22210" y="109842"/>
                </a:lnTo>
                <a:lnTo>
                  <a:pt x="21041" y="108672"/>
                </a:lnTo>
                <a:lnTo>
                  <a:pt x="18702" y="109842"/>
                </a:lnTo>
                <a:lnTo>
                  <a:pt x="17533" y="108673"/>
                </a:lnTo>
                <a:lnTo>
                  <a:pt x="18702" y="106334"/>
                </a:lnTo>
                <a:lnTo>
                  <a:pt x="17628" y="105260"/>
                </a:lnTo>
                <a:lnTo>
                  <a:pt x="14982" y="106312"/>
                </a:lnTo>
                <a:lnTo>
                  <a:pt x="14098" y="104989"/>
                </a:lnTo>
                <a:lnTo>
                  <a:pt x="15194" y="102935"/>
                </a:lnTo>
                <a:lnTo>
                  <a:pt x="14112" y="101649"/>
                </a:lnTo>
                <a:lnTo>
                  <a:pt x="11657" y="102796"/>
                </a:lnTo>
                <a:lnTo>
                  <a:pt x="10502" y="101642"/>
                </a:lnTo>
                <a:lnTo>
                  <a:pt x="11620" y="99412"/>
                </a:lnTo>
                <a:lnTo>
                  <a:pt x="10648" y="98148"/>
                </a:lnTo>
                <a:lnTo>
                  <a:pt x="8127" y="99266"/>
                </a:lnTo>
                <a:lnTo>
                  <a:pt x="7008" y="98148"/>
                </a:lnTo>
                <a:lnTo>
                  <a:pt x="8061" y="95926"/>
                </a:lnTo>
                <a:lnTo>
                  <a:pt x="7125" y="94523"/>
                </a:lnTo>
                <a:lnTo>
                  <a:pt x="8178" y="92301"/>
                </a:lnTo>
                <a:lnTo>
                  <a:pt x="7250" y="91373"/>
                </a:lnTo>
                <a:lnTo>
                  <a:pt x="4246" y="92133"/>
                </a:lnTo>
                <a:lnTo>
                  <a:pt x="3303" y="89699"/>
                </a:lnTo>
                <a:lnTo>
                  <a:pt x="4611" y="86812"/>
                </a:lnTo>
                <a:lnTo>
                  <a:pt x="3932" y="84079"/>
                </a:lnTo>
                <a:lnTo>
                  <a:pt x="4516" y="81623"/>
                </a:lnTo>
                <a:lnTo>
                  <a:pt x="3844" y="80951"/>
                </a:lnTo>
                <a:lnTo>
                  <a:pt x="621" y="81455"/>
                </a:lnTo>
                <a:lnTo>
                  <a:pt x="0" y="77976"/>
                </a:lnTo>
                <a:lnTo>
                  <a:pt x="577" y="73942"/>
                </a:lnTo>
                <a:lnTo>
                  <a:pt x="577" y="50963"/>
                </a:lnTo>
                <a:lnTo>
                  <a:pt x="131" y="48223"/>
                </a:lnTo>
                <a:lnTo>
                  <a:pt x="635" y="45825"/>
                </a:lnTo>
                <a:lnTo>
                  <a:pt x="3829" y="46366"/>
                </a:lnTo>
                <a:lnTo>
                  <a:pt x="4538" y="45657"/>
                </a:lnTo>
                <a:lnTo>
                  <a:pt x="3895" y="43246"/>
                </a:lnTo>
                <a:lnTo>
                  <a:pt x="4436" y="41404"/>
                </a:lnTo>
                <a:lnTo>
                  <a:pt x="3201" y="36302"/>
                </a:lnTo>
                <a:lnTo>
                  <a:pt x="4421" y="35308"/>
                </a:lnTo>
                <a:lnTo>
                  <a:pt x="7469" y="35937"/>
                </a:lnTo>
                <a:lnTo>
                  <a:pt x="8207" y="33788"/>
                </a:lnTo>
                <a:lnTo>
                  <a:pt x="6555" y="30119"/>
                </a:lnTo>
                <a:lnTo>
                  <a:pt x="7966" y="28007"/>
                </a:lnTo>
                <a:lnTo>
                  <a:pt x="10611" y="29059"/>
                </a:lnTo>
                <a:lnTo>
                  <a:pt x="11591" y="28080"/>
                </a:lnTo>
                <a:lnTo>
                  <a:pt x="10538" y="25434"/>
                </a:lnTo>
                <a:lnTo>
                  <a:pt x="11861" y="24557"/>
                </a:lnTo>
                <a:lnTo>
                  <a:pt x="13915" y="25646"/>
                </a:lnTo>
                <a:lnTo>
                  <a:pt x="15201" y="24565"/>
                </a:lnTo>
                <a:lnTo>
                  <a:pt x="14054" y="22109"/>
                </a:lnTo>
                <a:lnTo>
                  <a:pt x="15179" y="20983"/>
                </a:lnTo>
                <a:lnTo>
                  <a:pt x="17577" y="22145"/>
                </a:lnTo>
                <a:lnTo>
                  <a:pt x="18688" y="20932"/>
                </a:lnTo>
                <a:lnTo>
                  <a:pt x="17525" y="18644"/>
                </a:lnTo>
                <a:lnTo>
                  <a:pt x="18607" y="17556"/>
                </a:lnTo>
                <a:lnTo>
                  <a:pt x="21253" y="18608"/>
                </a:lnTo>
                <a:lnTo>
                  <a:pt x="22130" y="17285"/>
                </a:lnTo>
                <a:lnTo>
                  <a:pt x="21041" y="15231"/>
                </a:lnTo>
                <a:lnTo>
                  <a:pt x="22122" y="13945"/>
                </a:lnTo>
                <a:lnTo>
                  <a:pt x="24578" y="15092"/>
                </a:lnTo>
                <a:lnTo>
                  <a:pt x="25696" y="13974"/>
                </a:lnTo>
                <a:lnTo>
                  <a:pt x="24542" y="11540"/>
                </a:lnTo>
                <a:lnTo>
                  <a:pt x="25777" y="10473"/>
                </a:lnTo>
                <a:lnTo>
                  <a:pt x="28042" y="11628"/>
                </a:lnTo>
                <a:lnTo>
                  <a:pt x="29131" y="10539"/>
                </a:lnTo>
                <a:lnTo>
                  <a:pt x="28079" y="7893"/>
                </a:lnTo>
                <a:lnTo>
                  <a:pt x="29453" y="6980"/>
                </a:lnTo>
                <a:lnTo>
                  <a:pt x="31324" y="8047"/>
                </a:lnTo>
                <a:lnTo>
                  <a:pt x="32859" y="7067"/>
                </a:lnTo>
                <a:lnTo>
                  <a:pt x="35081" y="8105"/>
                </a:lnTo>
                <a:lnTo>
                  <a:pt x="36045" y="7133"/>
                </a:lnTo>
                <a:lnTo>
                  <a:pt x="35197" y="4224"/>
                </a:lnTo>
                <a:lnTo>
                  <a:pt x="36396" y="3676"/>
                </a:lnTo>
                <a:lnTo>
                  <a:pt x="38340" y="4012"/>
                </a:lnTo>
                <a:lnTo>
                  <a:pt x="41285" y="4012"/>
                </a:lnTo>
                <a:lnTo>
                  <a:pt x="44136" y="4524"/>
                </a:lnTo>
                <a:lnTo>
                  <a:pt x="46182" y="4019"/>
                </a:lnTo>
                <a:lnTo>
                  <a:pt x="46497" y="3939"/>
                </a:lnTo>
                <a:lnTo>
                  <a:pt x="45912" y="789"/>
                </a:lnTo>
                <a:lnTo>
                  <a:pt x="46562" y="131"/>
                </a:lnTo>
                <a:lnTo>
                  <a:pt x="49120" y="599"/>
                </a:lnTo>
                <a:lnTo>
                  <a:pt x="52979" y="0"/>
                </a:lnTo>
                <a:lnTo>
                  <a:pt x="56882" y="511"/>
                </a:lnTo>
                <a:lnTo>
                  <a:pt x="76440" y="511"/>
                </a:lnTo>
                <a:lnTo>
                  <a:pt x="79122" y="95"/>
                </a:lnTo>
                <a:lnTo>
                  <a:pt x="81534" y="562"/>
                </a:lnTo>
                <a:lnTo>
                  <a:pt x="81023" y="3771"/>
                </a:lnTo>
                <a:lnTo>
                  <a:pt x="81695" y="4451"/>
                </a:lnTo>
                <a:lnTo>
                  <a:pt x="84151" y="3866"/>
                </a:lnTo>
                <a:lnTo>
                  <a:pt x="86884" y="4546"/>
                </a:lnTo>
                <a:lnTo>
                  <a:pt x="89771" y="3237"/>
                </a:lnTo>
                <a:lnTo>
                  <a:pt x="92198" y="4180"/>
                </a:lnTo>
                <a:lnTo>
                  <a:pt x="91445" y="7184"/>
                </a:lnTo>
                <a:lnTo>
                  <a:pt x="92117" y="7857"/>
                </a:lnTo>
                <a:lnTo>
                  <a:pt x="94785" y="7506"/>
                </a:lnTo>
                <a:lnTo>
                  <a:pt x="96086" y="7572"/>
                </a:lnTo>
                <a:lnTo>
                  <a:pt x="98118" y="7155"/>
                </a:lnTo>
                <a:lnTo>
                  <a:pt x="99316" y="7813"/>
                </a:lnTo>
                <a:lnTo>
                  <a:pt x="98366" y="10604"/>
                </a:lnTo>
                <a:lnTo>
                  <a:pt x="99404" y="11635"/>
                </a:lnTo>
                <a:lnTo>
                  <a:pt x="101655" y="10495"/>
                </a:lnTo>
                <a:lnTo>
                  <a:pt x="102905" y="11518"/>
                </a:lnTo>
                <a:lnTo>
                  <a:pt x="101764" y="13996"/>
                </a:lnTo>
                <a:lnTo>
                  <a:pt x="102897" y="15129"/>
                </a:lnTo>
                <a:lnTo>
                  <a:pt x="105236" y="13959"/>
                </a:lnTo>
                <a:lnTo>
                  <a:pt x="106405" y="15129"/>
                </a:lnTo>
                <a:lnTo>
                  <a:pt x="105236" y="17467"/>
                </a:lnTo>
                <a:lnTo>
                  <a:pt x="106405" y="18637"/>
                </a:lnTo>
                <a:lnTo>
                  <a:pt x="108744" y="17468"/>
                </a:lnTo>
                <a:lnTo>
                  <a:pt x="109913" y="18637"/>
                </a:lnTo>
                <a:lnTo>
                  <a:pt x="108744" y="20976"/>
                </a:lnTo>
                <a:lnTo>
                  <a:pt x="109818" y="22050"/>
                </a:lnTo>
                <a:lnTo>
                  <a:pt x="112464" y="20998"/>
                </a:lnTo>
                <a:lnTo>
                  <a:pt x="113341" y="22321"/>
                </a:lnTo>
                <a:lnTo>
                  <a:pt x="112252" y="24374"/>
                </a:lnTo>
                <a:lnTo>
                  <a:pt x="113334" y="25661"/>
                </a:lnTo>
                <a:lnTo>
                  <a:pt x="115790" y="24513"/>
                </a:lnTo>
                <a:lnTo>
                  <a:pt x="116944" y="25668"/>
                </a:lnTo>
                <a:lnTo>
                  <a:pt x="115826" y="27904"/>
                </a:lnTo>
                <a:lnTo>
                  <a:pt x="116798" y="29162"/>
                </a:lnTo>
                <a:lnTo>
                  <a:pt x="119320" y="28043"/>
                </a:lnTo>
                <a:lnTo>
                  <a:pt x="120438" y="29162"/>
                </a:lnTo>
                <a:lnTo>
                  <a:pt x="119385" y="31383"/>
                </a:lnTo>
                <a:lnTo>
                  <a:pt x="120321" y="32779"/>
                </a:lnTo>
                <a:lnTo>
                  <a:pt x="119268" y="35001"/>
                </a:lnTo>
                <a:lnTo>
                  <a:pt x="120197" y="35930"/>
                </a:lnTo>
                <a:lnTo>
                  <a:pt x="123200" y="35169"/>
                </a:lnTo>
                <a:lnTo>
                  <a:pt x="124143" y="37603"/>
                </a:lnTo>
                <a:lnTo>
                  <a:pt x="122835" y="40490"/>
                </a:lnTo>
                <a:lnTo>
                  <a:pt x="123515" y="43223"/>
                </a:lnTo>
                <a:lnTo>
                  <a:pt x="122930" y="45679"/>
                </a:lnTo>
                <a:lnTo>
                  <a:pt x="123602" y="46352"/>
                </a:lnTo>
                <a:lnTo>
                  <a:pt x="126826" y="45847"/>
                </a:lnTo>
                <a:lnTo>
                  <a:pt x="127454" y="49326"/>
                </a:lnTo>
                <a:lnTo>
                  <a:pt x="126869" y="53361"/>
                </a:lnTo>
                <a:lnTo>
                  <a:pt x="126869" y="76383"/>
                </a:lnTo>
                <a:lnTo>
                  <a:pt x="127264" y="79028"/>
                </a:lnTo>
                <a:lnTo>
                  <a:pt x="126826" y="81455"/>
                </a:lnTo>
                <a:lnTo>
                  <a:pt x="123602" y="80951"/>
                </a:lnTo>
                <a:lnTo>
                  <a:pt x="122930" y="81623"/>
                </a:lnTo>
                <a:lnTo>
                  <a:pt x="123515" y="84079"/>
                </a:lnTo>
                <a:lnTo>
                  <a:pt x="122835" y="86812"/>
                </a:lnTo>
                <a:lnTo>
                  <a:pt x="124143" y="89699"/>
                </a:lnTo>
                <a:lnTo>
                  <a:pt x="123200" y="92125"/>
                </a:lnTo>
                <a:lnTo>
                  <a:pt x="120197" y="91373"/>
                </a:lnTo>
                <a:lnTo>
                  <a:pt x="119524" y="92045"/>
                </a:lnTo>
                <a:lnTo>
                  <a:pt x="119882" y="94713"/>
                </a:lnTo>
                <a:lnTo>
                  <a:pt x="119809" y="96021"/>
                </a:lnTo>
                <a:lnTo>
                  <a:pt x="120226" y="98053"/>
                </a:lnTo>
                <a:lnTo>
                  <a:pt x="119575" y="99244"/>
                </a:lnTo>
                <a:lnTo>
                  <a:pt x="116776" y="98302"/>
                </a:lnTo>
                <a:lnTo>
                  <a:pt x="115746" y="99332"/>
                </a:lnTo>
                <a:lnTo>
                  <a:pt x="116886" y="101583"/>
                </a:lnTo>
                <a:lnTo>
                  <a:pt x="115863" y="102833"/>
                </a:lnTo>
                <a:lnTo>
                  <a:pt x="113385" y="101693"/>
                </a:lnTo>
                <a:lnTo>
                  <a:pt x="112252" y="102825"/>
                </a:lnTo>
                <a:lnTo>
                  <a:pt x="113422" y="105164"/>
                </a:lnTo>
                <a:lnTo>
                  <a:pt x="112252" y="106334"/>
                </a:lnTo>
                <a:lnTo>
                  <a:pt x="109913" y="105164"/>
                </a:lnTo>
                <a:lnTo>
                  <a:pt x="108744" y="106334"/>
                </a:lnTo>
                <a:lnTo>
                  <a:pt x="109913" y="108672"/>
                </a:lnTo>
                <a:lnTo>
                  <a:pt x="108744" y="109842"/>
                </a:lnTo>
                <a:lnTo>
                  <a:pt x="106405" y="108673"/>
                </a:lnTo>
                <a:lnTo>
                  <a:pt x="105331" y="109747"/>
                </a:lnTo>
                <a:lnTo>
                  <a:pt x="106383" y="112393"/>
                </a:lnTo>
                <a:lnTo>
                  <a:pt x="105061" y="113277"/>
                </a:lnTo>
                <a:lnTo>
                  <a:pt x="103007" y="112181"/>
                </a:lnTo>
                <a:lnTo>
                  <a:pt x="101721" y="113262"/>
                </a:lnTo>
                <a:lnTo>
                  <a:pt x="102868" y="115718"/>
                </a:lnTo>
                <a:lnTo>
                  <a:pt x="101713" y="116866"/>
                </a:lnTo>
                <a:lnTo>
                  <a:pt x="99477" y="115755"/>
                </a:lnTo>
                <a:lnTo>
                  <a:pt x="98220" y="116727"/>
                </a:lnTo>
                <a:lnTo>
                  <a:pt x="99331" y="119248"/>
                </a:lnTo>
                <a:lnTo>
                  <a:pt x="98220" y="120359"/>
                </a:lnTo>
                <a:lnTo>
                  <a:pt x="95998" y="119314"/>
                </a:lnTo>
                <a:lnTo>
                  <a:pt x="94595" y="120242"/>
                </a:lnTo>
                <a:lnTo>
                  <a:pt x="92373" y="119190"/>
                </a:lnTo>
                <a:lnTo>
                  <a:pt x="91445" y="120118"/>
                </a:lnTo>
                <a:lnTo>
                  <a:pt x="92198" y="123122"/>
                </a:lnTo>
                <a:lnTo>
                  <a:pt x="89771" y="124057"/>
                </a:lnTo>
                <a:lnTo>
                  <a:pt x="86884" y="122757"/>
                </a:lnTo>
                <a:lnTo>
                  <a:pt x="84151" y="123436"/>
                </a:lnTo>
                <a:lnTo>
                  <a:pt x="81695" y="122852"/>
                </a:lnTo>
                <a:lnTo>
                  <a:pt x="81023" y="123524"/>
                </a:lnTo>
                <a:lnTo>
                  <a:pt x="81527" y="126740"/>
                </a:lnTo>
                <a:lnTo>
                  <a:pt x="78055" y="127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5990825" y="9589278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38867" y="113255"/>
                </a:moveTo>
                <a:lnTo>
                  <a:pt x="35454" y="112619"/>
                </a:lnTo>
                <a:lnTo>
                  <a:pt x="35834" y="109418"/>
                </a:lnTo>
                <a:lnTo>
                  <a:pt x="35666" y="109155"/>
                </a:lnTo>
                <a:lnTo>
                  <a:pt x="34401" y="108270"/>
                </a:lnTo>
                <a:lnTo>
                  <a:pt x="29585" y="110302"/>
                </a:lnTo>
                <a:lnTo>
                  <a:pt x="28123" y="108504"/>
                </a:lnTo>
                <a:lnTo>
                  <a:pt x="29249" y="106217"/>
                </a:lnTo>
                <a:lnTo>
                  <a:pt x="28043" y="105069"/>
                </a:lnTo>
                <a:lnTo>
                  <a:pt x="25733" y="106238"/>
                </a:lnTo>
                <a:lnTo>
                  <a:pt x="24681" y="105186"/>
                </a:lnTo>
                <a:lnTo>
                  <a:pt x="25689" y="102467"/>
                </a:lnTo>
                <a:lnTo>
                  <a:pt x="23445" y="101100"/>
                </a:lnTo>
                <a:lnTo>
                  <a:pt x="19981" y="102935"/>
                </a:lnTo>
                <a:lnTo>
                  <a:pt x="17686" y="101948"/>
                </a:lnTo>
                <a:lnTo>
                  <a:pt x="18497" y="99003"/>
                </a:lnTo>
                <a:lnTo>
                  <a:pt x="17547" y="98045"/>
                </a:lnTo>
                <a:lnTo>
                  <a:pt x="15209" y="99215"/>
                </a:lnTo>
                <a:lnTo>
                  <a:pt x="14039" y="98045"/>
                </a:lnTo>
                <a:lnTo>
                  <a:pt x="15209" y="95707"/>
                </a:lnTo>
                <a:lnTo>
                  <a:pt x="14134" y="94632"/>
                </a:lnTo>
                <a:lnTo>
                  <a:pt x="11488" y="95685"/>
                </a:lnTo>
                <a:lnTo>
                  <a:pt x="10575" y="94311"/>
                </a:lnTo>
                <a:lnTo>
                  <a:pt x="11642" y="92440"/>
                </a:lnTo>
                <a:lnTo>
                  <a:pt x="10663" y="90905"/>
                </a:lnTo>
                <a:lnTo>
                  <a:pt x="11700" y="88690"/>
                </a:lnTo>
                <a:lnTo>
                  <a:pt x="10663" y="87652"/>
                </a:lnTo>
                <a:lnTo>
                  <a:pt x="7922" y="88639"/>
                </a:lnTo>
                <a:lnTo>
                  <a:pt x="7184" y="87397"/>
                </a:lnTo>
                <a:lnTo>
                  <a:pt x="8178" y="85167"/>
                </a:lnTo>
                <a:lnTo>
                  <a:pt x="7242" y="84232"/>
                </a:lnTo>
                <a:lnTo>
                  <a:pt x="4290" y="85043"/>
                </a:lnTo>
                <a:lnTo>
                  <a:pt x="3252" y="82617"/>
                </a:lnTo>
                <a:lnTo>
                  <a:pt x="4750" y="79642"/>
                </a:lnTo>
                <a:lnTo>
                  <a:pt x="4100" y="77581"/>
                </a:lnTo>
                <a:lnTo>
                  <a:pt x="3844" y="77449"/>
                </a:lnTo>
                <a:lnTo>
                  <a:pt x="613" y="77749"/>
                </a:lnTo>
                <a:lnTo>
                  <a:pt x="116" y="74270"/>
                </a:lnTo>
                <a:lnTo>
                  <a:pt x="591" y="70411"/>
                </a:lnTo>
                <a:lnTo>
                  <a:pt x="591" y="42741"/>
                </a:lnTo>
                <a:lnTo>
                  <a:pt x="0" y="38684"/>
                </a:lnTo>
                <a:lnTo>
                  <a:pt x="591" y="35264"/>
                </a:lnTo>
                <a:lnTo>
                  <a:pt x="3807" y="35629"/>
                </a:lnTo>
                <a:lnTo>
                  <a:pt x="4107" y="35483"/>
                </a:lnTo>
                <a:lnTo>
                  <a:pt x="4758" y="33422"/>
                </a:lnTo>
                <a:lnTo>
                  <a:pt x="3259" y="30440"/>
                </a:lnTo>
                <a:lnTo>
                  <a:pt x="4297" y="28021"/>
                </a:lnTo>
                <a:lnTo>
                  <a:pt x="7250" y="28833"/>
                </a:lnTo>
                <a:lnTo>
                  <a:pt x="8192" y="27890"/>
                </a:lnTo>
                <a:lnTo>
                  <a:pt x="7177" y="25668"/>
                </a:lnTo>
                <a:lnTo>
                  <a:pt x="7951" y="24418"/>
                </a:lnTo>
                <a:lnTo>
                  <a:pt x="10656" y="25427"/>
                </a:lnTo>
                <a:lnTo>
                  <a:pt x="11708" y="24374"/>
                </a:lnTo>
                <a:lnTo>
                  <a:pt x="10656" y="22152"/>
                </a:lnTo>
                <a:lnTo>
                  <a:pt x="11591" y="20756"/>
                </a:lnTo>
                <a:lnTo>
                  <a:pt x="10539" y="18535"/>
                </a:lnTo>
                <a:lnTo>
                  <a:pt x="11701" y="17372"/>
                </a:lnTo>
                <a:lnTo>
                  <a:pt x="14076" y="18542"/>
                </a:lnTo>
                <a:lnTo>
                  <a:pt x="15209" y="17343"/>
                </a:lnTo>
                <a:lnTo>
                  <a:pt x="14039" y="15034"/>
                </a:lnTo>
                <a:lnTo>
                  <a:pt x="15216" y="13857"/>
                </a:lnTo>
                <a:lnTo>
                  <a:pt x="17555" y="15026"/>
                </a:lnTo>
                <a:lnTo>
                  <a:pt x="18724" y="13857"/>
                </a:lnTo>
                <a:lnTo>
                  <a:pt x="17555" y="11518"/>
                </a:lnTo>
                <a:lnTo>
                  <a:pt x="18710" y="10363"/>
                </a:lnTo>
                <a:lnTo>
                  <a:pt x="20939" y="11372"/>
                </a:lnTo>
                <a:lnTo>
                  <a:pt x="22349" y="10495"/>
                </a:lnTo>
                <a:lnTo>
                  <a:pt x="24578" y="11511"/>
                </a:lnTo>
                <a:lnTo>
                  <a:pt x="25638" y="10444"/>
                </a:lnTo>
                <a:lnTo>
                  <a:pt x="24586" y="7798"/>
                </a:lnTo>
                <a:lnTo>
                  <a:pt x="25960" y="6884"/>
                </a:lnTo>
                <a:lnTo>
                  <a:pt x="27787" y="7893"/>
                </a:lnTo>
                <a:lnTo>
                  <a:pt x="29161" y="7147"/>
                </a:lnTo>
                <a:lnTo>
                  <a:pt x="28218" y="4348"/>
                </a:lnTo>
                <a:lnTo>
                  <a:pt x="28986" y="3588"/>
                </a:lnTo>
                <a:lnTo>
                  <a:pt x="31646" y="3946"/>
                </a:lnTo>
                <a:lnTo>
                  <a:pt x="33319" y="3859"/>
                </a:lnTo>
                <a:lnTo>
                  <a:pt x="34496" y="3968"/>
                </a:lnTo>
                <a:lnTo>
                  <a:pt x="35666" y="3917"/>
                </a:lnTo>
                <a:lnTo>
                  <a:pt x="36133" y="3215"/>
                </a:lnTo>
                <a:lnTo>
                  <a:pt x="35081" y="994"/>
                </a:lnTo>
                <a:lnTo>
                  <a:pt x="36031" y="43"/>
                </a:lnTo>
                <a:lnTo>
                  <a:pt x="38618" y="475"/>
                </a:lnTo>
                <a:lnTo>
                  <a:pt x="42543" y="0"/>
                </a:lnTo>
                <a:lnTo>
                  <a:pt x="46300" y="409"/>
                </a:lnTo>
                <a:lnTo>
                  <a:pt x="72947" y="409"/>
                </a:lnTo>
                <a:lnTo>
                  <a:pt x="75607" y="7"/>
                </a:lnTo>
                <a:lnTo>
                  <a:pt x="77975" y="445"/>
                </a:lnTo>
                <a:lnTo>
                  <a:pt x="77595" y="3654"/>
                </a:lnTo>
                <a:lnTo>
                  <a:pt x="77763" y="3917"/>
                </a:lnTo>
                <a:lnTo>
                  <a:pt x="79824" y="4567"/>
                </a:lnTo>
                <a:lnTo>
                  <a:pt x="82806" y="3069"/>
                </a:lnTo>
                <a:lnTo>
                  <a:pt x="85225" y="4107"/>
                </a:lnTo>
                <a:lnTo>
                  <a:pt x="84414" y="7060"/>
                </a:lnTo>
                <a:lnTo>
                  <a:pt x="85342" y="7988"/>
                </a:lnTo>
                <a:lnTo>
                  <a:pt x="87579" y="7031"/>
                </a:lnTo>
                <a:lnTo>
                  <a:pt x="88807" y="7718"/>
                </a:lnTo>
                <a:lnTo>
                  <a:pt x="87849" y="10495"/>
                </a:lnTo>
                <a:lnTo>
                  <a:pt x="88624" y="11270"/>
                </a:lnTo>
                <a:lnTo>
                  <a:pt x="91284" y="10912"/>
                </a:lnTo>
                <a:lnTo>
                  <a:pt x="92395" y="10963"/>
                </a:lnTo>
                <a:lnTo>
                  <a:pt x="94865" y="10575"/>
                </a:lnTo>
                <a:lnTo>
                  <a:pt x="95896" y="11416"/>
                </a:lnTo>
                <a:lnTo>
                  <a:pt x="94756" y="13893"/>
                </a:lnTo>
                <a:lnTo>
                  <a:pt x="95794" y="14931"/>
                </a:lnTo>
                <a:lnTo>
                  <a:pt x="98439" y="13879"/>
                </a:lnTo>
                <a:lnTo>
                  <a:pt x="99353" y="15253"/>
                </a:lnTo>
                <a:lnTo>
                  <a:pt x="98279" y="17131"/>
                </a:lnTo>
                <a:lnTo>
                  <a:pt x="99170" y="18505"/>
                </a:lnTo>
                <a:lnTo>
                  <a:pt x="101838" y="17467"/>
                </a:lnTo>
                <a:lnTo>
                  <a:pt x="102656" y="18286"/>
                </a:lnTo>
                <a:lnTo>
                  <a:pt x="102298" y="20946"/>
                </a:lnTo>
                <a:lnTo>
                  <a:pt x="102357" y="22174"/>
                </a:lnTo>
                <a:lnTo>
                  <a:pt x="101947" y="24382"/>
                </a:lnTo>
                <a:lnTo>
                  <a:pt x="102678" y="25514"/>
                </a:lnTo>
                <a:lnTo>
                  <a:pt x="105353" y="24484"/>
                </a:lnTo>
                <a:lnTo>
                  <a:pt x="106318" y="25449"/>
                </a:lnTo>
                <a:lnTo>
                  <a:pt x="105266" y="28094"/>
                </a:lnTo>
                <a:lnTo>
                  <a:pt x="106230" y="28730"/>
                </a:lnTo>
                <a:lnTo>
                  <a:pt x="109161" y="28080"/>
                </a:lnTo>
                <a:lnTo>
                  <a:pt x="110206" y="30411"/>
                </a:lnTo>
                <a:lnTo>
                  <a:pt x="108657" y="33444"/>
                </a:lnTo>
                <a:lnTo>
                  <a:pt x="109329" y="35483"/>
                </a:lnTo>
                <a:lnTo>
                  <a:pt x="109585" y="35615"/>
                </a:lnTo>
                <a:lnTo>
                  <a:pt x="112815" y="35315"/>
                </a:lnTo>
                <a:lnTo>
                  <a:pt x="113312" y="38794"/>
                </a:lnTo>
                <a:lnTo>
                  <a:pt x="112837" y="42653"/>
                </a:lnTo>
                <a:lnTo>
                  <a:pt x="112837" y="70316"/>
                </a:lnTo>
                <a:lnTo>
                  <a:pt x="113429" y="74380"/>
                </a:lnTo>
                <a:lnTo>
                  <a:pt x="112801" y="77793"/>
                </a:lnTo>
                <a:lnTo>
                  <a:pt x="109592" y="77413"/>
                </a:lnTo>
                <a:lnTo>
                  <a:pt x="109329" y="77581"/>
                </a:lnTo>
                <a:lnTo>
                  <a:pt x="108452" y="78846"/>
                </a:lnTo>
                <a:lnTo>
                  <a:pt x="110477" y="83662"/>
                </a:lnTo>
                <a:lnTo>
                  <a:pt x="108686" y="85131"/>
                </a:lnTo>
                <a:lnTo>
                  <a:pt x="106398" y="83998"/>
                </a:lnTo>
                <a:lnTo>
                  <a:pt x="105251" y="85204"/>
                </a:lnTo>
                <a:lnTo>
                  <a:pt x="106420" y="87513"/>
                </a:lnTo>
                <a:lnTo>
                  <a:pt x="105361" y="88573"/>
                </a:lnTo>
                <a:lnTo>
                  <a:pt x="102649" y="87565"/>
                </a:lnTo>
                <a:lnTo>
                  <a:pt x="101282" y="89808"/>
                </a:lnTo>
                <a:lnTo>
                  <a:pt x="103117" y="93273"/>
                </a:lnTo>
                <a:lnTo>
                  <a:pt x="102137" y="95568"/>
                </a:lnTo>
                <a:lnTo>
                  <a:pt x="99177" y="94756"/>
                </a:lnTo>
                <a:lnTo>
                  <a:pt x="98227" y="95706"/>
                </a:lnTo>
                <a:lnTo>
                  <a:pt x="99397" y="98045"/>
                </a:lnTo>
                <a:lnTo>
                  <a:pt x="98227" y="99215"/>
                </a:lnTo>
                <a:lnTo>
                  <a:pt x="95889" y="98045"/>
                </a:lnTo>
                <a:lnTo>
                  <a:pt x="94814" y="99120"/>
                </a:lnTo>
                <a:lnTo>
                  <a:pt x="95867" y="101765"/>
                </a:lnTo>
                <a:lnTo>
                  <a:pt x="94493" y="102687"/>
                </a:lnTo>
                <a:lnTo>
                  <a:pt x="92622" y="101612"/>
                </a:lnTo>
                <a:lnTo>
                  <a:pt x="91094" y="102591"/>
                </a:lnTo>
                <a:lnTo>
                  <a:pt x="88865" y="101561"/>
                </a:lnTo>
                <a:lnTo>
                  <a:pt x="87835" y="102591"/>
                </a:lnTo>
                <a:lnTo>
                  <a:pt x="88821" y="105332"/>
                </a:lnTo>
                <a:lnTo>
                  <a:pt x="87579" y="106070"/>
                </a:lnTo>
                <a:lnTo>
                  <a:pt x="85350" y="105076"/>
                </a:lnTo>
                <a:lnTo>
                  <a:pt x="84414" y="106019"/>
                </a:lnTo>
                <a:lnTo>
                  <a:pt x="85225" y="108965"/>
                </a:lnTo>
                <a:lnTo>
                  <a:pt x="82806" y="110002"/>
                </a:lnTo>
                <a:lnTo>
                  <a:pt x="79824" y="108504"/>
                </a:lnTo>
                <a:lnTo>
                  <a:pt x="77763" y="109155"/>
                </a:lnTo>
                <a:lnTo>
                  <a:pt x="77632" y="109403"/>
                </a:lnTo>
                <a:lnTo>
                  <a:pt x="77931" y="112641"/>
                </a:lnTo>
                <a:lnTo>
                  <a:pt x="74445" y="113138"/>
                </a:lnTo>
                <a:lnTo>
                  <a:pt x="70593" y="112656"/>
                </a:lnTo>
                <a:lnTo>
                  <a:pt x="42930" y="112656"/>
                </a:lnTo>
                <a:lnTo>
                  <a:pt x="38867" y="113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5784115" y="9592838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80" h="106045">
                <a:moveTo>
                  <a:pt x="50458" y="105815"/>
                </a:moveTo>
                <a:lnTo>
                  <a:pt x="49143" y="105523"/>
                </a:lnTo>
                <a:lnTo>
                  <a:pt x="49706" y="102343"/>
                </a:lnTo>
                <a:lnTo>
                  <a:pt x="49106" y="101751"/>
                </a:lnTo>
                <a:lnTo>
                  <a:pt x="46446" y="102109"/>
                </a:lnTo>
                <a:lnTo>
                  <a:pt x="44772" y="102022"/>
                </a:lnTo>
                <a:lnTo>
                  <a:pt x="43596" y="102146"/>
                </a:lnTo>
                <a:lnTo>
                  <a:pt x="40402" y="101963"/>
                </a:lnTo>
                <a:lnTo>
                  <a:pt x="37310" y="102738"/>
                </a:lnTo>
                <a:lnTo>
                  <a:pt x="35030" y="101949"/>
                </a:lnTo>
                <a:lnTo>
                  <a:pt x="35732" y="98894"/>
                </a:lnTo>
                <a:lnTo>
                  <a:pt x="34825" y="97987"/>
                </a:lnTo>
                <a:lnTo>
                  <a:pt x="32603" y="99040"/>
                </a:lnTo>
                <a:lnTo>
                  <a:pt x="31200" y="98104"/>
                </a:lnTo>
                <a:lnTo>
                  <a:pt x="28978" y="99157"/>
                </a:lnTo>
                <a:lnTo>
                  <a:pt x="27962" y="98141"/>
                </a:lnTo>
                <a:lnTo>
                  <a:pt x="28898" y="95342"/>
                </a:lnTo>
                <a:lnTo>
                  <a:pt x="26566" y="94084"/>
                </a:lnTo>
                <a:lnTo>
                  <a:pt x="23292" y="95882"/>
                </a:lnTo>
                <a:lnTo>
                  <a:pt x="20939" y="94881"/>
                </a:lnTo>
                <a:lnTo>
                  <a:pt x="21743" y="91928"/>
                </a:lnTo>
                <a:lnTo>
                  <a:pt x="20778" y="90964"/>
                </a:lnTo>
                <a:lnTo>
                  <a:pt x="18498" y="92126"/>
                </a:lnTo>
                <a:lnTo>
                  <a:pt x="17277" y="91022"/>
                </a:lnTo>
                <a:lnTo>
                  <a:pt x="18439" y="88617"/>
                </a:lnTo>
                <a:lnTo>
                  <a:pt x="17380" y="87558"/>
                </a:lnTo>
                <a:lnTo>
                  <a:pt x="14734" y="88610"/>
                </a:lnTo>
                <a:lnTo>
                  <a:pt x="13857" y="87287"/>
                </a:lnTo>
                <a:lnTo>
                  <a:pt x="14946" y="85234"/>
                </a:lnTo>
                <a:lnTo>
                  <a:pt x="13864" y="83947"/>
                </a:lnTo>
                <a:lnTo>
                  <a:pt x="11408" y="85094"/>
                </a:lnTo>
                <a:lnTo>
                  <a:pt x="10275" y="83962"/>
                </a:lnTo>
                <a:lnTo>
                  <a:pt x="11291" y="81740"/>
                </a:lnTo>
                <a:lnTo>
                  <a:pt x="10414" y="80322"/>
                </a:lnTo>
                <a:lnTo>
                  <a:pt x="11430" y="78100"/>
                </a:lnTo>
                <a:lnTo>
                  <a:pt x="10363" y="77033"/>
                </a:lnTo>
                <a:lnTo>
                  <a:pt x="7717" y="78085"/>
                </a:lnTo>
                <a:lnTo>
                  <a:pt x="6804" y="76711"/>
                </a:lnTo>
                <a:lnTo>
                  <a:pt x="7871" y="74840"/>
                </a:lnTo>
                <a:lnTo>
                  <a:pt x="6892" y="73306"/>
                </a:lnTo>
                <a:lnTo>
                  <a:pt x="7922" y="71084"/>
                </a:lnTo>
                <a:lnTo>
                  <a:pt x="7009" y="70170"/>
                </a:lnTo>
                <a:lnTo>
                  <a:pt x="3983" y="70908"/>
                </a:lnTo>
                <a:lnTo>
                  <a:pt x="3186" y="68745"/>
                </a:lnTo>
                <a:lnTo>
                  <a:pt x="3837" y="65383"/>
                </a:lnTo>
                <a:lnTo>
                  <a:pt x="3837" y="61407"/>
                </a:lnTo>
                <a:lnTo>
                  <a:pt x="4363" y="58476"/>
                </a:lnTo>
                <a:lnTo>
                  <a:pt x="3749" y="56152"/>
                </a:lnTo>
                <a:lnTo>
                  <a:pt x="606" y="56751"/>
                </a:lnTo>
                <a:lnTo>
                  <a:pt x="0" y="56145"/>
                </a:lnTo>
                <a:lnTo>
                  <a:pt x="350" y="53477"/>
                </a:lnTo>
                <a:lnTo>
                  <a:pt x="336" y="49282"/>
                </a:lnTo>
                <a:lnTo>
                  <a:pt x="3647" y="49647"/>
                </a:lnTo>
                <a:lnTo>
                  <a:pt x="4165" y="49128"/>
                </a:lnTo>
                <a:lnTo>
                  <a:pt x="3807" y="46461"/>
                </a:lnTo>
                <a:lnTo>
                  <a:pt x="3895" y="44780"/>
                </a:lnTo>
                <a:lnTo>
                  <a:pt x="3771" y="43610"/>
                </a:lnTo>
                <a:lnTo>
                  <a:pt x="3902" y="41279"/>
                </a:lnTo>
                <a:lnTo>
                  <a:pt x="3837" y="37990"/>
                </a:lnTo>
                <a:lnTo>
                  <a:pt x="3537" y="36316"/>
                </a:lnTo>
                <a:lnTo>
                  <a:pt x="3968" y="35044"/>
                </a:lnTo>
                <a:lnTo>
                  <a:pt x="7030" y="35739"/>
                </a:lnTo>
                <a:lnTo>
                  <a:pt x="7674" y="35088"/>
                </a:lnTo>
                <a:lnTo>
                  <a:pt x="7323" y="32428"/>
                </a:lnTo>
                <a:lnTo>
                  <a:pt x="7389" y="31054"/>
                </a:lnTo>
                <a:lnTo>
                  <a:pt x="6979" y="29176"/>
                </a:lnTo>
                <a:lnTo>
                  <a:pt x="7564" y="27940"/>
                </a:lnTo>
                <a:lnTo>
                  <a:pt x="10458" y="28803"/>
                </a:lnTo>
                <a:lnTo>
                  <a:pt x="11182" y="28079"/>
                </a:lnTo>
                <a:lnTo>
                  <a:pt x="10824" y="25412"/>
                </a:lnTo>
                <a:lnTo>
                  <a:pt x="10889" y="24257"/>
                </a:lnTo>
                <a:lnTo>
                  <a:pt x="10487" y="21896"/>
                </a:lnTo>
                <a:lnTo>
                  <a:pt x="11284" y="20822"/>
                </a:lnTo>
                <a:lnTo>
                  <a:pt x="13842" y="21918"/>
                </a:lnTo>
                <a:lnTo>
                  <a:pt x="14851" y="20909"/>
                </a:lnTo>
                <a:lnTo>
                  <a:pt x="13798" y="18264"/>
                </a:lnTo>
                <a:lnTo>
                  <a:pt x="15063" y="17430"/>
                </a:lnTo>
                <a:lnTo>
                  <a:pt x="17284" y="18483"/>
                </a:lnTo>
                <a:lnTo>
                  <a:pt x="18454" y="17314"/>
                </a:lnTo>
                <a:lnTo>
                  <a:pt x="17284" y="14975"/>
                </a:lnTo>
                <a:lnTo>
                  <a:pt x="18359" y="13900"/>
                </a:lnTo>
                <a:lnTo>
                  <a:pt x="21005" y="14953"/>
                </a:lnTo>
                <a:lnTo>
                  <a:pt x="21736" y="13849"/>
                </a:lnTo>
                <a:lnTo>
                  <a:pt x="20873" y="11232"/>
                </a:lnTo>
                <a:lnTo>
                  <a:pt x="22642" y="10012"/>
                </a:lnTo>
                <a:lnTo>
                  <a:pt x="27458" y="12029"/>
                </a:lnTo>
                <a:lnTo>
                  <a:pt x="28730" y="10472"/>
                </a:lnTo>
                <a:lnTo>
                  <a:pt x="27955" y="7578"/>
                </a:lnTo>
                <a:lnTo>
                  <a:pt x="29665" y="6767"/>
                </a:lnTo>
                <a:lnTo>
                  <a:pt x="34577" y="8397"/>
                </a:lnTo>
                <a:lnTo>
                  <a:pt x="35658" y="7067"/>
                </a:lnTo>
                <a:lnTo>
                  <a:pt x="35103" y="3953"/>
                </a:lnTo>
                <a:lnTo>
                  <a:pt x="37361" y="3302"/>
                </a:lnTo>
                <a:lnTo>
                  <a:pt x="40387" y="3865"/>
                </a:lnTo>
                <a:lnTo>
                  <a:pt x="44692" y="3865"/>
                </a:lnTo>
                <a:lnTo>
                  <a:pt x="47177" y="4085"/>
                </a:lnTo>
                <a:lnTo>
                  <a:pt x="49443" y="3859"/>
                </a:lnTo>
                <a:lnTo>
                  <a:pt x="49640" y="3844"/>
                </a:lnTo>
                <a:lnTo>
                  <a:pt x="49238" y="555"/>
                </a:lnTo>
                <a:lnTo>
                  <a:pt x="49713" y="80"/>
                </a:lnTo>
                <a:lnTo>
                  <a:pt x="53484" y="401"/>
                </a:lnTo>
                <a:lnTo>
                  <a:pt x="56101" y="0"/>
                </a:lnTo>
                <a:lnTo>
                  <a:pt x="56941" y="840"/>
                </a:lnTo>
                <a:lnTo>
                  <a:pt x="55889" y="3486"/>
                </a:lnTo>
                <a:lnTo>
                  <a:pt x="57131" y="4312"/>
                </a:lnTo>
                <a:lnTo>
                  <a:pt x="59141" y="3683"/>
                </a:lnTo>
                <a:lnTo>
                  <a:pt x="62057" y="4312"/>
                </a:lnTo>
                <a:lnTo>
                  <a:pt x="64820" y="3859"/>
                </a:lnTo>
                <a:lnTo>
                  <a:pt x="67890" y="3859"/>
                </a:lnTo>
                <a:lnTo>
                  <a:pt x="69636" y="3552"/>
                </a:lnTo>
                <a:lnTo>
                  <a:pt x="70879" y="4005"/>
                </a:lnTo>
                <a:lnTo>
                  <a:pt x="70148" y="7030"/>
                </a:lnTo>
                <a:lnTo>
                  <a:pt x="70813" y="7703"/>
                </a:lnTo>
                <a:lnTo>
                  <a:pt x="73481" y="7345"/>
                </a:lnTo>
                <a:lnTo>
                  <a:pt x="74855" y="7411"/>
                </a:lnTo>
                <a:lnTo>
                  <a:pt x="76733" y="7001"/>
                </a:lnTo>
                <a:lnTo>
                  <a:pt x="77968" y="7593"/>
                </a:lnTo>
                <a:lnTo>
                  <a:pt x="77106" y="10480"/>
                </a:lnTo>
                <a:lnTo>
                  <a:pt x="77829" y="11211"/>
                </a:lnTo>
                <a:lnTo>
                  <a:pt x="80497" y="10853"/>
                </a:lnTo>
                <a:lnTo>
                  <a:pt x="81688" y="10912"/>
                </a:lnTo>
                <a:lnTo>
                  <a:pt x="83968" y="10502"/>
                </a:lnTo>
                <a:lnTo>
                  <a:pt x="85087" y="11262"/>
                </a:lnTo>
                <a:lnTo>
                  <a:pt x="84020" y="13886"/>
                </a:lnTo>
                <a:lnTo>
                  <a:pt x="85006" y="14873"/>
                </a:lnTo>
                <a:lnTo>
                  <a:pt x="87652" y="13820"/>
                </a:lnTo>
                <a:lnTo>
                  <a:pt x="88492" y="15085"/>
                </a:lnTo>
                <a:lnTo>
                  <a:pt x="87440" y="17307"/>
                </a:lnTo>
                <a:lnTo>
                  <a:pt x="88609" y="18476"/>
                </a:lnTo>
                <a:lnTo>
                  <a:pt x="90948" y="17307"/>
                </a:lnTo>
                <a:lnTo>
                  <a:pt x="92022" y="18381"/>
                </a:lnTo>
                <a:lnTo>
                  <a:pt x="90970" y="21027"/>
                </a:lnTo>
                <a:lnTo>
                  <a:pt x="92103" y="21772"/>
                </a:lnTo>
                <a:lnTo>
                  <a:pt x="94654" y="20866"/>
                </a:lnTo>
                <a:lnTo>
                  <a:pt x="95962" y="22642"/>
                </a:lnTo>
                <a:lnTo>
                  <a:pt x="93879" y="27466"/>
                </a:lnTo>
                <a:lnTo>
                  <a:pt x="95450" y="28745"/>
                </a:lnTo>
                <a:lnTo>
                  <a:pt x="98344" y="27970"/>
                </a:lnTo>
                <a:lnTo>
                  <a:pt x="99156" y="29687"/>
                </a:lnTo>
                <a:lnTo>
                  <a:pt x="97526" y="34592"/>
                </a:lnTo>
                <a:lnTo>
                  <a:pt x="98878" y="35695"/>
                </a:lnTo>
                <a:lnTo>
                  <a:pt x="101940" y="35081"/>
                </a:lnTo>
                <a:lnTo>
                  <a:pt x="103124" y="38582"/>
                </a:lnTo>
                <a:lnTo>
                  <a:pt x="101092" y="42755"/>
                </a:lnTo>
                <a:lnTo>
                  <a:pt x="102254" y="46592"/>
                </a:lnTo>
                <a:lnTo>
                  <a:pt x="101604" y="49004"/>
                </a:lnTo>
                <a:lnTo>
                  <a:pt x="102247" y="49647"/>
                </a:lnTo>
                <a:lnTo>
                  <a:pt x="105558" y="49282"/>
                </a:lnTo>
                <a:lnTo>
                  <a:pt x="105660" y="51138"/>
                </a:lnTo>
                <a:lnTo>
                  <a:pt x="106223" y="54946"/>
                </a:lnTo>
                <a:lnTo>
                  <a:pt x="105375" y="56912"/>
                </a:lnTo>
                <a:lnTo>
                  <a:pt x="102423" y="56108"/>
                </a:lnTo>
                <a:lnTo>
                  <a:pt x="101670" y="56861"/>
                </a:lnTo>
                <a:lnTo>
                  <a:pt x="102160" y="59397"/>
                </a:lnTo>
                <a:lnTo>
                  <a:pt x="101677" y="62160"/>
                </a:lnTo>
                <a:lnTo>
                  <a:pt x="102057" y="64784"/>
                </a:lnTo>
                <a:lnTo>
                  <a:pt x="102057" y="67912"/>
                </a:lnTo>
                <a:lnTo>
                  <a:pt x="102371" y="69658"/>
                </a:lnTo>
                <a:lnTo>
                  <a:pt x="101911" y="70908"/>
                </a:lnTo>
                <a:lnTo>
                  <a:pt x="98885" y="70170"/>
                </a:lnTo>
                <a:lnTo>
                  <a:pt x="98220" y="70835"/>
                </a:lnTo>
                <a:lnTo>
                  <a:pt x="98578" y="73503"/>
                </a:lnTo>
                <a:lnTo>
                  <a:pt x="98505" y="74804"/>
                </a:lnTo>
                <a:lnTo>
                  <a:pt x="98922" y="76843"/>
                </a:lnTo>
                <a:lnTo>
                  <a:pt x="98271" y="78034"/>
                </a:lnTo>
                <a:lnTo>
                  <a:pt x="95472" y="77092"/>
                </a:lnTo>
                <a:lnTo>
                  <a:pt x="94464" y="78100"/>
                </a:lnTo>
                <a:lnTo>
                  <a:pt x="95479" y="80322"/>
                </a:lnTo>
                <a:lnTo>
                  <a:pt x="94602" y="81740"/>
                </a:lnTo>
                <a:lnTo>
                  <a:pt x="95618" y="83962"/>
                </a:lnTo>
                <a:lnTo>
                  <a:pt x="94551" y="85029"/>
                </a:lnTo>
                <a:lnTo>
                  <a:pt x="91906" y="83976"/>
                </a:lnTo>
                <a:lnTo>
                  <a:pt x="91029" y="85299"/>
                </a:lnTo>
                <a:lnTo>
                  <a:pt x="92118" y="87353"/>
                </a:lnTo>
                <a:lnTo>
                  <a:pt x="91036" y="88639"/>
                </a:lnTo>
                <a:lnTo>
                  <a:pt x="88580" y="87492"/>
                </a:lnTo>
                <a:lnTo>
                  <a:pt x="87455" y="88617"/>
                </a:lnTo>
                <a:lnTo>
                  <a:pt x="88617" y="91022"/>
                </a:lnTo>
                <a:lnTo>
                  <a:pt x="87396" y="92126"/>
                </a:lnTo>
                <a:lnTo>
                  <a:pt x="85109" y="90964"/>
                </a:lnTo>
                <a:lnTo>
                  <a:pt x="84151" y="91921"/>
                </a:lnTo>
                <a:lnTo>
                  <a:pt x="84955" y="94881"/>
                </a:lnTo>
                <a:lnTo>
                  <a:pt x="82602" y="95882"/>
                </a:lnTo>
                <a:lnTo>
                  <a:pt x="79327" y="94084"/>
                </a:lnTo>
                <a:lnTo>
                  <a:pt x="76996" y="95341"/>
                </a:lnTo>
                <a:lnTo>
                  <a:pt x="77932" y="98141"/>
                </a:lnTo>
                <a:lnTo>
                  <a:pt x="76916" y="99157"/>
                </a:lnTo>
                <a:lnTo>
                  <a:pt x="74694" y="98104"/>
                </a:lnTo>
                <a:lnTo>
                  <a:pt x="73291" y="99040"/>
                </a:lnTo>
                <a:lnTo>
                  <a:pt x="71069" y="97987"/>
                </a:lnTo>
                <a:lnTo>
                  <a:pt x="70162" y="98894"/>
                </a:lnTo>
                <a:lnTo>
                  <a:pt x="70864" y="101949"/>
                </a:lnTo>
                <a:lnTo>
                  <a:pt x="67341" y="103169"/>
                </a:lnTo>
                <a:lnTo>
                  <a:pt x="63146" y="101116"/>
                </a:lnTo>
                <a:lnTo>
                  <a:pt x="59309" y="102278"/>
                </a:lnTo>
                <a:lnTo>
                  <a:pt x="56905" y="101627"/>
                </a:lnTo>
                <a:lnTo>
                  <a:pt x="56261" y="102270"/>
                </a:lnTo>
                <a:lnTo>
                  <a:pt x="56620" y="105581"/>
                </a:lnTo>
                <a:lnTo>
                  <a:pt x="51891" y="105588"/>
                </a:lnTo>
                <a:lnTo>
                  <a:pt x="50458" y="105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5583889" y="960301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52" y="85496"/>
                </a:moveTo>
                <a:lnTo>
                  <a:pt x="55209" y="84897"/>
                </a:lnTo>
                <a:lnTo>
                  <a:pt x="30177" y="84897"/>
                </a:lnTo>
                <a:lnTo>
                  <a:pt x="27042" y="85489"/>
                </a:lnTo>
                <a:lnTo>
                  <a:pt x="24798" y="84787"/>
                </a:lnTo>
                <a:lnTo>
                  <a:pt x="25463" y="81696"/>
                </a:lnTo>
                <a:lnTo>
                  <a:pt x="24571" y="80804"/>
                </a:lnTo>
                <a:lnTo>
                  <a:pt x="22349" y="81857"/>
                </a:lnTo>
                <a:lnTo>
                  <a:pt x="20946" y="80921"/>
                </a:lnTo>
                <a:lnTo>
                  <a:pt x="18724" y="81973"/>
                </a:lnTo>
                <a:lnTo>
                  <a:pt x="17621" y="80870"/>
                </a:lnTo>
                <a:lnTo>
                  <a:pt x="18717" y="78305"/>
                </a:lnTo>
                <a:lnTo>
                  <a:pt x="17453" y="77376"/>
                </a:lnTo>
                <a:lnTo>
                  <a:pt x="15223" y="78473"/>
                </a:lnTo>
                <a:lnTo>
                  <a:pt x="14142" y="77391"/>
                </a:lnTo>
                <a:lnTo>
                  <a:pt x="15194" y="74745"/>
                </a:lnTo>
                <a:lnTo>
                  <a:pt x="13930" y="73905"/>
                </a:lnTo>
                <a:lnTo>
                  <a:pt x="11708" y="74957"/>
                </a:lnTo>
                <a:lnTo>
                  <a:pt x="10539" y="73788"/>
                </a:lnTo>
                <a:lnTo>
                  <a:pt x="11708" y="71449"/>
                </a:lnTo>
                <a:lnTo>
                  <a:pt x="10539" y="70279"/>
                </a:lnTo>
                <a:lnTo>
                  <a:pt x="8200" y="71449"/>
                </a:lnTo>
                <a:lnTo>
                  <a:pt x="7030" y="70280"/>
                </a:lnTo>
                <a:lnTo>
                  <a:pt x="8200" y="67941"/>
                </a:lnTo>
                <a:lnTo>
                  <a:pt x="7111" y="66852"/>
                </a:lnTo>
                <a:lnTo>
                  <a:pt x="4502" y="67926"/>
                </a:lnTo>
                <a:lnTo>
                  <a:pt x="3223" y="66092"/>
                </a:lnTo>
                <a:lnTo>
                  <a:pt x="5254" y="61275"/>
                </a:lnTo>
                <a:lnTo>
                  <a:pt x="3785" y="60077"/>
                </a:lnTo>
                <a:lnTo>
                  <a:pt x="701" y="60669"/>
                </a:lnTo>
                <a:lnTo>
                  <a:pt x="0" y="58454"/>
                </a:lnTo>
                <a:lnTo>
                  <a:pt x="599" y="55312"/>
                </a:lnTo>
                <a:lnTo>
                  <a:pt x="599" y="30287"/>
                </a:lnTo>
                <a:lnTo>
                  <a:pt x="0" y="27144"/>
                </a:lnTo>
                <a:lnTo>
                  <a:pt x="716" y="24900"/>
                </a:lnTo>
                <a:lnTo>
                  <a:pt x="3800" y="25565"/>
                </a:lnTo>
                <a:lnTo>
                  <a:pt x="4436" y="24922"/>
                </a:lnTo>
                <a:lnTo>
                  <a:pt x="4078" y="22262"/>
                </a:lnTo>
                <a:lnTo>
                  <a:pt x="4136" y="21107"/>
                </a:lnTo>
                <a:lnTo>
                  <a:pt x="3742" y="18732"/>
                </a:lnTo>
                <a:lnTo>
                  <a:pt x="4545" y="17665"/>
                </a:lnTo>
                <a:lnTo>
                  <a:pt x="7089" y="18768"/>
                </a:lnTo>
                <a:lnTo>
                  <a:pt x="8105" y="17752"/>
                </a:lnTo>
                <a:lnTo>
                  <a:pt x="7052" y="15107"/>
                </a:lnTo>
                <a:lnTo>
                  <a:pt x="8273" y="14303"/>
                </a:lnTo>
                <a:lnTo>
                  <a:pt x="10612" y="15311"/>
                </a:lnTo>
                <a:lnTo>
                  <a:pt x="11686" y="14113"/>
                </a:lnTo>
                <a:lnTo>
                  <a:pt x="10524" y="11825"/>
                </a:lnTo>
                <a:lnTo>
                  <a:pt x="11613" y="10743"/>
                </a:lnTo>
                <a:lnTo>
                  <a:pt x="14259" y="11796"/>
                </a:lnTo>
                <a:lnTo>
                  <a:pt x="15099" y="10531"/>
                </a:lnTo>
                <a:lnTo>
                  <a:pt x="14047" y="8310"/>
                </a:lnTo>
                <a:lnTo>
                  <a:pt x="15216" y="7147"/>
                </a:lnTo>
                <a:lnTo>
                  <a:pt x="17555" y="8317"/>
                </a:lnTo>
                <a:lnTo>
                  <a:pt x="18629" y="7242"/>
                </a:lnTo>
                <a:lnTo>
                  <a:pt x="17577" y="4597"/>
                </a:lnTo>
                <a:lnTo>
                  <a:pt x="18951" y="3683"/>
                </a:lnTo>
                <a:lnTo>
                  <a:pt x="20815" y="4743"/>
                </a:lnTo>
                <a:lnTo>
                  <a:pt x="22357" y="3785"/>
                </a:lnTo>
                <a:lnTo>
                  <a:pt x="24579" y="4801"/>
                </a:lnTo>
                <a:lnTo>
                  <a:pt x="25646" y="3734"/>
                </a:lnTo>
                <a:lnTo>
                  <a:pt x="24593" y="1089"/>
                </a:lnTo>
                <a:lnTo>
                  <a:pt x="25850" y="255"/>
                </a:lnTo>
                <a:lnTo>
                  <a:pt x="27838" y="913"/>
                </a:lnTo>
                <a:lnTo>
                  <a:pt x="31705" y="0"/>
                </a:lnTo>
                <a:lnTo>
                  <a:pt x="36053" y="716"/>
                </a:lnTo>
                <a:lnTo>
                  <a:pt x="55246" y="716"/>
                </a:lnTo>
                <a:lnTo>
                  <a:pt x="58308" y="146"/>
                </a:lnTo>
                <a:lnTo>
                  <a:pt x="60581" y="818"/>
                </a:lnTo>
                <a:lnTo>
                  <a:pt x="59938" y="3924"/>
                </a:lnTo>
                <a:lnTo>
                  <a:pt x="60822" y="4809"/>
                </a:lnTo>
                <a:lnTo>
                  <a:pt x="63044" y="3756"/>
                </a:lnTo>
                <a:lnTo>
                  <a:pt x="64447" y="4692"/>
                </a:lnTo>
                <a:lnTo>
                  <a:pt x="66669" y="3639"/>
                </a:lnTo>
                <a:lnTo>
                  <a:pt x="67773" y="4743"/>
                </a:lnTo>
                <a:lnTo>
                  <a:pt x="66676" y="7308"/>
                </a:lnTo>
                <a:lnTo>
                  <a:pt x="67941" y="8229"/>
                </a:lnTo>
                <a:lnTo>
                  <a:pt x="70170" y="7133"/>
                </a:lnTo>
                <a:lnTo>
                  <a:pt x="71252" y="8222"/>
                </a:lnTo>
                <a:lnTo>
                  <a:pt x="70199" y="10867"/>
                </a:lnTo>
                <a:lnTo>
                  <a:pt x="71464" y="11701"/>
                </a:lnTo>
                <a:lnTo>
                  <a:pt x="73685" y="10648"/>
                </a:lnTo>
                <a:lnTo>
                  <a:pt x="74855" y="11818"/>
                </a:lnTo>
                <a:lnTo>
                  <a:pt x="73685" y="14156"/>
                </a:lnTo>
                <a:lnTo>
                  <a:pt x="74855" y="15326"/>
                </a:lnTo>
                <a:lnTo>
                  <a:pt x="77194" y="14157"/>
                </a:lnTo>
                <a:lnTo>
                  <a:pt x="78356" y="15326"/>
                </a:lnTo>
                <a:lnTo>
                  <a:pt x="77186" y="17665"/>
                </a:lnTo>
                <a:lnTo>
                  <a:pt x="78275" y="18746"/>
                </a:lnTo>
                <a:lnTo>
                  <a:pt x="80884" y="17672"/>
                </a:lnTo>
                <a:lnTo>
                  <a:pt x="82156" y="19506"/>
                </a:lnTo>
                <a:lnTo>
                  <a:pt x="80132" y="24323"/>
                </a:lnTo>
                <a:lnTo>
                  <a:pt x="81593" y="25521"/>
                </a:lnTo>
                <a:lnTo>
                  <a:pt x="84685" y="24929"/>
                </a:lnTo>
                <a:lnTo>
                  <a:pt x="85379" y="27144"/>
                </a:lnTo>
                <a:lnTo>
                  <a:pt x="84787" y="30279"/>
                </a:lnTo>
                <a:lnTo>
                  <a:pt x="84787" y="42799"/>
                </a:lnTo>
                <a:lnTo>
                  <a:pt x="84787" y="55319"/>
                </a:lnTo>
                <a:lnTo>
                  <a:pt x="85379" y="58454"/>
                </a:lnTo>
                <a:lnTo>
                  <a:pt x="84670" y="60698"/>
                </a:lnTo>
                <a:lnTo>
                  <a:pt x="81586" y="60033"/>
                </a:lnTo>
                <a:lnTo>
                  <a:pt x="80694" y="60924"/>
                </a:lnTo>
                <a:lnTo>
                  <a:pt x="81747" y="63146"/>
                </a:lnTo>
                <a:lnTo>
                  <a:pt x="80811" y="64550"/>
                </a:lnTo>
                <a:lnTo>
                  <a:pt x="81864" y="66771"/>
                </a:lnTo>
                <a:lnTo>
                  <a:pt x="80760" y="67875"/>
                </a:lnTo>
                <a:lnTo>
                  <a:pt x="78195" y="66779"/>
                </a:lnTo>
                <a:lnTo>
                  <a:pt x="77274" y="68043"/>
                </a:lnTo>
                <a:lnTo>
                  <a:pt x="78370" y="70272"/>
                </a:lnTo>
                <a:lnTo>
                  <a:pt x="77281" y="71354"/>
                </a:lnTo>
                <a:lnTo>
                  <a:pt x="74635" y="70301"/>
                </a:lnTo>
                <a:lnTo>
                  <a:pt x="73802" y="71566"/>
                </a:lnTo>
                <a:lnTo>
                  <a:pt x="74855" y="73788"/>
                </a:lnTo>
                <a:lnTo>
                  <a:pt x="73685" y="74957"/>
                </a:lnTo>
                <a:lnTo>
                  <a:pt x="71347" y="73788"/>
                </a:lnTo>
                <a:lnTo>
                  <a:pt x="70177" y="74957"/>
                </a:lnTo>
                <a:lnTo>
                  <a:pt x="71347" y="77296"/>
                </a:lnTo>
                <a:lnTo>
                  <a:pt x="70177" y="78465"/>
                </a:lnTo>
                <a:lnTo>
                  <a:pt x="67838" y="77296"/>
                </a:lnTo>
                <a:lnTo>
                  <a:pt x="66749" y="78385"/>
                </a:lnTo>
                <a:lnTo>
                  <a:pt x="67824" y="80994"/>
                </a:lnTo>
                <a:lnTo>
                  <a:pt x="65989" y="82273"/>
                </a:lnTo>
                <a:lnTo>
                  <a:pt x="61173" y="80241"/>
                </a:lnTo>
                <a:lnTo>
                  <a:pt x="59974" y="81711"/>
                </a:lnTo>
                <a:lnTo>
                  <a:pt x="60566" y="84795"/>
                </a:lnTo>
                <a:lnTo>
                  <a:pt x="58352" y="854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9" name="object 289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5380262" y="9610232"/>
            <a:ext cx="71624" cy="71405"/>
          </a:xfrm>
          <a:prstGeom prst="rect">
            <a:avLst/>
          </a:prstGeom>
        </p:spPr>
      </p:pic>
      <p:sp>
        <p:nvSpPr>
          <p:cNvPr id="290" name="object 290"/>
          <p:cNvSpPr/>
          <p:nvPr/>
        </p:nvSpPr>
        <p:spPr>
          <a:xfrm>
            <a:off x="15180591" y="9620596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16400" y="50356"/>
                </a:moveTo>
                <a:lnTo>
                  <a:pt x="14134" y="49662"/>
                </a:lnTo>
                <a:lnTo>
                  <a:pt x="14785" y="46563"/>
                </a:lnTo>
                <a:lnTo>
                  <a:pt x="13900" y="45679"/>
                </a:lnTo>
                <a:lnTo>
                  <a:pt x="11679" y="46731"/>
                </a:lnTo>
                <a:lnTo>
                  <a:pt x="10275" y="45796"/>
                </a:lnTo>
                <a:lnTo>
                  <a:pt x="8054" y="46848"/>
                </a:lnTo>
                <a:lnTo>
                  <a:pt x="6884" y="45679"/>
                </a:lnTo>
                <a:lnTo>
                  <a:pt x="7937" y="43457"/>
                </a:lnTo>
                <a:lnTo>
                  <a:pt x="7469" y="42755"/>
                </a:lnTo>
                <a:lnTo>
                  <a:pt x="6987" y="42339"/>
                </a:lnTo>
                <a:lnTo>
                  <a:pt x="4268" y="43274"/>
                </a:lnTo>
                <a:lnTo>
                  <a:pt x="3193" y="41469"/>
                </a:lnTo>
                <a:lnTo>
                  <a:pt x="5064" y="36645"/>
                </a:lnTo>
                <a:lnTo>
                  <a:pt x="3625" y="35461"/>
                </a:lnTo>
                <a:lnTo>
                  <a:pt x="577" y="36090"/>
                </a:lnTo>
                <a:lnTo>
                  <a:pt x="146" y="34862"/>
                </a:lnTo>
                <a:lnTo>
                  <a:pt x="453" y="33166"/>
                </a:lnTo>
                <a:lnTo>
                  <a:pt x="453" y="20727"/>
                </a:lnTo>
                <a:lnTo>
                  <a:pt x="168" y="19126"/>
                </a:lnTo>
                <a:lnTo>
                  <a:pt x="650" y="17548"/>
                </a:lnTo>
                <a:lnTo>
                  <a:pt x="0" y="15143"/>
                </a:lnTo>
                <a:lnTo>
                  <a:pt x="767" y="14376"/>
                </a:lnTo>
                <a:lnTo>
                  <a:pt x="3837" y="15063"/>
                </a:lnTo>
                <a:lnTo>
                  <a:pt x="4575" y="12855"/>
                </a:lnTo>
                <a:lnTo>
                  <a:pt x="2945" y="9282"/>
                </a:lnTo>
                <a:lnTo>
                  <a:pt x="4290" y="7148"/>
                </a:lnTo>
                <a:lnTo>
                  <a:pt x="6972" y="8098"/>
                </a:lnTo>
                <a:lnTo>
                  <a:pt x="7469" y="7674"/>
                </a:lnTo>
                <a:lnTo>
                  <a:pt x="7937" y="6972"/>
                </a:lnTo>
                <a:lnTo>
                  <a:pt x="6884" y="4750"/>
                </a:lnTo>
                <a:lnTo>
                  <a:pt x="8010" y="3625"/>
                </a:lnTo>
                <a:lnTo>
                  <a:pt x="10268" y="4516"/>
                </a:lnTo>
                <a:lnTo>
                  <a:pt x="11686" y="3815"/>
                </a:lnTo>
                <a:lnTo>
                  <a:pt x="13944" y="4706"/>
                </a:lnTo>
                <a:lnTo>
                  <a:pt x="14975" y="3676"/>
                </a:lnTo>
                <a:lnTo>
                  <a:pt x="13922" y="1030"/>
                </a:lnTo>
                <a:lnTo>
                  <a:pt x="15165" y="204"/>
                </a:lnTo>
                <a:lnTo>
                  <a:pt x="17182" y="833"/>
                </a:lnTo>
                <a:lnTo>
                  <a:pt x="21114" y="0"/>
                </a:lnTo>
                <a:lnTo>
                  <a:pt x="25324" y="657"/>
                </a:lnTo>
                <a:lnTo>
                  <a:pt x="32998" y="657"/>
                </a:lnTo>
                <a:lnTo>
                  <a:pt x="34613" y="372"/>
                </a:lnTo>
                <a:lnTo>
                  <a:pt x="35892" y="774"/>
                </a:lnTo>
                <a:lnTo>
                  <a:pt x="35227" y="3858"/>
                </a:lnTo>
                <a:lnTo>
                  <a:pt x="36119" y="4750"/>
                </a:lnTo>
                <a:lnTo>
                  <a:pt x="38341" y="3698"/>
                </a:lnTo>
                <a:lnTo>
                  <a:pt x="39744" y="4633"/>
                </a:lnTo>
                <a:lnTo>
                  <a:pt x="41966" y="3581"/>
                </a:lnTo>
                <a:lnTo>
                  <a:pt x="43128" y="4750"/>
                </a:lnTo>
                <a:lnTo>
                  <a:pt x="42083" y="6972"/>
                </a:lnTo>
                <a:lnTo>
                  <a:pt x="42543" y="7674"/>
                </a:lnTo>
                <a:lnTo>
                  <a:pt x="46051" y="7674"/>
                </a:lnTo>
                <a:lnTo>
                  <a:pt x="46095" y="8843"/>
                </a:lnTo>
                <a:lnTo>
                  <a:pt x="45985" y="10013"/>
                </a:lnTo>
                <a:lnTo>
                  <a:pt x="46073" y="11694"/>
                </a:lnTo>
                <a:lnTo>
                  <a:pt x="45715" y="14361"/>
                </a:lnTo>
                <a:lnTo>
                  <a:pt x="46322" y="14960"/>
                </a:lnTo>
                <a:lnTo>
                  <a:pt x="49479" y="14376"/>
                </a:lnTo>
                <a:lnTo>
                  <a:pt x="50064" y="16715"/>
                </a:lnTo>
                <a:lnTo>
                  <a:pt x="49559" y="19602"/>
                </a:lnTo>
                <a:lnTo>
                  <a:pt x="49559" y="33254"/>
                </a:lnTo>
                <a:lnTo>
                  <a:pt x="49815" y="34752"/>
                </a:lnTo>
                <a:lnTo>
                  <a:pt x="49479" y="36031"/>
                </a:lnTo>
                <a:lnTo>
                  <a:pt x="46343" y="35498"/>
                </a:lnTo>
                <a:lnTo>
                  <a:pt x="44933" y="36653"/>
                </a:lnTo>
                <a:lnTo>
                  <a:pt x="46855" y="41476"/>
                </a:lnTo>
                <a:lnTo>
                  <a:pt x="45715" y="43281"/>
                </a:lnTo>
                <a:lnTo>
                  <a:pt x="43040" y="42331"/>
                </a:lnTo>
                <a:lnTo>
                  <a:pt x="42543" y="42755"/>
                </a:lnTo>
                <a:lnTo>
                  <a:pt x="42083" y="43457"/>
                </a:lnTo>
                <a:lnTo>
                  <a:pt x="43128" y="45679"/>
                </a:lnTo>
                <a:lnTo>
                  <a:pt x="42214" y="46592"/>
                </a:lnTo>
                <a:lnTo>
                  <a:pt x="39546" y="46234"/>
                </a:lnTo>
                <a:lnTo>
                  <a:pt x="38180" y="46307"/>
                </a:lnTo>
                <a:lnTo>
                  <a:pt x="36301" y="45898"/>
                </a:lnTo>
                <a:lnTo>
                  <a:pt x="35066" y="46483"/>
                </a:lnTo>
                <a:lnTo>
                  <a:pt x="35929" y="49377"/>
                </a:lnTo>
                <a:lnTo>
                  <a:pt x="35205" y="50101"/>
                </a:lnTo>
                <a:lnTo>
                  <a:pt x="32537" y="49750"/>
                </a:lnTo>
                <a:lnTo>
                  <a:pt x="28547" y="49954"/>
                </a:lnTo>
                <a:lnTo>
                  <a:pt x="24988" y="49772"/>
                </a:lnTo>
                <a:lnTo>
                  <a:pt x="19492" y="49772"/>
                </a:lnTo>
                <a:lnTo>
                  <a:pt x="16400" y="503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4980321" y="9631047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22269" y="4706"/>
                </a:moveTo>
                <a:lnTo>
                  <a:pt x="7067" y="4706"/>
                </a:lnTo>
                <a:lnTo>
                  <a:pt x="7769" y="4239"/>
                </a:lnTo>
                <a:lnTo>
                  <a:pt x="8106" y="3829"/>
                </a:lnTo>
                <a:lnTo>
                  <a:pt x="7337" y="913"/>
                </a:lnTo>
                <a:lnTo>
                  <a:pt x="9436" y="0"/>
                </a:lnTo>
                <a:lnTo>
                  <a:pt x="9218" y="0"/>
                </a:lnTo>
                <a:lnTo>
                  <a:pt x="13009" y="730"/>
                </a:lnTo>
                <a:lnTo>
                  <a:pt x="21803" y="730"/>
                </a:lnTo>
                <a:lnTo>
                  <a:pt x="22167" y="913"/>
                </a:lnTo>
                <a:lnTo>
                  <a:pt x="22302" y="913"/>
                </a:lnTo>
                <a:lnTo>
                  <a:pt x="21447" y="3654"/>
                </a:lnTo>
                <a:lnTo>
                  <a:pt x="21392" y="3829"/>
                </a:lnTo>
                <a:lnTo>
                  <a:pt x="22269" y="4706"/>
                </a:lnTo>
                <a:close/>
              </a:path>
              <a:path w="29844" h="29209">
                <a:moveTo>
                  <a:pt x="21803" y="730"/>
                </a:moveTo>
                <a:lnTo>
                  <a:pt x="16451" y="730"/>
                </a:lnTo>
                <a:lnTo>
                  <a:pt x="20347" y="0"/>
                </a:lnTo>
                <a:lnTo>
                  <a:pt x="21803" y="730"/>
                </a:lnTo>
                <a:close/>
              </a:path>
              <a:path w="29844" h="29209">
                <a:moveTo>
                  <a:pt x="7067" y="4706"/>
                </a:moveTo>
                <a:lnTo>
                  <a:pt x="3793" y="4706"/>
                </a:lnTo>
                <a:lnTo>
                  <a:pt x="4845" y="3654"/>
                </a:lnTo>
                <a:lnTo>
                  <a:pt x="7067" y="4706"/>
                </a:lnTo>
                <a:close/>
              </a:path>
              <a:path w="29844" h="29209">
                <a:moveTo>
                  <a:pt x="25967" y="8185"/>
                </a:moveTo>
                <a:lnTo>
                  <a:pt x="3720" y="8185"/>
                </a:lnTo>
                <a:lnTo>
                  <a:pt x="4260" y="7747"/>
                </a:lnTo>
                <a:lnTo>
                  <a:pt x="4728" y="7045"/>
                </a:lnTo>
                <a:lnTo>
                  <a:pt x="3620" y="4706"/>
                </a:lnTo>
                <a:lnTo>
                  <a:pt x="22346" y="4706"/>
                </a:lnTo>
                <a:lnTo>
                  <a:pt x="24992" y="3654"/>
                </a:lnTo>
                <a:lnTo>
                  <a:pt x="25039" y="3829"/>
                </a:lnTo>
                <a:lnTo>
                  <a:pt x="25850" y="5050"/>
                </a:lnTo>
                <a:lnTo>
                  <a:pt x="24878" y="6863"/>
                </a:lnTo>
                <a:lnTo>
                  <a:pt x="25309" y="7747"/>
                </a:lnTo>
                <a:lnTo>
                  <a:pt x="25967" y="8185"/>
                </a:lnTo>
                <a:close/>
              </a:path>
              <a:path w="29844" h="29209">
                <a:moveTo>
                  <a:pt x="993" y="22262"/>
                </a:moveTo>
                <a:lnTo>
                  <a:pt x="21" y="20325"/>
                </a:lnTo>
                <a:lnTo>
                  <a:pt x="752" y="16429"/>
                </a:lnTo>
                <a:lnTo>
                  <a:pt x="752" y="13389"/>
                </a:lnTo>
                <a:lnTo>
                  <a:pt x="0" y="8821"/>
                </a:lnTo>
                <a:lnTo>
                  <a:pt x="1239" y="7045"/>
                </a:lnTo>
                <a:lnTo>
                  <a:pt x="730" y="7045"/>
                </a:lnTo>
                <a:lnTo>
                  <a:pt x="3720" y="8185"/>
                </a:lnTo>
                <a:lnTo>
                  <a:pt x="29472" y="8185"/>
                </a:lnTo>
                <a:lnTo>
                  <a:pt x="28350" y="10524"/>
                </a:lnTo>
                <a:lnTo>
                  <a:pt x="28817" y="11255"/>
                </a:lnTo>
                <a:lnTo>
                  <a:pt x="28413" y="13389"/>
                </a:lnTo>
                <a:lnTo>
                  <a:pt x="29366" y="16071"/>
                </a:lnTo>
                <a:lnTo>
                  <a:pt x="28664" y="18892"/>
                </a:lnTo>
                <a:lnTo>
                  <a:pt x="29240" y="21312"/>
                </a:lnTo>
                <a:lnTo>
                  <a:pt x="4039" y="21312"/>
                </a:lnTo>
                <a:lnTo>
                  <a:pt x="993" y="22262"/>
                </a:lnTo>
                <a:close/>
              </a:path>
              <a:path w="29844" h="29209">
                <a:moveTo>
                  <a:pt x="29256" y="8185"/>
                </a:moveTo>
                <a:lnTo>
                  <a:pt x="26073" y="8185"/>
                </a:lnTo>
                <a:lnTo>
                  <a:pt x="28480" y="7045"/>
                </a:lnTo>
                <a:lnTo>
                  <a:pt x="28116" y="7045"/>
                </a:lnTo>
                <a:lnTo>
                  <a:pt x="29256" y="8185"/>
                </a:lnTo>
                <a:close/>
              </a:path>
              <a:path w="29844" h="29209">
                <a:moveTo>
                  <a:pt x="25072" y="25668"/>
                </a:moveTo>
                <a:lnTo>
                  <a:pt x="24542" y="25668"/>
                </a:lnTo>
                <a:lnTo>
                  <a:pt x="22269" y="24820"/>
                </a:lnTo>
                <a:lnTo>
                  <a:pt x="3735" y="24820"/>
                </a:lnTo>
                <a:lnTo>
                  <a:pt x="4743" y="22262"/>
                </a:lnTo>
                <a:lnTo>
                  <a:pt x="3793" y="21312"/>
                </a:lnTo>
                <a:lnTo>
                  <a:pt x="26011" y="21312"/>
                </a:lnTo>
                <a:lnTo>
                  <a:pt x="25309" y="21779"/>
                </a:lnTo>
                <a:lnTo>
                  <a:pt x="24893" y="22693"/>
                </a:lnTo>
                <a:lnTo>
                  <a:pt x="25828" y="24440"/>
                </a:lnTo>
                <a:lnTo>
                  <a:pt x="25072" y="25668"/>
                </a:lnTo>
                <a:close/>
              </a:path>
              <a:path w="29844" h="29209">
                <a:moveTo>
                  <a:pt x="28335" y="22262"/>
                </a:moveTo>
                <a:lnTo>
                  <a:pt x="28017" y="22262"/>
                </a:lnTo>
                <a:lnTo>
                  <a:pt x="26011" y="21312"/>
                </a:lnTo>
                <a:lnTo>
                  <a:pt x="29285" y="21312"/>
                </a:lnTo>
                <a:lnTo>
                  <a:pt x="28335" y="22262"/>
                </a:lnTo>
                <a:close/>
              </a:path>
              <a:path w="29844" h="29209">
                <a:moveTo>
                  <a:pt x="5372" y="25668"/>
                </a:moveTo>
                <a:lnTo>
                  <a:pt x="4830" y="25668"/>
                </a:lnTo>
                <a:lnTo>
                  <a:pt x="3555" y="24820"/>
                </a:lnTo>
                <a:lnTo>
                  <a:pt x="6952" y="24820"/>
                </a:lnTo>
                <a:lnTo>
                  <a:pt x="5372" y="25668"/>
                </a:lnTo>
                <a:close/>
              </a:path>
              <a:path w="29844" h="29209">
                <a:moveTo>
                  <a:pt x="8536" y="29132"/>
                </a:moveTo>
                <a:lnTo>
                  <a:pt x="7337" y="28613"/>
                </a:lnTo>
                <a:lnTo>
                  <a:pt x="8112" y="25668"/>
                </a:lnTo>
                <a:lnTo>
                  <a:pt x="7769" y="25288"/>
                </a:lnTo>
                <a:lnTo>
                  <a:pt x="6809" y="24820"/>
                </a:lnTo>
                <a:lnTo>
                  <a:pt x="22269" y="24820"/>
                </a:lnTo>
                <a:lnTo>
                  <a:pt x="21421" y="25668"/>
                </a:lnTo>
                <a:lnTo>
                  <a:pt x="21268" y="25668"/>
                </a:lnTo>
                <a:lnTo>
                  <a:pt x="22364" y="28423"/>
                </a:lnTo>
                <a:lnTo>
                  <a:pt x="22078" y="28613"/>
                </a:lnTo>
                <a:lnTo>
                  <a:pt x="19146" y="28613"/>
                </a:lnTo>
                <a:lnTo>
                  <a:pt x="18298" y="28796"/>
                </a:lnTo>
                <a:lnTo>
                  <a:pt x="10429" y="28796"/>
                </a:lnTo>
                <a:lnTo>
                  <a:pt x="8536" y="29132"/>
                </a:lnTo>
                <a:close/>
              </a:path>
              <a:path w="29844" h="29209">
                <a:moveTo>
                  <a:pt x="21298" y="29132"/>
                </a:moveTo>
                <a:lnTo>
                  <a:pt x="20747" y="29132"/>
                </a:lnTo>
                <a:lnTo>
                  <a:pt x="19088" y="28613"/>
                </a:lnTo>
                <a:lnTo>
                  <a:pt x="22078" y="28613"/>
                </a:lnTo>
                <a:lnTo>
                  <a:pt x="21298" y="29132"/>
                </a:lnTo>
                <a:close/>
              </a:path>
              <a:path w="29844" h="29209">
                <a:moveTo>
                  <a:pt x="16739" y="29132"/>
                </a:moveTo>
                <a:lnTo>
                  <a:pt x="15482" y="29132"/>
                </a:lnTo>
                <a:lnTo>
                  <a:pt x="13433" y="28796"/>
                </a:lnTo>
                <a:lnTo>
                  <a:pt x="18298" y="28796"/>
                </a:lnTo>
                <a:lnTo>
                  <a:pt x="16739" y="291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7976440" y="9680147"/>
            <a:ext cx="141605" cy="142240"/>
          </a:xfrm>
          <a:custGeom>
            <a:avLst/>
            <a:gdLst/>
            <a:ahLst/>
            <a:cxnLst/>
            <a:rect l="l" t="t" r="r" b="b"/>
            <a:pathLst>
              <a:path w="141605" h="142240">
                <a:moveTo>
                  <a:pt x="85072" y="141627"/>
                </a:moveTo>
                <a:lnTo>
                  <a:pt x="81023" y="141043"/>
                </a:lnTo>
                <a:lnTo>
                  <a:pt x="58030" y="141043"/>
                </a:lnTo>
                <a:lnTo>
                  <a:pt x="55334" y="141467"/>
                </a:lnTo>
                <a:lnTo>
                  <a:pt x="52929" y="140991"/>
                </a:lnTo>
                <a:lnTo>
                  <a:pt x="53448" y="137783"/>
                </a:lnTo>
                <a:lnTo>
                  <a:pt x="52768" y="137103"/>
                </a:lnTo>
                <a:lnTo>
                  <a:pt x="50313" y="137688"/>
                </a:lnTo>
                <a:lnTo>
                  <a:pt x="47608" y="137015"/>
                </a:lnTo>
                <a:lnTo>
                  <a:pt x="44663" y="138346"/>
                </a:lnTo>
                <a:lnTo>
                  <a:pt x="42251" y="137359"/>
                </a:lnTo>
                <a:lnTo>
                  <a:pt x="43041" y="134384"/>
                </a:lnTo>
                <a:lnTo>
                  <a:pt x="42346" y="133690"/>
                </a:lnTo>
                <a:lnTo>
                  <a:pt x="39686" y="134048"/>
                </a:lnTo>
                <a:lnTo>
                  <a:pt x="38312" y="133982"/>
                </a:lnTo>
                <a:lnTo>
                  <a:pt x="36434" y="134391"/>
                </a:lnTo>
                <a:lnTo>
                  <a:pt x="35206" y="133807"/>
                </a:lnTo>
                <a:lnTo>
                  <a:pt x="36068" y="130913"/>
                </a:lnTo>
                <a:lnTo>
                  <a:pt x="35337" y="130189"/>
                </a:lnTo>
                <a:lnTo>
                  <a:pt x="32677" y="130540"/>
                </a:lnTo>
                <a:lnTo>
                  <a:pt x="31471" y="130481"/>
                </a:lnTo>
                <a:lnTo>
                  <a:pt x="29220" y="130891"/>
                </a:lnTo>
                <a:lnTo>
                  <a:pt x="28102" y="130138"/>
                </a:lnTo>
                <a:lnTo>
                  <a:pt x="29154" y="127499"/>
                </a:lnTo>
                <a:lnTo>
                  <a:pt x="28175" y="126520"/>
                </a:lnTo>
                <a:lnTo>
                  <a:pt x="25529" y="127572"/>
                </a:lnTo>
                <a:lnTo>
                  <a:pt x="24652" y="126250"/>
                </a:lnTo>
                <a:lnTo>
                  <a:pt x="25741" y="124196"/>
                </a:lnTo>
                <a:lnTo>
                  <a:pt x="24659" y="122909"/>
                </a:lnTo>
                <a:lnTo>
                  <a:pt x="22203" y="124057"/>
                </a:lnTo>
                <a:lnTo>
                  <a:pt x="21071" y="122917"/>
                </a:lnTo>
                <a:lnTo>
                  <a:pt x="22233" y="120578"/>
                </a:lnTo>
                <a:lnTo>
                  <a:pt x="21071" y="119409"/>
                </a:lnTo>
                <a:lnTo>
                  <a:pt x="18732" y="120578"/>
                </a:lnTo>
                <a:lnTo>
                  <a:pt x="17658" y="119504"/>
                </a:lnTo>
                <a:lnTo>
                  <a:pt x="18710" y="116858"/>
                </a:lnTo>
                <a:lnTo>
                  <a:pt x="17387" y="115981"/>
                </a:lnTo>
                <a:lnTo>
                  <a:pt x="15333" y="117070"/>
                </a:lnTo>
                <a:lnTo>
                  <a:pt x="14054" y="115988"/>
                </a:lnTo>
                <a:lnTo>
                  <a:pt x="15194" y="113532"/>
                </a:lnTo>
                <a:lnTo>
                  <a:pt x="14142" y="112480"/>
                </a:lnTo>
                <a:lnTo>
                  <a:pt x="11525" y="113554"/>
                </a:lnTo>
                <a:lnTo>
                  <a:pt x="10261" y="111720"/>
                </a:lnTo>
                <a:lnTo>
                  <a:pt x="12286" y="106903"/>
                </a:lnTo>
                <a:lnTo>
                  <a:pt x="10721" y="105632"/>
                </a:lnTo>
                <a:lnTo>
                  <a:pt x="7834" y="106406"/>
                </a:lnTo>
                <a:lnTo>
                  <a:pt x="7030" y="104689"/>
                </a:lnTo>
                <a:lnTo>
                  <a:pt x="8660" y="99785"/>
                </a:lnTo>
                <a:lnTo>
                  <a:pt x="7257" y="98645"/>
                </a:lnTo>
                <a:lnTo>
                  <a:pt x="4290" y="99354"/>
                </a:lnTo>
                <a:lnTo>
                  <a:pt x="3318" y="96978"/>
                </a:lnTo>
                <a:lnTo>
                  <a:pt x="4648" y="94018"/>
                </a:lnTo>
                <a:lnTo>
                  <a:pt x="3975" y="91314"/>
                </a:lnTo>
                <a:lnTo>
                  <a:pt x="4560" y="88859"/>
                </a:lnTo>
                <a:lnTo>
                  <a:pt x="3880" y="88179"/>
                </a:lnTo>
                <a:lnTo>
                  <a:pt x="672" y="88705"/>
                </a:lnTo>
                <a:lnTo>
                  <a:pt x="0" y="85263"/>
                </a:lnTo>
                <a:lnTo>
                  <a:pt x="621" y="81133"/>
                </a:lnTo>
                <a:lnTo>
                  <a:pt x="621" y="58155"/>
                </a:lnTo>
                <a:lnTo>
                  <a:pt x="226" y="55509"/>
                </a:lnTo>
                <a:lnTo>
                  <a:pt x="672" y="53083"/>
                </a:lnTo>
                <a:lnTo>
                  <a:pt x="3888" y="53587"/>
                </a:lnTo>
                <a:lnTo>
                  <a:pt x="4560" y="52915"/>
                </a:lnTo>
                <a:lnTo>
                  <a:pt x="3975" y="50459"/>
                </a:lnTo>
                <a:lnTo>
                  <a:pt x="4662" y="47689"/>
                </a:lnTo>
                <a:lnTo>
                  <a:pt x="3405" y="44912"/>
                </a:lnTo>
                <a:lnTo>
                  <a:pt x="4261" y="42441"/>
                </a:lnTo>
                <a:lnTo>
                  <a:pt x="7316" y="43143"/>
                </a:lnTo>
                <a:lnTo>
                  <a:pt x="7966" y="42493"/>
                </a:lnTo>
                <a:lnTo>
                  <a:pt x="7608" y="39825"/>
                </a:lnTo>
                <a:lnTo>
                  <a:pt x="7681" y="38451"/>
                </a:lnTo>
                <a:lnTo>
                  <a:pt x="7272" y="36573"/>
                </a:lnTo>
                <a:lnTo>
                  <a:pt x="7856" y="35337"/>
                </a:lnTo>
                <a:lnTo>
                  <a:pt x="10751" y="36200"/>
                </a:lnTo>
                <a:lnTo>
                  <a:pt x="11474" y="35469"/>
                </a:lnTo>
                <a:lnTo>
                  <a:pt x="11109" y="32809"/>
                </a:lnTo>
                <a:lnTo>
                  <a:pt x="11175" y="31610"/>
                </a:lnTo>
                <a:lnTo>
                  <a:pt x="10765" y="29329"/>
                </a:lnTo>
                <a:lnTo>
                  <a:pt x="11525" y="28226"/>
                </a:lnTo>
                <a:lnTo>
                  <a:pt x="14149" y="29286"/>
                </a:lnTo>
                <a:lnTo>
                  <a:pt x="15128" y="28299"/>
                </a:lnTo>
                <a:lnTo>
                  <a:pt x="14083" y="25653"/>
                </a:lnTo>
                <a:lnTo>
                  <a:pt x="15348" y="24820"/>
                </a:lnTo>
                <a:lnTo>
                  <a:pt x="17562" y="25872"/>
                </a:lnTo>
                <a:lnTo>
                  <a:pt x="18732" y="24703"/>
                </a:lnTo>
                <a:lnTo>
                  <a:pt x="17562" y="22364"/>
                </a:lnTo>
                <a:lnTo>
                  <a:pt x="18637" y="21290"/>
                </a:lnTo>
                <a:lnTo>
                  <a:pt x="21282" y="22342"/>
                </a:lnTo>
                <a:lnTo>
                  <a:pt x="22101" y="21107"/>
                </a:lnTo>
                <a:lnTo>
                  <a:pt x="21078" y="18812"/>
                </a:lnTo>
                <a:lnTo>
                  <a:pt x="22269" y="17701"/>
                </a:lnTo>
                <a:lnTo>
                  <a:pt x="24564" y="18871"/>
                </a:lnTo>
                <a:lnTo>
                  <a:pt x="25646" y="17789"/>
                </a:lnTo>
                <a:lnTo>
                  <a:pt x="24593" y="15143"/>
                </a:lnTo>
                <a:lnTo>
                  <a:pt x="25967" y="14230"/>
                </a:lnTo>
                <a:lnTo>
                  <a:pt x="27846" y="15304"/>
                </a:lnTo>
                <a:lnTo>
                  <a:pt x="29213" y="14412"/>
                </a:lnTo>
                <a:lnTo>
                  <a:pt x="28182" y="11745"/>
                </a:lnTo>
                <a:lnTo>
                  <a:pt x="28993" y="10933"/>
                </a:lnTo>
                <a:lnTo>
                  <a:pt x="31654" y="11291"/>
                </a:lnTo>
                <a:lnTo>
                  <a:pt x="32925" y="11226"/>
                </a:lnTo>
                <a:lnTo>
                  <a:pt x="35030" y="11635"/>
                </a:lnTo>
                <a:lnTo>
                  <a:pt x="36200" y="10955"/>
                </a:lnTo>
                <a:lnTo>
                  <a:pt x="35220" y="8207"/>
                </a:lnTo>
                <a:lnTo>
                  <a:pt x="36002" y="7425"/>
                </a:lnTo>
                <a:lnTo>
                  <a:pt x="38663" y="7783"/>
                </a:lnTo>
                <a:lnTo>
                  <a:pt x="39964" y="7717"/>
                </a:lnTo>
                <a:lnTo>
                  <a:pt x="42003" y="8127"/>
                </a:lnTo>
                <a:lnTo>
                  <a:pt x="43187" y="7476"/>
                </a:lnTo>
                <a:lnTo>
                  <a:pt x="42244" y="4684"/>
                </a:lnTo>
                <a:lnTo>
                  <a:pt x="43136" y="3793"/>
                </a:lnTo>
                <a:lnTo>
                  <a:pt x="45548" y="4436"/>
                </a:lnTo>
                <a:lnTo>
                  <a:pt x="48303" y="3588"/>
                </a:lnTo>
                <a:lnTo>
                  <a:pt x="51007" y="4757"/>
                </a:lnTo>
                <a:lnTo>
                  <a:pt x="53214" y="4253"/>
                </a:lnTo>
                <a:lnTo>
                  <a:pt x="53506" y="4187"/>
                </a:lnTo>
                <a:lnTo>
                  <a:pt x="52958" y="1008"/>
                </a:lnTo>
                <a:lnTo>
                  <a:pt x="53587" y="372"/>
                </a:lnTo>
                <a:lnTo>
                  <a:pt x="56159" y="818"/>
                </a:lnTo>
                <a:lnTo>
                  <a:pt x="62343" y="0"/>
                </a:lnTo>
                <a:lnTo>
                  <a:pt x="68591" y="745"/>
                </a:lnTo>
                <a:lnTo>
                  <a:pt x="83464" y="745"/>
                </a:lnTo>
                <a:lnTo>
                  <a:pt x="86154" y="321"/>
                </a:lnTo>
                <a:lnTo>
                  <a:pt x="88566" y="796"/>
                </a:lnTo>
                <a:lnTo>
                  <a:pt x="88047" y="4005"/>
                </a:lnTo>
                <a:lnTo>
                  <a:pt x="88719" y="4684"/>
                </a:lnTo>
                <a:lnTo>
                  <a:pt x="91182" y="4100"/>
                </a:lnTo>
                <a:lnTo>
                  <a:pt x="93879" y="4779"/>
                </a:lnTo>
                <a:lnTo>
                  <a:pt x="96832" y="3442"/>
                </a:lnTo>
                <a:lnTo>
                  <a:pt x="99243" y="4428"/>
                </a:lnTo>
                <a:lnTo>
                  <a:pt x="98454" y="7403"/>
                </a:lnTo>
                <a:lnTo>
                  <a:pt x="99148" y="8097"/>
                </a:lnTo>
                <a:lnTo>
                  <a:pt x="101809" y="7739"/>
                </a:lnTo>
                <a:lnTo>
                  <a:pt x="103176" y="7805"/>
                </a:lnTo>
                <a:lnTo>
                  <a:pt x="105054" y="7396"/>
                </a:lnTo>
                <a:lnTo>
                  <a:pt x="106289" y="7988"/>
                </a:lnTo>
                <a:lnTo>
                  <a:pt x="105427" y="10875"/>
                </a:lnTo>
                <a:lnTo>
                  <a:pt x="106157" y="11599"/>
                </a:lnTo>
                <a:lnTo>
                  <a:pt x="108818" y="11248"/>
                </a:lnTo>
                <a:lnTo>
                  <a:pt x="110017" y="11306"/>
                </a:lnTo>
                <a:lnTo>
                  <a:pt x="112275" y="10897"/>
                </a:lnTo>
                <a:lnTo>
                  <a:pt x="113393" y="11650"/>
                </a:lnTo>
                <a:lnTo>
                  <a:pt x="112341" y="14288"/>
                </a:lnTo>
                <a:lnTo>
                  <a:pt x="113320" y="15268"/>
                </a:lnTo>
                <a:lnTo>
                  <a:pt x="115966" y="14215"/>
                </a:lnTo>
                <a:lnTo>
                  <a:pt x="116843" y="15538"/>
                </a:lnTo>
                <a:lnTo>
                  <a:pt x="115754" y="17592"/>
                </a:lnTo>
                <a:lnTo>
                  <a:pt x="116828" y="18878"/>
                </a:lnTo>
                <a:lnTo>
                  <a:pt x="119291" y="17731"/>
                </a:lnTo>
                <a:lnTo>
                  <a:pt x="120424" y="18871"/>
                </a:lnTo>
                <a:lnTo>
                  <a:pt x="119255" y="21209"/>
                </a:lnTo>
                <a:lnTo>
                  <a:pt x="120424" y="22371"/>
                </a:lnTo>
                <a:lnTo>
                  <a:pt x="122763" y="21202"/>
                </a:lnTo>
                <a:lnTo>
                  <a:pt x="123830" y="22276"/>
                </a:lnTo>
                <a:lnTo>
                  <a:pt x="122785" y="24922"/>
                </a:lnTo>
                <a:lnTo>
                  <a:pt x="124108" y="25799"/>
                </a:lnTo>
                <a:lnTo>
                  <a:pt x="126162" y="24710"/>
                </a:lnTo>
                <a:lnTo>
                  <a:pt x="127441" y="25792"/>
                </a:lnTo>
                <a:lnTo>
                  <a:pt x="126300" y="28248"/>
                </a:lnTo>
                <a:lnTo>
                  <a:pt x="127338" y="29286"/>
                </a:lnTo>
                <a:lnTo>
                  <a:pt x="129991" y="28241"/>
                </a:lnTo>
                <a:lnTo>
                  <a:pt x="131197" y="30075"/>
                </a:lnTo>
                <a:lnTo>
                  <a:pt x="129224" y="34884"/>
                </a:lnTo>
                <a:lnTo>
                  <a:pt x="130766" y="36148"/>
                </a:lnTo>
                <a:lnTo>
                  <a:pt x="133653" y="35374"/>
                </a:lnTo>
                <a:lnTo>
                  <a:pt x="134464" y="37084"/>
                </a:lnTo>
                <a:lnTo>
                  <a:pt x="132834" y="41988"/>
                </a:lnTo>
                <a:lnTo>
                  <a:pt x="134230" y="43135"/>
                </a:lnTo>
                <a:lnTo>
                  <a:pt x="137205" y="42434"/>
                </a:lnTo>
                <a:lnTo>
                  <a:pt x="138170" y="44802"/>
                </a:lnTo>
                <a:lnTo>
                  <a:pt x="136847" y="47755"/>
                </a:lnTo>
                <a:lnTo>
                  <a:pt x="137519" y="50466"/>
                </a:lnTo>
                <a:lnTo>
                  <a:pt x="136935" y="52921"/>
                </a:lnTo>
                <a:lnTo>
                  <a:pt x="137607" y="53601"/>
                </a:lnTo>
                <a:lnTo>
                  <a:pt x="140823" y="53082"/>
                </a:lnTo>
                <a:lnTo>
                  <a:pt x="141495" y="56518"/>
                </a:lnTo>
                <a:lnTo>
                  <a:pt x="140867" y="60647"/>
                </a:lnTo>
                <a:lnTo>
                  <a:pt x="140867" y="83625"/>
                </a:lnTo>
                <a:lnTo>
                  <a:pt x="141269" y="86271"/>
                </a:lnTo>
                <a:lnTo>
                  <a:pt x="140823" y="88697"/>
                </a:lnTo>
                <a:lnTo>
                  <a:pt x="137600" y="88193"/>
                </a:lnTo>
                <a:lnTo>
                  <a:pt x="136935" y="88865"/>
                </a:lnTo>
                <a:lnTo>
                  <a:pt x="137519" y="91321"/>
                </a:lnTo>
                <a:lnTo>
                  <a:pt x="136847" y="94033"/>
                </a:lnTo>
                <a:lnTo>
                  <a:pt x="138170" y="96985"/>
                </a:lnTo>
                <a:lnTo>
                  <a:pt x="137191" y="99390"/>
                </a:lnTo>
                <a:lnTo>
                  <a:pt x="134209" y="98600"/>
                </a:lnTo>
                <a:lnTo>
                  <a:pt x="133529" y="99288"/>
                </a:lnTo>
                <a:lnTo>
                  <a:pt x="133887" y="101955"/>
                </a:lnTo>
                <a:lnTo>
                  <a:pt x="133814" y="103329"/>
                </a:lnTo>
                <a:lnTo>
                  <a:pt x="134223" y="105208"/>
                </a:lnTo>
                <a:lnTo>
                  <a:pt x="133638" y="106443"/>
                </a:lnTo>
                <a:lnTo>
                  <a:pt x="130744" y="105580"/>
                </a:lnTo>
                <a:lnTo>
                  <a:pt x="130021" y="106304"/>
                </a:lnTo>
                <a:lnTo>
                  <a:pt x="130379" y="108972"/>
                </a:lnTo>
                <a:lnTo>
                  <a:pt x="130320" y="110170"/>
                </a:lnTo>
                <a:lnTo>
                  <a:pt x="130729" y="112429"/>
                </a:lnTo>
                <a:lnTo>
                  <a:pt x="129977" y="113547"/>
                </a:lnTo>
                <a:lnTo>
                  <a:pt x="127338" y="112495"/>
                </a:lnTo>
                <a:lnTo>
                  <a:pt x="126359" y="113474"/>
                </a:lnTo>
                <a:lnTo>
                  <a:pt x="127411" y="116119"/>
                </a:lnTo>
                <a:lnTo>
                  <a:pt x="126088" y="116997"/>
                </a:lnTo>
                <a:lnTo>
                  <a:pt x="124035" y="115900"/>
                </a:lnTo>
                <a:lnTo>
                  <a:pt x="122756" y="116982"/>
                </a:lnTo>
                <a:lnTo>
                  <a:pt x="123896" y="119438"/>
                </a:lnTo>
                <a:lnTo>
                  <a:pt x="122763" y="120578"/>
                </a:lnTo>
                <a:lnTo>
                  <a:pt x="120424" y="119409"/>
                </a:lnTo>
                <a:lnTo>
                  <a:pt x="119255" y="120578"/>
                </a:lnTo>
                <a:lnTo>
                  <a:pt x="120424" y="122917"/>
                </a:lnTo>
                <a:lnTo>
                  <a:pt x="119350" y="123991"/>
                </a:lnTo>
                <a:lnTo>
                  <a:pt x="116704" y="122939"/>
                </a:lnTo>
                <a:lnTo>
                  <a:pt x="115834" y="124262"/>
                </a:lnTo>
                <a:lnTo>
                  <a:pt x="116916" y="126315"/>
                </a:lnTo>
                <a:lnTo>
                  <a:pt x="115842" y="127602"/>
                </a:lnTo>
                <a:lnTo>
                  <a:pt x="113386" y="126454"/>
                </a:lnTo>
                <a:lnTo>
                  <a:pt x="112334" y="127507"/>
                </a:lnTo>
                <a:lnTo>
                  <a:pt x="113401" y="130123"/>
                </a:lnTo>
                <a:lnTo>
                  <a:pt x="111566" y="131395"/>
                </a:lnTo>
                <a:lnTo>
                  <a:pt x="106750" y="129370"/>
                </a:lnTo>
                <a:lnTo>
                  <a:pt x="105478" y="130927"/>
                </a:lnTo>
                <a:lnTo>
                  <a:pt x="106253" y="133821"/>
                </a:lnTo>
                <a:lnTo>
                  <a:pt x="104542" y="134633"/>
                </a:lnTo>
                <a:lnTo>
                  <a:pt x="99631" y="133003"/>
                </a:lnTo>
                <a:lnTo>
                  <a:pt x="98491" y="134399"/>
                </a:lnTo>
                <a:lnTo>
                  <a:pt x="99200" y="137373"/>
                </a:lnTo>
                <a:lnTo>
                  <a:pt x="96825" y="138346"/>
                </a:lnTo>
                <a:lnTo>
                  <a:pt x="93865" y="137015"/>
                </a:lnTo>
                <a:lnTo>
                  <a:pt x="91161" y="137688"/>
                </a:lnTo>
                <a:lnTo>
                  <a:pt x="88705" y="137103"/>
                </a:lnTo>
                <a:lnTo>
                  <a:pt x="88040" y="137775"/>
                </a:lnTo>
                <a:lnTo>
                  <a:pt x="88537" y="140991"/>
                </a:lnTo>
                <a:lnTo>
                  <a:pt x="85072" y="1416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6295991" y="9683896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695" y="134429"/>
                </a:moveTo>
                <a:lnTo>
                  <a:pt x="77529" y="133785"/>
                </a:lnTo>
                <a:lnTo>
                  <a:pt x="54580" y="133785"/>
                </a:lnTo>
                <a:lnTo>
                  <a:pt x="51912" y="134187"/>
                </a:lnTo>
                <a:lnTo>
                  <a:pt x="49493" y="133734"/>
                </a:lnTo>
                <a:lnTo>
                  <a:pt x="50005" y="130519"/>
                </a:lnTo>
                <a:lnTo>
                  <a:pt x="49325" y="129846"/>
                </a:lnTo>
                <a:lnTo>
                  <a:pt x="46869" y="130431"/>
                </a:lnTo>
                <a:lnTo>
                  <a:pt x="44216" y="129766"/>
                </a:lnTo>
                <a:lnTo>
                  <a:pt x="41132" y="131132"/>
                </a:lnTo>
                <a:lnTo>
                  <a:pt x="38779" y="130072"/>
                </a:lnTo>
                <a:lnTo>
                  <a:pt x="39612" y="127149"/>
                </a:lnTo>
                <a:lnTo>
                  <a:pt x="38903" y="126433"/>
                </a:lnTo>
                <a:lnTo>
                  <a:pt x="36235" y="126791"/>
                </a:lnTo>
                <a:lnTo>
                  <a:pt x="35037" y="126732"/>
                </a:lnTo>
                <a:lnTo>
                  <a:pt x="32764" y="127142"/>
                </a:lnTo>
                <a:lnTo>
                  <a:pt x="31653" y="126382"/>
                </a:lnTo>
                <a:lnTo>
                  <a:pt x="32713" y="123758"/>
                </a:lnTo>
                <a:lnTo>
                  <a:pt x="31631" y="122676"/>
                </a:lnTo>
                <a:lnTo>
                  <a:pt x="29292" y="123845"/>
                </a:lnTo>
                <a:lnTo>
                  <a:pt x="28123" y="122676"/>
                </a:lnTo>
                <a:lnTo>
                  <a:pt x="29292" y="120337"/>
                </a:lnTo>
                <a:lnTo>
                  <a:pt x="28130" y="119175"/>
                </a:lnTo>
                <a:lnTo>
                  <a:pt x="25908" y="120191"/>
                </a:lnTo>
                <a:lnTo>
                  <a:pt x="24490" y="119314"/>
                </a:lnTo>
                <a:lnTo>
                  <a:pt x="22269" y="120330"/>
                </a:lnTo>
                <a:lnTo>
                  <a:pt x="21202" y="119263"/>
                </a:lnTo>
                <a:lnTo>
                  <a:pt x="22254" y="116617"/>
                </a:lnTo>
                <a:lnTo>
                  <a:pt x="20990" y="115777"/>
                </a:lnTo>
                <a:lnTo>
                  <a:pt x="18768" y="116829"/>
                </a:lnTo>
                <a:lnTo>
                  <a:pt x="17599" y="115660"/>
                </a:lnTo>
                <a:lnTo>
                  <a:pt x="18768" y="113321"/>
                </a:lnTo>
                <a:lnTo>
                  <a:pt x="17810" y="112371"/>
                </a:lnTo>
                <a:lnTo>
                  <a:pt x="14865" y="113182"/>
                </a:lnTo>
                <a:lnTo>
                  <a:pt x="13944" y="111033"/>
                </a:lnTo>
                <a:lnTo>
                  <a:pt x="15764" y="107181"/>
                </a:lnTo>
                <a:lnTo>
                  <a:pt x="14237" y="105135"/>
                </a:lnTo>
                <a:lnTo>
                  <a:pt x="11693" y="106246"/>
                </a:lnTo>
                <a:lnTo>
                  <a:pt x="10677" y="105230"/>
                </a:lnTo>
                <a:lnTo>
                  <a:pt x="11730" y="102585"/>
                </a:lnTo>
                <a:lnTo>
                  <a:pt x="10626" y="101861"/>
                </a:lnTo>
                <a:lnTo>
                  <a:pt x="8002" y="102723"/>
                </a:lnTo>
                <a:lnTo>
                  <a:pt x="6797" y="100947"/>
                </a:lnTo>
                <a:lnTo>
                  <a:pt x="8799" y="96131"/>
                </a:lnTo>
                <a:lnTo>
                  <a:pt x="7257" y="94881"/>
                </a:lnTo>
                <a:lnTo>
                  <a:pt x="4341" y="95627"/>
                </a:lnTo>
                <a:lnTo>
                  <a:pt x="3296" y="93310"/>
                </a:lnTo>
                <a:lnTo>
                  <a:pt x="4655" y="90226"/>
                </a:lnTo>
                <a:lnTo>
                  <a:pt x="3997" y="87565"/>
                </a:lnTo>
                <a:lnTo>
                  <a:pt x="4582" y="85110"/>
                </a:lnTo>
                <a:lnTo>
                  <a:pt x="3895" y="84430"/>
                </a:lnTo>
                <a:lnTo>
                  <a:pt x="701" y="84956"/>
                </a:lnTo>
                <a:lnTo>
                  <a:pt x="0" y="81536"/>
                </a:lnTo>
                <a:lnTo>
                  <a:pt x="643" y="77370"/>
                </a:lnTo>
                <a:lnTo>
                  <a:pt x="643" y="54413"/>
                </a:lnTo>
                <a:lnTo>
                  <a:pt x="233" y="51753"/>
                </a:lnTo>
                <a:lnTo>
                  <a:pt x="694" y="49334"/>
                </a:lnTo>
                <a:lnTo>
                  <a:pt x="3910" y="49838"/>
                </a:lnTo>
                <a:lnTo>
                  <a:pt x="4582" y="49166"/>
                </a:lnTo>
                <a:lnTo>
                  <a:pt x="3997" y="46710"/>
                </a:lnTo>
                <a:lnTo>
                  <a:pt x="4670" y="43991"/>
                </a:lnTo>
                <a:lnTo>
                  <a:pt x="3347" y="41061"/>
                </a:lnTo>
                <a:lnTo>
                  <a:pt x="4319" y="38649"/>
                </a:lnTo>
                <a:lnTo>
                  <a:pt x="7308" y="39423"/>
                </a:lnTo>
                <a:lnTo>
                  <a:pt x="8244" y="38488"/>
                </a:lnTo>
                <a:lnTo>
                  <a:pt x="7191" y="36266"/>
                </a:lnTo>
                <a:lnTo>
                  <a:pt x="8127" y="34863"/>
                </a:lnTo>
                <a:lnTo>
                  <a:pt x="7074" y="32641"/>
                </a:lnTo>
                <a:lnTo>
                  <a:pt x="8127" y="31588"/>
                </a:lnTo>
                <a:lnTo>
                  <a:pt x="10831" y="32597"/>
                </a:lnTo>
                <a:lnTo>
                  <a:pt x="11606" y="31347"/>
                </a:lnTo>
                <a:lnTo>
                  <a:pt x="10590" y="29125"/>
                </a:lnTo>
                <a:lnTo>
                  <a:pt x="11532" y="28175"/>
                </a:lnTo>
                <a:lnTo>
                  <a:pt x="14485" y="28986"/>
                </a:lnTo>
                <a:lnTo>
                  <a:pt x="15355" y="26947"/>
                </a:lnTo>
                <a:lnTo>
                  <a:pt x="13579" y="22811"/>
                </a:lnTo>
                <a:lnTo>
                  <a:pt x="15179" y="20932"/>
                </a:lnTo>
                <a:lnTo>
                  <a:pt x="17628" y="22087"/>
                </a:lnTo>
                <a:lnTo>
                  <a:pt x="18768" y="20947"/>
                </a:lnTo>
                <a:lnTo>
                  <a:pt x="17599" y="18608"/>
                </a:lnTo>
                <a:lnTo>
                  <a:pt x="18768" y="17439"/>
                </a:lnTo>
                <a:lnTo>
                  <a:pt x="21107" y="18608"/>
                </a:lnTo>
                <a:lnTo>
                  <a:pt x="22196" y="17519"/>
                </a:lnTo>
                <a:lnTo>
                  <a:pt x="21121" y="14917"/>
                </a:lnTo>
                <a:lnTo>
                  <a:pt x="22956" y="13638"/>
                </a:lnTo>
                <a:lnTo>
                  <a:pt x="27772" y="15670"/>
                </a:lnTo>
                <a:lnTo>
                  <a:pt x="29132" y="14004"/>
                </a:lnTo>
                <a:lnTo>
                  <a:pt x="28174" y="11365"/>
                </a:lnTo>
                <a:lnTo>
                  <a:pt x="29409" y="10554"/>
                </a:lnTo>
                <a:lnTo>
                  <a:pt x="31631" y="11599"/>
                </a:lnTo>
                <a:lnTo>
                  <a:pt x="32705" y="10525"/>
                </a:lnTo>
                <a:lnTo>
                  <a:pt x="31653" y="7879"/>
                </a:lnTo>
                <a:lnTo>
                  <a:pt x="33034" y="6965"/>
                </a:lnTo>
                <a:lnTo>
                  <a:pt x="34862" y="7989"/>
                </a:lnTo>
                <a:lnTo>
                  <a:pt x="36433" y="7112"/>
                </a:lnTo>
                <a:lnTo>
                  <a:pt x="38677" y="8069"/>
                </a:lnTo>
                <a:lnTo>
                  <a:pt x="39722" y="7017"/>
                </a:lnTo>
                <a:lnTo>
                  <a:pt x="38669" y="4371"/>
                </a:lnTo>
                <a:lnTo>
                  <a:pt x="39992" y="3494"/>
                </a:lnTo>
                <a:lnTo>
                  <a:pt x="41863" y="4305"/>
                </a:lnTo>
                <a:lnTo>
                  <a:pt x="43610" y="3691"/>
                </a:lnTo>
                <a:lnTo>
                  <a:pt x="45320" y="3998"/>
                </a:lnTo>
                <a:lnTo>
                  <a:pt x="47271" y="3998"/>
                </a:lnTo>
                <a:lnTo>
                  <a:pt x="48733" y="4217"/>
                </a:lnTo>
                <a:lnTo>
                  <a:pt x="49757" y="4012"/>
                </a:lnTo>
                <a:lnTo>
                  <a:pt x="50056" y="3946"/>
                </a:lnTo>
                <a:lnTo>
                  <a:pt x="49493" y="767"/>
                </a:lnTo>
                <a:lnTo>
                  <a:pt x="50137" y="124"/>
                </a:lnTo>
                <a:lnTo>
                  <a:pt x="52695" y="591"/>
                </a:lnTo>
                <a:lnTo>
                  <a:pt x="56561" y="0"/>
                </a:lnTo>
                <a:lnTo>
                  <a:pt x="60456" y="504"/>
                </a:lnTo>
                <a:lnTo>
                  <a:pt x="79992" y="504"/>
                </a:lnTo>
                <a:lnTo>
                  <a:pt x="82711" y="65"/>
                </a:lnTo>
                <a:lnTo>
                  <a:pt x="85116" y="562"/>
                </a:lnTo>
                <a:lnTo>
                  <a:pt x="84582" y="3764"/>
                </a:lnTo>
                <a:lnTo>
                  <a:pt x="85269" y="4443"/>
                </a:lnTo>
                <a:lnTo>
                  <a:pt x="87725" y="3859"/>
                </a:lnTo>
                <a:lnTo>
                  <a:pt x="90502" y="4553"/>
                </a:lnTo>
                <a:lnTo>
                  <a:pt x="93257" y="3310"/>
                </a:lnTo>
                <a:lnTo>
                  <a:pt x="95735" y="4136"/>
                </a:lnTo>
                <a:lnTo>
                  <a:pt x="95048" y="7206"/>
                </a:lnTo>
                <a:lnTo>
                  <a:pt x="95691" y="7856"/>
                </a:lnTo>
                <a:lnTo>
                  <a:pt x="98359" y="7498"/>
                </a:lnTo>
                <a:lnTo>
                  <a:pt x="99667" y="7564"/>
                </a:lnTo>
                <a:lnTo>
                  <a:pt x="101684" y="7148"/>
                </a:lnTo>
                <a:lnTo>
                  <a:pt x="102883" y="7798"/>
                </a:lnTo>
                <a:lnTo>
                  <a:pt x="101947" y="10597"/>
                </a:lnTo>
                <a:lnTo>
                  <a:pt x="102963" y="11613"/>
                </a:lnTo>
                <a:lnTo>
                  <a:pt x="105302" y="10444"/>
                </a:lnTo>
                <a:lnTo>
                  <a:pt x="106471" y="11613"/>
                </a:lnTo>
                <a:lnTo>
                  <a:pt x="105302" y="13952"/>
                </a:lnTo>
                <a:lnTo>
                  <a:pt x="106464" y="15107"/>
                </a:lnTo>
                <a:lnTo>
                  <a:pt x="108686" y="14098"/>
                </a:lnTo>
                <a:lnTo>
                  <a:pt x="110104" y="14975"/>
                </a:lnTo>
                <a:lnTo>
                  <a:pt x="112326" y="13959"/>
                </a:lnTo>
                <a:lnTo>
                  <a:pt x="113393" y="15026"/>
                </a:lnTo>
                <a:lnTo>
                  <a:pt x="112340" y="17672"/>
                </a:lnTo>
                <a:lnTo>
                  <a:pt x="113604" y="18505"/>
                </a:lnTo>
                <a:lnTo>
                  <a:pt x="115826" y="17453"/>
                </a:lnTo>
                <a:lnTo>
                  <a:pt x="116996" y="18622"/>
                </a:lnTo>
                <a:lnTo>
                  <a:pt x="115826" y="20961"/>
                </a:lnTo>
                <a:lnTo>
                  <a:pt x="116901" y="22035"/>
                </a:lnTo>
                <a:lnTo>
                  <a:pt x="119546" y="20983"/>
                </a:lnTo>
                <a:lnTo>
                  <a:pt x="120460" y="22357"/>
                </a:lnTo>
                <a:lnTo>
                  <a:pt x="119393" y="24228"/>
                </a:lnTo>
                <a:lnTo>
                  <a:pt x="120372" y="25755"/>
                </a:lnTo>
                <a:lnTo>
                  <a:pt x="119342" y="27977"/>
                </a:lnTo>
                <a:lnTo>
                  <a:pt x="120394" y="29030"/>
                </a:lnTo>
                <a:lnTo>
                  <a:pt x="123077" y="28000"/>
                </a:lnTo>
                <a:lnTo>
                  <a:pt x="123880" y="29257"/>
                </a:lnTo>
                <a:lnTo>
                  <a:pt x="122850" y="31478"/>
                </a:lnTo>
                <a:lnTo>
                  <a:pt x="123917" y="32553"/>
                </a:lnTo>
                <a:lnTo>
                  <a:pt x="126563" y="31500"/>
                </a:lnTo>
                <a:lnTo>
                  <a:pt x="127476" y="32874"/>
                </a:lnTo>
                <a:lnTo>
                  <a:pt x="126409" y="34745"/>
                </a:lnTo>
                <a:lnTo>
                  <a:pt x="127388" y="36273"/>
                </a:lnTo>
                <a:lnTo>
                  <a:pt x="126358" y="38495"/>
                </a:lnTo>
                <a:lnTo>
                  <a:pt x="127315" y="39460"/>
                </a:lnTo>
                <a:lnTo>
                  <a:pt x="130239" y="38626"/>
                </a:lnTo>
                <a:lnTo>
                  <a:pt x="131299" y="40972"/>
                </a:lnTo>
                <a:lnTo>
                  <a:pt x="129932" y="44057"/>
                </a:lnTo>
                <a:lnTo>
                  <a:pt x="130597" y="46717"/>
                </a:lnTo>
                <a:lnTo>
                  <a:pt x="130012" y="49173"/>
                </a:lnTo>
                <a:lnTo>
                  <a:pt x="130699" y="49852"/>
                </a:lnTo>
                <a:lnTo>
                  <a:pt x="133893" y="49326"/>
                </a:lnTo>
                <a:lnTo>
                  <a:pt x="134595" y="52747"/>
                </a:lnTo>
                <a:lnTo>
                  <a:pt x="133952" y="56913"/>
                </a:lnTo>
                <a:lnTo>
                  <a:pt x="133952" y="79869"/>
                </a:lnTo>
                <a:lnTo>
                  <a:pt x="134361" y="82536"/>
                </a:lnTo>
                <a:lnTo>
                  <a:pt x="133900" y="84948"/>
                </a:lnTo>
                <a:lnTo>
                  <a:pt x="130685" y="84444"/>
                </a:lnTo>
                <a:lnTo>
                  <a:pt x="130012" y="85116"/>
                </a:lnTo>
                <a:lnTo>
                  <a:pt x="130597" y="87572"/>
                </a:lnTo>
                <a:lnTo>
                  <a:pt x="129932" y="90233"/>
                </a:lnTo>
                <a:lnTo>
                  <a:pt x="131299" y="93317"/>
                </a:lnTo>
                <a:lnTo>
                  <a:pt x="130239" y="95663"/>
                </a:lnTo>
                <a:lnTo>
                  <a:pt x="127315" y="94830"/>
                </a:lnTo>
                <a:lnTo>
                  <a:pt x="126607" y="95539"/>
                </a:lnTo>
                <a:lnTo>
                  <a:pt x="126965" y="98206"/>
                </a:lnTo>
                <a:lnTo>
                  <a:pt x="126899" y="99405"/>
                </a:lnTo>
                <a:lnTo>
                  <a:pt x="127308" y="101678"/>
                </a:lnTo>
                <a:lnTo>
                  <a:pt x="126548" y="102789"/>
                </a:lnTo>
                <a:lnTo>
                  <a:pt x="123924" y="101729"/>
                </a:lnTo>
                <a:lnTo>
                  <a:pt x="122843" y="102811"/>
                </a:lnTo>
                <a:lnTo>
                  <a:pt x="124012" y="105150"/>
                </a:lnTo>
                <a:lnTo>
                  <a:pt x="122843" y="106312"/>
                </a:lnTo>
                <a:lnTo>
                  <a:pt x="120504" y="105142"/>
                </a:lnTo>
                <a:lnTo>
                  <a:pt x="119342" y="106304"/>
                </a:lnTo>
                <a:lnTo>
                  <a:pt x="120358" y="108526"/>
                </a:lnTo>
                <a:lnTo>
                  <a:pt x="119481" y="109944"/>
                </a:lnTo>
                <a:lnTo>
                  <a:pt x="120497" y="112166"/>
                </a:lnTo>
                <a:lnTo>
                  <a:pt x="119429" y="113226"/>
                </a:lnTo>
                <a:lnTo>
                  <a:pt x="116784" y="112173"/>
                </a:lnTo>
                <a:lnTo>
                  <a:pt x="115943" y="113438"/>
                </a:lnTo>
                <a:lnTo>
                  <a:pt x="116996" y="115660"/>
                </a:lnTo>
                <a:lnTo>
                  <a:pt x="115826" y="116829"/>
                </a:lnTo>
                <a:lnTo>
                  <a:pt x="113488" y="115660"/>
                </a:lnTo>
                <a:lnTo>
                  <a:pt x="112538" y="116610"/>
                </a:lnTo>
                <a:lnTo>
                  <a:pt x="113349" y="119562"/>
                </a:lnTo>
                <a:lnTo>
                  <a:pt x="111200" y="120483"/>
                </a:lnTo>
                <a:lnTo>
                  <a:pt x="107341" y="118656"/>
                </a:lnTo>
                <a:lnTo>
                  <a:pt x="105302" y="120191"/>
                </a:lnTo>
                <a:lnTo>
                  <a:pt x="106413" y="122734"/>
                </a:lnTo>
                <a:lnTo>
                  <a:pt x="105397" y="123750"/>
                </a:lnTo>
                <a:lnTo>
                  <a:pt x="102751" y="122698"/>
                </a:lnTo>
                <a:lnTo>
                  <a:pt x="102020" y="123802"/>
                </a:lnTo>
                <a:lnTo>
                  <a:pt x="102883" y="126426"/>
                </a:lnTo>
                <a:lnTo>
                  <a:pt x="101107" y="127631"/>
                </a:lnTo>
                <a:lnTo>
                  <a:pt x="96291" y="125629"/>
                </a:lnTo>
                <a:lnTo>
                  <a:pt x="95041" y="127164"/>
                </a:lnTo>
                <a:lnTo>
                  <a:pt x="95786" y="130087"/>
                </a:lnTo>
                <a:lnTo>
                  <a:pt x="93462" y="131132"/>
                </a:lnTo>
                <a:lnTo>
                  <a:pt x="90385" y="129766"/>
                </a:lnTo>
                <a:lnTo>
                  <a:pt x="87725" y="130431"/>
                </a:lnTo>
                <a:lnTo>
                  <a:pt x="85269" y="129846"/>
                </a:lnTo>
                <a:lnTo>
                  <a:pt x="84582" y="130526"/>
                </a:lnTo>
                <a:lnTo>
                  <a:pt x="85115" y="133727"/>
                </a:lnTo>
                <a:lnTo>
                  <a:pt x="81695" y="134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8190365" y="9683567"/>
            <a:ext cx="97790" cy="134620"/>
          </a:xfrm>
          <a:custGeom>
            <a:avLst/>
            <a:gdLst/>
            <a:ahLst/>
            <a:cxnLst/>
            <a:rect l="l" t="t" r="r" b="b"/>
            <a:pathLst>
              <a:path w="97790" h="134620">
                <a:moveTo>
                  <a:pt x="65778" y="134604"/>
                </a:moveTo>
                <a:lnTo>
                  <a:pt x="63176" y="133961"/>
                </a:lnTo>
                <a:lnTo>
                  <a:pt x="60720" y="134546"/>
                </a:lnTo>
                <a:lnTo>
                  <a:pt x="60048" y="133866"/>
                </a:lnTo>
                <a:lnTo>
                  <a:pt x="60567" y="130657"/>
                </a:lnTo>
                <a:lnTo>
                  <a:pt x="55838" y="129714"/>
                </a:lnTo>
                <a:lnTo>
                  <a:pt x="50678" y="131695"/>
                </a:lnTo>
                <a:lnTo>
                  <a:pt x="45957" y="130526"/>
                </a:lnTo>
                <a:lnTo>
                  <a:pt x="46534" y="127368"/>
                </a:lnTo>
                <a:lnTo>
                  <a:pt x="45833" y="126667"/>
                </a:lnTo>
                <a:lnTo>
                  <a:pt x="43377" y="127251"/>
                </a:lnTo>
                <a:lnTo>
                  <a:pt x="40738" y="126594"/>
                </a:lnTo>
                <a:lnTo>
                  <a:pt x="37610" y="127968"/>
                </a:lnTo>
                <a:lnTo>
                  <a:pt x="35279" y="126879"/>
                </a:lnTo>
                <a:lnTo>
                  <a:pt x="36134" y="123977"/>
                </a:lnTo>
                <a:lnTo>
                  <a:pt x="35155" y="123005"/>
                </a:lnTo>
                <a:lnTo>
                  <a:pt x="32823" y="124174"/>
                </a:lnTo>
                <a:lnTo>
                  <a:pt x="31654" y="123005"/>
                </a:lnTo>
                <a:lnTo>
                  <a:pt x="32823" y="120666"/>
                </a:lnTo>
                <a:lnTo>
                  <a:pt x="31661" y="119504"/>
                </a:lnTo>
                <a:lnTo>
                  <a:pt x="29432" y="120520"/>
                </a:lnTo>
                <a:lnTo>
                  <a:pt x="28021" y="119643"/>
                </a:lnTo>
                <a:lnTo>
                  <a:pt x="25799" y="120659"/>
                </a:lnTo>
                <a:lnTo>
                  <a:pt x="24740" y="119592"/>
                </a:lnTo>
                <a:lnTo>
                  <a:pt x="25785" y="116946"/>
                </a:lnTo>
                <a:lnTo>
                  <a:pt x="24491" y="116084"/>
                </a:lnTo>
                <a:lnTo>
                  <a:pt x="22357" y="117158"/>
                </a:lnTo>
                <a:lnTo>
                  <a:pt x="21129" y="116032"/>
                </a:lnTo>
                <a:lnTo>
                  <a:pt x="22291" y="113635"/>
                </a:lnTo>
                <a:lnTo>
                  <a:pt x="21231" y="112576"/>
                </a:lnTo>
                <a:lnTo>
                  <a:pt x="18586" y="113628"/>
                </a:lnTo>
                <a:lnTo>
                  <a:pt x="17716" y="112305"/>
                </a:lnTo>
                <a:lnTo>
                  <a:pt x="18805" y="110251"/>
                </a:lnTo>
                <a:lnTo>
                  <a:pt x="17723" y="108972"/>
                </a:lnTo>
                <a:lnTo>
                  <a:pt x="15268" y="110120"/>
                </a:lnTo>
                <a:lnTo>
                  <a:pt x="14120" y="108965"/>
                </a:lnTo>
                <a:lnTo>
                  <a:pt x="15224" y="106736"/>
                </a:lnTo>
                <a:lnTo>
                  <a:pt x="14208" y="105376"/>
                </a:lnTo>
                <a:lnTo>
                  <a:pt x="15311" y="103147"/>
                </a:lnTo>
                <a:lnTo>
                  <a:pt x="14127" y="101971"/>
                </a:lnTo>
                <a:lnTo>
                  <a:pt x="11796" y="103140"/>
                </a:lnTo>
                <a:lnTo>
                  <a:pt x="10626" y="101971"/>
                </a:lnTo>
                <a:lnTo>
                  <a:pt x="11796" y="99632"/>
                </a:lnTo>
                <a:lnTo>
                  <a:pt x="10809" y="98652"/>
                </a:lnTo>
                <a:lnTo>
                  <a:pt x="7930" y="99522"/>
                </a:lnTo>
                <a:lnTo>
                  <a:pt x="6826" y="97205"/>
                </a:lnTo>
                <a:lnTo>
                  <a:pt x="8200" y="94033"/>
                </a:lnTo>
                <a:lnTo>
                  <a:pt x="7549" y="91410"/>
                </a:lnTo>
                <a:lnTo>
                  <a:pt x="8134" y="88954"/>
                </a:lnTo>
                <a:lnTo>
                  <a:pt x="7440" y="88252"/>
                </a:lnTo>
                <a:lnTo>
                  <a:pt x="4268" y="88829"/>
                </a:lnTo>
                <a:lnTo>
                  <a:pt x="3135" y="84115"/>
                </a:lnTo>
                <a:lnTo>
                  <a:pt x="5350" y="78875"/>
                </a:lnTo>
                <a:lnTo>
                  <a:pt x="4114" y="74168"/>
                </a:lnTo>
                <a:lnTo>
                  <a:pt x="972" y="74775"/>
                </a:lnTo>
                <a:lnTo>
                  <a:pt x="358" y="74161"/>
                </a:lnTo>
                <a:lnTo>
                  <a:pt x="723" y="71493"/>
                </a:lnTo>
                <a:lnTo>
                  <a:pt x="694" y="65683"/>
                </a:lnTo>
                <a:lnTo>
                  <a:pt x="0" y="62072"/>
                </a:lnTo>
                <a:lnTo>
                  <a:pt x="884" y="60019"/>
                </a:lnTo>
                <a:lnTo>
                  <a:pt x="3836" y="60822"/>
                </a:lnTo>
                <a:lnTo>
                  <a:pt x="4597" y="60063"/>
                </a:lnTo>
                <a:lnTo>
                  <a:pt x="4092" y="57534"/>
                </a:lnTo>
                <a:lnTo>
                  <a:pt x="4787" y="53594"/>
                </a:lnTo>
                <a:lnTo>
                  <a:pt x="3405" y="49735"/>
                </a:lnTo>
                <a:lnTo>
                  <a:pt x="4275" y="46118"/>
                </a:lnTo>
                <a:lnTo>
                  <a:pt x="7440" y="46695"/>
                </a:lnTo>
                <a:lnTo>
                  <a:pt x="8134" y="45993"/>
                </a:lnTo>
                <a:lnTo>
                  <a:pt x="7549" y="43538"/>
                </a:lnTo>
                <a:lnTo>
                  <a:pt x="8215" y="40877"/>
                </a:lnTo>
                <a:lnTo>
                  <a:pt x="6855" y="37800"/>
                </a:lnTo>
                <a:lnTo>
                  <a:pt x="7908" y="35447"/>
                </a:lnTo>
                <a:lnTo>
                  <a:pt x="10831" y="36280"/>
                </a:lnTo>
                <a:lnTo>
                  <a:pt x="11701" y="35410"/>
                </a:lnTo>
                <a:lnTo>
                  <a:pt x="10648" y="32765"/>
                </a:lnTo>
                <a:lnTo>
                  <a:pt x="11613" y="32121"/>
                </a:lnTo>
                <a:lnTo>
                  <a:pt x="14544" y="32772"/>
                </a:lnTo>
                <a:lnTo>
                  <a:pt x="15048" y="31639"/>
                </a:lnTo>
                <a:lnTo>
                  <a:pt x="14712" y="29717"/>
                </a:lnTo>
                <a:lnTo>
                  <a:pt x="14712" y="28292"/>
                </a:lnTo>
                <a:lnTo>
                  <a:pt x="14376" y="25814"/>
                </a:lnTo>
                <a:lnTo>
                  <a:pt x="15165" y="24791"/>
                </a:lnTo>
                <a:lnTo>
                  <a:pt x="17687" y="25909"/>
                </a:lnTo>
                <a:lnTo>
                  <a:pt x="18710" y="24886"/>
                </a:lnTo>
                <a:lnTo>
                  <a:pt x="17657" y="22240"/>
                </a:lnTo>
                <a:lnTo>
                  <a:pt x="18980" y="21363"/>
                </a:lnTo>
                <a:lnTo>
                  <a:pt x="21034" y="22459"/>
                </a:lnTo>
                <a:lnTo>
                  <a:pt x="22313" y="21378"/>
                </a:lnTo>
                <a:lnTo>
                  <a:pt x="21173" y="18922"/>
                </a:lnTo>
                <a:lnTo>
                  <a:pt x="22313" y="17774"/>
                </a:lnTo>
                <a:lnTo>
                  <a:pt x="24549" y="18878"/>
                </a:lnTo>
                <a:lnTo>
                  <a:pt x="25807" y="17935"/>
                </a:lnTo>
                <a:lnTo>
                  <a:pt x="24703" y="15384"/>
                </a:lnTo>
                <a:lnTo>
                  <a:pt x="25558" y="14529"/>
                </a:lnTo>
                <a:lnTo>
                  <a:pt x="28218" y="14887"/>
                </a:lnTo>
                <a:lnTo>
                  <a:pt x="29519" y="14821"/>
                </a:lnTo>
                <a:lnTo>
                  <a:pt x="31559" y="15238"/>
                </a:lnTo>
                <a:lnTo>
                  <a:pt x="32743" y="14580"/>
                </a:lnTo>
                <a:lnTo>
                  <a:pt x="31800" y="11789"/>
                </a:lnTo>
                <a:lnTo>
                  <a:pt x="32772" y="10824"/>
                </a:lnTo>
                <a:lnTo>
                  <a:pt x="35045" y="11708"/>
                </a:lnTo>
                <a:lnTo>
                  <a:pt x="36222" y="11116"/>
                </a:lnTo>
                <a:lnTo>
                  <a:pt x="35337" y="8258"/>
                </a:lnTo>
                <a:lnTo>
                  <a:pt x="36075" y="7520"/>
                </a:lnTo>
                <a:lnTo>
                  <a:pt x="38736" y="7878"/>
                </a:lnTo>
                <a:lnTo>
                  <a:pt x="40176" y="7805"/>
                </a:lnTo>
                <a:lnTo>
                  <a:pt x="41893" y="8192"/>
                </a:lnTo>
                <a:lnTo>
                  <a:pt x="43435" y="7579"/>
                </a:lnTo>
                <a:lnTo>
                  <a:pt x="45759" y="8353"/>
                </a:lnTo>
                <a:lnTo>
                  <a:pt x="46512" y="7586"/>
                </a:lnTo>
                <a:lnTo>
                  <a:pt x="45964" y="4407"/>
                </a:lnTo>
                <a:lnTo>
                  <a:pt x="48339" y="3873"/>
                </a:lnTo>
                <a:lnTo>
                  <a:pt x="51131" y="4341"/>
                </a:lnTo>
                <a:lnTo>
                  <a:pt x="55538" y="4341"/>
                </a:lnTo>
                <a:lnTo>
                  <a:pt x="58023" y="4633"/>
                </a:lnTo>
                <a:lnTo>
                  <a:pt x="60515" y="4319"/>
                </a:lnTo>
                <a:lnTo>
                  <a:pt x="60092" y="1045"/>
                </a:lnTo>
                <a:lnTo>
                  <a:pt x="60603" y="533"/>
                </a:lnTo>
                <a:lnTo>
                  <a:pt x="64864" y="855"/>
                </a:lnTo>
                <a:lnTo>
                  <a:pt x="66304" y="584"/>
                </a:lnTo>
                <a:lnTo>
                  <a:pt x="68467" y="1118"/>
                </a:lnTo>
                <a:lnTo>
                  <a:pt x="73649" y="0"/>
                </a:lnTo>
                <a:lnTo>
                  <a:pt x="74570" y="1132"/>
                </a:lnTo>
                <a:lnTo>
                  <a:pt x="74029" y="4261"/>
                </a:lnTo>
                <a:lnTo>
                  <a:pt x="77596" y="5233"/>
                </a:lnTo>
                <a:lnTo>
                  <a:pt x="81564" y="3508"/>
                </a:lnTo>
                <a:lnTo>
                  <a:pt x="85474" y="4502"/>
                </a:lnTo>
                <a:lnTo>
                  <a:pt x="87930" y="3910"/>
                </a:lnTo>
                <a:lnTo>
                  <a:pt x="88844" y="4831"/>
                </a:lnTo>
                <a:lnTo>
                  <a:pt x="87799" y="7476"/>
                </a:lnTo>
                <a:lnTo>
                  <a:pt x="89019" y="8288"/>
                </a:lnTo>
                <a:lnTo>
                  <a:pt x="91066" y="7703"/>
                </a:lnTo>
                <a:lnTo>
                  <a:pt x="92929" y="8047"/>
                </a:lnTo>
                <a:lnTo>
                  <a:pt x="94281" y="7849"/>
                </a:lnTo>
                <a:lnTo>
                  <a:pt x="96160" y="7849"/>
                </a:lnTo>
                <a:lnTo>
                  <a:pt x="97635" y="7602"/>
                </a:lnTo>
                <a:lnTo>
                  <a:pt x="97635" y="127684"/>
                </a:lnTo>
                <a:lnTo>
                  <a:pt x="97022" y="127975"/>
                </a:lnTo>
                <a:lnTo>
                  <a:pt x="93858" y="126594"/>
                </a:lnTo>
                <a:lnTo>
                  <a:pt x="91227" y="127251"/>
                </a:lnTo>
                <a:lnTo>
                  <a:pt x="88771" y="126667"/>
                </a:lnTo>
                <a:lnTo>
                  <a:pt x="88084" y="127368"/>
                </a:lnTo>
                <a:lnTo>
                  <a:pt x="88654" y="130533"/>
                </a:lnTo>
                <a:lnTo>
                  <a:pt x="85029" y="131396"/>
                </a:lnTo>
                <a:lnTo>
                  <a:pt x="81163" y="129875"/>
                </a:lnTo>
                <a:lnTo>
                  <a:pt x="77223" y="130738"/>
                </a:lnTo>
                <a:lnTo>
                  <a:pt x="74731" y="130190"/>
                </a:lnTo>
                <a:lnTo>
                  <a:pt x="73832" y="131096"/>
                </a:lnTo>
                <a:lnTo>
                  <a:pt x="74884" y="133741"/>
                </a:lnTo>
                <a:lnTo>
                  <a:pt x="73773" y="134480"/>
                </a:lnTo>
                <a:lnTo>
                  <a:pt x="71493" y="134093"/>
                </a:lnTo>
                <a:lnTo>
                  <a:pt x="68782" y="134188"/>
                </a:lnTo>
                <a:lnTo>
                  <a:pt x="65778" y="134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6089002" y="9687586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4">
                <a:moveTo>
                  <a:pt x="65740" y="127259"/>
                </a:moveTo>
                <a:lnTo>
                  <a:pt x="62013" y="126644"/>
                </a:lnTo>
                <a:lnTo>
                  <a:pt x="60135" y="126579"/>
                </a:lnTo>
                <a:lnTo>
                  <a:pt x="60471" y="123261"/>
                </a:lnTo>
                <a:lnTo>
                  <a:pt x="59959" y="122742"/>
                </a:lnTo>
                <a:lnTo>
                  <a:pt x="57291" y="123100"/>
                </a:lnTo>
                <a:lnTo>
                  <a:pt x="53294" y="122895"/>
                </a:lnTo>
                <a:lnTo>
                  <a:pt x="49742" y="123078"/>
                </a:lnTo>
                <a:lnTo>
                  <a:pt x="45283" y="123078"/>
                </a:lnTo>
                <a:lnTo>
                  <a:pt x="43668" y="123363"/>
                </a:lnTo>
                <a:lnTo>
                  <a:pt x="42389" y="122968"/>
                </a:lnTo>
                <a:lnTo>
                  <a:pt x="43054" y="119877"/>
                </a:lnTo>
                <a:lnTo>
                  <a:pt x="42411" y="119233"/>
                </a:lnTo>
                <a:lnTo>
                  <a:pt x="39751" y="119591"/>
                </a:lnTo>
                <a:lnTo>
                  <a:pt x="38377" y="119526"/>
                </a:lnTo>
                <a:lnTo>
                  <a:pt x="36499" y="119935"/>
                </a:lnTo>
                <a:lnTo>
                  <a:pt x="35264" y="119343"/>
                </a:lnTo>
                <a:lnTo>
                  <a:pt x="36126" y="116456"/>
                </a:lnTo>
                <a:lnTo>
                  <a:pt x="35395" y="115732"/>
                </a:lnTo>
                <a:lnTo>
                  <a:pt x="32735" y="116083"/>
                </a:lnTo>
                <a:lnTo>
                  <a:pt x="31565" y="116025"/>
                </a:lnTo>
                <a:lnTo>
                  <a:pt x="29227" y="116427"/>
                </a:lnTo>
                <a:lnTo>
                  <a:pt x="28138" y="115645"/>
                </a:lnTo>
                <a:lnTo>
                  <a:pt x="29227" y="113065"/>
                </a:lnTo>
                <a:lnTo>
                  <a:pt x="28225" y="112064"/>
                </a:lnTo>
                <a:lnTo>
                  <a:pt x="25580" y="113116"/>
                </a:lnTo>
                <a:lnTo>
                  <a:pt x="24695" y="111793"/>
                </a:lnTo>
                <a:lnTo>
                  <a:pt x="25792" y="109739"/>
                </a:lnTo>
                <a:lnTo>
                  <a:pt x="24710" y="108453"/>
                </a:lnTo>
                <a:lnTo>
                  <a:pt x="22254" y="109600"/>
                </a:lnTo>
                <a:lnTo>
                  <a:pt x="21114" y="108460"/>
                </a:lnTo>
                <a:lnTo>
                  <a:pt x="22283" y="106122"/>
                </a:lnTo>
                <a:lnTo>
                  <a:pt x="21114" y="104959"/>
                </a:lnTo>
                <a:lnTo>
                  <a:pt x="18775" y="106129"/>
                </a:lnTo>
                <a:lnTo>
                  <a:pt x="17701" y="105054"/>
                </a:lnTo>
                <a:lnTo>
                  <a:pt x="18753" y="102409"/>
                </a:lnTo>
                <a:lnTo>
                  <a:pt x="17489" y="101568"/>
                </a:lnTo>
                <a:lnTo>
                  <a:pt x="15267" y="102620"/>
                </a:lnTo>
                <a:lnTo>
                  <a:pt x="14105" y="101451"/>
                </a:lnTo>
                <a:lnTo>
                  <a:pt x="15275" y="99112"/>
                </a:lnTo>
                <a:lnTo>
                  <a:pt x="14200" y="98045"/>
                </a:lnTo>
                <a:lnTo>
                  <a:pt x="11554" y="99098"/>
                </a:lnTo>
                <a:lnTo>
                  <a:pt x="10641" y="97724"/>
                </a:lnTo>
                <a:lnTo>
                  <a:pt x="11715" y="95845"/>
                </a:lnTo>
                <a:lnTo>
                  <a:pt x="10729" y="94325"/>
                </a:lnTo>
                <a:lnTo>
                  <a:pt x="11766" y="92103"/>
                </a:lnTo>
                <a:lnTo>
                  <a:pt x="10692" y="91029"/>
                </a:lnTo>
                <a:lnTo>
                  <a:pt x="8046" y="92081"/>
                </a:lnTo>
                <a:lnTo>
                  <a:pt x="7140" y="90707"/>
                </a:lnTo>
                <a:lnTo>
                  <a:pt x="8207" y="88836"/>
                </a:lnTo>
                <a:lnTo>
                  <a:pt x="7228" y="87301"/>
                </a:lnTo>
                <a:lnTo>
                  <a:pt x="8258" y="85087"/>
                </a:lnTo>
                <a:lnTo>
                  <a:pt x="7374" y="84195"/>
                </a:lnTo>
                <a:lnTo>
                  <a:pt x="4282" y="84860"/>
                </a:lnTo>
                <a:lnTo>
                  <a:pt x="3581" y="82609"/>
                </a:lnTo>
                <a:lnTo>
                  <a:pt x="4173" y="79481"/>
                </a:lnTo>
                <a:lnTo>
                  <a:pt x="4173" y="75271"/>
                </a:lnTo>
                <a:lnTo>
                  <a:pt x="4560" y="72640"/>
                </a:lnTo>
                <a:lnTo>
                  <a:pt x="4070" y="69885"/>
                </a:lnTo>
                <a:lnTo>
                  <a:pt x="4567" y="67356"/>
                </a:lnTo>
                <a:lnTo>
                  <a:pt x="3807" y="66596"/>
                </a:lnTo>
                <a:lnTo>
                  <a:pt x="855" y="67407"/>
                </a:lnTo>
                <a:lnTo>
                  <a:pt x="0" y="65398"/>
                </a:lnTo>
                <a:lnTo>
                  <a:pt x="613" y="61670"/>
                </a:lnTo>
                <a:lnTo>
                  <a:pt x="672" y="59792"/>
                </a:lnTo>
                <a:lnTo>
                  <a:pt x="3990" y="60128"/>
                </a:lnTo>
                <a:lnTo>
                  <a:pt x="4509" y="59616"/>
                </a:lnTo>
                <a:lnTo>
                  <a:pt x="4151" y="56949"/>
                </a:lnTo>
                <a:lnTo>
                  <a:pt x="4355" y="52958"/>
                </a:lnTo>
                <a:lnTo>
                  <a:pt x="4173" y="49399"/>
                </a:lnTo>
                <a:lnTo>
                  <a:pt x="4173" y="44933"/>
                </a:lnTo>
                <a:lnTo>
                  <a:pt x="3888" y="43333"/>
                </a:lnTo>
                <a:lnTo>
                  <a:pt x="4282" y="42053"/>
                </a:lnTo>
                <a:lnTo>
                  <a:pt x="7381" y="42711"/>
                </a:lnTo>
                <a:lnTo>
                  <a:pt x="8266" y="41820"/>
                </a:lnTo>
                <a:lnTo>
                  <a:pt x="7213" y="39598"/>
                </a:lnTo>
                <a:lnTo>
                  <a:pt x="8141" y="38194"/>
                </a:lnTo>
                <a:lnTo>
                  <a:pt x="7096" y="35973"/>
                </a:lnTo>
                <a:lnTo>
                  <a:pt x="8112" y="34957"/>
                </a:lnTo>
                <a:lnTo>
                  <a:pt x="10911" y="35892"/>
                </a:lnTo>
                <a:lnTo>
                  <a:pt x="12168" y="33561"/>
                </a:lnTo>
                <a:lnTo>
                  <a:pt x="10363" y="30287"/>
                </a:lnTo>
                <a:lnTo>
                  <a:pt x="11372" y="27926"/>
                </a:lnTo>
                <a:lnTo>
                  <a:pt x="14324" y="28737"/>
                </a:lnTo>
                <a:lnTo>
                  <a:pt x="15289" y="27772"/>
                </a:lnTo>
                <a:lnTo>
                  <a:pt x="14164" y="25536"/>
                </a:lnTo>
                <a:lnTo>
                  <a:pt x="15143" y="24272"/>
                </a:lnTo>
                <a:lnTo>
                  <a:pt x="17664" y="25397"/>
                </a:lnTo>
                <a:lnTo>
                  <a:pt x="18775" y="24279"/>
                </a:lnTo>
                <a:lnTo>
                  <a:pt x="17606" y="21940"/>
                </a:lnTo>
                <a:lnTo>
                  <a:pt x="18775" y="20770"/>
                </a:lnTo>
                <a:lnTo>
                  <a:pt x="21114" y="21940"/>
                </a:lnTo>
                <a:lnTo>
                  <a:pt x="22283" y="20771"/>
                </a:lnTo>
                <a:lnTo>
                  <a:pt x="21114" y="18432"/>
                </a:lnTo>
                <a:lnTo>
                  <a:pt x="22283" y="17270"/>
                </a:lnTo>
                <a:lnTo>
                  <a:pt x="24622" y="18439"/>
                </a:lnTo>
                <a:lnTo>
                  <a:pt x="25792" y="17270"/>
                </a:lnTo>
                <a:lnTo>
                  <a:pt x="24622" y="14931"/>
                </a:lnTo>
                <a:lnTo>
                  <a:pt x="25792" y="13761"/>
                </a:lnTo>
                <a:lnTo>
                  <a:pt x="28130" y="14931"/>
                </a:lnTo>
                <a:lnTo>
                  <a:pt x="29212" y="13849"/>
                </a:lnTo>
                <a:lnTo>
                  <a:pt x="28145" y="11233"/>
                </a:lnTo>
                <a:lnTo>
                  <a:pt x="29979" y="9968"/>
                </a:lnTo>
                <a:lnTo>
                  <a:pt x="34796" y="11986"/>
                </a:lnTo>
                <a:lnTo>
                  <a:pt x="36068" y="10429"/>
                </a:lnTo>
                <a:lnTo>
                  <a:pt x="35293" y="7542"/>
                </a:lnTo>
                <a:lnTo>
                  <a:pt x="37003" y="6730"/>
                </a:lnTo>
                <a:lnTo>
                  <a:pt x="41907" y="8360"/>
                </a:lnTo>
                <a:lnTo>
                  <a:pt x="43003" y="7030"/>
                </a:lnTo>
                <a:lnTo>
                  <a:pt x="42433" y="3924"/>
                </a:lnTo>
                <a:lnTo>
                  <a:pt x="44677" y="3259"/>
                </a:lnTo>
                <a:lnTo>
                  <a:pt x="47739" y="3829"/>
                </a:lnTo>
                <a:lnTo>
                  <a:pt x="53199" y="3829"/>
                </a:lnTo>
                <a:lnTo>
                  <a:pt x="56853" y="4121"/>
                </a:lnTo>
                <a:lnTo>
                  <a:pt x="60288" y="3829"/>
                </a:lnTo>
                <a:lnTo>
                  <a:pt x="60485" y="3815"/>
                </a:lnTo>
                <a:lnTo>
                  <a:pt x="60091" y="526"/>
                </a:lnTo>
                <a:lnTo>
                  <a:pt x="60581" y="29"/>
                </a:lnTo>
                <a:lnTo>
                  <a:pt x="64301" y="343"/>
                </a:lnTo>
                <a:lnTo>
                  <a:pt x="66983" y="0"/>
                </a:lnTo>
                <a:lnTo>
                  <a:pt x="67670" y="694"/>
                </a:lnTo>
                <a:lnTo>
                  <a:pt x="66866" y="3639"/>
                </a:lnTo>
                <a:lnTo>
                  <a:pt x="69088" y="4597"/>
                </a:lnTo>
                <a:lnTo>
                  <a:pt x="72369" y="3625"/>
                </a:lnTo>
                <a:lnTo>
                  <a:pt x="76601" y="4070"/>
                </a:lnTo>
                <a:lnTo>
                  <a:pt x="79042" y="3829"/>
                </a:lnTo>
                <a:lnTo>
                  <a:pt x="82273" y="3829"/>
                </a:lnTo>
                <a:lnTo>
                  <a:pt x="83968" y="3522"/>
                </a:lnTo>
                <a:lnTo>
                  <a:pt x="85233" y="3961"/>
                </a:lnTo>
                <a:lnTo>
                  <a:pt x="84524" y="7016"/>
                </a:lnTo>
                <a:lnTo>
                  <a:pt x="85181" y="7674"/>
                </a:lnTo>
                <a:lnTo>
                  <a:pt x="87842" y="7316"/>
                </a:lnTo>
                <a:lnTo>
                  <a:pt x="89216" y="7382"/>
                </a:lnTo>
                <a:lnTo>
                  <a:pt x="91094" y="6979"/>
                </a:lnTo>
                <a:lnTo>
                  <a:pt x="92329" y="7564"/>
                </a:lnTo>
                <a:lnTo>
                  <a:pt x="91467" y="10451"/>
                </a:lnTo>
                <a:lnTo>
                  <a:pt x="92198" y="11175"/>
                </a:lnTo>
                <a:lnTo>
                  <a:pt x="94858" y="10817"/>
                </a:lnTo>
                <a:lnTo>
                  <a:pt x="96042" y="10882"/>
                </a:lnTo>
                <a:lnTo>
                  <a:pt x="98337" y="10473"/>
                </a:lnTo>
                <a:lnTo>
                  <a:pt x="99440" y="11240"/>
                </a:lnTo>
                <a:lnTo>
                  <a:pt x="98373" y="13850"/>
                </a:lnTo>
                <a:lnTo>
                  <a:pt x="99360" y="14836"/>
                </a:lnTo>
                <a:lnTo>
                  <a:pt x="102006" y="13784"/>
                </a:lnTo>
                <a:lnTo>
                  <a:pt x="102883" y="15107"/>
                </a:lnTo>
                <a:lnTo>
                  <a:pt x="101794" y="17161"/>
                </a:lnTo>
                <a:lnTo>
                  <a:pt x="102875" y="18447"/>
                </a:lnTo>
                <a:lnTo>
                  <a:pt x="105331" y="17299"/>
                </a:lnTo>
                <a:lnTo>
                  <a:pt x="106464" y="18439"/>
                </a:lnTo>
                <a:lnTo>
                  <a:pt x="105295" y="20778"/>
                </a:lnTo>
                <a:lnTo>
                  <a:pt x="106464" y="21940"/>
                </a:lnTo>
                <a:lnTo>
                  <a:pt x="108803" y="20771"/>
                </a:lnTo>
                <a:lnTo>
                  <a:pt x="109877" y="21845"/>
                </a:lnTo>
                <a:lnTo>
                  <a:pt x="108825" y="24491"/>
                </a:lnTo>
                <a:lnTo>
                  <a:pt x="110148" y="25368"/>
                </a:lnTo>
                <a:lnTo>
                  <a:pt x="112201" y="24279"/>
                </a:lnTo>
                <a:lnTo>
                  <a:pt x="113488" y="25361"/>
                </a:lnTo>
                <a:lnTo>
                  <a:pt x="112340" y="27817"/>
                </a:lnTo>
                <a:lnTo>
                  <a:pt x="113393" y="28869"/>
                </a:lnTo>
                <a:lnTo>
                  <a:pt x="116009" y="27802"/>
                </a:lnTo>
                <a:lnTo>
                  <a:pt x="117273" y="29637"/>
                </a:lnTo>
                <a:lnTo>
                  <a:pt x="115256" y="34453"/>
                </a:lnTo>
                <a:lnTo>
                  <a:pt x="116813" y="35725"/>
                </a:lnTo>
                <a:lnTo>
                  <a:pt x="119707" y="34950"/>
                </a:lnTo>
                <a:lnTo>
                  <a:pt x="120518" y="36660"/>
                </a:lnTo>
                <a:lnTo>
                  <a:pt x="118889" y="41564"/>
                </a:lnTo>
                <a:lnTo>
                  <a:pt x="120226" y="42668"/>
                </a:lnTo>
                <a:lnTo>
                  <a:pt x="123318" y="42076"/>
                </a:lnTo>
                <a:lnTo>
                  <a:pt x="124012" y="44298"/>
                </a:lnTo>
                <a:lnTo>
                  <a:pt x="123420" y="47426"/>
                </a:lnTo>
                <a:lnTo>
                  <a:pt x="123420" y="50554"/>
                </a:lnTo>
                <a:lnTo>
                  <a:pt x="123281" y="51803"/>
                </a:lnTo>
                <a:lnTo>
                  <a:pt x="123544" y="53982"/>
                </a:lnTo>
                <a:lnTo>
                  <a:pt x="122696" y="59353"/>
                </a:lnTo>
                <a:lnTo>
                  <a:pt x="123617" y="60106"/>
                </a:lnTo>
                <a:lnTo>
                  <a:pt x="126921" y="59799"/>
                </a:lnTo>
                <a:lnTo>
                  <a:pt x="126979" y="61670"/>
                </a:lnTo>
                <a:lnTo>
                  <a:pt x="127600" y="65398"/>
                </a:lnTo>
                <a:lnTo>
                  <a:pt x="126738" y="67407"/>
                </a:lnTo>
                <a:lnTo>
                  <a:pt x="123785" y="66596"/>
                </a:lnTo>
                <a:lnTo>
                  <a:pt x="123025" y="67356"/>
                </a:lnTo>
                <a:lnTo>
                  <a:pt x="123522" y="69885"/>
                </a:lnTo>
                <a:lnTo>
                  <a:pt x="123033" y="72640"/>
                </a:lnTo>
                <a:lnTo>
                  <a:pt x="123420" y="75272"/>
                </a:lnTo>
                <a:lnTo>
                  <a:pt x="123420" y="79488"/>
                </a:lnTo>
                <a:lnTo>
                  <a:pt x="124005" y="82602"/>
                </a:lnTo>
                <a:lnTo>
                  <a:pt x="123310" y="84853"/>
                </a:lnTo>
                <a:lnTo>
                  <a:pt x="120211" y="84203"/>
                </a:lnTo>
                <a:lnTo>
                  <a:pt x="119583" y="84831"/>
                </a:lnTo>
                <a:lnTo>
                  <a:pt x="119934" y="87499"/>
                </a:lnTo>
                <a:lnTo>
                  <a:pt x="119868" y="88873"/>
                </a:lnTo>
                <a:lnTo>
                  <a:pt x="120277" y="90751"/>
                </a:lnTo>
                <a:lnTo>
                  <a:pt x="119685" y="91986"/>
                </a:lnTo>
                <a:lnTo>
                  <a:pt x="116798" y="91124"/>
                </a:lnTo>
                <a:lnTo>
                  <a:pt x="116067" y="91848"/>
                </a:lnTo>
                <a:lnTo>
                  <a:pt x="116426" y="94515"/>
                </a:lnTo>
                <a:lnTo>
                  <a:pt x="116367" y="95685"/>
                </a:lnTo>
                <a:lnTo>
                  <a:pt x="116776" y="98023"/>
                </a:lnTo>
                <a:lnTo>
                  <a:pt x="115987" y="99112"/>
                </a:lnTo>
                <a:lnTo>
                  <a:pt x="113407" y="98023"/>
                </a:lnTo>
                <a:lnTo>
                  <a:pt x="112406" y="99025"/>
                </a:lnTo>
                <a:lnTo>
                  <a:pt x="113458" y="101670"/>
                </a:lnTo>
                <a:lnTo>
                  <a:pt x="112135" y="102547"/>
                </a:lnTo>
                <a:lnTo>
                  <a:pt x="110082" y="101451"/>
                </a:lnTo>
                <a:lnTo>
                  <a:pt x="108796" y="102533"/>
                </a:lnTo>
                <a:lnTo>
                  <a:pt x="109943" y="104988"/>
                </a:lnTo>
                <a:lnTo>
                  <a:pt x="108803" y="106129"/>
                </a:lnTo>
                <a:lnTo>
                  <a:pt x="106464" y="104959"/>
                </a:lnTo>
                <a:lnTo>
                  <a:pt x="105295" y="106129"/>
                </a:lnTo>
                <a:lnTo>
                  <a:pt x="106464" y="108467"/>
                </a:lnTo>
                <a:lnTo>
                  <a:pt x="105390" y="109535"/>
                </a:lnTo>
                <a:lnTo>
                  <a:pt x="102744" y="108482"/>
                </a:lnTo>
                <a:lnTo>
                  <a:pt x="101911" y="109747"/>
                </a:lnTo>
                <a:lnTo>
                  <a:pt x="102963" y="111968"/>
                </a:lnTo>
                <a:lnTo>
                  <a:pt x="101794" y="113138"/>
                </a:lnTo>
                <a:lnTo>
                  <a:pt x="99455" y="111969"/>
                </a:lnTo>
                <a:lnTo>
                  <a:pt x="98381" y="113043"/>
                </a:lnTo>
                <a:lnTo>
                  <a:pt x="99433" y="115688"/>
                </a:lnTo>
                <a:lnTo>
                  <a:pt x="98059" y="116602"/>
                </a:lnTo>
                <a:lnTo>
                  <a:pt x="96188" y="115528"/>
                </a:lnTo>
                <a:lnTo>
                  <a:pt x="94661" y="116515"/>
                </a:lnTo>
                <a:lnTo>
                  <a:pt x="92439" y="115477"/>
                </a:lnTo>
                <a:lnTo>
                  <a:pt x="91372" y="116551"/>
                </a:lnTo>
                <a:lnTo>
                  <a:pt x="92424" y="119197"/>
                </a:lnTo>
                <a:lnTo>
                  <a:pt x="91050" y="120110"/>
                </a:lnTo>
                <a:lnTo>
                  <a:pt x="89179" y="119043"/>
                </a:lnTo>
                <a:lnTo>
                  <a:pt x="87652" y="120023"/>
                </a:lnTo>
                <a:lnTo>
                  <a:pt x="85430" y="118985"/>
                </a:lnTo>
                <a:lnTo>
                  <a:pt x="84546" y="119869"/>
                </a:lnTo>
                <a:lnTo>
                  <a:pt x="85203" y="122968"/>
                </a:lnTo>
                <a:lnTo>
                  <a:pt x="82945" y="123662"/>
                </a:lnTo>
                <a:lnTo>
                  <a:pt x="79831" y="123078"/>
                </a:lnTo>
                <a:lnTo>
                  <a:pt x="75614" y="123078"/>
                </a:lnTo>
                <a:lnTo>
                  <a:pt x="72991" y="122690"/>
                </a:lnTo>
                <a:lnTo>
                  <a:pt x="70228" y="123180"/>
                </a:lnTo>
                <a:lnTo>
                  <a:pt x="67699" y="122683"/>
                </a:lnTo>
                <a:lnTo>
                  <a:pt x="66939" y="123443"/>
                </a:lnTo>
                <a:lnTo>
                  <a:pt x="67750" y="126396"/>
                </a:lnTo>
                <a:lnTo>
                  <a:pt x="65740" y="1272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5885487" y="9694186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55275" y="113460"/>
                </a:moveTo>
                <a:lnTo>
                  <a:pt x="52695" y="112817"/>
                </a:lnTo>
                <a:lnTo>
                  <a:pt x="50239" y="113401"/>
                </a:lnTo>
                <a:lnTo>
                  <a:pt x="49559" y="112722"/>
                </a:lnTo>
                <a:lnTo>
                  <a:pt x="50085" y="109513"/>
                </a:lnTo>
                <a:lnTo>
                  <a:pt x="47674" y="109031"/>
                </a:lnTo>
                <a:lnTo>
                  <a:pt x="44969" y="109462"/>
                </a:lnTo>
                <a:lnTo>
                  <a:pt x="40920" y="109462"/>
                </a:lnTo>
                <a:lnTo>
                  <a:pt x="37500" y="110120"/>
                </a:lnTo>
                <a:lnTo>
                  <a:pt x="35366" y="109309"/>
                </a:lnTo>
                <a:lnTo>
                  <a:pt x="36119" y="106297"/>
                </a:lnTo>
                <a:lnTo>
                  <a:pt x="35190" y="105369"/>
                </a:lnTo>
                <a:lnTo>
                  <a:pt x="32969" y="106422"/>
                </a:lnTo>
                <a:lnTo>
                  <a:pt x="31565" y="105486"/>
                </a:lnTo>
                <a:lnTo>
                  <a:pt x="29344" y="106538"/>
                </a:lnTo>
                <a:lnTo>
                  <a:pt x="28291" y="105486"/>
                </a:lnTo>
                <a:lnTo>
                  <a:pt x="29307" y="102782"/>
                </a:lnTo>
                <a:lnTo>
                  <a:pt x="28050" y="102007"/>
                </a:lnTo>
                <a:lnTo>
                  <a:pt x="25828" y="103023"/>
                </a:lnTo>
                <a:lnTo>
                  <a:pt x="24885" y="102080"/>
                </a:lnTo>
                <a:lnTo>
                  <a:pt x="25697" y="99127"/>
                </a:lnTo>
                <a:lnTo>
                  <a:pt x="23716" y="98287"/>
                </a:lnTo>
                <a:lnTo>
                  <a:pt x="19433" y="100027"/>
                </a:lnTo>
                <a:lnTo>
                  <a:pt x="17642" y="98404"/>
                </a:lnTo>
                <a:lnTo>
                  <a:pt x="18804" y="96007"/>
                </a:lnTo>
                <a:lnTo>
                  <a:pt x="17745" y="94947"/>
                </a:lnTo>
                <a:lnTo>
                  <a:pt x="15099" y="95999"/>
                </a:lnTo>
                <a:lnTo>
                  <a:pt x="14185" y="94625"/>
                </a:lnTo>
                <a:lnTo>
                  <a:pt x="15253" y="92754"/>
                </a:lnTo>
                <a:lnTo>
                  <a:pt x="14273" y="91227"/>
                </a:lnTo>
                <a:lnTo>
                  <a:pt x="15311" y="89005"/>
                </a:lnTo>
                <a:lnTo>
                  <a:pt x="14251" y="87952"/>
                </a:lnTo>
                <a:lnTo>
                  <a:pt x="11576" y="88983"/>
                </a:lnTo>
                <a:lnTo>
                  <a:pt x="10765" y="87726"/>
                </a:lnTo>
                <a:lnTo>
                  <a:pt x="11803" y="85504"/>
                </a:lnTo>
                <a:lnTo>
                  <a:pt x="10728" y="84430"/>
                </a:lnTo>
                <a:lnTo>
                  <a:pt x="8083" y="85482"/>
                </a:lnTo>
                <a:lnTo>
                  <a:pt x="7169" y="84108"/>
                </a:lnTo>
                <a:lnTo>
                  <a:pt x="8236" y="82237"/>
                </a:lnTo>
                <a:lnTo>
                  <a:pt x="7257" y="80702"/>
                </a:lnTo>
                <a:lnTo>
                  <a:pt x="8295" y="78488"/>
                </a:lnTo>
                <a:lnTo>
                  <a:pt x="7367" y="77559"/>
                </a:lnTo>
                <a:lnTo>
                  <a:pt x="4363" y="78319"/>
                </a:lnTo>
                <a:lnTo>
                  <a:pt x="3537" y="76193"/>
                </a:lnTo>
                <a:lnTo>
                  <a:pt x="4202" y="72743"/>
                </a:lnTo>
                <a:lnTo>
                  <a:pt x="4202" y="68804"/>
                </a:lnTo>
                <a:lnTo>
                  <a:pt x="4728" y="65873"/>
                </a:lnTo>
                <a:lnTo>
                  <a:pt x="4114" y="63549"/>
                </a:lnTo>
                <a:lnTo>
                  <a:pt x="972" y="64155"/>
                </a:lnTo>
                <a:lnTo>
                  <a:pt x="365" y="63541"/>
                </a:lnTo>
                <a:lnTo>
                  <a:pt x="723" y="60874"/>
                </a:lnTo>
                <a:lnTo>
                  <a:pt x="694" y="55063"/>
                </a:lnTo>
                <a:lnTo>
                  <a:pt x="0" y="51453"/>
                </a:lnTo>
                <a:lnTo>
                  <a:pt x="884" y="49399"/>
                </a:lnTo>
                <a:lnTo>
                  <a:pt x="3836" y="50203"/>
                </a:lnTo>
                <a:lnTo>
                  <a:pt x="4597" y="49443"/>
                </a:lnTo>
                <a:lnTo>
                  <a:pt x="4100" y="46914"/>
                </a:lnTo>
                <a:lnTo>
                  <a:pt x="4582" y="44151"/>
                </a:lnTo>
                <a:lnTo>
                  <a:pt x="4202" y="41528"/>
                </a:lnTo>
                <a:lnTo>
                  <a:pt x="4202" y="38422"/>
                </a:lnTo>
                <a:lnTo>
                  <a:pt x="3880" y="36631"/>
                </a:lnTo>
                <a:lnTo>
                  <a:pt x="4363" y="35388"/>
                </a:lnTo>
                <a:lnTo>
                  <a:pt x="7367" y="36149"/>
                </a:lnTo>
                <a:lnTo>
                  <a:pt x="8039" y="35476"/>
                </a:lnTo>
                <a:lnTo>
                  <a:pt x="7688" y="32809"/>
                </a:lnTo>
                <a:lnTo>
                  <a:pt x="7747" y="31610"/>
                </a:lnTo>
                <a:lnTo>
                  <a:pt x="7337" y="29329"/>
                </a:lnTo>
                <a:lnTo>
                  <a:pt x="8097" y="28218"/>
                </a:lnTo>
                <a:lnTo>
                  <a:pt x="10721" y="29286"/>
                </a:lnTo>
                <a:lnTo>
                  <a:pt x="11708" y="28299"/>
                </a:lnTo>
                <a:lnTo>
                  <a:pt x="10655" y="25653"/>
                </a:lnTo>
                <a:lnTo>
                  <a:pt x="11620" y="25010"/>
                </a:lnTo>
                <a:lnTo>
                  <a:pt x="14558" y="25668"/>
                </a:lnTo>
                <a:lnTo>
                  <a:pt x="15062" y="24528"/>
                </a:lnTo>
                <a:lnTo>
                  <a:pt x="14726" y="22605"/>
                </a:lnTo>
                <a:lnTo>
                  <a:pt x="14726" y="21261"/>
                </a:lnTo>
                <a:lnTo>
                  <a:pt x="14405" y="18607"/>
                </a:lnTo>
                <a:lnTo>
                  <a:pt x="15274" y="17672"/>
                </a:lnTo>
                <a:lnTo>
                  <a:pt x="17664" y="18834"/>
                </a:lnTo>
                <a:lnTo>
                  <a:pt x="18724" y="17774"/>
                </a:lnTo>
                <a:lnTo>
                  <a:pt x="17672" y="15129"/>
                </a:lnTo>
                <a:lnTo>
                  <a:pt x="19046" y="14215"/>
                </a:lnTo>
                <a:lnTo>
                  <a:pt x="20917" y="15282"/>
                </a:lnTo>
                <a:lnTo>
                  <a:pt x="22451" y="14302"/>
                </a:lnTo>
                <a:lnTo>
                  <a:pt x="24673" y="15340"/>
                </a:lnTo>
                <a:lnTo>
                  <a:pt x="25733" y="14281"/>
                </a:lnTo>
                <a:lnTo>
                  <a:pt x="24702" y="11606"/>
                </a:lnTo>
                <a:lnTo>
                  <a:pt x="25960" y="10802"/>
                </a:lnTo>
                <a:lnTo>
                  <a:pt x="28181" y="11832"/>
                </a:lnTo>
                <a:lnTo>
                  <a:pt x="29248" y="10765"/>
                </a:lnTo>
                <a:lnTo>
                  <a:pt x="28196" y="8120"/>
                </a:lnTo>
                <a:lnTo>
                  <a:pt x="29570" y="7206"/>
                </a:lnTo>
                <a:lnTo>
                  <a:pt x="31441" y="8273"/>
                </a:lnTo>
                <a:lnTo>
                  <a:pt x="32976" y="7293"/>
                </a:lnTo>
                <a:lnTo>
                  <a:pt x="35198" y="8331"/>
                </a:lnTo>
                <a:lnTo>
                  <a:pt x="36082" y="7440"/>
                </a:lnTo>
                <a:lnTo>
                  <a:pt x="35409" y="4356"/>
                </a:lnTo>
                <a:lnTo>
                  <a:pt x="37646" y="3646"/>
                </a:lnTo>
                <a:lnTo>
                  <a:pt x="40803" y="4246"/>
                </a:lnTo>
                <a:lnTo>
                  <a:pt x="45057" y="4246"/>
                </a:lnTo>
                <a:lnTo>
                  <a:pt x="47542" y="4538"/>
                </a:lnTo>
                <a:lnTo>
                  <a:pt x="49808" y="4246"/>
                </a:lnTo>
                <a:lnTo>
                  <a:pt x="50034" y="4209"/>
                </a:lnTo>
                <a:lnTo>
                  <a:pt x="49581" y="957"/>
                </a:lnTo>
                <a:lnTo>
                  <a:pt x="50107" y="438"/>
                </a:lnTo>
                <a:lnTo>
                  <a:pt x="54449" y="760"/>
                </a:lnTo>
                <a:lnTo>
                  <a:pt x="55706" y="584"/>
                </a:lnTo>
                <a:lnTo>
                  <a:pt x="57891" y="884"/>
                </a:lnTo>
                <a:lnTo>
                  <a:pt x="63234" y="0"/>
                </a:lnTo>
                <a:lnTo>
                  <a:pt x="64118" y="1074"/>
                </a:lnTo>
                <a:lnTo>
                  <a:pt x="63489" y="4122"/>
                </a:lnTo>
                <a:lnTo>
                  <a:pt x="64717" y="4546"/>
                </a:lnTo>
                <a:lnTo>
                  <a:pt x="66413" y="4246"/>
                </a:lnTo>
                <a:lnTo>
                  <a:pt x="68335" y="4246"/>
                </a:lnTo>
                <a:lnTo>
                  <a:pt x="69914" y="3968"/>
                </a:lnTo>
                <a:lnTo>
                  <a:pt x="72925" y="4853"/>
                </a:lnTo>
                <a:lnTo>
                  <a:pt x="75899" y="3398"/>
                </a:lnTo>
                <a:lnTo>
                  <a:pt x="78311" y="4429"/>
                </a:lnTo>
                <a:lnTo>
                  <a:pt x="77507" y="7381"/>
                </a:lnTo>
                <a:lnTo>
                  <a:pt x="78399" y="8273"/>
                </a:lnTo>
                <a:lnTo>
                  <a:pt x="80679" y="7425"/>
                </a:lnTo>
                <a:lnTo>
                  <a:pt x="82082" y="8076"/>
                </a:lnTo>
                <a:lnTo>
                  <a:pt x="84363" y="7221"/>
                </a:lnTo>
                <a:lnTo>
                  <a:pt x="85474" y="8331"/>
                </a:lnTo>
                <a:lnTo>
                  <a:pt x="84304" y="10670"/>
                </a:lnTo>
                <a:lnTo>
                  <a:pt x="85474" y="11840"/>
                </a:lnTo>
                <a:lnTo>
                  <a:pt x="87812" y="10670"/>
                </a:lnTo>
                <a:lnTo>
                  <a:pt x="88887" y="11745"/>
                </a:lnTo>
                <a:lnTo>
                  <a:pt x="87834" y="14390"/>
                </a:lnTo>
                <a:lnTo>
                  <a:pt x="90005" y="15823"/>
                </a:lnTo>
                <a:lnTo>
                  <a:pt x="93616" y="13988"/>
                </a:lnTo>
                <a:lnTo>
                  <a:pt x="95852" y="14946"/>
                </a:lnTo>
                <a:lnTo>
                  <a:pt x="95048" y="17899"/>
                </a:lnTo>
                <a:lnTo>
                  <a:pt x="95984" y="18834"/>
                </a:lnTo>
                <a:lnTo>
                  <a:pt x="98388" y="17672"/>
                </a:lnTo>
                <a:lnTo>
                  <a:pt x="100011" y="19463"/>
                </a:lnTo>
                <a:lnTo>
                  <a:pt x="98264" y="23738"/>
                </a:lnTo>
                <a:lnTo>
                  <a:pt x="99112" y="25719"/>
                </a:lnTo>
                <a:lnTo>
                  <a:pt x="102064" y="24908"/>
                </a:lnTo>
                <a:lnTo>
                  <a:pt x="103007" y="25858"/>
                </a:lnTo>
                <a:lnTo>
                  <a:pt x="101991" y="28080"/>
                </a:lnTo>
                <a:lnTo>
                  <a:pt x="102766" y="29337"/>
                </a:lnTo>
                <a:lnTo>
                  <a:pt x="105470" y="28321"/>
                </a:lnTo>
                <a:lnTo>
                  <a:pt x="106522" y="29373"/>
                </a:lnTo>
                <a:lnTo>
                  <a:pt x="105470" y="31595"/>
                </a:lnTo>
                <a:lnTo>
                  <a:pt x="106405" y="32999"/>
                </a:lnTo>
                <a:lnTo>
                  <a:pt x="105353" y="35220"/>
                </a:lnTo>
                <a:lnTo>
                  <a:pt x="106289" y="36149"/>
                </a:lnTo>
                <a:lnTo>
                  <a:pt x="109285" y="35388"/>
                </a:lnTo>
                <a:lnTo>
                  <a:pt x="110111" y="37508"/>
                </a:lnTo>
                <a:lnTo>
                  <a:pt x="109446" y="40972"/>
                </a:lnTo>
                <a:lnTo>
                  <a:pt x="109446" y="43881"/>
                </a:lnTo>
                <a:lnTo>
                  <a:pt x="109219" y="45292"/>
                </a:lnTo>
                <a:lnTo>
                  <a:pt x="109577" y="46936"/>
                </a:lnTo>
                <a:lnTo>
                  <a:pt x="109037" y="49421"/>
                </a:lnTo>
                <a:lnTo>
                  <a:pt x="109936" y="50327"/>
                </a:lnTo>
                <a:lnTo>
                  <a:pt x="112581" y="49275"/>
                </a:lnTo>
                <a:lnTo>
                  <a:pt x="113327" y="50400"/>
                </a:lnTo>
                <a:lnTo>
                  <a:pt x="112925" y="52652"/>
                </a:lnTo>
                <a:lnTo>
                  <a:pt x="113056" y="55363"/>
                </a:lnTo>
                <a:lnTo>
                  <a:pt x="113444" y="58411"/>
                </a:lnTo>
                <a:lnTo>
                  <a:pt x="112801" y="60983"/>
                </a:lnTo>
                <a:lnTo>
                  <a:pt x="113385" y="63439"/>
                </a:lnTo>
                <a:lnTo>
                  <a:pt x="112706" y="64119"/>
                </a:lnTo>
                <a:lnTo>
                  <a:pt x="109504" y="63593"/>
                </a:lnTo>
                <a:lnTo>
                  <a:pt x="109022" y="66004"/>
                </a:lnTo>
                <a:lnTo>
                  <a:pt x="109446" y="68709"/>
                </a:lnTo>
                <a:lnTo>
                  <a:pt x="109446" y="72758"/>
                </a:lnTo>
                <a:lnTo>
                  <a:pt x="110104" y="76178"/>
                </a:lnTo>
                <a:lnTo>
                  <a:pt x="109292" y="78312"/>
                </a:lnTo>
                <a:lnTo>
                  <a:pt x="106281" y="77559"/>
                </a:lnTo>
                <a:lnTo>
                  <a:pt x="105609" y="78232"/>
                </a:lnTo>
                <a:lnTo>
                  <a:pt x="105967" y="80899"/>
                </a:lnTo>
                <a:lnTo>
                  <a:pt x="105894" y="82208"/>
                </a:lnTo>
                <a:lnTo>
                  <a:pt x="106310" y="84239"/>
                </a:lnTo>
                <a:lnTo>
                  <a:pt x="105660" y="85431"/>
                </a:lnTo>
                <a:lnTo>
                  <a:pt x="102861" y="84488"/>
                </a:lnTo>
                <a:lnTo>
                  <a:pt x="101852" y="85504"/>
                </a:lnTo>
                <a:lnTo>
                  <a:pt x="102883" y="87726"/>
                </a:lnTo>
                <a:lnTo>
                  <a:pt x="102079" y="88983"/>
                </a:lnTo>
                <a:lnTo>
                  <a:pt x="99404" y="87952"/>
                </a:lnTo>
                <a:lnTo>
                  <a:pt x="98593" y="88764"/>
                </a:lnTo>
                <a:lnTo>
                  <a:pt x="98951" y="91424"/>
                </a:lnTo>
                <a:lnTo>
                  <a:pt x="98878" y="92725"/>
                </a:lnTo>
                <a:lnTo>
                  <a:pt x="99294" y="94757"/>
                </a:lnTo>
                <a:lnTo>
                  <a:pt x="98644" y="95948"/>
                </a:lnTo>
                <a:lnTo>
                  <a:pt x="95845" y="95005"/>
                </a:lnTo>
                <a:lnTo>
                  <a:pt x="94843" y="96007"/>
                </a:lnTo>
                <a:lnTo>
                  <a:pt x="96005" y="98411"/>
                </a:lnTo>
                <a:lnTo>
                  <a:pt x="94215" y="100027"/>
                </a:lnTo>
                <a:lnTo>
                  <a:pt x="89939" y="98280"/>
                </a:lnTo>
                <a:lnTo>
                  <a:pt x="87959" y="99127"/>
                </a:lnTo>
                <a:lnTo>
                  <a:pt x="88763" y="102080"/>
                </a:lnTo>
                <a:lnTo>
                  <a:pt x="87820" y="103023"/>
                </a:lnTo>
                <a:lnTo>
                  <a:pt x="85598" y="102007"/>
                </a:lnTo>
                <a:lnTo>
                  <a:pt x="84341" y="102789"/>
                </a:lnTo>
                <a:lnTo>
                  <a:pt x="85357" y="105486"/>
                </a:lnTo>
                <a:lnTo>
                  <a:pt x="84304" y="106538"/>
                </a:lnTo>
                <a:lnTo>
                  <a:pt x="82082" y="105486"/>
                </a:lnTo>
                <a:lnTo>
                  <a:pt x="80679" y="106422"/>
                </a:lnTo>
                <a:lnTo>
                  <a:pt x="78457" y="105369"/>
                </a:lnTo>
                <a:lnTo>
                  <a:pt x="77522" y="106297"/>
                </a:lnTo>
                <a:lnTo>
                  <a:pt x="78289" y="109301"/>
                </a:lnTo>
                <a:lnTo>
                  <a:pt x="76170" y="110127"/>
                </a:lnTo>
                <a:lnTo>
                  <a:pt x="72706" y="109462"/>
                </a:lnTo>
                <a:lnTo>
                  <a:pt x="69789" y="109462"/>
                </a:lnTo>
                <a:lnTo>
                  <a:pt x="68379" y="109235"/>
                </a:lnTo>
                <a:lnTo>
                  <a:pt x="66742" y="109594"/>
                </a:lnTo>
                <a:lnTo>
                  <a:pt x="64250" y="109045"/>
                </a:lnTo>
                <a:lnTo>
                  <a:pt x="63351" y="109952"/>
                </a:lnTo>
                <a:lnTo>
                  <a:pt x="64403" y="112597"/>
                </a:lnTo>
                <a:lnTo>
                  <a:pt x="63285" y="113336"/>
                </a:lnTo>
                <a:lnTo>
                  <a:pt x="61019" y="112941"/>
                </a:lnTo>
                <a:lnTo>
                  <a:pt x="58300" y="113058"/>
                </a:lnTo>
                <a:lnTo>
                  <a:pt x="55275" y="113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15682372" y="9701590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47477" y="99215"/>
                </a:moveTo>
                <a:lnTo>
                  <a:pt x="45503" y="98367"/>
                </a:lnTo>
                <a:lnTo>
                  <a:pt x="46314" y="95415"/>
                </a:lnTo>
                <a:lnTo>
                  <a:pt x="45554" y="94662"/>
                </a:lnTo>
                <a:lnTo>
                  <a:pt x="43018" y="95152"/>
                </a:lnTo>
                <a:lnTo>
                  <a:pt x="40256" y="94669"/>
                </a:lnTo>
                <a:lnTo>
                  <a:pt x="37632" y="95049"/>
                </a:lnTo>
                <a:lnTo>
                  <a:pt x="34496" y="95049"/>
                </a:lnTo>
                <a:lnTo>
                  <a:pt x="32764" y="95363"/>
                </a:lnTo>
                <a:lnTo>
                  <a:pt x="31514" y="94910"/>
                </a:lnTo>
                <a:lnTo>
                  <a:pt x="32238" y="91870"/>
                </a:lnTo>
                <a:lnTo>
                  <a:pt x="31324" y="90964"/>
                </a:lnTo>
                <a:lnTo>
                  <a:pt x="29103" y="92009"/>
                </a:lnTo>
                <a:lnTo>
                  <a:pt x="27699" y="91081"/>
                </a:lnTo>
                <a:lnTo>
                  <a:pt x="25477" y="92133"/>
                </a:lnTo>
                <a:lnTo>
                  <a:pt x="24462" y="91117"/>
                </a:lnTo>
                <a:lnTo>
                  <a:pt x="25397" y="88311"/>
                </a:lnTo>
                <a:lnTo>
                  <a:pt x="23066" y="87061"/>
                </a:lnTo>
                <a:lnTo>
                  <a:pt x="19791" y="88859"/>
                </a:lnTo>
                <a:lnTo>
                  <a:pt x="17431" y="87857"/>
                </a:lnTo>
                <a:lnTo>
                  <a:pt x="18242" y="84905"/>
                </a:lnTo>
                <a:lnTo>
                  <a:pt x="17292" y="83955"/>
                </a:lnTo>
                <a:lnTo>
                  <a:pt x="14953" y="85124"/>
                </a:lnTo>
                <a:lnTo>
                  <a:pt x="13784" y="83955"/>
                </a:lnTo>
                <a:lnTo>
                  <a:pt x="14953" y="81616"/>
                </a:lnTo>
                <a:lnTo>
                  <a:pt x="14003" y="80666"/>
                </a:lnTo>
                <a:lnTo>
                  <a:pt x="11050" y="81477"/>
                </a:lnTo>
                <a:lnTo>
                  <a:pt x="10042" y="79116"/>
                </a:lnTo>
                <a:lnTo>
                  <a:pt x="11840" y="75842"/>
                </a:lnTo>
                <a:lnTo>
                  <a:pt x="10582" y="73510"/>
                </a:lnTo>
                <a:lnTo>
                  <a:pt x="7783" y="74446"/>
                </a:lnTo>
                <a:lnTo>
                  <a:pt x="6767" y="73430"/>
                </a:lnTo>
                <a:lnTo>
                  <a:pt x="7820" y="71208"/>
                </a:lnTo>
                <a:lnTo>
                  <a:pt x="6884" y="69805"/>
                </a:lnTo>
                <a:lnTo>
                  <a:pt x="7937" y="67583"/>
                </a:lnTo>
                <a:lnTo>
                  <a:pt x="7023" y="66669"/>
                </a:lnTo>
                <a:lnTo>
                  <a:pt x="3990" y="67393"/>
                </a:lnTo>
                <a:lnTo>
                  <a:pt x="3201" y="65222"/>
                </a:lnTo>
                <a:lnTo>
                  <a:pt x="3844" y="61890"/>
                </a:lnTo>
                <a:lnTo>
                  <a:pt x="3844" y="57899"/>
                </a:lnTo>
                <a:lnTo>
                  <a:pt x="4370" y="54968"/>
                </a:lnTo>
                <a:lnTo>
                  <a:pt x="3756" y="52644"/>
                </a:lnTo>
                <a:lnTo>
                  <a:pt x="613" y="53244"/>
                </a:lnTo>
                <a:lnTo>
                  <a:pt x="0" y="52637"/>
                </a:lnTo>
                <a:lnTo>
                  <a:pt x="358" y="49969"/>
                </a:lnTo>
                <a:lnTo>
                  <a:pt x="343" y="45781"/>
                </a:lnTo>
                <a:lnTo>
                  <a:pt x="3654" y="46139"/>
                </a:lnTo>
                <a:lnTo>
                  <a:pt x="4173" y="45620"/>
                </a:lnTo>
                <a:lnTo>
                  <a:pt x="3815" y="42953"/>
                </a:lnTo>
                <a:lnTo>
                  <a:pt x="3902" y="41272"/>
                </a:lnTo>
                <a:lnTo>
                  <a:pt x="3778" y="40102"/>
                </a:lnTo>
                <a:lnTo>
                  <a:pt x="3910" y="37771"/>
                </a:lnTo>
                <a:lnTo>
                  <a:pt x="3844" y="34482"/>
                </a:lnTo>
                <a:lnTo>
                  <a:pt x="3544" y="32808"/>
                </a:lnTo>
                <a:lnTo>
                  <a:pt x="3968" y="31537"/>
                </a:lnTo>
                <a:lnTo>
                  <a:pt x="7038" y="32231"/>
                </a:lnTo>
                <a:lnTo>
                  <a:pt x="7681" y="31580"/>
                </a:lnTo>
                <a:lnTo>
                  <a:pt x="7323" y="28920"/>
                </a:lnTo>
                <a:lnTo>
                  <a:pt x="7396" y="27546"/>
                </a:lnTo>
                <a:lnTo>
                  <a:pt x="6987" y="25668"/>
                </a:lnTo>
                <a:lnTo>
                  <a:pt x="7571" y="24432"/>
                </a:lnTo>
                <a:lnTo>
                  <a:pt x="10466" y="25295"/>
                </a:lnTo>
                <a:lnTo>
                  <a:pt x="11189" y="24564"/>
                </a:lnTo>
                <a:lnTo>
                  <a:pt x="10831" y="21904"/>
                </a:lnTo>
                <a:lnTo>
                  <a:pt x="10889" y="20785"/>
                </a:lnTo>
                <a:lnTo>
                  <a:pt x="10502" y="18330"/>
                </a:lnTo>
                <a:lnTo>
                  <a:pt x="11335" y="17292"/>
                </a:lnTo>
                <a:lnTo>
                  <a:pt x="13820" y="18425"/>
                </a:lnTo>
                <a:lnTo>
                  <a:pt x="14858" y="17394"/>
                </a:lnTo>
                <a:lnTo>
                  <a:pt x="13806" y="14748"/>
                </a:lnTo>
                <a:lnTo>
                  <a:pt x="15128" y="13864"/>
                </a:lnTo>
                <a:lnTo>
                  <a:pt x="17182" y="14960"/>
                </a:lnTo>
                <a:lnTo>
                  <a:pt x="18469" y="13879"/>
                </a:lnTo>
                <a:lnTo>
                  <a:pt x="17321" y="11423"/>
                </a:lnTo>
                <a:lnTo>
                  <a:pt x="18454" y="10290"/>
                </a:lnTo>
                <a:lnTo>
                  <a:pt x="20676" y="11306"/>
                </a:lnTo>
                <a:lnTo>
                  <a:pt x="22094" y="10429"/>
                </a:lnTo>
                <a:lnTo>
                  <a:pt x="24315" y="11445"/>
                </a:lnTo>
                <a:lnTo>
                  <a:pt x="25383" y="10378"/>
                </a:lnTo>
                <a:lnTo>
                  <a:pt x="24330" y="7732"/>
                </a:lnTo>
                <a:lnTo>
                  <a:pt x="25704" y="6818"/>
                </a:lnTo>
                <a:lnTo>
                  <a:pt x="27575" y="7885"/>
                </a:lnTo>
                <a:lnTo>
                  <a:pt x="29110" y="6906"/>
                </a:lnTo>
                <a:lnTo>
                  <a:pt x="31332" y="7944"/>
                </a:lnTo>
                <a:lnTo>
                  <a:pt x="32194" y="7074"/>
                </a:lnTo>
                <a:lnTo>
                  <a:pt x="31580" y="3946"/>
                </a:lnTo>
                <a:lnTo>
                  <a:pt x="33882" y="3310"/>
                </a:lnTo>
                <a:lnTo>
                  <a:pt x="36872" y="3858"/>
                </a:lnTo>
                <a:lnTo>
                  <a:pt x="41191" y="3858"/>
                </a:lnTo>
                <a:lnTo>
                  <a:pt x="43676" y="4077"/>
                </a:lnTo>
                <a:lnTo>
                  <a:pt x="45942" y="3859"/>
                </a:lnTo>
                <a:lnTo>
                  <a:pt x="46146" y="3837"/>
                </a:lnTo>
                <a:lnTo>
                  <a:pt x="45737" y="555"/>
                </a:lnTo>
                <a:lnTo>
                  <a:pt x="46212" y="80"/>
                </a:lnTo>
                <a:lnTo>
                  <a:pt x="49991" y="401"/>
                </a:lnTo>
                <a:lnTo>
                  <a:pt x="52607" y="0"/>
                </a:lnTo>
                <a:lnTo>
                  <a:pt x="53331" y="723"/>
                </a:lnTo>
                <a:lnTo>
                  <a:pt x="52520" y="3676"/>
                </a:lnTo>
                <a:lnTo>
                  <a:pt x="54924" y="4699"/>
                </a:lnTo>
                <a:lnTo>
                  <a:pt x="57906" y="3274"/>
                </a:lnTo>
                <a:lnTo>
                  <a:pt x="61158" y="4188"/>
                </a:lnTo>
                <a:lnTo>
                  <a:pt x="66282" y="2989"/>
                </a:lnTo>
                <a:lnTo>
                  <a:pt x="67290" y="4217"/>
                </a:lnTo>
                <a:lnTo>
                  <a:pt x="66611" y="7213"/>
                </a:lnTo>
                <a:lnTo>
                  <a:pt x="69000" y="8149"/>
                </a:lnTo>
                <a:lnTo>
                  <a:pt x="72026" y="6512"/>
                </a:lnTo>
                <a:lnTo>
                  <a:pt x="74445" y="7549"/>
                </a:lnTo>
                <a:lnTo>
                  <a:pt x="73634" y="10502"/>
                </a:lnTo>
                <a:lnTo>
                  <a:pt x="74548" y="11409"/>
                </a:lnTo>
                <a:lnTo>
                  <a:pt x="76806" y="10502"/>
                </a:lnTo>
                <a:lnTo>
                  <a:pt x="78224" y="11226"/>
                </a:lnTo>
                <a:lnTo>
                  <a:pt x="80475" y="10319"/>
                </a:lnTo>
                <a:lnTo>
                  <a:pt x="81513" y="11357"/>
                </a:lnTo>
                <a:lnTo>
                  <a:pt x="80460" y="14003"/>
                </a:lnTo>
                <a:lnTo>
                  <a:pt x="81725" y="14844"/>
                </a:lnTo>
                <a:lnTo>
                  <a:pt x="83947" y="13791"/>
                </a:lnTo>
                <a:lnTo>
                  <a:pt x="85116" y="14960"/>
                </a:lnTo>
                <a:lnTo>
                  <a:pt x="83947" y="17299"/>
                </a:lnTo>
                <a:lnTo>
                  <a:pt x="84897" y="18249"/>
                </a:lnTo>
                <a:lnTo>
                  <a:pt x="87849" y="17438"/>
                </a:lnTo>
                <a:lnTo>
                  <a:pt x="88858" y="19799"/>
                </a:lnTo>
                <a:lnTo>
                  <a:pt x="87060" y="23073"/>
                </a:lnTo>
                <a:lnTo>
                  <a:pt x="88310" y="25405"/>
                </a:lnTo>
                <a:lnTo>
                  <a:pt x="91116" y="24469"/>
                </a:lnTo>
                <a:lnTo>
                  <a:pt x="92132" y="25485"/>
                </a:lnTo>
                <a:lnTo>
                  <a:pt x="91080" y="27707"/>
                </a:lnTo>
                <a:lnTo>
                  <a:pt x="92015" y="29110"/>
                </a:lnTo>
                <a:lnTo>
                  <a:pt x="90963" y="31332"/>
                </a:lnTo>
                <a:lnTo>
                  <a:pt x="91869" y="32238"/>
                </a:lnTo>
                <a:lnTo>
                  <a:pt x="94924" y="31529"/>
                </a:lnTo>
                <a:lnTo>
                  <a:pt x="96138" y="35059"/>
                </a:lnTo>
                <a:lnTo>
                  <a:pt x="94091" y="39255"/>
                </a:lnTo>
                <a:lnTo>
                  <a:pt x="95253" y="43084"/>
                </a:lnTo>
                <a:lnTo>
                  <a:pt x="94603" y="45496"/>
                </a:lnTo>
                <a:lnTo>
                  <a:pt x="95246" y="46139"/>
                </a:lnTo>
                <a:lnTo>
                  <a:pt x="98557" y="45781"/>
                </a:lnTo>
                <a:lnTo>
                  <a:pt x="98652" y="47638"/>
                </a:lnTo>
                <a:lnTo>
                  <a:pt x="99222" y="51431"/>
                </a:lnTo>
                <a:lnTo>
                  <a:pt x="98374" y="53412"/>
                </a:lnTo>
                <a:lnTo>
                  <a:pt x="95421" y="52600"/>
                </a:lnTo>
                <a:lnTo>
                  <a:pt x="94661" y="53360"/>
                </a:lnTo>
                <a:lnTo>
                  <a:pt x="95158" y="55889"/>
                </a:lnTo>
                <a:lnTo>
                  <a:pt x="94676" y="58652"/>
                </a:lnTo>
                <a:lnTo>
                  <a:pt x="95056" y="61276"/>
                </a:lnTo>
                <a:lnTo>
                  <a:pt x="95056" y="64411"/>
                </a:lnTo>
                <a:lnTo>
                  <a:pt x="95363" y="66143"/>
                </a:lnTo>
                <a:lnTo>
                  <a:pt x="94910" y="67393"/>
                </a:lnTo>
                <a:lnTo>
                  <a:pt x="91877" y="66669"/>
                </a:lnTo>
                <a:lnTo>
                  <a:pt x="90963" y="67583"/>
                </a:lnTo>
                <a:lnTo>
                  <a:pt x="92015" y="69805"/>
                </a:lnTo>
                <a:lnTo>
                  <a:pt x="91080" y="71208"/>
                </a:lnTo>
                <a:lnTo>
                  <a:pt x="92132" y="73430"/>
                </a:lnTo>
                <a:lnTo>
                  <a:pt x="91116" y="74446"/>
                </a:lnTo>
                <a:lnTo>
                  <a:pt x="88310" y="73510"/>
                </a:lnTo>
                <a:lnTo>
                  <a:pt x="87060" y="75842"/>
                </a:lnTo>
                <a:lnTo>
                  <a:pt x="88858" y="79116"/>
                </a:lnTo>
                <a:lnTo>
                  <a:pt x="87849" y="81477"/>
                </a:lnTo>
                <a:lnTo>
                  <a:pt x="84897" y="80666"/>
                </a:lnTo>
                <a:lnTo>
                  <a:pt x="83947" y="81616"/>
                </a:lnTo>
                <a:lnTo>
                  <a:pt x="85116" y="83954"/>
                </a:lnTo>
                <a:lnTo>
                  <a:pt x="83947" y="85124"/>
                </a:lnTo>
                <a:lnTo>
                  <a:pt x="81608" y="83955"/>
                </a:lnTo>
                <a:lnTo>
                  <a:pt x="80650" y="84905"/>
                </a:lnTo>
                <a:lnTo>
                  <a:pt x="81462" y="87857"/>
                </a:lnTo>
                <a:lnTo>
                  <a:pt x="79108" y="88859"/>
                </a:lnTo>
                <a:lnTo>
                  <a:pt x="75834" y="87061"/>
                </a:lnTo>
                <a:lnTo>
                  <a:pt x="73495" y="88318"/>
                </a:lnTo>
                <a:lnTo>
                  <a:pt x="74438" y="91117"/>
                </a:lnTo>
                <a:lnTo>
                  <a:pt x="73422" y="92133"/>
                </a:lnTo>
                <a:lnTo>
                  <a:pt x="71200" y="91081"/>
                </a:lnTo>
                <a:lnTo>
                  <a:pt x="69797" y="92016"/>
                </a:lnTo>
                <a:lnTo>
                  <a:pt x="67575" y="90964"/>
                </a:lnTo>
                <a:lnTo>
                  <a:pt x="66669" y="91870"/>
                </a:lnTo>
                <a:lnTo>
                  <a:pt x="67378" y="94925"/>
                </a:lnTo>
                <a:lnTo>
                  <a:pt x="63848" y="96138"/>
                </a:lnTo>
                <a:lnTo>
                  <a:pt x="59653" y="94092"/>
                </a:lnTo>
                <a:lnTo>
                  <a:pt x="55823" y="95247"/>
                </a:lnTo>
                <a:lnTo>
                  <a:pt x="53418" y="94596"/>
                </a:lnTo>
                <a:lnTo>
                  <a:pt x="52775" y="95239"/>
                </a:lnTo>
                <a:lnTo>
                  <a:pt x="53126" y="98550"/>
                </a:lnTo>
                <a:lnTo>
                  <a:pt x="51270" y="98645"/>
                </a:lnTo>
                <a:lnTo>
                  <a:pt x="47477" y="992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8" name="object 298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481948" y="9712035"/>
            <a:ext cx="78736" cy="78371"/>
          </a:xfrm>
          <a:prstGeom prst="rect">
            <a:avLst/>
          </a:prstGeom>
        </p:spPr>
      </p:pic>
      <p:pic>
        <p:nvPicPr>
          <p:cNvPr id="299" name="object 299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5278870" y="9718714"/>
            <a:ext cx="64008" cy="64389"/>
          </a:xfrm>
          <a:prstGeom prst="rect">
            <a:avLst/>
          </a:prstGeom>
        </p:spPr>
      </p:pic>
      <p:sp>
        <p:nvSpPr>
          <p:cNvPr id="300" name="object 300"/>
          <p:cNvSpPr/>
          <p:nvPr/>
        </p:nvSpPr>
        <p:spPr>
          <a:xfrm>
            <a:off x="15078994" y="972969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18300" y="42960"/>
                </a:moveTo>
                <a:lnTo>
                  <a:pt x="17606" y="42105"/>
                </a:lnTo>
                <a:lnTo>
                  <a:pt x="18147" y="38977"/>
                </a:lnTo>
                <a:lnTo>
                  <a:pt x="15867" y="38356"/>
                </a:lnTo>
                <a:lnTo>
                  <a:pt x="12899" y="38896"/>
                </a:lnTo>
                <a:lnTo>
                  <a:pt x="10122" y="38896"/>
                </a:lnTo>
                <a:lnTo>
                  <a:pt x="7915" y="39247"/>
                </a:lnTo>
                <a:lnTo>
                  <a:pt x="6811" y="38597"/>
                </a:lnTo>
                <a:lnTo>
                  <a:pt x="7732" y="35863"/>
                </a:lnTo>
                <a:lnTo>
                  <a:pt x="7323" y="35388"/>
                </a:lnTo>
                <a:lnTo>
                  <a:pt x="6848" y="34979"/>
                </a:lnTo>
                <a:lnTo>
                  <a:pt x="4114" y="35900"/>
                </a:lnTo>
                <a:lnTo>
                  <a:pt x="2864" y="33773"/>
                </a:lnTo>
                <a:lnTo>
                  <a:pt x="4275" y="30221"/>
                </a:lnTo>
                <a:lnTo>
                  <a:pt x="3661" y="27751"/>
                </a:lnTo>
                <a:lnTo>
                  <a:pt x="4246" y="25295"/>
                </a:lnTo>
                <a:lnTo>
                  <a:pt x="3486" y="24535"/>
                </a:lnTo>
                <a:lnTo>
                  <a:pt x="445" y="25251"/>
                </a:lnTo>
                <a:lnTo>
                  <a:pt x="0" y="23994"/>
                </a:lnTo>
                <a:lnTo>
                  <a:pt x="306" y="22284"/>
                </a:lnTo>
                <a:lnTo>
                  <a:pt x="306" y="20223"/>
                </a:lnTo>
                <a:lnTo>
                  <a:pt x="168" y="18973"/>
                </a:lnTo>
                <a:lnTo>
                  <a:pt x="336" y="17613"/>
                </a:lnTo>
                <a:lnTo>
                  <a:pt x="3712" y="18096"/>
                </a:lnTo>
                <a:lnTo>
                  <a:pt x="4611" y="15852"/>
                </a:lnTo>
                <a:lnTo>
                  <a:pt x="3288" y="12929"/>
                </a:lnTo>
                <a:lnTo>
                  <a:pt x="3968" y="10210"/>
                </a:lnTo>
                <a:lnTo>
                  <a:pt x="3383" y="7754"/>
                </a:lnTo>
                <a:lnTo>
                  <a:pt x="4399" y="6738"/>
                </a:lnTo>
                <a:lnTo>
                  <a:pt x="6621" y="7791"/>
                </a:lnTo>
                <a:lnTo>
                  <a:pt x="7323" y="7323"/>
                </a:lnTo>
                <a:lnTo>
                  <a:pt x="7732" y="6848"/>
                </a:lnTo>
                <a:lnTo>
                  <a:pt x="6811" y="4114"/>
                </a:lnTo>
                <a:lnTo>
                  <a:pt x="8938" y="2864"/>
                </a:lnTo>
                <a:lnTo>
                  <a:pt x="12490" y="4275"/>
                </a:lnTo>
                <a:lnTo>
                  <a:pt x="14960" y="3661"/>
                </a:lnTo>
                <a:lnTo>
                  <a:pt x="17416" y="4246"/>
                </a:lnTo>
                <a:lnTo>
                  <a:pt x="18176" y="3486"/>
                </a:lnTo>
                <a:lnTo>
                  <a:pt x="17460" y="445"/>
                </a:lnTo>
                <a:lnTo>
                  <a:pt x="18717" y="0"/>
                </a:lnTo>
                <a:lnTo>
                  <a:pt x="20427" y="306"/>
                </a:lnTo>
                <a:lnTo>
                  <a:pt x="22488" y="306"/>
                </a:lnTo>
                <a:lnTo>
                  <a:pt x="23738" y="167"/>
                </a:lnTo>
                <a:lnTo>
                  <a:pt x="25097" y="336"/>
                </a:lnTo>
                <a:lnTo>
                  <a:pt x="24615" y="3712"/>
                </a:lnTo>
                <a:lnTo>
                  <a:pt x="26859" y="4611"/>
                </a:lnTo>
                <a:lnTo>
                  <a:pt x="29782" y="3288"/>
                </a:lnTo>
                <a:lnTo>
                  <a:pt x="32501" y="3968"/>
                </a:lnTo>
                <a:lnTo>
                  <a:pt x="34957" y="3383"/>
                </a:lnTo>
                <a:lnTo>
                  <a:pt x="35973" y="4399"/>
                </a:lnTo>
                <a:lnTo>
                  <a:pt x="34920" y="6621"/>
                </a:lnTo>
                <a:lnTo>
                  <a:pt x="35388" y="7323"/>
                </a:lnTo>
                <a:lnTo>
                  <a:pt x="38896" y="7323"/>
                </a:lnTo>
                <a:lnTo>
                  <a:pt x="39320" y="9559"/>
                </a:lnTo>
                <a:lnTo>
                  <a:pt x="38348" y="12139"/>
                </a:lnTo>
                <a:lnTo>
                  <a:pt x="39049" y="14960"/>
                </a:lnTo>
                <a:lnTo>
                  <a:pt x="38465" y="17416"/>
                </a:lnTo>
                <a:lnTo>
                  <a:pt x="39225" y="18176"/>
                </a:lnTo>
                <a:lnTo>
                  <a:pt x="42265" y="17460"/>
                </a:lnTo>
                <a:lnTo>
                  <a:pt x="42711" y="18717"/>
                </a:lnTo>
                <a:lnTo>
                  <a:pt x="42404" y="20427"/>
                </a:lnTo>
                <a:lnTo>
                  <a:pt x="42404" y="22488"/>
                </a:lnTo>
                <a:lnTo>
                  <a:pt x="42543" y="23745"/>
                </a:lnTo>
                <a:lnTo>
                  <a:pt x="42375" y="25098"/>
                </a:lnTo>
                <a:lnTo>
                  <a:pt x="38998" y="24615"/>
                </a:lnTo>
                <a:lnTo>
                  <a:pt x="38099" y="26859"/>
                </a:lnTo>
                <a:lnTo>
                  <a:pt x="39422" y="29782"/>
                </a:lnTo>
                <a:lnTo>
                  <a:pt x="38742" y="32501"/>
                </a:lnTo>
                <a:lnTo>
                  <a:pt x="39327" y="34957"/>
                </a:lnTo>
                <a:lnTo>
                  <a:pt x="38311" y="35973"/>
                </a:lnTo>
                <a:lnTo>
                  <a:pt x="36089" y="34920"/>
                </a:lnTo>
                <a:lnTo>
                  <a:pt x="35388" y="35388"/>
                </a:lnTo>
                <a:lnTo>
                  <a:pt x="34979" y="35863"/>
                </a:lnTo>
                <a:lnTo>
                  <a:pt x="35899" y="38597"/>
                </a:lnTo>
                <a:lnTo>
                  <a:pt x="33773" y="39847"/>
                </a:lnTo>
                <a:lnTo>
                  <a:pt x="30221" y="38436"/>
                </a:lnTo>
                <a:lnTo>
                  <a:pt x="27750" y="39050"/>
                </a:lnTo>
                <a:lnTo>
                  <a:pt x="25295" y="38465"/>
                </a:lnTo>
                <a:lnTo>
                  <a:pt x="24666" y="39094"/>
                </a:lnTo>
                <a:lnTo>
                  <a:pt x="25061" y="42390"/>
                </a:lnTo>
                <a:lnTo>
                  <a:pt x="18300" y="42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14881697" y="9742891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52" y="2024"/>
                </a:moveTo>
                <a:lnTo>
                  <a:pt x="5919" y="2024"/>
                </a:lnTo>
                <a:lnTo>
                  <a:pt x="10736" y="0"/>
                </a:lnTo>
                <a:lnTo>
                  <a:pt x="12241" y="1849"/>
                </a:lnTo>
                <a:lnTo>
                  <a:pt x="12152" y="2024"/>
                </a:lnTo>
                <a:close/>
              </a:path>
              <a:path w="15875" h="15875">
                <a:moveTo>
                  <a:pt x="1849" y="12249"/>
                </a:moveTo>
                <a:lnTo>
                  <a:pt x="0" y="10736"/>
                </a:lnTo>
                <a:lnTo>
                  <a:pt x="2024" y="5920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19" y="2024"/>
                </a:lnTo>
                <a:lnTo>
                  <a:pt x="12152" y="2024"/>
                </a:lnTo>
                <a:lnTo>
                  <a:pt x="11211" y="3866"/>
                </a:lnTo>
                <a:lnTo>
                  <a:pt x="11671" y="4655"/>
                </a:lnTo>
                <a:lnTo>
                  <a:pt x="12461" y="5109"/>
                </a:lnTo>
                <a:lnTo>
                  <a:pt x="15429" y="5109"/>
                </a:lnTo>
                <a:lnTo>
                  <a:pt x="15442" y="11204"/>
                </a:lnTo>
                <a:lnTo>
                  <a:pt x="3887" y="11204"/>
                </a:lnTo>
                <a:lnTo>
                  <a:pt x="1849" y="12249"/>
                </a:lnTo>
                <a:close/>
              </a:path>
              <a:path w="15875" h="15875">
                <a:moveTo>
                  <a:pt x="15429" y="5109"/>
                </a:moveTo>
                <a:lnTo>
                  <a:pt x="12461" y="5109"/>
                </a:lnTo>
                <a:lnTo>
                  <a:pt x="14478" y="4085"/>
                </a:lnTo>
                <a:lnTo>
                  <a:pt x="15428" y="4860"/>
                </a:lnTo>
                <a:lnTo>
                  <a:pt x="15429" y="5109"/>
                </a:lnTo>
                <a:close/>
              </a:path>
              <a:path w="15875" h="15875">
                <a:moveTo>
                  <a:pt x="11401" y="15436"/>
                </a:moveTo>
                <a:lnTo>
                  <a:pt x="4860" y="15436"/>
                </a:lnTo>
                <a:lnTo>
                  <a:pt x="4197" y="14624"/>
                </a:lnTo>
                <a:lnTo>
                  <a:pt x="4078" y="14478"/>
                </a:lnTo>
                <a:lnTo>
                  <a:pt x="5221" y="12249"/>
                </a:lnTo>
                <a:lnTo>
                  <a:pt x="4984" y="12249"/>
                </a:lnTo>
                <a:lnTo>
                  <a:pt x="4655" y="11672"/>
                </a:lnTo>
                <a:lnTo>
                  <a:pt x="3833" y="11204"/>
                </a:lnTo>
                <a:lnTo>
                  <a:pt x="12351" y="11204"/>
                </a:lnTo>
                <a:lnTo>
                  <a:pt x="11671" y="11672"/>
                </a:lnTo>
                <a:lnTo>
                  <a:pt x="11274" y="12249"/>
                </a:lnTo>
                <a:lnTo>
                  <a:pt x="12188" y="14478"/>
                </a:lnTo>
                <a:lnTo>
                  <a:pt x="12256" y="14624"/>
                </a:lnTo>
                <a:lnTo>
                  <a:pt x="11401" y="15436"/>
                </a:lnTo>
                <a:close/>
              </a:path>
              <a:path w="15875" h="15875">
                <a:moveTo>
                  <a:pt x="14631" y="12249"/>
                </a:moveTo>
                <a:lnTo>
                  <a:pt x="12351" y="11204"/>
                </a:lnTo>
                <a:lnTo>
                  <a:pt x="15442" y="11204"/>
                </a:lnTo>
                <a:lnTo>
                  <a:pt x="15443" y="11401"/>
                </a:lnTo>
                <a:lnTo>
                  <a:pt x="14631" y="122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16397704" y="9785413"/>
            <a:ext cx="142240" cy="141605"/>
          </a:xfrm>
          <a:custGeom>
            <a:avLst/>
            <a:gdLst/>
            <a:ahLst/>
            <a:cxnLst/>
            <a:rect l="l" t="t" r="r" b="b"/>
            <a:pathLst>
              <a:path w="142240" h="141604">
                <a:moveTo>
                  <a:pt x="79261" y="141562"/>
                </a:moveTo>
                <a:lnTo>
                  <a:pt x="76477" y="140970"/>
                </a:lnTo>
                <a:lnTo>
                  <a:pt x="70827" y="141160"/>
                </a:lnTo>
                <a:lnTo>
                  <a:pt x="61655" y="141043"/>
                </a:lnTo>
                <a:lnTo>
                  <a:pt x="58878" y="141504"/>
                </a:lnTo>
                <a:lnTo>
                  <a:pt x="56495" y="140978"/>
                </a:lnTo>
                <a:lnTo>
                  <a:pt x="57043" y="137798"/>
                </a:lnTo>
                <a:lnTo>
                  <a:pt x="56451" y="137206"/>
                </a:lnTo>
                <a:lnTo>
                  <a:pt x="53791" y="137564"/>
                </a:lnTo>
                <a:lnTo>
                  <a:pt x="52351" y="137484"/>
                </a:lnTo>
                <a:lnTo>
                  <a:pt x="50633" y="137879"/>
                </a:lnTo>
                <a:lnTo>
                  <a:pt x="49091" y="137257"/>
                </a:lnTo>
                <a:lnTo>
                  <a:pt x="46767" y="138032"/>
                </a:lnTo>
                <a:lnTo>
                  <a:pt x="45934" y="137199"/>
                </a:lnTo>
                <a:lnTo>
                  <a:pt x="46672" y="134173"/>
                </a:lnTo>
                <a:lnTo>
                  <a:pt x="43230" y="132901"/>
                </a:lnTo>
                <a:lnTo>
                  <a:pt x="38720" y="135299"/>
                </a:lnTo>
                <a:lnTo>
                  <a:pt x="35307" y="133837"/>
                </a:lnTo>
                <a:lnTo>
                  <a:pt x="36111" y="130884"/>
                </a:lnTo>
                <a:lnTo>
                  <a:pt x="35198" y="129970"/>
                </a:lnTo>
                <a:lnTo>
                  <a:pt x="32946" y="130891"/>
                </a:lnTo>
                <a:lnTo>
                  <a:pt x="31741" y="130256"/>
                </a:lnTo>
                <a:lnTo>
                  <a:pt x="32661" y="127435"/>
                </a:lnTo>
                <a:lnTo>
                  <a:pt x="31909" y="126682"/>
                </a:lnTo>
                <a:lnTo>
                  <a:pt x="29241" y="127032"/>
                </a:lnTo>
                <a:lnTo>
                  <a:pt x="27940" y="126967"/>
                </a:lnTo>
                <a:lnTo>
                  <a:pt x="25908" y="127383"/>
                </a:lnTo>
                <a:lnTo>
                  <a:pt x="24710" y="126725"/>
                </a:lnTo>
                <a:lnTo>
                  <a:pt x="25660" y="123941"/>
                </a:lnTo>
                <a:lnTo>
                  <a:pt x="24629" y="122910"/>
                </a:lnTo>
                <a:lnTo>
                  <a:pt x="22327" y="124080"/>
                </a:lnTo>
                <a:lnTo>
                  <a:pt x="21121" y="122947"/>
                </a:lnTo>
                <a:lnTo>
                  <a:pt x="22291" y="120572"/>
                </a:lnTo>
                <a:lnTo>
                  <a:pt x="21224" y="119504"/>
                </a:lnTo>
                <a:lnTo>
                  <a:pt x="18578" y="120557"/>
                </a:lnTo>
                <a:lnTo>
                  <a:pt x="17664" y="119183"/>
                </a:lnTo>
                <a:lnTo>
                  <a:pt x="18739" y="117304"/>
                </a:lnTo>
                <a:lnTo>
                  <a:pt x="17847" y="115930"/>
                </a:lnTo>
                <a:lnTo>
                  <a:pt x="15179" y="116968"/>
                </a:lnTo>
                <a:lnTo>
                  <a:pt x="14368" y="116150"/>
                </a:lnTo>
                <a:lnTo>
                  <a:pt x="14726" y="113489"/>
                </a:lnTo>
                <a:lnTo>
                  <a:pt x="14660" y="112261"/>
                </a:lnTo>
                <a:lnTo>
                  <a:pt x="15070" y="110054"/>
                </a:lnTo>
                <a:lnTo>
                  <a:pt x="14339" y="108914"/>
                </a:lnTo>
                <a:lnTo>
                  <a:pt x="11671" y="109944"/>
                </a:lnTo>
                <a:lnTo>
                  <a:pt x="10699" y="108980"/>
                </a:lnTo>
                <a:lnTo>
                  <a:pt x="11752" y="106334"/>
                </a:lnTo>
                <a:lnTo>
                  <a:pt x="10787" y="105691"/>
                </a:lnTo>
                <a:lnTo>
                  <a:pt x="7856" y="106341"/>
                </a:lnTo>
                <a:lnTo>
                  <a:pt x="7345" y="105208"/>
                </a:lnTo>
                <a:lnTo>
                  <a:pt x="7681" y="103286"/>
                </a:lnTo>
                <a:lnTo>
                  <a:pt x="7681" y="101576"/>
                </a:lnTo>
                <a:lnTo>
                  <a:pt x="8002" y="99741"/>
                </a:lnTo>
                <a:lnTo>
                  <a:pt x="7396" y="98258"/>
                </a:lnTo>
                <a:lnTo>
                  <a:pt x="8185" y="95941"/>
                </a:lnTo>
                <a:lnTo>
                  <a:pt x="7191" y="94954"/>
                </a:lnTo>
                <a:lnTo>
                  <a:pt x="4545" y="96007"/>
                </a:lnTo>
                <a:lnTo>
                  <a:pt x="3654" y="94662"/>
                </a:lnTo>
                <a:lnTo>
                  <a:pt x="4524" y="92820"/>
                </a:lnTo>
                <a:lnTo>
                  <a:pt x="3676" y="90686"/>
                </a:lnTo>
                <a:lnTo>
                  <a:pt x="5137" y="85709"/>
                </a:lnTo>
                <a:lnTo>
                  <a:pt x="3902" y="84700"/>
                </a:lnTo>
                <a:lnTo>
                  <a:pt x="716" y="85183"/>
                </a:lnTo>
                <a:lnTo>
                  <a:pt x="0" y="81806"/>
                </a:lnTo>
                <a:lnTo>
                  <a:pt x="665" y="77589"/>
                </a:lnTo>
                <a:lnTo>
                  <a:pt x="665" y="59354"/>
                </a:lnTo>
                <a:lnTo>
                  <a:pt x="401" y="57826"/>
                </a:lnTo>
                <a:lnTo>
                  <a:pt x="752" y="56525"/>
                </a:lnTo>
                <a:lnTo>
                  <a:pt x="3888" y="57139"/>
                </a:lnTo>
                <a:lnTo>
                  <a:pt x="4502" y="56525"/>
                </a:lnTo>
                <a:lnTo>
                  <a:pt x="4143" y="53858"/>
                </a:lnTo>
                <a:lnTo>
                  <a:pt x="4224" y="52308"/>
                </a:lnTo>
                <a:lnTo>
                  <a:pt x="3888" y="50832"/>
                </a:lnTo>
                <a:lnTo>
                  <a:pt x="4355" y="49194"/>
                </a:lnTo>
                <a:lnTo>
                  <a:pt x="3720" y="46775"/>
                </a:lnTo>
                <a:lnTo>
                  <a:pt x="4662" y="45840"/>
                </a:lnTo>
                <a:lnTo>
                  <a:pt x="7308" y="46892"/>
                </a:lnTo>
                <a:lnTo>
                  <a:pt x="8119" y="45672"/>
                </a:lnTo>
                <a:lnTo>
                  <a:pt x="7527" y="43618"/>
                </a:lnTo>
                <a:lnTo>
                  <a:pt x="7878" y="41754"/>
                </a:lnTo>
                <a:lnTo>
                  <a:pt x="7681" y="40402"/>
                </a:lnTo>
                <a:lnTo>
                  <a:pt x="7681" y="38502"/>
                </a:lnTo>
                <a:lnTo>
                  <a:pt x="7337" y="36528"/>
                </a:lnTo>
                <a:lnTo>
                  <a:pt x="7900" y="35337"/>
                </a:lnTo>
                <a:lnTo>
                  <a:pt x="10794" y="36199"/>
                </a:lnTo>
                <a:lnTo>
                  <a:pt x="11679" y="35315"/>
                </a:lnTo>
                <a:lnTo>
                  <a:pt x="10626" y="32669"/>
                </a:lnTo>
                <a:lnTo>
                  <a:pt x="11591" y="32026"/>
                </a:lnTo>
                <a:lnTo>
                  <a:pt x="14522" y="32684"/>
                </a:lnTo>
                <a:lnTo>
                  <a:pt x="15033" y="31544"/>
                </a:lnTo>
                <a:lnTo>
                  <a:pt x="14697" y="29622"/>
                </a:lnTo>
                <a:lnTo>
                  <a:pt x="14697" y="28204"/>
                </a:lnTo>
                <a:lnTo>
                  <a:pt x="14361" y="25711"/>
                </a:lnTo>
                <a:lnTo>
                  <a:pt x="15158" y="24688"/>
                </a:lnTo>
                <a:lnTo>
                  <a:pt x="17672" y="25814"/>
                </a:lnTo>
                <a:lnTo>
                  <a:pt x="18790" y="24695"/>
                </a:lnTo>
                <a:lnTo>
                  <a:pt x="17620" y="22357"/>
                </a:lnTo>
                <a:lnTo>
                  <a:pt x="18790" y="21187"/>
                </a:lnTo>
                <a:lnTo>
                  <a:pt x="21129" y="22357"/>
                </a:lnTo>
                <a:lnTo>
                  <a:pt x="22247" y="21238"/>
                </a:lnTo>
                <a:lnTo>
                  <a:pt x="21129" y="18710"/>
                </a:lnTo>
                <a:lnTo>
                  <a:pt x="22393" y="17745"/>
                </a:lnTo>
                <a:lnTo>
                  <a:pt x="24622" y="18863"/>
                </a:lnTo>
                <a:lnTo>
                  <a:pt x="25594" y="17891"/>
                </a:lnTo>
                <a:lnTo>
                  <a:pt x="24783" y="14938"/>
                </a:lnTo>
                <a:lnTo>
                  <a:pt x="27056" y="13973"/>
                </a:lnTo>
                <a:lnTo>
                  <a:pt x="30571" y="15808"/>
                </a:lnTo>
                <a:lnTo>
                  <a:pt x="32786" y="14405"/>
                </a:lnTo>
                <a:lnTo>
                  <a:pt x="31763" y="11722"/>
                </a:lnTo>
                <a:lnTo>
                  <a:pt x="32822" y="10663"/>
                </a:lnTo>
                <a:lnTo>
                  <a:pt x="35161" y="11832"/>
                </a:lnTo>
                <a:lnTo>
                  <a:pt x="36330" y="10663"/>
                </a:lnTo>
                <a:lnTo>
                  <a:pt x="35161" y="8324"/>
                </a:lnTo>
                <a:lnTo>
                  <a:pt x="36287" y="7206"/>
                </a:lnTo>
                <a:lnTo>
                  <a:pt x="38545" y="8097"/>
                </a:lnTo>
                <a:lnTo>
                  <a:pt x="41139" y="6804"/>
                </a:lnTo>
                <a:lnTo>
                  <a:pt x="44326" y="8580"/>
                </a:lnTo>
                <a:lnTo>
                  <a:pt x="46716" y="7556"/>
                </a:lnTo>
                <a:lnTo>
                  <a:pt x="45905" y="4604"/>
                </a:lnTo>
                <a:lnTo>
                  <a:pt x="46709" y="3800"/>
                </a:lnTo>
                <a:lnTo>
                  <a:pt x="49150" y="4406"/>
                </a:lnTo>
                <a:lnTo>
                  <a:pt x="51971" y="3654"/>
                </a:lnTo>
                <a:lnTo>
                  <a:pt x="54529" y="4603"/>
                </a:lnTo>
                <a:lnTo>
                  <a:pt x="56794" y="4231"/>
                </a:lnTo>
                <a:lnTo>
                  <a:pt x="57058" y="4187"/>
                </a:lnTo>
                <a:lnTo>
                  <a:pt x="56553" y="964"/>
                </a:lnTo>
                <a:lnTo>
                  <a:pt x="57145" y="380"/>
                </a:lnTo>
                <a:lnTo>
                  <a:pt x="59762" y="781"/>
                </a:lnTo>
                <a:lnTo>
                  <a:pt x="63723" y="409"/>
                </a:lnTo>
                <a:lnTo>
                  <a:pt x="67377" y="730"/>
                </a:lnTo>
                <a:lnTo>
                  <a:pt x="73093" y="730"/>
                </a:lnTo>
                <a:lnTo>
                  <a:pt x="75578" y="445"/>
                </a:lnTo>
                <a:lnTo>
                  <a:pt x="78889" y="862"/>
                </a:lnTo>
                <a:lnTo>
                  <a:pt x="84260" y="0"/>
                </a:lnTo>
                <a:lnTo>
                  <a:pt x="85130" y="1066"/>
                </a:lnTo>
                <a:lnTo>
                  <a:pt x="84502" y="4114"/>
                </a:lnTo>
                <a:lnTo>
                  <a:pt x="85729" y="4538"/>
                </a:lnTo>
                <a:lnTo>
                  <a:pt x="87425" y="4231"/>
                </a:lnTo>
                <a:lnTo>
                  <a:pt x="89296" y="4231"/>
                </a:lnTo>
                <a:lnTo>
                  <a:pt x="90984" y="3932"/>
                </a:lnTo>
                <a:lnTo>
                  <a:pt x="92534" y="4458"/>
                </a:lnTo>
                <a:lnTo>
                  <a:pt x="94902" y="3764"/>
                </a:lnTo>
                <a:lnTo>
                  <a:pt x="95742" y="4604"/>
                </a:lnTo>
                <a:lnTo>
                  <a:pt x="94938" y="7557"/>
                </a:lnTo>
                <a:lnTo>
                  <a:pt x="97343" y="8580"/>
                </a:lnTo>
                <a:lnTo>
                  <a:pt x="100449" y="6855"/>
                </a:lnTo>
                <a:lnTo>
                  <a:pt x="103095" y="8054"/>
                </a:lnTo>
                <a:lnTo>
                  <a:pt x="105382" y="7213"/>
                </a:lnTo>
                <a:lnTo>
                  <a:pt x="106486" y="8324"/>
                </a:lnTo>
                <a:lnTo>
                  <a:pt x="105316" y="10663"/>
                </a:lnTo>
                <a:lnTo>
                  <a:pt x="106486" y="11825"/>
                </a:lnTo>
                <a:lnTo>
                  <a:pt x="108825" y="10656"/>
                </a:lnTo>
                <a:lnTo>
                  <a:pt x="109899" y="11730"/>
                </a:lnTo>
                <a:lnTo>
                  <a:pt x="108847" y="14376"/>
                </a:lnTo>
                <a:lnTo>
                  <a:pt x="111017" y="15816"/>
                </a:lnTo>
                <a:lnTo>
                  <a:pt x="114628" y="13981"/>
                </a:lnTo>
                <a:lnTo>
                  <a:pt x="116871" y="14939"/>
                </a:lnTo>
                <a:lnTo>
                  <a:pt x="116060" y="17884"/>
                </a:lnTo>
                <a:lnTo>
                  <a:pt x="117018" y="18849"/>
                </a:lnTo>
                <a:lnTo>
                  <a:pt x="119320" y="17679"/>
                </a:lnTo>
                <a:lnTo>
                  <a:pt x="120526" y="18812"/>
                </a:lnTo>
                <a:lnTo>
                  <a:pt x="119356" y="21187"/>
                </a:lnTo>
                <a:lnTo>
                  <a:pt x="120423" y="22255"/>
                </a:lnTo>
                <a:lnTo>
                  <a:pt x="123069" y="21202"/>
                </a:lnTo>
                <a:lnTo>
                  <a:pt x="123954" y="22525"/>
                </a:lnTo>
                <a:lnTo>
                  <a:pt x="122857" y="24579"/>
                </a:lnTo>
                <a:lnTo>
                  <a:pt x="123939" y="25865"/>
                </a:lnTo>
                <a:lnTo>
                  <a:pt x="126395" y="24718"/>
                </a:lnTo>
                <a:lnTo>
                  <a:pt x="127549" y="25865"/>
                </a:lnTo>
                <a:lnTo>
                  <a:pt x="126438" y="28094"/>
                </a:lnTo>
                <a:lnTo>
                  <a:pt x="127462" y="29461"/>
                </a:lnTo>
                <a:lnTo>
                  <a:pt x="126358" y="31690"/>
                </a:lnTo>
                <a:lnTo>
                  <a:pt x="127535" y="32874"/>
                </a:lnTo>
                <a:lnTo>
                  <a:pt x="129873" y="31705"/>
                </a:lnTo>
                <a:lnTo>
                  <a:pt x="131043" y="32874"/>
                </a:lnTo>
                <a:lnTo>
                  <a:pt x="129873" y="35213"/>
                </a:lnTo>
                <a:lnTo>
                  <a:pt x="130860" y="36200"/>
                </a:lnTo>
                <a:lnTo>
                  <a:pt x="133732" y="35315"/>
                </a:lnTo>
                <a:lnTo>
                  <a:pt x="134697" y="37274"/>
                </a:lnTo>
                <a:lnTo>
                  <a:pt x="133966" y="41133"/>
                </a:lnTo>
                <a:lnTo>
                  <a:pt x="133966" y="43823"/>
                </a:lnTo>
                <a:lnTo>
                  <a:pt x="133703" y="45357"/>
                </a:lnTo>
                <a:lnTo>
                  <a:pt x="134061" y="46651"/>
                </a:lnTo>
                <a:lnTo>
                  <a:pt x="137189" y="46037"/>
                </a:lnTo>
                <a:lnTo>
                  <a:pt x="137803" y="46651"/>
                </a:lnTo>
                <a:lnTo>
                  <a:pt x="137445" y="49319"/>
                </a:lnTo>
                <a:lnTo>
                  <a:pt x="137525" y="50890"/>
                </a:lnTo>
                <a:lnTo>
                  <a:pt x="137204" y="52315"/>
                </a:lnTo>
                <a:lnTo>
                  <a:pt x="137635" y="53967"/>
                </a:lnTo>
                <a:lnTo>
                  <a:pt x="137036" y="56408"/>
                </a:lnTo>
                <a:lnTo>
                  <a:pt x="137964" y="57337"/>
                </a:lnTo>
                <a:lnTo>
                  <a:pt x="140610" y="56284"/>
                </a:lnTo>
                <a:lnTo>
                  <a:pt x="141428" y="57527"/>
                </a:lnTo>
                <a:lnTo>
                  <a:pt x="140800" y="59537"/>
                </a:lnTo>
                <a:lnTo>
                  <a:pt x="141655" y="63454"/>
                </a:lnTo>
                <a:lnTo>
                  <a:pt x="140975" y="67693"/>
                </a:lnTo>
                <a:lnTo>
                  <a:pt x="140975" y="74066"/>
                </a:lnTo>
                <a:lnTo>
                  <a:pt x="141655" y="78305"/>
                </a:lnTo>
                <a:lnTo>
                  <a:pt x="140844" y="82011"/>
                </a:lnTo>
                <a:lnTo>
                  <a:pt x="141392" y="84503"/>
                </a:lnTo>
                <a:lnTo>
                  <a:pt x="140485" y="85402"/>
                </a:lnTo>
                <a:lnTo>
                  <a:pt x="137840" y="84350"/>
                </a:lnTo>
                <a:lnTo>
                  <a:pt x="136985" y="85651"/>
                </a:lnTo>
                <a:lnTo>
                  <a:pt x="137730" y="87558"/>
                </a:lnTo>
                <a:lnTo>
                  <a:pt x="137123" y="89612"/>
                </a:lnTo>
                <a:lnTo>
                  <a:pt x="138351" y="94713"/>
                </a:lnTo>
                <a:lnTo>
                  <a:pt x="137138" y="95714"/>
                </a:lnTo>
                <a:lnTo>
                  <a:pt x="134090" y="95086"/>
                </a:lnTo>
                <a:lnTo>
                  <a:pt x="133265" y="97461"/>
                </a:lnTo>
                <a:lnTo>
                  <a:pt x="134851" y="100502"/>
                </a:lnTo>
                <a:lnTo>
                  <a:pt x="133652" y="103147"/>
                </a:lnTo>
                <a:lnTo>
                  <a:pt x="134492" y="105435"/>
                </a:lnTo>
                <a:lnTo>
                  <a:pt x="133476" y="106451"/>
                </a:lnTo>
                <a:lnTo>
                  <a:pt x="130831" y="105398"/>
                </a:lnTo>
                <a:lnTo>
                  <a:pt x="129954" y="106721"/>
                </a:lnTo>
                <a:lnTo>
                  <a:pt x="131043" y="108775"/>
                </a:lnTo>
                <a:lnTo>
                  <a:pt x="129961" y="110061"/>
                </a:lnTo>
                <a:lnTo>
                  <a:pt x="127505" y="108914"/>
                </a:lnTo>
                <a:lnTo>
                  <a:pt x="126358" y="110061"/>
                </a:lnTo>
                <a:lnTo>
                  <a:pt x="127447" y="112283"/>
                </a:lnTo>
                <a:lnTo>
                  <a:pt x="126453" y="113665"/>
                </a:lnTo>
                <a:lnTo>
                  <a:pt x="127542" y="115894"/>
                </a:lnTo>
                <a:lnTo>
                  <a:pt x="126460" y="116975"/>
                </a:lnTo>
                <a:lnTo>
                  <a:pt x="123814" y="115923"/>
                </a:lnTo>
                <a:lnTo>
                  <a:pt x="122938" y="117246"/>
                </a:lnTo>
                <a:lnTo>
                  <a:pt x="124027" y="119300"/>
                </a:lnTo>
                <a:lnTo>
                  <a:pt x="122945" y="120586"/>
                </a:lnTo>
                <a:lnTo>
                  <a:pt x="120489" y="119439"/>
                </a:lnTo>
                <a:lnTo>
                  <a:pt x="119356" y="120572"/>
                </a:lnTo>
                <a:lnTo>
                  <a:pt x="120526" y="122947"/>
                </a:lnTo>
                <a:lnTo>
                  <a:pt x="119320" y="124080"/>
                </a:lnTo>
                <a:lnTo>
                  <a:pt x="117018" y="122910"/>
                </a:lnTo>
                <a:lnTo>
                  <a:pt x="115936" y="123992"/>
                </a:lnTo>
                <a:lnTo>
                  <a:pt x="116988" y="126638"/>
                </a:lnTo>
                <a:lnTo>
                  <a:pt x="115614" y="127551"/>
                </a:lnTo>
                <a:lnTo>
                  <a:pt x="113743" y="126484"/>
                </a:lnTo>
                <a:lnTo>
                  <a:pt x="112209" y="127464"/>
                </a:lnTo>
                <a:lnTo>
                  <a:pt x="109994" y="126426"/>
                </a:lnTo>
                <a:lnTo>
                  <a:pt x="108956" y="127464"/>
                </a:lnTo>
                <a:lnTo>
                  <a:pt x="109943" y="130204"/>
                </a:lnTo>
                <a:lnTo>
                  <a:pt x="108700" y="130943"/>
                </a:lnTo>
                <a:lnTo>
                  <a:pt x="106471" y="129949"/>
                </a:lnTo>
                <a:lnTo>
                  <a:pt x="105536" y="130884"/>
                </a:lnTo>
                <a:lnTo>
                  <a:pt x="106347" y="133837"/>
                </a:lnTo>
                <a:lnTo>
                  <a:pt x="103921" y="134875"/>
                </a:lnTo>
                <a:lnTo>
                  <a:pt x="100873" y="133194"/>
                </a:lnTo>
                <a:lnTo>
                  <a:pt x="98198" y="134319"/>
                </a:lnTo>
                <a:lnTo>
                  <a:pt x="95881" y="133523"/>
                </a:lnTo>
                <a:lnTo>
                  <a:pt x="94887" y="134517"/>
                </a:lnTo>
                <a:lnTo>
                  <a:pt x="95940" y="137162"/>
                </a:lnTo>
                <a:lnTo>
                  <a:pt x="94719" y="137974"/>
                </a:lnTo>
                <a:lnTo>
                  <a:pt x="92665" y="137382"/>
                </a:lnTo>
                <a:lnTo>
                  <a:pt x="89669" y="137944"/>
                </a:lnTo>
                <a:lnTo>
                  <a:pt x="86994" y="136907"/>
                </a:lnTo>
                <a:lnTo>
                  <a:pt x="84509" y="137638"/>
                </a:lnTo>
                <a:lnTo>
                  <a:pt x="85152" y="140744"/>
                </a:lnTo>
                <a:lnTo>
                  <a:pt x="84421" y="141475"/>
                </a:lnTo>
                <a:lnTo>
                  <a:pt x="81965" y="140890"/>
                </a:lnTo>
                <a:lnTo>
                  <a:pt x="79261" y="141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18085097" y="9789169"/>
            <a:ext cx="135255" cy="134620"/>
          </a:xfrm>
          <a:custGeom>
            <a:avLst/>
            <a:gdLst/>
            <a:ahLst/>
            <a:cxnLst/>
            <a:rect l="l" t="t" r="r" b="b"/>
            <a:pathLst>
              <a:path w="135255" h="134620">
                <a:moveTo>
                  <a:pt x="85314" y="134473"/>
                </a:moveTo>
                <a:lnTo>
                  <a:pt x="81009" y="133771"/>
                </a:lnTo>
                <a:lnTo>
                  <a:pt x="53675" y="133771"/>
                </a:lnTo>
                <a:lnTo>
                  <a:pt x="49326" y="134487"/>
                </a:lnTo>
                <a:lnTo>
                  <a:pt x="45986" y="133698"/>
                </a:lnTo>
                <a:lnTo>
                  <a:pt x="46556" y="130533"/>
                </a:lnTo>
                <a:lnTo>
                  <a:pt x="45957" y="129934"/>
                </a:lnTo>
                <a:lnTo>
                  <a:pt x="43296" y="130285"/>
                </a:lnTo>
                <a:lnTo>
                  <a:pt x="41995" y="130219"/>
                </a:lnTo>
                <a:lnTo>
                  <a:pt x="39956" y="130635"/>
                </a:lnTo>
                <a:lnTo>
                  <a:pt x="38772" y="129985"/>
                </a:lnTo>
                <a:lnTo>
                  <a:pt x="39715" y="127186"/>
                </a:lnTo>
                <a:lnTo>
                  <a:pt x="38750" y="126228"/>
                </a:lnTo>
                <a:lnTo>
                  <a:pt x="36470" y="127076"/>
                </a:lnTo>
                <a:lnTo>
                  <a:pt x="35081" y="126433"/>
                </a:lnTo>
                <a:lnTo>
                  <a:pt x="32794" y="127281"/>
                </a:lnTo>
                <a:lnTo>
                  <a:pt x="31902" y="126382"/>
                </a:lnTo>
                <a:lnTo>
                  <a:pt x="32713" y="123436"/>
                </a:lnTo>
                <a:lnTo>
                  <a:pt x="30535" y="122501"/>
                </a:lnTo>
                <a:lnTo>
                  <a:pt x="26757" y="124335"/>
                </a:lnTo>
                <a:lnTo>
                  <a:pt x="24674" y="122830"/>
                </a:lnTo>
                <a:lnTo>
                  <a:pt x="25763" y="120250"/>
                </a:lnTo>
                <a:lnTo>
                  <a:pt x="24667" y="119153"/>
                </a:lnTo>
                <a:lnTo>
                  <a:pt x="22335" y="120323"/>
                </a:lnTo>
                <a:lnTo>
                  <a:pt x="21166" y="119153"/>
                </a:lnTo>
                <a:lnTo>
                  <a:pt x="22335" y="116815"/>
                </a:lnTo>
                <a:lnTo>
                  <a:pt x="21166" y="115645"/>
                </a:lnTo>
                <a:lnTo>
                  <a:pt x="18827" y="116814"/>
                </a:lnTo>
                <a:lnTo>
                  <a:pt x="17657" y="115645"/>
                </a:lnTo>
                <a:lnTo>
                  <a:pt x="18827" y="113306"/>
                </a:lnTo>
                <a:lnTo>
                  <a:pt x="17658" y="112137"/>
                </a:lnTo>
                <a:lnTo>
                  <a:pt x="15326" y="113306"/>
                </a:lnTo>
                <a:lnTo>
                  <a:pt x="14156" y="112137"/>
                </a:lnTo>
                <a:lnTo>
                  <a:pt x="15326" y="109798"/>
                </a:lnTo>
                <a:lnTo>
                  <a:pt x="14237" y="108709"/>
                </a:lnTo>
                <a:lnTo>
                  <a:pt x="11628" y="109783"/>
                </a:lnTo>
                <a:lnTo>
                  <a:pt x="10356" y="107949"/>
                </a:lnTo>
                <a:lnTo>
                  <a:pt x="12381" y="103133"/>
                </a:lnTo>
                <a:lnTo>
                  <a:pt x="10897" y="101919"/>
                </a:lnTo>
                <a:lnTo>
                  <a:pt x="7849" y="102548"/>
                </a:lnTo>
                <a:lnTo>
                  <a:pt x="7045" y="100224"/>
                </a:lnTo>
                <a:lnTo>
                  <a:pt x="8675" y="97023"/>
                </a:lnTo>
                <a:lnTo>
                  <a:pt x="7476" y="94691"/>
                </a:lnTo>
                <a:lnTo>
                  <a:pt x="4633" y="95598"/>
                </a:lnTo>
                <a:lnTo>
                  <a:pt x="3639" y="94596"/>
                </a:lnTo>
                <a:lnTo>
                  <a:pt x="4692" y="92374"/>
                </a:lnTo>
                <a:lnTo>
                  <a:pt x="3764" y="90978"/>
                </a:lnTo>
                <a:lnTo>
                  <a:pt x="4809" y="88757"/>
                </a:lnTo>
                <a:lnTo>
                  <a:pt x="3961" y="87909"/>
                </a:lnTo>
                <a:lnTo>
                  <a:pt x="789" y="88479"/>
                </a:lnTo>
                <a:lnTo>
                  <a:pt x="0" y="85132"/>
                </a:lnTo>
                <a:lnTo>
                  <a:pt x="723" y="80783"/>
                </a:lnTo>
                <a:lnTo>
                  <a:pt x="723" y="53449"/>
                </a:lnTo>
                <a:lnTo>
                  <a:pt x="14" y="49136"/>
                </a:lnTo>
                <a:lnTo>
                  <a:pt x="789" y="45775"/>
                </a:lnTo>
                <a:lnTo>
                  <a:pt x="3961" y="46337"/>
                </a:lnTo>
                <a:lnTo>
                  <a:pt x="4560" y="45745"/>
                </a:lnTo>
                <a:lnTo>
                  <a:pt x="4195" y="43078"/>
                </a:lnTo>
                <a:lnTo>
                  <a:pt x="4268" y="41769"/>
                </a:lnTo>
                <a:lnTo>
                  <a:pt x="3851" y="39738"/>
                </a:lnTo>
                <a:lnTo>
                  <a:pt x="4502" y="38546"/>
                </a:lnTo>
                <a:lnTo>
                  <a:pt x="7301" y="39489"/>
                </a:lnTo>
                <a:lnTo>
                  <a:pt x="8251" y="38532"/>
                </a:lnTo>
                <a:lnTo>
                  <a:pt x="7403" y="36251"/>
                </a:lnTo>
                <a:lnTo>
                  <a:pt x="8054" y="34848"/>
                </a:lnTo>
                <a:lnTo>
                  <a:pt x="7206" y="32568"/>
                </a:lnTo>
                <a:lnTo>
                  <a:pt x="8098" y="31676"/>
                </a:lnTo>
                <a:lnTo>
                  <a:pt x="11050" y="32480"/>
                </a:lnTo>
                <a:lnTo>
                  <a:pt x="11978" y="30302"/>
                </a:lnTo>
                <a:lnTo>
                  <a:pt x="10151" y="26531"/>
                </a:lnTo>
                <a:lnTo>
                  <a:pt x="11650" y="24448"/>
                </a:lnTo>
                <a:lnTo>
                  <a:pt x="14230" y="25537"/>
                </a:lnTo>
                <a:lnTo>
                  <a:pt x="15326" y="24440"/>
                </a:lnTo>
                <a:lnTo>
                  <a:pt x="14157" y="22102"/>
                </a:lnTo>
                <a:lnTo>
                  <a:pt x="15326" y="20932"/>
                </a:lnTo>
                <a:lnTo>
                  <a:pt x="17657" y="22101"/>
                </a:lnTo>
                <a:lnTo>
                  <a:pt x="18812" y="20947"/>
                </a:lnTo>
                <a:lnTo>
                  <a:pt x="17650" y="18549"/>
                </a:lnTo>
                <a:lnTo>
                  <a:pt x="18871" y="17438"/>
                </a:lnTo>
                <a:lnTo>
                  <a:pt x="21151" y="18601"/>
                </a:lnTo>
                <a:lnTo>
                  <a:pt x="22240" y="17519"/>
                </a:lnTo>
                <a:lnTo>
                  <a:pt x="21188" y="14873"/>
                </a:lnTo>
                <a:lnTo>
                  <a:pt x="22547" y="13967"/>
                </a:lnTo>
                <a:lnTo>
                  <a:pt x="24469" y="15049"/>
                </a:lnTo>
                <a:lnTo>
                  <a:pt x="25821" y="14098"/>
                </a:lnTo>
                <a:lnTo>
                  <a:pt x="24747" y="11496"/>
                </a:lnTo>
                <a:lnTo>
                  <a:pt x="25587" y="10656"/>
                </a:lnTo>
                <a:lnTo>
                  <a:pt x="28248" y="11014"/>
                </a:lnTo>
                <a:lnTo>
                  <a:pt x="29615" y="10948"/>
                </a:lnTo>
                <a:lnTo>
                  <a:pt x="31500" y="11357"/>
                </a:lnTo>
                <a:lnTo>
                  <a:pt x="32728" y="10766"/>
                </a:lnTo>
                <a:lnTo>
                  <a:pt x="31866" y="7879"/>
                </a:lnTo>
                <a:lnTo>
                  <a:pt x="32596" y="7155"/>
                </a:lnTo>
                <a:lnTo>
                  <a:pt x="35257" y="7513"/>
                </a:lnTo>
                <a:lnTo>
                  <a:pt x="36667" y="7440"/>
                </a:lnTo>
                <a:lnTo>
                  <a:pt x="38458" y="7842"/>
                </a:lnTo>
                <a:lnTo>
                  <a:pt x="39715" y="7294"/>
                </a:lnTo>
                <a:lnTo>
                  <a:pt x="38897" y="4349"/>
                </a:lnTo>
                <a:lnTo>
                  <a:pt x="39605" y="3647"/>
                </a:lnTo>
                <a:lnTo>
                  <a:pt x="42266" y="4005"/>
                </a:lnTo>
                <a:lnTo>
                  <a:pt x="43801" y="3910"/>
                </a:lnTo>
                <a:lnTo>
                  <a:pt x="45262" y="4275"/>
                </a:lnTo>
                <a:lnTo>
                  <a:pt x="46293" y="3983"/>
                </a:lnTo>
                <a:lnTo>
                  <a:pt x="46622" y="3895"/>
                </a:lnTo>
                <a:lnTo>
                  <a:pt x="46015" y="760"/>
                </a:lnTo>
                <a:lnTo>
                  <a:pt x="46665" y="109"/>
                </a:lnTo>
                <a:lnTo>
                  <a:pt x="49245" y="548"/>
                </a:lnTo>
                <a:lnTo>
                  <a:pt x="53170" y="65"/>
                </a:lnTo>
                <a:lnTo>
                  <a:pt x="56934" y="475"/>
                </a:lnTo>
                <a:lnTo>
                  <a:pt x="83508" y="475"/>
                </a:lnTo>
                <a:lnTo>
                  <a:pt x="86315" y="0"/>
                </a:lnTo>
                <a:lnTo>
                  <a:pt x="88683" y="548"/>
                </a:lnTo>
                <a:lnTo>
                  <a:pt x="88127" y="3720"/>
                </a:lnTo>
                <a:lnTo>
                  <a:pt x="88719" y="4312"/>
                </a:lnTo>
                <a:lnTo>
                  <a:pt x="91380" y="3954"/>
                </a:lnTo>
                <a:lnTo>
                  <a:pt x="92681" y="4019"/>
                </a:lnTo>
                <a:lnTo>
                  <a:pt x="94720" y="3610"/>
                </a:lnTo>
                <a:lnTo>
                  <a:pt x="95904" y="4261"/>
                </a:lnTo>
                <a:lnTo>
                  <a:pt x="94961" y="7053"/>
                </a:lnTo>
                <a:lnTo>
                  <a:pt x="95919" y="8010"/>
                </a:lnTo>
                <a:lnTo>
                  <a:pt x="98206" y="7162"/>
                </a:lnTo>
                <a:lnTo>
                  <a:pt x="99602" y="7805"/>
                </a:lnTo>
                <a:lnTo>
                  <a:pt x="101882" y="6958"/>
                </a:lnTo>
                <a:lnTo>
                  <a:pt x="102774" y="7856"/>
                </a:lnTo>
                <a:lnTo>
                  <a:pt x="101963" y="10809"/>
                </a:lnTo>
                <a:lnTo>
                  <a:pt x="104141" y="11737"/>
                </a:lnTo>
                <a:lnTo>
                  <a:pt x="107919" y="9903"/>
                </a:lnTo>
                <a:lnTo>
                  <a:pt x="110002" y="11409"/>
                </a:lnTo>
                <a:lnTo>
                  <a:pt x="108913" y="13981"/>
                </a:lnTo>
                <a:lnTo>
                  <a:pt x="109907" y="14990"/>
                </a:lnTo>
                <a:lnTo>
                  <a:pt x="112560" y="13937"/>
                </a:lnTo>
                <a:lnTo>
                  <a:pt x="113430" y="15260"/>
                </a:lnTo>
                <a:lnTo>
                  <a:pt x="112341" y="17314"/>
                </a:lnTo>
                <a:lnTo>
                  <a:pt x="113423" y="18600"/>
                </a:lnTo>
                <a:lnTo>
                  <a:pt x="115878" y="17453"/>
                </a:lnTo>
                <a:lnTo>
                  <a:pt x="117026" y="18600"/>
                </a:lnTo>
                <a:lnTo>
                  <a:pt x="115856" y="20903"/>
                </a:lnTo>
                <a:lnTo>
                  <a:pt x="116989" y="22109"/>
                </a:lnTo>
                <a:lnTo>
                  <a:pt x="119365" y="20939"/>
                </a:lnTo>
                <a:lnTo>
                  <a:pt x="120519" y="22101"/>
                </a:lnTo>
                <a:lnTo>
                  <a:pt x="119350" y="24440"/>
                </a:lnTo>
                <a:lnTo>
                  <a:pt x="120519" y="25610"/>
                </a:lnTo>
                <a:lnTo>
                  <a:pt x="122858" y="24440"/>
                </a:lnTo>
                <a:lnTo>
                  <a:pt x="124020" y="25609"/>
                </a:lnTo>
                <a:lnTo>
                  <a:pt x="122983" y="27831"/>
                </a:lnTo>
                <a:lnTo>
                  <a:pt x="123896" y="29235"/>
                </a:lnTo>
                <a:lnTo>
                  <a:pt x="122858" y="31456"/>
                </a:lnTo>
                <a:lnTo>
                  <a:pt x="123808" y="32407"/>
                </a:lnTo>
                <a:lnTo>
                  <a:pt x="126761" y="31595"/>
                </a:lnTo>
                <a:lnTo>
                  <a:pt x="127762" y="33956"/>
                </a:lnTo>
                <a:lnTo>
                  <a:pt x="125964" y="37230"/>
                </a:lnTo>
                <a:lnTo>
                  <a:pt x="127214" y="39562"/>
                </a:lnTo>
                <a:lnTo>
                  <a:pt x="130028" y="38626"/>
                </a:lnTo>
                <a:lnTo>
                  <a:pt x="131037" y="39642"/>
                </a:lnTo>
                <a:lnTo>
                  <a:pt x="129984" y="41864"/>
                </a:lnTo>
                <a:lnTo>
                  <a:pt x="130912" y="43267"/>
                </a:lnTo>
                <a:lnTo>
                  <a:pt x="129868" y="45489"/>
                </a:lnTo>
                <a:lnTo>
                  <a:pt x="130715" y="46337"/>
                </a:lnTo>
                <a:lnTo>
                  <a:pt x="133887" y="45774"/>
                </a:lnTo>
                <a:lnTo>
                  <a:pt x="134677" y="49114"/>
                </a:lnTo>
                <a:lnTo>
                  <a:pt x="133953" y="53463"/>
                </a:lnTo>
                <a:lnTo>
                  <a:pt x="133953" y="80805"/>
                </a:lnTo>
                <a:lnTo>
                  <a:pt x="134655" y="85109"/>
                </a:lnTo>
                <a:lnTo>
                  <a:pt x="133887" y="88471"/>
                </a:lnTo>
                <a:lnTo>
                  <a:pt x="130715" y="87908"/>
                </a:lnTo>
                <a:lnTo>
                  <a:pt x="130116" y="88508"/>
                </a:lnTo>
                <a:lnTo>
                  <a:pt x="130481" y="91168"/>
                </a:lnTo>
                <a:lnTo>
                  <a:pt x="130408" y="92469"/>
                </a:lnTo>
                <a:lnTo>
                  <a:pt x="130825" y="94501"/>
                </a:lnTo>
                <a:lnTo>
                  <a:pt x="130174" y="95692"/>
                </a:lnTo>
                <a:lnTo>
                  <a:pt x="127375" y="94750"/>
                </a:lnTo>
                <a:lnTo>
                  <a:pt x="126425" y="95707"/>
                </a:lnTo>
                <a:lnTo>
                  <a:pt x="127273" y="97995"/>
                </a:lnTo>
                <a:lnTo>
                  <a:pt x="126622" y="99391"/>
                </a:lnTo>
                <a:lnTo>
                  <a:pt x="127470" y="101671"/>
                </a:lnTo>
                <a:lnTo>
                  <a:pt x="126579" y="102563"/>
                </a:lnTo>
                <a:lnTo>
                  <a:pt x="123626" y="101751"/>
                </a:lnTo>
                <a:lnTo>
                  <a:pt x="122690" y="103929"/>
                </a:lnTo>
                <a:lnTo>
                  <a:pt x="124525" y="107708"/>
                </a:lnTo>
                <a:lnTo>
                  <a:pt x="123019" y="109791"/>
                </a:lnTo>
                <a:lnTo>
                  <a:pt x="120446" y="108694"/>
                </a:lnTo>
                <a:lnTo>
                  <a:pt x="119350" y="109798"/>
                </a:lnTo>
                <a:lnTo>
                  <a:pt x="120519" y="112137"/>
                </a:lnTo>
                <a:lnTo>
                  <a:pt x="119350" y="113306"/>
                </a:lnTo>
                <a:lnTo>
                  <a:pt x="117019" y="112137"/>
                </a:lnTo>
                <a:lnTo>
                  <a:pt x="115849" y="113306"/>
                </a:lnTo>
                <a:lnTo>
                  <a:pt x="117018" y="115645"/>
                </a:lnTo>
                <a:lnTo>
                  <a:pt x="115849" y="116815"/>
                </a:lnTo>
                <a:lnTo>
                  <a:pt x="113511" y="115645"/>
                </a:lnTo>
                <a:lnTo>
                  <a:pt x="112341" y="116814"/>
                </a:lnTo>
                <a:lnTo>
                  <a:pt x="113510" y="119153"/>
                </a:lnTo>
                <a:lnTo>
                  <a:pt x="112341" y="120323"/>
                </a:lnTo>
                <a:lnTo>
                  <a:pt x="110010" y="119153"/>
                </a:lnTo>
                <a:lnTo>
                  <a:pt x="108921" y="120242"/>
                </a:lnTo>
                <a:lnTo>
                  <a:pt x="109988" y="122852"/>
                </a:lnTo>
                <a:lnTo>
                  <a:pt x="108153" y="124123"/>
                </a:lnTo>
                <a:lnTo>
                  <a:pt x="103344" y="122099"/>
                </a:lnTo>
                <a:lnTo>
                  <a:pt x="102131" y="123582"/>
                </a:lnTo>
                <a:lnTo>
                  <a:pt x="102759" y="126630"/>
                </a:lnTo>
                <a:lnTo>
                  <a:pt x="100428" y="127434"/>
                </a:lnTo>
                <a:lnTo>
                  <a:pt x="97234" y="125812"/>
                </a:lnTo>
                <a:lnTo>
                  <a:pt x="94903" y="127003"/>
                </a:lnTo>
                <a:lnTo>
                  <a:pt x="95809" y="129846"/>
                </a:lnTo>
                <a:lnTo>
                  <a:pt x="94808" y="130847"/>
                </a:lnTo>
                <a:lnTo>
                  <a:pt x="92579" y="129795"/>
                </a:lnTo>
                <a:lnTo>
                  <a:pt x="91190" y="130730"/>
                </a:lnTo>
                <a:lnTo>
                  <a:pt x="88968" y="129678"/>
                </a:lnTo>
                <a:lnTo>
                  <a:pt x="88120" y="130526"/>
                </a:lnTo>
                <a:lnTo>
                  <a:pt x="88676" y="133705"/>
                </a:lnTo>
                <a:lnTo>
                  <a:pt x="85314" y="1344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16194158" y="9792612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69" h="127634">
                <a:moveTo>
                  <a:pt x="45846" y="127558"/>
                </a:moveTo>
                <a:lnTo>
                  <a:pt x="42521" y="126754"/>
                </a:lnTo>
                <a:lnTo>
                  <a:pt x="43098" y="123590"/>
                </a:lnTo>
                <a:lnTo>
                  <a:pt x="42499" y="122983"/>
                </a:lnTo>
                <a:lnTo>
                  <a:pt x="39831" y="123348"/>
                </a:lnTo>
                <a:lnTo>
                  <a:pt x="38457" y="123275"/>
                </a:lnTo>
                <a:lnTo>
                  <a:pt x="36579" y="123684"/>
                </a:lnTo>
                <a:lnTo>
                  <a:pt x="35344" y="123100"/>
                </a:lnTo>
                <a:lnTo>
                  <a:pt x="36206" y="120206"/>
                </a:lnTo>
                <a:lnTo>
                  <a:pt x="35483" y="119482"/>
                </a:lnTo>
                <a:lnTo>
                  <a:pt x="32815" y="119833"/>
                </a:lnTo>
                <a:lnTo>
                  <a:pt x="31536" y="119774"/>
                </a:lnTo>
                <a:lnTo>
                  <a:pt x="29446" y="120183"/>
                </a:lnTo>
                <a:lnTo>
                  <a:pt x="28269" y="119504"/>
                </a:lnTo>
                <a:lnTo>
                  <a:pt x="29248" y="116756"/>
                </a:lnTo>
                <a:lnTo>
                  <a:pt x="28306" y="115813"/>
                </a:lnTo>
                <a:lnTo>
                  <a:pt x="25660" y="116865"/>
                </a:lnTo>
                <a:lnTo>
                  <a:pt x="25017" y="115901"/>
                </a:lnTo>
                <a:lnTo>
                  <a:pt x="25674" y="112970"/>
                </a:lnTo>
                <a:lnTo>
                  <a:pt x="24534" y="112458"/>
                </a:lnTo>
                <a:lnTo>
                  <a:pt x="22612" y="112794"/>
                </a:lnTo>
                <a:lnTo>
                  <a:pt x="21267" y="112794"/>
                </a:lnTo>
                <a:lnTo>
                  <a:pt x="18614" y="113109"/>
                </a:lnTo>
                <a:lnTo>
                  <a:pt x="17679" y="112246"/>
                </a:lnTo>
                <a:lnTo>
                  <a:pt x="18841" y="109856"/>
                </a:lnTo>
                <a:lnTo>
                  <a:pt x="17898" y="108913"/>
                </a:lnTo>
                <a:lnTo>
                  <a:pt x="14953" y="109725"/>
                </a:lnTo>
                <a:lnTo>
                  <a:pt x="14032" y="107576"/>
                </a:lnTo>
                <a:lnTo>
                  <a:pt x="15852" y="103724"/>
                </a:lnTo>
                <a:lnTo>
                  <a:pt x="14324" y="101685"/>
                </a:lnTo>
                <a:lnTo>
                  <a:pt x="11781" y="102796"/>
                </a:lnTo>
                <a:lnTo>
                  <a:pt x="10765" y="101780"/>
                </a:lnTo>
                <a:lnTo>
                  <a:pt x="11817" y="99135"/>
                </a:lnTo>
                <a:lnTo>
                  <a:pt x="10765" y="98433"/>
                </a:lnTo>
                <a:lnTo>
                  <a:pt x="8024" y="99229"/>
                </a:lnTo>
                <a:lnTo>
                  <a:pt x="6979" y="97475"/>
                </a:lnTo>
                <a:lnTo>
                  <a:pt x="8850" y="92652"/>
                </a:lnTo>
                <a:lnTo>
                  <a:pt x="7337" y="91409"/>
                </a:lnTo>
                <a:lnTo>
                  <a:pt x="4443" y="92184"/>
                </a:lnTo>
                <a:lnTo>
                  <a:pt x="3632" y="90474"/>
                </a:lnTo>
                <a:lnTo>
                  <a:pt x="5262" y="85570"/>
                </a:lnTo>
                <a:lnTo>
                  <a:pt x="3953" y="84495"/>
                </a:lnTo>
                <a:lnTo>
                  <a:pt x="796" y="85014"/>
                </a:lnTo>
                <a:lnTo>
                  <a:pt x="233" y="82690"/>
                </a:lnTo>
                <a:lnTo>
                  <a:pt x="730" y="79825"/>
                </a:lnTo>
                <a:lnTo>
                  <a:pt x="730" y="50043"/>
                </a:lnTo>
                <a:lnTo>
                  <a:pt x="0" y="45650"/>
                </a:lnTo>
                <a:lnTo>
                  <a:pt x="803" y="42325"/>
                </a:lnTo>
                <a:lnTo>
                  <a:pt x="3968" y="42902"/>
                </a:lnTo>
                <a:lnTo>
                  <a:pt x="4567" y="42303"/>
                </a:lnTo>
                <a:lnTo>
                  <a:pt x="4209" y="39635"/>
                </a:lnTo>
                <a:lnTo>
                  <a:pt x="4282" y="38261"/>
                </a:lnTo>
                <a:lnTo>
                  <a:pt x="3873" y="36383"/>
                </a:lnTo>
                <a:lnTo>
                  <a:pt x="4458" y="35147"/>
                </a:lnTo>
                <a:lnTo>
                  <a:pt x="7352" y="36010"/>
                </a:lnTo>
                <a:lnTo>
                  <a:pt x="8076" y="35286"/>
                </a:lnTo>
                <a:lnTo>
                  <a:pt x="7717" y="32619"/>
                </a:lnTo>
                <a:lnTo>
                  <a:pt x="7783" y="31340"/>
                </a:lnTo>
                <a:lnTo>
                  <a:pt x="7374" y="29249"/>
                </a:lnTo>
                <a:lnTo>
                  <a:pt x="8054" y="28073"/>
                </a:lnTo>
                <a:lnTo>
                  <a:pt x="10802" y="29052"/>
                </a:lnTo>
                <a:lnTo>
                  <a:pt x="11744" y="28109"/>
                </a:lnTo>
                <a:lnTo>
                  <a:pt x="10692" y="25463"/>
                </a:lnTo>
                <a:lnTo>
                  <a:pt x="11657" y="24820"/>
                </a:lnTo>
                <a:lnTo>
                  <a:pt x="14587" y="25478"/>
                </a:lnTo>
                <a:lnTo>
                  <a:pt x="15099" y="24338"/>
                </a:lnTo>
                <a:lnTo>
                  <a:pt x="14763" y="22416"/>
                </a:lnTo>
                <a:lnTo>
                  <a:pt x="14763" y="21078"/>
                </a:lnTo>
                <a:lnTo>
                  <a:pt x="14449" y="18411"/>
                </a:lnTo>
                <a:lnTo>
                  <a:pt x="15318" y="17482"/>
                </a:lnTo>
                <a:lnTo>
                  <a:pt x="17694" y="18652"/>
                </a:lnTo>
                <a:lnTo>
                  <a:pt x="18761" y="17585"/>
                </a:lnTo>
                <a:lnTo>
                  <a:pt x="17708" y="14939"/>
                </a:lnTo>
                <a:lnTo>
                  <a:pt x="19082" y="14025"/>
                </a:lnTo>
                <a:lnTo>
                  <a:pt x="20953" y="15092"/>
                </a:lnTo>
                <a:lnTo>
                  <a:pt x="22481" y="14113"/>
                </a:lnTo>
                <a:lnTo>
                  <a:pt x="24710" y="15143"/>
                </a:lnTo>
                <a:lnTo>
                  <a:pt x="25740" y="14113"/>
                </a:lnTo>
                <a:lnTo>
                  <a:pt x="24754" y="11372"/>
                </a:lnTo>
                <a:lnTo>
                  <a:pt x="25996" y="10634"/>
                </a:lnTo>
                <a:lnTo>
                  <a:pt x="28225" y="11628"/>
                </a:lnTo>
                <a:lnTo>
                  <a:pt x="29161" y="10685"/>
                </a:lnTo>
                <a:lnTo>
                  <a:pt x="28349" y="7732"/>
                </a:lnTo>
                <a:lnTo>
                  <a:pt x="30732" y="6716"/>
                </a:lnTo>
                <a:lnTo>
                  <a:pt x="33933" y="8492"/>
                </a:lnTo>
                <a:lnTo>
                  <a:pt x="36301" y="7301"/>
                </a:lnTo>
                <a:lnTo>
                  <a:pt x="35402" y="4451"/>
                </a:lnTo>
                <a:lnTo>
                  <a:pt x="36141" y="3712"/>
                </a:lnTo>
                <a:lnTo>
                  <a:pt x="38808" y="4070"/>
                </a:lnTo>
                <a:lnTo>
                  <a:pt x="40343" y="3968"/>
                </a:lnTo>
                <a:lnTo>
                  <a:pt x="41805" y="4334"/>
                </a:lnTo>
                <a:lnTo>
                  <a:pt x="42835" y="4049"/>
                </a:lnTo>
                <a:lnTo>
                  <a:pt x="43179" y="3954"/>
                </a:lnTo>
                <a:lnTo>
                  <a:pt x="42543" y="840"/>
                </a:lnTo>
                <a:lnTo>
                  <a:pt x="43223" y="160"/>
                </a:lnTo>
                <a:lnTo>
                  <a:pt x="45766" y="643"/>
                </a:lnTo>
                <a:lnTo>
                  <a:pt x="49596" y="0"/>
                </a:lnTo>
                <a:lnTo>
                  <a:pt x="53564" y="548"/>
                </a:lnTo>
                <a:lnTo>
                  <a:pt x="80029" y="548"/>
                </a:lnTo>
                <a:lnTo>
                  <a:pt x="82887" y="51"/>
                </a:lnTo>
                <a:lnTo>
                  <a:pt x="85240" y="621"/>
                </a:lnTo>
                <a:lnTo>
                  <a:pt x="84663" y="3785"/>
                </a:lnTo>
                <a:lnTo>
                  <a:pt x="85262" y="4385"/>
                </a:lnTo>
                <a:lnTo>
                  <a:pt x="87930" y="4027"/>
                </a:lnTo>
                <a:lnTo>
                  <a:pt x="89296" y="4093"/>
                </a:lnTo>
                <a:lnTo>
                  <a:pt x="91175" y="3690"/>
                </a:lnTo>
                <a:lnTo>
                  <a:pt x="92410" y="4275"/>
                </a:lnTo>
                <a:lnTo>
                  <a:pt x="91547" y="7162"/>
                </a:lnTo>
                <a:lnTo>
                  <a:pt x="92271" y="7886"/>
                </a:lnTo>
                <a:lnTo>
                  <a:pt x="94939" y="7528"/>
                </a:lnTo>
                <a:lnTo>
                  <a:pt x="96217" y="7593"/>
                </a:lnTo>
                <a:lnTo>
                  <a:pt x="98308" y="7177"/>
                </a:lnTo>
                <a:lnTo>
                  <a:pt x="99485" y="7864"/>
                </a:lnTo>
                <a:lnTo>
                  <a:pt x="98505" y="10612"/>
                </a:lnTo>
                <a:lnTo>
                  <a:pt x="99448" y="11555"/>
                </a:lnTo>
                <a:lnTo>
                  <a:pt x="102094" y="10502"/>
                </a:lnTo>
                <a:lnTo>
                  <a:pt x="102737" y="11467"/>
                </a:lnTo>
                <a:lnTo>
                  <a:pt x="102079" y="14398"/>
                </a:lnTo>
                <a:lnTo>
                  <a:pt x="103212" y="14909"/>
                </a:lnTo>
                <a:lnTo>
                  <a:pt x="105141" y="14573"/>
                </a:lnTo>
                <a:lnTo>
                  <a:pt x="106486" y="14573"/>
                </a:lnTo>
                <a:lnTo>
                  <a:pt x="109139" y="14252"/>
                </a:lnTo>
                <a:lnTo>
                  <a:pt x="110074" y="15121"/>
                </a:lnTo>
                <a:lnTo>
                  <a:pt x="108905" y="17504"/>
                </a:lnTo>
                <a:lnTo>
                  <a:pt x="109848" y="18447"/>
                </a:lnTo>
                <a:lnTo>
                  <a:pt x="112801" y="17636"/>
                </a:lnTo>
                <a:lnTo>
                  <a:pt x="113722" y="19784"/>
                </a:lnTo>
                <a:lnTo>
                  <a:pt x="111902" y="23643"/>
                </a:lnTo>
                <a:lnTo>
                  <a:pt x="113429" y="25682"/>
                </a:lnTo>
                <a:lnTo>
                  <a:pt x="115973" y="24572"/>
                </a:lnTo>
                <a:lnTo>
                  <a:pt x="116988" y="25587"/>
                </a:lnTo>
                <a:lnTo>
                  <a:pt x="115936" y="28233"/>
                </a:lnTo>
                <a:lnTo>
                  <a:pt x="116988" y="28928"/>
                </a:lnTo>
                <a:lnTo>
                  <a:pt x="119729" y="28138"/>
                </a:lnTo>
                <a:lnTo>
                  <a:pt x="120774" y="29892"/>
                </a:lnTo>
                <a:lnTo>
                  <a:pt x="118903" y="34716"/>
                </a:lnTo>
                <a:lnTo>
                  <a:pt x="120416" y="35958"/>
                </a:lnTo>
                <a:lnTo>
                  <a:pt x="123310" y="35184"/>
                </a:lnTo>
                <a:lnTo>
                  <a:pt x="124122" y="36894"/>
                </a:lnTo>
                <a:lnTo>
                  <a:pt x="122492" y="41805"/>
                </a:lnTo>
                <a:lnTo>
                  <a:pt x="123800" y="42872"/>
                </a:lnTo>
                <a:lnTo>
                  <a:pt x="126950" y="42353"/>
                </a:lnTo>
                <a:lnTo>
                  <a:pt x="127527" y="44677"/>
                </a:lnTo>
                <a:lnTo>
                  <a:pt x="127023" y="47542"/>
                </a:lnTo>
                <a:lnTo>
                  <a:pt x="127023" y="77332"/>
                </a:lnTo>
                <a:lnTo>
                  <a:pt x="127754" y="81717"/>
                </a:lnTo>
                <a:lnTo>
                  <a:pt x="126950" y="85043"/>
                </a:lnTo>
                <a:lnTo>
                  <a:pt x="123785" y="84466"/>
                </a:lnTo>
                <a:lnTo>
                  <a:pt x="123186" y="85072"/>
                </a:lnTo>
                <a:lnTo>
                  <a:pt x="123537" y="87732"/>
                </a:lnTo>
                <a:lnTo>
                  <a:pt x="123471" y="89107"/>
                </a:lnTo>
                <a:lnTo>
                  <a:pt x="123880" y="90985"/>
                </a:lnTo>
                <a:lnTo>
                  <a:pt x="123296" y="92213"/>
                </a:lnTo>
                <a:lnTo>
                  <a:pt x="120402" y="91350"/>
                </a:lnTo>
                <a:lnTo>
                  <a:pt x="119678" y="92081"/>
                </a:lnTo>
                <a:lnTo>
                  <a:pt x="120036" y="94742"/>
                </a:lnTo>
                <a:lnTo>
                  <a:pt x="119970" y="96013"/>
                </a:lnTo>
                <a:lnTo>
                  <a:pt x="120380" y="98111"/>
                </a:lnTo>
                <a:lnTo>
                  <a:pt x="119700" y="99288"/>
                </a:lnTo>
                <a:lnTo>
                  <a:pt x="116952" y="98308"/>
                </a:lnTo>
                <a:lnTo>
                  <a:pt x="116009" y="99251"/>
                </a:lnTo>
                <a:lnTo>
                  <a:pt x="117062" y="101897"/>
                </a:lnTo>
                <a:lnTo>
                  <a:pt x="116097" y="102533"/>
                </a:lnTo>
                <a:lnTo>
                  <a:pt x="113159" y="101882"/>
                </a:lnTo>
                <a:lnTo>
                  <a:pt x="112654" y="103015"/>
                </a:lnTo>
                <a:lnTo>
                  <a:pt x="112991" y="104945"/>
                </a:lnTo>
                <a:lnTo>
                  <a:pt x="112991" y="106290"/>
                </a:lnTo>
                <a:lnTo>
                  <a:pt x="113312" y="108943"/>
                </a:lnTo>
                <a:lnTo>
                  <a:pt x="112443" y="109878"/>
                </a:lnTo>
                <a:lnTo>
                  <a:pt x="110053" y="108709"/>
                </a:lnTo>
                <a:lnTo>
                  <a:pt x="109117" y="109651"/>
                </a:lnTo>
                <a:lnTo>
                  <a:pt x="109921" y="112604"/>
                </a:lnTo>
                <a:lnTo>
                  <a:pt x="107772" y="113525"/>
                </a:lnTo>
                <a:lnTo>
                  <a:pt x="103921" y="111705"/>
                </a:lnTo>
                <a:lnTo>
                  <a:pt x="101882" y="113233"/>
                </a:lnTo>
                <a:lnTo>
                  <a:pt x="102993" y="115776"/>
                </a:lnTo>
                <a:lnTo>
                  <a:pt x="101977" y="116792"/>
                </a:lnTo>
                <a:lnTo>
                  <a:pt x="99331" y="115740"/>
                </a:lnTo>
                <a:lnTo>
                  <a:pt x="98629" y="116792"/>
                </a:lnTo>
                <a:lnTo>
                  <a:pt x="99426" y="119526"/>
                </a:lnTo>
                <a:lnTo>
                  <a:pt x="97672" y="120578"/>
                </a:lnTo>
                <a:lnTo>
                  <a:pt x="92841" y="118707"/>
                </a:lnTo>
                <a:lnTo>
                  <a:pt x="91606" y="120220"/>
                </a:lnTo>
                <a:lnTo>
                  <a:pt x="92380" y="123114"/>
                </a:lnTo>
                <a:lnTo>
                  <a:pt x="90670" y="123926"/>
                </a:lnTo>
                <a:lnTo>
                  <a:pt x="85759" y="122296"/>
                </a:lnTo>
                <a:lnTo>
                  <a:pt x="84692" y="123604"/>
                </a:lnTo>
                <a:lnTo>
                  <a:pt x="85211" y="126761"/>
                </a:lnTo>
                <a:lnTo>
                  <a:pt x="82886" y="127331"/>
                </a:lnTo>
                <a:lnTo>
                  <a:pt x="80014" y="126827"/>
                </a:lnTo>
                <a:lnTo>
                  <a:pt x="50239" y="126827"/>
                </a:lnTo>
                <a:lnTo>
                  <a:pt x="45846" y="1275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15987238" y="9795857"/>
            <a:ext cx="120650" cy="121285"/>
          </a:xfrm>
          <a:custGeom>
            <a:avLst/>
            <a:gdLst/>
            <a:ahLst/>
            <a:cxnLst/>
            <a:rect l="l" t="t" r="r" b="b"/>
            <a:pathLst>
              <a:path w="120650" h="121284">
                <a:moveTo>
                  <a:pt x="54916" y="120768"/>
                </a:moveTo>
                <a:lnTo>
                  <a:pt x="52855" y="119884"/>
                </a:lnTo>
                <a:lnTo>
                  <a:pt x="53667" y="116932"/>
                </a:lnTo>
                <a:lnTo>
                  <a:pt x="52906" y="116171"/>
                </a:lnTo>
                <a:lnTo>
                  <a:pt x="50378" y="116668"/>
                </a:lnTo>
                <a:lnTo>
                  <a:pt x="47615" y="116186"/>
                </a:lnTo>
                <a:lnTo>
                  <a:pt x="44991" y="116566"/>
                </a:lnTo>
                <a:lnTo>
                  <a:pt x="41856" y="116566"/>
                </a:lnTo>
                <a:lnTo>
                  <a:pt x="40124" y="116873"/>
                </a:lnTo>
                <a:lnTo>
                  <a:pt x="38874" y="116420"/>
                </a:lnTo>
                <a:lnTo>
                  <a:pt x="39597" y="113387"/>
                </a:lnTo>
                <a:lnTo>
                  <a:pt x="38932" y="112722"/>
                </a:lnTo>
                <a:lnTo>
                  <a:pt x="36272" y="113087"/>
                </a:lnTo>
                <a:lnTo>
                  <a:pt x="34898" y="113014"/>
                </a:lnTo>
                <a:lnTo>
                  <a:pt x="33020" y="113423"/>
                </a:lnTo>
                <a:lnTo>
                  <a:pt x="31785" y="112838"/>
                </a:lnTo>
                <a:lnTo>
                  <a:pt x="32647" y="109944"/>
                </a:lnTo>
                <a:lnTo>
                  <a:pt x="31923" y="109220"/>
                </a:lnTo>
                <a:lnTo>
                  <a:pt x="29256" y="109571"/>
                </a:lnTo>
                <a:lnTo>
                  <a:pt x="28072" y="109513"/>
                </a:lnTo>
                <a:lnTo>
                  <a:pt x="25777" y="109922"/>
                </a:lnTo>
                <a:lnTo>
                  <a:pt x="24673" y="109148"/>
                </a:lnTo>
                <a:lnTo>
                  <a:pt x="25748" y="106546"/>
                </a:lnTo>
                <a:lnTo>
                  <a:pt x="24659" y="105457"/>
                </a:lnTo>
                <a:lnTo>
                  <a:pt x="22320" y="106626"/>
                </a:lnTo>
                <a:lnTo>
                  <a:pt x="21158" y="105457"/>
                </a:lnTo>
                <a:lnTo>
                  <a:pt x="22327" y="103118"/>
                </a:lnTo>
                <a:lnTo>
                  <a:pt x="21158" y="101948"/>
                </a:lnTo>
                <a:lnTo>
                  <a:pt x="18819" y="103118"/>
                </a:lnTo>
                <a:lnTo>
                  <a:pt x="17650" y="101948"/>
                </a:lnTo>
                <a:lnTo>
                  <a:pt x="18819" y="99610"/>
                </a:lnTo>
                <a:lnTo>
                  <a:pt x="17650" y="98440"/>
                </a:lnTo>
                <a:lnTo>
                  <a:pt x="15311" y="99609"/>
                </a:lnTo>
                <a:lnTo>
                  <a:pt x="14142" y="98440"/>
                </a:lnTo>
                <a:lnTo>
                  <a:pt x="15311" y="96101"/>
                </a:lnTo>
                <a:lnTo>
                  <a:pt x="14229" y="95012"/>
                </a:lnTo>
                <a:lnTo>
                  <a:pt x="11613" y="96087"/>
                </a:lnTo>
                <a:lnTo>
                  <a:pt x="10348" y="94252"/>
                </a:lnTo>
                <a:lnTo>
                  <a:pt x="12366" y="89436"/>
                </a:lnTo>
                <a:lnTo>
                  <a:pt x="10809" y="88164"/>
                </a:lnTo>
                <a:lnTo>
                  <a:pt x="7915" y="88939"/>
                </a:lnTo>
                <a:lnTo>
                  <a:pt x="7103" y="87229"/>
                </a:lnTo>
                <a:lnTo>
                  <a:pt x="8733" y="82325"/>
                </a:lnTo>
                <a:lnTo>
                  <a:pt x="7367" y="81199"/>
                </a:lnTo>
                <a:lnTo>
                  <a:pt x="4333" y="81850"/>
                </a:lnTo>
                <a:lnTo>
                  <a:pt x="3559" y="79715"/>
                </a:lnTo>
                <a:lnTo>
                  <a:pt x="4202" y="76375"/>
                </a:lnTo>
                <a:lnTo>
                  <a:pt x="4202" y="72385"/>
                </a:lnTo>
                <a:lnTo>
                  <a:pt x="4728" y="69454"/>
                </a:lnTo>
                <a:lnTo>
                  <a:pt x="4114" y="67130"/>
                </a:lnTo>
                <a:lnTo>
                  <a:pt x="979" y="67737"/>
                </a:lnTo>
                <a:lnTo>
                  <a:pt x="365" y="67123"/>
                </a:lnTo>
                <a:lnTo>
                  <a:pt x="723" y="64455"/>
                </a:lnTo>
                <a:lnTo>
                  <a:pt x="694" y="58652"/>
                </a:lnTo>
                <a:lnTo>
                  <a:pt x="0" y="55041"/>
                </a:lnTo>
                <a:lnTo>
                  <a:pt x="884" y="52981"/>
                </a:lnTo>
                <a:lnTo>
                  <a:pt x="3836" y="53792"/>
                </a:lnTo>
                <a:lnTo>
                  <a:pt x="4597" y="53025"/>
                </a:lnTo>
                <a:lnTo>
                  <a:pt x="4100" y="50496"/>
                </a:lnTo>
                <a:lnTo>
                  <a:pt x="4582" y="47733"/>
                </a:lnTo>
                <a:lnTo>
                  <a:pt x="4202" y="45109"/>
                </a:lnTo>
                <a:lnTo>
                  <a:pt x="4202" y="41959"/>
                </a:lnTo>
                <a:lnTo>
                  <a:pt x="3895" y="40271"/>
                </a:lnTo>
                <a:lnTo>
                  <a:pt x="4334" y="39006"/>
                </a:lnTo>
                <a:lnTo>
                  <a:pt x="7389" y="39708"/>
                </a:lnTo>
                <a:lnTo>
                  <a:pt x="8039" y="39057"/>
                </a:lnTo>
                <a:lnTo>
                  <a:pt x="7688" y="36390"/>
                </a:lnTo>
                <a:lnTo>
                  <a:pt x="7754" y="35016"/>
                </a:lnTo>
                <a:lnTo>
                  <a:pt x="7352" y="33137"/>
                </a:lnTo>
                <a:lnTo>
                  <a:pt x="7937" y="31902"/>
                </a:lnTo>
                <a:lnTo>
                  <a:pt x="10823" y="32765"/>
                </a:lnTo>
                <a:lnTo>
                  <a:pt x="11554" y="32041"/>
                </a:lnTo>
                <a:lnTo>
                  <a:pt x="11196" y="29373"/>
                </a:lnTo>
                <a:lnTo>
                  <a:pt x="11255" y="28175"/>
                </a:lnTo>
                <a:lnTo>
                  <a:pt x="10845" y="25902"/>
                </a:lnTo>
                <a:lnTo>
                  <a:pt x="11605" y="24783"/>
                </a:lnTo>
                <a:lnTo>
                  <a:pt x="14229" y="25850"/>
                </a:lnTo>
                <a:lnTo>
                  <a:pt x="15311" y="24769"/>
                </a:lnTo>
                <a:lnTo>
                  <a:pt x="14142" y="22430"/>
                </a:lnTo>
                <a:lnTo>
                  <a:pt x="15311" y="21261"/>
                </a:lnTo>
                <a:lnTo>
                  <a:pt x="17650" y="22430"/>
                </a:lnTo>
                <a:lnTo>
                  <a:pt x="18804" y="21275"/>
                </a:lnTo>
                <a:lnTo>
                  <a:pt x="17642" y="18878"/>
                </a:lnTo>
                <a:lnTo>
                  <a:pt x="18863" y="17767"/>
                </a:lnTo>
                <a:lnTo>
                  <a:pt x="21151" y="18929"/>
                </a:lnTo>
                <a:lnTo>
                  <a:pt x="22232" y="17848"/>
                </a:lnTo>
                <a:lnTo>
                  <a:pt x="21180" y="15202"/>
                </a:lnTo>
                <a:lnTo>
                  <a:pt x="22532" y="14295"/>
                </a:lnTo>
                <a:lnTo>
                  <a:pt x="24483" y="15392"/>
                </a:lnTo>
                <a:lnTo>
                  <a:pt x="25828" y="14398"/>
                </a:lnTo>
                <a:lnTo>
                  <a:pt x="24724" y="11840"/>
                </a:lnTo>
                <a:lnTo>
                  <a:pt x="25828" y="10736"/>
                </a:lnTo>
                <a:lnTo>
                  <a:pt x="28050" y="11788"/>
                </a:lnTo>
                <a:lnTo>
                  <a:pt x="29453" y="10853"/>
                </a:lnTo>
                <a:lnTo>
                  <a:pt x="31675" y="11905"/>
                </a:lnTo>
                <a:lnTo>
                  <a:pt x="32691" y="10882"/>
                </a:lnTo>
                <a:lnTo>
                  <a:pt x="31741" y="8097"/>
                </a:lnTo>
                <a:lnTo>
                  <a:pt x="33539" y="7096"/>
                </a:lnTo>
                <a:lnTo>
                  <a:pt x="38392" y="8887"/>
                </a:lnTo>
                <a:lnTo>
                  <a:pt x="39524" y="7498"/>
                </a:lnTo>
                <a:lnTo>
                  <a:pt x="38947" y="4399"/>
                </a:lnTo>
                <a:lnTo>
                  <a:pt x="41176" y="3720"/>
                </a:lnTo>
                <a:lnTo>
                  <a:pt x="44275" y="4304"/>
                </a:lnTo>
                <a:lnTo>
                  <a:pt x="48551" y="4304"/>
                </a:lnTo>
                <a:lnTo>
                  <a:pt x="51036" y="4597"/>
                </a:lnTo>
                <a:lnTo>
                  <a:pt x="53301" y="4312"/>
                </a:lnTo>
                <a:lnTo>
                  <a:pt x="53528" y="4282"/>
                </a:lnTo>
                <a:lnTo>
                  <a:pt x="53082" y="1023"/>
                </a:lnTo>
                <a:lnTo>
                  <a:pt x="53608" y="504"/>
                </a:lnTo>
                <a:lnTo>
                  <a:pt x="57906" y="818"/>
                </a:lnTo>
                <a:lnTo>
                  <a:pt x="59236" y="613"/>
                </a:lnTo>
                <a:lnTo>
                  <a:pt x="62349" y="1169"/>
                </a:lnTo>
                <a:lnTo>
                  <a:pt x="65456" y="0"/>
                </a:lnTo>
                <a:lnTo>
                  <a:pt x="67772" y="993"/>
                </a:lnTo>
                <a:lnTo>
                  <a:pt x="66969" y="3946"/>
                </a:lnTo>
                <a:lnTo>
                  <a:pt x="67721" y="4699"/>
                </a:lnTo>
                <a:lnTo>
                  <a:pt x="70257" y="4209"/>
                </a:lnTo>
                <a:lnTo>
                  <a:pt x="73020" y="4692"/>
                </a:lnTo>
                <a:lnTo>
                  <a:pt x="75644" y="4312"/>
                </a:lnTo>
                <a:lnTo>
                  <a:pt x="78794" y="4312"/>
                </a:lnTo>
                <a:lnTo>
                  <a:pt x="80490" y="4005"/>
                </a:lnTo>
                <a:lnTo>
                  <a:pt x="81747" y="4443"/>
                </a:lnTo>
                <a:lnTo>
                  <a:pt x="81045" y="7498"/>
                </a:lnTo>
                <a:lnTo>
                  <a:pt x="81695" y="8149"/>
                </a:lnTo>
                <a:lnTo>
                  <a:pt x="84363" y="7791"/>
                </a:lnTo>
                <a:lnTo>
                  <a:pt x="85737" y="7864"/>
                </a:lnTo>
                <a:lnTo>
                  <a:pt x="87615" y="7454"/>
                </a:lnTo>
                <a:lnTo>
                  <a:pt x="88850" y="8039"/>
                </a:lnTo>
                <a:lnTo>
                  <a:pt x="87988" y="10933"/>
                </a:lnTo>
                <a:lnTo>
                  <a:pt x="88712" y="11657"/>
                </a:lnTo>
                <a:lnTo>
                  <a:pt x="91379" y="11299"/>
                </a:lnTo>
                <a:lnTo>
                  <a:pt x="92578" y="11365"/>
                </a:lnTo>
                <a:lnTo>
                  <a:pt x="94851" y="10955"/>
                </a:lnTo>
                <a:lnTo>
                  <a:pt x="95969" y="11708"/>
                </a:lnTo>
                <a:lnTo>
                  <a:pt x="94902" y="14339"/>
                </a:lnTo>
                <a:lnTo>
                  <a:pt x="95984" y="15421"/>
                </a:lnTo>
                <a:lnTo>
                  <a:pt x="98322" y="14252"/>
                </a:lnTo>
                <a:lnTo>
                  <a:pt x="99492" y="15421"/>
                </a:lnTo>
                <a:lnTo>
                  <a:pt x="98322" y="17760"/>
                </a:lnTo>
                <a:lnTo>
                  <a:pt x="99492" y="18929"/>
                </a:lnTo>
                <a:lnTo>
                  <a:pt x="101830" y="17760"/>
                </a:lnTo>
                <a:lnTo>
                  <a:pt x="103000" y="18929"/>
                </a:lnTo>
                <a:lnTo>
                  <a:pt x="101830" y="21268"/>
                </a:lnTo>
                <a:lnTo>
                  <a:pt x="103000" y="22437"/>
                </a:lnTo>
                <a:lnTo>
                  <a:pt x="105339" y="21268"/>
                </a:lnTo>
                <a:lnTo>
                  <a:pt x="106508" y="22437"/>
                </a:lnTo>
                <a:lnTo>
                  <a:pt x="105339" y="24776"/>
                </a:lnTo>
                <a:lnTo>
                  <a:pt x="106413" y="25843"/>
                </a:lnTo>
                <a:lnTo>
                  <a:pt x="109066" y="24806"/>
                </a:lnTo>
                <a:lnTo>
                  <a:pt x="110265" y="26633"/>
                </a:lnTo>
                <a:lnTo>
                  <a:pt x="108299" y="31449"/>
                </a:lnTo>
                <a:lnTo>
                  <a:pt x="109841" y="32713"/>
                </a:lnTo>
                <a:lnTo>
                  <a:pt x="112728" y="31939"/>
                </a:lnTo>
                <a:lnTo>
                  <a:pt x="113539" y="33649"/>
                </a:lnTo>
                <a:lnTo>
                  <a:pt x="111909" y="38560"/>
                </a:lnTo>
                <a:lnTo>
                  <a:pt x="113268" y="39671"/>
                </a:lnTo>
                <a:lnTo>
                  <a:pt x="116316" y="39042"/>
                </a:lnTo>
                <a:lnTo>
                  <a:pt x="117515" y="42478"/>
                </a:lnTo>
                <a:lnTo>
                  <a:pt x="115739" y="46709"/>
                </a:lnTo>
                <a:lnTo>
                  <a:pt x="116572" y="50524"/>
                </a:lnTo>
                <a:lnTo>
                  <a:pt x="116024" y="53017"/>
                </a:lnTo>
                <a:lnTo>
                  <a:pt x="116930" y="53916"/>
                </a:lnTo>
                <a:lnTo>
                  <a:pt x="119576" y="52863"/>
                </a:lnTo>
                <a:lnTo>
                  <a:pt x="120314" y="53981"/>
                </a:lnTo>
                <a:lnTo>
                  <a:pt x="119912" y="56247"/>
                </a:lnTo>
                <a:lnTo>
                  <a:pt x="120036" y="58966"/>
                </a:lnTo>
                <a:lnTo>
                  <a:pt x="120431" y="61992"/>
                </a:lnTo>
                <a:lnTo>
                  <a:pt x="119788" y="64572"/>
                </a:lnTo>
                <a:lnTo>
                  <a:pt x="120372" y="67027"/>
                </a:lnTo>
                <a:lnTo>
                  <a:pt x="119693" y="67707"/>
                </a:lnTo>
                <a:lnTo>
                  <a:pt x="116492" y="67181"/>
                </a:lnTo>
                <a:lnTo>
                  <a:pt x="116009" y="69593"/>
                </a:lnTo>
                <a:lnTo>
                  <a:pt x="116440" y="72297"/>
                </a:lnTo>
                <a:lnTo>
                  <a:pt x="116440" y="76382"/>
                </a:lnTo>
                <a:lnTo>
                  <a:pt x="117083" y="79722"/>
                </a:lnTo>
                <a:lnTo>
                  <a:pt x="116294" y="81886"/>
                </a:lnTo>
                <a:lnTo>
                  <a:pt x="113261" y="81162"/>
                </a:lnTo>
                <a:lnTo>
                  <a:pt x="112603" y="81827"/>
                </a:lnTo>
                <a:lnTo>
                  <a:pt x="112961" y="84488"/>
                </a:lnTo>
                <a:lnTo>
                  <a:pt x="112888" y="85862"/>
                </a:lnTo>
                <a:lnTo>
                  <a:pt x="113298" y="87740"/>
                </a:lnTo>
                <a:lnTo>
                  <a:pt x="112713" y="88968"/>
                </a:lnTo>
                <a:lnTo>
                  <a:pt x="109819" y="88106"/>
                </a:lnTo>
                <a:lnTo>
                  <a:pt x="109095" y="88836"/>
                </a:lnTo>
                <a:lnTo>
                  <a:pt x="109453" y="91497"/>
                </a:lnTo>
                <a:lnTo>
                  <a:pt x="109395" y="92688"/>
                </a:lnTo>
                <a:lnTo>
                  <a:pt x="109804" y="94976"/>
                </a:lnTo>
                <a:lnTo>
                  <a:pt x="109037" y="96087"/>
                </a:lnTo>
                <a:lnTo>
                  <a:pt x="106420" y="95012"/>
                </a:lnTo>
                <a:lnTo>
                  <a:pt x="105339" y="96101"/>
                </a:lnTo>
                <a:lnTo>
                  <a:pt x="106508" y="98440"/>
                </a:lnTo>
                <a:lnTo>
                  <a:pt x="105339" y="99610"/>
                </a:lnTo>
                <a:lnTo>
                  <a:pt x="103000" y="98440"/>
                </a:lnTo>
                <a:lnTo>
                  <a:pt x="101830" y="99609"/>
                </a:lnTo>
                <a:lnTo>
                  <a:pt x="103000" y="101948"/>
                </a:lnTo>
                <a:lnTo>
                  <a:pt x="101830" y="103118"/>
                </a:lnTo>
                <a:lnTo>
                  <a:pt x="99492" y="101948"/>
                </a:lnTo>
                <a:lnTo>
                  <a:pt x="98322" y="103118"/>
                </a:lnTo>
                <a:lnTo>
                  <a:pt x="99492" y="105456"/>
                </a:lnTo>
                <a:lnTo>
                  <a:pt x="98322" y="106626"/>
                </a:lnTo>
                <a:lnTo>
                  <a:pt x="95984" y="105457"/>
                </a:lnTo>
                <a:lnTo>
                  <a:pt x="94895" y="106546"/>
                </a:lnTo>
                <a:lnTo>
                  <a:pt x="95969" y="109155"/>
                </a:lnTo>
                <a:lnTo>
                  <a:pt x="94135" y="110434"/>
                </a:lnTo>
                <a:lnTo>
                  <a:pt x="89318" y="108402"/>
                </a:lnTo>
                <a:lnTo>
                  <a:pt x="88046" y="109959"/>
                </a:lnTo>
                <a:lnTo>
                  <a:pt x="88821" y="112853"/>
                </a:lnTo>
                <a:lnTo>
                  <a:pt x="87111" y="113664"/>
                </a:lnTo>
                <a:lnTo>
                  <a:pt x="82207" y="112034"/>
                </a:lnTo>
                <a:lnTo>
                  <a:pt x="81081" y="113401"/>
                </a:lnTo>
                <a:lnTo>
                  <a:pt x="81732" y="116434"/>
                </a:lnTo>
                <a:lnTo>
                  <a:pt x="79590" y="117209"/>
                </a:lnTo>
                <a:lnTo>
                  <a:pt x="76258" y="116566"/>
                </a:lnTo>
                <a:lnTo>
                  <a:pt x="72267" y="116566"/>
                </a:lnTo>
                <a:lnTo>
                  <a:pt x="69336" y="116040"/>
                </a:lnTo>
                <a:lnTo>
                  <a:pt x="67012" y="116654"/>
                </a:lnTo>
                <a:lnTo>
                  <a:pt x="67611" y="119796"/>
                </a:lnTo>
                <a:lnTo>
                  <a:pt x="67005" y="120403"/>
                </a:lnTo>
                <a:lnTo>
                  <a:pt x="64337" y="120045"/>
                </a:lnTo>
                <a:lnTo>
                  <a:pt x="58527" y="120074"/>
                </a:lnTo>
                <a:lnTo>
                  <a:pt x="54916" y="1207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6" name="object 306"/>
          <p:cNvGrpSpPr/>
          <p:nvPr/>
        </p:nvGrpSpPr>
        <p:grpSpPr>
          <a:xfrm>
            <a:off x="15783785" y="9803200"/>
            <a:ext cx="106680" cy="106680"/>
            <a:chOff x="15783785" y="9803200"/>
            <a:chExt cx="106680" cy="106680"/>
          </a:xfrm>
        </p:grpSpPr>
        <p:sp>
          <p:nvSpPr>
            <p:cNvPr id="307" name="object 307"/>
            <p:cNvSpPr/>
            <p:nvPr/>
          </p:nvSpPr>
          <p:spPr>
            <a:xfrm>
              <a:off x="15783777" y="980320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29">
                  <a:moveTo>
                    <a:pt x="106235" y="52070"/>
                  </a:moveTo>
                  <a:lnTo>
                    <a:pt x="105994" y="52070"/>
                  </a:lnTo>
                  <a:lnTo>
                    <a:pt x="105994" y="50800"/>
                  </a:lnTo>
                  <a:lnTo>
                    <a:pt x="105930" y="49530"/>
                  </a:lnTo>
                  <a:lnTo>
                    <a:pt x="105867" y="48260"/>
                  </a:lnTo>
                  <a:lnTo>
                    <a:pt x="106095" y="48260"/>
                  </a:lnTo>
                  <a:lnTo>
                    <a:pt x="106095" y="46990"/>
                  </a:lnTo>
                  <a:lnTo>
                    <a:pt x="106083" y="45720"/>
                  </a:lnTo>
                  <a:lnTo>
                    <a:pt x="103441" y="45720"/>
                  </a:lnTo>
                  <a:lnTo>
                    <a:pt x="103441" y="46990"/>
                  </a:lnTo>
                  <a:lnTo>
                    <a:pt x="102666" y="46990"/>
                  </a:lnTo>
                  <a:lnTo>
                    <a:pt x="102666" y="45720"/>
                  </a:lnTo>
                  <a:lnTo>
                    <a:pt x="102260" y="45720"/>
                  </a:lnTo>
                  <a:lnTo>
                    <a:pt x="102260" y="43180"/>
                  </a:lnTo>
                  <a:lnTo>
                    <a:pt x="102387" y="43180"/>
                  </a:lnTo>
                  <a:lnTo>
                    <a:pt x="102387" y="41910"/>
                  </a:lnTo>
                  <a:lnTo>
                    <a:pt x="102209" y="41910"/>
                  </a:lnTo>
                  <a:lnTo>
                    <a:pt x="102209" y="40640"/>
                  </a:lnTo>
                  <a:lnTo>
                    <a:pt x="102400" y="40640"/>
                  </a:lnTo>
                  <a:lnTo>
                    <a:pt x="102400" y="38100"/>
                  </a:lnTo>
                  <a:lnTo>
                    <a:pt x="102400" y="36830"/>
                  </a:lnTo>
                  <a:lnTo>
                    <a:pt x="102730" y="36830"/>
                  </a:lnTo>
                  <a:lnTo>
                    <a:pt x="102730" y="34290"/>
                  </a:lnTo>
                  <a:lnTo>
                    <a:pt x="103073" y="34290"/>
                  </a:lnTo>
                  <a:lnTo>
                    <a:pt x="103073" y="33020"/>
                  </a:lnTo>
                  <a:lnTo>
                    <a:pt x="102539" y="33020"/>
                  </a:lnTo>
                  <a:lnTo>
                    <a:pt x="102539" y="31750"/>
                  </a:lnTo>
                  <a:lnTo>
                    <a:pt x="97751" y="31750"/>
                  </a:lnTo>
                  <a:lnTo>
                    <a:pt x="97751" y="30480"/>
                  </a:lnTo>
                  <a:lnTo>
                    <a:pt x="98272" y="30480"/>
                  </a:lnTo>
                  <a:lnTo>
                    <a:pt x="98272" y="29210"/>
                  </a:lnTo>
                  <a:lnTo>
                    <a:pt x="98831" y="29210"/>
                  </a:lnTo>
                  <a:lnTo>
                    <a:pt x="98831" y="27940"/>
                  </a:lnTo>
                  <a:lnTo>
                    <a:pt x="99377" y="27940"/>
                  </a:lnTo>
                  <a:lnTo>
                    <a:pt x="99377" y="26670"/>
                  </a:lnTo>
                  <a:lnTo>
                    <a:pt x="99644" y="26670"/>
                  </a:lnTo>
                  <a:lnTo>
                    <a:pt x="99644" y="25400"/>
                  </a:lnTo>
                  <a:lnTo>
                    <a:pt x="98691" y="25400"/>
                  </a:lnTo>
                  <a:lnTo>
                    <a:pt x="98691" y="24130"/>
                  </a:lnTo>
                  <a:lnTo>
                    <a:pt x="97764" y="24130"/>
                  </a:lnTo>
                  <a:lnTo>
                    <a:pt x="97764" y="25400"/>
                  </a:lnTo>
                  <a:lnTo>
                    <a:pt x="94970" y="25400"/>
                  </a:lnTo>
                  <a:lnTo>
                    <a:pt x="94970" y="24130"/>
                  </a:lnTo>
                  <a:lnTo>
                    <a:pt x="95542" y="24130"/>
                  </a:lnTo>
                  <a:lnTo>
                    <a:pt x="95542" y="21590"/>
                  </a:lnTo>
                  <a:lnTo>
                    <a:pt x="91389" y="21590"/>
                  </a:lnTo>
                  <a:lnTo>
                    <a:pt x="91389" y="20320"/>
                  </a:lnTo>
                  <a:lnTo>
                    <a:pt x="91897" y="20320"/>
                  </a:lnTo>
                  <a:lnTo>
                    <a:pt x="91897" y="19050"/>
                  </a:lnTo>
                  <a:lnTo>
                    <a:pt x="92138" y="19050"/>
                  </a:lnTo>
                  <a:lnTo>
                    <a:pt x="92138" y="17780"/>
                  </a:lnTo>
                  <a:lnTo>
                    <a:pt x="89090" y="17780"/>
                  </a:lnTo>
                  <a:lnTo>
                    <a:pt x="89090" y="19050"/>
                  </a:lnTo>
                  <a:lnTo>
                    <a:pt x="88760" y="19050"/>
                  </a:lnTo>
                  <a:lnTo>
                    <a:pt x="88760" y="17780"/>
                  </a:lnTo>
                  <a:lnTo>
                    <a:pt x="88239" y="17780"/>
                  </a:lnTo>
                  <a:lnTo>
                    <a:pt x="88239" y="15240"/>
                  </a:lnTo>
                  <a:lnTo>
                    <a:pt x="88455" y="15240"/>
                  </a:lnTo>
                  <a:lnTo>
                    <a:pt x="88455" y="13970"/>
                  </a:lnTo>
                  <a:lnTo>
                    <a:pt x="86410" y="13970"/>
                  </a:lnTo>
                  <a:lnTo>
                    <a:pt x="86410" y="15240"/>
                  </a:lnTo>
                  <a:lnTo>
                    <a:pt x="84950" y="15240"/>
                  </a:lnTo>
                  <a:lnTo>
                    <a:pt x="84950" y="13970"/>
                  </a:lnTo>
                  <a:lnTo>
                    <a:pt x="84886" y="11430"/>
                  </a:lnTo>
                  <a:lnTo>
                    <a:pt x="84658" y="11430"/>
                  </a:lnTo>
                  <a:lnTo>
                    <a:pt x="84658" y="10160"/>
                  </a:lnTo>
                  <a:lnTo>
                    <a:pt x="83515" y="10160"/>
                  </a:lnTo>
                  <a:lnTo>
                    <a:pt x="83515" y="11430"/>
                  </a:lnTo>
                  <a:lnTo>
                    <a:pt x="81140" y="11430"/>
                  </a:lnTo>
                  <a:lnTo>
                    <a:pt x="81140" y="10160"/>
                  </a:lnTo>
                  <a:lnTo>
                    <a:pt x="81241" y="8890"/>
                  </a:lnTo>
                  <a:lnTo>
                    <a:pt x="81775" y="8890"/>
                  </a:lnTo>
                  <a:lnTo>
                    <a:pt x="81775" y="7620"/>
                  </a:lnTo>
                  <a:lnTo>
                    <a:pt x="74028" y="7620"/>
                  </a:lnTo>
                  <a:lnTo>
                    <a:pt x="74028" y="6350"/>
                  </a:lnTo>
                  <a:lnTo>
                    <a:pt x="74510" y="6350"/>
                  </a:lnTo>
                  <a:lnTo>
                    <a:pt x="74510" y="3810"/>
                  </a:lnTo>
                  <a:lnTo>
                    <a:pt x="60223" y="3810"/>
                  </a:lnTo>
                  <a:lnTo>
                    <a:pt x="60223" y="1270"/>
                  </a:lnTo>
                  <a:lnTo>
                    <a:pt x="60667" y="1270"/>
                  </a:lnTo>
                  <a:lnTo>
                    <a:pt x="60667" y="0"/>
                  </a:lnTo>
                  <a:lnTo>
                    <a:pt x="46139" y="0"/>
                  </a:lnTo>
                  <a:lnTo>
                    <a:pt x="46139" y="1270"/>
                  </a:lnTo>
                  <a:lnTo>
                    <a:pt x="46304" y="1270"/>
                  </a:lnTo>
                  <a:lnTo>
                    <a:pt x="46304" y="3810"/>
                  </a:lnTo>
                  <a:lnTo>
                    <a:pt x="32080" y="3810"/>
                  </a:lnTo>
                  <a:lnTo>
                    <a:pt x="32080" y="6350"/>
                  </a:lnTo>
                  <a:lnTo>
                    <a:pt x="32499" y="6350"/>
                  </a:lnTo>
                  <a:lnTo>
                    <a:pt x="32499" y="7620"/>
                  </a:lnTo>
                  <a:lnTo>
                    <a:pt x="31610" y="7620"/>
                  </a:lnTo>
                  <a:lnTo>
                    <a:pt x="31610" y="8890"/>
                  </a:lnTo>
                  <a:lnTo>
                    <a:pt x="30378" y="8890"/>
                  </a:lnTo>
                  <a:lnTo>
                    <a:pt x="30378" y="7620"/>
                  </a:lnTo>
                  <a:lnTo>
                    <a:pt x="27419" y="7620"/>
                  </a:lnTo>
                  <a:lnTo>
                    <a:pt x="27419" y="6350"/>
                  </a:lnTo>
                  <a:lnTo>
                    <a:pt x="25920" y="6350"/>
                  </a:lnTo>
                  <a:lnTo>
                    <a:pt x="25920" y="7620"/>
                  </a:lnTo>
                  <a:lnTo>
                    <a:pt x="24828" y="7620"/>
                  </a:lnTo>
                  <a:lnTo>
                    <a:pt x="24828" y="8890"/>
                  </a:lnTo>
                  <a:lnTo>
                    <a:pt x="25273" y="8890"/>
                  </a:lnTo>
                  <a:lnTo>
                    <a:pt x="25273" y="10160"/>
                  </a:lnTo>
                  <a:lnTo>
                    <a:pt x="25361" y="11430"/>
                  </a:lnTo>
                  <a:lnTo>
                    <a:pt x="22910" y="11430"/>
                  </a:lnTo>
                  <a:lnTo>
                    <a:pt x="22910" y="10160"/>
                  </a:lnTo>
                  <a:lnTo>
                    <a:pt x="21920" y="10160"/>
                  </a:lnTo>
                  <a:lnTo>
                    <a:pt x="21920" y="11430"/>
                  </a:lnTo>
                  <a:lnTo>
                    <a:pt x="21678" y="11430"/>
                  </a:lnTo>
                  <a:lnTo>
                    <a:pt x="21678" y="13970"/>
                  </a:lnTo>
                  <a:lnTo>
                    <a:pt x="21615" y="15240"/>
                  </a:lnTo>
                  <a:lnTo>
                    <a:pt x="20091" y="15240"/>
                  </a:lnTo>
                  <a:lnTo>
                    <a:pt x="20091" y="13970"/>
                  </a:lnTo>
                  <a:lnTo>
                    <a:pt x="18059" y="13970"/>
                  </a:lnTo>
                  <a:lnTo>
                    <a:pt x="18059" y="15240"/>
                  </a:lnTo>
                  <a:lnTo>
                    <a:pt x="18288" y="15240"/>
                  </a:lnTo>
                  <a:lnTo>
                    <a:pt x="18288" y="17780"/>
                  </a:lnTo>
                  <a:lnTo>
                    <a:pt x="17805" y="17780"/>
                  </a:lnTo>
                  <a:lnTo>
                    <a:pt x="17805" y="19050"/>
                  </a:lnTo>
                  <a:lnTo>
                    <a:pt x="17272" y="19050"/>
                  </a:lnTo>
                  <a:lnTo>
                    <a:pt x="17272" y="17780"/>
                  </a:lnTo>
                  <a:lnTo>
                    <a:pt x="14338" y="17780"/>
                  </a:lnTo>
                  <a:lnTo>
                    <a:pt x="14338" y="19050"/>
                  </a:lnTo>
                  <a:lnTo>
                    <a:pt x="14630" y="19050"/>
                  </a:lnTo>
                  <a:lnTo>
                    <a:pt x="14630" y="20320"/>
                  </a:lnTo>
                  <a:lnTo>
                    <a:pt x="15074" y="20320"/>
                  </a:lnTo>
                  <a:lnTo>
                    <a:pt x="15074" y="21590"/>
                  </a:lnTo>
                  <a:lnTo>
                    <a:pt x="10960" y="21590"/>
                  </a:lnTo>
                  <a:lnTo>
                    <a:pt x="10960" y="24130"/>
                  </a:lnTo>
                  <a:lnTo>
                    <a:pt x="11379" y="24130"/>
                  </a:lnTo>
                  <a:lnTo>
                    <a:pt x="11379" y="25400"/>
                  </a:lnTo>
                  <a:lnTo>
                    <a:pt x="8788" y="25400"/>
                  </a:lnTo>
                  <a:lnTo>
                    <a:pt x="8788" y="24130"/>
                  </a:lnTo>
                  <a:lnTo>
                    <a:pt x="7950" y="24130"/>
                  </a:lnTo>
                  <a:lnTo>
                    <a:pt x="7950" y="25400"/>
                  </a:lnTo>
                  <a:lnTo>
                    <a:pt x="7289" y="25400"/>
                  </a:lnTo>
                  <a:lnTo>
                    <a:pt x="7289" y="26670"/>
                  </a:lnTo>
                  <a:lnTo>
                    <a:pt x="7899" y="26670"/>
                  </a:lnTo>
                  <a:lnTo>
                    <a:pt x="7899" y="27940"/>
                  </a:lnTo>
                  <a:lnTo>
                    <a:pt x="7658" y="27940"/>
                  </a:lnTo>
                  <a:lnTo>
                    <a:pt x="7658" y="29210"/>
                  </a:lnTo>
                  <a:lnTo>
                    <a:pt x="7493" y="29210"/>
                  </a:lnTo>
                  <a:lnTo>
                    <a:pt x="7493" y="30480"/>
                  </a:lnTo>
                  <a:lnTo>
                    <a:pt x="8102" y="30480"/>
                  </a:lnTo>
                  <a:lnTo>
                    <a:pt x="8102" y="31750"/>
                  </a:lnTo>
                  <a:lnTo>
                    <a:pt x="7340" y="31750"/>
                  </a:lnTo>
                  <a:lnTo>
                    <a:pt x="7340" y="33020"/>
                  </a:lnTo>
                  <a:lnTo>
                    <a:pt x="7200" y="33020"/>
                  </a:lnTo>
                  <a:lnTo>
                    <a:pt x="7200" y="31750"/>
                  </a:lnTo>
                  <a:lnTo>
                    <a:pt x="4025" y="31750"/>
                  </a:lnTo>
                  <a:lnTo>
                    <a:pt x="4025" y="33020"/>
                  </a:lnTo>
                  <a:lnTo>
                    <a:pt x="3987" y="34290"/>
                  </a:lnTo>
                  <a:lnTo>
                    <a:pt x="4165" y="34290"/>
                  </a:lnTo>
                  <a:lnTo>
                    <a:pt x="4165" y="36830"/>
                  </a:lnTo>
                  <a:lnTo>
                    <a:pt x="4165" y="38100"/>
                  </a:lnTo>
                  <a:lnTo>
                    <a:pt x="4406" y="38100"/>
                  </a:lnTo>
                  <a:lnTo>
                    <a:pt x="4406" y="40640"/>
                  </a:lnTo>
                  <a:lnTo>
                    <a:pt x="4394" y="41910"/>
                  </a:lnTo>
                  <a:lnTo>
                    <a:pt x="4178" y="41910"/>
                  </a:lnTo>
                  <a:lnTo>
                    <a:pt x="4178" y="43180"/>
                  </a:lnTo>
                  <a:lnTo>
                    <a:pt x="4318" y="43180"/>
                  </a:lnTo>
                  <a:lnTo>
                    <a:pt x="4318" y="45720"/>
                  </a:lnTo>
                  <a:lnTo>
                    <a:pt x="3898" y="45720"/>
                  </a:lnTo>
                  <a:lnTo>
                    <a:pt x="3898" y="46990"/>
                  </a:lnTo>
                  <a:lnTo>
                    <a:pt x="3441" y="46990"/>
                  </a:lnTo>
                  <a:lnTo>
                    <a:pt x="3441" y="45720"/>
                  </a:lnTo>
                  <a:lnTo>
                    <a:pt x="546" y="45720"/>
                  </a:lnTo>
                  <a:lnTo>
                    <a:pt x="546" y="46990"/>
                  </a:lnTo>
                  <a:lnTo>
                    <a:pt x="0" y="46990"/>
                  </a:lnTo>
                  <a:lnTo>
                    <a:pt x="0" y="48260"/>
                  </a:lnTo>
                  <a:lnTo>
                    <a:pt x="203" y="48260"/>
                  </a:lnTo>
                  <a:lnTo>
                    <a:pt x="203" y="49530"/>
                  </a:lnTo>
                  <a:lnTo>
                    <a:pt x="444" y="49530"/>
                  </a:lnTo>
                  <a:lnTo>
                    <a:pt x="444" y="50800"/>
                  </a:lnTo>
                  <a:lnTo>
                    <a:pt x="660" y="50800"/>
                  </a:lnTo>
                  <a:lnTo>
                    <a:pt x="660" y="52070"/>
                  </a:lnTo>
                  <a:lnTo>
                    <a:pt x="673" y="54610"/>
                  </a:lnTo>
                  <a:lnTo>
                    <a:pt x="685" y="57150"/>
                  </a:lnTo>
                  <a:lnTo>
                    <a:pt x="508" y="57150"/>
                  </a:lnTo>
                  <a:lnTo>
                    <a:pt x="508" y="59690"/>
                  </a:lnTo>
                  <a:lnTo>
                    <a:pt x="863" y="59690"/>
                  </a:lnTo>
                  <a:lnTo>
                    <a:pt x="863" y="60960"/>
                  </a:lnTo>
                  <a:lnTo>
                    <a:pt x="1333" y="60960"/>
                  </a:lnTo>
                  <a:lnTo>
                    <a:pt x="1333" y="59690"/>
                  </a:lnTo>
                  <a:lnTo>
                    <a:pt x="4229" y="59690"/>
                  </a:lnTo>
                  <a:lnTo>
                    <a:pt x="4229" y="60960"/>
                  </a:lnTo>
                  <a:lnTo>
                    <a:pt x="4559" y="60960"/>
                  </a:lnTo>
                  <a:lnTo>
                    <a:pt x="4559" y="62230"/>
                  </a:lnTo>
                  <a:lnTo>
                    <a:pt x="4445" y="64770"/>
                  </a:lnTo>
                  <a:lnTo>
                    <a:pt x="4165" y="64770"/>
                  </a:lnTo>
                  <a:lnTo>
                    <a:pt x="4165" y="68580"/>
                  </a:lnTo>
                  <a:lnTo>
                    <a:pt x="3873" y="68580"/>
                  </a:lnTo>
                  <a:lnTo>
                    <a:pt x="3873" y="72390"/>
                  </a:lnTo>
                  <a:lnTo>
                    <a:pt x="3695" y="72390"/>
                  </a:lnTo>
                  <a:lnTo>
                    <a:pt x="3695" y="73660"/>
                  </a:lnTo>
                  <a:lnTo>
                    <a:pt x="4229" y="73660"/>
                  </a:lnTo>
                  <a:lnTo>
                    <a:pt x="4229" y="74930"/>
                  </a:lnTo>
                  <a:lnTo>
                    <a:pt x="5422" y="74930"/>
                  </a:lnTo>
                  <a:lnTo>
                    <a:pt x="5422" y="73660"/>
                  </a:lnTo>
                  <a:lnTo>
                    <a:pt x="7823" y="73660"/>
                  </a:lnTo>
                  <a:lnTo>
                    <a:pt x="7823" y="74930"/>
                  </a:lnTo>
                  <a:lnTo>
                    <a:pt x="7569" y="74930"/>
                  </a:lnTo>
                  <a:lnTo>
                    <a:pt x="7569" y="77470"/>
                  </a:lnTo>
                  <a:lnTo>
                    <a:pt x="7988" y="77470"/>
                  </a:lnTo>
                  <a:lnTo>
                    <a:pt x="7988" y="78740"/>
                  </a:lnTo>
                  <a:lnTo>
                    <a:pt x="7658" y="78740"/>
                  </a:lnTo>
                  <a:lnTo>
                    <a:pt x="7658" y="80010"/>
                  </a:lnTo>
                  <a:lnTo>
                    <a:pt x="7162" y="80010"/>
                  </a:lnTo>
                  <a:lnTo>
                    <a:pt x="7162" y="81280"/>
                  </a:lnTo>
                  <a:lnTo>
                    <a:pt x="10528" y="81280"/>
                  </a:lnTo>
                  <a:lnTo>
                    <a:pt x="10528" y="80010"/>
                  </a:lnTo>
                  <a:lnTo>
                    <a:pt x="10769" y="80010"/>
                  </a:lnTo>
                  <a:lnTo>
                    <a:pt x="10769" y="81280"/>
                  </a:lnTo>
                  <a:lnTo>
                    <a:pt x="11353" y="81280"/>
                  </a:lnTo>
                  <a:lnTo>
                    <a:pt x="11353" y="83820"/>
                  </a:lnTo>
                  <a:lnTo>
                    <a:pt x="10972" y="83820"/>
                  </a:lnTo>
                  <a:lnTo>
                    <a:pt x="10972" y="85090"/>
                  </a:lnTo>
                  <a:lnTo>
                    <a:pt x="13360" y="85090"/>
                  </a:lnTo>
                  <a:lnTo>
                    <a:pt x="13360" y="83820"/>
                  </a:lnTo>
                  <a:lnTo>
                    <a:pt x="14490" y="83820"/>
                  </a:lnTo>
                  <a:lnTo>
                    <a:pt x="14490" y="85090"/>
                  </a:lnTo>
                  <a:lnTo>
                    <a:pt x="14719" y="85090"/>
                  </a:lnTo>
                  <a:lnTo>
                    <a:pt x="14719" y="87630"/>
                  </a:lnTo>
                  <a:lnTo>
                    <a:pt x="91846" y="87630"/>
                  </a:lnTo>
                  <a:lnTo>
                    <a:pt x="91846" y="85090"/>
                  </a:lnTo>
                  <a:lnTo>
                    <a:pt x="92087" y="85090"/>
                  </a:lnTo>
                  <a:lnTo>
                    <a:pt x="92087" y="83820"/>
                  </a:lnTo>
                  <a:lnTo>
                    <a:pt x="93205" y="83820"/>
                  </a:lnTo>
                  <a:lnTo>
                    <a:pt x="93205" y="85090"/>
                  </a:lnTo>
                  <a:lnTo>
                    <a:pt x="95592" y="85090"/>
                  </a:lnTo>
                  <a:lnTo>
                    <a:pt x="95592" y="83820"/>
                  </a:lnTo>
                  <a:lnTo>
                    <a:pt x="95211" y="83820"/>
                  </a:lnTo>
                  <a:lnTo>
                    <a:pt x="95211" y="81280"/>
                  </a:lnTo>
                  <a:lnTo>
                    <a:pt x="95796" y="81280"/>
                  </a:lnTo>
                  <a:lnTo>
                    <a:pt x="95796" y="80010"/>
                  </a:lnTo>
                  <a:lnTo>
                    <a:pt x="96037" y="80010"/>
                  </a:lnTo>
                  <a:lnTo>
                    <a:pt x="96037" y="81280"/>
                  </a:lnTo>
                  <a:lnTo>
                    <a:pt x="99415" y="81280"/>
                  </a:lnTo>
                  <a:lnTo>
                    <a:pt x="99415" y="80010"/>
                  </a:lnTo>
                  <a:lnTo>
                    <a:pt x="98907" y="80010"/>
                  </a:lnTo>
                  <a:lnTo>
                    <a:pt x="98907" y="78740"/>
                  </a:lnTo>
                  <a:lnTo>
                    <a:pt x="98590" y="78740"/>
                  </a:lnTo>
                  <a:lnTo>
                    <a:pt x="98590" y="77470"/>
                  </a:lnTo>
                  <a:lnTo>
                    <a:pt x="98996" y="77470"/>
                  </a:lnTo>
                  <a:lnTo>
                    <a:pt x="98996" y="74930"/>
                  </a:lnTo>
                  <a:lnTo>
                    <a:pt x="98742" y="74930"/>
                  </a:lnTo>
                  <a:lnTo>
                    <a:pt x="98742" y="73660"/>
                  </a:lnTo>
                  <a:lnTo>
                    <a:pt x="101130" y="73660"/>
                  </a:lnTo>
                  <a:lnTo>
                    <a:pt x="101130" y="74930"/>
                  </a:lnTo>
                  <a:lnTo>
                    <a:pt x="102349" y="74930"/>
                  </a:lnTo>
                  <a:lnTo>
                    <a:pt x="102349" y="73660"/>
                  </a:lnTo>
                  <a:lnTo>
                    <a:pt x="102870" y="73660"/>
                  </a:lnTo>
                  <a:lnTo>
                    <a:pt x="102870" y="72390"/>
                  </a:lnTo>
                  <a:lnTo>
                    <a:pt x="102692" y="72390"/>
                  </a:lnTo>
                  <a:lnTo>
                    <a:pt x="102692" y="68580"/>
                  </a:lnTo>
                  <a:lnTo>
                    <a:pt x="102400" y="68580"/>
                  </a:lnTo>
                  <a:lnTo>
                    <a:pt x="102400" y="64770"/>
                  </a:lnTo>
                  <a:lnTo>
                    <a:pt x="102171" y="64770"/>
                  </a:lnTo>
                  <a:lnTo>
                    <a:pt x="102171" y="62230"/>
                  </a:lnTo>
                  <a:lnTo>
                    <a:pt x="102108" y="60960"/>
                  </a:lnTo>
                  <a:lnTo>
                    <a:pt x="102349" y="60960"/>
                  </a:lnTo>
                  <a:lnTo>
                    <a:pt x="102349" y="59690"/>
                  </a:lnTo>
                  <a:lnTo>
                    <a:pt x="105422" y="59690"/>
                  </a:lnTo>
                  <a:lnTo>
                    <a:pt x="105422" y="60960"/>
                  </a:lnTo>
                  <a:lnTo>
                    <a:pt x="105702" y="60960"/>
                  </a:lnTo>
                  <a:lnTo>
                    <a:pt x="105702" y="59690"/>
                  </a:lnTo>
                  <a:lnTo>
                    <a:pt x="106032" y="59690"/>
                  </a:lnTo>
                  <a:lnTo>
                    <a:pt x="106032" y="57150"/>
                  </a:lnTo>
                  <a:lnTo>
                    <a:pt x="106095" y="54610"/>
                  </a:lnTo>
                  <a:lnTo>
                    <a:pt x="106235" y="54610"/>
                  </a:lnTo>
                  <a:lnTo>
                    <a:pt x="106235" y="520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15798496" y="9888295"/>
              <a:ext cx="77470" cy="21590"/>
            </a:xfrm>
            <a:custGeom>
              <a:avLst/>
              <a:gdLst/>
              <a:ahLst/>
              <a:cxnLst/>
              <a:rect l="l" t="t" r="r" b="b"/>
              <a:pathLst>
                <a:path w="77469" h="21590">
                  <a:moveTo>
                    <a:pt x="77127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63" y="3810"/>
                  </a:lnTo>
                  <a:lnTo>
                    <a:pt x="1549" y="3810"/>
                  </a:lnTo>
                  <a:lnTo>
                    <a:pt x="1549" y="2540"/>
                  </a:lnTo>
                  <a:lnTo>
                    <a:pt x="3581" y="2540"/>
                  </a:lnTo>
                  <a:lnTo>
                    <a:pt x="3581" y="3810"/>
                  </a:lnTo>
                  <a:lnTo>
                    <a:pt x="3365" y="3810"/>
                  </a:lnTo>
                  <a:lnTo>
                    <a:pt x="3365" y="6350"/>
                  </a:lnTo>
                  <a:lnTo>
                    <a:pt x="3873" y="6350"/>
                  </a:lnTo>
                  <a:lnTo>
                    <a:pt x="3873" y="7620"/>
                  </a:lnTo>
                  <a:lnTo>
                    <a:pt x="4457" y="7620"/>
                  </a:lnTo>
                  <a:lnTo>
                    <a:pt x="4457" y="6350"/>
                  </a:lnTo>
                  <a:lnTo>
                    <a:pt x="7391" y="6350"/>
                  </a:lnTo>
                  <a:lnTo>
                    <a:pt x="7391" y="7620"/>
                  </a:lnTo>
                  <a:lnTo>
                    <a:pt x="7035" y="7620"/>
                  </a:lnTo>
                  <a:lnTo>
                    <a:pt x="7035" y="8890"/>
                  </a:lnTo>
                  <a:lnTo>
                    <a:pt x="6413" y="8890"/>
                  </a:lnTo>
                  <a:lnTo>
                    <a:pt x="6413" y="10160"/>
                  </a:lnTo>
                  <a:lnTo>
                    <a:pt x="10706" y="10160"/>
                  </a:lnTo>
                  <a:lnTo>
                    <a:pt x="10706" y="12700"/>
                  </a:lnTo>
                  <a:lnTo>
                    <a:pt x="10223" y="12700"/>
                  </a:lnTo>
                  <a:lnTo>
                    <a:pt x="10223" y="13970"/>
                  </a:lnTo>
                  <a:lnTo>
                    <a:pt x="12890" y="13970"/>
                  </a:lnTo>
                  <a:lnTo>
                    <a:pt x="12890" y="12700"/>
                  </a:lnTo>
                  <a:lnTo>
                    <a:pt x="13601" y="12700"/>
                  </a:lnTo>
                  <a:lnTo>
                    <a:pt x="13601" y="13970"/>
                  </a:lnTo>
                  <a:lnTo>
                    <a:pt x="16268" y="13970"/>
                  </a:lnTo>
                  <a:lnTo>
                    <a:pt x="16268" y="12700"/>
                  </a:lnTo>
                  <a:lnTo>
                    <a:pt x="17246" y="12700"/>
                  </a:lnTo>
                  <a:lnTo>
                    <a:pt x="17246" y="13970"/>
                  </a:lnTo>
                  <a:lnTo>
                    <a:pt x="17538" y="13970"/>
                  </a:lnTo>
                  <a:lnTo>
                    <a:pt x="17538" y="16510"/>
                  </a:lnTo>
                  <a:lnTo>
                    <a:pt x="17589" y="17780"/>
                  </a:lnTo>
                  <a:lnTo>
                    <a:pt x="22567" y="17780"/>
                  </a:lnTo>
                  <a:lnTo>
                    <a:pt x="22567" y="16510"/>
                  </a:lnTo>
                  <a:lnTo>
                    <a:pt x="31711" y="16510"/>
                  </a:lnTo>
                  <a:lnTo>
                    <a:pt x="31711" y="17780"/>
                  </a:lnTo>
                  <a:lnTo>
                    <a:pt x="31521" y="17780"/>
                  </a:lnTo>
                  <a:lnTo>
                    <a:pt x="31521" y="20320"/>
                  </a:lnTo>
                  <a:lnTo>
                    <a:pt x="31877" y="20320"/>
                  </a:lnTo>
                  <a:lnTo>
                    <a:pt x="31877" y="21590"/>
                  </a:lnTo>
                  <a:lnTo>
                    <a:pt x="32397" y="21590"/>
                  </a:lnTo>
                  <a:lnTo>
                    <a:pt x="32397" y="20320"/>
                  </a:lnTo>
                  <a:lnTo>
                    <a:pt x="36398" y="20320"/>
                  </a:lnTo>
                  <a:lnTo>
                    <a:pt x="36398" y="21590"/>
                  </a:lnTo>
                  <a:lnTo>
                    <a:pt x="38227" y="21590"/>
                  </a:lnTo>
                  <a:lnTo>
                    <a:pt x="38227" y="20320"/>
                  </a:lnTo>
                  <a:lnTo>
                    <a:pt x="44780" y="20320"/>
                  </a:lnTo>
                  <a:lnTo>
                    <a:pt x="44780" y="21590"/>
                  </a:lnTo>
                  <a:lnTo>
                    <a:pt x="45085" y="21590"/>
                  </a:lnTo>
                  <a:lnTo>
                    <a:pt x="45085" y="20320"/>
                  </a:lnTo>
                  <a:lnTo>
                    <a:pt x="45669" y="20320"/>
                  </a:lnTo>
                  <a:lnTo>
                    <a:pt x="45669" y="17780"/>
                  </a:lnTo>
                  <a:lnTo>
                    <a:pt x="45554" y="16510"/>
                  </a:lnTo>
                  <a:lnTo>
                    <a:pt x="48018" y="16510"/>
                  </a:lnTo>
                  <a:lnTo>
                    <a:pt x="48018" y="17780"/>
                  </a:lnTo>
                  <a:lnTo>
                    <a:pt x="48958" y="17780"/>
                  </a:lnTo>
                  <a:lnTo>
                    <a:pt x="48958" y="16510"/>
                  </a:lnTo>
                  <a:lnTo>
                    <a:pt x="54546" y="16510"/>
                  </a:lnTo>
                  <a:lnTo>
                    <a:pt x="54546" y="17780"/>
                  </a:lnTo>
                  <a:lnTo>
                    <a:pt x="59550" y="17780"/>
                  </a:lnTo>
                  <a:lnTo>
                    <a:pt x="59550" y="16510"/>
                  </a:lnTo>
                  <a:lnTo>
                    <a:pt x="59588" y="13970"/>
                  </a:lnTo>
                  <a:lnTo>
                    <a:pt x="59893" y="13970"/>
                  </a:lnTo>
                  <a:lnTo>
                    <a:pt x="59893" y="12700"/>
                  </a:lnTo>
                  <a:lnTo>
                    <a:pt x="60858" y="12700"/>
                  </a:lnTo>
                  <a:lnTo>
                    <a:pt x="60858" y="13970"/>
                  </a:lnTo>
                  <a:lnTo>
                    <a:pt x="63538" y="13970"/>
                  </a:lnTo>
                  <a:lnTo>
                    <a:pt x="63538" y="12700"/>
                  </a:lnTo>
                  <a:lnTo>
                    <a:pt x="64236" y="12700"/>
                  </a:lnTo>
                  <a:lnTo>
                    <a:pt x="64236" y="13970"/>
                  </a:lnTo>
                  <a:lnTo>
                    <a:pt x="66903" y="13970"/>
                  </a:lnTo>
                  <a:lnTo>
                    <a:pt x="66903" y="12700"/>
                  </a:lnTo>
                  <a:lnTo>
                    <a:pt x="66433" y="12700"/>
                  </a:lnTo>
                  <a:lnTo>
                    <a:pt x="66433" y="10160"/>
                  </a:lnTo>
                  <a:lnTo>
                    <a:pt x="70713" y="10160"/>
                  </a:lnTo>
                  <a:lnTo>
                    <a:pt x="70713" y="8890"/>
                  </a:lnTo>
                  <a:lnTo>
                    <a:pt x="70091" y="8890"/>
                  </a:lnTo>
                  <a:lnTo>
                    <a:pt x="70091" y="7620"/>
                  </a:lnTo>
                  <a:lnTo>
                    <a:pt x="69748" y="7620"/>
                  </a:lnTo>
                  <a:lnTo>
                    <a:pt x="69748" y="6350"/>
                  </a:lnTo>
                  <a:lnTo>
                    <a:pt x="72682" y="6350"/>
                  </a:lnTo>
                  <a:lnTo>
                    <a:pt x="72682" y="7620"/>
                  </a:lnTo>
                  <a:lnTo>
                    <a:pt x="73253" y="7620"/>
                  </a:lnTo>
                  <a:lnTo>
                    <a:pt x="73253" y="6350"/>
                  </a:lnTo>
                  <a:lnTo>
                    <a:pt x="73774" y="6350"/>
                  </a:lnTo>
                  <a:lnTo>
                    <a:pt x="73774" y="3810"/>
                  </a:lnTo>
                  <a:lnTo>
                    <a:pt x="73558" y="3810"/>
                  </a:lnTo>
                  <a:lnTo>
                    <a:pt x="73558" y="2540"/>
                  </a:lnTo>
                  <a:lnTo>
                    <a:pt x="75577" y="2540"/>
                  </a:lnTo>
                  <a:lnTo>
                    <a:pt x="75577" y="3810"/>
                  </a:lnTo>
                  <a:lnTo>
                    <a:pt x="77063" y="3810"/>
                  </a:lnTo>
                  <a:lnTo>
                    <a:pt x="77063" y="2540"/>
                  </a:lnTo>
                  <a:lnTo>
                    <a:pt x="77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9" name="object 309"/>
          <p:cNvSpPr/>
          <p:nvPr/>
        </p:nvSpPr>
        <p:spPr>
          <a:xfrm>
            <a:off x="15583889" y="981347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8352" y="85496"/>
                </a:moveTo>
                <a:lnTo>
                  <a:pt x="55209" y="84905"/>
                </a:lnTo>
                <a:lnTo>
                  <a:pt x="30177" y="84905"/>
                </a:lnTo>
                <a:lnTo>
                  <a:pt x="27042" y="85496"/>
                </a:lnTo>
                <a:lnTo>
                  <a:pt x="24798" y="84788"/>
                </a:lnTo>
                <a:lnTo>
                  <a:pt x="25463" y="81703"/>
                </a:lnTo>
                <a:lnTo>
                  <a:pt x="24571" y="80812"/>
                </a:lnTo>
                <a:lnTo>
                  <a:pt x="22349" y="81864"/>
                </a:lnTo>
                <a:lnTo>
                  <a:pt x="20946" y="80929"/>
                </a:lnTo>
                <a:lnTo>
                  <a:pt x="18724" y="81981"/>
                </a:lnTo>
                <a:lnTo>
                  <a:pt x="17621" y="80877"/>
                </a:lnTo>
                <a:lnTo>
                  <a:pt x="18717" y="78312"/>
                </a:lnTo>
                <a:lnTo>
                  <a:pt x="17453" y="77384"/>
                </a:lnTo>
                <a:lnTo>
                  <a:pt x="15223" y="78480"/>
                </a:lnTo>
                <a:lnTo>
                  <a:pt x="14142" y="77399"/>
                </a:lnTo>
                <a:lnTo>
                  <a:pt x="15194" y="74753"/>
                </a:lnTo>
                <a:lnTo>
                  <a:pt x="13930" y="73912"/>
                </a:lnTo>
                <a:lnTo>
                  <a:pt x="11708" y="74964"/>
                </a:lnTo>
                <a:lnTo>
                  <a:pt x="10539" y="73795"/>
                </a:lnTo>
                <a:lnTo>
                  <a:pt x="11708" y="71456"/>
                </a:lnTo>
                <a:lnTo>
                  <a:pt x="10539" y="70287"/>
                </a:lnTo>
                <a:lnTo>
                  <a:pt x="8200" y="71456"/>
                </a:lnTo>
                <a:lnTo>
                  <a:pt x="7030" y="70287"/>
                </a:lnTo>
                <a:lnTo>
                  <a:pt x="8200" y="67956"/>
                </a:lnTo>
                <a:lnTo>
                  <a:pt x="7111" y="66866"/>
                </a:lnTo>
                <a:lnTo>
                  <a:pt x="4502" y="67941"/>
                </a:lnTo>
                <a:lnTo>
                  <a:pt x="3223" y="66106"/>
                </a:lnTo>
                <a:lnTo>
                  <a:pt x="5254" y="61290"/>
                </a:lnTo>
                <a:lnTo>
                  <a:pt x="3785" y="60091"/>
                </a:lnTo>
                <a:lnTo>
                  <a:pt x="701" y="60684"/>
                </a:lnTo>
                <a:lnTo>
                  <a:pt x="0" y="58469"/>
                </a:lnTo>
                <a:lnTo>
                  <a:pt x="599" y="55326"/>
                </a:lnTo>
                <a:lnTo>
                  <a:pt x="599" y="30302"/>
                </a:lnTo>
                <a:lnTo>
                  <a:pt x="0" y="27159"/>
                </a:lnTo>
                <a:lnTo>
                  <a:pt x="716" y="24915"/>
                </a:lnTo>
                <a:lnTo>
                  <a:pt x="3800" y="25580"/>
                </a:lnTo>
                <a:lnTo>
                  <a:pt x="4436" y="24944"/>
                </a:lnTo>
                <a:lnTo>
                  <a:pt x="4078" y="22277"/>
                </a:lnTo>
                <a:lnTo>
                  <a:pt x="4136" y="21129"/>
                </a:lnTo>
                <a:lnTo>
                  <a:pt x="3742" y="18747"/>
                </a:lnTo>
                <a:lnTo>
                  <a:pt x="4545" y="17672"/>
                </a:lnTo>
                <a:lnTo>
                  <a:pt x="7089" y="18783"/>
                </a:lnTo>
                <a:lnTo>
                  <a:pt x="8105" y="17767"/>
                </a:lnTo>
                <a:lnTo>
                  <a:pt x="7052" y="15121"/>
                </a:lnTo>
                <a:lnTo>
                  <a:pt x="8273" y="14310"/>
                </a:lnTo>
                <a:lnTo>
                  <a:pt x="10612" y="15319"/>
                </a:lnTo>
                <a:lnTo>
                  <a:pt x="11686" y="14120"/>
                </a:lnTo>
                <a:lnTo>
                  <a:pt x="10524" y="11840"/>
                </a:lnTo>
                <a:lnTo>
                  <a:pt x="11613" y="10751"/>
                </a:lnTo>
                <a:lnTo>
                  <a:pt x="14259" y="11803"/>
                </a:lnTo>
                <a:lnTo>
                  <a:pt x="15099" y="10539"/>
                </a:lnTo>
                <a:lnTo>
                  <a:pt x="14047" y="8317"/>
                </a:lnTo>
                <a:lnTo>
                  <a:pt x="15216" y="7147"/>
                </a:lnTo>
                <a:lnTo>
                  <a:pt x="17555" y="8317"/>
                </a:lnTo>
                <a:lnTo>
                  <a:pt x="18629" y="7243"/>
                </a:lnTo>
                <a:lnTo>
                  <a:pt x="17577" y="4597"/>
                </a:lnTo>
                <a:lnTo>
                  <a:pt x="18951" y="3683"/>
                </a:lnTo>
                <a:lnTo>
                  <a:pt x="20815" y="4743"/>
                </a:lnTo>
                <a:lnTo>
                  <a:pt x="22357" y="3778"/>
                </a:lnTo>
                <a:lnTo>
                  <a:pt x="24579" y="4801"/>
                </a:lnTo>
                <a:lnTo>
                  <a:pt x="25646" y="3734"/>
                </a:lnTo>
                <a:lnTo>
                  <a:pt x="24593" y="1089"/>
                </a:lnTo>
                <a:lnTo>
                  <a:pt x="25850" y="255"/>
                </a:lnTo>
                <a:lnTo>
                  <a:pt x="27838" y="906"/>
                </a:lnTo>
                <a:lnTo>
                  <a:pt x="31705" y="0"/>
                </a:lnTo>
                <a:lnTo>
                  <a:pt x="36053" y="716"/>
                </a:lnTo>
                <a:lnTo>
                  <a:pt x="55246" y="716"/>
                </a:lnTo>
                <a:lnTo>
                  <a:pt x="58308" y="146"/>
                </a:lnTo>
                <a:lnTo>
                  <a:pt x="60581" y="818"/>
                </a:lnTo>
                <a:lnTo>
                  <a:pt x="59938" y="3924"/>
                </a:lnTo>
                <a:lnTo>
                  <a:pt x="60822" y="4809"/>
                </a:lnTo>
                <a:lnTo>
                  <a:pt x="63044" y="3756"/>
                </a:lnTo>
                <a:lnTo>
                  <a:pt x="64447" y="4692"/>
                </a:lnTo>
                <a:lnTo>
                  <a:pt x="66669" y="3639"/>
                </a:lnTo>
                <a:lnTo>
                  <a:pt x="67773" y="4743"/>
                </a:lnTo>
                <a:lnTo>
                  <a:pt x="66676" y="7308"/>
                </a:lnTo>
                <a:lnTo>
                  <a:pt x="67941" y="8236"/>
                </a:lnTo>
                <a:lnTo>
                  <a:pt x="70170" y="7140"/>
                </a:lnTo>
                <a:lnTo>
                  <a:pt x="71252" y="8222"/>
                </a:lnTo>
                <a:lnTo>
                  <a:pt x="70199" y="10867"/>
                </a:lnTo>
                <a:lnTo>
                  <a:pt x="71464" y="11708"/>
                </a:lnTo>
                <a:lnTo>
                  <a:pt x="73685" y="10656"/>
                </a:lnTo>
                <a:lnTo>
                  <a:pt x="74855" y="11825"/>
                </a:lnTo>
                <a:lnTo>
                  <a:pt x="73685" y="14164"/>
                </a:lnTo>
                <a:lnTo>
                  <a:pt x="74855" y="15333"/>
                </a:lnTo>
                <a:lnTo>
                  <a:pt x="77194" y="14164"/>
                </a:lnTo>
                <a:lnTo>
                  <a:pt x="78356" y="15333"/>
                </a:lnTo>
                <a:lnTo>
                  <a:pt x="77186" y="17672"/>
                </a:lnTo>
                <a:lnTo>
                  <a:pt x="78275" y="18761"/>
                </a:lnTo>
                <a:lnTo>
                  <a:pt x="80884" y="17687"/>
                </a:lnTo>
                <a:lnTo>
                  <a:pt x="82156" y="19521"/>
                </a:lnTo>
                <a:lnTo>
                  <a:pt x="80132" y="24338"/>
                </a:lnTo>
                <a:lnTo>
                  <a:pt x="81593" y="25536"/>
                </a:lnTo>
                <a:lnTo>
                  <a:pt x="84685" y="24944"/>
                </a:lnTo>
                <a:lnTo>
                  <a:pt x="85379" y="27159"/>
                </a:lnTo>
                <a:lnTo>
                  <a:pt x="84787" y="30294"/>
                </a:lnTo>
                <a:lnTo>
                  <a:pt x="84787" y="42821"/>
                </a:lnTo>
                <a:lnTo>
                  <a:pt x="84787" y="55341"/>
                </a:lnTo>
                <a:lnTo>
                  <a:pt x="85379" y="58476"/>
                </a:lnTo>
                <a:lnTo>
                  <a:pt x="84670" y="60720"/>
                </a:lnTo>
                <a:lnTo>
                  <a:pt x="81586" y="60055"/>
                </a:lnTo>
                <a:lnTo>
                  <a:pt x="80694" y="60946"/>
                </a:lnTo>
                <a:lnTo>
                  <a:pt x="81747" y="63168"/>
                </a:lnTo>
                <a:lnTo>
                  <a:pt x="80811" y="64564"/>
                </a:lnTo>
                <a:lnTo>
                  <a:pt x="81864" y="66786"/>
                </a:lnTo>
                <a:lnTo>
                  <a:pt x="80760" y="67890"/>
                </a:lnTo>
                <a:lnTo>
                  <a:pt x="78195" y="66786"/>
                </a:lnTo>
                <a:lnTo>
                  <a:pt x="77274" y="68058"/>
                </a:lnTo>
                <a:lnTo>
                  <a:pt x="78370" y="70280"/>
                </a:lnTo>
                <a:lnTo>
                  <a:pt x="77281" y="71361"/>
                </a:lnTo>
                <a:lnTo>
                  <a:pt x="74635" y="70309"/>
                </a:lnTo>
                <a:lnTo>
                  <a:pt x="73802" y="71573"/>
                </a:lnTo>
                <a:lnTo>
                  <a:pt x="74855" y="73795"/>
                </a:lnTo>
                <a:lnTo>
                  <a:pt x="73685" y="74965"/>
                </a:lnTo>
                <a:lnTo>
                  <a:pt x="71347" y="73795"/>
                </a:lnTo>
                <a:lnTo>
                  <a:pt x="70177" y="74964"/>
                </a:lnTo>
                <a:lnTo>
                  <a:pt x="71347" y="77303"/>
                </a:lnTo>
                <a:lnTo>
                  <a:pt x="70177" y="78473"/>
                </a:lnTo>
                <a:lnTo>
                  <a:pt x="67838" y="77303"/>
                </a:lnTo>
                <a:lnTo>
                  <a:pt x="66749" y="78392"/>
                </a:lnTo>
                <a:lnTo>
                  <a:pt x="67824" y="80994"/>
                </a:lnTo>
                <a:lnTo>
                  <a:pt x="65989" y="82281"/>
                </a:lnTo>
                <a:lnTo>
                  <a:pt x="61173" y="80249"/>
                </a:lnTo>
                <a:lnTo>
                  <a:pt x="59974" y="81711"/>
                </a:lnTo>
                <a:lnTo>
                  <a:pt x="60566" y="84802"/>
                </a:lnTo>
                <a:lnTo>
                  <a:pt x="58352" y="854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0" name="object 310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5380262" y="9820713"/>
            <a:ext cx="71624" cy="71405"/>
          </a:xfrm>
          <a:prstGeom prst="rect">
            <a:avLst/>
          </a:prstGeom>
        </p:spPr>
      </p:pic>
      <p:sp>
        <p:nvSpPr>
          <p:cNvPr id="311" name="object 311"/>
          <p:cNvSpPr/>
          <p:nvPr/>
        </p:nvSpPr>
        <p:spPr>
          <a:xfrm>
            <a:off x="15180591" y="9831084"/>
            <a:ext cx="50165" cy="50800"/>
          </a:xfrm>
          <a:custGeom>
            <a:avLst/>
            <a:gdLst/>
            <a:ahLst/>
            <a:cxnLst/>
            <a:rect l="l" t="t" r="r" b="b"/>
            <a:pathLst>
              <a:path w="50165" h="50800">
                <a:moveTo>
                  <a:pt x="16400" y="50342"/>
                </a:moveTo>
                <a:lnTo>
                  <a:pt x="14134" y="49655"/>
                </a:lnTo>
                <a:lnTo>
                  <a:pt x="14785" y="46556"/>
                </a:lnTo>
                <a:lnTo>
                  <a:pt x="13900" y="45671"/>
                </a:lnTo>
                <a:lnTo>
                  <a:pt x="11679" y="46724"/>
                </a:lnTo>
                <a:lnTo>
                  <a:pt x="10275" y="45788"/>
                </a:lnTo>
                <a:lnTo>
                  <a:pt x="8054" y="46841"/>
                </a:lnTo>
                <a:lnTo>
                  <a:pt x="6884" y="45671"/>
                </a:lnTo>
                <a:lnTo>
                  <a:pt x="7937" y="43450"/>
                </a:lnTo>
                <a:lnTo>
                  <a:pt x="7469" y="42755"/>
                </a:lnTo>
                <a:lnTo>
                  <a:pt x="6987" y="42339"/>
                </a:lnTo>
                <a:lnTo>
                  <a:pt x="4268" y="43267"/>
                </a:lnTo>
                <a:lnTo>
                  <a:pt x="3193" y="41469"/>
                </a:lnTo>
                <a:lnTo>
                  <a:pt x="5064" y="36638"/>
                </a:lnTo>
                <a:lnTo>
                  <a:pt x="3625" y="35461"/>
                </a:lnTo>
                <a:lnTo>
                  <a:pt x="577" y="36090"/>
                </a:lnTo>
                <a:lnTo>
                  <a:pt x="146" y="34862"/>
                </a:lnTo>
                <a:lnTo>
                  <a:pt x="453" y="33166"/>
                </a:lnTo>
                <a:lnTo>
                  <a:pt x="453" y="20727"/>
                </a:lnTo>
                <a:lnTo>
                  <a:pt x="168" y="19134"/>
                </a:lnTo>
                <a:lnTo>
                  <a:pt x="650" y="17548"/>
                </a:lnTo>
                <a:lnTo>
                  <a:pt x="0" y="15151"/>
                </a:lnTo>
                <a:lnTo>
                  <a:pt x="767" y="14376"/>
                </a:lnTo>
                <a:lnTo>
                  <a:pt x="3837" y="15063"/>
                </a:lnTo>
                <a:lnTo>
                  <a:pt x="4575" y="12855"/>
                </a:lnTo>
                <a:lnTo>
                  <a:pt x="2945" y="9282"/>
                </a:lnTo>
                <a:lnTo>
                  <a:pt x="4290" y="7148"/>
                </a:lnTo>
                <a:lnTo>
                  <a:pt x="6972" y="8098"/>
                </a:lnTo>
                <a:lnTo>
                  <a:pt x="7469" y="7674"/>
                </a:lnTo>
                <a:lnTo>
                  <a:pt x="7937" y="6972"/>
                </a:lnTo>
                <a:lnTo>
                  <a:pt x="6884" y="4750"/>
                </a:lnTo>
                <a:lnTo>
                  <a:pt x="8010" y="3625"/>
                </a:lnTo>
                <a:lnTo>
                  <a:pt x="10268" y="4516"/>
                </a:lnTo>
                <a:lnTo>
                  <a:pt x="11686" y="3815"/>
                </a:lnTo>
                <a:lnTo>
                  <a:pt x="13944" y="4706"/>
                </a:lnTo>
                <a:lnTo>
                  <a:pt x="14975" y="3676"/>
                </a:lnTo>
                <a:lnTo>
                  <a:pt x="13922" y="1030"/>
                </a:lnTo>
                <a:lnTo>
                  <a:pt x="15165" y="204"/>
                </a:lnTo>
                <a:lnTo>
                  <a:pt x="17175" y="833"/>
                </a:lnTo>
                <a:lnTo>
                  <a:pt x="21114" y="0"/>
                </a:lnTo>
                <a:lnTo>
                  <a:pt x="25324" y="657"/>
                </a:lnTo>
                <a:lnTo>
                  <a:pt x="32998" y="657"/>
                </a:lnTo>
                <a:lnTo>
                  <a:pt x="34613" y="365"/>
                </a:lnTo>
                <a:lnTo>
                  <a:pt x="35892" y="767"/>
                </a:lnTo>
                <a:lnTo>
                  <a:pt x="35227" y="3858"/>
                </a:lnTo>
                <a:lnTo>
                  <a:pt x="36119" y="4750"/>
                </a:lnTo>
                <a:lnTo>
                  <a:pt x="38341" y="3698"/>
                </a:lnTo>
                <a:lnTo>
                  <a:pt x="39744" y="4633"/>
                </a:lnTo>
                <a:lnTo>
                  <a:pt x="41966" y="3581"/>
                </a:lnTo>
                <a:lnTo>
                  <a:pt x="43128" y="4750"/>
                </a:lnTo>
                <a:lnTo>
                  <a:pt x="42075" y="6972"/>
                </a:lnTo>
                <a:lnTo>
                  <a:pt x="42543" y="7674"/>
                </a:lnTo>
                <a:lnTo>
                  <a:pt x="46051" y="7674"/>
                </a:lnTo>
                <a:lnTo>
                  <a:pt x="46095" y="8843"/>
                </a:lnTo>
                <a:lnTo>
                  <a:pt x="45985" y="10012"/>
                </a:lnTo>
                <a:lnTo>
                  <a:pt x="46073" y="11694"/>
                </a:lnTo>
                <a:lnTo>
                  <a:pt x="45715" y="14361"/>
                </a:lnTo>
                <a:lnTo>
                  <a:pt x="46322" y="14968"/>
                </a:lnTo>
                <a:lnTo>
                  <a:pt x="49479" y="14383"/>
                </a:lnTo>
                <a:lnTo>
                  <a:pt x="50064" y="16722"/>
                </a:lnTo>
                <a:lnTo>
                  <a:pt x="49559" y="19602"/>
                </a:lnTo>
                <a:lnTo>
                  <a:pt x="49559" y="33254"/>
                </a:lnTo>
                <a:lnTo>
                  <a:pt x="49815" y="34760"/>
                </a:lnTo>
                <a:lnTo>
                  <a:pt x="49479" y="36031"/>
                </a:lnTo>
                <a:lnTo>
                  <a:pt x="46343" y="35505"/>
                </a:lnTo>
                <a:lnTo>
                  <a:pt x="44933" y="36653"/>
                </a:lnTo>
                <a:lnTo>
                  <a:pt x="46855" y="41476"/>
                </a:lnTo>
                <a:lnTo>
                  <a:pt x="45715" y="43281"/>
                </a:lnTo>
                <a:lnTo>
                  <a:pt x="43040" y="42331"/>
                </a:lnTo>
                <a:lnTo>
                  <a:pt x="42543" y="42755"/>
                </a:lnTo>
                <a:lnTo>
                  <a:pt x="42083" y="43457"/>
                </a:lnTo>
                <a:lnTo>
                  <a:pt x="43128" y="45679"/>
                </a:lnTo>
                <a:lnTo>
                  <a:pt x="42214" y="46592"/>
                </a:lnTo>
                <a:lnTo>
                  <a:pt x="39546" y="46234"/>
                </a:lnTo>
                <a:lnTo>
                  <a:pt x="38180" y="46300"/>
                </a:lnTo>
                <a:lnTo>
                  <a:pt x="36301" y="45898"/>
                </a:lnTo>
                <a:lnTo>
                  <a:pt x="35066" y="46483"/>
                </a:lnTo>
                <a:lnTo>
                  <a:pt x="35929" y="49369"/>
                </a:lnTo>
                <a:lnTo>
                  <a:pt x="35205" y="50093"/>
                </a:lnTo>
                <a:lnTo>
                  <a:pt x="32537" y="49735"/>
                </a:lnTo>
                <a:lnTo>
                  <a:pt x="28547" y="49947"/>
                </a:lnTo>
                <a:lnTo>
                  <a:pt x="24988" y="49764"/>
                </a:lnTo>
                <a:lnTo>
                  <a:pt x="19492" y="49764"/>
                </a:lnTo>
                <a:lnTo>
                  <a:pt x="16400" y="503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14980321" y="9841514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18943" y="950"/>
                </a:moveTo>
                <a:lnTo>
                  <a:pt x="7442" y="950"/>
                </a:lnTo>
                <a:lnTo>
                  <a:pt x="9004" y="0"/>
                </a:lnTo>
                <a:lnTo>
                  <a:pt x="13287" y="752"/>
                </a:lnTo>
                <a:lnTo>
                  <a:pt x="18297" y="752"/>
                </a:lnTo>
                <a:lnTo>
                  <a:pt x="18943" y="950"/>
                </a:lnTo>
                <a:close/>
              </a:path>
              <a:path w="29844" h="29209">
                <a:moveTo>
                  <a:pt x="22503" y="4728"/>
                </a:moveTo>
                <a:lnTo>
                  <a:pt x="7067" y="4728"/>
                </a:lnTo>
                <a:lnTo>
                  <a:pt x="7769" y="4261"/>
                </a:lnTo>
                <a:lnTo>
                  <a:pt x="8374" y="3559"/>
                </a:lnTo>
                <a:lnTo>
                  <a:pt x="8110" y="3559"/>
                </a:lnTo>
                <a:lnTo>
                  <a:pt x="7209" y="950"/>
                </a:lnTo>
                <a:lnTo>
                  <a:pt x="18943" y="950"/>
                </a:lnTo>
                <a:lnTo>
                  <a:pt x="21348" y="299"/>
                </a:lnTo>
                <a:lnTo>
                  <a:pt x="22386" y="1337"/>
                </a:lnTo>
                <a:lnTo>
                  <a:pt x="21333" y="3559"/>
                </a:lnTo>
                <a:lnTo>
                  <a:pt x="21801" y="4261"/>
                </a:lnTo>
                <a:lnTo>
                  <a:pt x="22503" y="4728"/>
                </a:lnTo>
                <a:close/>
              </a:path>
              <a:path w="29844" h="29209">
                <a:moveTo>
                  <a:pt x="18297" y="752"/>
                </a:moveTo>
                <a:lnTo>
                  <a:pt x="15764" y="752"/>
                </a:lnTo>
                <a:lnTo>
                  <a:pt x="17365" y="467"/>
                </a:lnTo>
                <a:lnTo>
                  <a:pt x="18297" y="752"/>
                </a:lnTo>
                <a:close/>
              </a:path>
              <a:path w="29844" h="29209">
                <a:moveTo>
                  <a:pt x="7067" y="4728"/>
                </a:moveTo>
                <a:lnTo>
                  <a:pt x="3793" y="4728"/>
                </a:lnTo>
                <a:lnTo>
                  <a:pt x="4962" y="3559"/>
                </a:lnTo>
                <a:lnTo>
                  <a:pt x="4598" y="3559"/>
                </a:lnTo>
                <a:lnTo>
                  <a:pt x="7067" y="4728"/>
                </a:lnTo>
                <a:close/>
              </a:path>
              <a:path w="29844" h="29209">
                <a:moveTo>
                  <a:pt x="25777" y="4728"/>
                </a:moveTo>
                <a:lnTo>
                  <a:pt x="22503" y="4728"/>
                </a:lnTo>
                <a:lnTo>
                  <a:pt x="24972" y="3559"/>
                </a:lnTo>
                <a:lnTo>
                  <a:pt x="24607" y="3559"/>
                </a:lnTo>
                <a:lnTo>
                  <a:pt x="25777" y="4728"/>
                </a:lnTo>
                <a:close/>
              </a:path>
              <a:path w="29844" h="29209">
                <a:moveTo>
                  <a:pt x="25748" y="8207"/>
                </a:moveTo>
                <a:lnTo>
                  <a:pt x="3720" y="8207"/>
                </a:lnTo>
                <a:lnTo>
                  <a:pt x="4260" y="7769"/>
                </a:lnTo>
                <a:lnTo>
                  <a:pt x="4728" y="7067"/>
                </a:lnTo>
                <a:lnTo>
                  <a:pt x="3620" y="4728"/>
                </a:lnTo>
                <a:lnTo>
                  <a:pt x="25952" y="4728"/>
                </a:lnTo>
                <a:lnTo>
                  <a:pt x="24783" y="7067"/>
                </a:lnTo>
                <a:lnTo>
                  <a:pt x="24608" y="7067"/>
                </a:lnTo>
                <a:lnTo>
                  <a:pt x="25748" y="8207"/>
                </a:lnTo>
                <a:close/>
              </a:path>
              <a:path w="29844" h="29209">
                <a:moveTo>
                  <a:pt x="1181" y="22225"/>
                </a:moveTo>
                <a:lnTo>
                  <a:pt x="964" y="22225"/>
                </a:lnTo>
                <a:lnTo>
                  <a:pt x="21" y="20347"/>
                </a:lnTo>
                <a:lnTo>
                  <a:pt x="752" y="16451"/>
                </a:lnTo>
                <a:lnTo>
                  <a:pt x="752" y="13411"/>
                </a:lnTo>
                <a:lnTo>
                  <a:pt x="0" y="8843"/>
                </a:lnTo>
                <a:lnTo>
                  <a:pt x="1239" y="7067"/>
                </a:lnTo>
                <a:lnTo>
                  <a:pt x="730" y="7067"/>
                </a:lnTo>
                <a:lnTo>
                  <a:pt x="3720" y="8207"/>
                </a:lnTo>
                <a:lnTo>
                  <a:pt x="25748" y="8207"/>
                </a:lnTo>
                <a:lnTo>
                  <a:pt x="25894" y="8353"/>
                </a:lnTo>
                <a:lnTo>
                  <a:pt x="29402" y="8353"/>
                </a:lnTo>
                <a:lnTo>
                  <a:pt x="28350" y="10546"/>
                </a:lnTo>
                <a:lnTo>
                  <a:pt x="28817" y="11277"/>
                </a:lnTo>
                <a:lnTo>
                  <a:pt x="28817" y="19148"/>
                </a:lnTo>
                <a:lnTo>
                  <a:pt x="29027" y="20347"/>
                </a:lnTo>
                <a:lnTo>
                  <a:pt x="29146" y="21026"/>
                </a:lnTo>
                <a:lnTo>
                  <a:pt x="28991" y="21392"/>
                </a:lnTo>
                <a:lnTo>
                  <a:pt x="3851" y="21392"/>
                </a:lnTo>
                <a:lnTo>
                  <a:pt x="1181" y="22225"/>
                </a:lnTo>
                <a:close/>
              </a:path>
              <a:path w="29844" h="29209">
                <a:moveTo>
                  <a:pt x="29402" y="8353"/>
                </a:moveTo>
                <a:lnTo>
                  <a:pt x="25894" y="8353"/>
                </a:lnTo>
                <a:lnTo>
                  <a:pt x="28467" y="7067"/>
                </a:lnTo>
                <a:lnTo>
                  <a:pt x="28116" y="7067"/>
                </a:lnTo>
                <a:lnTo>
                  <a:pt x="29402" y="8353"/>
                </a:lnTo>
                <a:close/>
              </a:path>
              <a:path w="29844" h="29209">
                <a:moveTo>
                  <a:pt x="5181" y="25792"/>
                </a:moveTo>
                <a:lnTo>
                  <a:pt x="4984" y="25792"/>
                </a:lnTo>
                <a:lnTo>
                  <a:pt x="4258" y="25309"/>
                </a:lnTo>
                <a:lnTo>
                  <a:pt x="3721" y="24878"/>
                </a:lnTo>
                <a:lnTo>
                  <a:pt x="4684" y="22225"/>
                </a:lnTo>
                <a:lnTo>
                  <a:pt x="3851" y="21392"/>
                </a:lnTo>
                <a:lnTo>
                  <a:pt x="25719" y="21392"/>
                </a:lnTo>
                <a:lnTo>
                  <a:pt x="24885" y="22225"/>
                </a:lnTo>
                <a:lnTo>
                  <a:pt x="25751" y="24878"/>
                </a:lnTo>
                <a:lnTo>
                  <a:pt x="6884" y="24878"/>
                </a:lnTo>
                <a:lnTo>
                  <a:pt x="5181" y="25792"/>
                </a:lnTo>
                <a:close/>
              </a:path>
              <a:path w="29844" h="29209">
                <a:moveTo>
                  <a:pt x="28637" y="22225"/>
                </a:moveTo>
                <a:lnTo>
                  <a:pt x="25515" y="21392"/>
                </a:lnTo>
                <a:lnTo>
                  <a:pt x="28991" y="21392"/>
                </a:lnTo>
                <a:lnTo>
                  <a:pt x="28637" y="22225"/>
                </a:lnTo>
                <a:close/>
              </a:path>
              <a:path w="29844" h="29209">
                <a:moveTo>
                  <a:pt x="21472" y="29154"/>
                </a:moveTo>
                <a:lnTo>
                  <a:pt x="18805" y="28796"/>
                </a:lnTo>
                <a:lnTo>
                  <a:pt x="7732" y="28796"/>
                </a:lnTo>
                <a:lnTo>
                  <a:pt x="7250" y="28503"/>
                </a:lnTo>
                <a:lnTo>
                  <a:pt x="8110" y="26011"/>
                </a:lnTo>
                <a:lnTo>
                  <a:pt x="8185" y="25792"/>
                </a:lnTo>
                <a:lnTo>
                  <a:pt x="7769" y="25309"/>
                </a:lnTo>
                <a:lnTo>
                  <a:pt x="6884" y="24878"/>
                </a:lnTo>
                <a:lnTo>
                  <a:pt x="22875" y="24878"/>
                </a:lnTo>
                <a:lnTo>
                  <a:pt x="21801" y="25309"/>
                </a:lnTo>
                <a:lnTo>
                  <a:pt x="21333" y="26011"/>
                </a:lnTo>
                <a:lnTo>
                  <a:pt x="22386" y="28233"/>
                </a:lnTo>
                <a:lnTo>
                  <a:pt x="21827" y="28796"/>
                </a:lnTo>
                <a:lnTo>
                  <a:pt x="10722" y="28796"/>
                </a:lnTo>
                <a:lnTo>
                  <a:pt x="8440" y="29154"/>
                </a:lnTo>
                <a:lnTo>
                  <a:pt x="21472" y="29154"/>
                </a:lnTo>
                <a:close/>
              </a:path>
              <a:path w="29844" h="29209">
                <a:moveTo>
                  <a:pt x="24396" y="25792"/>
                </a:moveTo>
                <a:lnTo>
                  <a:pt x="22684" y="24878"/>
                </a:lnTo>
                <a:lnTo>
                  <a:pt x="26124" y="24878"/>
                </a:lnTo>
                <a:lnTo>
                  <a:pt x="24396" y="257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17976521" y="9890635"/>
            <a:ext cx="141605" cy="142240"/>
          </a:xfrm>
          <a:custGeom>
            <a:avLst/>
            <a:gdLst/>
            <a:ahLst/>
            <a:cxnLst/>
            <a:rect l="l" t="t" r="r" b="b"/>
            <a:pathLst>
              <a:path w="141605" h="142240">
                <a:moveTo>
                  <a:pt x="54946" y="141847"/>
                </a:moveTo>
                <a:lnTo>
                  <a:pt x="52681" y="140875"/>
                </a:lnTo>
                <a:lnTo>
                  <a:pt x="53499" y="137929"/>
                </a:lnTo>
                <a:lnTo>
                  <a:pt x="52644" y="137074"/>
                </a:lnTo>
                <a:lnTo>
                  <a:pt x="50291" y="137805"/>
                </a:lnTo>
                <a:lnTo>
                  <a:pt x="47594" y="136818"/>
                </a:lnTo>
                <a:lnTo>
                  <a:pt x="44597" y="138412"/>
                </a:lnTo>
                <a:lnTo>
                  <a:pt x="42164" y="137367"/>
                </a:lnTo>
                <a:lnTo>
                  <a:pt x="42975" y="134421"/>
                </a:lnTo>
                <a:lnTo>
                  <a:pt x="42069" y="133507"/>
                </a:lnTo>
                <a:lnTo>
                  <a:pt x="39803" y="134399"/>
                </a:lnTo>
                <a:lnTo>
                  <a:pt x="38399" y="133698"/>
                </a:lnTo>
                <a:lnTo>
                  <a:pt x="36134" y="134589"/>
                </a:lnTo>
                <a:lnTo>
                  <a:pt x="35016" y="133464"/>
                </a:lnTo>
                <a:lnTo>
                  <a:pt x="36185" y="131125"/>
                </a:lnTo>
                <a:lnTo>
                  <a:pt x="35016" y="129955"/>
                </a:lnTo>
                <a:lnTo>
                  <a:pt x="32677" y="131125"/>
                </a:lnTo>
                <a:lnTo>
                  <a:pt x="31603" y="130051"/>
                </a:lnTo>
                <a:lnTo>
                  <a:pt x="32655" y="127405"/>
                </a:lnTo>
                <a:lnTo>
                  <a:pt x="30484" y="125965"/>
                </a:lnTo>
                <a:lnTo>
                  <a:pt x="26874" y="127799"/>
                </a:lnTo>
                <a:lnTo>
                  <a:pt x="24630" y="126842"/>
                </a:lnTo>
                <a:lnTo>
                  <a:pt x="25449" y="123889"/>
                </a:lnTo>
                <a:lnTo>
                  <a:pt x="24484" y="122932"/>
                </a:lnTo>
                <a:lnTo>
                  <a:pt x="22182" y="124101"/>
                </a:lnTo>
                <a:lnTo>
                  <a:pt x="20983" y="122975"/>
                </a:lnTo>
                <a:lnTo>
                  <a:pt x="22145" y="120593"/>
                </a:lnTo>
                <a:lnTo>
                  <a:pt x="21085" y="119526"/>
                </a:lnTo>
                <a:lnTo>
                  <a:pt x="18432" y="120578"/>
                </a:lnTo>
                <a:lnTo>
                  <a:pt x="17562" y="119255"/>
                </a:lnTo>
                <a:lnTo>
                  <a:pt x="18651" y="117202"/>
                </a:lnTo>
                <a:lnTo>
                  <a:pt x="17570" y="115915"/>
                </a:lnTo>
                <a:lnTo>
                  <a:pt x="15114" y="117063"/>
                </a:lnTo>
                <a:lnTo>
                  <a:pt x="13967" y="115908"/>
                </a:lnTo>
                <a:lnTo>
                  <a:pt x="15070" y="113686"/>
                </a:lnTo>
                <a:lnTo>
                  <a:pt x="14054" y="112312"/>
                </a:lnTo>
                <a:lnTo>
                  <a:pt x="15158" y="110090"/>
                </a:lnTo>
                <a:lnTo>
                  <a:pt x="13981" y="108906"/>
                </a:lnTo>
                <a:lnTo>
                  <a:pt x="11643" y="110075"/>
                </a:lnTo>
                <a:lnTo>
                  <a:pt x="10473" y="108906"/>
                </a:lnTo>
                <a:lnTo>
                  <a:pt x="11642" y="106567"/>
                </a:lnTo>
                <a:lnTo>
                  <a:pt x="10619" y="105544"/>
                </a:lnTo>
                <a:lnTo>
                  <a:pt x="7835" y="106494"/>
                </a:lnTo>
                <a:lnTo>
                  <a:pt x="6563" y="104170"/>
                </a:lnTo>
                <a:lnTo>
                  <a:pt x="8368" y="100874"/>
                </a:lnTo>
                <a:lnTo>
                  <a:pt x="7367" y="98521"/>
                </a:lnTo>
                <a:lnTo>
                  <a:pt x="4414" y="99332"/>
                </a:lnTo>
                <a:lnTo>
                  <a:pt x="3566" y="98484"/>
                </a:lnTo>
                <a:lnTo>
                  <a:pt x="4290" y="96131"/>
                </a:lnTo>
                <a:lnTo>
                  <a:pt x="3303" y="93419"/>
                </a:lnTo>
                <a:lnTo>
                  <a:pt x="4896" y="90430"/>
                </a:lnTo>
                <a:lnTo>
                  <a:pt x="3866" y="87996"/>
                </a:lnTo>
                <a:lnTo>
                  <a:pt x="906" y="88807"/>
                </a:lnTo>
                <a:lnTo>
                  <a:pt x="153" y="88055"/>
                </a:lnTo>
                <a:lnTo>
                  <a:pt x="643" y="85511"/>
                </a:lnTo>
                <a:lnTo>
                  <a:pt x="0" y="81681"/>
                </a:lnTo>
                <a:lnTo>
                  <a:pt x="540" y="77713"/>
                </a:lnTo>
                <a:lnTo>
                  <a:pt x="540" y="58177"/>
                </a:lnTo>
                <a:lnTo>
                  <a:pt x="139" y="55516"/>
                </a:lnTo>
                <a:lnTo>
                  <a:pt x="591" y="53097"/>
                </a:lnTo>
                <a:lnTo>
                  <a:pt x="3807" y="53602"/>
                </a:lnTo>
                <a:lnTo>
                  <a:pt x="4385" y="53031"/>
                </a:lnTo>
                <a:lnTo>
                  <a:pt x="4019" y="50364"/>
                </a:lnTo>
                <a:lnTo>
                  <a:pt x="4100" y="48924"/>
                </a:lnTo>
                <a:lnTo>
                  <a:pt x="3705" y="47199"/>
                </a:lnTo>
                <a:lnTo>
                  <a:pt x="4319" y="45657"/>
                </a:lnTo>
                <a:lnTo>
                  <a:pt x="3552" y="43340"/>
                </a:lnTo>
                <a:lnTo>
                  <a:pt x="4538" y="42346"/>
                </a:lnTo>
                <a:lnTo>
                  <a:pt x="7184" y="43398"/>
                </a:lnTo>
                <a:lnTo>
                  <a:pt x="8090" y="42025"/>
                </a:lnTo>
                <a:lnTo>
                  <a:pt x="7104" y="40205"/>
                </a:lnTo>
                <a:lnTo>
                  <a:pt x="7908" y="38619"/>
                </a:lnTo>
                <a:lnTo>
                  <a:pt x="7016" y="36360"/>
                </a:lnTo>
                <a:lnTo>
                  <a:pt x="8039" y="35330"/>
                </a:lnTo>
                <a:lnTo>
                  <a:pt x="10692" y="36382"/>
                </a:lnTo>
                <a:lnTo>
                  <a:pt x="11599" y="35008"/>
                </a:lnTo>
                <a:lnTo>
                  <a:pt x="10532" y="33130"/>
                </a:lnTo>
                <a:lnTo>
                  <a:pt x="11416" y="31756"/>
                </a:lnTo>
                <a:lnTo>
                  <a:pt x="14084" y="32794"/>
                </a:lnTo>
                <a:lnTo>
                  <a:pt x="14895" y="31982"/>
                </a:lnTo>
                <a:lnTo>
                  <a:pt x="14537" y="29315"/>
                </a:lnTo>
                <a:lnTo>
                  <a:pt x="14595" y="28196"/>
                </a:lnTo>
                <a:lnTo>
                  <a:pt x="14200" y="25748"/>
                </a:lnTo>
                <a:lnTo>
                  <a:pt x="15034" y="24703"/>
                </a:lnTo>
                <a:lnTo>
                  <a:pt x="17526" y="25835"/>
                </a:lnTo>
                <a:lnTo>
                  <a:pt x="18651" y="24710"/>
                </a:lnTo>
                <a:lnTo>
                  <a:pt x="17482" y="22371"/>
                </a:lnTo>
                <a:lnTo>
                  <a:pt x="18651" y="21202"/>
                </a:lnTo>
                <a:lnTo>
                  <a:pt x="20990" y="22371"/>
                </a:lnTo>
                <a:lnTo>
                  <a:pt x="22101" y="21253"/>
                </a:lnTo>
                <a:lnTo>
                  <a:pt x="20990" y="18724"/>
                </a:lnTo>
                <a:lnTo>
                  <a:pt x="22247" y="17759"/>
                </a:lnTo>
                <a:lnTo>
                  <a:pt x="24484" y="18878"/>
                </a:lnTo>
                <a:lnTo>
                  <a:pt x="25449" y="17905"/>
                </a:lnTo>
                <a:lnTo>
                  <a:pt x="24630" y="14960"/>
                </a:lnTo>
                <a:lnTo>
                  <a:pt x="26845" y="14010"/>
                </a:lnTo>
                <a:lnTo>
                  <a:pt x="30535" y="15844"/>
                </a:lnTo>
                <a:lnTo>
                  <a:pt x="32662" y="14375"/>
                </a:lnTo>
                <a:lnTo>
                  <a:pt x="31595" y="11766"/>
                </a:lnTo>
                <a:lnTo>
                  <a:pt x="32677" y="10677"/>
                </a:lnTo>
                <a:lnTo>
                  <a:pt x="35015" y="11846"/>
                </a:lnTo>
                <a:lnTo>
                  <a:pt x="36185" y="10677"/>
                </a:lnTo>
                <a:lnTo>
                  <a:pt x="35016" y="8338"/>
                </a:lnTo>
                <a:lnTo>
                  <a:pt x="36170" y="7176"/>
                </a:lnTo>
                <a:lnTo>
                  <a:pt x="38399" y="8192"/>
                </a:lnTo>
                <a:lnTo>
                  <a:pt x="39803" y="7315"/>
                </a:lnTo>
                <a:lnTo>
                  <a:pt x="42032" y="8331"/>
                </a:lnTo>
                <a:lnTo>
                  <a:pt x="43099" y="7264"/>
                </a:lnTo>
                <a:lnTo>
                  <a:pt x="42047" y="4618"/>
                </a:lnTo>
                <a:lnTo>
                  <a:pt x="43370" y="3734"/>
                </a:lnTo>
                <a:lnTo>
                  <a:pt x="45233" y="4560"/>
                </a:lnTo>
                <a:lnTo>
                  <a:pt x="46965" y="3938"/>
                </a:lnTo>
                <a:lnTo>
                  <a:pt x="48698" y="4245"/>
                </a:lnTo>
                <a:lnTo>
                  <a:pt x="50642" y="4245"/>
                </a:lnTo>
                <a:lnTo>
                  <a:pt x="52103" y="4465"/>
                </a:lnTo>
                <a:lnTo>
                  <a:pt x="53134" y="4253"/>
                </a:lnTo>
                <a:lnTo>
                  <a:pt x="53433" y="4187"/>
                </a:lnTo>
                <a:lnTo>
                  <a:pt x="52871" y="1008"/>
                </a:lnTo>
                <a:lnTo>
                  <a:pt x="53507" y="372"/>
                </a:lnTo>
                <a:lnTo>
                  <a:pt x="56079" y="818"/>
                </a:lnTo>
                <a:lnTo>
                  <a:pt x="62262" y="0"/>
                </a:lnTo>
                <a:lnTo>
                  <a:pt x="68511" y="745"/>
                </a:lnTo>
                <a:lnTo>
                  <a:pt x="83370" y="745"/>
                </a:lnTo>
                <a:lnTo>
                  <a:pt x="86088" y="306"/>
                </a:lnTo>
                <a:lnTo>
                  <a:pt x="88493" y="803"/>
                </a:lnTo>
                <a:lnTo>
                  <a:pt x="87959" y="3997"/>
                </a:lnTo>
                <a:lnTo>
                  <a:pt x="88639" y="4684"/>
                </a:lnTo>
                <a:lnTo>
                  <a:pt x="91102" y="4100"/>
                </a:lnTo>
                <a:lnTo>
                  <a:pt x="93755" y="4765"/>
                </a:lnTo>
                <a:lnTo>
                  <a:pt x="96825" y="3398"/>
                </a:lnTo>
                <a:lnTo>
                  <a:pt x="99185" y="4451"/>
                </a:lnTo>
                <a:lnTo>
                  <a:pt x="98352" y="7381"/>
                </a:lnTo>
                <a:lnTo>
                  <a:pt x="99068" y="8090"/>
                </a:lnTo>
                <a:lnTo>
                  <a:pt x="101729" y="7732"/>
                </a:lnTo>
                <a:lnTo>
                  <a:pt x="102920" y="7798"/>
                </a:lnTo>
                <a:lnTo>
                  <a:pt x="105200" y="7389"/>
                </a:lnTo>
                <a:lnTo>
                  <a:pt x="106311" y="8149"/>
                </a:lnTo>
                <a:lnTo>
                  <a:pt x="105244" y="10772"/>
                </a:lnTo>
                <a:lnTo>
                  <a:pt x="106231" y="11759"/>
                </a:lnTo>
                <a:lnTo>
                  <a:pt x="108877" y="10707"/>
                </a:lnTo>
                <a:lnTo>
                  <a:pt x="109513" y="11671"/>
                </a:lnTo>
                <a:lnTo>
                  <a:pt x="108862" y="14602"/>
                </a:lnTo>
                <a:lnTo>
                  <a:pt x="109995" y="15114"/>
                </a:lnTo>
                <a:lnTo>
                  <a:pt x="111924" y="14778"/>
                </a:lnTo>
                <a:lnTo>
                  <a:pt x="113320" y="14778"/>
                </a:lnTo>
                <a:lnTo>
                  <a:pt x="115842" y="14442"/>
                </a:lnTo>
                <a:lnTo>
                  <a:pt x="116843" y="15246"/>
                </a:lnTo>
                <a:lnTo>
                  <a:pt x="115718" y="17745"/>
                </a:lnTo>
                <a:lnTo>
                  <a:pt x="116836" y="18871"/>
                </a:lnTo>
                <a:lnTo>
                  <a:pt x="119175" y="17701"/>
                </a:lnTo>
                <a:lnTo>
                  <a:pt x="120344" y="18871"/>
                </a:lnTo>
                <a:lnTo>
                  <a:pt x="119175" y="21209"/>
                </a:lnTo>
                <a:lnTo>
                  <a:pt x="120330" y="22364"/>
                </a:lnTo>
                <a:lnTo>
                  <a:pt x="122727" y="21202"/>
                </a:lnTo>
                <a:lnTo>
                  <a:pt x="123830" y="22415"/>
                </a:lnTo>
                <a:lnTo>
                  <a:pt x="122668" y="24710"/>
                </a:lnTo>
                <a:lnTo>
                  <a:pt x="123750" y="25792"/>
                </a:lnTo>
                <a:lnTo>
                  <a:pt x="126403" y="24740"/>
                </a:lnTo>
                <a:lnTo>
                  <a:pt x="127302" y="26099"/>
                </a:lnTo>
                <a:lnTo>
                  <a:pt x="126206" y="28043"/>
                </a:lnTo>
                <a:lnTo>
                  <a:pt x="127265" y="29498"/>
                </a:lnTo>
                <a:lnTo>
                  <a:pt x="126177" y="31727"/>
                </a:lnTo>
                <a:lnTo>
                  <a:pt x="127353" y="32903"/>
                </a:lnTo>
                <a:lnTo>
                  <a:pt x="129692" y="31734"/>
                </a:lnTo>
                <a:lnTo>
                  <a:pt x="130862" y="32903"/>
                </a:lnTo>
                <a:lnTo>
                  <a:pt x="129692" y="35242"/>
                </a:lnTo>
                <a:lnTo>
                  <a:pt x="130774" y="36331"/>
                </a:lnTo>
                <a:lnTo>
                  <a:pt x="133390" y="35257"/>
                </a:lnTo>
                <a:lnTo>
                  <a:pt x="134662" y="37092"/>
                </a:lnTo>
                <a:lnTo>
                  <a:pt x="132630" y="41908"/>
                </a:lnTo>
                <a:lnTo>
                  <a:pt x="134165" y="43150"/>
                </a:lnTo>
                <a:lnTo>
                  <a:pt x="137118" y="42441"/>
                </a:lnTo>
                <a:lnTo>
                  <a:pt x="138543" y="45811"/>
                </a:lnTo>
                <a:lnTo>
                  <a:pt x="136014" y="50408"/>
                </a:lnTo>
                <a:lnTo>
                  <a:pt x="137469" y="53814"/>
                </a:lnTo>
                <a:lnTo>
                  <a:pt x="140429" y="53002"/>
                </a:lnTo>
                <a:lnTo>
                  <a:pt x="141181" y="53755"/>
                </a:lnTo>
                <a:lnTo>
                  <a:pt x="140692" y="56299"/>
                </a:lnTo>
                <a:lnTo>
                  <a:pt x="141525" y="61261"/>
                </a:lnTo>
                <a:lnTo>
                  <a:pt x="140787" y="66458"/>
                </a:lnTo>
                <a:lnTo>
                  <a:pt x="140787" y="74322"/>
                </a:lnTo>
                <a:lnTo>
                  <a:pt x="141167" y="78042"/>
                </a:lnTo>
                <a:lnTo>
                  <a:pt x="140567" y="83392"/>
                </a:lnTo>
                <a:lnTo>
                  <a:pt x="141554" y="86651"/>
                </a:lnTo>
                <a:lnTo>
                  <a:pt x="140604" y="88880"/>
                </a:lnTo>
                <a:lnTo>
                  <a:pt x="137644" y="88077"/>
                </a:lnTo>
                <a:lnTo>
                  <a:pt x="136803" y="88924"/>
                </a:lnTo>
                <a:lnTo>
                  <a:pt x="137527" y="91278"/>
                </a:lnTo>
                <a:lnTo>
                  <a:pt x="136540" y="93982"/>
                </a:lnTo>
                <a:lnTo>
                  <a:pt x="138134" y="96978"/>
                </a:lnTo>
                <a:lnTo>
                  <a:pt x="137096" y="99405"/>
                </a:lnTo>
                <a:lnTo>
                  <a:pt x="134143" y="98594"/>
                </a:lnTo>
                <a:lnTo>
                  <a:pt x="133237" y="99507"/>
                </a:lnTo>
                <a:lnTo>
                  <a:pt x="134136" y="101766"/>
                </a:lnTo>
                <a:lnTo>
                  <a:pt x="133427" y="103176"/>
                </a:lnTo>
                <a:lnTo>
                  <a:pt x="134319" y="105442"/>
                </a:lnTo>
                <a:lnTo>
                  <a:pt x="133193" y="106567"/>
                </a:lnTo>
                <a:lnTo>
                  <a:pt x="130862" y="105398"/>
                </a:lnTo>
                <a:lnTo>
                  <a:pt x="129692" y="106567"/>
                </a:lnTo>
                <a:lnTo>
                  <a:pt x="130861" y="108906"/>
                </a:lnTo>
                <a:lnTo>
                  <a:pt x="129787" y="109981"/>
                </a:lnTo>
                <a:lnTo>
                  <a:pt x="127141" y="108928"/>
                </a:lnTo>
                <a:lnTo>
                  <a:pt x="125702" y="111092"/>
                </a:lnTo>
                <a:lnTo>
                  <a:pt x="127536" y="114709"/>
                </a:lnTo>
                <a:lnTo>
                  <a:pt x="126586" y="116946"/>
                </a:lnTo>
                <a:lnTo>
                  <a:pt x="123626" y="116142"/>
                </a:lnTo>
                <a:lnTo>
                  <a:pt x="122676" y="117099"/>
                </a:lnTo>
                <a:lnTo>
                  <a:pt x="123838" y="119401"/>
                </a:lnTo>
                <a:lnTo>
                  <a:pt x="122719" y="120607"/>
                </a:lnTo>
                <a:lnTo>
                  <a:pt x="120330" y="119438"/>
                </a:lnTo>
                <a:lnTo>
                  <a:pt x="119270" y="120505"/>
                </a:lnTo>
                <a:lnTo>
                  <a:pt x="120322" y="123151"/>
                </a:lnTo>
                <a:lnTo>
                  <a:pt x="118999" y="124028"/>
                </a:lnTo>
                <a:lnTo>
                  <a:pt x="116946" y="122939"/>
                </a:lnTo>
                <a:lnTo>
                  <a:pt x="115667" y="124021"/>
                </a:lnTo>
                <a:lnTo>
                  <a:pt x="116807" y="126476"/>
                </a:lnTo>
                <a:lnTo>
                  <a:pt x="115659" y="127631"/>
                </a:lnTo>
                <a:lnTo>
                  <a:pt x="113430" y="126520"/>
                </a:lnTo>
                <a:lnTo>
                  <a:pt x="112071" y="127544"/>
                </a:lnTo>
                <a:lnTo>
                  <a:pt x="109841" y="126440"/>
                </a:lnTo>
                <a:lnTo>
                  <a:pt x="108665" y="127617"/>
                </a:lnTo>
                <a:lnTo>
                  <a:pt x="109827" y="129955"/>
                </a:lnTo>
                <a:lnTo>
                  <a:pt x="108665" y="131125"/>
                </a:lnTo>
                <a:lnTo>
                  <a:pt x="106326" y="129956"/>
                </a:lnTo>
                <a:lnTo>
                  <a:pt x="105303" y="130971"/>
                </a:lnTo>
                <a:lnTo>
                  <a:pt x="106253" y="133770"/>
                </a:lnTo>
                <a:lnTo>
                  <a:pt x="103936" y="135042"/>
                </a:lnTo>
                <a:lnTo>
                  <a:pt x="100633" y="133230"/>
                </a:lnTo>
                <a:lnTo>
                  <a:pt x="98279" y="134238"/>
                </a:lnTo>
                <a:lnTo>
                  <a:pt x="99098" y="137191"/>
                </a:lnTo>
                <a:lnTo>
                  <a:pt x="98243" y="138039"/>
                </a:lnTo>
                <a:lnTo>
                  <a:pt x="95889" y="137316"/>
                </a:lnTo>
                <a:lnTo>
                  <a:pt x="93185" y="138302"/>
                </a:lnTo>
                <a:lnTo>
                  <a:pt x="90196" y="136709"/>
                </a:lnTo>
                <a:lnTo>
                  <a:pt x="87762" y="137747"/>
                </a:lnTo>
                <a:lnTo>
                  <a:pt x="88573" y="140699"/>
                </a:lnTo>
                <a:lnTo>
                  <a:pt x="87821" y="141445"/>
                </a:lnTo>
                <a:lnTo>
                  <a:pt x="85270" y="140977"/>
                </a:lnTo>
                <a:lnTo>
                  <a:pt x="80278" y="141744"/>
                </a:lnTo>
                <a:lnTo>
                  <a:pt x="75147" y="141065"/>
                </a:lnTo>
                <a:lnTo>
                  <a:pt x="67291" y="141065"/>
                </a:lnTo>
                <a:lnTo>
                  <a:pt x="63490" y="141511"/>
                </a:lnTo>
                <a:lnTo>
                  <a:pt x="58162" y="140802"/>
                </a:lnTo>
                <a:lnTo>
                  <a:pt x="54946" y="1418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16296048" y="9894399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563" y="134385"/>
                </a:moveTo>
                <a:lnTo>
                  <a:pt x="77529" y="133800"/>
                </a:lnTo>
                <a:lnTo>
                  <a:pt x="54507" y="133800"/>
                </a:lnTo>
                <a:lnTo>
                  <a:pt x="51861" y="134194"/>
                </a:lnTo>
                <a:lnTo>
                  <a:pt x="49435" y="133756"/>
                </a:lnTo>
                <a:lnTo>
                  <a:pt x="49939" y="130533"/>
                </a:lnTo>
                <a:lnTo>
                  <a:pt x="49267" y="129861"/>
                </a:lnTo>
                <a:lnTo>
                  <a:pt x="46811" y="130445"/>
                </a:lnTo>
                <a:lnTo>
                  <a:pt x="44070" y="129766"/>
                </a:lnTo>
                <a:lnTo>
                  <a:pt x="41205" y="131059"/>
                </a:lnTo>
                <a:lnTo>
                  <a:pt x="38764" y="130138"/>
                </a:lnTo>
                <a:lnTo>
                  <a:pt x="39517" y="127127"/>
                </a:lnTo>
                <a:lnTo>
                  <a:pt x="38845" y="126455"/>
                </a:lnTo>
                <a:lnTo>
                  <a:pt x="36177" y="126813"/>
                </a:lnTo>
                <a:lnTo>
                  <a:pt x="34876" y="126747"/>
                </a:lnTo>
                <a:lnTo>
                  <a:pt x="32844" y="127156"/>
                </a:lnTo>
                <a:lnTo>
                  <a:pt x="31646" y="126506"/>
                </a:lnTo>
                <a:lnTo>
                  <a:pt x="32596" y="123714"/>
                </a:lnTo>
                <a:lnTo>
                  <a:pt x="31565" y="122683"/>
                </a:lnTo>
                <a:lnTo>
                  <a:pt x="29336" y="123772"/>
                </a:lnTo>
                <a:lnTo>
                  <a:pt x="28072" y="122859"/>
                </a:lnTo>
                <a:lnTo>
                  <a:pt x="29161" y="120279"/>
                </a:lnTo>
                <a:lnTo>
                  <a:pt x="28159" y="119277"/>
                </a:lnTo>
                <a:lnTo>
                  <a:pt x="25514" y="120330"/>
                </a:lnTo>
                <a:lnTo>
                  <a:pt x="24871" y="119365"/>
                </a:lnTo>
                <a:lnTo>
                  <a:pt x="25528" y="116434"/>
                </a:lnTo>
                <a:lnTo>
                  <a:pt x="24388" y="115923"/>
                </a:lnTo>
                <a:lnTo>
                  <a:pt x="22466" y="116259"/>
                </a:lnTo>
                <a:lnTo>
                  <a:pt x="21151" y="116259"/>
                </a:lnTo>
                <a:lnTo>
                  <a:pt x="18432" y="116566"/>
                </a:lnTo>
                <a:lnTo>
                  <a:pt x="17029" y="115163"/>
                </a:lnTo>
                <a:lnTo>
                  <a:pt x="19309" y="110215"/>
                </a:lnTo>
                <a:lnTo>
                  <a:pt x="17474" y="108709"/>
                </a:lnTo>
                <a:lnTo>
                  <a:pt x="15187" y="109842"/>
                </a:lnTo>
                <a:lnTo>
                  <a:pt x="14039" y="108636"/>
                </a:lnTo>
                <a:lnTo>
                  <a:pt x="15209" y="106327"/>
                </a:lnTo>
                <a:lnTo>
                  <a:pt x="14105" y="105223"/>
                </a:lnTo>
                <a:lnTo>
                  <a:pt x="11525" y="106312"/>
                </a:lnTo>
                <a:lnTo>
                  <a:pt x="10612" y="105040"/>
                </a:lnTo>
                <a:lnTo>
                  <a:pt x="11700" y="102818"/>
                </a:lnTo>
                <a:lnTo>
                  <a:pt x="10619" y="101737"/>
                </a:lnTo>
                <a:lnTo>
                  <a:pt x="7973" y="102789"/>
                </a:lnTo>
                <a:lnTo>
                  <a:pt x="7060" y="101415"/>
                </a:lnTo>
                <a:lnTo>
                  <a:pt x="8127" y="99544"/>
                </a:lnTo>
                <a:lnTo>
                  <a:pt x="7147" y="98009"/>
                </a:lnTo>
                <a:lnTo>
                  <a:pt x="8178" y="95787"/>
                </a:lnTo>
                <a:lnTo>
                  <a:pt x="7257" y="94866"/>
                </a:lnTo>
                <a:lnTo>
                  <a:pt x="4246" y="95619"/>
                </a:lnTo>
                <a:lnTo>
                  <a:pt x="3325" y="93178"/>
                </a:lnTo>
                <a:lnTo>
                  <a:pt x="4619" y="90313"/>
                </a:lnTo>
                <a:lnTo>
                  <a:pt x="3939" y="87572"/>
                </a:lnTo>
                <a:lnTo>
                  <a:pt x="4524" y="85117"/>
                </a:lnTo>
                <a:lnTo>
                  <a:pt x="3851" y="84444"/>
                </a:lnTo>
                <a:lnTo>
                  <a:pt x="628" y="84948"/>
                </a:lnTo>
                <a:lnTo>
                  <a:pt x="0" y="81469"/>
                </a:lnTo>
                <a:lnTo>
                  <a:pt x="584" y="77435"/>
                </a:lnTo>
                <a:lnTo>
                  <a:pt x="584" y="54457"/>
                </a:lnTo>
                <a:lnTo>
                  <a:pt x="138" y="51716"/>
                </a:lnTo>
                <a:lnTo>
                  <a:pt x="643" y="49319"/>
                </a:lnTo>
                <a:lnTo>
                  <a:pt x="3837" y="49860"/>
                </a:lnTo>
                <a:lnTo>
                  <a:pt x="4545" y="49151"/>
                </a:lnTo>
                <a:lnTo>
                  <a:pt x="3902" y="46739"/>
                </a:lnTo>
                <a:lnTo>
                  <a:pt x="4436" y="44905"/>
                </a:lnTo>
                <a:lnTo>
                  <a:pt x="3215" y="39796"/>
                </a:lnTo>
                <a:lnTo>
                  <a:pt x="4502" y="38743"/>
                </a:lnTo>
                <a:lnTo>
                  <a:pt x="7396" y="39518"/>
                </a:lnTo>
                <a:lnTo>
                  <a:pt x="8207" y="37808"/>
                </a:lnTo>
                <a:lnTo>
                  <a:pt x="6577" y="32904"/>
                </a:lnTo>
                <a:lnTo>
                  <a:pt x="8105" y="31647"/>
                </a:lnTo>
                <a:lnTo>
                  <a:pt x="10772" y="32589"/>
                </a:lnTo>
                <a:lnTo>
                  <a:pt x="11562" y="31354"/>
                </a:lnTo>
                <a:lnTo>
                  <a:pt x="10524" y="29133"/>
                </a:lnTo>
                <a:lnTo>
                  <a:pt x="11598" y="28066"/>
                </a:lnTo>
                <a:lnTo>
                  <a:pt x="14244" y="29118"/>
                </a:lnTo>
                <a:lnTo>
                  <a:pt x="15158" y="27744"/>
                </a:lnTo>
                <a:lnTo>
                  <a:pt x="14083" y="25865"/>
                </a:lnTo>
                <a:lnTo>
                  <a:pt x="14975" y="24492"/>
                </a:lnTo>
                <a:lnTo>
                  <a:pt x="17642" y="25529"/>
                </a:lnTo>
                <a:lnTo>
                  <a:pt x="18454" y="24718"/>
                </a:lnTo>
                <a:lnTo>
                  <a:pt x="18096" y="22050"/>
                </a:lnTo>
                <a:lnTo>
                  <a:pt x="18154" y="21020"/>
                </a:lnTo>
                <a:lnTo>
                  <a:pt x="17788" y="18367"/>
                </a:lnTo>
                <a:lnTo>
                  <a:pt x="19214" y="16927"/>
                </a:lnTo>
                <a:lnTo>
                  <a:pt x="24176" y="19214"/>
                </a:lnTo>
                <a:lnTo>
                  <a:pt x="25565" y="17519"/>
                </a:lnTo>
                <a:lnTo>
                  <a:pt x="24615" y="14866"/>
                </a:lnTo>
                <a:lnTo>
                  <a:pt x="25850" y="14069"/>
                </a:lnTo>
                <a:lnTo>
                  <a:pt x="28064" y="15107"/>
                </a:lnTo>
                <a:lnTo>
                  <a:pt x="29139" y="14033"/>
                </a:lnTo>
                <a:lnTo>
                  <a:pt x="28086" y="11387"/>
                </a:lnTo>
                <a:lnTo>
                  <a:pt x="29453" y="10473"/>
                </a:lnTo>
                <a:lnTo>
                  <a:pt x="31368" y="11562"/>
                </a:lnTo>
                <a:lnTo>
                  <a:pt x="32727" y="10619"/>
                </a:lnTo>
                <a:lnTo>
                  <a:pt x="31660" y="8003"/>
                </a:lnTo>
                <a:lnTo>
                  <a:pt x="32486" y="7177"/>
                </a:lnTo>
                <a:lnTo>
                  <a:pt x="35154" y="7528"/>
                </a:lnTo>
                <a:lnTo>
                  <a:pt x="36462" y="7462"/>
                </a:lnTo>
                <a:lnTo>
                  <a:pt x="38494" y="7878"/>
                </a:lnTo>
                <a:lnTo>
                  <a:pt x="39685" y="7228"/>
                </a:lnTo>
                <a:lnTo>
                  <a:pt x="38742" y="4429"/>
                </a:lnTo>
                <a:lnTo>
                  <a:pt x="39663" y="3508"/>
                </a:lnTo>
                <a:lnTo>
                  <a:pt x="42009" y="4253"/>
                </a:lnTo>
                <a:lnTo>
                  <a:pt x="44728" y="3194"/>
                </a:lnTo>
                <a:lnTo>
                  <a:pt x="47578" y="4509"/>
                </a:lnTo>
                <a:lnTo>
                  <a:pt x="49698" y="3997"/>
                </a:lnTo>
                <a:lnTo>
                  <a:pt x="50005" y="3924"/>
                </a:lnTo>
                <a:lnTo>
                  <a:pt x="49427" y="760"/>
                </a:lnTo>
                <a:lnTo>
                  <a:pt x="50078" y="109"/>
                </a:lnTo>
                <a:lnTo>
                  <a:pt x="52636" y="569"/>
                </a:lnTo>
                <a:lnTo>
                  <a:pt x="56517" y="0"/>
                </a:lnTo>
                <a:lnTo>
                  <a:pt x="60383" y="489"/>
                </a:lnTo>
                <a:lnTo>
                  <a:pt x="79963" y="489"/>
                </a:lnTo>
                <a:lnTo>
                  <a:pt x="82623" y="87"/>
                </a:lnTo>
                <a:lnTo>
                  <a:pt x="85042" y="540"/>
                </a:lnTo>
                <a:lnTo>
                  <a:pt x="84538" y="3756"/>
                </a:lnTo>
                <a:lnTo>
                  <a:pt x="85211" y="4428"/>
                </a:lnTo>
                <a:lnTo>
                  <a:pt x="87666" y="3844"/>
                </a:lnTo>
                <a:lnTo>
                  <a:pt x="90407" y="4523"/>
                </a:lnTo>
                <a:lnTo>
                  <a:pt x="93272" y="3230"/>
                </a:lnTo>
                <a:lnTo>
                  <a:pt x="95713" y="4151"/>
                </a:lnTo>
                <a:lnTo>
                  <a:pt x="94960" y="7162"/>
                </a:lnTo>
                <a:lnTo>
                  <a:pt x="95633" y="7835"/>
                </a:lnTo>
                <a:lnTo>
                  <a:pt x="98300" y="7476"/>
                </a:lnTo>
                <a:lnTo>
                  <a:pt x="99601" y="7549"/>
                </a:lnTo>
                <a:lnTo>
                  <a:pt x="101640" y="7133"/>
                </a:lnTo>
                <a:lnTo>
                  <a:pt x="102832" y="7783"/>
                </a:lnTo>
                <a:lnTo>
                  <a:pt x="101889" y="10575"/>
                </a:lnTo>
                <a:lnTo>
                  <a:pt x="102912" y="11606"/>
                </a:lnTo>
                <a:lnTo>
                  <a:pt x="105134" y="10517"/>
                </a:lnTo>
                <a:lnTo>
                  <a:pt x="106405" y="11430"/>
                </a:lnTo>
                <a:lnTo>
                  <a:pt x="105316" y="14010"/>
                </a:lnTo>
                <a:lnTo>
                  <a:pt x="106318" y="15012"/>
                </a:lnTo>
                <a:lnTo>
                  <a:pt x="108963" y="13959"/>
                </a:lnTo>
                <a:lnTo>
                  <a:pt x="109607" y="14924"/>
                </a:lnTo>
                <a:lnTo>
                  <a:pt x="108949" y="17855"/>
                </a:lnTo>
                <a:lnTo>
                  <a:pt x="110791" y="18681"/>
                </a:lnTo>
                <a:lnTo>
                  <a:pt x="115271" y="16948"/>
                </a:lnTo>
                <a:lnTo>
                  <a:pt x="117449" y="19126"/>
                </a:lnTo>
                <a:lnTo>
                  <a:pt x="115168" y="24074"/>
                </a:lnTo>
                <a:lnTo>
                  <a:pt x="117003" y="25580"/>
                </a:lnTo>
                <a:lnTo>
                  <a:pt x="119290" y="24447"/>
                </a:lnTo>
                <a:lnTo>
                  <a:pt x="120438" y="25653"/>
                </a:lnTo>
                <a:lnTo>
                  <a:pt x="119269" y="27962"/>
                </a:lnTo>
                <a:lnTo>
                  <a:pt x="120372" y="29066"/>
                </a:lnTo>
                <a:lnTo>
                  <a:pt x="122952" y="27977"/>
                </a:lnTo>
                <a:lnTo>
                  <a:pt x="123866" y="29249"/>
                </a:lnTo>
                <a:lnTo>
                  <a:pt x="122777" y="31471"/>
                </a:lnTo>
                <a:lnTo>
                  <a:pt x="123858" y="32552"/>
                </a:lnTo>
                <a:lnTo>
                  <a:pt x="126504" y="31500"/>
                </a:lnTo>
                <a:lnTo>
                  <a:pt x="127418" y="32874"/>
                </a:lnTo>
                <a:lnTo>
                  <a:pt x="126351" y="34745"/>
                </a:lnTo>
                <a:lnTo>
                  <a:pt x="127330" y="36280"/>
                </a:lnTo>
                <a:lnTo>
                  <a:pt x="126299" y="38502"/>
                </a:lnTo>
                <a:lnTo>
                  <a:pt x="127220" y="39423"/>
                </a:lnTo>
                <a:lnTo>
                  <a:pt x="130231" y="38670"/>
                </a:lnTo>
                <a:lnTo>
                  <a:pt x="131152" y="41111"/>
                </a:lnTo>
                <a:lnTo>
                  <a:pt x="129859" y="43976"/>
                </a:lnTo>
                <a:lnTo>
                  <a:pt x="130538" y="46717"/>
                </a:lnTo>
                <a:lnTo>
                  <a:pt x="129954" y="49172"/>
                </a:lnTo>
                <a:lnTo>
                  <a:pt x="130626" y="49845"/>
                </a:lnTo>
                <a:lnTo>
                  <a:pt x="133849" y="49341"/>
                </a:lnTo>
                <a:lnTo>
                  <a:pt x="134478" y="52820"/>
                </a:lnTo>
                <a:lnTo>
                  <a:pt x="133893" y="56854"/>
                </a:lnTo>
                <a:lnTo>
                  <a:pt x="133893" y="79876"/>
                </a:lnTo>
                <a:lnTo>
                  <a:pt x="134288" y="82522"/>
                </a:lnTo>
                <a:lnTo>
                  <a:pt x="133849" y="84948"/>
                </a:lnTo>
                <a:lnTo>
                  <a:pt x="130626" y="84444"/>
                </a:lnTo>
                <a:lnTo>
                  <a:pt x="129954" y="85116"/>
                </a:lnTo>
                <a:lnTo>
                  <a:pt x="130538" y="87572"/>
                </a:lnTo>
                <a:lnTo>
                  <a:pt x="129859" y="90313"/>
                </a:lnTo>
                <a:lnTo>
                  <a:pt x="131152" y="93178"/>
                </a:lnTo>
                <a:lnTo>
                  <a:pt x="130231" y="95619"/>
                </a:lnTo>
                <a:lnTo>
                  <a:pt x="127220" y="94866"/>
                </a:lnTo>
                <a:lnTo>
                  <a:pt x="126548" y="95539"/>
                </a:lnTo>
                <a:lnTo>
                  <a:pt x="126906" y="98206"/>
                </a:lnTo>
                <a:lnTo>
                  <a:pt x="126833" y="99507"/>
                </a:lnTo>
                <a:lnTo>
                  <a:pt x="127249" y="101546"/>
                </a:lnTo>
                <a:lnTo>
                  <a:pt x="126599" y="102738"/>
                </a:lnTo>
                <a:lnTo>
                  <a:pt x="123800" y="101787"/>
                </a:lnTo>
                <a:lnTo>
                  <a:pt x="122777" y="102818"/>
                </a:lnTo>
                <a:lnTo>
                  <a:pt x="123866" y="105040"/>
                </a:lnTo>
                <a:lnTo>
                  <a:pt x="122952" y="106312"/>
                </a:lnTo>
                <a:lnTo>
                  <a:pt x="120372" y="105223"/>
                </a:lnTo>
                <a:lnTo>
                  <a:pt x="119371" y="106224"/>
                </a:lnTo>
                <a:lnTo>
                  <a:pt x="120423" y="108869"/>
                </a:lnTo>
                <a:lnTo>
                  <a:pt x="119459" y="109513"/>
                </a:lnTo>
                <a:lnTo>
                  <a:pt x="116528" y="108855"/>
                </a:lnTo>
                <a:lnTo>
                  <a:pt x="116016" y="109988"/>
                </a:lnTo>
                <a:lnTo>
                  <a:pt x="116352" y="111917"/>
                </a:lnTo>
                <a:lnTo>
                  <a:pt x="116352" y="113233"/>
                </a:lnTo>
                <a:lnTo>
                  <a:pt x="116659" y="115952"/>
                </a:lnTo>
                <a:lnTo>
                  <a:pt x="115256" y="117355"/>
                </a:lnTo>
                <a:lnTo>
                  <a:pt x="110301" y="115075"/>
                </a:lnTo>
                <a:lnTo>
                  <a:pt x="108803" y="116909"/>
                </a:lnTo>
                <a:lnTo>
                  <a:pt x="109935" y="119197"/>
                </a:lnTo>
                <a:lnTo>
                  <a:pt x="108730" y="120345"/>
                </a:lnTo>
                <a:lnTo>
                  <a:pt x="106420" y="119175"/>
                </a:lnTo>
                <a:lnTo>
                  <a:pt x="105316" y="120279"/>
                </a:lnTo>
                <a:lnTo>
                  <a:pt x="106405" y="122859"/>
                </a:lnTo>
                <a:lnTo>
                  <a:pt x="105134" y="123772"/>
                </a:lnTo>
                <a:lnTo>
                  <a:pt x="102912" y="122683"/>
                </a:lnTo>
                <a:lnTo>
                  <a:pt x="101830" y="123765"/>
                </a:lnTo>
                <a:lnTo>
                  <a:pt x="102883" y="126411"/>
                </a:lnTo>
                <a:lnTo>
                  <a:pt x="101509" y="127324"/>
                </a:lnTo>
                <a:lnTo>
                  <a:pt x="99638" y="126257"/>
                </a:lnTo>
                <a:lnTo>
                  <a:pt x="98103" y="127237"/>
                </a:lnTo>
                <a:lnTo>
                  <a:pt x="95881" y="126206"/>
                </a:lnTo>
                <a:lnTo>
                  <a:pt x="94960" y="127127"/>
                </a:lnTo>
                <a:lnTo>
                  <a:pt x="95713" y="130138"/>
                </a:lnTo>
                <a:lnTo>
                  <a:pt x="93272" y="131059"/>
                </a:lnTo>
                <a:lnTo>
                  <a:pt x="90407" y="129766"/>
                </a:lnTo>
                <a:lnTo>
                  <a:pt x="87666" y="130445"/>
                </a:lnTo>
                <a:lnTo>
                  <a:pt x="85210" y="129861"/>
                </a:lnTo>
                <a:lnTo>
                  <a:pt x="84538" y="130533"/>
                </a:lnTo>
                <a:lnTo>
                  <a:pt x="85042" y="133756"/>
                </a:lnTo>
                <a:lnTo>
                  <a:pt x="81563" y="134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18190387" y="9894537"/>
            <a:ext cx="97790" cy="134620"/>
          </a:xfrm>
          <a:custGeom>
            <a:avLst/>
            <a:gdLst/>
            <a:ahLst/>
            <a:cxnLst/>
            <a:rect l="l" t="t" r="r" b="b"/>
            <a:pathLst>
              <a:path w="97790" h="134620">
                <a:moveTo>
                  <a:pt x="69227" y="134326"/>
                </a:moveTo>
                <a:lnTo>
                  <a:pt x="65478" y="133727"/>
                </a:lnTo>
                <a:lnTo>
                  <a:pt x="63607" y="133661"/>
                </a:lnTo>
                <a:lnTo>
                  <a:pt x="63943" y="130336"/>
                </a:lnTo>
                <a:lnTo>
                  <a:pt x="63432" y="129824"/>
                </a:lnTo>
                <a:lnTo>
                  <a:pt x="60771" y="130182"/>
                </a:lnTo>
                <a:lnTo>
                  <a:pt x="59105" y="130095"/>
                </a:lnTo>
                <a:lnTo>
                  <a:pt x="57899" y="130292"/>
                </a:lnTo>
                <a:lnTo>
                  <a:pt x="53360" y="129744"/>
                </a:lnTo>
                <a:lnTo>
                  <a:pt x="49574" y="130840"/>
                </a:lnTo>
                <a:lnTo>
                  <a:pt x="45957" y="130095"/>
                </a:lnTo>
                <a:lnTo>
                  <a:pt x="46483" y="126901"/>
                </a:lnTo>
                <a:lnTo>
                  <a:pt x="45803" y="126214"/>
                </a:lnTo>
                <a:lnTo>
                  <a:pt x="43348" y="126798"/>
                </a:lnTo>
                <a:lnTo>
                  <a:pt x="40702" y="126140"/>
                </a:lnTo>
                <a:lnTo>
                  <a:pt x="37596" y="127507"/>
                </a:lnTo>
                <a:lnTo>
                  <a:pt x="35257" y="126433"/>
                </a:lnTo>
                <a:lnTo>
                  <a:pt x="36097" y="123524"/>
                </a:lnTo>
                <a:lnTo>
                  <a:pt x="35125" y="122552"/>
                </a:lnTo>
                <a:lnTo>
                  <a:pt x="32794" y="123721"/>
                </a:lnTo>
                <a:lnTo>
                  <a:pt x="31624" y="122552"/>
                </a:lnTo>
                <a:lnTo>
                  <a:pt x="32794" y="120213"/>
                </a:lnTo>
                <a:lnTo>
                  <a:pt x="31632" y="119051"/>
                </a:lnTo>
                <a:lnTo>
                  <a:pt x="29403" y="120067"/>
                </a:lnTo>
                <a:lnTo>
                  <a:pt x="27999" y="119190"/>
                </a:lnTo>
                <a:lnTo>
                  <a:pt x="25770" y="120206"/>
                </a:lnTo>
                <a:lnTo>
                  <a:pt x="24710" y="119139"/>
                </a:lnTo>
                <a:lnTo>
                  <a:pt x="25755" y="116493"/>
                </a:lnTo>
                <a:lnTo>
                  <a:pt x="24469" y="115638"/>
                </a:lnTo>
                <a:lnTo>
                  <a:pt x="22313" y="116712"/>
                </a:lnTo>
                <a:lnTo>
                  <a:pt x="21100" y="115565"/>
                </a:lnTo>
                <a:lnTo>
                  <a:pt x="22269" y="113189"/>
                </a:lnTo>
                <a:lnTo>
                  <a:pt x="21202" y="112115"/>
                </a:lnTo>
                <a:lnTo>
                  <a:pt x="18571" y="113182"/>
                </a:lnTo>
                <a:lnTo>
                  <a:pt x="17716" y="111910"/>
                </a:lnTo>
                <a:lnTo>
                  <a:pt x="18776" y="109688"/>
                </a:lnTo>
                <a:lnTo>
                  <a:pt x="17818" y="108731"/>
                </a:lnTo>
                <a:lnTo>
                  <a:pt x="14873" y="109549"/>
                </a:lnTo>
                <a:lnTo>
                  <a:pt x="13952" y="107393"/>
                </a:lnTo>
                <a:lnTo>
                  <a:pt x="15772" y="103542"/>
                </a:lnTo>
                <a:lnTo>
                  <a:pt x="14244" y="101503"/>
                </a:lnTo>
                <a:lnTo>
                  <a:pt x="11701" y="102614"/>
                </a:lnTo>
                <a:lnTo>
                  <a:pt x="10692" y="101598"/>
                </a:lnTo>
                <a:lnTo>
                  <a:pt x="11737" y="98952"/>
                </a:lnTo>
                <a:lnTo>
                  <a:pt x="10765" y="98301"/>
                </a:lnTo>
                <a:lnTo>
                  <a:pt x="7864" y="98981"/>
                </a:lnTo>
                <a:lnTo>
                  <a:pt x="6797" y="96730"/>
                </a:lnTo>
                <a:lnTo>
                  <a:pt x="8171" y="93565"/>
                </a:lnTo>
                <a:lnTo>
                  <a:pt x="7520" y="90942"/>
                </a:lnTo>
                <a:lnTo>
                  <a:pt x="8105" y="88486"/>
                </a:lnTo>
                <a:lnTo>
                  <a:pt x="7425" y="87799"/>
                </a:lnTo>
                <a:lnTo>
                  <a:pt x="4224" y="88332"/>
                </a:lnTo>
                <a:lnTo>
                  <a:pt x="3245" y="83560"/>
                </a:lnTo>
                <a:lnTo>
                  <a:pt x="4962" y="78539"/>
                </a:lnTo>
                <a:lnTo>
                  <a:pt x="4063" y="73437"/>
                </a:lnTo>
                <a:lnTo>
                  <a:pt x="4567" y="70901"/>
                </a:lnTo>
                <a:lnTo>
                  <a:pt x="3800" y="70149"/>
                </a:lnTo>
                <a:lnTo>
                  <a:pt x="855" y="70960"/>
                </a:lnTo>
                <a:lnTo>
                  <a:pt x="0" y="68957"/>
                </a:lnTo>
                <a:lnTo>
                  <a:pt x="599" y="65215"/>
                </a:lnTo>
                <a:lnTo>
                  <a:pt x="672" y="63337"/>
                </a:lnTo>
                <a:lnTo>
                  <a:pt x="3990" y="63680"/>
                </a:lnTo>
                <a:lnTo>
                  <a:pt x="4502" y="63169"/>
                </a:lnTo>
                <a:lnTo>
                  <a:pt x="4144" y="60501"/>
                </a:lnTo>
                <a:lnTo>
                  <a:pt x="4231" y="58835"/>
                </a:lnTo>
                <a:lnTo>
                  <a:pt x="4027" y="57629"/>
                </a:lnTo>
                <a:lnTo>
                  <a:pt x="4582" y="53090"/>
                </a:lnTo>
                <a:lnTo>
                  <a:pt x="3486" y="49297"/>
                </a:lnTo>
                <a:lnTo>
                  <a:pt x="4231" y="45679"/>
                </a:lnTo>
                <a:lnTo>
                  <a:pt x="7425" y="46213"/>
                </a:lnTo>
                <a:lnTo>
                  <a:pt x="8105" y="45526"/>
                </a:lnTo>
                <a:lnTo>
                  <a:pt x="7520" y="43070"/>
                </a:lnTo>
                <a:lnTo>
                  <a:pt x="8185" y="40409"/>
                </a:lnTo>
                <a:lnTo>
                  <a:pt x="6826" y="37340"/>
                </a:lnTo>
                <a:lnTo>
                  <a:pt x="7878" y="34979"/>
                </a:lnTo>
                <a:lnTo>
                  <a:pt x="10809" y="35812"/>
                </a:lnTo>
                <a:lnTo>
                  <a:pt x="11671" y="34943"/>
                </a:lnTo>
                <a:lnTo>
                  <a:pt x="10619" y="32297"/>
                </a:lnTo>
                <a:lnTo>
                  <a:pt x="11584" y="31654"/>
                </a:lnTo>
                <a:lnTo>
                  <a:pt x="14515" y="32312"/>
                </a:lnTo>
                <a:lnTo>
                  <a:pt x="15019" y="31179"/>
                </a:lnTo>
                <a:lnTo>
                  <a:pt x="14683" y="29249"/>
                </a:lnTo>
                <a:lnTo>
                  <a:pt x="14683" y="27817"/>
                </a:lnTo>
                <a:lnTo>
                  <a:pt x="14339" y="25361"/>
                </a:lnTo>
                <a:lnTo>
                  <a:pt x="15129" y="24323"/>
                </a:lnTo>
                <a:lnTo>
                  <a:pt x="17665" y="25434"/>
                </a:lnTo>
                <a:lnTo>
                  <a:pt x="18681" y="24418"/>
                </a:lnTo>
                <a:lnTo>
                  <a:pt x="17628" y="21772"/>
                </a:lnTo>
                <a:lnTo>
                  <a:pt x="18893" y="20932"/>
                </a:lnTo>
                <a:lnTo>
                  <a:pt x="21107" y="21984"/>
                </a:lnTo>
                <a:lnTo>
                  <a:pt x="22277" y="20815"/>
                </a:lnTo>
                <a:lnTo>
                  <a:pt x="21107" y="18476"/>
                </a:lnTo>
                <a:lnTo>
                  <a:pt x="22181" y="17402"/>
                </a:lnTo>
                <a:lnTo>
                  <a:pt x="24827" y="18454"/>
                </a:lnTo>
                <a:lnTo>
                  <a:pt x="25602" y="17292"/>
                </a:lnTo>
                <a:lnTo>
                  <a:pt x="24659" y="14807"/>
                </a:lnTo>
                <a:lnTo>
                  <a:pt x="26428" y="13418"/>
                </a:lnTo>
                <a:lnTo>
                  <a:pt x="31252" y="15552"/>
                </a:lnTo>
                <a:lnTo>
                  <a:pt x="32742" y="13733"/>
                </a:lnTo>
                <a:lnTo>
                  <a:pt x="31617" y="11445"/>
                </a:lnTo>
                <a:lnTo>
                  <a:pt x="32816" y="10297"/>
                </a:lnTo>
                <a:lnTo>
                  <a:pt x="35132" y="11467"/>
                </a:lnTo>
                <a:lnTo>
                  <a:pt x="36134" y="10465"/>
                </a:lnTo>
                <a:lnTo>
                  <a:pt x="35235" y="7615"/>
                </a:lnTo>
                <a:lnTo>
                  <a:pt x="37508" y="6460"/>
                </a:lnTo>
                <a:lnTo>
                  <a:pt x="40767" y="7856"/>
                </a:lnTo>
                <a:lnTo>
                  <a:pt x="43362" y="7213"/>
                </a:lnTo>
                <a:lnTo>
                  <a:pt x="45818" y="7798"/>
                </a:lnTo>
                <a:lnTo>
                  <a:pt x="46512" y="7096"/>
                </a:lnTo>
                <a:lnTo>
                  <a:pt x="45935" y="3931"/>
                </a:lnTo>
                <a:lnTo>
                  <a:pt x="48281" y="3354"/>
                </a:lnTo>
                <a:lnTo>
                  <a:pt x="51146" y="3858"/>
                </a:lnTo>
                <a:lnTo>
                  <a:pt x="56693" y="3858"/>
                </a:lnTo>
                <a:lnTo>
                  <a:pt x="60347" y="4078"/>
                </a:lnTo>
                <a:lnTo>
                  <a:pt x="63972" y="3844"/>
                </a:lnTo>
                <a:lnTo>
                  <a:pt x="63599" y="548"/>
                </a:lnTo>
                <a:lnTo>
                  <a:pt x="64067" y="80"/>
                </a:lnTo>
                <a:lnTo>
                  <a:pt x="67831" y="401"/>
                </a:lnTo>
                <a:lnTo>
                  <a:pt x="70455" y="0"/>
                </a:lnTo>
                <a:lnTo>
                  <a:pt x="71288" y="840"/>
                </a:lnTo>
                <a:lnTo>
                  <a:pt x="70243" y="3486"/>
                </a:lnTo>
                <a:lnTo>
                  <a:pt x="71485" y="4312"/>
                </a:lnTo>
                <a:lnTo>
                  <a:pt x="73488" y="3683"/>
                </a:lnTo>
                <a:lnTo>
                  <a:pt x="77654" y="4589"/>
                </a:lnTo>
                <a:lnTo>
                  <a:pt x="81476" y="3135"/>
                </a:lnTo>
                <a:lnTo>
                  <a:pt x="85430" y="3990"/>
                </a:lnTo>
                <a:lnTo>
                  <a:pt x="87930" y="3449"/>
                </a:lnTo>
                <a:lnTo>
                  <a:pt x="88822" y="4348"/>
                </a:lnTo>
                <a:lnTo>
                  <a:pt x="87777" y="6994"/>
                </a:lnTo>
                <a:lnTo>
                  <a:pt x="88997" y="7805"/>
                </a:lnTo>
                <a:lnTo>
                  <a:pt x="91043" y="7213"/>
                </a:lnTo>
                <a:lnTo>
                  <a:pt x="92907" y="7564"/>
                </a:lnTo>
                <a:lnTo>
                  <a:pt x="94259" y="7367"/>
                </a:lnTo>
                <a:lnTo>
                  <a:pt x="96160" y="7367"/>
                </a:lnTo>
                <a:lnTo>
                  <a:pt x="97613" y="7117"/>
                </a:lnTo>
                <a:lnTo>
                  <a:pt x="97613" y="127233"/>
                </a:lnTo>
                <a:lnTo>
                  <a:pt x="96993" y="127529"/>
                </a:lnTo>
                <a:lnTo>
                  <a:pt x="93828" y="126148"/>
                </a:lnTo>
                <a:lnTo>
                  <a:pt x="91197" y="126798"/>
                </a:lnTo>
                <a:lnTo>
                  <a:pt x="88742" y="126214"/>
                </a:lnTo>
                <a:lnTo>
                  <a:pt x="88069" y="126901"/>
                </a:lnTo>
                <a:lnTo>
                  <a:pt x="88595" y="130094"/>
                </a:lnTo>
                <a:lnTo>
                  <a:pt x="83830" y="131081"/>
                </a:lnTo>
                <a:lnTo>
                  <a:pt x="78802" y="129356"/>
                </a:lnTo>
                <a:lnTo>
                  <a:pt x="73700" y="130255"/>
                </a:lnTo>
                <a:lnTo>
                  <a:pt x="71164" y="129758"/>
                </a:lnTo>
                <a:lnTo>
                  <a:pt x="70411" y="130526"/>
                </a:lnTo>
                <a:lnTo>
                  <a:pt x="71223" y="133471"/>
                </a:lnTo>
                <a:lnTo>
                  <a:pt x="69227" y="1343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6" name="object 316"/>
          <p:cNvGrpSpPr/>
          <p:nvPr/>
        </p:nvGrpSpPr>
        <p:grpSpPr>
          <a:xfrm>
            <a:off x="16092696" y="9900991"/>
            <a:ext cx="120650" cy="120650"/>
            <a:chOff x="16092696" y="9900991"/>
            <a:chExt cx="120650" cy="120650"/>
          </a:xfrm>
        </p:grpSpPr>
        <p:sp>
          <p:nvSpPr>
            <p:cNvPr id="317" name="object 317"/>
            <p:cNvSpPr/>
            <p:nvPr/>
          </p:nvSpPr>
          <p:spPr>
            <a:xfrm>
              <a:off x="16092692" y="9900996"/>
              <a:ext cx="120650" cy="106680"/>
            </a:xfrm>
            <a:custGeom>
              <a:avLst/>
              <a:gdLst/>
              <a:ahLst/>
              <a:cxnLst/>
              <a:rect l="l" t="t" r="r" b="b"/>
              <a:pathLst>
                <a:path w="120650" h="106679">
                  <a:moveTo>
                    <a:pt x="120180" y="40640"/>
                  </a:moveTo>
                  <a:lnTo>
                    <a:pt x="119849" y="40640"/>
                  </a:lnTo>
                  <a:lnTo>
                    <a:pt x="119849" y="39370"/>
                  </a:lnTo>
                  <a:lnTo>
                    <a:pt x="116014" y="39370"/>
                  </a:lnTo>
                  <a:lnTo>
                    <a:pt x="116014" y="36830"/>
                  </a:lnTo>
                  <a:lnTo>
                    <a:pt x="116344" y="36830"/>
                  </a:lnTo>
                  <a:lnTo>
                    <a:pt x="116344" y="35560"/>
                  </a:lnTo>
                  <a:lnTo>
                    <a:pt x="116192" y="35560"/>
                  </a:lnTo>
                  <a:lnTo>
                    <a:pt x="116192" y="33020"/>
                  </a:lnTo>
                  <a:lnTo>
                    <a:pt x="116154" y="31750"/>
                  </a:lnTo>
                  <a:lnTo>
                    <a:pt x="115900" y="31750"/>
                  </a:lnTo>
                  <a:lnTo>
                    <a:pt x="115900" y="81280"/>
                  </a:lnTo>
                  <a:lnTo>
                    <a:pt x="115900" y="82550"/>
                  </a:lnTo>
                  <a:lnTo>
                    <a:pt x="4305" y="82550"/>
                  </a:lnTo>
                  <a:lnTo>
                    <a:pt x="4305" y="81280"/>
                  </a:lnTo>
                  <a:lnTo>
                    <a:pt x="115900" y="81280"/>
                  </a:lnTo>
                  <a:lnTo>
                    <a:pt x="115900" y="31750"/>
                  </a:lnTo>
                  <a:lnTo>
                    <a:pt x="114693" y="31750"/>
                  </a:lnTo>
                  <a:lnTo>
                    <a:pt x="114693" y="33020"/>
                  </a:lnTo>
                  <a:lnTo>
                    <a:pt x="112610" y="33020"/>
                  </a:lnTo>
                  <a:lnTo>
                    <a:pt x="112610" y="31750"/>
                  </a:lnTo>
                  <a:lnTo>
                    <a:pt x="112788" y="31750"/>
                  </a:lnTo>
                  <a:lnTo>
                    <a:pt x="112788" y="29210"/>
                  </a:lnTo>
                  <a:lnTo>
                    <a:pt x="112445" y="29210"/>
                  </a:lnTo>
                  <a:lnTo>
                    <a:pt x="112445" y="27940"/>
                  </a:lnTo>
                  <a:lnTo>
                    <a:pt x="112661" y="27940"/>
                  </a:lnTo>
                  <a:lnTo>
                    <a:pt x="112661" y="26670"/>
                  </a:lnTo>
                  <a:lnTo>
                    <a:pt x="113080" y="26670"/>
                  </a:lnTo>
                  <a:lnTo>
                    <a:pt x="113080" y="25400"/>
                  </a:lnTo>
                  <a:lnTo>
                    <a:pt x="108991" y="25400"/>
                  </a:lnTo>
                  <a:lnTo>
                    <a:pt x="108991" y="22860"/>
                  </a:lnTo>
                  <a:lnTo>
                    <a:pt x="109461" y="22860"/>
                  </a:lnTo>
                  <a:lnTo>
                    <a:pt x="109461" y="21590"/>
                  </a:lnTo>
                  <a:lnTo>
                    <a:pt x="106832" y="21590"/>
                  </a:lnTo>
                  <a:lnTo>
                    <a:pt x="106832" y="22860"/>
                  </a:lnTo>
                  <a:lnTo>
                    <a:pt x="106083" y="22860"/>
                  </a:lnTo>
                  <a:lnTo>
                    <a:pt x="106083" y="21590"/>
                  </a:lnTo>
                  <a:lnTo>
                    <a:pt x="105638" y="21590"/>
                  </a:lnTo>
                  <a:lnTo>
                    <a:pt x="105638" y="19050"/>
                  </a:lnTo>
                  <a:lnTo>
                    <a:pt x="105651" y="17780"/>
                  </a:lnTo>
                  <a:lnTo>
                    <a:pt x="104025" y="17780"/>
                  </a:lnTo>
                  <a:lnTo>
                    <a:pt x="104025" y="19050"/>
                  </a:lnTo>
                  <a:lnTo>
                    <a:pt x="102146" y="19050"/>
                  </a:lnTo>
                  <a:lnTo>
                    <a:pt x="102146" y="17780"/>
                  </a:lnTo>
                  <a:lnTo>
                    <a:pt x="102285" y="17780"/>
                  </a:lnTo>
                  <a:lnTo>
                    <a:pt x="102285" y="15240"/>
                  </a:lnTo>
                  <a:lnTo>
                    <a:pt x="101854" y="15240"/>
                  </a:lnTo>
                  <a:lnTo>
                    <a:pt x="101854" y="13970"/>
                  </a:lnTo>
                  <a:lnTo>
                    <a:pt x="101180" y="13970"/>
                  </a:lnTo>
                  <a:lnTo>
                    <a:pt x="101180" y="15240"/>
                  </a:lnTo>
                  <a:lnTo>
                    <a:pt x="98399" y="15240"/>
                  </a:lnTo>
                  <a:lnTo>
                    <a:pt x="98399" y="13970"/>
                  </a:lnTo>
                  <a:lnTo>
                    <a:pt x="98590" y="13970"/>
                  </a:lnTo>
                  <a:lnTo>
                    <a:pt x="98590" y="12700"/>
                  </a:lnTo>
                  <a:lnTo>
                    <a:pt x="99098" y="12700"/>
                  </a:lnTo>
                  <a:lnTo>
                    <a:pt x="99098" y="11430"/>
                  </a:lnTo>
                  <a:lnTo>
                    <a:pt x="94983" y="11430"/>
                  </a:lnTo>
                  <a:lnTo>
                    <a:pt x="94983" y="8890"/>
                  </a:lnTo>
                  <a:lnTo>
                    <a:pt x="88506" y="8890"/>
                  </a:lnTo>
                  <a:lnTo>
                    <a:pt x="88506" y="7620"/>
                  </a:lnTo>
                  <a:lnTo>
                    <a:pt x="88125" y="7620"/>
                  </a:lnTo>
                  <a:lnTo>
                    <a:pt x="88125" y="5080"/>
                  </a:lnTo>
                  <a:lnTo>
                    <a:pt x="88214" y="3810"/>
                  </a:lnTo>
                  <a:lnTo>
                    <a:pt x="85623" y="3810"/>
                  </a:lnTo>
                  <a:lnTo>
                    <a:pt x="85623" y="5080"/>
                  </a:lnTo>
                  <a:lnTo>
                    <a:pt x="85115" y="5080"/>
                  </a:lnTo>
                  <a:lnTo>
                    <a:pt x="85115" y="3810"/>
                  </a:lnTo>
                  <a:lnTo>
                    <a:pt x="83769" y="3810"/>
                  </a:lnTo>
                  <a:lnTo>
                    <a:pt x="83769" y="5080"/>
                  </a:lnTo>
                  <a:lnTo>
                    <a:pt x="81178" y="5080"/>
                  </a:lnTo>
                  <a:lnTo>
                    <a:pt x="81178" y="3810"/>
                  </a:lnTo>
                  <a:lnTo>
                    <a:pt x="81178" y="1270"/>
                  </a:lnTo>
                  <a:lnTo>
                    <a:pt x="80048" y="1270"/>
                  </a:lnTo>
                  <a:lnTo>
                    <a:pt x="80048" y="0"/>
                  </a:lnTo>
                  <a:lnTo>
                    <a:pt x="77812" y="0"/>
                  </a:lnTo>
                  <a:lnTo>
                    <a:pt x="77812" y="1270"/>
                  </a:lnTo>
                  <a:lnTo>
                    <a:pt x="47167" y="1270"/>
                  </a:lnTo>
                  <a:lnTo>
                    <a:pt x="47167" y="0"/>
                  </a:lnTo>
                  <a:lnTo>
                    <a:pt x="44818" y="0"/>
                  </a:lnTo>
                  <a:lnTo>
                    <a:pt x="44818" y="1270"/>
                  </a:lnTo>
                  <a:lnTo>
                    <a:pt x="39941" y="1270"/>
                  </a:lnTo>
                  <a:lnTo>
                    <a:pt x="39941" y="0"/>
                  </a:lnTo>
                  <a:lnTo>
                    <a:pt x="39331" y="0"/>
                  </a:lnTo>
                  <a:lnTo>
                    <a:pt x="39331" y="1270"/>
                  </a:lnTo>
                  <a:lnTo>
                    <a:pt x="39027" y="1270"/>
                  </a:lnTo>
                  <a:lnTo>
                    <a:pt x="39027" y="3810"/>
                  </a:lnTo>
                  <a:lnTo>
                    <a:pt x="38976" y="5080"/>
                  </a:lnTo>
                  <a:lnTo>
                    <a:pt x="37490" y="5080"/>
                  </a:lnTo>
                  <a:lnTo>
                    <a:pt x="37490" y="3810"/>
                  </a:lnTo>
                  <a:lnTo>
                    <a:pt x="35471" y="3810"/>
                  </a:lnTo>
                  <a:lnTo>
                    <a:pt x="35471" y="5080"/>
                  </a:lnTo>
                  <a:lnTo>
                    <a:pt x="34099" y="5080"/>
                  </a:lnTo>
                  <a:lnTo>
                    <a:pt x="34099" y="3810"/>
                  </a:lnTo>
                  <a:lnTo>
                    <a:pt x="32016" y="3810"/>
                  </a:lnTo>
                  <a:lnTo>
                    <a:pt x="32016" y="5080"/>
                  </a:lnTo>
                  <a:lnTo>
                    <a:pt x="32118" y="7620"/>
                  </a:lnTo>
                  <a:lnTo>
                    <a:pt x="31483" y="7620"/>
                  </a:lnTo>
                  <a:lnTo>
                    <a:pt x="31483" y="8890"/>
                  </a:lnTo>
                  <a:lnTo>
                    <a:pt x="28994" y="8890"/>
                  </a:lnTo>
                  <a:lnTo>
                    <a:pt x="28994" y="7620"/>
                  </a:lnTo>
                  <a:lnTo>
                    <a:pt x="24612" y="7620"/>
                  </a:lnTo>
                  <a:lnTo>
                    <a:pt x="24612" y="8890"/>
                  </a:lnTo>
                  <a:lnTo>
                    <a:pt x="25133" y="8890"/>
                  </a:lnTo>
                  <a:lnTo>
                    <a:pt x="25133" y="11430"/>
                  </a:lnTo>
                  <a:lnTo>
                    <a:pt x="20993" y="11430"/>
                  </a:lnTo>
                  <a:lnTo>
                    <a:pt x="20993" y="12700"/>
                  </a:lnTo>
                  <a:lnTo>
                    <a:pt x="21564" y="12700"/>
                  </a:lnTo>
                  <a:lnTo>
                    <a:pt x="21564" y="13970"/>
                  </a:lnTo>
                  <a:lnTo>
                    <a:pt x="21856" y="13970"/>
                  </a:lnTo>
                  <a:lnTo>
                    <a:pt x="21856" y="15240"/>
                  </a:lnTo>
                  <a:lnTo>
                    <a:pt x="19037" y="15240"/>
                  </a:lnTo>
                  <a:lnTo>
                    <a:pt x="19037" y="13970"/>
                  </a:lnTo>
                  <a:lnTo>
                    <a:pt x="18288" y="13970"/>
                  </a:lnTo>
                  <a:lnTo>
                    <a:pt x="18288" y="15240"/>
                  </a:lnTo>
                  <a:lnTo>
                    <a:pt x="17881" y="15240"/>
                  </a:lnTo>
                  <a:lnTo>
                    <a:pt x="17881" y="17780"/>
                  </a:lnTo>
                  <a:lnTo>
                    <a:pt x="18034" y="17780"/>
                  </a:lnTo>
                  <a:lnTo>
                    <a:pt x="18034" y="19050"/>
                  </a:lnTo>
                  <a:lnTo>
                    <a:pt x="16116" y="19050"/>
                  </a:lnTo>
                  <a:lnTo>
                    <a:pt x="16116" y="17780"/>
                  </a:lnTo>
                  <a:lnTo>
                    <a:pt x="14541" y="17780"/>
                  </a:lnTo>
                  <a:lnTo>
                    <a:pt x="14541" y="19050"/>
                  </a:lnTo>
                  <a:lnTo>
                    <a:pt x="14541" y="21590"/>
                  </a:lnTo>
                  <a:lnTo>
                    <a:pt x="14274" y="21590"/>
                  </a:lnTo>
                  <a:lnTo>
                    <a:pt x="14274" y="22860"/>
                  </a:lnTo>
                  <a:lnTo>
                    <a:pt x="13284" y="22860"/>
                  </a:lnTo>
                  <a:lnTo>
                    <a:pt x="13284" y="21590"/>
                  </a:lnTo>
                  <a:lnTo>
                    <a:pt x="10731" y="21590"/>
                  </a:lnTo>
                  <a:lnTo>
                    <a:pt x="10731" y="22860"/>
                  </a:lnTo>
                  <a:lnTo>
                    <a:pt x="11201" y="22860"/>
                  </a:lnTo>
                  <a:lnTo>
                    <a:pt x="11201" y="25400"/>
                  </a:lnTo>
                  <a:lnTo>
                    <a:pt x="10439" y="25400"/>
                  </a:lnTo>
                  <a:lnTo>
                    <a:pt x="10439" y="26670"/>
                  </a:lnTo>
                  <a:lnTo>
                    <a:pt x="10363" y="25400"/>
                  </a:lnTo>
                  <a:lnTo>
                    <a:pt x="6934" y="25400"/>
                  </a:lnTo>
                  <a:lnTo>
                    <a:pt x="6934" y="26670"/>
                  </a:lnTo>
                  <a:lnTo>
                    <a:pt x="7493" y="26670"/>
                  </a:lnTo>
                  <a:lnTo>
                    <a:pt x="7493" y="27940"/>
                  </a:lnTo>
                  <a:lnTo>
                    <a:pt x="7747" y="27940"/>
                  </a:lnTo>
                  <a:lnTo>
                    <a:pt x="7747" y="29210"/>
                  </a:lnTo>
                  <a:lnTo>
                    <a:pt x="7404" y="29210"/>
                  </a:lnTo>
                  <a:lnTo>
                    <a:pt x="7404" y="31750"/>
                  </a:lnTo>
                  <a:lnTo>
                    <a:pt x="7594" y="31750"/>
                  </a:lnTo>
                  <a:lnTo>
                    <a:pt x="7594" y="33020"/>
                  </a:lnTo>
                  <a:lnTo>
                    <a:pt x="5473" y="33020"/>
                  </a:lnTo>
                  <a:lnTo>
                    <a:pt x="5473" y="31750"/>
                  </a:lnTo>
                  <a:lnTo>
                    <a:pt x="4038" y="31750"/>
                  </a:lnTo>
                  <a:lnTo>
                    <a:pt x="4038" y="33020"/>
                  </a:lnTo>
                  <a:lnTo>
                    <a:pt x="3835" y="33020"/>
                  </a:lnTo>
                  <a:lnTo>
                    <a:pt x="3835" y="35560"/>
                  </a:lnTo>
                  <a:lnTo>
                    <a:pt x="3975" y="35560"/>
                  </a:lnTo>
                  <a:lnTo>
                    <a:pt x="3975" y="36830"/>
                  </a:lnTo>
                  <a:lnTo>
                    <a:pt x="4165" y="36830"/>
                  </a:lnTo>
                  <a:lnTo>
                    <a:pt x="4165" y="39370"/>
                  </a:lnTo>
                  <a:lnTo>
                    <a:pt x="355" y="39370"/>
                  </a:lnTo>
                  <a:lnTo>
                    <a:pt x="355" y="40640"/>
                  </a:lnTo>
                  <a:lnTo>
                    <a:pt x="355" y="41910"/>
                  </a:lnTo>
                  <a:lnTo>
                    <a:pt x="482" y="41910"/>
                  </a:lnTo>
                  <a:lnTo>
                    <a:pt x="482" y="44450"/>
                  </a:lnTo>
                  <a:lnTo>
                    <a:pt x="482" y="76200"/>
                  </a:lnTo>
                  <a:lnTo>
                    <a:pt x="342" y="76200"/>
                  </a:lnTo>
                  <a:lnTo>
                    <a:pt x="342" y="78740"/>
                  </a:lnTo>
                  <a:lnTo>
                    <a:pt x="0" y="78740"/>
                  </a:lnTo>
                  <a:lnTo>
                    <a:pt x="0" y="80010"/>
                  </a:lnTo>
                  <a:lnTo>
                    <a:pt x="228" y="80010"/>
                  </a:lnTo>
                  <a:lnTo>
                    <a:pt x="228" y="81280"/>
                  </a:lnTo>
                  <a:lnTo>
                    <a:pt x="558" y="81280"/>
                  </a:lnTo>
                  <a:lnTo>
                    <a:pt x="558" y="82550"/>
                  </a:lnTo>
                  <a:lnTo>
                    <a:pt x="4102" y="82550"/>
                  </a:lnTo>
                  <a:lnTo>
                    <a:pt x="4102" y="83820"/>
                  </a:lnTo>
                  <a:lnTo>
                    <a:pt x="3568" y="83820"/>
                  </a:lnTo>
                  <a:lnTo>
                    <a:pt x="3568" y="85090"/>
                  </a:lnTo>
                  <a:lnTo>
                    <a:pt x="4381" y="85090"/>
                  </a:lnTo>
                  <a:lnTo>
                    <a:pt x="4381" y="86360"/>
                  </a:lnTo>
                  <a:lnTo>
                    <a:pt x="3911" y="86360"/>
                  </a:lnTo>
                  <a:lnTo>
                    <a:pt x="3911" y="87630"/>
                  </a:lnTo>
                  <a:lnTo>
                    <a:pt x="3746" y="87630"/>
                  </a:lnTo>
                  <a:lnTo>
                    <a:pt x="3746" y="88900"/>
                  </a:lnTo>
                  <a:lnTo>
                    <a:pt x="6654" y="88900"/>
                  </a:lnTo>
                  <a:lnTo>
                    <a:pt x="6654" y="87630"/>
                  </a:lnTo>
                  <a:lnTo>
                    <a:pt x="7137" y="87630"/>
                  </a:lnTo>
                  <a:lnTo>
                    <a:pt x="7137" y="88900"/>
                  </a:lnTo>
                  <a:lnTo>
                    <a:pt x="7620" y="88900"/>
                  </a:lnTo>
                  <a:lnTo>
                    <a:pt x="7620" y="91440"/>
                  </a:lnTo>
                  <a:lnTo>
                    <a:pt x="7454" y="91440"/>
                  </a:lnTo>
                  <a:lnTo>
                    <a:pt x="7454" y="92710"/>
                  </a:lnTo>
                  <a:lnTo>
                    <a:pt x="7429" y="95250"/>
                  </a:lnTo>
                  <a:lnTo>
                    <a:pt x="7658" y="95250"/>
                  </a:lnTo>
                  <a:lnTo>
                    <a:pt x="7658" y="96520"/>
                  </a:lnTo>
                  <a:lnTo>
                    <a:pt x="8648" y="96520"/>
                  </a:lnTo>
                  <a:lnTo>
                    <a:pt x="8648" y="95250"/>
                  </a:lnTo>
                  <a:lnTo>
                    <a:pt x="11252" y="95250"/>
                  </a:lnTo>
                  <a:lnTo>
                    <a:pt x="11252" y="96520"/>
                  </a:lnTo>
                  <a:lnTo>
                    <a:pt x="10795" y="96520"/>
                  </a:lnTo>
                  <a:lnTo>
                    <a:pt x="10795" y="99060"/>
                  </a:lnTo>
                  <a:lnTo>
                    <a:pt x="11544" y="99060"/>
                  </a:lnTo>
                  <a:lnTo>
                    <a:pt x="11544" y="100330"/>
                  </a:lnTo>
                  <a:lnTo>
                    <a:pt x="11645" y="99060"/>
                  </a:lnTo>
                  <a:lnTo>
                    <a:pt x="14986" y="99060"/>
                  </a:lnTo>
                  <a:lnTo>
                    <a:pt x="14986" y="100330"/>
                  </a:lnTo>
                  <a:lnTo>
                    <a:pt x="14478" y="100330"/>
                  </a:lnTo>
                  <a:lnTo>
                    <a:pt x="14478" y="101600"/>
                  </a:lnTo>
                  <a:lnTo>
                    <a:pt x="14084" y="101600"/>
                  </a:lnTo>
                  <a:lnTo>
                    <a:pt x="14084" y="102870"/>
                  </a:lnTo>
                  <a:lnTo>
                    <a:pt x="17081" y="102870"/>
                  </a:lnTo>
                  <a:lnTo>
                    <a:pt x="17081" y="101600"/>
                  </a:lnTo>
                  <a:lnTo>
                    <a:pt x="17589" y="101600"/>
                  </a:lnTo>
                  <a:lnTo>
                    <a:pt x="17589" y="102870"/>
                  </a:lnTo>
                  <a:lnTo>
                    <a:pt x="18135" y="102870"/>
                  </a:lnTo>
                  <a:lnTo>
                    <a:pt x="18135" y="105410"/>
                  </a:lnTo>
                  <a:lnTo>
                    <a:pt x="17894" y="105410"/>
                  </a:lnTo>
                  <a:lnTo>
                    <a:pt x="17894" y="106680"/>
                  </a:lnTo>
                  <a:lnTo>
                    <a:pt x="19989" y="106680"/>
                  </a:lnTo>
                  <a:lnTo>
                    <a:pt x="19989" y="105410"/>
                  </a:lnTo>
                  <a:lnTo>
                    <a:pt x="21412" y="105410"/>
                  </a:lnTo>
                  <a:lnTo>
                    <a:pt x="21412" y="106680"/>
                  </a:lnTo>
                  <a:lnTo>
                    <a:pt x="98755" y="106680"/>
                  </a:lnTo>
                  <a:lnTo>
                    <a:pt x="98755" y="105410"/>
                  </a:lnTo>
                  <a:lnTo>
                    <a:pt x="100177" y="105410"/>
                  </a:lnTo>
                  <a:lnTo>
                    <a:pt x="100177" y="106680"/>
                  </a:lnTo>
                  <a:lnTo>
                    <a:pt x="102298" y="106680"/>
                  </a:lnTo>
                  <a:lnTo>
                    <a:pt x="102298" y="105410"/>
                  </a:lnTo>
                  <a:lnTo>
                    <a:pt x="102057" y="105410"/>
                  </a:lnTo>
                  <a:lnTo>
                    <a:pt x="102057" y="102870"/>
                  </a:lnTo>
                  <a:lnTo>
                    <a:pt x="102603" y="102870"/>
                  </a:lnTo>
                  <a:lnTo>
                    <a:pt x="102603" y="101600"/>
                  </a:lnTo>
                  <a:lnTo>
                    <a:pt x="103111" y="101600"/>
                  </a:lnTo>
                  <a:lnTo>
                    <a:pt x="103111" y="102870"/>
                  </a:lnTo>
                  <a:lnTo>
                    <a:pt x="106108" y="102870"/>
                  </a:lnTo>
                  <a:lnTo>
                    <a:pt x="106108" y="101600"/>
                  </a:lnTo>
                  <a:lnTo>
                    <a:pt x="105714" y="101600"/>
                  </a:lnTo>
                  <a:lnTo>
                    <a:pt x="105714" y="100330"/>
                  </a:lnTo>
                  <a:lnTo>
                    <a:pt x="105130" y="100330"/>
                  </a:lnTo>
                  <a:lnTo>
                    <a:pt x="105130" y="99060"/>
                  </a:lnTo>
                  <a:lnTo>
                    <a:pt x="109372" y="99060"/>
                  </a:lnTo>
                  <a:lnTo>
                    <a:pt x="109372" y="96520"/>
                  </a:lnTo>
                  <a:lnTo>
                    <a:pt x="108953" y="96520"/>
                  </a:lnTo>
                  <a:lnTo>
                    <a:pt x="108953" y="95250"/>
                  </a:lnTo>
                  <a:lnTo>
                    <a:pt x="111518" y="95250"/>
                  </a:lnTo>
                  <a:lnTo>
                    <a:pt x="111518" y="96520"/>
                  </a:lnTo>
                  <a:lnTo>
                    <a:pt x="112534" y="96520"/>
                  </a:lnTo>
                  <a:lnTo>
                    <a:pt x="112534" y="95250"/>
                  </a:lnTo>
                  <a:lnTo>
                    <a:pt x="112877" y="95250"/>
                  </a:lnTo>
                  <a:lnTo>
                    <a:pt x="112877" y="92710"/>
                  </a:lnTo>
                  <a:lnTo>
                    <a:pt x="112712" y="92710"/>
                  </a:lnTo>
                  <a:lnTo>
                    <a:pt x="112712" y="91440"/>
                  </a:lnTo>
                  <a:lnTo>
                    <a:pt x="112534" y="91440"/>
                  </a:lnTo>
                  <a:lnTo>
                    <a:pt x="112534" y="88900"/>
                  </a:lnTo>
                  <a:lnTo>
                    <a:pt x="113068" y="88900"/>
                  </a:lnTo>
                  <a:lnTo>
                    <a:pt x="113068" y="87630"/>
                  </a:lnTo>
                  <a:lnTo>
                    <a:pt x="113245" y="87630"/>
                  </a:lnTo>
                  <a:lnTo>
                    <a:pt x="113245" y="88900"/>
                  </a:lnTo>
                  <a:lnTo>
                    <a:pt x="116382" y="88900"/>
                  </a:lnTo>
                  <a:lnTo>
                    <a:pt x="116382" y="87630"/>
                  </a:lnTo>
                  <a:lnTo>
                    <a:pt x="116395" y="86360"/>
                  </a:lnTo>
                  <a:lnTo>
                    <a:pt x="116192" y="86360"/>
                  </a:lnTo>
                  <a:lnTo>
                    <a:pt x="116192" y="85090"/>
                  </a:lnTo>
                  <a:lnTo>
                    <a:pt x="116217" y="83820"/>
                  </a:lnTo>
                  <a:lnTo>
                    <a:pt x="116052" y="83820"/>
                  </a:lnTo>
                  <a:lnTo>
                    <a:pt x="116052" y="82550"/>
                  </a:lnTo>
                  <a:lnTo>
                    <a:pt x="119646" y="82550"/>
                  </a:lnTo>
                  <a:lnTo>
                    <a:pt x="119646" y="81280"/>
                  </a:lnTo>
                  <a:lnTo>
                    <a:pt x="119964" y="81280"/>
                  </a:lnTo>
                  <a:lnTo>
                    <a:pt x="119964" y="80010"/>
                  </a:lnTo>
                  <a:lnTo>
                    <a:pt x="119773" y="80010"/>
                  </a:lnTo>
                  <a:lnTo>
                    <a:pt x="119773" y="78740"/>
                  </a:lnTo>
                  <a:lnTo>
                    <a:pt x="119722" y="76200"/>
                  </a:lnTo>
                  <a:lnTo>
                    <a:pt x="119722" y="44450"/>
                  </a:lnTo>
                  <a:lnTo>
                    <a:pt x="119951" y="44450"/>
                  </a:lnTo>
                  <a:lnTo>
                    <a:pt x="119951" y="41910"/>
                  </a:lnTo>
                  <a:lnTo>
                    <a:pt x="120180" y="41910"/>
                  </a:lnTo>
                  <a:lnTo>
                    <a:pt x="120180" y="406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16114205" y="10006406"/>
              <a:ext cx="81280" cy="15240"/>
            </a:xfrm>
            <a:custGeom>
              <a:avLst/>
              <a:gdLst/>
              <a:ahLst/>
              <a:cxnLst/>
              <a:rect l="l" t="t" r="r" b="b"/>
              <a:pathLst>
                <a:path w="81280" h="15240">
                  <a:moveTo>
                    <a:pt x="77216" y="1270"/>
                  </a:moveTo>
                  <a:lnTo>
                    <a:pt x="0" y="1270"/>
                  </a:lnTo>
                  <a:lnTo>
                    <a:pt x="0" y="3810"/>
                  </a:lnTo>
                  <a:lnTo>
                    <a:pt x="127" y="3810"/>
                  </a:lnTo>
                  <a:lnTo>
                    <a:pt x="127" y="5080"/>
                  </a:lnTo>
                  <a:lnTo>
                    <a:pt x="1320" y="5080"/>
                  </a:lnTo>
                  <a:lnTo>
                    <a:pt x="1320" y="3810"/>
                  </a:lnTo>
                  <a:lnTo>
                    <a:pt x="3695" y="3810"/>
                  </a:lnTo>
                  <a:lnTo>
                    <a:pt x="3695" y="5080"/>
                  </a:lnTo>
                  <a:lnTo>
                    <a:pt x="3352" y="5080"/>
                  </a:lnTo>
                  <a:lnTo>
                    <a:pt x="3352" y="7620"/>
                  </a:lnTo>
                  <a:lnTo>
                    <a:pt x="10896" y="7620"/>
                  </a:lnTo>
                  <a:lnTo>
                    <a:pt x="10896" y="8890"/>
                  </a:lnTo>
                  <a:lnTo>
                    <a:pt x="10515" y="8890"/>
                  </a:lnTo>
                  <a:lnTo>
                    <a:pt x="10515" y="10160"/>
                  </a:lnTo>
                  <a:lnTo>
                    <a:pt x="10134" y="10160"/>
                  </a:lnTo>
                  <a:lnTo>
                    <a:pt x="10134" y="11430"/>
                  </a:lnTo>
                  <a:lnTo>
                    <a:pt x="17487" y="11430"/>
                  </a:lnTo>
                  <a:lnTo>
                    <a:pt x="17487" y="15240"/>
                  </a:lnTo>
                  <a:lnTo>
                    <a:pt x="59702" y="15240"/>
                  </a:lnTo>
                  <a:lnTo>
                    <a:pt x="59702" y="11430"/>
                  </a:lnTo>
                  <a:lnTo>
                    <a:pt x="60121" y="11430"/>
                  </a:lnTo>
                  <a:lnTo>
                    <a:pt x="60121" y="10160"/>
                  </a:lnTo>
                  <a:lnTo>
                    <a:pt x="60439" y="10160"/>
                  </a:lnTo>
                  <a:lnTo>
                    <a:pt x="60439" y="11430"/>
                  </a:lnTo>
                  <a:lnTo>
                    <a:pt x="63893" y="11430"/>
                  </a:lnTo>
                  <a:lnTo>
                    <a:pt x="63893" y="10160"/>
                  </a:lnTo>
                  <a:lnTo>
                    <a:pt x="64058" y="10160"/>
                  </a:lnTo>
                  <a:lnTo>
                    <a:pt x="64058" y="11430"/>
                  </a:lnTo>
                  <a:lnTo>
                    <a:pt x="67170" y="11430"/>
                  </a:lnTo>
                  <a:lnTo>
                    <a:pt x="67170" y="10160"/>
                  </a:lnTo>
                  <a:lnTo>
                    <a:pt x="66675" y="10160"/>
                  </a:lnTo>
                  <a:lnTo>
                    <a:pt x="66675" y="8890"/>
                  </a:lnTo>
                  <a:lnTo>
                    <a:pt x="66167" y="8890"/>
                  </a:lnTo>
                  <a:lnTo>
                    <a:pt x="66167" y="7620"/>
                  </a:lnTo>
                  <a:lnTo>
                    <a:pt x="72758" y="7620"/>
                  </a:lnTo>
                  <a:lnTo>
                    <a:pt x="72758" y="8890"/>
                  </a:lnTo>
                  <a:lnTo>
                    <a:pt x="72936" y="8890"/>
                  </a:lnTo>
                  <a:lnTo>
                    <a:pt x="72936" y="7620"/>
                  </a:lnTo>
                  <a:lnTo>
                    <a:pt x="73812" y="7620"/>
                  </a:lnTo>
                  <a:lnTo>
                    <a:pt x="73812" y="5080"/>
                  </a:lnTo>
                  <a:lnTo>
                    <a:pt x="73482" y="5080"/>
                  </a:lnTo>
                  <a:lnTo>
                    <a:pt x="73482" y="3810"/>
                  </a:lnTo>
                  <a:lnTo>
                    <a:pt x="75793" y="3810"/>
                  </a:lnTo>
                  <a:lnTo>
                    <a:pt x="75793" y="5080"/>
                  </a:lnTo>
                  <a:lnTo>
                    <a:pt x="76987" y="5080"/>
                  </a:lnTo>
                  <a:lnTo>
                    <a:pt x="76987" y="3810"/>
                  </a:lnTo>
                  <a:lnTo>
                    <a:pt x="77216" y="3810"/>
                  </a:lnTo>
                  <a:lnTo>
                    <a:pt x="77216" y="1270"/>
                  </a:lnTo>
                  <a:close/>
                </a:path>
                <a:path w="81280" h="15240">
                  <a:moveTo>
                    <a:pt x="80784" y="0"/>
                  </a:moveTo>
                  <a:lnTo>
                    <a:pt x="78663" y="0"/>
                  </a:lnTo>
                  <a:lnTo>
                    <a:pt x="78663" y="1270"/>
                  </a:lnTo>
                  <a:lnTo>
                    <a:pt x="80784" y="1270"/>
                  </a:lnTo>
                  <a:lnTo>
                    <a:pt x="80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9" name="object 319"/>
          <p:cNvGrpSpPr/>
          <p:nvPr/>
        </p:nvGrpSpPr>
        <p:grpSpPr>
          <a:xfrm>
            <a:off x="15885673" y="9904800"/>
            <a:ext cx="113664" cy="113030"/>
            <a:chOff x="15885673" y="9904800"/>
            <a:chExt cx="113664" cy="113030"/>
          </a:xfrm>
        </p:grpSpPr>
        <p:sp>
          <p:nvSpPr>
            <p:cNvPr id="320" name="object 320"/>
            <p:cNvSpPr/>
            <p:nvPr/>
          </p:nvSpPr>
          <p:spPr>
            <a:xfrm>
              <a:off x="15885668" y="9904805"/>
              <a:ext cx="113664" cy="88900"/>
            </a:xfrm>
            <a:custGeom>
              <a:avLst/>
              <a:gdLst/>
              <a:ahLst/>
              <a:cxnLst/>
              <a:rect l="l" t="t" r="r" b="b"/>
              <a:pathLst>
                <a:path w="113665" h="88900">
                  <a:moveTo>
                    <a:pt x="60477" y="952"/>
                  </a:moveTo>
                  <a:lnTo>
                    <a:pt x="59613" y="76"/>
                  </a:lnTo>
                  <a:lnTo>
                    <a:pt x="57340" y="952"/>
                  </a:lnTo>
                  <a:lnTo>
                    <a:pt x="60477" y="952"/>
                  </a:lnTo>
                  <a:close/>
                </a:path>
                <a:path w="113665" h="88900">
                  <a:moveTo>
                    <a:pt x="85217" y="7912"/>
                  </a:moveTo>
                  <a:lnTo>
                    <a:pt x="84886" y="7734"/>
                  </a:lnTo>
                  <a:lnTo>
                    <a:pt x="84670" y="7620"/>
                  </a:lnTo>
                  <a:lnTo>
                    <a:pt x="84010" y="7264"/>
                  </a:lnTo>
                  <a:lnTo>
                    <a:pt x="82346" y="7607"/>
                  </a:lnTo>
                  <a:lnTo>
                    <a:pt x="80683" y="7607"/>
                  </a:lnTo>
                  <a:lnTo>
                    <a:pt x="77660" y="7620"/>
                  </a:lnTo>
                  <a:lnTo>
                    <a:pt x="77571" y="5080"/>
                  </a:lnTo>
                  <a:lnTo>
                    <a:pt x="78054" y="5080"/>
                  </a:lnTo>
                  <a:lnTo>
                    <a:pt x="78054" y="4267"/>
                  </a:lnTo>
                  <a:lnTo>
                    <a:pt x="78054" y="3810"/>
                  </a:lnTo>
                  <a:lnTo>
                    <a:pt x="76847" y="3810"/>
                  </a:lnTo>
                  <a:lnTo>
                    <a:pt x="63411" y="3810"/>
                  </a:lnTo>
                  <a:lnTo>
                    <a:pt x="63411" y="5080"/>
                  </a:lnTo>
                  <a:lnTo>
                    <a:pt x="60909" y="5080"/>
                  </a:lnTo>
                  <a:lnTo>
                    <a:pt x="60909" y="3810"/>
                  </a:lnTo>
                  <a:lnTo>
                    <a:pt x="60083" y="3810"/>
                  </a:lnTo>
                  <a:lnTo>
                    <a:pt x="60083" y="1270"/>
                  </a:lnTo>
                  <a:lnTo>
                    <a:pt x="56680" y="1270"/>
                  </a:lnTo>
                  <a:lnTo>
                    <a:pt x="56680" y="0"/>
                  </a:lnTo>
                  <a:lnTo>
                    <a:pt x="53124" y="0"/>
                  </a:lnTo>
                  <a:lnTo>
                    <a:pt x="53124" y="1270"/>
                  </a:lnTo>
                  <a:lnTo>
                    <a:pt x="53124" y="3810"/>
                  </a:lnTo>
                  <a:lnTo>
                    <a:pt x="35242" y="3810"/>
                  </a:lnTo>
                  <a:lnTo>
                    <a:pt x="35242" y="5080"/>
                  </a:lnTo>
                  <a:lnTo>
                    <a:pt x="35699" y="5080"/>
                  </a:lnTo>
                  <a:lnTo>
                    <a:pt x="35699" y="7531"/>
                  </a:lnTo>
                  <a:lnTo>
                    <a:pt x="33731" y="7620"/>
                  </a:lnTo>
                  <a:lnTo>
                    <a:pt x="32778" y="7175"/>
                  </a:lnTo>
                  <a:lnTo>
                    <a:pt x="32105" y="7620"/>
                  </a:lnTo>
                  <a:lnTo>
                    <a:pt x="28435" y="7620"/>
                  </a:lnTo>
                  <a:lnTo>
                    <a:pt x="28435" y="10160"/>
                  </a:lnTo>
                  <a:lnTo>
                    <a:pt x="84886" y="10160"/>
                  </a:lnTo>
                  <a:lnTo>
                    <a:pt x="84886" y="8102"/>
                  </a:lnTo>
                  <a:lnTo>
                    <a:pt x="85153" y="8102"/>
                  </a:lnTo>
                  <a:lnTo>
                    <a:pt x="85217" y="7912"/>
                  </a:lnTo>
                  <a:close/>
                </a:path>
                <a:path w="113665" h="88900">
                  <a:moveTo>
                    <a:pt x="92303" y="15227"/>
                  </a:moveTo>
                  <a:lnTo>
                    <a:pt x="91135" y="14058"/>
                  </a:lnTo>
                  <a:lnTo>
                    <a:pt x="88798" y="15227"/>
                  </a:lnTo>
                  <a:lnTo>
                    <a:pt x="92303" y="15227"/>
                  </a:lnTo>
                  <a:close/>
                </a:path>
                <a:path w="113665" h="88900">
                  <a:moveTo>
                    <a:pt x="95808" y="18745"/>
                  </a:moveTo>
                  <a:lnTo>
                    <a:pt x="94640" y="17564"/>
                  </a:lnTo>
                  <a:lnTo>
                    <a:pt x="92303" y="18745"/>
                  </a:lnTo>
                  <a:lnTo>
                    <a:pt x="95808" y="18745"/>
                  </a:lnTo>
                  <a:close/>
                </a:path>
                <a:path w="113665" h="88900">
                  <a:moveTo>
                    <a:pt x="105994" y="84366"/>
                  </a:moveTo>
                  <a:lnTo>
                    <a:pt x="102679" y="84366"/>
                  </a:lnTo>
                  <a:lnTo>
                    <a:pt x="105473" y="85318"/>
                  </a:lnTo>
                  <a:lnTo>
                    <a:pt x="105994" y="84366"/>
                  </a:lnTo>
                  <a:close/>
                </a:path>
                <a:path w="113665" h="88900">
                  <a:moveTo>
                    <a:pt x="112928" y="59893"/>
                  </a:moveTo>
                  <a:lnTo>
                    <a:pt x="109626" y="59893"/>
                  </a:lnTo>
                  <a:lnTo>
                    <a:pt x="112369" y="60642"/>
                  </a:lnTo>
                  <a:lnTo>
                    <a:pt x="112610" y="60642"/>
                  </a:lnTo>
                  <a:lnTo>
                    <a:pt x="112928" y="59893"/>
                  </a:lnTo>
                  <a:close/>
                </a:path>
                <a:path w="113665" h="88900">
                  <a:moveTo>
                    <a:pt x="113284" y="58420"/>
                  </a:moveTo>
                  <a:lnTo>
                    <a:pt x="113080" y="58420"/>
                  </a:lnTo>
                  <a:lnTo>
                    <a:pt x="113080" y="54610"/>
                  </a:lnTo>
                  <a:lnTo>
                    <a:pt x="112788" y="54610"/>
                  </a:lnTo>
                  <a:lnTo>
                    <a:pt x="112788" y="53340"/>
                  </a:lnTo>
                  <a:lnTo>
                    <a:pt x="112839" y="53086"/>
                  </a:lnTo>
                  <a:lnTo>
                    <a:pt x="110134" y="53340"/>
                  </a:lnTo>
                  <a:lnTo>
                    <a:pt x="108610" y="53340"/>
                  </a:lnTo>
                  <a:lnTo>
                    <a:pt x="108610" y="52070"/>
                  </a:lnTo>
                  <a:lnTo>
                    <a:pt x="108737" y="52070"/>
                  </a:lnTo>
                  <a:lnTo>
                    <a:pt x="108737" y="50800"/>
                  </a:lnTo>
                  <a:lnTo>
                    <a:pt x="109131" y="50800"/>
                  </a:lnTo>
                  <a:lnTo>
                    <a:pt x="109131" y="46990"/>
                  </a:lnTo>
                  <a:lnTo>
                    <a:pt x="109283" y="46990"/>
                  </a:lnTo>
                  <a:lnTo>
                    <a:pt x="109283" y="45720"/>
                  </a:lnTo>
                  <a:lnTo>
                    <a:pt x="109131" y="45720"/>
                  </a:lnTo>
                  <a:lnTo>
                    <a:pt x="109131" y="44450"/>
                  </a:lnTo>
                  <a:lnTo>
                    <a:pt x="109258" y="44450"/>
                  </a:lnTo>
                  <a:lnTo>
                    <a:pt x="109258" y="40640"/>
                  </a:lnTo>
                  <a:lnTo>
                    <a:pt x="109524" y="40640"/>
                  </a:lnTo>
                  <a:lnTo>
                    <a:pt x="109524" y="38100"/>
                  </a:lnTo>
                  <a:lnTo>
                    <a:pt x="109880" y="38100"/>
                  </a:lnTo>
                  <a:lnTo>
                    <a:pt x="109880" y="36830"/>
                  </a:lnTo>
                  <a:lnTo>
                    <a:pt x="109435" y="36830"/>
                  </a:lnTo>
                  <a:lnTo>
                    <a:pt x="109435" y="35560"/>
                  </a:lnTo>
                  <a:lnTo>
                    <a:pt x="109207" y="35560"/>
                  </a:lnTo>
                  <a:lnTo>
                    <a:pt x="109131" y="35306"/>
                  </a:lnTo>
                  <a:lnTo>
                    <a:pt x="108026" y="35560"/>
                  </a:lnTo>
                  <a:lnTo>
                    <a:pt x="105549" y="35560"/>
                  </a:lnTo>
                  <a:lnTo>
                    <a:pt x="105549" y="33020"/>
                  </a:lnTo>
                  <a:lnTo>
                    <a:pt x="105905" y="33020"/>
                  </a:lnTo>
                  <a:lnTo>
                    <a:pt x="105905" y="31750"/>
                  </a:lnTo>
                  <a:lnTo>
                    <a:pt x="105752" y="31750"/>
                  </a:lnTo>
                  <a:lnTo>
                    <a:pt x="105752" y="29260"/>
                  </a:lnTo>
                  <a:lnTo>
                    <a:pt x="106337" y="29260"/>
                  </a:lnTo>
                  <a:lnTo>
                    <a:pt x="105219" y="28143"/>
                  </a:lnTo>
                  <a:lnTo>
                    <a:pt x="102806" y="29210"/>
                  </a:lnTo>
                  <a:lnTo>
                    <a:pt x="102158" y="29210"/>
                  </a:lnTo>
                  <a:lnTo>
                    <a:pt x="102158" y="27940"/>
                  </a:lnTo>
                  <a:lnTo>
                    <a:pt x="102349" y="27940"/>
                  </a:lnTo>
                  <a:lnTo>
                    <a:pt x="102349" y="25400"/>
                  </a:lnTo>
                  <a:lnTo>
                    <a:pt x="101841" y="25400"/>
                  </a:lnTo>
                  <a:lnTo>
                    <a:pt x="101841" y="24130"/>
                  </a:lnTo>
                  <a:lnTo>
                    <a:pt x="101371" y="24130"/>
                  </a:lnTo>
                  <a:lnTo>
                    <a:pt x="101371" y="25400"/>
                  </a:lnTo>
                  <a:lnTo>
                    <a:pt x="98386" y="25400"/>
                  </a:lnTo>
                  <a:lnTo>
                    <a:pt x="98386" y="24130"/>
                  </a:lnTo>
                  <a:lnTo>
                    <a:pt x="98666" y="24130"/>
                  </a:lnTo>
                  <a:lnTo>
                    <a:pt x="98666" y="22860"/>
                  </a:lnTo>
                  <a:lnTo>
                    <a:pt x="99123" y="22860"/>
                  </a:lnTo>
                  <a:lnTo>
                    <a:pt x="99123" y="21590"/>
                  </a:lnTo>
                  <a:lnTo>
                    <a:pt x="95021" y="21590"/>
                  </a:lnTo>
                  <a:lnTo>
                    <a:pt x="95021" y="19050"/>
                  </a:lnTo>
                  <a:lnTo>
                    <a:pt x="91986" y="19050"/>
                  </a:lnTo>
                  <a:lnTo>
                    <a:pt x="91986" y="17780"/>
                  </a:lnTo>
                  <a:lnTo>
                    <a:pt x="91668" y="17780"/>
                  </a:lnTo>
                  <a:lnTo>
                    <a:pt x="91668" y="15240"/>
                  </a:lnTo>
                  <a:lnTo>
                    <a:pt x="88201" y="15240"/>
                  </a:lnTo>
                  <a:lnTo>
                    <a:pt x="88201" y="13970"/>
                  </a:lnTo>
                  <a:lnTo>
                    <a:pt x="88303" y="11620"/>
                  </a:lnTo>
                  <a:lnTo>
                    <a:pt x="88798" y="11620"/>
                  </a:lnTo>
                  <a:lnTo>
                    <a:pt x="87541" y="10604"/>
                  </a:lnTo>
                  <a:lnTo>
                    <a:pt x="85902" y="11430"/>
                  </a:lnTo>
                  <a:lnTo>
                    <a:pt x="85001" y="11430"/>
                  </a:lnTo>
                  <a:lnTo>
                    <a:pt x="84112" y="10541"/>
                  </a:lnTo>
                  <a:lnTo>
                    <a:pt x="29362" y="10541"/>
                  </a:lnTo>
                  <a:lnTo>
                    <a:pt x="28194" y="11430"/>
                  </a:lnTo>
                  <a:lnTo>
                    <a:pt x="26187" y="11430"/>
                  </a:lnTo>
                  <a:lnTo>
                    <a:pt x="26187" y="10160"/>
                  </a:lnTo>
                  <a:lnTo>
                    <a:pt x="25412" y="10160"/>
                  </a:lnTo>
                  <a:lnTo>
                    <a:pt x="25412" y="11430"/>
                  </a:lnTo>
                  <a:lnTo>
                    <a:pt x="25044" y="11430"/>
                  </a:lnTo>
                  <a:lnTo>
                    <a:pt x="25044" y="13970"/>
                  </a:lnTo>
                  <a:lnTo>
                    <a:pt x="25120" y="15240"/>
                  </a:lnTo>
                  <a:lnTo>
                    <a:pt x="23202" y="15240"/>
                  </a:lnTo>
                  <a:lnTo>
                    <a:pt x="23202" y="13970"/>
                  </a:lnTo>
                  <a:lnTo>
                    <a:pt x="21628" y="13970"/>
                  </a:lnTo>
                  <a:lnTo>
                    <a:pt x="21628" y="15240"/>
                  </a:lnTo>
                  <a:lnTo>
                    <a:pt x="21590" y="17780"/>
                  </a:lnTo>
                  <a:lnTo>
                    <a:pt x="21297" y="17780"/>
                  </a:lnTo>
                  <a:lnTo>
                    <a:pt x="21297" y="19050"/>
                  </a:lnTo>
                  <a:lnTo>
                    <a:pt x="20332" y="19050"/>
                  </a:lnTo>
                  <a:lnTo>
                    <a:pt x="20332" y="17780"/>
                  </a:lnTo>
                  <a:lnTo>
                    <a:pt x="17792" y="17780"/>
                  </a:lnTo>
                  <a:lnTo>
                    <a:pt x="17792" y="19050"/>
                  </a:lnTo>
                  <a:lnTo>
                    <a:pt x="18262" y="19050"/>
                  </a:lnTo>
                  <a:lnTo>
                    <a:pt x="18262" y="21590"/>
                  </a:lnTo>
                  <a:lnTo>
                    <a:pt x="16141" y="21590"/>
                  </a:lnTo>
                  <a:lnTo>
                    <a:pt x="15125" y="21082"/>
                  </a:lnTo>
                  <a:lnTo>
                    <a:pt x="14617" y="21590"/>
                  </a:lnTo>
                  <a:lnTo>
                    <a:pt x="13957" y="21590"/>
                  </a:lnTo>
                  <a:lnTo>
                    <a:pt x="13957" y="22860"/>
                  </a:lnTo>
                  <a:lnTo>
                    <a:pt x="14592" y="22860"/>
                  </a:lnTo>
                  <a:lnTo>
                    <a:pt x="14592" y="24130"/>
                  </a:lnTo>
                  <a:lnTo>
                    <a:pt x="14947" y="24130"/>
                  </a:lnTo>
                  <a:lnTo>
                    <a:pt x="14947" y="25400"/>
                  </a:lnTo>
                  <a:lnTo>
                    <a:pt x="13296" y="25400"/>
                  </a:lnTo>
                  <a:lnTo>
                    <a:pt x="11518" y="24587"/>
                  </a:lnTo>
                  <a:lnTo>
                    <a:pt x="10591" y="25717"/>
                  </a:lnTo>
                  <a:lnTo>
                    <a:pt x="10922" y="25717"/>
                  </a:lnTo>
                  <a:lnTo>
                    <a:pt x="10922" y="27940"/>
                  </a:lnTo>
                  <a:lnTo>
                    <a:pt x="11087" y="27940"/>
                  </a:lnTo>
                  <a:lnTo>
                    <a:pt x="11087" y="29210"/>
                  </a:lnTo>
                  <a:lnTo>
                    <a:pt x="9029" y="29210"/>
                  </a:lnTo>
                  <a:lnTo>
                    <a:pt x="9029" y="27940"/>
                  </a:lnTo>
                  <a:lnTo>
                    <a:pt x="7594" y="27940"/>
                  </a:lnTo>
                  <a:lnTo>
                    <a:pt x="7594" y="29210"/>
                  </a:lnTo>
                  <a:lnTo>
                    <a:pt x="7416" y="29210"/>
                  </a:lnTo>
                  <a:lnTo>
                    <a:pt x="7416" y="31750"/>
                  </a:lnTo>
                  <a:lnTo>
                    <a:pt x="7543" y="31750"/>
                  </a:lnTo>
                  <a:lnTo>
                    <a:pt x="7543" y="33020"/>
                  </a:lnTo>
                  <a:lnTo>
                    <a:pt x="7721" y="33020"/>
                  </a:lnTo>
                  <a:lnTo>
                    <a:pt x="7721" y="35560"/>
                  </a:lnTo>
                  <a:lnTo>
                    <a:pt x="3848" y="35560"/>
                  </a:lnTo>
                  <a:lnTo>
                    <a:pt x="3848" y="36830"/>
                  </a:lnTo>
                  <a:lnTo>
                    <a:pt x="3873" y="38100"/>
                  </a:lnTo>
                  <a:lnTo>
                    <a:pt x="4038" y="38100"/>
                  </a:lnTo>
                  <a:lnTo>
                    <a:pt x="4038" y="40640"/>
                  </a:lnTo>
                  <a:lnTo>
                    <a:pt x="4102" y="44450"/>
                  </a:lnTo>
                  <a:lnTo>
                    <a:pt x="4140" y="45720"/>
                  </a:lnTo>
                  <a:lnTo>
                    <a:pt x="4152" y="46990"/>
                  </a:lnTo>
                  <a:lnTo>
                    <a:pt x="4064" y="50800"/>
                  </a:lnTo>
                  <a:lnTo>
                    <a:pt x="4152" y="52070"/>
                  </a:lnTo>
                  <a:lnTo>
                    <a:pt x="4330" y="52070"/>
                  </a:lnTo>
                  <a:lnTo>
                    <a:pt x="4330" y="53340"/>
                  </a:lnTo>
                  <a:lnTo>
                    <a:pt x="482" y="53340"/>
                  </a:lnTo>
                  <a:lnTo>
                    <a:pt x="482" y="54610"/>
                  </a:lnTo>
                  <a:lnTo>
                    <a:pt x="203" y="54610"/>
                  </a:lnTo>
                  <a:lnTo>
                    <a:pt x="203" y="58420"/>
                  </a:lnTo>
                  <a:lnTo>
                    <a:pt x="0" y="58420"/>
                  </a:lnTo>
                  <a:lnTo>
                    <a:pt x="0" y="59690"/>
                  </a:lnTo>
                  <a:lnTo>
                    <a:pt x="546" y="59690"/>
                  </a:lnTo>
                  <a:lnTo>
                    <a:pt x="546" y="60960"/>
                  </a:lnTo>
                  <a:lnTo>
                    <a:pt x="2057" y="60960"/>
                  </a:lnTo>
                  <a:lnTo>
                    <a:pt x="2057" y="59690"/>
                  </a:lnTo>
                  <a:lnTo>
                    <a:pt x="4102" y="59690"/>
                  </a:lnTo>
                  <a:lnTo>
                    <a:pt x="4102" y="60960"/>
                  </a:lnTo>
                  <a:lnTo>
                    <a:pt x="4102" y="63500"/>
                  </a:lnTo>
                  <a:lnTo>
                    <a:pt x="4203" y="66040"/>
                  </a:lnTo>
                  <a:lnTo>
                    <a:pt x="4203" y="68580"/>
                  </a:lnTo>
                  <a:lnTo>
                    <a:pt x="4025" y="68580"/>
                  </a:lnTo>
                  <a:lnTo>
                    <a:pt x="4025" y="72390"/>
                  </a:lnTo>
                  <a:lnTo>
                    <a:pt x="3708" y="72390"/>
                  </a:lnTo>
                  <a:lnTo>
                    <a:pt x="3708" y="76200"/>
                  </a:lnTo>
                  <a:lnTo>
                    <a:pt x="3683" y="77470"/>
                  </a:lnTo>
                  <a:lnTo>
                    <a:pt x="4140" y="77470"/>
                  </a:lnTo>
                  <a:lnTo>
                    <a:pt x="4140" y="78740"/>
                  </a:lnTo>
                  <a:lnTo>
                    <a:pt x="4483" y="78740"/>
                  </a:lnTo>
                  <a:lnTo>
                    <a:pt x="4483" y="77470"/>
                  </a:lnTo>
                  <a:lnTo>
                    <a:pt x="7848" y="77470"/>
                  </a:lnTo>
                  <a:lnTo>
                    <a:pt x="7848" y="78740"/>
                  </a:lnTo>
                  <a:lnTo>
                    <a:pt x="7645" y="78740"/>
                  </a:lnTo>
                  <a:lnTo>
                    <a:pt x="7645" y="80010"/>
                  </a:lnTo>
                  <a:lnTo>
                    <a:pt x="7099" y="80010"/>
                  </a:lnTo>
                  <a:lnTo>
                    <a:pt x="7099" y="81280"/>
                  </a:lnTo>
                  <a:lnTo>
                    <a:pt x="7937" y="81280"/>
                  </a:lnTo>
                  <a:lnTo>
                    <a:pt x="7937" y="82550"/>
                  </a:lnTo>
                  <a:lnTo>
                    <a:pt x="7442" y="82550"/>
                  </a:lnTo>
                  <a:lnTo>
                    <a:pt x="7442" y="83820"/>
                  </a:lnTo>
                  <a:lnTo>
                    <a:pt x="10769" y="83820"/>
                  </a:lnTo>
                  <a:lnTo>
                    <a:pt x="10769" y="84124"/>
                  </a:lnTo>
                  <a:lnTo>
                    <a:pt x="6845" y="84124"/>
                  </a:lnTo>
                  <a:lnTo>
                    <a:pt x="8115" y="85318"/>
                  </a:lnTo>
                  <a:lnTo>
                    <a:pt x="10769" y="84150"/>
                  </a:lnTo>
                  <a:lnTo>
                    <a:pt x="10769" y="85090"/>
                  </a:lnTo>
                  <a:lnTo>
                    <a:pt x="11112" y="85090"/>
                  </a:lnTo>
                  <a:lnTo>
                    <a:pt x="11112" y="87630"/>
                  </a:lnTo>
                  <a:lnTo>
                    <a:pt x="12890" y="87630"/>
                  </a:lnTo>
                  <a:lnTo>
                    <a:pt x="12890" y="88900"/>
                  </a:lnTo>
                  <a:lnTo>
                    <a:pt x="100418" y="88900"/>
                  </a:lnTo>
                  <a:lnTo>
                    <a:pt x="100418" y="87630"/>
                  </a:lnTo>
                  <a:lnTo>
                    <a:pt x="102120" y="87630"/>
                  </a:lnTo>
                  <a:lnTo>
                    <a:pt x="102120" y="85090"/>
                  </a:lnTo>
                  <a:lnTo>
                    <a:pt x="102590" y="85090"/>
                  </a:lnTo>
                  <a:lnTo>
                    <a:pt x="102590" y="83820"/>
                  </a:lnTo>
                  <a:lnTo>
                    <a:pt x="105943" y="83820"/>
                  </a:lnTo>
                  <a:lnTo>
                    <a:pt x="105943" y="82550"/>
                  </a:lnTo>
                  <a:lnTo>
                    <a:pt x="105714" y="82550"/>
                  </a:lnTo>
                  <a:lnTo>
                    <a:pt x="105714" y="81280"/>
                  </a:lnTo>
                  <a:lnTo>
                    <a:pt x="105752" y="80010"/>
                  </a:lnTo>
                  <a:lnTo>
                    <a:pt x="105587" y="80010"/>
                  </a:lnTo>
                  <a:lnTo>
                    <a:pt x="105587" y="78740"/>
                  </a:lnTo>
                  <a:lnTo>
                    <a:pt x="105435" y="78740"/>
                  </a:lnTo>
                  <a:lnTo>
                    <a:pt x="105435" y="77470"/>
                  </a:lnTo>
                  <a:lnTo>
                    <a:pt x="106083" y="77470"/>
                  </a:lnTo>
                  <a:lnTo>
                    <a:pt x="108877" y="78117"/>
                  </a:lnTo>
                  <a:lnTo>
                    <a:pt x="109143" y="78117"/>
                  </a:lnTo>
                  <a:lnTo>
                    <a:pt x="109372" y="77470"/>
                  </a:lnTo>
                  <a:lnTo>
                    <a:pt x="109601" y="77470"/>
                  </a:lnTo>
                  <a:lnTo>
                    <a:pt x="109601" y="76200"/>
                  </a:lnTo>
                  <a:lnTo>
                    <a:pt x="109562" y="72390"/>
                  </a:lnTo>
                  <a:lnTo>
                    <a:pt x="109258" y="72390"/>
                  </a:lnTo>
                  <a:lnTo>
                    <a:pt x="109258" y="68580"/>
                  </a:lnTo>
                  <a:lnTo>
                    <a:pt x="109080" y="68580"/>
                  </a:lnTo>
                  <a:lnTo>
                    <a:pt x="109080" y="66040"/>
                  </a:lnTo>
                  <a:lnTo>
                    <a:pt x="109080" y="63500"/>
                  </a:lnTo>
                  <a:lnTo>
                    <a:pt x="109181" y="60960"/>
                  </a:lnTo>
                  <a:lnTo>
                    <a:pt x="109181" y="59690"/>
                  </a:lnTo>
                  <a:lnTo>
                    <a:pt x="113284" y="59690"/>
                  </a:lnTo>
                  <a:lnTo>
                    <a:pt x="113284" y="584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15898559" y="9992435"/>
              <a:ext cx="87630" cy="25400"/>
            </a:xfrm>
            <a:custGeom>
              <a:avLst/>
              <a:gdLst/>
              <a:ahLst/>
              <a:cxnLst/>
              <a:rect l="l" t="t" r="r" b="b"/>
              <a:pathLst>
                <a:path w="87630" h="25400">
                  <a:moveTo>
                    <a:pt x="15087" y="14122"/>
                  </a:moveTo>
                  <a:lnTo>
                    <a:pt x="11442" y="14122"/>
                  </a:lnTo>
                  <a:lnTo>
                    <a:pt x="12712" y="15151"/>
                  </a:lnTo>
                  <a:lnTo>
                    <a:pt x="13055" y="15151"/>
                  </a:lnTo>
                  <a:lnTo>
                    <a:pt x="15087" y="14122"/>
                  </a:lnTo>
                  <a:close/>
                </a:path>
                <a:path w="87630" h="25400">
                  <a:moveTo>
                    <a:pt x="79387" y="10845"/>
                  </a:moveTo>
                  <a:lnTo>
                    <a:pt x="79311" y="10629"/>
                  </a:lnTo>
                  <a:lnTo>
                    <a:pt x="76009" y="10629"/>
                  </a:lnTo>
                  <a:lnTo>
                    <a:pt x="78079" y="11709"/>
                  </a:lnTo>
                  <a:lnTo>
                    <a:pt x="79387" y="10845"/>
                  </a:lnTo>
                  <a:close/>
                </a:path>
                <a:path w="87630" h="25400">
                  <a:moveTo>
                    <a:pt x="87528" y="0"/>
                  </a:moveTo>
                  <a:lnTo>
                    <a:pt x="85890" y="0"/>
                  </a:lnTo>
                  <a:lnTo>
                    <a:pt x="161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612" y="1270"/>
                  </a:lnTo>
                  <a:lnTo>
                    <a:pt x="1625" y="3810"/>
                  </a:lnTo>
                  <a:lnTo>
                    <a:pt x="2819" y="3810"/>
                  </a:lnTo>
                  <a:lnTo>
                    <a:pt x="2819" y="5080"/>
                  </a:lnTo>
                  <a:lnTo>
                    <a:pt x="4953" y="5080"/>
                  </a:lnTo>
                  <a:lnTo>
                    <a:pt x="4953" y="7620"/>
                  </a:lnTo>
                  <a:lnTo>
                    <a:pt x="8953" y="7620"/>
                  </a:lnTo>
                  <a:lnTo>
                    <a:pt x="8953" y="10160"/>
                  </a:lnTo>
                  <a:lnTo>
                    <a:pt x="8255" y="10160"/>
                  </a:lnTo>
                  <a:lnTo>
                    <a:pt x="8255" y="11430"/>
                  </a:lnTo>
                  <a:lnTo>
                    <a:pt x="11264" y="11430"/>
                  </a:lnTo>
                  <a:lnTo>
                    <a:pt x="11264" y="10160"/>
                  </a:lnTo>
                  <a:lnTo>
                    <a:pt x="11760" y="10160"/>
                  </a:lnTo>
                  <a:lnTo>
                    <a:pt x="11760" y="11430"/>
                  </a:lnTo>
                  <a:lnTo>
                    <a:pt x="12255" y="11430"/>
                  </a:lnTo>
                  <a:lnTo>
                    <a:pt x="12255" y="13970"/>
                  </a:lnTo>
                  <a:lnTo>
                    <a:pt x="15582" y="13970"/>
                  </a:lnTo>
                  <a:lnTo>
                    <a:pt x="15582" y="15240"/>
                  </a:lnTo>
                  <a:lnTo>
                    <a:pt x="15671" y="17780"/>
                  </a:lnTo>
                  <a:lnTo>
                    <a:pt x="16027" y="17780"/>
                  </a:lnTo>
                  <a:lnTo>
                    <a:pt x="16027" y="19050"/>
                  </a:lnTo>
                  <a:lnTo>
                    <a:pt x="17284" y="19050"/>
                  </a:lnTo>
                  <a:lnTo>
                    <a:pt x="17284" y="17780"/>
                  </a:lnTo>
                  <a:lnTo>
                    <a:pt x="22885" y="17780"/>
                  </a:lnTo>
                  <a:lnTo>
                    <a:pt x="22885" y="19050"/>
                  </a:lnTo>
                  <a:lnTo>
                    <a:pt x="22618" y="19050"/>
                  </a:lnTo>
                  <a:lnTo>
                    <a:pt x="22618" y="21501"/>
                  </a:lnTo>
                  <a:lnTo>
                    <a:pt x="22034" y="21501"/>
                  </a:lnTo>
                  <a:lnTo>
                    <a:pt x="23126" y="21882"/>
                  </a:lnTo>
                  <a:lnTo>
                    <a:pt x="24472" y="21882"/>
                  </a:lnTo>
                  <a:lnTo>
                    <a:pt x="25273" y="21742"/>
                  </a:lnTo>
                  <a:lnTo>
                    <a:pt x="28498" y="21742"/>
                  </a:lnTo>
                  <a:lnTo>
                    <a:pt x="30035" y="21590"/>
                  </a:lnTo>
                  <a:lnTo>
                    <a:pt x="40563" y="21590"/>
                  </a:lnTo>
                  <a:lnTo>
                    <a:pt x="40563" y="22860"/>
                  </a:lnTo>
                  <a:lnTo>
                    <a:pt x="40068" y="22860"/>
                  </a:lnTo>
                  <a:lnTo>
                    <a:pt x="40068" y="25400"/>
                  </a:lnTo>
                  <a:lnTo>
                    <a:pt x="47523" y="25400"/>
                  </a:lnTo>
                  <a:lnTo>
                    <a:pt x="47523" y="22860"/>
                  </a:lnTo>
                  <a:lnTo>
                    <a:pt x="46761" y="22860"/>
                  </a:lnTo>
                  <a:lnTo>
                    <a:pt x="46761" y="21590"/>
                  </a:lnTo>
                  <a:lnTo>
                    <a:pt x="48869" y="21590"/>
                  </a:lnTo>
                  <a:lnTo>
                    <a:pt x="50152" y="21882"/>
                  </a:lnTo>
                  <a:lnTo>
                    <a:pt x="51396" y="21590"/>
                  </a:lnTo>
                  <a:lnTo>
                    <a:pt x="62230" y="21590"/>
                  </a:lnTo>
                  <a:lnTo>
                    <a:pt x="62230" y="22860"/>
                  </a:lnTo>
                  <a:lnTo>
                    <a:pt x="63411" y="22860"/>
                  </a:lnTo>
                  <a:lnTo>
                    <a:pt x="63411" y="21590"/>
                  </a:lnTo>
                  <a:lnTo>
                    <a:pt x="64884" y="21590"/>
                  </a:lnTo>
                  <a:lnTo>
                    <a:pt x="64884" y="19050"/>
                  </a:lnTo>
                  <a:lnTo>
                    <a:pt x="64604" y="19050"/>
                  </a:lnTo>
                  <a:lnTo>
                    <a:pt x="64604" y="17780"/>
                  </a:lnTo>
                  <a:lnTo>
                    <a:pt x="65671" y="17780"/>
                  </a:lnTo>
                  <a:lnTo>
                    <a:pt x="67297" y="18554"/>
                  </a:lnTo>
                  <a:lnTo>
                    <a:pt x="67818" y="18554"/>
                  </a:lnTo>
                  <a:lnTo>
                    <a:pt x="68961" y="17780"/>
                  </a:lnTo>
                  <a:lnTo>
                    <a:pt x="70675" y="18554"/>
                  </a:lnTo>
                  <a:lnTo>
                    <a:pt x="71488" y="18554"/>
                  </a:lnTo>
                  <a:lnTo>
                    <a:pt x="72390" y="17640"/>
                  </a:lnTo>
                  <a:lnTo>
                    <a:pt x="71831" y="17640"/>
                  </a:lnTo>
                  <a:lnTo>
                    <a:pt x="71831" y="15240"/>
                  </a:lnTo>
                  <a:lnTo>
                    <a:pt x="71970" y="15240"/>
                  </a:lnTo>
                  <a:lnTo>
                    <a:pt x="71970" y="13970"/>
                  </a:lnTo>
                  <a:lnTo>
                    <a:pt x="73291" y="13970"/>
                  </a:lnTo>
                  <a:lnTo>
                    <a:pt x="73291" y="15240"/>
                  </a:lnTo>
                  <a:lnTo>
                    <a:pt x="75399" y="15240"/>
                  </a:lnTo>
                  <a:lnTo>
                    <a:pt x="75399" y="13970"/>
                  </a:lnTo>
                  <a:lnTo>
                    <a:pt x="75196" y="13970"/>
                  </a:lnTo>
                  <a:lnTo>
                    <a:pt x="75196" y="11430"/>
                  </a:lnTo>
                  <a:lnTo>
                    <a:pt x="75819" y="11430"/>
                  </a:lnTo>
                  <a:lnTo>
                    <a:pt x="75819" y="10160"/>
                  </a:lnTo>
                  <a:lnTo>
                    <a:pt x="78613" y="10160"/>
                  </a:lnTo>
                  <a:lnTo>
                    <a:pt x="78613" y="7620"/>
                  </a:lnTo>
                  <a:lnTo>
                    <a:pt x="80403" y="7620"/>
                  </a:lnTo>
                  <a:lnTo>
                    <a:pt x="81559" y="8191"/>
                  </a:lnTo>
                  <a:lnTo>
                    <a:pt x="81851" y="8191"/>
                  </a:lnTo>
                  <a:lnTo>
                    <a:pt x="82423" y="7620"/>
                  </a:lnTo>
                  <a:lnTo>
                    <a:pt x="82550" y="7620"/>
                  </a:lnTo>
                  <a:lnTo>
                    <a:pt x="82550" y="7493"/>
                  </a:lnTo>
                  <a:lnTo>
                    <a:pt x="82918" y="7124"/>
                  </a:lnTo>
                  <a:lnTo>
                    <a:pt x="82550" y="7124"/>
                  </a:lnTo>
                  <a:lnTo>
                    <a:pt x="82550" y="5080"/>
                  </a:lnTo>
                  <a:lnTo>
                    <a:pt x="84632" y="5080"/>
                  </a:lnTo>
                  <a:lnTo>
                    <a:pt x="84632" y="3810"/>
                  </a:lnTo>
                  <a:lnTo>
                    <a:pt x="85915" y="3810"/>
                  </a:lnTo>
                  <a:lnTo>
                    <a:pt x="85915" y="1270"/>
                  </a:lnTo>
                  <a:lnTo>
                    <a:pt x="87528" y="1270"/>
                  </a:lnTo>
                  <a:lnTo>
                    <a:pt x="87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2" name="object 322"/>
          <p:cNvSpPr/>
          <p:nvPr/>
        </p:nvSpPr>
        <p:spPr>
          <a:xfrm>
            <a:off x="15685661" y="9915397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09">
                <a:moveTo>
                  <a:pt x="61721" y="92294"/>
                </a:moveTo>
                <a:lnTo>
                  <a:pt x="58754" y="91753"/>
                </a:lnTo>
                <a:lnTo>
                  <a:pt x="33583" y="91753"/>
                </a:lnTo>
                <a:lnTo>
                  <a:pt x="30586" y="92308"/>
                </a:lnTo>
                <a:lnTo>
                  <a:pt x="28284" y="91658"/>
                </a:lnTo>
                <a:lnTo>
                  <a:pt x="28913" y="88537"/>
                </a:lnTo>
                <a:lnTo>
                  <a:pt x="28291" y="87916"/>
                </a:lnTo>
                <a:lnTo>
                  <a:pt x="25624" y="88274"/>
                </a:lnTo>
                <a:lnTo>
                  <a:pt x="24403" y="88208"/>
                </a:lnTo>
                <a:lnTo>
                  <a:pt x="22181" y="88617"/>
                </a:lnTo>
                <a:lnTo>
                  <a:pt x="21048" y="87879"/>
                </a:lnTo>
                <a:lnTo>
                  <a:pt x="22086" y="85219"/>
                </a:lnTo>
                <a:lnTo>
                  <a:pt x="21114" y="84247"/>
                </a:lnTo>
                <a:lnTo>
                  <a:pt x="18469" y="85299"/>
                </a:lnTo>
                <a:lnTo>
                  <a:pt x="17825" y="84334"/>
                </a:lnTo>
                <a:lnTo>
                  <a:pt x="18483" y="81396"/>
                </a:lnTo>
                <a:lnTo>
                  <a:pt x="17350" y="80892"/>
                </a:lnTo>
                <a:lnTo>
                  <a:pt x="15421" y="81228"/>
                </a:lnTo>
                <a:lnTo>
                  <a:pt x="14105" y="81228"/>
                </a:lnTo>
                <a:lnTo>
                  <a:pt x="11386" y="81535"/>
                </a:lnTo>
                <a:lnTo>
                  <a:pt x="9983" y="80132"/>
                </a:lnTo>
                <a:lnTo>
                  <a:pt x="12263" y="75184"/>
                </a:lnTo>
                <a:lnTo>
                  <a:pt x="10429" y="73678"/>
                </a:lnTo>
                <a:lnTo>
                  <a:pt x="8141" y="74811"/>
                </a:lnTo>
                <a:lnTo>
                  <a:pt x="6994" y="73605"/>
                </a:lnTo>
                <a:lnTo>
                  <a:pt x="8163" y="71296"/>
                </a:lnTo>
                <a:lnTo>
                  <a:pt x="7096" y="70229"/>
                </a:lnTo>
                <a:lnTo>
                  <a:pt x="4414" y="71252"/>
                </a:lnTo>
                <a:lnTo>
                  <a:pt x="3245" y="69425"/>
                </a:lnTo>
                <a:lnTo>
                  <a:pt x="5181" y="64608"/>
                </a:lnTo>
                <a:lnTo>
                  <a:pt x="3756" y="63439"/>
                </a:lnTo>
                <a:lnTo>
                  <a:pt x="643" y="63994"/>
                </a:lnTo>
                <a:lnTo>
                  <a:pt x="0" y="61721"/>
                </a:lnTo>
                <a:lnTo>
                  <a:pt x="555" y="58718"/>
                </a:lnTo>
                <a:lnTo>
                  <a:pt x="555" y="33561"/>
                </a:lnTo>
                <a:lnTo>
                  <a:pt x="14" y="30587"/>
                </a:lnTo>
                <a:lnTo>
                  <a:pt x="643" y="28277"/>
                </a:lnTo>
                <a:lnTo>
                  <a:pt x="3778" y="28891"/>
                </a:lnTo>
                <a:lnTo>
                  <a:pt x="4648" y="28022"/>
                </a:lnTo>
                <a:lnTo>
                  <a:pt x="3595" y="25800"/>
                </a:lnTo>
                <a:lnTo>
                  <a:pt x="4531" y="24396"/>
                </a:lnTo>
                <a:lnTo>
                  <a:pt x="3478" y="22175"/>
                </a:lnTo>
                <a:lnTo>
                  <a:pt x="4531" y="21122"/>
                </a:lnTo>
                <a:lnTo>
                  <a:pt x="7235" y="22138"/>
                </a:lnTo>
                <a:lnTo>
                  <a:pt x="8010" y="20881"/>
                </a:lnTo>
                <a:lnTo>
                  <a:pt x="6994" y="18659"/>
                </a:lnTo>
                <a:lnTo>
                  <a:pt x="7937" y="17716"/>
                </a:lnTo>
                <a:lnTo>
                  <a:pt x="10889" y="18520"/>
                </a:lnTo>
                <a:lnTo>
                  <a:pt x="11686" y="16671"/>
                </a:lnTo>
                <a:lnTo>
                  <a:pt x="10027" y="12081"/>
                </a:lnTo>
                <a:lnTo>
                  <a:pt x="12190" y="9991"/>
                </a:lnTo>
                <a:lnTo>
                  <a:pt x="16612" y="11701"/>
                </a:lnTo>
                <a:lnTo>
                  <a:pt x="18534" y="10875"/>
                </a:lnTo>
                <a:lnTo>
                  <a:pt x="17730" y="7923"/>
                </a:lnTo>
                <a:lnTo>
                  <a:pt x="18658" y="7002"/>
                </a:lnTo>
                <a:lnTo>
                  <a:pt x="20895" y="7952"/>
                </a:lnTo>
                <a:lnTo>
                  <a:pt x="22123" y="7272"/>
                </a:lnTo>
                <a:lnTo>
                  <a:pt x="21165" y="4487"/>
                </a:lnTo>
                <a:lnTo>
                  <a:pt x="21933" y="3720"/>
                </a:lnTo>
                <a:lnTo>
                  <a:pt x="24600" y="4071"/>
                </a:lnTo>
                <a:lnTo>
                  <a:pt x="26062" y="3976"/>
                </a:lnTo>
                <a:lnTo>
                  <a:pt x="27670" y="4341"/>
                </a:lnTo>
                <a:lnTo>
                  <a:pt x="28620" y="4049"/>
                </a:lnTo>
                <a:lnTo>
                  <a:pt x="28993" y="3924"/>
                </a:lnTo>
                <a:lnTo>
                  <a:pt x="28306" y="855"/>
                </a:lnTo>
                <a:lnTo>
                  <a:pt x="29000" y="160"/>
                </a:lnTo>
                <a:lnTo>
                  <a:pt x="31551" y="628"/>
                </a:lnTo>
                <a:lnTo>
                  <a:pt x="35417" y="29"/>
                </a:lnTo>
                <a:lnTo>
                  <a:pt x="39320" y="540"/>
                </a:lnTo>
                <a:lnTo>
                  <a:pt x="58754" y="540"/>
                </a:lnTo>
                <a:lnTo>
                  <a:pt x="61721" y="0"/>
                </a:lnTo>
                <a:lnTo>
                  <a:pt x="64030" y="628"/>
                </a:lnTo>
                <a:lnTo>
                  <a:pt x="63417" y="3764"/>
                </a:lnTo>
                <a:lnTo>
                  <a:pt x="64286" y="4633"/>
                </a:lnTo>
                <a:lnTo>
                  <a:pt x="66508" y="3581"/>
                </a:lnTo>
                <a:lnTo>
                  <a:pt x="67911" y="4516"/>
                </a:lnTo>
                <a:lnTo>
                  <a:pt x="70133" y="3464"/>
                </a:lnTo>
                <a:lnTo>
                  <a:pt x="71186" y="4516"/>
                </a:lnTo>
                <a:lnTo>
                  <a:pt x="70170" y="7220"/>
                </a:lnTo>
                <a:lnTo>
                  <a:pt x="71427" y="7995"/>
                </a:lnTo>
                <a:lnTo>
                  <a:pt x="73649" y="6979"/>
                </a:lnTo>
                <a:lnTo>
                  <a:pt x="74592" y="7922"/>
                </a:lnTo>
                <a:lnTo>
                  <a:pt x="73780" y="10875"/>
                </a:lnTo>
                <a:lnTo>
                  <a:pt x="75673" y="11686"/>
                </a:lnTo>
                <a:lnTo>
                  <a:pt x="80175" y="9998"/>
                </a:lnTo>
                <a:lnTo>
                  <a:pt x="82309" y="12132"/>
                </a:lnTo>
                <a:lnTo>
                  <a:pt x="80621" y="16634"/>
                </a:lnTo>
                <a:lnTo>
                  <a:pt x="81432" y="18520"/>
                </a:lnTo>
                <a:lnTo>
                  <a:pt x="84385" y="17716"/>
                </a:lnTo>
                <a:lnTo>
                  <a:pt x="85328" y="18659"/>
                </a:lnTo>
                <a:lnTo>
                  <a:pt x="84312" y="20880"/>
                </a:lnTo>
                <a:lnTo>
                  <a:pt x="85087" y="22138"/>
                </a:lnTo>
                <a:lnTo>
                  <a:pt x="87791" y="21122"/>
                </a:lnTo>
                <a:lnTo>
                  <a:pt x="88843" y="22174"/>
                </a:lnTo>
                <a:lnTo>
                  <a:pt x="87791" y="24396"/>
                </a:lnTo>
                <a:lnTo>
                  <a:pt x="88726" y="25799"/>
                </a:lnTo>
                <a:lnTo>
                  <a:pt x="87674" y="28021"/>
                </a:lnTo>
                <a:lnTo>
                  <a:pt x="88544" y="28891"/>
                </a:lnTo>
                <a:lnTo>
                  <a:pt x="91679" y="28277"/>
                </a:lnTo>
                <a:lnTo>
                  <a:pt x="92308" y="30587"/>
                </a:lnTo>
                <a:lnTo>
                  <a:pt x="91767" y="33561"/>
                </a:lnTo>
                <a:lnTo>
                  <a:pt x="91767" y="58725"/>
                </a:lnTo>
                <a:lnTo>
                  <a:pt x="92315" y="61721"/>
                </a:lnTo>
                <a:lnTo>
                  <a:pt x="91672" y="64016"/>
                </a:lnTo>
                <a:lnTo>
                  <a:pt x="88551" y="63395"/>
                </a:lnTo>
                <a:lnTo>
                  <a:pt x="87930" y="64016"/>
                </a:lnTo>
                <a:lnTo>
                  <a:pt x="88281" y="66684"/>
                </a:lnTo>
                <a:lnTo>
                  <a:pt x="88222" y="67904"/>
                </a:lnTo>
                <a:lnTo>
                  <a:pt x="88631" y="70126"/>
                </a:lnTo>
                <a:lnTo>
                  <a:pt x="87893" y="71259"/>
                </a:lnTo>
                <a:lnTo>
                  <a:pt x="85233" y="70221"/>
                </a:lnTo>
                <a:lnTo>
                  <a:pt x="84261" y="71193"/>
                </a:lnTo>
                <a:lnTo>
                  <a:pt x="85313" y="73839"/>
                </a:lnTo>
                <a:lnTo>
                  <a:pt x="84349" y="74475"/>
                </a:lnTo>
                <a:lnTo>
                  <a:pt x="81410" y="73824"/>
                </a:lnTo>
                <a:lnTo>
                  <a:pt x="80585" y="75666"/>
                </a:lnTo>
                <a:lnTo>
                  <a:pt x="82324" y="80147"/>
                </a:lnTo>
                <a:lnTo>
                  <a:pt x="80146" y="82324"/>
                </a:lnTo>
                <a:lnTo>
                  <a:pt x="75191" y="80044"/>
                </a:lnTo>
                <a:lnTo>
                  <a:pt x="73693" y="81878"/>
                </a:lnTo>
                <a:lnTo>
                  <a:pt x="74825" y="84159"/>
                </a:lnTo>
                <a:lnTo>
                  <a:pt x="73619" y="85314"/>
                </a:lnTo>
                <a:lnTo>
                  <a:pt x="71310" y="84144"/>
                </a:lnTo>
                <a:lnTo>
                  <a:pt x="70243" y="85211"/>
                </a:lnTo>
                <a:lnTo>
                  <a:pt x="71266" y="87894"/>
                </a:lnTo>
                <a:lnTo>
                  <a:pt x="69439" y="89056"/>
                </a:lnTo>
                <a:lnTo>
                  <a:pt x="64623" y="87126"/>
                </a:lnTo>
                <a:lnTo>
                  <a:pt x="63460" y="88544"/>
                </a:lnTo>
                <a:lnTo>
                  <a:pt x="64009" y="91672"/>
                </a:lnTo>
                <a:lnTo>
                  <a:pt x="61721" y="922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3" name="object 323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278870" y="9929203"/>
            <a:ext cx="64008" cy="64389"/>
          </a:xfrm>
          <a:prstGeom prst="rect">
            <a:avLst/>
          </a:prstGeom>
        </p:spPr>
      </p:pic>
      <p:pic>
        <p:nvPicPr>
          <p:cNvPr id="324" name="object 324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5481948" y="9922523"/>
            <a:ext cx="78736" cy="78378"/>
          </a:xfrm>
          <a:prstGeom prst="rect">
            <a:avLst/>
          </a:prstGeom>
        </p:spPr>
      </p:pic>
      <p:sp>
        <p:nvSpPr>
          <p:cNvPr id="325" name="object 325"/>
          <p:cNvSpPr/>
          <p:nvPr/>
        </p:nvSpPr>
        <p:spPr>
          <a:xfrm>
            <a:off x="15078994" y="994018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18300" y="42953"/>
                </a:moveTo>
                <a:lnTo>
                  <a:pt x="17606" y="42098"/>
                </a:lnTo>
                <a:lnTo>
                  <a:pt x="18147" y="38970"/>
                </a:lnTo>
                <a:lnTo>
                  <a:pt x="15867" y="38348"/>
                </a:lnTo>
                <a:lnTo>
                  <a:pt x="12899" y="38889"/>
                </a:lnTo>
                <a:lnTo>
                  <a:pt x="10122" y="38889"/>
                </a:lnTo>
                <a:lnTo>
                  <a:pt x="7915" y="39240"/>
                </a:lnTo>
                <a:lnTo>
                  <a:pt x="6811" y="38582"/>
                </a:lnTo>
                <a:lnTo>
                  <a:pt x="7732" y="35856"/>
                </a:lnTo>
                <a:lnTo>
                  <a:pt x="7323" y="35381"/>
                </a:lnTo>
                <a:lnTo>
                  <a:pt x="6848" y="34971"/>
                </a:lnTo>
                <a:lnTo>
                  <a:pt x="4114" y="35892"/>
                </a:lnTo>
                <a:lnTo>
                  <a:pt x="2864" y="33765"/>
                </a:lnTo>
                <a:lnTo>
                  <a:pt x="4275" y="30214"/>
                </a:lnTo>
                <a:lnTo>
                  <a:pt x="3661" y="27736"/>
                </a:lnTo>
                <a:lnTo>
                  <a:pt x="4246" y="25288"/>
                </a:lnTo>
                <a:lnTo>
                  <a:pt x="3486" y="24527"/>
                </a:lnTo>
                <a:lnTo>
                  <a:pt x="445" y="25251"/>
                </a:lnTo>
                <a:lnTo>
                  <a:pt x="0" y="23994"/>
                </a:lnTo>
                <a:lnTo>
                  <a:pt x="306" y="22276"/>
                </a:lnTo>
                <a:lnTo>
                  <a:pt x="306" y="20223"/>
                </a:lnTo>
                <a:lnTo>
                  <a:pt x="168" y="18966"/>
                </a:lnTo>
                <a:lnTo>
                  <a:pt x="336" y="17613"/>
                </a:lnTo>
                <a:lnTo>
                  <a:pt x="3712" y="18103"/>
                </a:lnTo>
                <a:lnTo>
                  <a:pt x="4611" y="15852"/>
                </a:lnTo>
                <a:lnTo>
                  <a:pt x="3288" y="12929"/>
                </a:lnTo>
                <a:lnTo>
                  <a:pt x="3968" y="10210"/>
                </a:lnTo>
                <a:lnTo>
                  <a:pt x="3383" y="7754"/>
                </a:lnTo>
                <a:lnTo>
                  <a:pt x="4399" y="6738"/>
                </a:lnTo>
                <a:lnTo>
                  <a:pt x="6621" y="7791"/>
                </a:lnTo>
                <a:lnTo>
                  <a:pt x="7323" y="7323"/>
                </a:lnTo>
                <a:lnTo>
                  <a:pt x="7732" y="6848"/>
                </a:lnTo>
                <a:lnTo>
                  <a:pt x="6811" y="4114"/>
                </a:lnTo>
                <a:lnTo>
                  <a:pt x="8938" y="2864"/>
                </a:lnTo>
                <a:lnTo>
                  <a:pt x="12490" y="4275"/>
                </a:lnTo>
                <a:lnTo>
                  <a:pt x="14960" y="3661"/>
                </a:lnTo>
                <a:lnTo>
                  <a:pt x="17416" y="4246"/>
                </a:lnTo>
                <a:lnTo>
                  <a:pt x="18176" y="3486"/>
                </a:lnTo>
                <a:lnTo>
                  <a:pt x="17460" y="445"/>
                </a:lnTo>
                <a:lnTo>
                  <a:pt x="18717" y="0"/>
                </a:lnTo>
                <a:lnTo>
                  <a:pt x="20427" y="306"/>
                </a:lnTo>
                <a:lnTo>
                  <a:pt x="22488" y="306"/>
                </a:lnTo>
                <a:lnTo>
                  <a:pt x="23738" y="167"/>
                </a:lnTo>
                <a:lnTo>
                  <a:pt x="25097" y="336"/>
                </a:lnTo>
                <a:lnTo>
                  <a:pt x="24615" y="3712"/>
                </a:lnTo>
                <a:lnTo>
                  <a:pt x="26859" y="4611"/>
                </a:lnTo>
                <a:lnTo>
                  <a:pt x="29782" y="3288"/>
                </a:lnTo>
                <a:lnTo>
                  <a:pt x="32501" y="3968"/>
                </a:lnTo>
                <a:lnTo>
                  <a:pt x="34957" y="3383"/>
                </a:lnTo>
                <a:lnTo>
                  <a:pt x="35973" y="4399"/>
                </a:lnTo>
                <a:lnTo>
                  <a:pt x="34920" y="6621"/>
                </a:lnTo>
                <a:lnTo>
                  <a:pt x="35388" y="7323"/>
                </a:lnTo>
                <a:lnTo>
                  <a:pt x="38896" y="7323"/>
                </a:lnTo>
                <a:lnTo>
                  <a:pt x="39320" y="9559"/>
                </a:lnTo>
                <a:lnTo>
                  <a:pt x="38348" y="12139"/>
                </a:lnTo>
                <a:lnTo>
                  <a:pt x="39049" y="14960"/>
                </a:lnTo>
                <a:lnTo>
                  <a:pt x="38465" y="17416"/>
                </a:lnTo>
                <a:lnTo>
                  <a:pt x="39225" y="18176"/>
                </a:lnTo>
                <a:lnTo>
                  <a:pt x="42265" y="17460"/>
                </a:lnTo>
                <a:lnTo>
                  <a:pt x="42711" y="18717"/>
                </a:lnTo>
                <a:lnTo>
                  <a:pt x="42404" y="20435"/>
                </a:lnTo>
                <a:lnTo>
                  <a:pt x="42404" y="22488"/>
                </a:lnTo>
                <a:lnTo>
                  <a:pt x="42543" y="23738"/>
                </a:lnTo>
                <a:lnTo>
                  <a:pt x="42375" y="25090"/>
                </a:lnTo>
                <a:lnTo>
                  <a:pt x="38998" y="24608"/>
                </a:lnTo>
                <a:lnTo>
                  <a:pt x="38099" y="26852"/>
                </a:lnTo>
                <a:lnTo>
                  <a:pt x="39422" y="29775"/>
                </a:lnTo>
                <a:lnTo>
                  <a:pt x="38742" y="32494"/>
                </a:lnTo>
                <a:lnTo>
                  <a:pt x="39327" y="34957"/>
                </a:lnTo>
                <a:lnTo>
                  <a:pt x="38311" y="35965"/>
                </a:lnTo>
                <a:lnTo>
                  <a:pt x="36089" y="34913"/>
                </a:lnTo>
                <a:lnTo>
                  <a:pt x="35388" y="35381"/>
                </a:lnTo>
                <a:lnTo>
                  <a:pt x="34979" y="35849"/>
                </a:lnTo>
                <a:lnTo>
                  <a:pt x="35899" y="38589"/>
                </a:lnTo>
                <a:lnTo>
                  <a:pt x="33773" y="39839"/>
                </a:lnTo>
                <a:lnTo>
                  <a:pt x="30221" y="38429"/>
                </a:lnTo>
                <a:lnTo>
                  <a:pt x="27750" y="39042"/>
                </a:lnTo>
                <a:lnTo>
                  <a:pt x="25295" y="38458"/>
                </a:lnTo>
                <a:lnTo>
                  <a:pt x="24666" y="39086"/>
                </a:lnTo>
                <a:lnTo>
                  <a:pt x="25061" y="42383"/>
                </a:lnTo>
                <a:lnTo>
                  <a:pt x="18300" y="42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14881697" y="9953380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48" y="2031"/>
                </a:moveTo>
                <a:lnTo>
                  <a:pt x="5919" y="2031"/>
                </a:lnTo>
                <a:lnTo>
                  <a:pt x="10736" y="0"/>
                </a:lnTo>
                <a:lnTo>
                  <a:pt x="12241" y="1849"/>
                </a:lnTo>
                <a:lnTo>
                  <a:pt x="12148" y="2031"/>
                </a:lnTo>
                <a:close/>
              </a:path>
              <a:path w="15875" h="15875">
                <a:moveTo>
                  <a:pt x="1849" y="12249"/>
                </a:moveTo>
                <a:lnTo>
                  <a:pt x="0" y="10736"/>
                </a:lnTo>
                <a:lnTo>
                  <a:pt x="2024" y="5920"/>
                </a:lnTo>
                <a:lnTo>
                  <a:pt x="1147" y="4655"/>
                </a:lnTo>
                <a:lnTo>
                  <a:pt x="4655" y="4655"/>
                </a:lnTo>
                <a:lnTo>
                  <a:pt x="4655" y="1147"/>
                </a:lnTo>
                <a:lnTo>
                  <a:pt x="5919" y="2031"/>
                </a:lnTo>
                <a:lnTo>
                  <a:pt x="12148" y="2031"/>
                </a:lnTo>
                <a:lnTo>
                  <a:pt x="11211" y="3866"/>
                </a:lnTo>
                <a:lnTo>
                  <a:pt x="11671" y="4655"/>
                </a:lnTo>
                <a:lnTo>
                  <a:pt x="12461" y="5116"/>
                </a:lnTo>
                <a:lnTo>
                  <a:pt x="15429" y="5116"/>
                </a:lnTo>
                <a:lnTo>
                  <a:pt x="15442" y="11211"/>
                </a:lnTo>
                <a:lnTo>
                  <a:pt x="3872" y="11211"/>
                </a:lnTo>
                <a:lnTo>
                  <a:pt x="1849" y="12249"/>
                </a:lnTo>
                <a:close/>
              </a:path>
              <a:path w="15875" h="15875">
                <a:moveTo>
                  <a:pt x="15429" y="5116"/>
                </a:moveTo>
                <a:lnTo>
                  <a:pt x="12461" y="5116"/>
                </a:lnTo>
                <a:lnTo>
                  <a:pt x="14478" y="4085"/>
                </a:lnTo>
                <a:lnTo>
                  <a:pt x="15428" y="4860"/>
                </a:lnTo>
                <a:lnTo>
                  <a:pt x="15429" y="5116"/>
                </a:lnTo>
                <a:close/>
              </a:path>
              <a:path w="15875" h="15875">
                <a:moveTo>
                  <a:pt x="11401" y="15428"/>
                </a:moveTo>
                <a:lnTo>
                  <a:pt x="4860" y="15428"/>
                </a:lnTo>
                <a:lnTo>
                  <a:pt x="4198" y="14624"/>
                </a:lnTo>
                <a:lnTo>
                  <a:pt x="4078" y="14478"/>
                </a:lnTo>
                <a:lnTo>
                  <a:pt x="5216" y="12249"/>
                </a:lnTo>
                <a:lnTo>
                  <a:pt x="4987" y="12249"/>
                </a:lnTo>
                <a:lnTo>
                  <a:pt x="4655" y="11672"/>
                </a:lnTo>
                <a:lnTo>
                  <a:pt x="3846" y="11211"/>
                </a:lnTo>
                <a:lnTo>
                  <a:pt x="12351" y="11211"/>
                </a:lnTo>
                <a:lnTo>
                  <a:pt x="11671" y="11672"/>
                </a:lnTo>
                <a:lnTo>
                  <a:pt x="11274" y="12249"/>
                </a:lnTo>
                <a:lnTo>
                  <a:pt x="12188" y="14478"/>
                </a:lnTo>
                <a:lnTo>
                  <a:pt x="12256" y="14624"/>
                </a:lnTo>
                <a:lnTo>
                  <a:pt x="11401" y="15428"/>
                </a:lnTo>
                <a:close/>
              </a:path>
              <a:path w="15875" h="15875">
                <a:moveTo>
                  <a:pt x="14631" y="12249"/>
                </a:moveTo>
                <a:lnTo>
                  <a:pt x="12351" y="11211"/>
                </a:lnTo>
                <a:lnTo>
                  <a:pt x="15442" y="11211"/>
                </a:lnTo>
                <a:lnTo>
                  <a:pt x="15443" y="11401"/>
                </a:lnTo>
                <a:lnTo>
                  <a:pt x="14631" y="122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16397858" y="9996172"/>
            <a:ext cx="141605" cy="141605"/>
          </a:xfrm>
          <a:custGeom>
            <a:avLst/>
            <a:gdLst/>
            <a:ahLst/>
            <a:cxnLst/>
            <a:rect l="l" t="t" r="r" b="b"/>
            <a:pathLst>
              <a:path w="141605" h="141604">
                <a:moveTo>
                  <a:pt x="75658" y="141270"/>
                </a:moveTo>
                <a:lnTo>
                  <a:pt x="72779" y="140766"/>
                </a:lnTo>
                <a:lnTo>
                  <a:pt x="68569" y="140766"/>
                </a:lnTo>
                <a:lnTo>
                  <a:pt x="65689" y="141270"/>
                </a:lnTo>
                <a:lnTo>
                  <a:pt x="63036" y="140612"/>
                </a:lnTo>
                <a:lnTo>
                  <a:pt x="60580" y="141197"/>
                </a:lnTo>
                <a:lnTo>
                  <a:pt x="59901" y="140517"/>
                </a:lnTo>
                <a:lnTo>
                  <a:pt x="60427" y="137309"/>
                </a:lnTo>
                <a:lnTo>
                  <a:pt x="58015" y="136826"/>
                </a:lnTo>
                <a:lnTo>
                  <a:pt x="55318" y="137257"/>
                </a:lnTo>
                <a:lnTo>
                  <a:pt x="51247" y="137257"/>
                </a:lnTo>
                <a:lnTo>
                  <a:pt x="47871" y="137908"/>
                </a:lnTo>
                <a:lnTo>
                  <a:pt x="45715" y="137104"/>
                </a:lnTo>
                <a:lnTo>
                  <a:pt x="46453" y="134085"/>
                </a:lnTo>
                <a:lnTo>
                  <a:pt x="45788" y="133420"/>
                </a:lnTo>
                <a:lnTo>
                  <a:pt x="43120" y="133778"/>
                </a:lnTo>
                <a:lnTo>
                  <a:pt x="41746" y="133705"/>
                </a:lnTo>
                <a:lnTo>
                  <a:pt x="39868" y="134122"/>
                </a:lnTo>
                <a:lnTo>
                  <a:pt x="38633" y="133537"/>
                </a:lnTo>
                <a:lnTo>
                  <a:pt x="39495" y="130636"/>
                </a:lnTo>
                <a:lnTo>
                  <a:pt x="38771" y="129919"/>
                </a:lnTo>
                <a:lnTo>
                  <a:pt x="36104" y="130277"/>
                </a:lnTo>
                <a:lnTo>
                  <a:pt x="34913" y="130212"/>
                </a:lnTo>
                <a:lnTo>
                  <a:pt x="32632" y="130621"/>
                </a:lnTo>
                <a:lnTo>
                  <a:pt x="31514" y="129861"/>
                </a:lnTo>
                <a:lnTo>
                  <a:pt x="32581" y="127237"/>
                </a:lnTo>
                <a:lnTo>
                  <a:pt x="31594" y="126250"/>
                </a:lnTo>
                <a:lnTo>
                  <a:pt x="28949" y="127303"/>
                </a:lnTo>
                <a:lnTo>
                  <a:pt x="28108" y="126038"/>
                </a:lnTo>
                <a:lnTo>
                  <a:pt x="29161" y="123817"/>
                </a:lnTo>
                <a:lnTo>
                  <a:pt x="27991" y="122647"/>
                </a:lnTo>
                <a:lnTo>
                  <a:pt x="25653" y="123816"/>
                </a:lnTo>
                <a:lnTo>
                  <a:pt x="24578" y="122742"/>
                </a:lnTo>
                <a:lnTo>
                  <a:pt x="25631" y="120096"/>
                </a:lnTo>
                <a:lnTo>
                  <a:pt x="24366" y="119256"/>
                </a:lnTo>
                <a:lnTo>
                  <a:pt x="22144" y="120308"/>
                </a:lnTo>
                <a:lnTo>
                  <a:pt x="20975" y="119139"/>
                </a:lnTo>
                <a:lnTo>
                  <a:pt x="22144" y="116800"/>
                </a:lnTo>
                <a:lnTo>
                  <a:pt x="21070" y="115726"/>
                </a:lnTo>
                <a:lnTo>
                  <a:pt x="18424" y="116778"/>
                </a:lnTo>
                <a:lnTo>
                  <a:pt x="17584" y="115514"/>
                </a:lnTo>
                <a:lnTo>
                  <a:pt x="18636" y="113292"/>
                </a:lnTo>
                <a:lnTo>
                  <a:pt x="17467" y="112122"/>
                </a:lnTo>
                <a:lnTo>
                  <a:pt x="15128" y="113292"/>
                </a:lnTo>
                <a:lnTo>
                  <a:pt x="14054" y="112218"/>
                </a:lnTo>
                <a:lnTo>
                  <a:pt x="15106" y="109572"/>
                </a:lnTo>
                <a:lnTo>
                  <a:pt x="14003" y="108841"/>
                </a:lnTo>
                <a:lnTo>
                  <a:pt x="11386" y="109703"/>
                </a:lnTo>
                <a:lnTo>
                  <a:pt x="10166" y="107934"/>
                </a:lnTo>
                <a:lnTo>
                  <a:pt x="12176" y="103118"/>
                </a:lnTo>
                <a:lnTo>
                  <a:pt x="10626" y="101847"/>
                </a:lnTo>
                <a:lnTo>
                  <a:pt x="7732" y="102621"/>
                </a:lnTo>
                <a:lnTo>
                  <a:pt x="6921" y="100911"/>
                </a:lnTo>
                <a:lnTo>
                  <a:pt x="8551" y="96007"/>
                </a:lnTo>
                <a:lnTo>
                  <a:pt x="7176" y="94881"/>
                </a:lnTo>
                <a:lnTo>
                  <a:pt x="4158" y="95539"/>
                </a:lnTo>
                <a:lnTo>
                  <a:pt x="3369" y="93412"/>
                </a:lnTo>
                <a:lnTo>
                  <a:pt x="4019" y="90043"/>
                </a:lnTo>
                <a:lnTo>
                  <a:pt x="4019" y="85972"/>
                </a:lnTo>
                <a:lnTo>
                  <a:pt x="4451" y="83268"/>
                </a:lnTo>
                <a:lnTo>
                  <a:pt x="3961" y="80856"/>
                </a:lnTo>
                <a:lnTo>
                  <a:pt x="760" y="81382"/>
                </a:lnTo>
                <a:lnTo>
                  <a:pt x="80" y="80703"/>
                </a:lnTo>
                <a:lnTo>
                  <a:pt x="665" y="78247"/>
                </a:lnTo>
                <a:lnTo>
                  <a:pt x="0" y="75594"/>
                </a:lnTo>
                <a:lnTo>
                  <a:pt x="511" y="72714"/>
                </a:lnTo>
                <a:lnTo>
                  <a:pt x="511" y="68505"/>
                </a:lnTo>
                <a:lnTo>
                  <a:pt x="0" y="65625"/>
                </a:lnTo>
                <a:lnTo>
                  <a:pt x="665" y="62972"/>
                </a:lnTo>
                <a:lnTo>
                  <a:pt x="80" y="60516"/>
                </a:lnTo>
                <a:lnTo>
                  <a:pt x="760" y="59844"/>
                </a:lnTo>
                <a:lnTo>
                  <a:pt x="3961" y="60363"/>
                </a:lnTo>
                <a:lnTo>
                  <a:pt x="4451" y="57958"/>
                </a:lnTo>
                <a:lnTo>
                  <a:pt x="4019" y="55254"/>
                </a:lnTo>
                <a:lnTo>
                  <a:pt x="4019" y="51183"/>
                </a:lnTo>
                <a:lnTo>
                  <a:pt x="3369" y="47814"/>
                </a:lnTo>
                <a:lnTo>
                  <a:pt x="4173" y="45658"/>
                </a:lnTo>
                <a:lnTo>
                  <a:pt x="7191" y="46396"/>
                </a:lnTo>
                <a:lnTo>
                  <a:pt x="8112" y="45475"/>
                </a:lnTo>
                <a:lnTo>
                  <a:pt x="7060" y="43253"/>
                </a:lnTo>
                <a:lnTo>
                  <a:pt x="7995" y="41850"/>
                </a:lnTo>
                <a:lnTo>
                  <a:pt x="6943" y="39628"/>
                </a:lnTo>
                <a:lnTo>
                  <a:pt x="7966" y="38605"/>
                </a:lnTo>
                <a:lnTo>
                  <a:pt x="10750" y="39563"/>
                </a:lnTo>
                <a:lnTo>
                  <a:pt x="11752" y="37757"/>
                </a:lnTo>
                <a:lnTo>
                  <a:pt x="9961" y="32912"/>
                </a:lnTo>
                <a:lnTo>
                  <a:pt x="11598" y="31574"/>
                </a:lnTo>
                <a:lnTo>
                  <a:pt x="14127" y="32590"/>
                </a:lnTo>
                <a:lnTo>
                  <a:pt x="15048" y="31340"/>
                </a:lnTo>
                <a:lnTo>
                  <a:pt x="13952" y="29118"/>
                </a:lnTo>
                <a:lnTo>
                  <a:pt x="15128" y="27935"/>
                </a:lnTo>
                <a:lnTo>
                  <a:pt x="17467" y="29104"/>
                </a:lnTo>
                <a:lnTo>
                  <a:pt x="18636" y="27935"/>
                </a:lnTo>
                <a:lnTo>
                  <a:pt x="17467" y="25596"/>
                </a:lnTo>
                <a:lnTo>
                  <a:pt x="18622" y="24441"/>
                </a:lnTo>
                <a:lnTo>
                  <a:pt x="21019" y="25603"/>
                </a:lnTo>
                <a:lnTo>
                  <a:pt x="22130" y="24390"/>
                </a:lnTo>
                <a:lnTo>
                  <a:pt x="20968" y="22102"/>
                </a:lnTo>
                <a:lnTo>
                  <a:pt x="22049" y="21013"/>
                </a:lnTo>
                <a:lnTo>
                  <a:pt x="24695" y="22065"/>
                </a:lnTo>
                <a:lnTo>
                  <a:pt x="25492" y="20874"/>
                </a:lnTo>
                <a:lnTo>
                  <a:pt x="24505" y="18462"/>
                </a:lnTo>
                <a:lnTo>
                  <a:pt x="25718" y="17446"/>
                </a:lnTo>
                <a:lnTo>
                  <a:pt x="27977" y="18594"/>
                </a:lnTo>
                <a:lnTo>
                  <a:pt x="29161" y="17410"/>
                </a:lnTo>
                <a:lnTo>
                  <a:pt x="27991" y="15071"/>
                </a:lnTo>
                <a:lnTo>
                  <a:pt x="29161" y="13901"/>
                </a:lnTo>
                <a:lnTo>
                  <a:pt x="31499" y="15071"/>
                </a:lnTo>
                <a:lnTo>
                  <a:pt x="32588" y="13982"/>
                </a:lnTo>
                <a:lnTo>
                  <a:pt x="31514" y="11373"/>
                </a:lnTo>
                <a:lnTo>
                  <a:pt x="33349" y="10094"/>
                </a:lnTo>
                <a:lnTo>
                  <a:pt x="38165" y="12126"/>
                </a:lnTo>
                <a:lnTo>
                  <a:pt x="39429" y="10576"/>
                </a:lnTo>
                <a:lnTo>
                  <a:pt x="38669" y="7667"/>
                </a:lnTo>
                <a:lnTo>
                  <a:pt x="41045" y="6578"/>
                </a:lnTo>
                <a:lnTo>
                  <a:pt x="44151" y="8310"/>
                </a:lnTo>
                <a:lnTo>
                  <a:pt x="46563" y="7280"/>
                </a:lnTo>
                <a:lnTo>
                  <a:pt x="45751" y="4327"/>
                </a:lnTo>
                <a:lnTo>
                  <a:pt x="46511" y="3567"/>
                </a:lnTo>
                <a:lnTo>
                  <a:pt x="49040" y="4064"/>
                </a:lnTo>
                <a:lnTo>
                  <a:pt x="53060" y="3377"/>
                </a:lnTo>
                <a:lnTo>
                  <a:pt x="56714" y="4473"/>
                </a:lnTo>
                <a:lnTo>
                  <a:pt x="60150" y="3961"/>
                </a:lnTo>
                <a:lnTo>
                  <a:pt x="60398" y="3924"/>
                </a:lnTo>
                <a:lnTo>
                  <a:pt x="59923" y="679"/>
                </a:lnTo>
                <a:lnTo>
                  <a:pt x="60478" y="124"/>
                </a:lnTo>
                <a:lnTo>
                  <a:pt x="63153" y="475"/>
                </a:lnTo>
                <a:lnTo>
                  <a:pt x="67151" y="307"/>
                </a:lnTo>
                <a:lnTo>
                  <a:pt x="75161" y="453"/>
                </a:lnTo>
                <a:lnTo>
                  <a:pt x="76755" y="168"/>
                </a:lnTo>
                <a:lnTo>
                  <a:pt x="78333" y="650"/>
                </a:lnTo>
                <a:lnTo>
                  <a:pt x="80745" y="0"/>
                </a:lnTo>
                <a:lnTo>
                  <a:pt x="81440" y="694"/>
                </a:lnTo>
                <a:lnTo>
                  <a:pt x="80935" y="3917"/>
                </a:lnTo>
                <a:lnTo>
                  <a:pt x="83369" y="4348"/>
                </a:lnTo>
                <a:lnTo>
                  <a:pt x="86007" y="3961"/>
                </a:lnTo>
                <a:lnTo>
                  <a:pt x="90115" y="3961"/>
                </a:lnTo>
                <a:lnTo>
                  <a:pt x="93462" y="3318"/>
                </a:lnTo>
                <a:lnTo>
                  <a:pt x="95626" y="4107"/>
                </a:lnTo>
                <a:lnTo>
                  <a:pt x="94902" y="7133"/>
                </a:lnTo>
                <a:lnTo>
                  <a:pt x="95560" y="7798"/>
                </a:lnTo>
                <a:lnTo>
                  <a:pt x="98228" y="7440"/>
                </a:lnTo>
                <a:lnTo>
                  <a:pt x="99601" y="7513"/>
                </a:lnTo>
                <a:lnTo>
                  <a:pt x="101480" y="7104"/>
                </a:lnTo>
                <a:lnTo>
                  <a:pt x="102715" y="7688"/>
                </a:lnTo>
                <a:lnTo>
                  <a:pt x="101853" y="10583"/>
                </a:lnTo>
                <a:lnTo>
                  <a:pt x="102576" y="11306"/>
                </a:lnTo>
                <a:lnTo>
                  <a:pt x="105244" y="10956"/>
                </a:lnTo>
                <a:lnTo>
                  <a:pt x="106435" y="11014"/>
                </a:lnTo>
                <a:lnTo>
                  <a:pt x="108723" y="10605"/>
                </a:lnTo>
                <a:lnTo>
                  <a:pt x="109834" y="11365"/>
                </a:lnTo>
                <a:lnTo>
                  <a:pt x="108766" y="13988"/>
                </a:lnTo>
                <a:lnTo>
                  <a:pt x="109753" y="14975"/>
                </a:lnTo>
                <a:lnTo>
                  <a:pt x="112399" y="13923"/>
                </a:lnTo>
                <a:lnTo>
                  <a:pt x="113276" y="15246"/>
                </a:lnTo>
                <a:lnTo>
                  <a:pt x="112187" y="17300"/>
                </a:lnTo>
                <a:lnTo>
                  <a:pt x="113268" y="18586"/>
                </a:lnTo>
                <a:lnTo>
                  <a:pt x="115724" y="17438"/>
                </a:lnTo>
                <a:lnTo>
                  <a:pt x="116872" y="18586"/>
                </a:lnTo>
                <a:lnTo>
                  <a:pt x="115702" y="20888"/>
                </a:lnTo>
                <a:lnTo>
                  <a:pt x="116835" y="22094"/>
                </a:lnTo>
                <a:lnTo>
                  <a:pt x="119210" y="20925"/>
                </a:lnTo>
                <a:lnTo>
                  <a:pt x="120372" y="22087"/>
                </a:lnTo>
                <a:lnTo>
                  <a:pt x="119203" y="24425"/>
                </a:lnTo>
                <a:lnTo>
                  <a:pt x="120372" y="25595"/>
                </a:lnTo>
                <a:lnTo>
                  <a:pt x="122711" y="24426"/>
                </a:lnTo>
                <a:lnTo>
                  <a:pt x="123895" y="25610"/>
                </a:lnTo>
                <a:lnTo>
                  <a:pt x="122755" y="27861"/>
                </a:lnTo>
                <a:lnTo>
                  <a:pt x="123778" y="29110"/>
                </a:lnTo>
                <a:lnTo>
                  <a:pt x="126256" y="27970"/>
                </a:lnTo>
                <a:lnTo>
                  <a:pt x="127294" y="29008"/>
                </a:lnTo>
                <a:lnTo>
                  <a:pt x="126241" y="31654"/>
                </a:lnTo>
                <a:lnTo>
                  <a:pt x="127206" y="32297"/>
                </a:lnTo>
                <a:lnTo>
                  <a:pt x="130144" y="31639"/>
                </a:lnTo>
                <a:lnTo>
                  <a:pt x="131153" y="33890"/>
                </a:lnTo>
                <a:lnTo>
                  <a:pt x="129281" y="37296"/>
                </a:lnTo>
                <a:lnTo>
                  <a:pt x="130626" y="39576"/>
                </a:lnTo>
                <a:lnTo>
                  <a:pt x="133367" y="38590"/>
                </a:lnTo>
                <a:lnTo>
                  <a:pt x="134405" y="39628"/>
                </a:lnTo>
                <a:lnTo>
                  <a:pt x="133360" y="41849"/>
                </a:lnTo>
                <a:lnTo>
                  <a:pt x="134288" y="43253"/>
                </a:lnTo>
                <a:lnTo>
                  <a:pt x="133235" y="45475"/>
                </a:lnTo>
                <a:lnTo>
                  <a:pt x="134134" y="46374"/>
                </a:lnTo>
                <a:lnTo>
                  <a:pt x="137204" y="45694"/>
                </a:lnTo>
                <a:lnTo>
                  <a:pt x="137935" y="47908"/>
                </a:lnTo>
                <a:lnTo>
                  <a:pt x="137328" y="51110"/>
                </a:lnTo>
                <a:lnTo>
                  <a:pt x="137328" y="55159"/>
                </a:lnTo>
                <a:lnTo>
                  <a:pt x="136802" y="58089"/>
                </a:lnTo>
                <a:lnTo>
                  <a:pt x="137409" y="60413"/>
                </a:lnTo>
                <a:lnTo>
                  <a:pt x="140551" y="59807"/>
                </a:lnTo>
                <a:lnTo>
                  <a:pt x="141165" y="60421"/>
                </a:lnTo>
                <a:lnTo>
                  <a:pt x="140807" y="63088"/>
                </a:lnTo>
                <a:lnTo>
                  <a:pt x="140888" y="64623"/>
                </a:lnTo>
                <a:lnTo>
                  <a:pt x="140537" y="66122"/>
                </a:lnTo>
                <a:lnTo>
                  <a:pt x="141114" y="68029"/>
                </a:lnTo>
                <a:lnTo>
                  <a:pt x="140829" y="69630"/>
                </a:lnTo>
                <a:lnTo>
                  <a:pt x="140829" y="72714"/>
                </a:lnTo>
                <a:lnTo>
                  <a:pt x="141341" y="75594"/>
                </a:lnTo>
                <a:lnTo>
                  <a:pt x="140676" y="78247"/>
                </a:lnTo>
                <a:lnTo>
                  <a:pt x="141260" y="80702"/>
                </a:lnTo>
                <a:lnTo>
                  <a:pt x="140581" y="81382"/>
                </a:lnTo>
                <a:lnTo>
                  <a:pt x="137379" y="80856"/>
                </a:lnTo>
                <a:lnTo>
                  <a:pt x="136897" y="83268"/>
                </a:lnTo>
                <a:lnTo>
                  <a:pt x="137328" y="85972"/>
                </a:lnTo>
                <a:lnTo>
                  <a:pt x="137328" y="90116"/>
                </a:lnTo>
                <a:lnTo>
                  <a:pt x="137935" y="93317"/>
                </a:lnTo>
                <a:lnTo>
                  <a:pt x="137204" y="95539"/>
                </a:lnTo>
                <a:lnTo>
                  <a:pt x="134127" y="94852"/>
                </a:lnTo>
                <a:lnTo>
                  <a:pt x="133491" y="95495"/>
                </a:lnTo>
                <a:lnTo>
                  <a:pt x="133849" y="98163"/>
                </a:lnTo>
                <a:lnTo>
                  <a:pt x="133776" y="99537"/>
                </a:lnTo>
                <a:lnTo>
                  <a:pt x="134186" y="101415"/>
                </a:lnTo>
                <a:lnTo>
                  <a:pt x="133601" y="102650"/>
                </a:lnTo>
                <a:lnTo>
                  <a:pt x="130707" y="101788"/>
                </a:lnTo>
                <a:lnTo>
                  <a:pt x="129983" y="102511"/>
                </a:lnTo>
                <a:lnTo>
                  <a:pt x="130341" y="105179"/>
                </a:lnTo>
                <a:lnTo>
                  <a:pt x="130275" y="106370"/>
                </a:lnTo>
                <a:lnTo>
                  <a:pt x="130685" y="108658"/>
                </a:lnTo>
                <a:lnTo>
                  <a:pt x="129925" y="109769"/>
                </a:lnTo>
                <a:lnTo>
                  <a:pt x="127301" y="108702"/>
                </a:lnTo>
                <a:lnTo>
                  <a:pt x="126314" y="109688"/>
                </a:lnTo>
                <a:lnTo>
                  <a:pt x="127367" y="112334"/>
                </a:lnTo>
                <a:lnTo>
                  <a:pt x="126102" y="113175"/>
                </a:lnTo>
                <a:lnTo>
                  <a:pt x="123881" y="112123"/>
                </a:lnTo>
                <a:lnTo>
                  <a:pt x="122711" y="113292"/>
                </a:lnTo>
                <a:lnTo>
                  <a:pt x="123881" y="115631"/>
                </a:lnTo>
                <a:lnTo>
                  <a:pt x="122806" y="116705"/>
                </a:lnTo>
                <a:lnTo>
                  <a:pt x="120160" y="115653"/>
                </a:lnTo>
                <a:lnTo>
                  <a:pt x="119320" y="116917"/>
                </a:lnTo>
                <a:lnTo>
                  <a:pt x="120372" y="119139"/>
                </a:lnTo>
                <a:lnTo>
                  <a:pt x="119203" y="120308"/>
                </a:lnTo>
                <a:lnTo>
                  <a:pt x="116864" y="119139"/>
                </a:lnTo>
                <a:lnTo>
                  <a:pt x="115790" y="120213"/>
                </a:lnTo>
                <a:lnTo>
                  <a:pt x="116842" y="122859"/>
                </a:lnTo>
                <a:lnTo>
                  <a:pt x="115578" y="123699"/>
                </a:lnTo>
                <a:lnTo>
                  <a:pt x="113356" y="122647"/>
                </a:lnTo>
                <a:lnTo>
                  <a:pt x="112187" y="123816"/>
                </a:lnTo>
                <a:lnTo>
                  <a:pt x="113356" y="126155"/>
                </a:lnTo>
                <a:lnTo>
                  <a:pt x="112282" y="127230"/>
                </a:lnTo>
                <a:lnTo>
                  <a:pt x="109636" y="126177"/>
                </a:lnTo>
                <a:lnTo>
                  <a:pt x="108905" y="127281"/>
                </a:lnTo>
                <a:lnTo>
                  <a:pt x="109775" y="129905"/>
                </a:lnTo>
                <a:lnTo>
                  <a:pt x="107999" y="131118"/>
                </a:lnTo>
                <a:lnTo>
                  <a:pt x="103183" y="129108"/>
                </a:lnTo>
                <a:lnTo>
                  <a:pt x="101911" y="130665"/>
                </a:lnTo>
                <a:lnTo>
                  <a:pt x="102686" y="133552"/>
                </a:lnTo>
                <a:lnTo>
                  <a:pt x="100975" y="134356"/>
                </a:lnTo>
                <a:lnTo>
                  <a:pt x="96071" y="132726"/>
                </a:lnTo>
                <a:lnTo>
                  <a:pt x="94938" y="134107"/>
                </a:lnTo>
                <a:lnTo>
                  <a:pt x="95596" y="137126"/>
                </a:lnTo>
                <a:lnTo>
                  <a:pt x="93477" y="137908"/>
                </a:lnTo>
                <a:lnTo>
                  <a:pt x="90100" y="137257"/>
                </a:lnTo>
                <a:lnTo>
                  <a:pt x="86036" y="137257"/>
                </a:lnTo>
                <a:lnTo>
                  <a:pt x="83332" y="136826"/>
                </a:lnTo>
                <a:lnTo>
                  <a:pt x="80920" y="137316"/>
                </a:lnTo>
                <a:lnTo>
                  <a:pt x="81447" y="140517"/>
                </a:lnTo>
                <a:lnTo>
                  <a:pt x="80767" y="141197"/>
                </a:lnTo>
                <a:lnTo>
                  <a:pt x="78311" y="140612"/>
                </a:lnTo>
                <a:lnTo>
                  <a:pt x="75658" y="1412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18085164" y="9999629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81652" y="134451"/>
                </a:moveTo>
                <a:lnTo>
                  <a:pt x="77486" y="133800"/>
                </a:lnTo>
                <a:lnTo>
                  <a:pt x="54537" y="133800"/>
                </a:lnTo>
                <a:lnTo>
                  <a:pt x="51876" y="134209"/>
                </a:lnTo>
                <a:lnTo>
                  <a:pt x="49457" y="133749"/>
                </a:lnTo>
                <a:lnTo>
                  <a:pt x="49962" y="130540"/>
                </a:lnTo>
                <a:lnTo>
                  <a:pt x="49289" y="129868"/>
                </a:lnTo>
                <a:lnTo>
                  <a:pt x="46834" y="130453"/>
                </a:lnTo>
                <a:lnTo>
                  <a:pt x="44180" y="129788"/>
                </a:lnTo>
                <a:lnTo>
                  <a:pt x="41096" y="131154"/>
                </a:lnTo>
                <a:lnTo>
                  <a:pt x="38743" y="130095"/>
                </a:lnTo>
                <a:lnTo>
                  <a:pt x="39584" y="127171"/>
                </a:lnTo>
                <a:lnTo>
                  <a:pt x="38867" y="126462"/>
                </a:lnTo>
                <a:lnTo>
                  <a:pt x="36207" y="126820"/>
                </a:lnTo>
                <a:lnTo>
                  <a:pt x="35001" y="126754"/>
                </a:lnTo>
                <a:lnTo>
                  <a:pt x="32735" y="127171"/>
                </a:lnTo>
                <a:lnTo>
                  <a:pt x="31624" y="126404"/>
                </a:lnTo>
                <a:lnTo>
                  <a:pt x="32684" y="123780"/>
                </a:lnTo>
                <a:lnTo>
                  <a:pt x="31602" y="122698"/>
                </a:lnTo>
                <a:lnTo>
                  <a:pt x="29271" y="123867"/>
                </a:lnTo>
                <a:lnTo>
                  <a:pt x="28101" y="122698"/>
                </a:lnTo>
                <a:lnTo>
                  <a:pt x="29271" y="120359"/>
                </a:lnTo>
                <a:lnTo>
                  <a:pt x="28109" y="119197"/>
                </a:lnTo>
                <a:lnTo>
                  <a:pt x="25880" y="120213"/>
                </a:lnTo>
                <a:lnTo>
                  <a:pt x="24476" y="119336"/>
                </a:lnTo>
                <a:lnTo>
                  <a:pt x="22247" y="120352"/>
                </a:lnTo>
                <a:lnTo>
                  <a:pt x="21187" y="119285"/>
                </a:lnTo>
                <a:lnTo>
                  <a:pt x="22232" y="116639"/>
                </a:lnTo>
                <a:lnTo>
                  <a:pt x="20968" y="115799"/>
                </a:lnTo>
                <a:lnTo>
                  <a:pt x="18754" y="116851"/>
                </a:lnTo>
                <a:lnTo>
                  <a:pt x="17584" y="115682"/>
                </a:lnTo>
                <a:lnTo>
                  <a:pt x="18754" y="113343"/>
                </a:lnTo>
                <a:lnTo>
                  <a:pt x="17804" y="112393"/>
                </a:lnTo>
                <a:lnTo>
                  <a:pt x="14851" y="113204"/>
                </a:lnTo>
                <a:lnTo>
                  <a:pt x="13930" y="111055"/>
                </a:lnTo>
                <a:lnTo>
                  <a:pt x="15757" y="107196"/>
                </a:lnTo>
                <a:lnTo>
                  <a:pt x="14222" y="105157"/>
                </a:lnTo>
                <a:lnTo>
                  <a:pt x="11686" y="106268"/>
                </a:lnTo>
                <a:lnTo>
                  <a:pt x="10670" y="105252"/>
                </a:lnTo>
                <a:lnTo>
                  <a:pt x="11723" y="102607"/>
                </a:lnTo>
                <a:lnTo>
                  <a:pt x="10619" y="101876"/>
                </a:lnTo>
                <a:lnTo>
                  <a:pt x="7995" y="102738"/>
                </a:lnTo>
                <a:lnTo>
                  <a:pt x="6796" y="100962"/>
                </a:lnTo>
                <a:lnTo>
                  <a:pt x="8792" y="96153"/>
                </a:lnTo>
                <a:lnTo>
                  <a:pt x="7257" y="94896"/>
                </a:lnTo>
                <a:lnTo>
                  <a:pt x="4341" y="95642"/>
                </a:lnTo>
                <a:lnTo>
                  <a:pt x="3296" y="93325"/>
                </a:lnTo>
                <a:lnTo>
                  <a:pt x="4655" y="90240"/>
                </a:lnTo>
                <a:lnTo>
                  <a:pt x="3997" y="87580"/>
                </a:lnTo>
                <a:lnTo>
                  <a:pt x="4582" y="85124"/>
                </a:lnTo>
                <a:lnTo>
                  <a:pt x="3902" y="84437"/>
                </a:lnTo>
                <a:lnTo>
                  <a:pt x="701" y="84971"/>
                </a:lnTo>
                <a:lnTo>
                  <a:pt x="0" y="81550"/>
                </a:lnTo>
                <a:lnTo>
                  <a:pt x="650" y="77384"/>
                </a:lnTo>
                <a:lnTo>
                  <a:pt x="650" y="54428"/>
                </a:lnTo>
                <a:lnTo>
                  <a:pt x="241" y="51761"/>
                </a:lnTo>
                <a:lnTo>
                  <a:pt x="694" y="49341"/>
                </a:lnTo>
                <a:lnTo>
                  <a:pt x="3910" y="49853"/>
                </a:lnTo>
                <a:lnTo>
                  <a:pt x="4582" y="49181"/>
                </a:lnTo>
                <a:lnTo>
                  <a:pt x="3997" y="46725"/>
                </a:lnTo>
                <a:lnTo>
                  <a:pt x="4670" y="44013"/>
                </a:lnTo>
                <a:lnTo>
                  <a:pt x="3354" y="41075"/>
                </a:lnTo>
                <a:lnTo>
                  <a:pt x="4319" y="38663"/>
                </a:lnTo>
                <a:lnTo>
                  <a:pt x="7308" y="39446"/>
                </a:lnTo>
                <a:lnTo>
                  <a:pt x="8244" y="38503"/>
                </a:lnTo>
                <a:lnTo>
                  <a:pt x="7191" y="36281"/>
                </a:lnTo>
                <a:lnTo>
                  <a:pt x="8119" y="34877"/>
                </a:lnTo>
                <a:lnTo>
                  <a:pt x="7074" y="32656"/>
                </a:lnTo>
                <a:lnTo>
                  <a:pt x="8119" y="31603"/>
                </a:lnTo>
                <a:lnTo>
                  <a:pt x="10831" y="32619"/>
                </a:lnTo>
                <a:lnTo>
                  <a:pt x="11606" y="31362"/>
                </a:lnTo>
                <a:lnTo>
                  <a:pt x="10582" y="29140"/>
                </a:lnTo>
                <a:lnTo>
                  <a:pt x="11533" y="28197"/>
                </a:lnTo>
                <a:lnTo>
                  <a:pt x="14478" y="29001"/>
                </a:lnTo>
                <a:lnTo>
                  <a:pt x="15348" y="26969"/>
                </a:lnTo>
                <a:lnTo>
                  <a:pt x="13572" y="22825"/>
                </a:lnTo>
                <a:lnTo>
                  <a:pt x="15172" y="20955"/>
                </a:lnTo>
                <a:lnTo>
                  <a:pt x="17614" y="22102"/>
                </a:lnTo>
                <a:lnTo>
                  <a:pt x="18754" y="20962"/>
                </a:lnTo>
                <a:lnTo>
                  <a:pt x="17584" y="18623"/>
                </a:lnTo>
                <a:lnTo>
                  <a:pt x="18754" y="17453"/>
                </a:lnTo>
                <a:lnTo>
                  <a:pt x="21092" y="18623"/>
                </a:lnTo>
                <a:lnTo>
                  <a:pt x="22174" y="17534"/>
                </a:lnTo>
                <a:lnTo>
                  <a:pt x="21107" y="14925"/>
                </a:lnTo>
                <a:lnTo>
                  <a:pt x="22942" y="13646"/>
                </a:lnTo>
                <a:lnTo>
                  <a:pt x="27750" y="15678"/>
                </a:lnTo>
                <a:lnTo>
                  <a:pt x="29117" y="14011"/>
                </a:lnTo>
                <a:lnTo>
                  <a:pt x="28160" y="11373"/>
                </a:lnTo>
                <a:lnTo>
                  <a:pt x="29395" y="10561"/>
                </a:lnTo>
                <a:lnTo>
                  <a:pt x="31617" y="11606"/>
                </a:lnTo>
                <a:lnTo>
                  <a:pt x="32684" y="10532"/>
                </a:lnTo>
                <a:lnTo>
                  <a:pt x="31639" y="7887"/>
                </a:lnTo>
                <a:lnTo>
                  <a:pt x="33013" y="6965"/>
                </a:lnTo>
                <a:lnTo>
                  <a:pt x="34840" y="7989"/>
                </a:lnTo>
                <a:lnTo>
                  <a:pt x="36411" y="7119"/>
                </a:lnTo>
                <a:lnTo>
                  <a:pt x="38648" y="8076"/>
                </a:lnTo>
                <a:lnTo>
                  <a:pt x="39693" y="7024"/>
                </a:lnTo>
                <a:lnTo>
                  <a:pt x="38648" y="4378"/>
                </a:lnTo>
                <a:lnTo>
                  <a:pt x="39963" y="3501"/>
                </a:lnTo>
                <a:lnTo>
                  <a:pt x="41834" y="4312"/>
                </a:lnTo>
                <a:lnTo>
                  <a:pt x="43581" y="3698"/>
                </a:lnTo>
                <a:lnTo>
                  <a:pt x="45291" y="4005"/>
                </a:lnTo>
                <a:lnTo>
                  <a:pt x="47236" y="4005"/>
                </a:lnTo>
                <a:lnTo>
                  <a:pt x="48697" y="4225"/>
                </a:lnTo>
                <a:lnTo>
                  <a:pt x="49735" y="4012"/>
                </a:lnTo>
                <a:lnTo>
                  <a:pt x="50027" y="3946"/>
                </a:lnTo>
                <a:lnTo>
                  <a:pt x="49471" y="767"/>
                </a:lnTo>
                <a:lnTo>
                  <a:pt x="50115" y="124"/>
                </a:lnTo>
                <a:lnTo>
                  <a:pt x="52665" y="591"/>
                </a:lnTo>
                <a:lnTo>
                  <a:pt x="56532" y="0"/>
                </a:lnTo>
                <a:lnTo>
                  <a:pt x="60427" y="504"/>
                </a:lnTo>
                <a:lnTo>
                  <a:pt x="79963" y="504"/>
                </a:lnTo>
                <a:lnTo>
                  <a:pt x="82689" y="65"/>
                </a:lnTo>
                <a:lnTo>
                  <a:pt x="85087" y="562"/>
                </a:lnTo>
                <a:lnTo>
                  <a:pt x="84560" y="3764"/>
                </a:lnTo>
                <a:lnTo>
                  <a:pt x="85240" y="4443"/>
                </a:lnTo>
                <a:lnTo>
                  <a:pt x="87696" y="3859"/>
                </a:lnTo>
                <a:lnTo>
                  <a:pt x="90473" y="4553"/>
                </a:lnTo>
                <a:lnTo>
                  <a:pt x="93228" y="3310"/>
                </a:lnTo>
                <a:lnTo>
                  <a:pt x="95706" y="4136"/>
                </a:lnTo>
                <a:lnTo>
                  <a:pt x="95012" y="7206"/>
                </a:lnTo>
                <a:lnTo>
                  <a:pt x="95662" y="7849"/>
                </a:lnTo>
                <a:lnTo>
                  <a:pt x="98322" y="7498"/>
                </a:lnTo>
                <a:lnTo>
                  <a:pt x="99631" y="7564"/>
                </a:lnTo>
                <a:lnTo>
                  <a:pt x="101655" y="7148"/>
                </a:lnTo>
                <a:lnTo>
                  <a:pt x="102847" y="7798"/>
                </a:lnTo>
                <a:lnTo>
                  <a:pt x="101911" y="10597"/>
                </a:lnTo>
                <a:lnTo>
                  <a:pt x="102927" y="11613"/>
                </a:lnTo>
                <a:lnTo>
                  <a:pt x="105258" y="10444"/>
                </a:lnTo>
                <a:lnTo>
                  <a:pt x="106428" y="11613"/>
                </a:lnTo>
                <a:lnTo>
                  <a:pt x="105259" y="13952"/>
                </a:lnTo>
                <a:lnTo>
                  <a:pt x="106421" y="15114"/>
                </a:lnTo>
                <a:lnTo>
                  <a:pt x="108650" y="14098"/>
                </a:lnTo>
                <a:lnTo>
                  <a:pt x="110053" y="14975"/>
                </a:lnTo>
                <a:lnTo>
                  <a:pt x="112282" y="13959"/>
                </a:lnTo>
                <a:lnTo>
                  <a:pt x="113342" y="15026"/>
                </a:lnTo>
                <a:lnTo>
                  <a:pt x="112297" y="17672"/>
                </a:lnTo>
                <a:lnTo>
                  <a:pt x="113561" y="18513"/>
                </a:lnTo>
                <a:lnTo>
                  <a:pt x="115776" y="17460"/>
                </a:lnTo>
                <a:lnTo>
                  <a:pt x="116945" y="18630"/>
                </a:lnTo>
                <a:lnTo>
                  <a:pt x="115776" y="20968"/>
                </a:lnTo>
                <a:lnTo>
                  <a:pt x="116843" y="22043"/>
                </a:lnTo>
                <a:lnTo>
                  <a:pt x="119496" y="20990"/>
                </a:lnTo>
                <a:lnTo>
                  <a:pt x="120402" y="22364"/>
                </a:lnTo>
                <a:lnTo>
                  <a:pt x="119342" y="24235"/>
                </a:lnTo>
                <a:lnTo>
                  <a:pt x="120315" y="25770"/>
                </a:lnTo>
                <a:lnTo>
                  <a:pt x="119284" y="27992"/>
                </a:lnTo>
                <a:lnTo>
                  <a:pt x="120336" y="29052"/>
                </a:lnTo>
                <a:lnTo>
                  <a:pt x="123019" y="28014"/>
                </a:lnTo>
                <a:lnTo>
                  <a:pt x="123823" y="29278"/>
                </a:lnTo>
                <a:lnTo>
                  <a:pt x="122785" y="31500"/>
                </a:lnTo>
                <a:lnTo>
                  <a:pt x="123852" y="32567"/>
                </a:lnTo>
                <a:lnTo>
                  <a:pt x="126505" y="31515"/>
                </a:lnTo>
                <a:lnTo>
                  <a:pt x="127411" y="32889"/>
                </a:lnTo>
                <a:lnTo>
                  <a:pt x="126351" y="34760"/>
                </a:lnTo>
                <a:lnTo>
                  <a:pt x="127324" y="36295"/>
                </a:lnTo>
                <a:lnTo>
                  <a:pt x="126293" y="38517"/>
                </a:lnTo>
                <a:lnTo>
                  <a:pt x="127258" y="39474"/>
                </a:lnTo>
                <a:lnTo>
                  <a:pt x="130174" y="38641"/>
                </a:lnTo>
                <a:lnTo>
                  <a:pt x="131234" y="40995"/>
                </a:lnTo>
                <a:lnTo>
                  <a:pt x="129867" y="44079"/>
                </a:lnTo>
                <a:lnTo>
                  <a:pt x="130532" y="46732"/>
                </a:lnTo>
                <a:lnTo>
                  <a:pt x="129948" y="49187"/>
                </a:lnTo>
                <a:lnTo>
                  <a:pt x="130627" y="49867"/>
                </a:lnTo>
                <a:lnTo>
                  <a:pt x="133828" y="49341"/>
                </a:lnTo>
                <a:lnTo>
                  <a:pt x="134530" y="52761"/>
                </a:lnTo>
                <a:lnTo>
                  <a:pt x="133879" y="56927"/>
                </a:lnTo>
                <a:lnTo>
                  <a:pt x="133879" y="79876"/>
                </a:lnTo>
                <a:lnTo>
                  <a:pt x="134289" y="82537"/>
                </a:lnTo>
                <a:lnTo>
                  <a:pt x="133828" y="84956"/>
                </a:lnTo>
                <a:lnTo>
                  <a:pt x="130620" y="84452"/>
                </a:lnTo>
                <a:lnTo>
                  <a:pt x="129948" y="85124"/>
                </a:lnTo>
                <a:lnTo>
                  <a:pt x="130532" y="87579"/>
                </a:lnTo>
                <a:lnTo>
                  <a:pt x="129867" y="90240"/>
                </a:lnTo>
                <a:lnTo>
                  <a:pt x="131234" y="93324"/>
                </a:lnTo>
                <a:lnTo>
                  <a:pt x="130174" y="95670"/>
                </a:lnTo>
                <a:lnTo>
                  <a:pt x="127251" y="94837"/>
                </a:lnTo>
                <a:lnTo>
                  <a:pt x="126541" y="95546"/>
                </a:lnTo>
                <a:lnTo>
                  <a:pt x="126900" y="98214"/>
                </a:lnTo>
                <a:lnTo>
                  <a:pt x="126834" y="99412"/>
                </a:lnTo>
                <a:lnTo>
                  <a:pt x="127251" y="101685"/>
                </a:lnTo>
                <a:lnTo>
                  <a:pt x="126483" y="102804"/>
                </a:lnTo>
                <a:lnTo>
                  <a:pt x="123859" y="101737"/>
                </a:lnTo>
                <a:lnTo>
                  <a:pt x="122785" y="102818"/>
                </a:lnTo>
                <a:lnTo>
                  <a:pt x="123954" y="105157"/>
                </a:lnTo>
                <a:lnTo>
                  <a:pt x="122785" y="106327"/>
                </a:lnTo>
                <a:lnTo>
                  <a:pt x="120446" y="105157"/>
                </a:lnTo>
                <a:lnTo>
                  <a:pt x="119291" y="106319"/>
                </a:lnTo>
                <a:lnTo>
                  <a:pt x="120300" y="108541"/>
                </a:lnTo>
                <a:lnTo>
                  <a:pt x="119423" y="109959"/>
                </a:lnTo>
                <a:lnTo>
                  <a:pt x="120439" y="112181"/>
                </a:lnTo>
                <a:lnTo>
                  <a:pt x="119372" y="113248"/>
                </a:lnTo>
                <a:lnTo>
                  <a:pt x="116726" y="112195"/>
                </a:lnTo>
                <a:lnTo>
                  <a:pt x="115893" y="113460"/>
                </a:lnTo>
                <a:lnTo>
                  <a:pt x="116945" y="115682"/>
                </a:lnTo>
                <a:lnTo>
                  <a:pt x="115776" y="116851"/>
                </a:lnTo>
                <a:lnTo>
                  <a:pt x="113437" y="115682"/>
                </a:lnTo>
                <a:lnTo>
                  <a:pt x="112487" y="116632"/>
                </a:lnTo>
                <a:lnTo>
                  <a:pt x="113298" y="119585"/>
                </a:lnTo>
                <a:lnTo>
                  <a:pt x="111149" y="120506"/>
                </a:lnTo>
                <a:lnTo>
                  <a:pt x="107290" y="118686"/>
                </a:lnTo>
                <a:lnTo>
                  <a:pt x="105259" y="120213"/>
                </a:lnTo>
                <a:lnTo>
                  <a:pt x="106362" y="122756"/>
                </a:lnTo>
                <a:lnTo>
                  <a:pt x="105346" y="123772"/>
                </a:lnTo>
                <a:lnTo>
                  <a:pt x="102701" y="122720"/>
                </a:lnTo>
                <a:lnTo>
                  <a:pt x="101970" y="123824"/>
                </a:lnTo>
                <a:lnTo>
                  <a:pt x="102839" y="126448"/>
                </a:lnTo>
                <a:lnTo>
                  <a:pt x="101063" y="127654"/>
                </a:lnTo>
                <a:lnTo>
                  <a:pt x="96247" y="125651"/>
                </a:lnTo>
                <a:lnTo>
                  <a:pt x="94990" y="127193"/>
                </a:lnTo>
                <a:lnTo>
                  <a:pt x="95743" y="130109"/>
                </a:lnTo>
                <a:lnTo>
                  <a:pt x="93419" y="131154"/>
                </a:lnTo>
                <a:lnTo>
                  <a:pt x="90334" y="129788"/>
                </a:lnTo>
                <a:lnTo>
                  <a:pt x="87674" y="130453"/>
                </a:lnTo>
                <a:lnTo>
                  <a:pt x="85219" y="129868"/>
                </a:lnTo>
                <a:lnTo>
                  <a:pt x="84546" y="130548"/>
                </a:lnTo>
                <a:lnTo>
                  <a:pt x="85072" y="133749"/>
                </a:lnTo>
                <a:lnTo>
                  <a:pt x="81652" y="1344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16194211" y="10003129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69" h="127634">
                <a:moveTo>
                  <a:pt x="78260" y="127463"/>
                </a:moveTo>
                <a:lnTo>
                  <a:pt x="74043" y="126798"/>
                </a:lnTo>
                <a:lnTo>
                  <a:pt x="51167" y="126798"/>
                </a:lnTo>
                <a:lnTo>
                  <a:pt x="48382" y="127259"/>
                </a:lnTo>
                <a:lnTo>
                  <a:pt x="46000" y="126732"/>
                </a:lnTo>
                <a:lnTo>
                  <a:pt x="46555" y="123546"/>
                </a:lnTo>
                <a:lnTo>
                  <a:pt x="45963" y="122961"/>
                </a:lnTo>
                <a:lnTo>
                  <a:pt x="43295" y="123319"/>
                </a:lnTo>
                <a:lnTo>
                  <a:pt x="41856" y="123246"/>
                </a:lnTo>
                <a:lnTo>
                  <a:pt x="40131" y="123633"/>
                </a:lnTo>
                <a:lnTo>
                  <a:pt x="38589" y="123020"/>
                </a:lnTo>
                <a:lnTo>
                  <a:pt x="36265" y="123787"/>
                </a:lnTo>
                <a:lnTo>
                  <a:pt x="35351" y="122881"/>
                </a:lnTo>
                <a:lnTo>
                  <a:pt x="36257" y="120030"/>
                </a:lnTo>
                <a:lnTo>
                  <a:pt x="35059" y="119424"/>
                </a:lnTo>
                <a:lnTo>
                  <a:pt x="32800" y="120330"/>
                </a:lnTo>
                <a:lnTo>
                  <a:pt x="31887" y="119416"/>
                </a:lnTo>
                <a:lnTo>
                  <a:pt x="32705" y="116464"/>
                </a:lnTo>
                <a:lnTo>
                  <a:pt x="30542" y="115535"/>
                </a:lnTo>
                <a:lnTo>
                  <a:pt x="26720" y="117362"/>
                </a:lnTo>
                <a:lnTo>
                  <a:pt x="24666" y="115842"/>
                </a:lnTo>
                <a:lnTo>
                  <a:pt x="25762" y="113284"/>
                </a:lnTo>
                <a:lnTo>
                  <a:pt x="24659" y="112181"/>
                </a:lnTo>
                <a:lnTo>
                  <a:pt x="22320" y="113350"/>
                </a:lnTo>
                <a:lnTo>
                  <a:pt x="21150" y="112181"/>
                </a:lnTo>
                <a:lnTo>
                  <a:pt x="22320" y="109842"/>
                </a:lnTo>
                <a:lnTo>
                  <a:pt x="21150" y="108672"/>
                </a:lnTo>
                <a:lnTo>
                  <a:pt x="18812" y="109842"/>
                </a:lnTo>
                <a:lnTo>
                  <a:pt x="17642" y="108672"/>
                </a:lnTo>
                <a:lnTo>
                  <a:pt x="18812" y="106334"/>
                </a:lnTo>
                <a:lnTo>
                  <a:pt x="17642" y="105164"/>
                </a:lnTo>
                <a:lnTo>
                  <a:pt x="15304" y="106333"/>
                </a:lnTo>
                <a:lnTo>
                  <a:pt x="14134" y="105164"/>
                </a:lnTo>
                <a:lnTo>
                  <a:pt x="15304" y="102825"/>
                </a:lnTo>
                <a:lnTo>
                  <a:pt x="14200" y="101729"/>
                </a:lnTo>
                <a:lnTo>
                  <a:pt x="11627" y="102818"/>
                </a:lnTo>
                <a:lnTo>
                  <a:pt x="10297" y="100984"/>
                </a:lnTo>
                <a:lnTo>
                  <a:pt x="12366" y="96167"/>
                </a:lnTo>
                <a:lnTo>
                  <a:pt x="10560" y="94691"/>
                </a:lnTo>
                <a:lnTo>
                  <a:pt x="8273" y="95824"/>
                </a:lnTo>
                <a:lnTo>
                  <a:pt x="7118" y="94618"/>
                </a:lnTo>
                <a:lnTo>
                  <a:pt x="8295" y="92308"/>
                </a:lnTo>
                <a:lnTo>
                  <a:pt x="7301" y="91314"/>
                </a:lnTo>
                <a:lnTo>
                  <a:pt x="4428" y="92199"/>
                </a:lnTo>
                <a:lnTo>
                  <a:pt x="3303" y="89896"/>
                </a:lnTo>
                <a:lnTo>
                  <a:pt x="4691" y="86688"/>
                </a:lnTo>
                <a:lnTo>
                  <a:pt x="4041" y="84079"/>
                </a:lnTo>
                <a:lnTo>
                  <a:pt x="4626" y="81623"/>
                </a:lnTo>
                <a:lnTo>
                  <a:pt x="3931" y="80929"/>
                </a:lnTo>
                <a:lnTo>
                  <a:pt x="752" y="81484"/>
                </a:lnTo>
                <a:lnTo>
                  <a:pt x="0" y="78108"/>
                </a:lnTo>
                <a:lnTo>
                  <a:pt x="686" y="73832"/>
                </a:lnTo>
                <a:lnTo>
                  <a:pt x="686" y="50963"/>
                </a:lnTo>
                <a:lnTo>
                  <a:pt x="233" y="48215"/>
                </a:lnTo>
                <a:lnTo>
                  <a:pt x="752" y="45825"/>
                </a:lnTo>
                <a:lnTo>
                  <a:pt x="3939" y="46366"/>
                </a:lnTo>
                <a:lnTo>
                  <a:pt x="4523" y="45774"/>
                </a:lnTo>
                <a:lnTo>
                  <a:pt x="4165" y="43114"/>
                </a:lnTo>
                <a:lnTo>
                  <a:pt x="4238" y="41674"/>
                </a:lnTo>
                <a:lnTo>
                  <a:pt x="3851" y="39956"/>
                </a:lnTo>
                <a:lnTo>
                  <a:pt x="4465" y="38414"/>
                </a:lnTo>
                <a:lnTo>
                  <a:pt x="3690" y="36090"/>
                </a:lnTo>
                <a:lnTo>
                  <a:pt x="4684" y="35096"/>
                </a:lnTo>
                <a:lnTo>
                  <a:pt x="7330" y="36148"/>
                </a:lnTo>
                <a:lnTo>
                  <a:pt x="8251" y="34767"/>
                </a:lnTo>
                <a:lnTo>
                  <a:pt x="7198" y="32925"/>
                </a:lnTo>
                <a:lnTo>
                  <a:pt x="8017" y="31544"/>
                </a:lnTo>
                <a:lnTo>
                  <a:pt x="10750" y="32538"/>
                </a:lnTo>
                <a:lnTo>
                  <a:pt x="11540" y="31749"/>
                </a:lnTo>
                <a:lnTo>
                  <a:pt x="11182" y="29081"/>
                </a:lnTo>
                <a:lnTo>
                  <a:pt x="11240" y="27933"/>
                </a:lnTo>
                <a:lnTo>
                  <a:pt x="10845" y="25551"/>
                </a:lnTo>
                <a:lnTo>
                  <a:pt x="11649" y="24477"/>
                </a:lnTo>
                <a:lnTo>
                  <a:pt x="14193" y="25587"/>
                </a:lnTo>
                <a:lnTo>
                  <a:pt x="15209" y="24572"/>
                </a:lnTo>
                <a:lnTo>
                  <a:pt x="14156" y="21926"/>
                </a:lnTo>
                <a:lnTo>
                  <a:pt x="15384" y="21107"/>
                </a:lnTo>
                <a:lnTo>
                  <a:pt x="17701" y="22130"/>
                </a:lnTo>
                <a:lnTo>
                  <a:pt x="18797" y="20932"/>
                </a:lnTo>
                <a:lnTo>
                  <a:pt x="17635" y="18644"/>
                </a:lnTo>
                <a:lnTo>
                  <a:pt x="18717" y="17555"/>
                </a:lnTo>
                <a:lnTo>
                  <a:pt x="21362" y="18607"/>
                </a:lnTo>
                <a:lnTo>
                  <a:pt x="22203" y="17343"/>
                </a:lnTo>
                <a:lnTo>
                  <a:pt x="21150" y="15121"/>
                </a:lnTo>
                <a:lnTo>
                  <a:pt x="22320" y="13952"/>
                </a:lnTo>
                <a:lnTo>
                  <a:pt x="24659" y="15121"/>
                </a:lnTo>
                <a:lnTo>
                  <a:pt x="25733" y="14047"/>
                </a:lnTo>
                <a:lnTo>
                  <a:pt x="24681" y="11401"/>
                </a:lnTo>
                <a:lnTo>
                  <a:pt x="26033" y="10502"/>
                </a:lnTo>
                <a:lnTo>
                  <a:pt x="27999" y="11598"/>
                </a:lnTo>
                <a:lnTo>
                  <a:pt x="29431" y="10517"/>
                </a:lnTo>
                <a:lnTo>
                  <a:pt x="31660" y="11628"/>
                </a:lnTo>
                <a:lnTo>
                  <a:pt x="32749" y="10539"/>
                </a:lnTo>
                <a:lnTo>
                  <a:pt x="31697" y="7893"/>
                </a:lnTo>
                <a:lnTo>
                  <a:pt x="33020" y="7016"/>
                </a:lnTo>
                <a:lnTo>
                  <a:pt x="35073" y="8105"/>
                </a:lnTo>
                <a:lnTo>
                  <a:pt x="36359" y="7023"/>
                </a:lnTo>
                <a:lnTo>
                  <a:pt x="35212" y="4567"/>
                </a:lnTo>
                <a:lnTo>
                  <a:pt x="36257" y="3522"/>
                </a:lnTo>
                <a:lnTo>
                  <a:pt x="38596" y="4268"/>
                </a:lnTo>
                <a:lnTo>
                  <a:pt x="41322" y="3208"/>
                </a:lnTo>
                <a:lnTo>
                  <a:pt x="44172" y="4523"/>
                </a:lnTo>
                <a:lnTo>
                  <a:pt x="46292" y="4019"/>
                </a:lnTo>
                <a:lnTo>
                  <a:pt x="46606" y="3939"/>
                </a:lnTo>
                <a:lnTo>
                  <a:pt x="46014" y="789"/>
                </a:lnTo>
                <a:lnTo>
                  <a:pt x="46672" y="131"/>
                </a:lnTo>
                <a:lnTo>
                  <a:pt x="49230" y="599"/>
                </a:lnTo>
                <a:lnTo>
                  <a:pt x="53089" y="0"/>
                </a:lnTo>
                <a:lnTo>
                  <a:pt x="56992" y="511"/>
                </a:lnTo>
                <a:lnTo>
                  <a:pt x="76521" y="511"/>
                </a:lnTo>
                <a:lnTo>
                  <a:pt x="79269" y="58"/>
                </a:lnTo>
                <a:lnTo>
                  <a:pt x="81659" y="570"/>
                </a:lnTo>
                <a:lnTo>
                  <a:pt x="81118" y="3764"/>
                </a:lnTo>
                <a:lnTo>
                  <a:pt x="81805" y="4451"/>
                </a:lnTo>
                <a:lnTo>
                  <a:pt x="84260" y="3866"/>
                </a:lnTo>
                <a:lnTo>
                  <a:pt x="86862" y="4516"/>
                </a:lnTo>
                <a:lnTo>
                  <a:pt x="90085" y="3121"/>
                </a:lnTo>
                <a:lnTo>
                  <a:pt x="92380" y="4261"/>
                </a:lnTo>
                <a:lnTo>
                  <a:pt x="91489" y="7118"/>
                </a:lnTo>
                <a:lnTo>
                  <a:pt x="92388" y="8017"/>
                </a:lnTo>
                <a:lnTo>
                  <a:pt x="95033" y="6965"/>
                </a:lnTo>
                <a:lnTo>
                  <a:pt x="95669" y="7930"/>
                </a:lnTo>
                <a:lnTo>
                  <a:pt x="95019" y="10860"/>
                </a:lnTo>
                <a:lnTo>
                  <a:pt x="96152" y="11372"/>
                </a:lnTo>
                <a:lnTo>
                  <a:pt x="98081" y="11036"/>
                </a:lnTo>
                <a:lnTo>
                  <a:pt x="99514" y="11036"/>
                </a:lnTo>
                <a:lnTo>
                  <a:pt x="101969" y="10692"/>
                </a:lnTo>
                <a:lnTo>
                  <a:pt x="103007" y="11474"/>
                </a:lnTo>
                <a:lnTo>
                  <a:pt x="101896" y="14018"/>
                </a:lnTo>
                <a:lnTo>
                  <a:pt x="103007" y="15129"/>
                </a:lnTo>
                <a:lnTo>
                  <a:pt x="105346" y="13959"/>
                </a:lnTo>
                <a:lnTo>
                  <a:pt x="106515" y="15129"/>
                </a:lnTo>
                <a:lnTo>
                  <a:pt x="105346" y="17467"/>
                </a:lnTo>
                <a:lnTo>
                  <a:pt x="106515" y="18637"/>
                </a:lnTo>
                <a:lnTo>
                  <a:pt x="108854" y="17468"/>
                </a:lnTo>
                <a:lnTo>
                  <a:pt x="110023" y="18637"/>
                </a:lnTo>
                <a:lnTo>
                  <a:pt x="108854" y="20976"/>
                </a:lnTo>
                <a:lnTo>
                  <a:pt x="110023" y="22145"/>
                </a:lnTo>
                <a:lnTo>
                  <a:pt x="112362" y="20976"/>
                </a:lnTo>
                <a:lnTo>
                  <a:pt x="113531" y="22145"/>
                </a:lnTo>
                <a:lnTo>
                  <a:pt x="112362" y="24484"/>
                </a:lnTo>
                <a:lnTo>
                  <a:pt x="113458" y="25580"/>
                </a:lnTo>
                <a:lnTo>
                  <a:pt x="116038" y="24491"/>
                </a:lnTo>
                <a:lnTo>
                  <a:pt x="117368" y="26326"/>
                </a:lnTo>
                <a:lnTo>
                  <a:pt x="115300" y="31142"/>
                </a:lnTo>
                <a:lnTo>
                  <a:pt x="117098" y="32618"/>
                </a:lnTo>
                <a:lnTo>
                  <a:pt x="119393" y="31486"/>
                </a:lnTo>
                <a:lnTo>
                  <a:pt x="120540" y="32692"/>
                </a:lnTo>
                <a:lnTo>
                  <a:pt x="119371" y="35001"/>
                </a:lnTo>
                <a:lnTo>
                  <a:pt x="120365" y="35995"/>
                </a:lnTo>
                <a:lnTo>
                  <a:pt x="123237" y="35118"/>
                </a:lnTo>
                <a:lnTo>
                  <a:pt x="124363" y="37413"/>
                </a:lnTo>
                <a:lnTo>
                  <a:pt x="122974" y="40621"/>
                </a:lnTo>
                <a:lnTo>
                  <a:pt x="123624" y="43231"/>
                </a:lnTo>
                <a:lnTo>
                  <a:pt x="123040" y="45686"/>
                </a:lnTo>
                <a:lnTo>
                  <a:pt x="123734" y="46373"/>
                </a:lnTo>
                <a:lnTo>
                  <a:pt x="126913" y="45825"/>
                </a:lnTo>
                <a:lnTo>
                  <a:pt x="127666" y="49202"/>
                </a:lnTo>
                <a:lnTo>
                  <a:pt x="126979" y="53470"/>
                </a:lnTo>
                <a:lnTo>
                  <a:pt x="126979" y="76331"/>
                </a:lnTo>
                <a:lnTo>
                  <a:pt x="127432" y="79087"/>
                </a:lnTo>
                <a:lnTo>
                  <a:pt x="126921" y="81477"/>
                </a:lnTo>
                <a:lnTo>
                  <a:pt x="123727" y="80936"/>
                </a:lnTo>
                <a:lnTo>
                  <a:pt x="123142" y="81520"/>
                </a:lnTo>
                <a:lnTo>
                  <a:pt x="123493" y="84188"/>
                </a:lnTo>
                <a:lnTo>
                  <a:pt x="123420" y="85628"/>
                </a:lnTo>
                <a:lnTo>
                  <a:pt x="123814" y="87353"/>
                </a:lnTo>
                <a:lnTo>
                  <a:pt x="123193" y="88895"/>
                </a:lnTo>
                <a:lnTo>
                  <a:pt x="123968" y="91219"/>
                </a:lnTo>
                <a:lnTo>
                  <a:pt x="123054" y="92133"/>
                </a:lnTo>
                <a:lnTo>
                  <a:pt x="120211" y="91227"/>
                </a:lnTo>
                <a:lnTo>
                  <a:pt x="119605" y="92425"/>
                </a:lnTo>
                <a:lnTo>
                  <a:pt x="120504" y="94684"/>
                </a:lnTo>
                <a:lnTo>
                  <a:pt x="119590" y="95590"/>
                </a:lnTo>
                <a:lnTo>
                  <a:pt x="116645" y="94779"/>
                </a:lnTo>
                <a:lnTo>
                  <a:pt x="115717" y="96942"/>
                </a:lnTo>
                <a:lnTo>
                  <a:pt x="117544" y="100764"/>
                </a:lnTo>
                <a:lnTo>
                  <a:pt x="116024" y="102818"/>
                </a:lnTo>
                <a:lnTo>
                  <a:pt x="113466" y="101722"/>
                </a:lnTo>
                <a:lnTo>
                  <a:pt x="112362" y="102825"/>
                </a:lnTo>
                <a:lnTo>
                  <a:pt x="113531" y="105164"/>
                </a:lnTo>
                <a:lnTo>
                  <a:pt x="112362" y="106334"/>
                </a:lnTo>
                <a:lnTo>
                  <a:pt x="110023" y="105164"/>
                </a:lnTo>
                <a:lnTo>
                  <a:pt x="108854" y="106333"/>
                </a:lnTo>
                <a:lnTo>
                  <a:pt x="110023" y="108672"/>
                </a:lnTo>
                <a:lnTo>
                  <a:pt x="108854" y="109842"/>
                </a:lnTo>
                <a:lnTo>
                  <a:pt x="106515" y="108672"/>
                </a:lnTo>
                <a:lnTo>
                  <a:pt x="105346" y="109842"/>
                </a:lnTo>
                <a:lnTo>
                  <a:pt x="106515" y="112180"/>
                </a:lnTo>
                <a:lnTo>
                  <a:pt x="105346" y="113350"/>
                </a:lnTo>
                <a:lnTo>
                  <a:pt x="103007" y="112181"/>
                </a:lnTo>
                <a:lnTo>
                  <a:pt x="101911" y="113277"/>
                </a:lnTo>
                <a:lnTo>
                  <a:pt x="103000" y="115857"/>
                </a:lnTo>
                <a:lnTo>
                  <a:pt x="101165" y="117187"/>
                </a:lnTo>
                <a:lnTo>
                  <a:pt x="96349" y="115119"/>
                </a:lnTo>
                <a:lnTo>
                  <a:pt x="94872" y="116924"/>
                </a:lnTo>
                <a:lnTo>
                  <a:pt x="96005" y="119212"/>
                </a:lnTo>
                <a:lnTo>
                  <a:pt x="94799" y="120359"/>
                </a:lnTo>
                <a:lnTo>
                  <a:pt x="92490" y="119190"/>
                </a:lnTo>
                <a:lnTo>
                  <a:pt x="91489" y="120184"/>
                </a:lnTo>
                <a:lnTo>
                  <a:pt x="92373" y="123056"/>
                </a:lnTo>
                <a:lnTo>
                  <a:pt x="90078" y="124182"/>
                </a:lnTo>
                <a:lnTo>
                  <a:pt x="86869" y="122793"/>
                </a:lnTo>
                <a:lnTo>
                  <a:pt x="84260" y="123443"/>
                </a:lnTo>
                <a:lnTo>
                  <a:pt x="81805" y="122859"/>
                </a:lnTo>
                <a:lnTo>
                  <a:pt x="81118" y="123546"/>
                </a:lnTo>
                <a:lnTo>
                  <a:pt x="81658" y="126739"/>
                </a:lnTo>
                <a:lnTo>
                  <a:pt x="78260" y="1274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15990752" y="10009941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5" h="113665">
                <a:moveTo>
                  <a:pt x="71258" y="113657"/>
                </a:moveTo>
                <a:lnTo>
                  <a:pt x="66990" y="112970"/>
                </a:lnTo>
                <a:lnTo>
                  <a:pt x="44136" y="112970"/>
                </a:lnTo>
                <a:lnTo>
                  <a:pt x="41344" y="113438"/>
                </a:lnTo>
                <a:lnTo>
                  <a:pt x="38969" y="112904"/>
                </a:lnTo>
                <a:lnTo>
                  <a:pt x="39524" y="109725"/>
                </a:lnTo>
                <a:lnTo>
                  <a:pt x="38830" y="109031"/>
                </a:lnTo>
                <a:lnTo>
                  <a:pt x="36374" y="109615"/>
                </a:lnTo>
                <a:lnTo>
                  <a:pt x="33780" y="108972"/>
                </a:lnTo>
                <a:lnTo>
                  <a:pt x="30528" y="110368"/>
                </a:lnTo>
                <a:lnTo>
                  <a:pt x="28255" y="109221"/>
                </a:lnTo>
                <a:lnTo>
                  <a:pt x="29146" y="106363"/>
                </a:lnTo>
                <a:lnTo>
                  <a:pt x="28152" y="105369"/>
                </a:lnTo>
                <a:lnTo>
                  <a:pt x="25821" y="106538"/>
                </a:lnTo>
                <a:lnTo>
                  <a:pt x="24651" y="105369"/>
                </a:lnTo>
                <a:lnTo>
                  <a:pt x="25821" y="103030"/>
                </a:lnTo>
                <a:lnTo>
                  <a:pt x="24659" y="101868"/>
                </a:lnTo>
                <a:lnTo>
                  <a:pt x="22437" y="102884"/>
                </a:lnTo>
                <a:lnTo>
                  <a:pt x="21019" y="102007"/>
                </a:lnTo>
                <a:lnTo>
                  <a:pt x="18797" y="103023"/>
                </a:lnTo>
                <a:lnTo>
                  <a:pt x="17737" y="101956"/>
                </a:lnTo>
                <a:lnTo>
                  <a:pt x="18790" y="99310"/>
                </a:lnTo>
                <a:lnTo>
                  <a:pt x="17525" y="98469"/>
                </a:lnTo>
                <a:lnTo>
                  <a:pt x="15304" y="99522"/>
                </a:lnTo>
                <a:lnTo>
                  <a:pt x="14134" y="98352"/>
                </a:lnTo>
                <a:lnTo>
                  <a:pt x="15304" y="96014"/>
                </a:lnTo>
                <a:lnTo>
                  <a:pt x="14353" y="95063"/>
                </a:lnTo>
                <a:lnTo>
                  <a:pt x="11401" y="95875"/>
                </a:lnTo>
                <a:lnTo>
                  <a:pt x="10480" y="93726"/>
                </a:lnTo>
                <a:lnTo>
                  <a:pt x="12307" y="89867"/>
                </a:lnTo>
                <a:lnTo>
                  <a:pt x="10772" y="87828"/>
                </a:lnTo>
                <a:lnTo>
                  <a:pt x="8229" y="88939"/>
                </a:lnTo>
                <a:lnTo>
                  <a:pt x="7213" y="87923"/>
                </a:lnTo>
                <a:lnTo>
                  <a:pt x="8265" y="85277"/>
                </a:lnTo>
                <a:lnTo>
                  <a:pt x="7271" y="84612"/>
                </a:lnTo>
                <a:lnTo>
                  <a:pt x="4406" y="85321"/>
                </a:lnTo>
                <a:lnTo>
                  <a:pt x="3296" y="83106"/>
                </a:lnTo>
                <a:lnTo>
                  <a:pt x="4684" y="79861"/>
                </a:lnTo>
                <a:lnTo>
                  <a:pt x="4041" y="77267"/>
                </a:lnTo>
                <a:lnTo>
                  <a:pt x="4626" y="74811"/>
                </a:lnTo>
                <a:lnTo>
                  <a:pt x="3932" y="74117"/>
                </a:lnTo>
                <a:lnTo>
                  <a:pt x="752" y="74672"/>
                </a:lnTo>
                <a:lnTo>
                  <a:pt x="0" y="71303"/>
                </a:lnTo>
                <a:lnTo>
                  <a:pt x="686" y="67020"/>
                </a:lnTo>
                <a:lnTo>
                  <a:pt x="686" y="44166"/>
                </a:lnTo>
                <a:lnTo>
                  <a:pt x="226" y="41389"/>
                </a:lnTo>
                <a:lnTo>
                  <a:pt x="752" y="39006"/>
                </a:lnTo>
                <a:lnTo>
                  <a:pt x="3939" y="39554"/>
                </a:lnTo>
                <a:lnTo>
                  <a:pt x="4626" y="38867"/>
                </a:lnTo>
                <a:lnTo>
                  <a:pt x="4041" y="36412"/>
                </a:lnTo>
                <a:lnTo>
                  <a:pt x="4692" y="33795"/>
                </a:lnTo>
                <a:lnTo>
                  <a:pt x="3310" y="30616"/>
                </a:lnTo>
                <a:lnTo>
                  <a:pt x="4421" y="28306"/>
                </a:lnTo>
                <a:lnTo>
                  <a:pt x="7308" y="29176"/>
                </a:lnTo>
                <a:lnTo>
                  <a:pt x="8192" y="28285"/>
                </a:lnTo>
                <a:lnTo>
                  <a:pt x="7140" y="25639"/>
                </a:lnTo>
                <a:lnTo>
                  <a:pt x="8105" y="25003"/>
                </a:lnTo>
                <a:lnTo>
                  <a:pt x="11043" y="25653"/>
                </a:lnTo>
                <a:lnTo>
                  <a:pt x="11547" y="24521"/>
                </a:lnTo>
                <a:lnTo>
                  <a:pt x="11211" y="22591"/>
                </a:lnTo>
                <a:lnTo>
                  <a:pt x="11211" y="21202"/>
                </a:lnTo>
                <a:lnTo>
                  <a:pt x="10882" y="18659"/>
                </a:lnTo>
                <a:lnTo>
                  <a:pt x="11700" y="17658"/>
                </a:lnTo>
                <a:lnTo>
                  <a:pt x="14171" y="18798"/>
                </a:lnTo>
                <a:lnTo>
                  <a:pt x="15209" y="17760"/>
                </a:lnTo>
                <a:lnTo>
                  <a:pt x="14156" y="15114"/>
                </a:lnTo>
                <a:lnTo>
                  <a:pt x="15479" y="14237"/>
                </a:lnTo>
                <a:lnTo>
                  <a:pt x="17533" y="15326"/>
                </a:lnTo>
                <a:lnTo>
                  <a:pt x="18819" y="14244"/>
                </a:lnTo>
                <a:lnTo>
                  <a:pt x="17672" y="11789"/>
                </a:lnTo>
                <a:lnTo>
                  <a:pt x="18819" y="10634"/>
                </a:lnTo>
                <a:lnTo>
                  <a:pt x="21048" y="11745"/>
                </a:lnTo>
                <a:lnTo>
                  <a:pt x="22415" y="10721"/>
                </a:lnTo>
                <a:lnTo>
                  <a:pt x="24644" y="11832"/>
                </a:lnTo>
                <a:lnTo>
                  <a:pt x="25821" y="10648"/>
                </a:lnTo>
                <a:lnTo>
                  <a:pt x="24651" y="8310"/>
                </a:lnTo>
                <a:lnTo>
                  <a:pt x="25821" y="7140"/>
                </a:lnTo>
                <a:lnTo>
                  <a:pt x="28159" y="8309"/>
                </a:lnTo>
                <a:lnTo>
                  <a:pt x="29249" y="7213"/>
                </a:lnTo>
                <a:lnTo>
                  <a:pt x="28160" y="4633"/>
                </a:lnTo>
                <a:lnTo>
                  <a:pt x="29460" y="3698"/>
                </a:lnTo>
                <a:lnTo>
                  <a:pt x="31397" y="4531"/>
                </a:lnTo>
                <a:lnTo>
                  <a:pt x="34291" y="3486"/>
                </a:lnTo>
                <a:lnTo>
                  <a:pt x="37142" y="4801"/>
                </a:lnTo>
                <a:lnTo>
                  <a:pt x="39261" y="4224"/>
                </a:lnTo>
                <a:lnTo>
                  <a:pt x="39590" y="4136"/>
                </a:lnTo>
                <a:lnTo>
                  <a:pt x="38976" y="1001"/>
                </a:lnTo>
                <a:lnTo>
                  <a:pt x="39641" y="336"/>
                </a:lnTo>
                <a:lnTo>
                  <a:pt x="42199" y="803"/>
                </a:lnTo>
                <a:lnTo>
                  <a:pt x="47213" y="58"/>
                </a:lnTo>
                <a:lnTo>
                  <a:pt x="52300" y="716"/>
                </a:lnTo>
                <a:lnTo>
                  <a:pt x="60215" y="716"/>
                </a:lnTo>
                <a:lnTo>
                  <a:pt x="63943" y="336"/>
                </a:lnTo>
                <a:lnTo>
                  <a:pt x="68372" y="833"/>
                </a:lnTo>
                <a:lnTo>
                  <a:pt x="73758" y="0"/>
                </a:lnTo>
                <a:lnTo>
                  <a:pt x="74584" y="1015"/>
                </a:lnTo>
                <a:lnTo>
                  <a:pt x="74043" y="4143"/>
                </a:lnTo>
                <a:lnTo>
                  <a:pt x="76323" y="4765"/>
                </a:lnTo>
                <a:lnTo>
                  <a:pt x="79298" y="4224"/>
                </a:lnTo>
                <a:lnTo>
                  <a:pt x="82214" y="4224"/>
                </a:lnTo>
                <a:lnTo>
                  <a:pt x="84093" y="3895"/>
                </a:lnTo>
                <a:lnTo>
                  <a:pt x="85306" y="4407"/>
                </a:lnTo>
                <a:lnTo>
                  <a:pt x="84502" y="7367"/>
                </a:lnTo>
                <a:lnTo>
                  <a:pt x="85452" y="8317"/>
                </a:lnTo>
                <a:lnTo>
                  <a:pt x="87791" y="7148"/>
                </a:lnTo>
                <a:lnTo>
                  <a:pt x="88960" y="8317"/>
                </a:lnTo>
                <a:lnTo>
                  <a:pt x="87791" y="10656"/>
                </a:lnTo>
                <a:lnTo>
                  <a:pt x="88953" y="11818"/>
                </a:lnTo>
                <a:lnTo>
                  <a:pt x="91175" y="10802"/>
                </a:lnTo>
                <a:lnTo>
                  <a:pt x="92592" y="11679"/>
                </a:lnTo>
                <a:lnTo>
                  <a:pt x="94821" y="10663"/>
                </a:lnTo>
                <a:lnTo>
                  <a:pt x="95881" y="11730"/>
                </a:lnTo>
                <a:lnTo>
                  <a:pt x="94829" y="14376"/>
                </a:lnTo>
                <a:lnTo>
                  <a:pt x="96086" y="15209"/>
                </a:lnTo>
                <a:lnTo>
                  <a:pt x="98330" y="14164"/>
                </a:lnTo>
                <a:lnTo>
                  <a:pt x="99484" y="15348"/>
                </a:lnTo>
                <a:lnTo>
                  <a:pt x="98315" y="17665"/>
                </a:lnTo>
                <a:lnTo>
                  <a:pt x="99272" y="18622"/>
                </a:lnTo>
                <a:lnTo>
                  <a:pt x="102225" y="17818"/>
                </a:lnTo>
                <a:lnTo>
                  <a:pt x="103146" y="19967"/>
                </a:lnTo>
                <a:lnTo>
                  <a:pt x="101319" y="23819"/>
                </a:lnTo>
                <a:lnTo>
                  <a:pt x="102846" y="25858"/>
                </a:lnTo>
                <a:lnTo>
                  <a:pt x="105390" y="24747"/>
                </a:lnTo>
                <a:lnTo>
                  <a:pt x="106406" y="25763"/>
                </a:lnTo>
                <a:lnTo>
                  <a:pt x="105353" y="28408"/>
                </a:lnTo>
                <a:lnTo>
                  <a:pt x="106347" y="29074"/>
                </a:lnTo>
                <a:lnTo>
                  <a:pt x="109212" y="28365"/>
                </a:lnTo>
                <a:lnTo>
                  <a:pt x="110323" y="30579"/>
                </a:lnTo>
                <a:lnTo>
                  <a:pt x="108927" y="33824"/>
                </a:lnTo>
                <a:lnTo>
                  <a:pt x="109570" y="36419"/>
                </a:lnTo>
                <a:lnTo>
                  <a:pt x="108986" y="38874"/>
                </a:lnTo>
                <a:lnTo>
                  <a:pt x="109680" y="39562"/>
                </a:lnTo>
                <a:lnTo>
                  <a:pt x="112859" y="39013"/>
                </a:lnTo>
                <a:lnTo>
                  <a:pt x="113612" y="42383"/>
                </a:lnTo>
                <a:lnTo>
                  <a:pt x="112925" y="46665"/>
                </a:lnTo>
                <a:lnTo>
                  <a:pt x="112925" y="69512"/>
                </a:lnTo>
                <a:lnTo>
                  <a:pt x="113385" y="72290"/>
                </a:lnTo>
                <a:lnTo>
                  <a:pt x="112859" y="74672"/>
                </a:lnTo>
                <a:lnTo>
                  <a:pt x="109673" y="74124"/>
                </a:lnTo>
                <a:lnTo>
                  <a:pt x="108986" y="74811"/>
                </a:lnTo>
                <a:lnTo>
                  <a:pt x="109570" y="77267"/>
                </a:lnTo>
                <a:lnTo>
                  <a:pt x="108927" y="79861"/>
                </a:lnTo>
                <a:lnTo>
                  <a:pt x="110323" y="83106"/>
                </a:lnTo>
                <a:lnTo>
                  <a:pt x="109176" y="85387"/>
                </a:lnTo>
                <a:lnTo>
                  <a:pt x="106318" y="84495"/>
                </a:lnTo>
                <a:lnTo>
                  <a:pt x="105331" y="85489"/>
                </a:lnTo>
                <a:lnTo>
                  <a:pt x="106501" y="87827"/>
                </a:lnTo>
                <a:lnTo>
                  <a:pt x="105331" y="88997"/>
                </a:lnTo>
                <a:lnTo>
                  <a:pt x="102993" y="87828"/>
                </a:lnTo>
                <a:lnTo>
                  <a:pt x="101838" y="88990"/>
                </a:lnTo>
                <a:lnTo>
                  <a:pt x="102846" y="91212"/>
                </a:lnTo>
                <a:lnTo>
                  <a:pt x="101969" y="92630"/>
                </a:lnTo>
                <a:lnTo>
                  <a:pt x="102985" y="94851"/>
                </a:lnTo>
                <a:lnTo>
                  <a:pt x="101918" y="95918"/>
                </a:lnTo>
                <a:lnTo>
                  <a:pt x="99272" y="94866"/>
                </a:lnTo>
                <a:lnTo>
                  <a:pt x="98432" y="96130"/>
                </a:lnTo>
                <a:lnTo>
                  <a:pt x="99484" y="98352"/>
                </a:lnTo>
                <a:lnTo>
                  <a:pt x="98315" y="99522"/>
                </a:lnTo>
                <a:lnTo>
                  <a:pt x="95976" y="98352"/>
                </a:lnTo>
                <a:lnTo>
                  <a:pt x="95026" y="99302"/>
                </a:lnTo>
                <a:lnTo>
                  <a:pt x="95837" y="102255"/>
                </a:lnTo>
                <a:lnTo>
                  <a:pt x="93689" y="103176"/>
                </a:lnTo>
                <a:lnTo>
                  <a:pt x="89830" y="101356"/>
                </a:lnTo>
                <a:lnTo>
                  <a:pt x="87791" y="102884"/>
                </a:lnTo>
                <a:lnTo>
                  <a:pt x="88902" y="105427"/>
                </a:lnTo>
                <a:lnTo>
                  <a:pt x="87886" y="106443"/>
                </a:lnTo>
                <a:lnTo>
                  <a:pt x="85240" y="105391"/>
                </a:lnTo>
                <a:lnTo>
                  <a:pt x="84582" y="106385"/>
                </a:lnTo>
                <a:lnTo>
                  <a:pt x="85284" y="109257"/>
                </a:lnTo>
                <a:lnTo>
                  <a:pt x="83077" y="110368"/>
                </a:lnTo>
                <a:lnTo>
                  <a:pt x="79824" y="108972"/>
                </a:lnTo>
                <a:lnTo>
                  <a:pt x="77230" y="109615"/>
                </a:lnTo>
                <a:lnTo>
                  <a:pt x="74774" y="109031"/>
                </a:lnTo>
                <a:lnTo>
                  <a:pt x="74087" y="109725"/>
                </a:lnTo>
                <a:lnTo>
                  <a:pt x="74635" y="112904"/>
                </a:lnTo>
                <a:lnTo>
                  <a:pt x="71258" y="11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15787433" y="10017162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4" h="99695">
                <a:moveTo>
                  <a:pt x="65156" y="99259"/>
                </a:moveTo>
                <a:lnTo>
                  <a:pt x="62247" y="98740"/>
                </a:lnTo>
                <a:lnTo>
                  <a:pt x="37011" y="98740"/>
                </a:lnTo>
                <a:lnTo>
                  <a:pt x="34116" y="99252"/>
                </a:lnTo>
                <a:lnTo>
                  <a:pt x="31778" y="98660"/>
                </a:lnTo>
                <a:lnTo>
                  <a:pt x="32370" y="95510"/>
                </a:lnTo>
                <a:lnTo>
                  <a:pt x="31763" y="94903"/>
                </a:lnTo>
                <a:lnTo>
                  <a:pt x="29095" y="95261"/>
                </a:lnTo>
                <a:lnTo>
                  <a:pt x="27721" y="95188"/>
                </a:lnTo>
                <a:lnTo>
                  <a:pt x="25843" y="95597"/>
                </a:lnTo>
                <a:lnTo>
                  <a:pt x="24608" y="95013"/>
                </a:lnTo>
                <a:lnTo>
                  <a:pt x="25470" y="92118"/>
                </a:lnTo>
                <a:lnTo>
                  <a:pt x="24747" y="91395"/>
                </a:lnTo>
                <a:lnTo>
                  <a:pt x="22079" y="91753"/>
                </a:lnTo>
                <a:lnTo>
                  <a:pt x="20888" y="91687"/>
                </a:lnTo>
                <a:lnTo>
                  <a:pt x="18607" y="92096"/>
                </a:lnTo>
                <a:lnTo>
                  <a:pt x="17489" y="91336"/>
                </a:lnTo>
                <a:lnTo>
                  <a:pt x="18556" y="88712"/>
                </a:lnTo>
                <a:lnTo>
                  <a:pt x="17570" y="87726"/>
                </a:lnTo>
                <a:lnTo>
                  <a:pt x="14924" y="88778"/>
                </a:lnTo>
                <a:lnTo>
                  <a:pt x="14083" y="87514"/>
                </a:lnTo>
                <a:lnTo>
                  <a:pt x="15136" y="85292"/>
                </a:lnTo>
                <a:lnTo>
                  <a:pt x="13966" y="84122"/>
                </a:lnTo>
                <a:lnTo>
                  <a:pt x="11628" y="85292"/>
                </a:lnTo>
                <a:lnTo>
                  <a:pt x="10553" y="84218"/>
                </a:lnTo>
                <a:lnTo>
                  <a:pt x="11606" y="81572"/>
                </a:lnTo>
                <a:lnTo>
                  <a:pt x="10480" y="80826"/>
                </a:lnTo>
                <a:lnTo>
                  <a:pt x="7915" y="81718"/>
                </a:lnTo>
                <a:lnTo>
                  <a:pt x="6628" y="79942"/>
                </a:lnTo>
                <a:lnTo>
                  <a:pt x="8689" y="75125"/>
                </a:lnTo>
                <a:lnTo>
                  <a:pt x="7125" y="73847"/>
                </a:lnTo>
                <a:lnTo>
                  <a:pt x="4231" y="74621"/>
                </a:lnTo>
                <a:lnTo>
                  <a:pt x="3420" y="72911"/>
                </a:lnTo>
                <a:lnTo>
                  <a:pt x="5050" y="68000"/>
                </a:lnTo>
                <a:lnTo>
                  <a:pt x="3734" y="66932"/>
                </a:lnTo>
                <a:lnTo>
                  <a:pt x="592" y="67459"/>
                </a:lnTo>
                <a:lnTo>
                  <a:pt x="0" y="65149"/>
                </a:lnTo>
                <a:lnTo>
                  <a:pt x="518" y="62248"/>
                </a:lnTo>
                <a:lnTo>
                  <a:pt x="518" y="37004"/>
                </a:lnTo>
                <a:lnTo>
                  <a:pt x="7" y="34102"/>
                </a:lnTo>
                <a:lnTo>
                  <a:pt x="599" y="31771"/>
                </a:lnTo>
                <a:lnTo>
                  <a:pt x="3749" y="32355"/>
                </a:lnTo>
                <a:lnTo>
                  <a:pt x="4355" y="31749"/>
                </a:lnTo>
                <a:lnTo>
                  <a:pt x="4005" y="29089"/>
                </a:lnTo>
                <a:lnTo>
                  <a:pt x="4070" y="27714"/>
                </a:lnTo>
                <a:lnTo>
                  <a:pt x="3661" y="25836"/>
                </a:lnTo>
                <a:lnTo>
                  <a:pt x="4246" y="24601"/>
                </a:lnTo>
                <a:lnTo>
                  <a:pt x="7140" y="25463"/>
                </a:lnTo>
                <a:lnTo>
                  <a:pt x="7864" y="24740"/>
                </a:lnTo>
                <a:lnTo>
                  <a:pt x="7506" y="22072"/>
                </a:lnTo>
                <a:lnTo>
                  <a:pt x="7571" y="20895"/>
                </a:lnTo>
                <a:lnTo>
                  <a:pt x="7162" y="18579"/>
                </a:lnTo>
                <a:lnTo>
                  <a:pt x="7944" y="17482"/>
                </a:lnTo>
                <a:lnTo>
                  <a:pt x="10531" y="18564"/>
                </a:lnTo>
                <a:lnTo>
                  <a:pt x="11628" y="17468"/>
                </a:lnTo>
                <a:lnTo>
                  <a:pt x="10458" y="15129"/>
                </a:lnTo>
                <a:lnTo>
                  <a:pt x="11628" y="13959"/>
                </a:lnTo>
                <a:lnTo>
                  <a:pt x="13966" y="15129"/>
                </a:lnTo>
                <a:lnTo>
                  <a:pt x="15085" y="14018"/>
                </a:lnTo>
                <a:lnTo>
                  <a:pt x="13966" y="11482"/>
                </a:lnTo>
                <a:lnTo>
                  <a:pt x="15231" y="10517"/>
                </a:lnTo>
                <a:lnTo>
                  <a:pt x="17460" y="11635"/>
                </a:lnTo>
                <a:lnTo>
                  <a:pt x="18425" y="10670"/>
                </a:lnTo>
                <a:lnTo>
                  <a:pt x="17621" y="7718"/>
                </a:lnTo>
                <a:lnTo>
                  <a:pt x="19945" y="6724"/>
                </a:lnTo>
                <a:lnTo>
                  <a:pt x="23307" y="8544"/>
                </a:lnTo>
                <a:lnTo>
                  <a:pt x="25602" y="7228"/>
                </a:lnTo>
                <a:lnTo>
                  <a:pt x="24630" y="4465"/>
                </a:lnTo>
                <a:lnTo>
                  <a:pt x="25551" y="3544"/>
                </a:lnTo>
                <a:lnTo>
                  <a:pt x="27919" y="4253"/>
                </a:lnTo>
                <a:lnTo>
                  <a:pt x="29607" y="3654"/>
                </a:lnTo>
                <a:lnTo>
                  <a:pt x="30996" y="4385"/>
                </a:lnTo>
                <a:lnTo>
                  <a:pt x="32092" y="4019"/>
                </a:lnTo>
                <a:lnTo>
                  <a:pt x="32450" y="3910"/>
                </a:lnTo>
                <a:lnTo>
                  <a:pt x="31785" y="818"/>
                </a:lnTo>
                <a:lnTo>
                  <a:pt x="32472" y="131"/>
                </a:lnTo>
                <a:lnTo>
                  <a:pt x="35030" y="599"/>
                </a:lnTo>
                <a:lnTo>
                  <a:pt x="38889" y="0"/>
                </a:lnTo>
                <a:lnTo>
                  <a:pt x="42792" y="511"/>
                </a:lnTo>
                <a:lnTo>
                  <a:pt x="62262" y="511"/>
                </a:lnTo>
                <a:lnTo>
                  <a:pt x="65142" y="7"/>
                </a:lnTo>
                <a:lnTo>
                  <a:pt x="67481" y="591"/>
                </a:lnTo>
                <a:lnTo>
                  <a:pt x="66896" y="3749"/>
                </a:lnTo>
                <a:lnTo>
                  <a:pt x="67503" y="4348"/>
                </a:lnTo>
                <a:lnTo>
                  <a:pt x="70170" y="3998"/>
                </a:lnTo>
                <a:lnTo>
                  <a:pt x="71544" y="4063"/>
                </a:lnTo>
                <a:lnTo>
                  <a:pt x="73422" y="3654"/>
                </a:lnTo>
                <a:lnTo>
                  <a:pt x="74658" y="4246"/>
                </a:lnTo>
                <a:lnTo>
                  <a:pt x="73795" y="7133"/>
                </a:lnTo>
                <a:lnTo>
                  <a:pt x="74519" y="7857"/>
                </a:lnTo>
                <a:lnTo>
                  <a:pt x="77186" y="7506"/>
                </a:lnTo>
                <a:lnTo>
                  <a:pt x="78356" y="7564"/>
                </a:lnTo>
                <a:lnTo>
                  <a:pt x="80695" y="7155"/>
                </a:lnTo>
                <a:lnTo>
                  <a:pt x="81783" y="7944"/>
                </a:lnTo>
                <a:lnTo>
                  <a:pt x="80694" y="10524"/>
                </a:lnTo>
                <a:lnTo>
                  <a:pt x="81696" y="11525"/>
                </a:lnTo>
                <a:lnTo>
                  <a:pt x="84341" y="10473"/>
                </a:lnTo>
                <a:lnTo>
                  <a:pt x="85182" y="11738"/>
                </a:lnTo>
                <a:lnTo>
                  <a:pt x="84129" y="13959"/>
                </a:lnTo>
                <a:lnTo>
                  <a:pt x="85299" y="15129"/>
                </a:lnTo>
                <a:lnTo>
                  <a:pt x="87638" y="13959"/>
                </a:lnTo>
                <a:lnTo>
                  <a:pt x="88712" y="15034"/>
                </a:lnTo>
                <a:lnTo>
                  <a:pt x="87660" y="17679"/>
                </a:lnTo>
                <a:lnTo>
                  <a:pt x="88763" y="18418"/>
                </a:lnTo>
                <a:lnTo>
                  <a:pt x="91387" y="17548"/>
                </a:lnTo>
                <a:lnTo>
                  <a:pt x="92600" y="19324"/>
                </a:lnTo>
                <a:lnTo>
                  <a:pt x="90590" y="24133"/>
                </a:lnTo>
                <a:lnTo>
                  <a:pt x="92140" y="25405"/>
                </a:lnTo>
                <a:lnTo>
                  <a:pt x="95034" y="24630"/>
                </a:lnTo>
                <a:lnTo>
                  <a:pt x="95845" y="26340"/>
                </a:lnTo>
                <a:lnTo>
                  <a:pt x="94215" y="31252"/>
                </a:lnTo>
                <a:lnTo>
                  <a:pt x="95531" y="32319"/>
                </a:lnTo>
                <a:lnTo>
                  <a:pt x="98674" y="31792"/>
                </a:lnTo>
                <a:lnTo>
                  <a:pt x="99258" y="34102"/>
                </a:lnTo>
                <a:lnTo>
                  <a:pt x="98747" y="37003"/>
                </a:lnTo>
                <a:lnTo>
                  <a:pt x="98747" y="62247"/>
                </a:lnTo>
                <a:lnTo>
                  <a:pt x="99266" y="65149"/>
                </a:lnTo>
                <a:lnTo>
                  <a:pt x="98666" y="67480"/>
                </a:lnTo>
                <a:lnTo>
                  <a:pt x="95516" y="66888"/>
                </a:lnTo>
                <a:lnTo>
                  <a:pt x="94910" y="67495"/>
                </a:lnTo>
                <a:lnTo>
                  <a:pt x="95268" y="70163"/>
                </a:lnTo>
                <a:lnTo>
                  <a:pt x="95195" y="71537"/>
                </a:lnTo>
                <a:lnTo>
                  <a:pt x="95604" y="73415"/>
                </a:lnTo>
                <a:lnTo>
                  <a:pt x="95019" y="74650"/>
                </a:lnTo>
                <a:lnTo>
                  <a:pt x="92125" y="73788"/>
                </a:lnTo>
                <a:lnTo>
                  <a:pt x="91402" y="74511"/>
                </a:lnTo>
                <a:lnTo>
                  <a:pt x="91752" y="77179"/>
                </a:lnTo>
                <a:lnTo>
                  <a:pt x="91694" y="78348"/>
                </a:lnTo>
                <a:lnTo>
                  <a:pt x="92103" y="80687"/>
                </a:lnTo>
                <a:lnTo>
                  <a:pt x="91314" y="81776"/>
                </a:lnTo>
                <a:lnTo>
                  <a:pt x="88734" y="80687"/>
                </a:lnTo>
                <a:lnTo>
                  <a:pt x="87733" y="81688"/>
                </a:lnTo>
                <a:lnTo>
                  <a:pt x="88785" y="84334"/>
                </a:lnTo>
                <a:lnTo>
                  <a:pt x="87521" y="85175"/>
                </a:lnTo>
                <a:lnTo>
                  <a:pt x="85299" y="84123"/>
                </a:lnTo>
                <a:lnTo>
                  <a:pt x="84129" y="85292"/>
                </a:lnTo>
                <a:lnTo>
                  <a:pt x="85299" y="87631"/>
                </a:lnTo>
                <a:lnTo>
                  <a:pt x="84225" y="88705"/>
                </a:lnTo>
                <a:lnTo>
                  <a:pt x="81579" y="87653"/>
                </a:lnTo>
                <a:lnTo>
                  <a:pt x="80848" y="88756"/>
                </a:lnTo>
                <a:lnTo>
                  <a:pt x="81710" y="91380"/>
                </a:lnTo>
                <a:lnTo>
                  <a:pt x="79942" y="92593"/>
                </a:lnTo>
                <a:lnTo>
                  <a:pt x="75125" y="90583"/>
                </a:lnTo>
                <a:lnTo>
                  <a:pt x="73854" y="92133"/>
                </a:lnTo>
                <a:lnTo>
                  <a:pt x="74628" y="95027"/>
                </a:lnTo>
                <a:lnTo>
                  <a:pt x="72918" y="95838"/>
                </a:lnTo>
                <a:lnTo>
                  <a:pt x="68007" y="94208"/>
                </a:lnTo>
                <a:lnTo>
                  <a:pt x="66940" y="95524"/>
                </a:lnTo>
                <a:lnTo>
                  <a:pt x="67466" y="98667"/>
                </a:lnTo>
                <a:lnTo>
                  <a:pt x="65156" y="992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15583698" y="1002396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54858" y="85409"/>
                </a:moveTo>
                <a:lnTo>
                  <a:pt x="52001" y="84912"/>
                </a:lnTo>
                <a:lnTo>
                  <a:pt x="33751" y="84912"/>
                </a:lnTo>
                <a:lnTo>
                  <a:pt x="30871" y="85416"/>
                </a:lnTo>
                <a:lnTo>
                  <a:pt x="28533" y="84839"/>
                </a:lnTo>
                <a:lnTo>
                  <a:pt x="29110" y="81674"/>
                </a:lnTo>
                <a:lnTo>
                  <a:pt x="28255" y="80819"/>
                </a:lnTo>
                <a:lnTo>
                  <a:pt x="26033" y="81871"/>
                </a:lnTo>
                <a:lnTo>
                  <a:pt x="24630" y="80936"/>
                </a:lnTo>
                <a:lnTo>
                  <a:pt x="22408" y="81988"/>
                </a:lnTo>
                <a:lnTo>
                  <a:pt x="21392" y="80972"/>
                </a:lnTo>
                <a:lnTo>
                  <a:pt x="22327" y="78173"/>
                </a:lnTo>
                <a:lnTo>
                  <a:pt x="19996" y="76916"/>
                </a:lnTo>
                <a:lnTo>
                  <a:pt x="16722" y="78714"/>
                </a:lnTo>
                <a:lnTo>
                  <a:pt x="14361" y="77705"/>
                </a:lnTo>
                <a:lnTo>
                  <a:pt x="15172" y="74760"/>
                </a:lnTo>
                <a:lnTo>
                  <a:pt x="14215" y="73795"/>
                </a:lnTo>
                <a:lnTo>
                  <a:pt x="11891" y="74972"/>
                </a:lnTo>
                <a:lnTo>
                  <a:pt x="10707" y="73810"/>
                </a:lnTo>
                <a:lnTo>
                  <a:pt x="11883" y="71464"/>
                </a:lnTo>
                <a:lnTo>
                  <a:pt x="10809" y="70389"/>
                </a:lnTo>
                <a:lnTo>
                  <a:pt x="8163" y="71442"/>
                </a:lnTo>
                <a:lnTo>
                  <a:pt x="7250" y="70068"/>
                </a:lnTo>
                <a:lnTo>
                  <a:pt x="8317" y="68197"/>
                </a:lnTo>
                <a:lnTo>
                  <a:pt x="7337" y="66662"/>
                </a:lnTo>
                <a:lnTo>
                  <a:pt x="8368" y="64440"/>
                </a:lnTo>
                <a:lnTo>
                  <a:pt x="7367" y="63439"/>
                </a:lnTo>
                <a:lnTo>
                  <a:pt x="4546" y="64359"/>
                </a:lnTo>
                <a:lnTo>
                  <a:pt x="3310" y="62021"/>
                </a:lnTo>
                <a:lnTo>
                  <a:pt x="5108" y="58769"/>
                </a:lnTo>
                <a:lnTo>
                  <a:pt x="4092" y="56400"/>
                </a:lnTo>
                <a:lnTo>
                  <a:pt x="1140" y="57212"/>
                </a:lnTo>
                <a:lnTo>
                  <a:pt x="380" y="56452"/>
                </a:lnTo>
                <a:lnTo>
                  <a:pt x="884" y="53930"/>
                </a:lnTo>
                <a:lnTo>
                  <a:pt x="182" y="50137"/>
                </a:lnTo>
                <a:lnTo>
                  <a:pt x="774" y="46081"/>
                </a:lnTo>
                <a:lnTo>
                  <a:pt x="774" y="40533"/>
                </a:lnTo>
                <a:lnTo>
                  <a:pt x="496" y="38056"/>
                </a:lnTo>
                <a:lnTo>
                  <a:pt x="1008" y="33824"/>
                </a:lnTo>
                <a:lnTo>
                  <a:pt x="0" y="30586"/>
                </a:lnTo>
                <a:lnTo>
                  <a:pt x="964" y="28343"/>
                </a:lnTo>
                <a:lnTo>
                  <a:pt x="3910" y="29154"/>
                </a:lnTo>
                <a:lnTo>
                  <a:pt x="4794" y="28270"/>
                </a:lnTo>
                <a:lnTo>
                  <a:pt x="3983" y="25967"/>
                </a:lnTo>
                <a:lnTo>
                  <a:pt x="4582" y="24586"/>
                </a:lnTo>
                <a:lnTo>
                  <a:pt x="3771" y="22284"/>
                </a:lnTo>
                <a:lnTo>
                  <a:pt x="4648" y="21407"/>
                </a:lnTo>
                <a:lnTo>
                  <a:pt x="7601" y="22218"/>
                </a:lnTo>
                <a:lnTo>
                  <a:pt x="8507" y="20106"/>
                </a:lnTo>
                <a:lnTo>
                  <a:pt x="6694" y="16145"/>
                </a:lnTo>
                <a:lnTo>
                  <a:pt x="8251" y="14171"/>
                </a:lnTo>
                <a:lnTo>
                  <a:pt x="10758" y="15297"/>
                </a:lnTo>
                <a:lnTo>
                  <a:pt x="11788" y="14266"/>
                </a:lnTo>
                <a:lnTo>
                  <a:pt x="10736" y="11621"/>
                </a:lnTo>
                <a:lnTo>
                  <a:pt x="12110" y="10707"/>
                </a:lnTo>
                <a:lnTo>
                  <a:pt x="13988" y="11781"/>
                </a:lnTo>
                <a:lnTo>
                  <a:pt x="15362" y="10889"/>
                </a:lnTo>
                <a:lnTo>
                  <a:pt x="14325" y="8222"/>
                </a:lnTo>
                <a:lnTo>
                  <a:pt x="15136" y="7411"/>
                </a:lnTo>
                <a:lnTo>
                  <a:pt x="17803" y="7769"/>
                </a:lnTo>
                <a:lnTo>
                  <a:pt x="19192" y="7696"/>
                </a:lnTo>
                <a:lnTo>
                  <a:pt x="21034" y="8098"/>
                </a:lnTo>
                <a:lnTo>
                  <a:pt x="22276" y="7535"/>
                </a:lnTo>
                <a:lnTo>
                  <a:pt x="21436" y="4619"/>
                </a:lnTo>
                <a:lnTo>
                  <a:pt x="22152" y="3902"/>
                </a:lnTo>
                <a:lnTo>
                  <a:pt x="24820" y="4261"/>
                </a:lnTo>
                <a:lnTo>
                  <a:pt x="26347" y="4158"/>
                </a:lnTo>
                <a:lnTo>
                  <a:pt x="27860" y="4524"/>
                </a:lnTo>
                <a:lnTo>
                  <a:pt x="28839" y="4231"/>
                </a:lnTo>
                <a:lnTo>
                  <a:pt x="29190" y="4122"/>
                </a:lnTo>
                <a:lnTo>
                  <a:pt x="28532" y="1030"/>
                </a:lnTo>
                <a:lnTo>
                  <a:pt x="29241" y="321"/>
                </a:lnTo>
                <a:lnTo>
                  <a:pt x="31748" y="847"/>
                </a:lnTo>
                <a:lnTo>
                  <a:pt x="34474" y="292"/>
                </a:lnTo>
                <a:lnTo>
                  <a:pt x="37186" y="723"/>
                </a:lnTo>
                <a:lnTo>
                  <a:pt x="49508" y="723"/>
                </a:lnTo>
                <a:lnTo>
                  <a:pt x="53879" y="0"/>
                </a:lnTo>
                <a:lnTo>
                  <a:pt x="57212" y="796"/>
                </a:lnTo>
                <a:lnTo>
                  <a:pt x="56634" y="3961"/>
                </a:lnTo>
                <a:lnTo>
                  <a:pt x="57489" y="4816"/>
                </a:lnTo>
                <a:lnTo>
                  <a:pt x="59711" y="3764"/>
                </a:lnTo>
                <a:lnTo>
                  <a:pt x="61114" y="4699"/>
                </a:lnTo>
                <a:lnTo>
                  <a:pt x="63336" y="3647"/>
                </a:lnTo>
                <a:lnTo>
                  <a:pt x="64352" y="4662"/>
                </a:lnTo>
                <a:lnTo>
                  <a:pt x="63417" y="7469"/>
                </a:lnTo>
                <a:lnTo>
                  <a:pt x="65748" y="8726"/>
                </a:lnTo>
                <a:lnTo>
                  <a:pt x="69022" y="6921"/>
                </a:lnTo>
                <a:lnTo>
                  <a:pt x="71383" y="7930"/>
                </a:lnTo>
                <a:lnTo>
                  <a:pt x="70572" y="10882"/>
                </a:lnTo>
                <a:lnTo>
                  <a:pt x="71522" y="11832"/>
                </a:lnTo>
                <a:lnTo>
                  <a:pt x="73861" y="10663"/>
                </a:lnTo>
                <a:lnTo>
                  <a:pt x="75030" y="11832"/>
                </a:lnTo>
                <a:lnTo>
                  <a:pt x="73861" y="14171"/>
                </a:lnTo>
                <a:lnTo>
                  <a:pt x="74811" y="15129"/>
                </a:lnTo>
                <a:lnTo>
                  <a:pt x="77763" y="14317"/>
                </a:lnTo>
                <a:lnTo>
                  <a:pt x="78765" y="16671"/>
                </a:lnTo>
                <a:lnTo>
                  <a:pt x="76967" y="19945"/>
                </a:lnTo>
                <a:lnTo>
                  <a:pt x="78224" y="22276"/>
                </a:lnTo>
                <a:lnTo>
                  <a:pt x="81023" y="21341"/>
                </a:lnTo>
                <a:lnTo>
                  <a:pt x="82039" y="22357"/>
                </a:lnTo>
                <a:lnTo>
                  <a:pt x="80987" y="24579"/>
                </a:lnTo>
                <a:lnTo>
                  <a:pt x="81922" y="25982"/>
                </a:lnTo>
                <a:lnTo>
                  <a:pt x="80870" y="28196"/>
                </a:lnTo>
                <a:lnTo>
                  <a:pt x="81717" y="29052"/>
                </a:lnTo>
                <a:lnTo>
                  <a:pt x="84889" y="28482"/>
                </a:lnTo>
                <a:lnTo>
                  <a:pt x="85445" y="30850"/>
                </a:lnTo>
                <a:lnTo>
                  <a:pt x="84962" y="33671"/>
                </a:lnTo>
                <a:lnTo>
                  <a:pt x="84962" y="51935"/>
                </a:lnTo>
                <a:lnTo>
                  <a:pt x="85467" y="54807"/>
                </a:lnTo>
                <a:lnTo>
                  <a:pt x="84882" y="57153"/>
                </a:lnTo>
                <a:lnTo>
                  <a:pt x="81725" y="56576"/>
                </a:lnTo>
                <a:lnTo>
                  <a:pt x="80870" y="57431"/>
                </a:lnTo>
                <a:lnTo>
                  <a:pt x="81922" y="59653"/>
                </a:lnTo>
                <a:lnTo>
                  <a:pt x="80987" y="61056"/>
                </a:lnTo>
                <a:lnTo>
                  <a:pt x="82039" y="63278"/>
                </a:lnTo>
                <a:lnTo>
                  <a:pt x="81023" y="64294"/>
                </a:lnTo>
                <a:lnTo>
                  <a:pt x="78217" y="63358"/>
                </a:lnTo>
                <a:lnTo>
                  <a:pt x="76967" y="65690"/>
                </a:lnTo>
                <a:lnTo>
                  <a:pt x="78765" y="68964"/>
                </a:lnTo>
                <a:lnTo>
                  <a:pt x="77763" y="71318"/>
                </a:lnTo>
                <a:lnTo>
                  <a:pt x="74811" y="70514"/>
                </a:lnTo>
                <a:lnTo>
                  <a:pt x="73861" y="71464"/>
                </a:lnTo>
                <a:lnTo>
                  <a:pt x="75030" y="73802"/>
                </a:lnTo>
                <a:lnTo>
                  <a:pt x="73861" y="74972"/>
                </a:lnTo>
                <a:lnTo>
                  <a:pt x="71522" y="73803"/>
                </a:lnTo>
                <a:lnTo>
                  <a:pt x="70572" y="74753"/>
                </a:lnTo>
                <a:lnTo>
                  <a:pt x="71383" y="77705"/>
                </a:lnTo>
                <a:lnTo>
                  <a:pt x="69022" y="78714"/>
                </a:lnTo>
                <a:lnTo>
                  <a:pt x="65748" y="76916"/>
                </a:lnTo>
                <a:lnTo>
                  <a:pt x="63417" y="78173"/>
                </a:lnTo>
                <a:lnTo>
                  <a:pt x="64352" y="80972"/>
                </a:lnTo>
                <a:lnTo>
                  <a:pt x="63336" y="81988"/>
                </a:lnTo>
                <a:lnTo>
                  <a:pt x="61114" y="80936"/>
                </a:lnTo>
                <a:lnTo>
                  <a:pt x="59711" y="81871"/>
                </a:lnTo>
                <a:lnTo>
                  <a:pt x="57489" y="80819"/>
                </a:lnTo>
                <a:lnTo>
                  <a:pt x="56634" y="81674"/>
                </a:lnTo>
                <a:lnTo>
                  <a:pt x="57212" y="84839"/>
                </a:lnTo>
                <a:lnTo>
                  <a:pt x="54858" y="854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3" name="object 333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5380555" y="10030976"/>
            <a:ext cx="71354" cy="71340"/>
          </a:xfrm>
          <a:prstGeom prst="rect">
            <a:avLst/>
          </a:prstGeom>
        </p:spPr>
      </p:pic>
      <p:sp>
        <p:nvSpPr>
          <p:cNvPr id="334" name="object 334"/>
          <p:cNvSpPr/>
          <p:nvPr/>
        </p:nvSpPr>
        <p:spPr>
          <a:xfrm>
            <a:off x="15180321" y="10041909"/>
            <a:ext cx="50800" cy="50165"/>
          </a:xfrm>
          <a:custGeom>
            <a:avLst/>
            <a:gdLst/>
            <a:ahLst/>
            <a:cxnLst/>
            <a:rect l="l" t="t" r="r" b="b"/>
            <a:pathLst>
              <a:path w="50800" h="50165">
                <a:moveTo>
                  <a:pt x="30264" y="49940"/>
                </a:moveTo>
                <a:lnTo>
                  <a:pt x="27385" y="49436"/>
                </a:lnTo>
                <a:lnTo>
                  <a:pt x="23175" y="49436"/>
                </a:lnTo>
                <a:lnTo>
                  <a:pt x="20296" y="49940"/>
                </a:lnTo>
                <a:lnTo>
                  <a:pt x="17643" y="49282"/>
                </a:lnTo>
                <a:lnTo>
                  <a:pt x="15187" y="49867"/>
                </a:lnTo>
                <a:lnTo>
                  <a:pt x="14171" y="48851"/>
                </a:lnTo>
                <a:lnTo>
                  <a:pt x="15223" y="46629"/>
                </a:lnTo>
                <a:lnTo>
                  <a:pt x="14756" y="45928"/>
                </a:lnTo>
                <a:lnTo>
                  <a:pt x="14054" y="45460"/>
                </a:lnTo>
                <a:lnTo>
                  <a:pt x="11832" y="46512"/>
                </a:lnTo>
                <a:lnTo>
                  <a:pt x="10758" y="45438"/>
                </a:lnTo>
                <a:lnTo>
                  <a:pt x="11810" y="42792"/>
                </a:lnTo>
                <a:lnTo>
                  <a:pt x="10546" y="41952"/>
                </a:lnTo>
                <a:lnTo>
                  <a:pt x="8324" y="43004"/>
                </a:lnTo>
                <a:lnTo>
                  <a:pt x="7155" y="41835"/>
                </a:lnTo>
                <a:lnTo>
                  <a:pt x="8324" y="39496"/>
                </a:lnTo>
                <a:lnTo>
                  <a:pt x="7250" y="38422"/>
                </a:lnTo>
                <a:lnTo>
                  <a:pt x="4604" y="39474"/>
                </a:lnTo>
                <a:lnTo>
                  <a:pt x="3690" y="38100"/>
                </a:lnTo>
                <a:lnTo>
                  <a:pt x="4662" y="36287"/>
                </a:lnTo>
                <a:lnTo>
                  <a:pt x="4231" y="35403"/>
                </a:lnTo>
                <a:lnTo>
                  <a:pt x="3530" y="34935"/>
                </a:lnTo>
                <a:lnTo>
                  <a:pt x="1308" y="35987"/>
                </a:lnTo>
                <a:lnTo>
                  <a:pt x="277" y="34957"/>
                </a:lnTo>
                <a:lnTo>
                  <a:pt x="898" y="32531"/>
                </a:lnTo>
                <a:lnTo>
                  <a:pt x="175" y="29929"/>
                </a:lnTo>
                <a:lnTo>
                  <a:pt x="723" y="26932"/>
                </a:lnTo>
                <a:lnTo>
                  <a:pt x="723" y="23746"/>
                </a:lnTo>
                <a:lnTo>
                  <a:pt x="584" y="22496"/>
                </a:lnTo>
                <a:lnTo>
                  <a:pt x="847" y="20318"/>
                </a:lnTo>
                <a:lnTo>
                  <a:pt x="0" y="14939"/>
                </a:lnTo>
                <a:lnTo>
                  <a:pt x="1425" y="13777"/>
                </a:lnTo>
                <a:lnTo>
                  <a:pt x="3435" y="14807"/>
                </a:lnTo>
                <a:lnTo>
                  <a:pt x="4231" y="14354"/>
                </a:lnTo>
                <a:lnTo>
                  <a:pt x="4699" y="13652"/>
                </a:lnTo>
                <a:lnTo>
                  <a:pt x="3646" y="11431"/>
                </a:lnTo>
                <a:lnTo>
                  <a:pt x="4721" y="10356"/>
                </a:lnTo>
                <a:lnTo>
                  <a:pt x="7367" y="11408"/>
                </a:lnTo>
                <a:lnTo>
                  <a:pt x="8207" y="10144"/>
                </a:lnTo>
                <a:lnTo>
                  <a:pt x="7155" y="7922"/>
                </a:lnTo>
                <a:lnTo>
                  <a:pt x="8324" y="6760"/>
                </a:lnTo>
                <a:lnTo>
                  <a:pt x="10663" y="7930"/>
                </a:lnTo>
                <a:lnTo>
                  <a:pt x="11737" y="6855"/>
                </a:lnTo>
                <a:lnTo>
                  <a:pt x="10685" y="4210"/>
                </a:lnTo>
                <a:lnTo>
                  <a:pt x="12059" y="3296"/>
                </a:lnTo>
                <a:lnTo>
                  <a:pt x="13871" y="4268"/>
                </a:lnTo>
                <a:lnTo>
                  <a:pt x="14756" y="3837"/>
                </a:lnTo>
                <a:lnTo>
                  <a:pt x="15084" y="3471"/>
                </a:lnTo>
                <a:lnTo>
                  <a:pt x="14346" y="497"/>
                </a:lnTo>
                <a:lnTo>
                  <a:pt x="15552" y="7"/>
                </a:lnTo>
                <a:lnTo>
                  <a:pt x="17394" y="328"/>
                </a:lnTo>
                <a:lnTo>
                  <a:pt x="33159" y="328"/>
                </a:lnTo>
                <a:lnTo>
                  <a:pt x="35022" y="0"/>
                </a:lnTo>
                <a:lnTo>
                  <a:pt x="36221" y="504"/>
                </a:lnTo>
                <a:lnTo>
                  <a:pt x="35476" y="3464"/>
                </a:lnTo>
                <a:lnTo>
                  <a:pt x="35804" y="3837"/>
                </a:lnTo>
                <a:lnTo>
                  <a:pt x="36506" y="4304"/>
                </a:lnTo>
                <a:lnTo>
                  <a:pt x="38728" y="3252"/>
                </a:lnTo>
                <a:lnTo>
                  <a:pt x="39802" y="4326"/>
                </a:lnTo>
                <a:lnTo>
                  <a:pt x="38750" y="6972"/>
                </a:lnTo>
                <a:lnTo>
                  <a:pt x="40014" y="7805"/>
                </a:lnTo>
                <a:lnTo>
                  <a:pt x="42236" y="6760"/>
                </a:lnTo>
                <a:lnTo>
                  <a:pt x="43398" y="7930"/>
                </a:lnTo>
                <a:lnTo>
                  <a:pt x="42229" y="10261"/>
                </a:lnTo>
                <a:lnTo>
                  <a:pt x="43303" y="11335"/>
                </a:lnTo>
                <a:lnTo>
                  <a:pt x="45949" y="10283"/>
                </a:lnTo>
                <a:lnTo>
                  <a:pt x="46862" y="11657"/>
                </a:lnTo>
                <a:lnTo>
                  <a:pt x="45890" y="13470"/>
                </a:lnTo>
                <a:lnTo>
                  <a:pt x="46322" y="14354"/>
                </a:lnTo>
                <a:lnTo>
                  <a:pt x="47023" y="14814"/>
                </a:lnTo>
                <a:lnTo>
                  <a:pt x="49245" y="13769"/>
                </a:lnTo>
                <a:lnTo>
                  <a:pt x="50159" y="14683"/>
                </a:lnTo>
                <a:lnTo>
                  <a:pt x="49800" y="17351"/>
                </a:lnTo>
                <a:lnTo>
                  <a:pt x="50012" y="21341"/>
                </a:lnTo>
                <a:lnTo>
                  <a:pt x="49830" y="24893"/>
                </a:lnTo>
                <a:lnTo>
                  <a:pt x="49830" y="29359"/>
                </a:lnTo>
                <a:lnTo>
                  <a:pt x="50115" y="30952"/>
                </a:lnTo>
                <a:lnTo>
                  <a:pt x="49632" y="32531"/>
                </a:lnTo>
                <a:lnTo>
                  <a:pt x="50283" y="34935"/>
                </a:lnTo>
                <a:lnTo>
                  <a:pt x="49245" y="35980"/>
                </a:lnTo>
                <a:lnTo>
                  <a:pt x="47023" y="34957"/>
                </a:lnTo>
                <a:lnTo>
                  <a:pt x="46322" y="35403"/>
                </a:lnTo>
                <a:lnTo>
                  <a:pt x="45854" y="36105"/>
                </a:lnTo>
                <a:lnTo>
                  <a:pt x="46906" y="38326"/>
                </a:lnTo>
                <a:lnTo>
                  <a:pt x="45832" y="39401"/>
                </a:lnTo>
                <a:lnTo>
                  <a:pt x="43186" y="38348"/>
                </a:lnTo>
                <a:lnTo>
                  <a:pt x="42353" y="39613"/>
                </a:lnTo>
                <a:lnTo>
                  <a:pt x="43398" y="41835"/>
                </a:lnTo>
                <a:lnTo>
                  <a:pt x="42229" y="43004"/>
                </a:lnTo>
                <a:lnTo>
                  <a:pt x="39890" y="41835"/>
                </a:lnTo>
                <a:lnTo>
                  <a:pt x="38823" y="42909"/>
                </a:lnTo>
                <a:lnTo>
                  <a:pt x="39875" y="45555"/>
                </a:lnTo>
                <a:lnTo>
                  <a:pt x="38501" y="46468"/>
                </a:lnTo>
                <a:lnTo>
                  <a:pt x="36689" y="45496"/>
                </a:lnTo>
                <a:lnTo>
                  <a:pt x="35804" y="45928"/>
                </a:lnTo>
                <a:lnTo>
                  <a:pt x="35344" y="46629"/>
                </a:lnTo>
                <a:lnTo>
                  <a:pt x="36389" y="48851"/>
                </a:lnTo>
                <a:lnTo>
                  <a:pt x="35373" y="49867"/>
                </a:lnTo>
                <a:lnTo>
                  <a:pt x="32918" y="49282"/>
                </a:lnTo>
                <a:lnTo>
                  <a:pt x="30264" y="49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14980321" y="10052009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09">
                <a:moveTo>
                  <a:pt x="18943" y="950"/>
                </a:moveTo>
                <a:lnTo>
                  <a:pt x="7431" y="950"/>
                </a:lnTo>
                <a:lnTo>
                  <a:pt x="9004" y="0"/>
                </a:lnTo>
                <a:lnTo>
                  <a:pt x="13287" y="752"/>
                </a:lnTo>
                <a:lnTo>
                  <a:pt x="18287" y="752"/>
                </a:lnTo>
                <a:lnTo>
                  <a:pt x="18943" y="950"/>
                </a:lnTo>
                <a:close/>
              </a:path>
              <a:path w="29844" h="29209">
                <a:moveTo>
                  <a:pt x="22503" y="4721"/>
                </a:moveTo>
                <a:lnTo>
                  <a:pt x="7067" y="4721"/>
                </a:lnTo>
                <a:lnTo>
                  <a:pt x="7769" y="4260"/>
                </a:lnTo>
                <a:lnTo>
                  <a:pt x="8374" y="3559"/>
                </a:lnTo>
                <a:lnTo>
                  <a:pt x="8110" y="3559"/>
                </a:lnTo>
                <a:lnTo>
                  <a:pt x="7212" y="950"/>
                </a:lnTo>
                <a:lnTo>
                  <a:pt x="18943" y="950"/>
                </a:lnTo>
                <a:lnTo>
                  <a:pt x="21348" y="299"/>
                </a:lnTo>
                <a:lnTo>
                  <a:pt x="22386" y="1337"/>
                </a:lnTo>
                <a:lnTo>
                  <a:pt x="21333" y="3559"/>
                </a:lnTo>
                <a:lnTo>
                  <a:pt x="21801" y="4260"/>
                </a:lnTo>
                <a:lnTo>
                  <a:pt x="22503" y="4721"/>
                </a:lnTo>
                <a:close/>
              </a:path>
              <a:path w="29844" h="29209">
                <a:moveTo>
                  <a:pt x="18287" y="752"/>
                </a:moveTo>
                <a:lnTo>
                  <a:pt x="15764" y="752"/>
                </a:lnTo>
                <a:lnTo>
                  <a:pt x="17365" y="475"/>
                </a:lnTo>
                <a:lnTo>
                  <a:pt x="18287" y="752"/>
                </a:lnTo>
                <a:close/>
              </a:path>
              <a:path w="29844" h="29209">
                <a:moveTo>
                  <a:pt x="7067" y="4721"/>
                </a:moveTo>
                <a:lnTo>
                  <a:pt x="3800" y="4721"/>
                </a:lnTo>
                <a:lnTo>
                  <a:pt x="4962" y="3559"/>
                </a:lnTo>
                <a:lnTo>
                  <a:pt x="4597" y="3559"/>
                </a:lnTo>
                <a:lnTo>
                  <a:pt x="7067" y="4721"/>
                </a:lnTo>
                <a:close/>
              </a:path>
              <a:path w="29844" h="29209">
                <a:moveTo>
                  <a:pt x="25770" y="4721"/>
                </a:moveTo>
                <a:lnTo>
                  <a:pt x="22503" y="4721"/>
                </a:lnTo>
                <a:lnTo>
                  <a:pt x="24974" y="3559"/>
                </a:lnTo>
                <a:lnTo>
                  <a:pt x="24607" y="3559"/>
                </a:lnTo>
                <a:lnTo>
                  <a:pt x="25770" y="4721"/>
                </a:lnTo>
                <a:close/>
              </a:path>
              <a:path w="29844" h="29209">
                <a:moveTo>
                  <a:pt x="25754" y="8207"/>
                </a:moveTo>
                <a:lnTo>
                  <a:pt x="3720" y="8207"/>
                </a:lnTo>
                <a:lnTo>
                  <a:pt x="4260" y="7761"/>
                </a:lnTo>
                <a:lnTo>
                  <a:pt x="4728" y="7060"/>
                </a:lnTo>
                <a:lnTo>
                  <a:pt x="3617" y="4721"/>
                </a:lnTo>
                <a:lnTo>
                  <a:pt x="25956" y="4721"/>
                </a:lnTo>
                <a:lnTo>
                  <a:pt x="24787" y="7060"/>
                </a:lnTo>
                <a:lnTo>
                  <a:pt x="24600" y="7060"/>
                </a:lnTo>
                <a:lnTo>
                  <a:pt x="25754" y="8207"/>
                </a:lnTo>
                <a:close/>
              </a:path>
              <a:path w="29844" h="29209">
                <a:moveTo>
                  <a:pt x="1181" y="22218"/>
                </a:moveTo>
                <a:lnTo>
                  <a:pt x="964" y="22218"/>
                </a:lnTo>
                <a:lnTo>
                  <a:pt x="21" y="20339"/>
                </a:lnTo>
                <a:lnTo>
                  <a:pt x="752" y="16437"/>
                </a:lnTo>
                <a:lnTo>
                  <a:pt x="752" y="13404"/>
                </a:lnTo>
                <a:lnTo>
                  <a:pt x="0" y="8836"/>
                </a:lnTo>
                <a:lnTo>
                  <a:pt x="1239" y="7060"/>
                </a:lnTo>
                <a:lnTo>
                  <a:pt x="733" y="7060"/>
                </a:lnTo>
                <a:lnTo>
                  <a:pt x="3720" y="8207"/>
                </a:lnTo>
                <a:lnTo>
                  <a:pt x="25754" y="8207"/>
                </a:lnTo>
                <a:lnTo>
                  <a:pt x="25894" y="8346"/>
                </a:lnTo>
                <a:lnTo>
                  <a:pt x="29402" y="8346"/>
                </a:lnTo>
                <a:lnTo>
                  <a:pt x="28350" y="10539"/>
                </a:lnTo>
                <a:lnTo>
                  <a:pt x="28817" y="11269"/>
                </a:lnTo>
                <a:lnTo>
                  <a:pt x="28817" y="19141"/>
                </a:lnTo>
                <a:lnTo>
                  <a:pt x="29027" y="20339"/>
                </a:lnTo>
                <a:lnTo>
                  <a:pt x="29146" y="21019"/>
                </a:lnTo>
                <a:lnTo>
                  <a:pt x="28990" y="21384"/>
                </a:lnTo>
                <a:lnTo>
                  <a:pt x="3851" y="21384"/>
                </a:lnTo>
                <a:lnTo>
                  <a:pt x="1181" y="22218"/>
                </a:lnTo>
                <a:close/>
              </a:path>
              <a:path w="29844" h="29209">
                <a:moveTo>
                  <a:pt x="29402" y="8346"/>
                </a:moveTo>
                <a:lnTo>
                  <a:pt x="25894" y="8346"/>
                </a:lnTo>
                <a:lnTo>
                  <a:pt x="28467" y="7060"/>
                </a:lnTo>
                <a:lnTo>
                  <a:pt x="28116" y="7060"/>
                </a:lnTo>
                <a:lnTo>
                  <a:pt x="29402" y="8346"/>
                </a:lnTo>
                <a:close/>
              </a:path>
              <a:path w="29844" h="29209">
                <a:moveTo>
                  <a:pt x="5181" y="25784"/>
                </a:moveTo>
                <a:lnTo>
                  <a:pt x="4984" y="25784"/>
                </a:lnTo>
                <a:lnTo>
                  <a:pt x="4258" y="25302"/>
                </a:lnTo>
                <a:lnTo>
                  <a:pt x="3721" y="24871"/>
                </a:lnTo>
                <a:lnTo>
                  <a:pt x="4684" y="22218"/>
                </a:lnTo>
                <a:lnTo>
                  <a:pt x="3851" y="21384"/>
                </a:lnTo>
                <a:lnTo>
                  <a:pt x="25719" y="21384"/>
                </a:lnTo>
                <a:lnTo>
                  <a:pt x="24885" y="22218"/>
                </a:lnTo>
                <a:lnTo>
                  <a:pt x="25751" y="24871"/>
                </a:lnTo>
                <a:lnTo>
                  <a:pt x="6884" y="24871"/>
                </a:lnTo>
                <a:lnTo>
                  <a:pt x="5181" y="25784"/>
                </a:lnTo>
                <a:close/>
              </a:path>
              <a:path w="29844" h="29209">
                <a:moveTo>
                  <a:pt x="28634" y="22218"/>
                </a:moveTo>
                <a:lnTo>
                  <a:pt x="25513" y="21384"/>
                </a:lnTo>
                <a:lnTo>
                  <a:pt x="28990" y="21384"/>
                </a:lnTo>
                <a:lnTo>
                  <a:pt x="28634" y="22218"/>
                </a:lnTo>
                <a:close/>
              </a:path>
              <a:path w="29844" h="29209">
                <a:moveTo>
                  <a:pt x="8485" y="29139"/>
                </a:moveTo>
                <a:lnTo>
                  <a:pt x="8310" y="29139"/>
                </a:lnTo>
                <a:lnTo>
                  <a:pt x="7250" y="28496"/>
                </a:lnTo>
                <a:lnTo>
                  <a:pt x="8110" y="26004"/>
                </a:lnTo>
                <a:lnTo>
                  <a:pt x="8185" y="25784"/>
                </a:lnTo>
                <a:lnTo>
                  <a:pt x="7769" y="25302"/>
                </a:lnTo>
                <a:lnTo>
                  <a:pt x="6884" y="24871"/>
                </a:lnTo>
                <a:lnTo>
                  <a:pt x="22875" y="24871"/>
                </a:lnTo>
                <a:lnTo>
                  <a:pt x="21801" y="25302"/>
                </a:lnTo>
                <a:lnTo>
                  <a:pt x="21333" y="26004"/>
                </a:lnTo>
                <a:lnTo>
                  <a:pt x="22386" y="28225"/>
                </a:lnTo>
                <a:lnTo>
                  <a:pt x="21830" y="28781"/>
                </a:lnTo>
                <a:lnTo>
                  <a:pt x="10768" y="28781"/>
                </a:lnTo>
                <a:lnTo>
                  <a:pt x="8485" y="29139"/>
                </a:lnTo>
                <a:close/>
              </a:path>
              <a:path w="29844" h="29209">
                <a:moveTo>
                  <a:pt x="24396" y="25784"/>
                </a:moveTo>
                <a:lnTo>
                  <a:pt x="22684" y="24871"/>
                </a:lnTo>
                <a:lnTo>
                  <a:pt x="26124" y="24871"/>
                </a:lnTo>
                <a:lnTo>
                  <a:pt x="24396" y="25784"/>
                </a:lnTo>
                <a:close/>
              </a:path>
              <a:path w="29844" h="29209">
                <a:moveTo>
                  <a:pt x="21472" y="29139"/>
                </a:moveTo>
                <a:lnTo>
                  <a:pt x="18805" y="28781"/>
                </a:lnTo>
                <a:lnTo>
                  <a:pt x="21830" y="28781"/>
                </a:lnTo>
                <a:lnTo>
                  <a:pt x="21472" y="29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16503081" y="10101123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54975" y="141795"/>
                </a:moveTo>
                <a:lnTo>
                  <a:pt x="52709" y="140831"/>
                </a:lnTo>
                <a:lnTo>
                  <a:pt x="53520" y="137878"/>
                </a:lnTo>
                <a:lnTo>
                  <a:pt x="52673" y="137030"/>
                </a:lnTo>
                <a:lnTo>
                  <a:pt x="50319" y="137754"/>
                </a:lnTo>
                <a:lnTo>
                  <a:pt x="47608" y="136767"/>
                </a:lnTo>
                <a:lnTo>
                  <a:pt x="44619" y="138360"/>
                </a:lnTo>
                <a:lnTo>
                  <a:pt x="42192" y="137323"/>
                </a:lnTo>
                <a:lnTo>
                  <a:pt x="43003" y="134370"/>
                </a:lnTo>
                <a:lnTo>
                  <a:pt x="42090" y="133471"/>
                </a:lnTo>
                <a:lnTo>
                  <a:pt x="39831" y="134363"/>
                </a:lnTo>
                <a:lnTo>
                  <a:pt x="38421" y="133654"/>
                </a:lnTo>
                <a:lnTo>
                  <a:pt x="36162" y="134545"/>
                </a:lnTo>
                <a:lnTo>
                  <a:pt x="35037" y="133420"/>
                </a:lnTo>
                <a:lnTo>
                  <a:pt x="36206" y="131088"/>
                </a:lnTo>
                <a:lnTo>
                  <a:pt x="35037" y="129919"/>
                </a:lnTo>
                <a:lnTo>
                  <a:pt x="32698" y="131088"/>
                </a:lnTo>
                <a:lnTo>
                  <a:pt x="31631" y="130014"/>
                </a:lnTo>
                <a:lnTo>
                  <a:pt x="32683" y="127368"/>
                </a:lnTo>
                <a:lnTo>
                  <a:pt x="30513" y="125928"/>
                </a:lnTo>
                <a:lnTo>
                  <a:pt x="26902" y="127763"/>
                </a:lnTo>
                <a:lnTo>
                  <a:pt x="24666" y="126813"/>
                </a:lnTo>
                <a:lnTo>
                  <a:pt x="25477" y="123853"/>
                </a:lnTo>
                <a:lnTo>
                  <a:pt x="24512" y="122903"/>
                </a:lnTo>
                <a:lnTo>
                  <a:pt x="22210" y="124065"/>
                </a:lnTo>
                <a:lnTo>
                  <a:pt x="21004" y="122946"/>
                </a:lnTo>
                <a:lnTo>
                  <a:pt x="22174" y="120564"/>
                </a:lnTo>
                <a:lnTo>
                  <a:pt x="21107" y="119497"/>
                </a:lnTo>
                <a:lnTo>
                  <a:pt x="18461" y="120549"/>
                </a:lnTo>
                <a:lnTo>
                  <a:pt x="17584" y="119226"/>
                </a:lnTo>
                <a:lnTo>
                  <a:pt x="18673" y="117172"/>
                </a:lnTo>
                <a:lnTo>
                  <a:pt x="17591" y="115893"/>
                </a:lnTo>
                <a:lnTo>
                  <a:pt x="15135" y="117034"/>
                </a:lnTo>
                <a:lnTo>
                  <a:pt x="13988" y="115886"/>
                </a:lnTo>
                <a:lnTo>
                  <a:pt x="15092" y="113657"/>
                </a:lnTo>
                <a:lnTo>
                  <a:pt x="14068" y="112297"/>
                </a:lnTo>
                <a:lnTo>
                  <a:pt x="15179" y="110068"/>
                </a:lnTo>
                <a:lnTo>
                  <a:pt x="13995" y="108892"/>
                </a:lnTo>
                <a:lnTo>
                  <a:pt x="11657" y="110061"/>
                </a:lnTo>
                <a:lnTo>
                  <a:pt x="10487" y="108892"/>
                </a:lnTo>
                <a:lnTo>
                  <a:pt x="11657" y="106553"/>
                </a:lnTo>
                <a:lnTo>
                  <a:pt x="10641" y="105530"/>
                </a:lnTo>
                <a:lnTo>
                  <a:pt x="7849" y="106480"/>
                </a:lnTo>
                <a:lnTo>
                  <a:pt x="6570" y="104163"/>
                </a:lnTo>
                <a:lnTo>
                  <a:pt x="8382" y="100859"/>
                </a:lnTo>
                <a:lnTo>
                  <a:pt x="7374" y="98506"/>
                </a:lnTo>
                <a:lnTo>
                  <a:pt x="4421" y="99325"/>
                </a:lnTo>
                <a:lnTo>
                  <a:pt x="3573" y="98469"/>
                </a:lnTo>
                <a:lnTo>
                  <a:pt x="4304" y="96116"/>
                </a:lnTo>
                <a:lnTo>
                  <a:pt x="3318" y="93412"/>
                </a:lnTo>
                <a:lnTo>
                  <a:pt x="4911" y="90423"/>
                </a:lnTo>
                <a:lnTo>
                  <a:pt x="3866" y="87989"/>
                </a:lnTo>
                <a:lnTo>
                  <a:pt x="920" y="88800"/>
                </a:lnTo>
                <a:lnTo>
                  <a:pt x="160" y="88040"/>
                </a:lnTo>
                <a:lnTo>
                  <a:pt x="650" y="85504"/>
                </a:lnTo>
                <a:lnTo>
                  <a:pt x="0" y="81682"/>
                </a:lnTo>
                <a:lnTo>
                  <a:pt x="548" y="77706"/>
                </a:lnTo>
                <a:lnTo>
                  <a:pt x="548" y="58170"/>
                </a:lnTo>
                <a:lnTo>
                  <a:pt x="146" y="55509"/>
                </a:lnTo>
                <a:lnTo>
                  <a:pt x="599" y="53090"/>
                </a:lnTo>
                <a:lnTo>
                  <a:pt x="3815" y="53594"/>
                </a:lnTo>
                <a:lnTo>
                  <a:pt x="4385" y="53024"/>
                </a:lnTo>
                <a:lnTo>
                  <a:pt x="4034" y="50364"/>
                </a:lnTo>
                <a:lnTo>
                  <a:pt x="4107" y="48917"/>
                </a:lnTo>
                <a:lnTo>
                  <a:pt x="3712" y="47199"/>
                </a:lnTo>
                <a:lnTo>
                  <a:pt x="4333" y="45657"/>
                </a:lnTo>
                <a:lnTo>
                  <a:pt x="3559" y="43340"/>
                </a:lnTo>
                <a:lnTo>
                  <a:pt x="4545" y="42354"/>
                </a:lnTo>
                <a:lnTo>
                  <a:pt x="7191" y="43399"/>
                </a:lnTo>
                <a:lnTo>
                  <a:pt x="8105" y="42032"/>
                </a:lnTo>
                <a:lnTo>
                  <a:pt x="7118" y="40212"/>
                </a:lnTo>
                <a:lnTo>
                  <a:pt x="7922" y="38626"/>
                </a:lnTo>
                <a:lnTo>
                  <a:pt x="7023" y="36375"/>
                </a:lnTo>
                <a:lnTo>
                  <a:pt x="8054" y="35345"/>
                </a:lnTo>
                <a:lnTo>
                  <a:pt x="10699" y="36390"/>
                </a:lnTo>
                <a:lnTo>
                  <a:pt x="11613" y="35023"/>
                </a:lnTo>
                <a:lnTo>
                  <a:pt x="10538" y="33145"/>
                </a:lnTo>
                <a:lnTo>
                  <a:pt x="11430" y="31771"/>
                </a:lnTo>
                <a:lnTo>
                  <a:pt x="14098" y="32808"/>
                </a:lnTo>
                <a:lnTo>
                  <a:pt x="14916" y="31997"/>
                </a:lnTo>
                <a:lnTo>
                  <a:pt x="14558" y="29329"/>
                </a:lnTo>
                <a:lnTo>
                  <a:pt x="14609" y="28211"/>
                </a:lnTo>
                <a:lnTo>
                  <a:pt x="14222" y="25763"/>
                </a:lnTo>
                <a:lnTo>
                  <a:pt x="15055" y="24725"/>
                </a:lnTo>
                <a:lnTo>
                  <a:pt x="17547" y="25858"/>
                </a:lnTo>
                <a:lnTo>
                  <a:pt x="18673" y="24732"/>
                </a:lnTo>
                <a:lnTo>
                  <a:pt x="17503" y="22393"/>
                </a:lnTo>
                <a:lnTo>
                  <a:pt x="18673" y="21224"/>
                </a:lnTo>
                <a:lnTo>
                  <a:pt x="21012" y="22393"/>
                </a:lnTo>
                <a:lnTo>
                  <a:pt x="22130" y="21283"/>
                </a:lnTo>
                <a:lnTo>
                  <a:pt x="21012" y="18754"/>
                </a:lnTo>
                <a:lnTo>
                  <a:pt x="22276" y="17781"/>
                </a:lnTo>
                <a:lnTo>
                  <a:pt x="24505" y="18900"/>
                </a:lnTo>
                <a:lnTo>
                  <a:pt x="25477" y="17935"/>
                </a:lnTo>
                <a:lnTo>
                  <a:pt x="24666" y="14982"/>
                </a:lnTo>
                <a:lnTo>
                  <a:pt x="26873" y="14032"/>
                </a:lnTo>
                <a:lnTo>
                  <a:pt x="30571" y="15874"/>
                </a:lnTo>
                <a:lnTo>
                  <a:pt x="32691" y="14398"/>
                </a:lnTo>
                <a:lnTo>
                  <a:pt x="31616" y="11788"/>
                </a:lnTo>
                <a:lnTo>
                  <a:pt x="32705" y="10699"/>
                </a:lnTo>
                <a:lnTo>
                  <a:pt x="35044" y="11869"/>
                </a:lnTo>
                <a:lnTo>
                  <a:pt x="36206" y="10699"/>
                </a:lnTo>
                <a:lnTo>
                  <a:pt x="35037" y="8361"/>
                </a:lnTo>
                <a:lnTo>
                  <a:pt x="36199" y="7198"/>
                </a:lnTo>
                <a:lnTo>
                  <a:pt x="38421" y="8214"/>
                </a:lnTo>
                <a:lnTo>
                  <a:pt x="39839" y="7337"/>
                </a:lnTo>
                <a:lnTo>
                  <a:pt x="42060" y="8353"/>
                </a:lnTo>
                <a:lnTo>
                  <a:pt x="43120" y="7286"/>
                </a:lnTo>
                <a:lnTo>
                  <a:pt x="42068" y="4641"/>
                </a:lnTo>
                <a:lnTo>
                  <a:pt x="43398" y="3756"/>
                </a:lnTo>
                <a:lnTo>
                  <a:pt x="45262" y="4589"/>
                </a:lnTo>
                <a:lnTo>
                  <a:pt x="46994" y="3961"/>
                </a:lnTo>
                <a:lnTo>
                  <a:pt x="48726" y="4268"/>
                </a:lnTo>
                <a:lnTo>
                  <a:pt x="50670" y="4268"/>
                </a:lnTo>
                <a:lnTo>
                  <a:pt x="52132" y="4487"/>
                </a:lnTo>
                <a:lnTo>
                  <a:pt x="53155" y="4253"/>
                </a:lnTo>
                <a:lnTo>
                  <a:pt x="53455" y="4187"/>
                </a:lnTo>
                <a:lnTo>
                  <a:pt x="52892" y="1008"/>
                </a:lnTo>
                <a:lnTo>
                  <a:pt x="53528" y="372"/>
                </a:lnTo>
                <a:lnTo>
                  <a:pt x="56100" y="818"/>
                </a:lnTo>
                <a:lnTo>
                  <a:pt x="62276" y="0"/>
                </a:lnTo>
                <a:lnTo>
                  <a:pt x="68532" y="745"/>
                </a:lnTo>
                <a:lnTo>
                  <a:pt x="83391" y="745"/>
                </a:lnTo>
                <a:lnTo>
                  <a:pt x="86117" y="306"/>
                </a:lnTo>
                <a:lnTo>
                  <a:pt x="88514" y="803"/>
                </a:lnTo>
                <a:lnTo>
                  <a:pt x="87988" y="4005"/>
                </a:lnTo>
                <a:lnTo>
                  <a:pt x="88668" y="4684"/>
                </a:lnTo>
                <a:lnTo>
                  <a:pt x="91123" y="4100"/>
                </a:lnTo>
                <a:lnTo>
                  <a:pt x="93784" y="4765"/>
                </a:lnTo>
                <a:lnTo>
                  <a:pt x="96861" y="3398"/>
                </a:lnTo>
                <a:lnTo>
                  <a:pt x="99214" y="4458"/>
                </a:lnTo>
                <a:lnTo>
                  <a:pt x="98381" y="7381"/>
                </a:lnTo>
                <a:lnTo>
                  <a:pt x="99090" y="8090"/>
                </a:lnTo>
                <a:lnTo>
                  <a:pt x="101758" y="7739"/>
                </a:lnTo>
                <a:lnTo>
                  <a:pt x="102949" y="7798"/>
                </a:lnTo>
                <a:lnTo>
                  <a:pt x="105236" y="7389"/>
                </a:lnTo>
                <a:lnTo>
                  <a:pt x="106347" y="8149"/>
                </a:lnTo>
                <a:lnTo>
                  <a:pt x="105280" y="10772"/>
                </a:lnTo>
                <a:lnTo>
                  <a:pt x="106267" y="11759"/>
                </a:lnTo>
                <a:lnTo>
                  <a:pt x="108913" y="10707"/>
                </a:lnTo>
                <a:lnTo>
                  <a:pt x="109556" y="11671"/>
                </a:lnTo>
                <a:lnTo>
                  <a:pt x="108898" y="14610"/>
                </a:lnTo>
                <a:lnTo>
                  <a:pt x="110038" y="15114"/>
                </a:lnTo>
                <a:lnTo>
                  <a:pt x="111960" y="14778"/>
                </a:lnTo>
                <a:lnTo>
                  <a:pt x="113364" y="14778"/>
                </a:lnTo>
                <a:lnTo>
                  <a:pt x="115878" y="14442"/>
                </a:lnTo>
                <a:lnTo>
                  <a:pt x="116893" y="15246"/>
                </a:lnTo>
                <a:lnTo>
                  <a:pt x="115761" y="17745"/>
                </a:lnTo>
                <a:lnTo>
                  <a:pt x="116886" y="18871"/>
                </a:lnTo>
                <a:lnTo>
                  <a:pt x="119225" y="17701"/>
                </a:lnTo>
                <a:lnTo>
                  <a:pt x="120394" y="18871"/>
                </a:lnTo>
                <a:lnTo>
                  <a:pt x="119225" y="21209"/>
                </a:lnTo>
                <a:lnTo>
                  <a:pt x="120380" y="22364"/>
                </a:lnTo>
                <a:lnTo>
                  <a:pt x="122777" y="21202"/>
                </a:lnTo>
                <a:lnTo>
                  <a:pt x="123881" y="22415"/>
                </a:lnTo>
                <a:lnTo>
                  <a:pt x="122718" y="24710"/>
                </a:lnTo>
                <a:lnTo>
                  <a:pt x="123800" y="25792"/>
                </a:lnTo>
                <a:lnTo>
                  <a:pt x="126446" y="24740"/>
                </a:lnTo>
                <a:lnTo>
                  <a:pt x="127345" y="26099"/>
                </a:lnTo>
                <a:lnTo>
                  <a:pt x="126256" y="28043"/>
                </a:lnTo>
                <a:lnTo>
                  <a:pt x="127316" y="29498"/>
                </a:lnTo>
                <a:lnTo>
                  <a:pt x="126227" y="31720"/>
                </a:lnTo>
                <a:lnTo>
                  <a:pt x="127403" y="32896"/>
                </a:lnTo>
                <a:lnTo>
                  <a:pt x="129742" y="31727"/>
                </a:lnTo>
                <a:lnTo>
                  <a:pt x="130904" y="32896"/>
                </a:lnTo>
                <a:lnTo>
                  <a:pt x="129735" y="35235"/>
                </a:lnTo>
                <a:lnTo>
                  <a:pt x="130824" y="36317"/>
                </a:lnTo>
                <a:lnTo>
                  <a:pt x="133433" y="35250"/>
                </a:lnTo>
                <a:lnTo>
                  <a:pt x="134705" y="37084"/>
                </a:lnTo>
                <a:lnTo>
                  <a:pt x="132680" y="41893"/>
                </a:lnTo>
                <a:lnTo>
                  <a:pt x="134208" y="43143"/>
                </a:lnTo>
                <a:lnTo>
                  <a:pt x="137160" y="42427"/>
                </a:lnTo>
                <a:lnTo>
                  <a:pt x="138593" y="45803"/>
                </a:lnTo>
                <a:lnTo>
                  <a:pt x="136064" y="50393"/>
                </a:lnTo>
                <a:lnTo>
                  <a:pt x="137526" y="53799"/>
                </a:lnTo>
                <a:lnTo>
                  <a:pt x="140471" y="52988"/>
                </a:lnTo>
                <a:lnTo>
                  <a:pt x="141231" y="53748"/>
                </a:lnTo>
                <a:lnTo>
                  <a:pt x="140741" y="56284"/>
                </a:lnTo>
                <a:lnTo>
                  <a:pt x="141575" y="61246"/>
                </a:lnTo>
                <a:lnTo>
                  <a:pt x="140844" y="66450"/>
                </a:lnTo>
                <a:lnTo>
                  <a:pt x="140844" y="74307"/>
                </a:lnTo>
                <a:lnTo>
                  <a:pt x="141224" y="78027"/>
                </a:lnTo>
                <a:lnTo>
                  <a:pt x="140625" y="83377"/>
                </a:lnTo>
                <a:lnTo>
                  <a:pt x="141611" y="86637"/>
                </a:lnTo>
                <a:lnTo>
                  <a:pt x="140654" y="88873"/>
                </a:lnTo>
                <a:lnTo>
                  <a:pt x="137701" y="88062"/>
                </a:lnTo>
                <a:lnTo>
                  <a:pt x="136853" y="88910"/>
                </a:lnTo>
                <a:lnTo>
                  <a:pt x="137577" y="91271"/>
                </a:lnTo>
                <a:lnTo>
                  <a:pt x="136590" y="93968"/>
                </a:lnTo>
                <a:lnTo>
                  <a:pt x="138183" y="96964"/>
                </a:lnTo>
                <a:lnTo>
                  <a:pt x="137146" y="99398"/>
                </a:lnTo>
                <a:lnTo>
                  <a:pt x="134193" y="98587"/>
                </a:lnTo>
                <a:lnTo>
                  <a:pt x="133287" y="99493"/>
                </a:lnTo>
                <a:lnTo>
                  <a:pt x="134178" y="101758"/>
                </a:lnTo>
                <a:lnTo>
                  <a:pt x="133477" y="103169"/>
                </a:lnTo>
                <a:lnTo>
                  <a:pt x="134368" y="105420"/>
                </a:lnTo>
                <a:lnTo>
                  <a:pt x="133243" y="106546"/>
                </a:lnTo>
                <a:lnTo>
                  <a:pt x="130904" y="105376"/>
                </a:lnTo>
                <a:lnTo>
                  <a:pt x="129735" y="106546"/>
                </a:lnTo>
                <a:lnTo>
                  <a:pt x="130904" y="108884"/>
                </a:lnTo>
                <a:lnTo>
                  <a:pt x="129830" y="109952"/>
                </a:lnTo>
                <a:lnTo>
                  <a:pt x="127184" y="108906"/>
                </a:lnTo>
                <a:lnTo>
                  <a:pt x="125752" y="111070"/>
                </a:lnTo>
                <a:lnTo>
                  <a:pt x="127586" y="114687"/>
                </a:lnTo>
                <a:lnTo>
                  <a:pt x="126629" y="116924"/>
                </a:lnTo>
                <a:lnTo>
                  <a:pt x="123676" y="116113"/>
                </a:lnTo>
                <a:lnTo>
                  <a:pt x="122718" y="117077"/>
                </a:lnTo>
                <a:lnTo>
                  <a:pt x="123888" y="119380"/>
                </a:lnTo>
                <a:lnTo>
                  <a:pt x="122762" y="120578"/>
                </a:lnTo>
                <a:lnTo>
                  <a:pt x="120380" y="119416"/>
                </a:lnTo>
                <a:lnTo>
                  <a:pt x="119320" y="120476"/>
                </a:lnTo>
                <a:lnTo>
                  <a:pt x="120372" y="123122"/>
                </a:lnTo>
                <a:lnTo>
                  <a:pt x="119049" y="123999"/>
                </a:lnTo>
                <a:lnTo>
                  <a:pt x="116996" y="122910"/>
                </a:lnTo>
                <a:lnTo>
                  <a:pt x="115710" y="123991"/>
                </a:lnTo>
                <a:lnTo>
                  <a:pt x="116857" y="126447"/>
                </a:lnTo>
                <a:lnTo>
                  <a:pt x="115710" y="127595"/>
                </a:lnTo>
                <a:lnTo>
                  <a:pt x="113480" y="126491"/>
                </a:lnTo>
                <a:lnTo>
                  <a:pt x="112114" y="127507"/>
                </a:lnTo>
                <a:lnTo>
                  <a:pt x="109885" y="126403"/>
                </a:lnTo>
                <a:lnTo>
                  <a:pt x="108701" y="127580"/>
                </a:lnTo>
                <a:lnTo>
                  <a:pt x="109870" y="129919"/>
                </a:lnTo>
                <a:lnTo>
                  <a:pt x="108701" y="131088"/>
                </a:lnTo>
                <a:lnTo>
                  <a:pt x="106362" y="129919"/>
                </a:lnTo>
                <a:lnTo>
                  <a:pt x="105346" y="130942"/>
                </a:lnTo>
                <a:lnTo>
                  <a:pt x="106289" y="133727"/>
                </a:lnTo>
                <a:lnTo>
                  <a:pt x="103972" y="134998"/>
                </a:lnTo>
                <a:lnTo>
                  <a:pt x="100668" y="133193"/>
                </a:lnTo>
                <a:lnTo>
                  <a:pt x="98322" y="134194"/>
                </a:lnTo>
                <a:lnTo>
                  <a:pt x="99126" y="137147"/>
                </a:lnTo>
                <a:lnTo>
                  <a:pt x="98279" y="137995"/>
                </a:lnTo>
                <a:lnTo>
                  <a:pt x="95925" y="137272"/>
                </a:lnTo>
                <a:lnTo>
                  <a:pt x="93221" y="138258"/>
                </a:lnTo>
                <a:lnTo>
                  <a:pt x="90224" y="136665"/>
                </a:lnTo>
                <a:lnTo>
                  <a:pt x="87791" y="137695"/>
                </a:lnTo>
                <a:lnTo>
                  <a:pt x="88609" y="140655"/>
                </a:lnTo>
                <a:lnTo>
                  <a:pt x="87856" y="141401"/>
                </a:lnTo>
                <a:lnTo>
                  <a:pt x="85298" y="140926"/>
                </a:lnTo>
                <a:lnTo>
                  <a:pt x="80307" y="141693"/>
                </a:lnTo>
                <a:lnTo>
                  <a:pt x="75176" y="141014"/>
                </a:lnTo>
                <a:lnTo>
                  <a:pt x="67319" y="141014"/>
                </a:lnTo>
                <a:lnTo>
                  <a:pt x="63511" y="141467"/>
                </a:lnTo>
                <a:lnTo>
                  <a:pt x="58183" y="140750"/>
                </a:lnTo>
                <a:lnTo>
                  <a:pt x="54975" y="141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17976360" y="10101021"/>
            <a:ext cx="142240" cy="142240"/>
          </a:xfrm>
          <a:custGeom>
            <a:avLst/>
            <a:gdLst/>
            <a:ahLst/>
            <a:cxnLst/>
            <a:rect l="l" t="t" r="r" b="b"/>
            <a:pathLst>
              <a:path w="142240" h="142240">
                <a:moveTo>
                  <a:pt x="76207" y="141803"/>
                </a:moveTo>
                <a:lnTo>
                  <a:pt x="72597" y="141109"/>
                </a:lnTo>
                <a:lnTo>
                  <a:pt x="69023" y="141109"/>
                </a:lnTo>
                <a:lnTo>
                  <a:pt x="65420" y="141803"/>
                </a:lnTo>
                <a:lnTo>
                  <a:pt x="63351" y="140926"/>
                </a:lnTo>
                <a:lnTo>
                  <a:pt x="64170" y="137973"/>
                </a:lnTo>
                <a:lnTo>
                  <a:pt x="63403" y="137213"/>
                </a:lnTo>
                <a:lnTo>
                  <a:pt x="60874" y="137710"/>
                </a:lnTo>
                <a:lnTo>
                  <a:pt x="58118" y="137220"/>
                </a:lnTo>
                <a:lnTo>
                  <a:pt x="55487" y="137608"/>
                </a:lnTo>
                <a:lnTo>
                  <a:pt x="51292" y="137608"/>
                </a:lnTo>
                <a:lnTo>
                  <a:pt x="48127" y="138207"/>
                </a:lnTo>
                <a:lnTo>
                  <a:pt x="45891" y="137483"/>
                </a:lnTo>
                <a:lnTo>
                  <a:pt x="46571" y="134407"/>
                </a:lnTo>
                <a:lnTo>
                  <a:pt x="45928" y="133770"/>
                </a:lnTo>
                <a:lnTo>
                  <a:pt x="43260" y="134129"/>
                </a:lnTo>
                <a:lnTo>
                  <a:pt x="41893" y="134055"/>
                </a:lnTo>
                <a:lnTo>
                  <a:pt x="40015" y="134465"/>
                </a:lnTo>
                <a:lnTo>
                  <a:pt x="38780" y="133880"/>
                </a:lnTo>
                <a:lnTo>
                  <a:pt x="39642" y="130986"/>
                </a:lnTo>
                <a:lnTo>
                  <a:pt x="38911" y="130262"/>
                </a:lnTo>
                <a:lnTo>
                  <a:pt x="36258" y="130628"/>
                </a:lnTo>
                <a:lnTo>
                  <a:pt x="35060" y="130562"/>
                </a:lnTo>
                <a:lnTo>
                  <a:pt x="32779" y="130971"/>
                </a:lnTo>
                <a:lnTo>
                  <a:pt x="31676" y="130204"/>
                </a:lnTo>
                <a:lnTo>
                  <a:pt x="32735" y="127588"/>
                </a:lnTo>
                <a:lnTo>
                  <a:pt x="31749" y="126601"/>
                </a:lnTo>
                <a:lnTo>
                  <a:pt x="29103" y="127653"/>
                </a:lnTo>
                <a:lnTo>
                  <a:pt x="28270" y="126389"/>
                </a:lnTo>
                <a:lnTo>
                  <a:pt x="29322" y="124174"/>
                </a:lnTo>
                <a:lnTo>
                  <a:pt x="28153" y="123005"/>
                </a:lnTo>
                <a:lnTo>
                  <a:pt x="25814" y="124174"/>
                </a:lnTo>
                <a:lnTo>
                  <a:pt x="24740" y="123100"/>
                </a:lnTo>
                <a:lnTo>
                  <a:pt x="25792" y="120454"/>
                </a:lnTo>
                <a:lnTo>
                  <a:pt x="24528" y="119621"/>
                </a:lnTo>
                <a:lnTo>
                  <a:pt x="22306" y="120666"/>
                </a:lnTo>
                <a:lnTo>
                  <a:pt x="21144" y="119497"/>
                </a:lnTo>
                <a:lnTo>
                  <a:pt x="22313" y="117165"/>
                </a:lnTo>
                <a:lnTo>
                  <a:pt x="21239" y="116091"/>
                </a:lnTo>
                <a:lnTo>
                  <a:pt x="18586" y="117136"/>
                </a:lnTo>
                <a:lnTo>
                  <a:pt x="17753" y="115872"/>
                </a:lnTo>
                <a:lnTo>
                  <a:pt x="18805" y="113657"/>
                </a:lnTo>
                <a:lnTo>
                  <a:pt x="17636" y="112487"/>
                </a:lnTo>
                <a:lnTo>
                  <a:pt x="15297" y="113657"/>
                </a:lnTo>
                <a:lnTo>
                  <a:pt x="14230" y="112583"/>
                </a:lnTo>
                <a:lnTo>
                  <a:pt x="15275" y="109937"/>
                </a:lnTo>
                <a:lnTo>
                  <a:pt x="14171" y="109206"/>
                </a:lnTo>
                <a:lnTo>
                  <a:pt x="11555" y="110076"/>
                </a:lnTo>
                <a:lnTo>
                  <a:pt x="10341" y="108300"/>
                </a:lnTo>
                <a:lnTo>
                  <a:pt x="12351" y="103491"/>
                </a:lnTo>
                <a:lnTo>
                  <a:pt x="10794" y="102219"/>
                </a:lnTo>
                <a:lnTo>
                  <a:pt x="7908" y="102994"/>
                </a:lnTo>
                <a:lnTo>
                  <a:pt x="7104" y="101276"/>
                </a:lnTo>
                <a:lnTo>
                  <a:pt x="8734" y="96372"/>
                </a:lnTo>
                <a:lnTo>
                  <a:pt x="7381" y="95269"/>
                </a:lnTo>
                <a:lnTo>
                  <a:pt x="4304" y="95875"/>
                </a:lnTo>
                <a:lnTo>
                  <a:pt x="3603" y="93668"/>
                </a:lnTo>
                <a:lnTo>
                  <a:pt x="4202" y="90503"/>
                </a:lnTo>
                <a:lnTo>
                  <a:pt x="4202" y="86301"/>
                </a:lnTo>
                <a:lnTo>
                  <a:pt x="4589" y="83677"/>
                </a:lnTo>
                <a:lnTo>
                  <a:pt x="4100" y="80922"/>
                </a:lnTo>
                <a:lnTo>
                  <a:pt x="4597" y="78385"/>
                </a:lnTo>
                <a:lnTo>
                  <a:pt x="3829" y="77625"/>
                </a:lnTo>
                <a:lnTo>
                  <a:pt x="884" y="78444"/>
                </a:lnTo>
                <a:lnTo>
                  <a:pt x="0" y="76376"/>
                </a:lnTo>
                <a:lnTo>
                  <a:pt x="694" y="72765"/>
                </a:lnTo>
                <a:lnTo>
                  <a:pt x="694" y="69199"/>
                </a:lnTo>
                <a:lnTo>
                  <a:pt x="0" y="65588"/>
                </a:lnTo>
                <a:lnTo>
                  <a:pt x="884" y="63520"/>
                </a:lnTo>
                <a:lnTo>
                  <a:pt x="3837" y="64338"/>
                </a:lnTo>
                <a:lnTo>
                  <a:pt x="4597" y="63571"/>
                </a:lnTo>
                <a:lnTo>
                  <a:pt x="4100" y="61042"/>
                </a:lnTo>
                <a:lnTo>
                  <a:pt x="4589" y="58287"/>
                </a:lnTo>
                <a:lnTo>
                  <a:pt x="4202" y="55655"/>
                </a:lnTo>
                <a:lnTo>
                  <a:pt x="4202" y="51461"/>
                </a:lnTo>
                <a:lnTo>
                  <a:pt x="3603" y="48296"/>
                </a:lnTo>
                <a:lnTo>
                  <a:pt x="4319" y="46060"/>
                </a:lnTo>
                <a:lnTo>
                  <a:pt x="7403" y="46739"/>
                </a:lnTo>
                <a:lnTo>
                  <a:pt x="8039" y="46096"/>
                </a:lnTo>
                <a:lnTo>
                  <a:pt x="7681" y="43436"/>
                </a:lnTo>
                <a:lnTo>
                  <a:pt x="7747" y="42135"/>
                </a:lnTo>
                <a:lnTo>
                  <a:pt x="7330" y="40096"/>
                </a:lnTo>
                <a:lnTo>
                  <a:pt x="7988" y="38912"/>
                </a:lnTo>
                <a:lnTo>
                  <a:pt x="10780" y="39854"/>
                </a:lnTo>
                <a:lnTo>
                  <a:pt x="11789" y="38838"/>
                </a:lnTo>
                <a:lnTo>
                  <a:pt x="10758" y="36609"/>
                </a:lnTo>
                <a:lnTo>
                  <a:pt x="11664" y="35206"/>
                </a:lnTo>
                <a:lnTo>
                  <a:pt x="10627" y="32992"/>
                </a:lnTo>
                <a:lnTo>
                  <a:pt x="11796" y="31822"/>
                </a:lnTo>
                <a:lnTo>
                  <a:pt x="14135" y="32991"/>
                </a:lnTo>
                <a:lnTo>
                  <a:pt x="15304" y="31822"/>
                </a:lnTo>
                <a:lnTo>
                  <a:pt x="14135" y="29491"/>
                </a:lnTo>
                <a:lnTo>
                  <a:pt x="15260" y="28358"/>
                </a:lnTo>
                <a:lnTo>
                  <a:pt x="17745" y="29491"/>
                </a:lnTo>
                <a:lnTo>
                  <a:pt x="18761" y="28241"/>
                </a:lnTo>
                <a:lnTo>
                  <a:pt x="17621" y="25997"/>
                </a:lnTo>
                <a:lnTo>
                  <a:pt x="18710" y="24908"/>
                </a:lnTo>
                <a:lnTo>
                  <a:pt x="21356" y="25960"/>
                </a:lnTo>
                <a:lnTo>
                  <a:pt x="22233" y="24638"/>
                </a:lnTo>
                <a:lnTo>
                  <a:pt x="21144" y="22584"/>
                </a:lnTo>
                <a:lnTo>
                  <a:pt x="22218" y="21297"/>
                </a:lnTo>
                <a:lnTo>
                  <a:pt x="24681" y="22445"/>
                </a:lnTo>
                <a:lnTo>
                  <a:pt x="25821" y="21297"/>
                </a:lnTo>
                <a:lnTo>
                  <a:pt x="24652" y="18995"/>
                </a:lnTo>
                <a:lnTo>
                  <a:pt x="25785" y="17789"/>
                </a:lnTo>
                <a:lnTo>
                  <a:pt x="28160" y="18959"/>
                </a:lnTo>
                <a:lnTo>
                  <a:pt x="29315" y="17797"/>
                </a:lnTo>
                <a:lnTo>
                  <a:pt x="28153" y="15458"/>
                </a:lnTo>
                <a:lnTo>
                  <a:pt x="29315" y="14288"/>
                </a:lnTo>
                <a:lnTo>
                  <a:pt x="31654" y="15458"/>
                </a:lnTo>
                <a:lnTo>
                  <a:pt x="32735" y="14376"/>
                </a:lnTo>
                <a:lnTo>
                  <a:pt x="31668" y="11760"/>
                </a:lnTo>
                <a:lnTo>
                  <a:pt x="33510" y="10495"/>
                </a:lnTo>
                <a:lnTo>
                  <a:pt x="38319" y="12512"/>
                </a:lnTo>
                <a:lnTo>
                  <a:pt x="39591" y="10955"/>
                </a:lnTo>
                <a:lnTo>
                  <a:pt x="38816" y="8061"/>
                </a:lnTo>
                <a:lnTo>
                  <a:pt x="40534" y="7250"/>
                </a:lnTo>
                <a:lnTo>
                  <a:pt x="45438" y="8880"/>
                </a:lnTo>
                <a:lnTo>
                  <a:pt x="46527" y="7550"/>
                </a:lnTo>
                <a:lnTo>
                  <a:pt x="45957" y="4443"/>
                </a:lnTo>
                <a:lnTo>
                  <a:pt x="48208" y="3778"/>
                </a:lnTo>
                <a:lnTo>
                  <a:pt x="51263" y="4348"/>
                </a:lnTo>
                <a:lnTo>
                  <a:pt x="56722" y="4348"/>
                </a:lnTo>
                <a:lnTo>
                  <a:pt x="60450" y="4714"/>
                </a:lnTo>
                <a:lnTo>
                  <a:pt x="63819" y="4356"/>
                </a:lnTo>
                <a:lnTo>
                  <a:pt x="64031" y="4334"/>
                </a:lnTo>
                <a:lnTo>
                  <a:pt x="63607" y="1059"/>
                </a:lnTo>
                <a:lnTo>
                  <a:pt x="64133" y="533"/>
                </a:lnTo>
                <a:lnTo>
                  <a:pt x="67320" y="847"/>
                </a:lnTo>
                <a:lnTo>
                  <a:pt x="68255" y="840"/>
                </a:lnTo>
                <a:lnTo>
                  <a:pt x="69951" y="548"/>
                </a:lnTo>
                <a:lnTo>
                  <a:pt x="72874" y="1534"/>
                </a:lnTo>
                <a:lnTo>
                  <a:pt x="75856" y="0"/>
                </a:lnTo>
                <a:lnTo>
                  <a:pt x="78290" y="1037"/>
                </a:lnTo>
                <a:lnTo>
                  <a:pt x="77471" y="3990"/>
                </a:lnTo>
                <a:lnTo>
                  <a:pt x="78239" y="4750"/>
                </a:lnTo>
                <a:lnTo>
                  <a:pt x="80768" y="4253"/>
                </a:lnTo>
                <a:lnTo>
                  <a:pt x="83523" y="4743"/>
                </a:lnTo>
                <a:lnTo>
                  <a:pt x="86147" y="4356"/>
                </a:lnTo>
                <a:lnTo>
                  <a:pt x="90320" y="4356"/>
                </a:lnTo>
                <a:lnTo>
                  <a:pt x="93543" y="3741"/>
                </a:lnTo>
                <a:lnTo>
                  <a:pt x="95757" y="4480"/>
                </a:lnTo>
                <a:lnTo>
                  <a:pt x="95063" y="7549"/>
                </a:lnTo>
                <a:lnTo>
                  <a:pt x="95714" y="8193"/>
                </a:lnTo>
                <a:lnTo>
                  <a:pt x="98374" y="7842"/>
                </a:lnTo>
                <a:lnTo>
                  <a:pt x="99748" y="7908"/>
                </a:lnTo>
                <a:lnTo>
                  <a:pt x="101626" y="7498"/>
                </a:lnTo>
                <a:lnTo>
                  <a:pt x="102854" y="8090"/>
                </a:lnTo>
                <a:lnTo>
                  <a:pt x="101992" y="10977"/>
                </a:lnTo>
                <a:lnTo>
                  <a:pt x="102723" y="11701"/>
                </a:lnTo>
                <a:lnTo>
                  <a:pt x="105383" y="11350"/>
                </a:lnTo>
                <a:lnTo>
                  <a:pt x="106574" y="11409"/>
                </a:lnTo>
                <a:lnTo>
                  <a:pt x="108862" y="10999"/>
                </a:lnTo>
                <a:lnTo>
                  <a:pt x="109966" y="11767"/>
                </a:lnTo>
                <a:lnTo>
                  <a:pt x="108899" y="14383"/>
                </a:lnTo>
                <a:lnTo>
                  <a:pt x="109885" y="15370"/>
                </a:lnTo>
                <a:lnTo>
                  <a:pt x="112538" y="14317"/>
                </a:lnTo>
                <a:lnTo>
                  <a:pt x="113408" y="15640"/>
                </a:lnTo>
                <a:lnTo>
                  <a:pt x="112319" y="17694"/>
                </a:lnTo>
                <a:lnTo>
                  <a:pt x="113401" y="18980"/>
                </a:lnTo>
                <a:lnTo>
                  <a:pt x="115856" y="17833"/>
                </a:lnTo>
                <a:lnTo>
                  <a:pt x="116997" y="18980"/>
                </a:lnTo>
                <a:lnTo>
                  <a:pt x="115835" y="21283"/>
                </a:lnTo>
                <a:lnTo>
                  <a:pt x="116960" y="22489"/>
                </a:lnTo>
                <a:lnTo>
                  <a:pt x="119343" y="21319"/>
                </a:lnTo>
                <a:lnTo>
                  <a:pt x="120497" y="22481"/>
                </a:lnTo>
                <a:lnTo>
                  <a:pt x="119328" y="24820"/>
                </a:lnTo>
                <a:lnTo>
                  <a:pt x="120497" y="25990"/>
                </a:lnTo>
                <a:lnTo>
                  <a:pt x="122836" y="24820"/>
                </a:lnTo>
                <a:lnTo>
                  <a:pt x="124013" y="26004"/>
                </a:lnTo>
                <a:lnTo>
                  <a:pt x="122880" y="28255"/>
                </a:lnTo>
                <a:lnTo>
                  <a:pt x="123896" y="29498"/>
                </a:lnTo>
                <a:lnTo>
                  <a:pt x="126381" y="28365"/>
                </a:lnTo>
                <a:lnTo>
                  <a:pt x="127412" y="29403"/>
                </a:lnTo>
                <a:lnTo>
                  <a:pt x="126367" y="32048"/>
                </a:lnTo>
                <a:lnTo>
                  <a:pt x="127324" y="32684"/>
                </a:lnTo>
                <a:lnTo>
                  <a:pt x="130255" y="32026"/>
                </a:lnTo>
                <a:lnTo>
                  <a:pt x="131264" y="34278"/>
                </a:lnTo>
                <a:lnTo>
                  <a:pt x="129400" y="37684"/>
                </a:lnTo>
                <a:lnTo>
                  <a:pt x="130737" y="39964"/>
                </a:lnTo>
                <a:lnTo>
                  <a:pt x="133485" y="38977"/>
                </a:lnTo>
                <a:lnTo>
                  <a:pt x="134516" y="40015"/>
                </a:lnTo>
                <a:lnTo>
                  <a:pt x="133471" y="42237"/>
                </a:lnTo>
                <a:lnTo>
                  <a:pt x="134399" y="43640"/>
                </a:lnTo>
                <a:lnTo>
                  <a:pt x="133346" y="45854"/>
                </a:lnTo>
                <a:lnTo>
                  <a:pt x="134245" y="46753"/>
                </a:lnTo>
                <a:lnTo>
                  <a:pt x="137322" y="46074"/>
                </a:lnTo>
                <a:lnTo>
                  <a:pt x="138039" y="48310"/>
                </a:lnTo>
                <a:lnTo>
                  <a:pt x="137439" y="51475"/>
                </a:lnTo>
                <a:lnTo>
                  <a:pt x="137439" y="55670"/>
                </a:lnTo>
                <a:lnTo>
                  <a:pt x="137052" y="58301"/>
                </a:lnTo>
                <a:lnTo>
                  <a:pt x="137542" y="61056"/>
                </a:lnTo>
                <a:lnTo>
                  <a:pt x="137045" y="63592"/>
                </a:lnTo>
                <a:lnTo>
                  <a:pt x="137805" y="64353"/>
                </a:lnTo>
                <a:lnTo>
                  <a:pt x="140757" y="63534"/>
                </a:lnTo>
                <a:lnTo>
                  <a:pt x="141634" y="65602"/>
                </a:lnTo>
                <a:lnTo>
                  <a:pt x="140940" y="69213"/>
                </a:lnTo>
                <a:lnTo>
                  <a:pt x="140940" y="72779"/>
                </a:lnTo>
                <a:lnTo>
                  <a:pt x="141634" y="76390"/>
                </a:lnTo>
                <a:lnTo>
                  <a:pt x="140757" y="78458"/>
                </a:lnTo>
                <a:lnTo>
                  <a:pt x="137798" y="77640"/>
                </a:lnTo>
                <a:lnTo>
                  <a:pt x="137045" y="78407"/>
                </a:lnTo>
                <a:lnTo>
                  <a:pt x="137542" y="80936"/>
                </a:lnTo>
                <a:lnTo>
                  <a:pt x="137052" y="83691"/>
                </a:lnTo>
                <a:lnTo>
                  <a:pt x="137439" y="86315"/>
                </a:lnTo>
                <a:lnTo>
                  <a:pt x="137439" y="90510"/>
                </a:lnTo>
                <a:lnTo>
                  <a:pt x="138039" y="93682"/>
                </a:lnTo>
                <a:lnTo>
                  <a:pt x="137315" y="95918"/>
                </a:lnTo>
                <a:lnTo>
                  <a:pt x="134238" y="95239"/>
                </a:lnTo>
                <a:lnTo>
                  <a:pt x="133602" y="95882"/>
                </a:lnTo>
                <a:lnTo>
                  <a:pt x="133960" y="98542"/>
                </a:lnTo>
                <a:lnTo>
                  <a:pt x="133887" y="99917"/>
                </a:lnTo>
                <a:lnTo>
                  <a:pt x="134296" y="101795"/>
                </a:lnTo>
                <a:lnTo>
                  <a:pt x="133712" y="103023"/>
                </a:lnTo>
                <a:lnTo>
                  <a:pt x="130818" y="102160"/>
                </a:lnTo>
                <a:lnTo>
                  <a:pt x="130094" y="102891"/>
                </a:lnTo>
                <a:lnTo>
                  <a:pt x="130452" y="105551"/>
                </a:lnTo>
                <a:lnTo>
                  <a:pt x="130394" y="106750"/>
                </a:lnTo>
                <a:lnTo>
                  <a:pt x="130803" y="109023"/>
                </a:lnTo>
                <a:lnTo>
                  <a:pt x="130036" y="110134"/>
                </a:lnTo>
                <a:lnTo>
                  <a:pt x="127419" y="109074"/>
                </a:lnTo>
                <a:lnTo>
                  <a:pt x="126432" y="110054"/>
                </a:lnTo>
                <a:lnTo>
                  <a:pt x="127485" y="112707"/>
                </a:lnTo>
                <a:lnTo>
                  <a:pt x="126220" y="113540"/>
                </a:lnTo>
                <a:lnTo>
                  <a:pt x="124006" y="112488"/>
                </a:lnTo>
                <a:lnTo>
                  <a:pt x="122836" y="113657"/>
                </a:lnTo>
                <a:lnTo>
                  <a:pt x="124006" y="115996"/>
                </a:lnTo>
                <a:lnTo>
                  <a:pt x="122932" y="117070"/>
                </a:lnTo>
                <a:lnTo>
                  <a:pt x="120286" y="116018"/>
                </a:lnTo>
                <a:lnTo>
                  <a:pt x="119453" y="117282"/>
                </a:lnTo>
                <a:lnTo>
                  <a:pt x="120497" y="119496"/>
                </a:lnTo>
                <a:lnTo>
                  <a:pt x="119328" y="120666"/>
                </a:lnTo>
                <a:lnTo>
                  <a:pt x="116989" y="119497"/>
                </a:lnTo>
                <a:lnTo>
                  <a:pt x="115922" y="120571"/>
                </a:lnTo>
                <a:lnTo>
                  <a:pt x="116967" y="123217"/>
                </a:lnTo>
                <a:lnTo>
                  <a:pt x="115703" y="124050"/>
                </a:lnTo>
                <a:lnTo>
                  <a:pt x="113489" y="123005"/>
                </a:lnTo>
                <a:lnTo>
                  <a:pt x="112319" y="124174"/>
                </a:lnTo>
                <a:lnTo>
                  <a:pt x="113488" y="126506"/>
                </a:lnTo>
                <a:lnTo>
                  <a:pt x="112414" y="127580"/>
                </a:lnTo>
                <a:lnTo>
                  <a:pt x="109769" y="126535"/>
                </a:lnTo>
                <a:lnTo>
                  <a:pt x="109038" y="127631"/>
                </a:lnTo>
                <a:lnTo>
                  <a:pt x="109907" y="130255"/>
                </a:lnTo>
                <a:lnTo>
                  <a:pt x="108131" y="131461"/>
                </a:lnTo>
                <a:lnTo>
                  <a:pt x="103322" y="129458"/>
                </a:lnTo>
                <a:lnTo>
                  <a:pt x="102050" y="131008"/>
                </a:lnTo>
                <a:lnTo>
                  <a:pt x="102825" y="133895"/>
                </a:lnTo>
                <a:lnTo>
                  <a:pt x="101108" y="134706"/>
                </a:lnTo>
                <a:lnTo>
                  <a:pt x="96204" y="133076"/>
                </a:lnTo>
                <a:lnTo>
                  <a:pt x="95100" y="134428"/>
                </a:lnTo>
                <a:lnTo>
                  <a:pt x="95706" y="137505"/>
                </a:lnTo>
                <a:lnTo>
                  <a:pt x="93499" y="138207"/>
                </a:lnTo>
                <a:lnTo>
                  <a:pt x="90327" y="137608"/>
                </a:lnTo>
                <a:lnTo>
                  <a:pt x="86132" y="137608"/>
                </a:lnTo>
                <a:lnTo>
                  <a:pt x="83509" y="137220"/>
                </a:lnTo>
                <a:lnTo>
                  <a:pt x="80746" y="137710"/>
                </a:lnTo>
                <a:lnTo>
                  <a:pt x="78217" y="137213"/>
                </a:lnTo>
                <a:lnTo>
                  <a:pt x="77457" y="137980"/>
                </a:lnTo>
                <a:lnTo>
                  <a:pt x="78276" y="140926"/>
                </a:lnTo>
                <a:lnTo>
                  <a:pt x="76207" y="1418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16296115" y="10104924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19" h="134620">
                <a:moveTo>
                  <a:pt x="72157" y="134209"/>
                </a:moveTo>
                <a:lnTo>
                  <a:pt x="69271" y="133705"/>
                </a:lnTo>
                <a:lnTo>
                  <a:pt x="65061" y="133705"/>
                </a:lnTo>
                <a:lnTo>
                  <a:pt x="62181" y="134209"/>
                </a:lnTo>
                <a:lnTo>
                  <a:pt x="59528" y="133551"/>
                </a:lnTo>
                <a:lnTo>
                  <a:pt x="57072" y="134136"/>
                </a:lnTo>
                <a:lnTo>
                  <a:pt x="56393" y="133456"/>
                </a:lnTo>
                <a:lnTo>
                  <a:pt x="56919" y="130248"/>
                </a:lnTo>
                <a:lnTo>
                  <a:pt x="54507" y="129765"/>
                </a:lnTo>
                <a:lnTo>
                  <a:pt x="51803" y="130197"/>
                </a:lnTo>
                <a:lnTo>
                  <a:pt x="47754" y="130197"/>
                </a:lnTo>
                <a:lnTo>
                  <a:pt x="44341" y="130854"/>
                </a:lnTo>
                <a:lnTo>
                  <a:pt x="42199" y="130043"/>
                </a:lnTo>
                <a:lnTo>
                  <a:pt x="42952" y="127032"/>
                </a:lnTo>
                <a:lnTo>
                  <a:pt x="42280" y="126360"/>
                </a:lnTo>
                <a:lnTo>
                  <a:pt x="39612" y="126725"/>
                </a:lnTo>
                <a:lnTo>
                  <a:pt x="38311" y="126652"/>
                </a:lnTo>
                <a:lnTo>
                  <a:pt x="36272" y="127069"/>
                </a:lnTo>
                <a:lnTo>
                  <a:pt x="35081" y="126418"/>
                </a:lnTo>
                <a:lnTo>
                  <a:pt x="36031" y="123619"/>
                </a:lnTo>
                <a:lnTo>
                  <a:pt x="35008" y="122610"/>
                </a:lnTo>
                <a:lnTo>
                  <a:pt x="32793" y="123641"/>
                </a:lnTo>
                <a:lnTo>
                  <a:pt x="31529" y="122837"/>
                </a:lnTo>
                <a:lnTo>
                  <a:pt x="32566" y="120162"/>
                </a:lnTo>
                <a:lnTo>
                  <a:pt x="31755" y="119351"/>
                </a:lnTo>
                <a:lnTo>
                  <a:pt x="29088" y="119716"/>
                </a:lnTo>
                <a:lnTo>
                  <a:pt x="27787" y="119643"/>
                </a:lnTo>
                <a:lnTo>
                  <a:pt x="25748" y="120059"/>
                </a:lnTo>
                <a:lnTo>
                  <a:pt x="24556" y="119409"/>
                </a:lnTo>
                <a:lnTo>
                  <a:pt x="25499" y="116610"/>
                </a:lnTo>
                <a:lnTo>
                  <a:pt x="24476" y="115587"/>
                </a:lnTo>
                <a:lnTo>
                  <a:pt x="22174" y="116756"/>
                </a:lnTo>
                <a:lnTo>
                  <a:pt x="20968" y="115630"/>
                </a:lnTo>
                <a:lnTo>
                  <a:pt x="22137" y="113248"/>
                </a:lnTo>
                <a:lnTo>
                  <a:pt x="21070" y="112188"/>
                </a:lnTo>
                <a:lnTo>
                  <a:pt x="18424" y="113233"/>
                </a:lnTo>
                <a:lnTo>
                  <a:pt x="17511" y="111866"/>
                </a:lnTo>
                <a:lnTo>
                  <a:pt x="18585" y="109988"/>
                </a:lnTo>
                <a:lnTo>
                  <a:pt x="17694" y="108621"/>
                </a:lnTo>
                <a:lnTo>
                  <a:pt x="15026" y="109652"/>
                </a:lnTo>
                <a:lnTo>
                  <a:pt x="14215" y="108833"/>
                </a:lnTo>
                <a:lnTo>
                  <a:pt x="14566" y="106173"/>
                </a:lnTo>
                <a:lnTo>
                  <a:pt x="14507" y="104982"/>
                </a:lnTo>
                <a:lnTo>
                  <a:pt x="14916" y="102701"/>
                </a:lnTo>
                <a:lnTo>
                  <a:pt x="14156" y="101598"/>
                </a:lnTo>
                <a:lnTo>
                  <a:pt x="11532" y="102657"/>
                </a:lnTo>
                <a:lnTo>
                  <a:pt x="10546" y="101671"/>
                </a:lnTo>
                <a:lnTo>
                  <a:pt x="11598" y="99025"/>
                </a:lnTo>
                <a:lnTo>
                  <a:pt x="10451" y="98265"/>
                </a:lnTo>
                <a:lnTo>
                  <a:pt x="7929" y="99186"/>
                </a:lnTo>
                <a:lnTo>
                  <a:pt x="6592" y="97410"/>
                </a:lnTo>
                <a:lnTo>
                  <a:pt x="8689" y="92593"/>
                </a:lnTo>
                <a:lnTo>
                  <a:pt x="7169" y="91351"/>
                </a:lnTo>
                <a:lnTo>
                  <a:pt x="4165" y="92016"/>
                </a:lnTo>
                <a:lnTo>
                  <a:pt x="3362" y="89911"/>
                </a:lnTo>
                <a:lnTo>
                  <a:pt x="4019" y="86498"/>
                </a:lnTo>
                <a:lnTo>
                  <a:pt x="4019" y="82442"/>
                </a:lnTo>
                <a:lnTo>
                  <a:pt x="4443" y="79737"/>
                </a:lnTo>
                <a:lnTo>
                  <a:pt x="3961" y="77333"/>
                </a:lnTo>
                <a:lnTo>
                  <a:pt x="760" y="77852"/>
                </a:lnTo>
                <a:lnTo>
                  <a:pt x="80" y="77172"/>
                </a:lnTo>
                <a:lnTo>
                  <a:pt x="665" y="74716"/>
                </a:lnTo>
                <a:lnTo>
                  <a:pt x="0" y="72070"/>
                </a:lnTo>
                <a:lnTo>
                  <a:pt x="511" y="69191"/>
                </a:lnTo>
                <a:lnTo>
                  <a:pt x="511" y="64981"/>
                </a:lnTo>
                <a:lnTo>
                  <a:pt x="0" y="62094"/>
                </a:lnTo>
                <a:lnTo>
                  <a:pt x="665" y="59441"/>
                </a:lnTo>
                <a:lnTo>
                  <a:pt x="80" y="56986"/>
                </a:lnTo>
                <a:lnTo>
                  <a:pt x="760" y="56321"/>
                </a:lnTo>
                <a:lnTo>
                  <a:pt x="3961" y="56839"/>
                </a:lnTo>
                <a:lnTo>
                  <a:pt x="4443" y="54435"/>
                </a:lnTo>
                <a:lnTo>
                  <a:pt x="4019" y="51731"/>
                </a:lnTo>
                <a:lnTo>
                  <a:pt x="4019" y="47674"/>
                </a:lnTo>
                <a:lnTo>
                  <a:pt x="3362" y="44261"/>
                </a:lnTo>
                <a:lnTo>
                  <a:pt x="4173" y="42120"/>
                </a:lnTo>
                <a:lnTo>
                  <a:pt x="7184" y="42873"/>
                </a:lnTo>
                <a:lnTo>
                  <a:pt x="8112" y="41945"/>
                </a:lnTo>
                <a:lnTo>
                  <a:pt x="7060" y="39723"/>
                </a:lnTo>
                <a:lnTo>
                  <a:pt x="7995" y="38320"/>
                </a:lnTo>
                <a:lnTo>
                  <a:pt x="6943" y="36105"/>
                </a:lnTo>
                <a:lnTo>
                  <a:pt x="7995" y="35052"/>
                </a:lnTo>
                <a:lnTo>
                  <a:pt x="10699" y="36068"/>
                </a:lnTo>
                <a:lnTo>
                  <a:pt x="11474" y="34811"/>
                </a:lnTo>
                <a:lnTo>
                  <a:pt x="10458" y="32589"/>
                </a:lnTo>
                <a:lnTo>
                  <a:pt x="11401" y="31647"/>
                </a:lnTo>
                <a:lnTo>
                  <a:pt x="14354" y="32465"/>
                </a:lnTo>
                <a:lnTo>
                  <a:pt x="15245" y="30382"/>
                </a:lnTo>
                <a:lnTo>
                  <a:pt x="13447" y="26340"/>
                </a:lnTo>
                <a:lnTo>
                  <a:pt x="15026" y="24411"/>
                </a:lnTo>
                <a:lnTo>
                  <a:pt x="17504" y="25544"/>
                </a:lnTo>
                <a:lnTo>
                  <a:pt x="18636" y="24418"/>
                </a:lnTo>
                <a:lnTo>
                  <a:pt x="17467" y="22080"/>
                </a:lnTo>
                <a:lnTo>
                  <a:pt x="18636" y="20910"/>
                </a:lnTo>
                <a:lnTo>
                  <a:pt x="20975" y="22079"/>
                </a:lnTo>
                <a:lnTo>
                  <a:pt x="22130" y="20925"/>
                </a:lnTo>
                <a:lnTo>
                  <a:pt x="20968" y="18528"/>
                </a:lnTo>
                <a:lnTo>
                  <a:pt x="22181" y="17417"/>
                </a:lnTo>
                <a:lnTo>
                  <a:pt x="24476" y="18586"/>
                </a:lnTo>
                <a:lnTo>
                  <a:pt x="25558" y="17497"/>
                </a:lnTo>
                <a:lnTo>
                  <a:pt x="24505" y="14851"/>
                </a:lnTo>
                <a:lnTo>
                  <a:pt x="25865" y="13952"/>
                </a:lnTo>
                <a:lnTo>
                  <a:pt x="27809" y="15041"/>
                </a:lnTo>
                <a:lnTo>
                  <a:pt x="29263" y="13981"/>
                </a:lnTo>
                <a:lnTo>
                  <a:pt x="31492" y="15070"/>
                </a:lnTo>
                <a:lnTo>
                  <a:pt x="32669" y="13894"/>
                </a:lnTo>
                <a:lnTo>
                  <a:pt x="31499" y="11555"/>
                </a:lnTo>
                <a:lnTo>
                  <a:pt x="32669" y="10385"/>
                </a:lnTo>
                <a:lnTo>
                  <a:pt x="35008" y="11555"/>
                </a:lnTo>
                <a:lnTo>
                  <a:pt x="36097" y="10466"/>
                </a:lnTo>
                <a:lnTo>
                  <a:pt x="35022" y="7864"/>
                </a:lnTo>
                <a:lnTo>
                  <a:pt x="36857" y="6578"/>
                </a:lnTo>
                <a:lnTo>
                  <a:pt x="41673" y="8610"/>
                </a:lnTo>
                <a:lnTo>
                  <a:pt x="42879" y="7140"/>
                </a:lnTo>
                <a:lnTo>
                  <a:pt x="42272" y="4064"/>
                </a:lnTo>
                <a:lnTo>
                  <a:pt x="44472" y="3347"/>
                </a:lnTo>
                <a:lnTo>
                  <a:pt x="47652" y="3954"/>
                </a:lnTo>
                <a:lnTo>
                  <a:pt x="51818" y="3954"/>
                </a:lnTo>
                <a:lnTo>
                  <a:pt x="54449" y="4319"/>
                </a:lnTo>
                <a:lnTo>
                  <a:pt x="56649" y="3961"/>
                </a:lnTo>
                <a:lnTo>
                  <a:pt x="56897" y="3924"/>
                </a:lnTo>
                <a:lnTo>
                  <a:pt x="56415" y="687"/>
                </a:lnTo>
                <a:lnTo>
                  <a:pt x="56992" y="109"/>
                </a:lnTo>
                <a:lnTo>
                  <a:pt x="59630" y="497"/>
                </a:lnTo>
                <a:lnTo>
                  <a:pt x="63606" y="182"/>
                </a:lnTo>
                <a:lnTo>
                  <a:pt x="67224" y="453"/>
                </a:lnTo>
                <a:lnTo>
                  <a:pt x="71660" y="453"/>
                </a:lnTo>
                <a:lnTo>
                  <a:pt x="73254" y="168"/>
                </a:lnTo>
                <a:lnTo>
                  <a:pt x="74832" y="650"/>
                </a:lnTo>
                <a:lnTo>
                  <a:pt x="77237" y="0"/>
                </a:lnTo>
                <a:lnTo>
                  <a:pt x="77924" y="694"/>
                </a:lnTo>
                <a:lnTo>
                  <a:pt x="77427" y="3917"/>
                </a:lnTo>
                <a:lnTo>
                  <a:pt x="79861" y="4348"/>
                </a:lnTo>
                <a:lnTo>
                  <a:pt x="82492" y="3961"/>
                </a:lnTo>
                <a:lnTo>
                  <a:pt x="86585" y="3961"/>
                </a:lnTo>
                <a:lnTo>
                  <a:pt x="89976" y="3311"/>
                </a:lnTo>
                <a:lnTo>
                  <a:pt x="92125" y="4114"/>
                </a:lnTo>
                <a:lnTo>
                  <a:pt x="91386" y="7133"/>
                </a:lnTo>
                <a:lnTo>
                  <a:pt x="92052" y="7805"/>
                </a:lnTo>
                <a:lnTo>
                  <a:pt x="94719" y="7447"/>
                </a:lnTo>
                <a:lnTo>
                  <a:pt x="95918" y="7506"/>
                </a:lnTo>
                <a:lnTo>
                  <a:pt x="98191" y="7096"/>
                </a:lnTo>
                <a:lnTo>
                  <a:pt x="99302" y="7857"/>
                </a:lnTo>
                <a:lnTo>
                  <a:pt x="98242" y="10480"/>
                </a:lnTo>
                <a:lnTo>
                  <a:pt x="99324" y="11562"/>
                </a:lnTo>
                <a:lnTo>
                  <a:pt x="101662" y="10393"/>
                </a:lnTo>
                <a:lnTo>
                  <a:pt x="102832" y="11562"/>
                </a:lnTo>
                <a:lnTo>
                  <a:pt x="101662" y="13901"/>
                </a:lnTo>
                <a:lnTo>
                  <a:pt x="102824" y="15063"/>
                </a:lnTo>
                <a:lnTo>
                  <a:pt x="105046" y="14047"/>
                </a:lnTo>
                <a:lnTo>
                  <a:pt x="106464" y="14924"/>
                </a:lnTo>
                <a:lnTo>
                  <a:pt x="108686" y="13908"/>
                </a:lnTo>
                <a:lnTo>
                  <a:pt x="109753" y="14975"/>
                </a:lnTo>
                <a:lnTo>
                  <a:pt x="108700" y="17621"/>
                </a:lnTo>
                <a:lnTo>
                  <a:pt x="110001" y="18483"/>
                </a:lnTo>
                <a:lnTo>
                  <a:pt x="112128" y="17409"/>
                </a:lnTo>
                <a:lnTo>
                  <a:pt x="113363" y="18535"/>
                </a:lnTo>
                <a:lnTo>
                  <a:pt x="112201" y="20932"/>
                </a:lnTo>
                <a:lnTo>
                  <a:pt x="113261" y="21992"/>
                </a:lnTo>
                <a:lnTo>
                  <a:pt x="115907" y="20939"/>
                </a:lnTo>
                <a:lnTo>
                  <a:pt x="116820" y="22313"/>
                </a:lnTo>
                <a:lnTo>
                  <a:pt x="115746" y="24192"/>
                </a:lnTo>
                <a:lnTo>
                  <a:pt x="116638" y="25558"/>
                </a:lnTo>
                <a:lnTo>
                  <a:pt x="119305" y="24528"/>
                </a:lnTo>
                <a:lnTo>
                  <a:pt x="120116" y="25339"/>
                </a:lnTo>
                <a:lnTo>
                  <a:pt x="119758" y="27999"/>
                </a:lnTo>
                <a:lnTo>
                  <a:pt x="119824" y="29198"/>
                </a:lnTo>
                <a:lnTo>
                  <a:pt x="119415" y="31471"/>
                </a:lnTo>
                <a:lnTo>
                  <a:pt x="120175" y="32582"/>
                </a:lnTo>
                <a:lnTo>
                  <a:pt x="122799" y="31522"/>
                </a:lnTo>
                <a:lnTo>
                  <a:pt x="123785" y="32502"/>
                </a:lnTo>
                <a:lnTo>
                  <a:pt x="122733" y="35155"/>
                </a:lnTo>
                <a:lnTo>
                  <a:pt x="123880" y="35908"/>
                </a:lnTo>
                <a:lnTo>
                  <a:pt x="126402" y="34994"/>
                </a:lnTo>
                <a:lnTo>
                  <a:pt x="127739" y="36770"/>
                </a:lnTo>
                <a:lnTo>
                  <a:pt x="125642" y="41586"/>
                </a:lnTo>
                <a:lnTo>
                  <a:pt x="127140" y="42814"/>
                </a:lnTo>
                <a:lnTo>
                  <a:pt x="130195" y="42186"/>
                </a:lnTo>
                <a:lnTo>
                  <a:pt x="130933" y="44356"/>
                </a:lnTo>
                <a:lnTo>
                  <a:pt x="130312" y="47609"/>
                </a:lnTo>
                <a:lnTo>
                  <a:pt x="130312" y="51636"/>
                </a:lnTo>
                <a:lnTo>
                  <a:pt x="129786" y="54574"/>
                </a:lnTo>
                <a:lnTo>
                  <a:pt x="130400" y="56898"/>
                </a:lnTo>
                <a:lnTo>
                  <a:pt x="133542" y="56291"/>
                </a:lnTo>
                <a:lnTo>
                  <a:pt x="134156" y="56905"/>
                </a:lnTo>
                <a:lnTo>
                  <a:pt x="133798" y="59565"/>
                </a:lnTo>
                <a:lnTo>
                  <a:pt x="133886" y="61239"/>
                </a:lnTo>
                <a:lnTo>
                  <a:pt x="133769" y="62416"/>
                </a:lnTo>
                <a:lnTo>
                  <a:pt x="134003" y="66048"/>
                </a:lnTo>
                <a:lnTo>
                  <a:pt x="133418" y="69323"/>
                </a:lnTo>
                <a:lnTo>
                  <a:pt x="134368" y="71902"/>
                </a:lnTo>
                <a:lnTo>
                  <a:pt x="133667" y="74724"/>
                </a:lnTo>
                <a:lnTo>
                  <a:pt x="134251" y="77179"/>
                </a:lnTo>
                <a:lnTo>
                  <a:pt x="133572" y="77852"/>
                </a:lnTo>
                <a:lnTo>
                  <a:pt x="130370" y="77333"/>
                </a:lnTo>
                <a:lnTo>
                  <a:pt x="129888" y="79737"/>
                </a:lnTo>
                <a:lnTo>
                  <a:pt x="130312" y="82442"/>
                </a:lnTo>
                <a:lnTo>
                  <a:pt x="130312" y="86564"/>
                </a:lnTo>
                <a:lnTo>
                  <a:pt x="130933" y="89823"/>
                </a:lnTo>
                <a:lnTo>
                  <a:pt x="130180" y="92023"/>
                </a:lnTo>
                <a:lnTo>
                  <a:pt x="127125" y="91314"/>
                </a:lnTo>
                <a:lnTo>
                  <a:pt x="126475" y="91972"/>
                </a:lnTo>
                <a:lnTo>
                  <a:pt x="126833" y="94632"/>
                </a:lnTo>
                <a:lnTo>
                  <a:pt x="126775" y="95787"/>
                </a:lnTo>
                <a:lnTo>
                  <a:pt x="127169" y="98163"/>
                </a:lnTo>
                <a:lnTo>
                  <a:pt x="126365" y="99230"/>
                </a:lnTo>
                <a:lnTo>
                  <a:pt x="123822" y="98126"/>
                </a:lnTo>
                <a:lnTo>
                  <a:pt x="122806" y="99135"/>
                </a:lnTo>
                <a:lnTo>
                  <a:pt x="123858" y="101788"/>
                </a:lnTo>
                <a:lnTo>
                  <a:pt x="122755" y="102519"/>
                </a:lnTo>
                <a:lnTo>
                  <a:pt x="120138" y="101649"/>
                </a:lnTo>
                <a:lnTo>
                  <a:pt x="118918" y="103425"/>
                </a:lnTo>
                <a:lnTo>
                  <a:pt x="120928" y="108234"/>
                </a:lnTo>
                <a:lnTo>
                  <a:pt x="119276" y="109593"/>
                </a:lnTo>
                <a:lnTo>
                  <a:pt x="116623" y="108643"/>
                </a:lnTo>
                <a:lnTo>
                  <a:pt x="115826" y="109878"/>
                </a:lnTo>
                <a:lnTo>
                  <a:pt x="116864" y="112093"/>
                </a:lnTo>
                <a:lnTo>
                  <a:pt x="115790" y="113167"/>
                </a:lnTo>
                <a:lnTo>
                  <a:pt x="113144" y="112115"/>
                </a:lnTo>
                <a:lnTo>
                  <a:pt x="112318" y="113350"/>
                </a:lnTo>
                <a:lnTo>
                  <a:pt x="113349" y="115638"/>
                </a:lnTo>
                <a:lnTo>
                  <a:pt x="112157" y="116756"/>
                </a:lnTo>
                <a:lnTo>
                  <a:pt x="109855" y="115587"/>
                </a:lnTo>
                <a:lnTo>
                  <a:pt x="108774" y="116668"/>
                </a:lnTo>
                <a:lnTo>
                  <a:pt x="109826" y="119314"/>
                </a:lnTo>
                <a:lnTo>
                  <a:pt x="108452" y="120228"/>
                </a:lnTo>
                <a:lnTo>
                  <a:pt x="106581" y="119161"/>
                </a:lnTo>
                <a:lnTo>
                  <a:pt x="105046" y="120140"/>
                </a:lnTo>
                <a:lnTo>
                  <a:pt x="102824" y="119109"/>
                </a:lnTo>
                <a:lnTo>
                  <a:pt x="101765" y="120162"/>
                </a:lnTo>
                <a:lnTo>
                  <a:pt x="102802" y="122844"/>
                </a:lnTo>
                <a:lnTo>
                  <a:pt x="101538" y="123641"/>
                </a:lnTo>
                <a:lnTo>
                  <a:pt x="99316" y="122610"/>
                </a:lnTo>
                <a:lnTo>
                  <a:pt x="98249" y="123677"/>
                </a:lnTo>
                <a:lnTo>
                  <a:pt x="99302" y="126323"/>
                </a:lnTo>
                <a:lnTo>
                  <a:pt x="97928" y="127237"/>
                </a:lnTo>
                <a:lnTo>
                  <a:pt x="96057" y="126170"/>
                </a:lnTo>
                <a:lnTo>
                  <a:pt x="94522" y="127149"/>
                </a:lnTo>
                <a:lnTo>
                  <a:pt x="92300" y="126118"/>
                </a:lnTo>
                <a:lnTo>
                  <a:pt x="91379" y="127032"/>
                </a:lnTo>
                <a:lnTo>
                  <a:pt x="92132" y="130051"/>
                </a:lnTo>
                <a:lnTo>
                  <a:pt x="89991" y="130854"/>
                </a:lnTo>
                <a:lnTo>
                  <a:pt x="86577" y="130197"/>
                </a:lnTo>
                <a:lnTo>
                  <a:pt x="82528" y="130197"/>
                </a:lnTo>
                <a:lnTo>
                  <a:pt x="79824" y="129773"/>
                </a:lnTo>
                <a:lnTo>
                  <a:pt x="77412" y="130255"/>
                </a:lnTo>
                <a:lnTo>
                  <a:pt x="77938" y="133456"/>
                </a:lnTo>
                <a:lnTo>
                  <a:pt x="77259" y="134136"/>
                </a:lnTo>
                <a:lnTo>
                  <a:pt x="74803" y="133551"/>
                </a:lnTo>
                <a:lnTo>
                  <a:pt x="72157" y="1342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18193880" y="10108373"/>
            <a:ext cx="94615" cy="127635"/>
          </a:xfrm>
          <a:custGeom>
            <a:avLst/>
            <a:gdLst/>
            <a:ahLst/>
            <a:cxnLst/>
            <a:rect l="l" t="t" r="r" b="b"/>
            <a:pathLst>
              <a:path w="94615" h="127634">
                <a:moveTo>
                  <a:pt x="78224" y="127412"/>
                </a:moveTo>
                <a:lnTo>
                  <a:pt x="74000" y="126747"/>
                </a:lnTo>
                <a:lnTo>
                  <a:pt x="51131" y="126747"/>
                </a:lnTo>
                <a:lnTo>
                  <a:pt x="48347" y="127207"/>
                </a:lnTo>
                <a:lnTo>
                  <a:pt x="45971" y="126681"/>
                </a:lnTo>
                <a:lnTo>
                  <a:pt x="46519" y="123502"/>
                </a:lnTo>
                <a:lnTo>
                  <a:pt x="45927" y="122910"/>
                </a:lnTo>
                <a:lnTo>
                  <a:pt x="43267" y="123275"/>
                </a:lnTo>
                <a:lnTo>
                  <a:pt x="41820" y="123195"/>
                </a:lnTo>
                <a:lnTo>
                  <a:pt x="40110" y="123590"/>
                </a:lnTo>
                <a:lnTo>
                  <a:pt x="38560" y="122968"/>
                </a:lnTo>
                <a:lnTo>
                  <a:pt x="36243" y="123743"/>
                </a:lnTo>
                <a:lnTo>
                  <a:pt x="35330" y="122829"/>
                </a:lnTo>
                <a:lnTo>
                  <a:pt x="36236" y="119986"/>
                </a:lnTo>
                <a:lnTo>
                  <a:pt x="35037" y="119380"/>
                </a:lnTo>
                <a:lnTo>
                  <a:pt x="32786" y="120279"/>
                </a:lnTo>
                <a:lnTo>
                  <a:pt x="31873" y="119372"/>
                </a:lnTo>
                <a:lnTo>
                  <a:pt x="32684" y="116420"/>
                </a:lnTo>
                <a:lnTo>
                  <a:pt x="30521" y="115492"/>
                </a:lnTo>
                <a:lnTo>
                  <a:pt x="26706" y="117319"/>
                </a:lnTo>
                <a:lnTo>
                  <a:pt x="24644" y="115806"/>
                </a:lnTo>
                <a:lnTo>
                  <a:pt x="25741" y="113248"/>
                </a:lnTo>
                <a:lnTo>
                  <a:pt x="24637" y="112144"/>
                </a:lnTo>
                <a:lnTo>
                  <a:pt x="22306" y="113313"/>
                </a:lnTo>
                <a:lnTo>
                  <a:pt x="21136" y="112144"/>
                </a:lnTo>
                <a:lnTo>
                  <a:pt x="22306" y="109813"/>
                </a:lnTo>
                <a:lnTo>
                  <a:pt x="21136" y="108643"/>
                </a:lnTo>
                <a:lnTo>
                  <a:pt x="18798" y="109812"/>
                </a:lnTo>
                <a:lnTo>
                  <a:pt x="17628" y="108643"/>
                </a:lnTo>
                <a:lnTo>
                  <a:pt x="18797" y="106304"/>
                </a:lnTo>
                <a:lnTo>
                  <a:pt x="17628" y="105135"/>
                </a:lnTo>
                <a:lnTo>
                  <a:pt x="15297" y="106304"/>
                </a:lnTo>
                <a:lnTo>
                  <a:pt x="14127" y="105135"/>
                </a:lnTo>
                <a:lnTo>
                  <a:pt x="15297" y="102804"/>
                </a:lnTo>
                <a:lnTo>
                  <a:pt x="14200" y="101707"/>
                </a:lnTo>
                <a:lnTo>
                  <a:pt x="11620" y="102789"/>
                </a:lnTo>
                <a:lnTo>
                  <a:pt x="10298" y="100962"/>
                </a:lnTo>
                <a:lnTo>
                  <a:pt x="12358" y="96145"/>
                </a:lnTo>
                <a:lnTo>
                  <a:pt x="10553" y="94669"/>
                </a:lnTo>
                <a:lnTo>
                  <a:pt x="8273" y="95795"/>
                </a:lnTo>
                <a:lnTo>
                  <a:pt x="7125" y="94596"/>
                </a:lnTo>
                <a:lnTo>
                  <a:pt x="8287" y="92287"/>
                </a:lnTo>
                <a:lnTo>
                  <a:pt x="7294" y="91285"/>
                </a:lnTo>
                <a:lnTo>
                  <a:pt x="4429" y="92169"/>
                </a:lnTo>
                <a:lnTo>
                  <a:pt x="3303" y="89882"/>
                </a:lnTo>
                <a:lnTo>
                  <a:pt x="4692" y="86666"/>
                </a:lnTo>
                <a:lnTo>
                  <a:pt x="4041" y="84057"/>
                </a:lnTo>
                <a:lnTo>
                  <a:pt x="4626" y="81601"/>
                </a:lnTo>
                <a:lnTo>
                  <a:pt x="3939" y="80914"/>
                </a:lnTo>
                <a:lnTo>
                  <a:pt x="752" y="81462"/>
                </a:lnTo>
                <a:lnTo>
                  <a:pt x="0" y="78093"/>
                </a:lnTo>
                <a:lnTo>
                  <a:pt x="694" y="73817"/>
                </a:lnTo>
                <a:lnTo>
                  <a:pt x="694" y="50956"/>
                </a:lnTo>
                <a:lnTo>
                  <a:pt x="241" y="48201"/>
                </a:lnTo>
                <a:lnTo>
                  <a:pt x="752" y="45811"/>
                </a:lnTo>
                <a:lnTo>
                  <a:pt x="3939" y="46352"/>
                </a:lnTo>
                <a:lnTo>
                  <a:pt x="4531" y="45767"/>
                </a:lnTo>
                <a:lnTo>
                  <a:pt x="4165" y="43107"/>
                </a:lnTo>
                <a:lnTo>
                  <a:pt x="4246" y="41660"/>
                </a:lnTo>
                <a:lnTo>
                  <a:pt x="3851" y="39942"/>
                </a:lnTo>
                <a:lnTo>
                  <a:pt x="4472" y="38400"/>
                </a:lnTo>
                <a:lnTo>
                  <a:pt x="3698" y="36083"/>
                </a:lnTo>
                <a:lnTo>
                  <a:pt x="4684" y="35096"/>
                </a:lnTo>
                <a:lnTo>
                  <a:pt x="7330" y="36141"/>
                </a:lnTo>
                <a:lnTo>
                  <a:pt x="8244" y="34767"/>
                </a:lnTo>
                <a:lnTo>
                  <a:pt x="7199" y="32926"/>
                </a:lnTo>
                <a:lnTo>
                  <a:pt x="8017" y="31544"/>
                </a:lnTo>
                <a:lnTo>
                  <a:pt x="10750" y="32531"/>
                </a:lnTo>
                <a:lnTo>
                  <a:pt x="11540" y="31749"/>
                </a:lnTo>
                <a:lnTo>
                  <a:pt x="11175" y="29089"/>
                </a:lnTo>
                <a:lnTo>
                  <a:pt x="11240" y="27934"/>
                </a:lnTo>
                <a:lnTo>
                  <a:pt x="10838" y="25558"/>
                </a:lnTo>
                <a:lnTo>
                  <a:pt x="11642" y="24491"/>
                </a:lnTo>
                <a:lnTo>
                  <a:pt x="14186" y="25595"/>
                </a:lnTo>
                <a:lnTo>
                  <a:pt x="15202" y="24579"/>
                </a:lnTo>
                <a:lnTo>
                  <a:pt x="14149" y="21933"/>
                </a:lnTo>
                <a:lnTo>
                  <a:pt x="15377" y="21122"/>
                </a:lnTo>
                <a:lnTo>
                  <a:pt x="17694" y="22138"/>
                </a:lnTo>
                <a:lnTo>
                  <a:pt x="18783" y="20939"/>
                </a:lnTo>
                <a:lnTo>
                  <a:pt x="17621" y="18652"/>
                </a:lnTo>
                <a:lnTo>
                  <a:pt x="18702" y="17570"/>
                </a:lnTo>
                <a:lnTo>
                  <a:pt x="21348" y="18622"/>
                </a:lnTo>
                <a:lnTo>
                  <a:pt x="22181" y="17358"/>
                </a:lnTo>
                <a:lnTo>
                  <a:pt x="21136" y="15136"/>
                </a:lnTo>
                <a:lnTo>
                  <a:pt x="22306" y="13967"/>
                </a:lnTo>
                <a:lnTo>
                  <a:pt x="24637" y="15136"/>
                </a:lnTo>
                <a:lnTo>
                  <a:pt x="25711" y="14062"/>
                </a:lnTo>
                <a:lnTo>
                  <a:pt x="24667" y="11416"/>
                </a:lnTo>
                <a:lnTo>
                  <a:pt x="26011" y="10517"/>
                </a:lnTo>
                <a:lnTo>
                  <a:pt x="27977" y="11613"/>
                </a:lnTo>
                <a:lnTo>
                  <a:pt x="29410" y="10532"/>
                </a:lnTo>
                <a:lnTo>
                  <a:pt x="31639" y="11643"/>
                </a:lnTo>
                <a:lnTo>
                  <a:pt x="32721" y="10554"/>
                </a:lnTo>
                <a:lnTo>
                  <a:pt x="31676" y="7908"/>
                </a:lnTo>
                <a:lnTo>
                  <a:pt x="32991" y="7031"/>
                </a:lnTo>
                <a:lnTo>
                  <a:pt x="35052" y="8120"/>
                </a:lnTo>
                <a:lnTo>
                  <a:pt x="36331" y="7038"/>
                </a:lnTo>
                <a:lnTo>
                  <a:pt x="35184" y="4582"/>
                </a:lnTo>
                <a:lnTo>
                  <a:pt x="36222" y="3537"/>
                </a:lnTo>
                <a:lnTo>
                  <a:pt x="38568" y="4283"/>
                </a:lnTo>
                <a:lnTo>
                  <a:pt x="41286" y="3223"/>
                </a:lnTo>
                <a:lnTo>
                  <a:pt x="44137" y="4538"/>
                </a:lnTo>
                <a:lnTo>
                  <a:pt x="46585" y="3939"/>
                </a:lnTo>
                <a:lnTo>
                  <a:pt x="45993" y="789"/>
                </a:lnTo>
                <a:lnTo>
                  <a:pt x="46651" y="131"/>
                </a:lnTo>
                <a:lnTo>
                  <a:pt x="49202" y="599"/>
                </a:lnTo>
                <a:lnTo>
                  <a:pt x="53061" y="0"/>
                </a:lnTo>
                <a:lnTo>
                  <a:pt x="56963" y="511"/>
                </a:lnTo>
                <a:lnTo>
                  <a:pt x="76485" y="511"/>
                </a:lnTo>
                <a:lnTo>
                  <a:pt x="79233" y="58"/>
                </a:lnTo>
                <a:lnTo>
                  <a:pt x="81630" y="570"/>
                </a:lnTo>
                <a:lnTo>
                  <a:pt x="81089" y="3764"/>
                </a:lnTo>
                <a:lnTo>
                  <a:pt x="81776" y="4451"/>
                </a:lnTo>
                <a:lnTo>
                  <a:pt x="84232" y="3866"/>
                </a:lnTo>
                <a:lnTo>
                  <a:pt x="86826" y="4516"/>
                </a:lnTo>
                <a:lnTo>
                  <a:pt x="90049" y="3128"/>
                </a:lnTo>
                <a:lnTo>
                  <a:pt x="92344" y="4261"/>
                </a:lnTo>
                <a:lnTo>
                  <a:pt x="91460" y="7125"/>
                </a:lnTo>
                <a:lnTo>
                  <a:pt x="92351" y="8017"/>
                </a:lnTo>
                <a:lnTo>
                  <a:pt x="94119" y="7314"/>
                </a:lnTo>
                <a:lnTo>
                  <a:pt x="94119" y="119995"/>
                </a:lnTo>
                <a:lnTo>
                  <a:pt x="92447" y="119153"/>
                </a:lnTo>
                <a:lnTo>
                  <a:pt x="91453" y="120147"/>
                </a:lnTo>
                <a:lnTo>
                  <a:pt x="92337" y="123012"/>
                </a:lnTo>
                <a:lnTo>
                  <a:pt x="90042" y="124138"/>
                </a:lnTo>
                <a:lnTo>
                  <a:pt x="86826" y="122749"/>
                </a:lnTo>
                <a:lnTo>
                  <a:pt x="84217" y="123400"/>
                </a:lnTo>
                <a:lnTo>
                  <a:pt x="81762" y="122815"/>
                </a:lnTo>
                <a:lnTo>
                  <a:pt x="81082" y="123495"/>
                </a:lnTo>
                <a:lnTo>
                  <a:pt x="81623" y="126696"/>
                </a:lnTo>
                <a:lnTo>
                  <a:pt x="78224" y="127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16092481" y="10111751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72596" y="120615"/>
                </a:moveTo>
                <a:lnTo>
                  <a:pt x="69249" y="119709"/>
                </a:lnTo>
                <a:lnTo>
                  <a:pt x="64052" y="120118"/>
                </a:lnTo>
                <a:lnTo>
                  <a:pt x="60069" y="120191"/>
                </a:lnTo>
                <a:lnTo>
                  <a:pt x="54588" y="119643"/>
                </a:lnTo>
                <a:lnTo>
                  <a:pt x="51934" y="120396"/>
                </a:lnTo>
                <a:lnTo>
                  <a:pt x="49164" y="119709"/>
                </a:lnTo>
                <a:lnTo>
                  <a:pt x="46709" y="120293"/>
                </a:lnTo>
                <a:lnTo>
                  <a:pt x="45978" y="119563"/>
                </a:lnTo>
                <a:lnTo>
                  <a:pt x="46628" y="116456"/>
                </a:lnTo>
                <a:lnTo>
                  <a:pt x="44136" y="115704"/>
                </a:lnTo>
                <a:lnTo>
                  <a:pt x="41439" y="116902"/>
                </a:lnTo>
                <a:lnTo>
                  <a:pt x="38640" y="116201"/>
                </a:lnTo>
                <a:lnTo>
                  <a:pt x="36184" y="116785"/>
                </a:lnTo>
                <a:lnTo>
                  <a:pt x="35366" y="115974"/>
                </a:lnTo>
                <a:lnTo>
                  <a:pt x="36206" y="113058"/>
                </a:lnTo>
                <a:lnTo>
                  <a:pt x="33809" y="111969"/>
                </a:lnTo>
                <a:lnTo>
                  <a:pt x="30703" y="113694"/>
                </a:lnTo>
                <a:lnTo>
                  <a:pt x="28291" y="112663"/>
                </a:lnTo>
                <a:lnTo>
                  <a:pt x="29102" y="109711"/>
                </a:lnTo>
                <a:lnTo>
                  <a:pt x="28174" y="108790"/>
                </a:lnTo>
                <a:lnTo>
                  <a:pt x="25938" y="109747"/>
                </a:lnTo>
                <a:lnTo>
                  <a:pt x="24710" y="109060"/>
                </a:lnTo>
                <a:lnTo>
                  <a:pt x="25667" y="106275"/>
                </a:lnTo>
                <a:lnTo>
                  <a:pt x="24892" y="105508"/>
                </a:lnTo>
                <a:lnTo>
                  <a:pt x="22232" y="105866"/>
                </a:lnTo>
                <a:lnTo>
                  <a:pt x="21165" y="105815"/>
                </a:lnTo>
                <a:lnTo>
                  <a:pt x="18593" y="106188"/>
                </a:lnTo>
                <a:lnTo>
                  <a:pt x="17621" y="105303"/>
                </a:lnTo>
                <a:lnTo>
                  <a:pt x="18783" y="102906"/>
                </a:lnTo>
                <a:lnTo>
                  <a:pt x="17723" y="101846"/>
                </a:lnTo>
                <a:lnTo>
                  <a:pt x="15077" y="102899"/>
                </a:lnTo>
                <a:lnTo>
                  <a:pt x="14164" y="101525"/>
                </a:lnTo>
                <a:lnTo>
                  <a:pt x="15231" y="99654"/>
                </a:lnTo>
                <a:lnTo>
                  <a:pt x="14251" y="98126"/>
                </a:lnTo>
                <a:lnTo>
                  <a:pt x="15289" y="95904"/>
                </a:lnTo>
                <a:lnTo>
                  <a:pt x="14229" y="94852"/>
                </a:lnTo>
                <a:lnTo>
                  <a:pt x="11554" y="95882"/>
                </a:lnTo>
                <a:lnTo>
                  <a:pt x="10750" y="94618"/>
                </a:lnTo>
                <a:lnTo>
                  <a:pt x="11781" y="92403"/>
                </a:lnTo>
                <a:lnTo>
                  <a:pt x="10714" y="91336"/>
                </a:lnTo>
                <a:lnTo>
                  <a:pt x="8068" y="92381"/>
                </a:lnTo>
                <a:lnTo>
                  <a:pt x="7155" y="91015"/>
                </a:lnTo>
                <a:lnTo>
                  <a:pt x="8222" y="89144"/>
                </a:lnTo>
                <a:lnTo>
                  <a:pt x="7242" y="87609"/>
                </a:lnTo>
                <a:lnTo>
                  <a:pt x="8280" y="85394"/>
                </a:lnTo>
                <a:lnTo>
                  <a:pt x="7359" y="84473"/>
                </a:lnTo>
                <a:lnTo>
                  <a:pt x="4348" y="85226"/>
                </a:lnTo>
                <a:lnTo>
                  <a:pt x="3040" y="81784"/>
                </a:lnTo>
                <a:lnTo>
                  <a:pt x="5466" y="77267"/>
                </a:lnTo>
                <a:lnTo>
                  <a:pt x="4005" y="73847"/>
                </a:lnTo>
                <a:lnTo>
                  <a:pt x="1052" y="74665"/>
                </a:lnTo>
                <a:lnTo>
                  <a:pt x="314" y="73912"/>
                </a:lnTo>
                <a:lnTo>
                  <a:pt x="774" y="71354"/>
                </a:lnTo>
                <a:lnTo>
                  <a:pt x="204" y="67473"/>
                </a:lnTo>
                <a:lnTo>
                  <a:pt x="686" y="63615"/>
                </a:lnTo>
                <a:lnTo>
                  <a:pt x="686" y="57957"/>
                </a:lnTo>
                <a:lnTo>
                  <a:pt x="504" y="55553"/>
                </a:lnTo>
                <a:lnTo>
                  <a:pt x="767" y="52235"/>
                </a:lnTo>
                <a:lnTo>
                  <a:pt x="0" y="46790"/>
                </a:lnTo>
                <a:lnTo>
                  <a:pt x="986" y="45994"/>
                </a:lnTo>
                <a:lnTo>
                  <a:pt x="4114" y="46534"/>
                </a:lnTo>
                <a:lnTo>
                  <a:pt x="4735" y="44254"/>
                </a:lnTo>
                <a:lnTo>
                  <a:pt x="4195" y="41279"/>
                </a:lnTo>
                <a:lnTo>
                  <a:pt x="4195" y="38371"/>
                </a:lnTo>
                <a:lnTo>
                  <a:pt x="3858" y="36478"/>
                </a:lnTo>
                <a:lnTo>
                  <a:pt x="4385" y="35264"/>
                </a:lnTo>
                <a:lnTo>
                  <a:pt x="7330" y="36083"/>
                </a:lnTo>
                <a:lnTo>
                  <a:pt x="8280" y="35126"/>
                </a:lnTo>
                <a:lnTo>
                  <a:pt x="7228" y="32904"/>
                </a:lnTo>
                <a:lnTo>
                  <a:pt x="8163" y="31501"/>
                </a:lnTo>
                <a:lnTo>
                  <a:pt x="7111" y="29286"/>
                </a:lnTo>
                <a:lnTo>
                  <a:pt x="8163" y="28233"/>
                </a:lnTo>
                <a:lnTo>
                  <a:pt x="10867" y="29249"/>
                </a:lnTo>
                <a:lnTo>
                  <a:pt x="11642" y="27992"/>
                </a:lnTo>
                <a:lnTo>
                  <a:pt x="10626" y="25770"/>
                </a:lnTo>
                <a:lnTo>
                  <a:pt x="11569" y="24828"/>
                </a:lnTo>
                <a:lnTo>
                  <a:pt x="14522" y="25646"/>
                </a:lnTo>
                <a:lnTo>
                  <a:pt x="15355" y="23680"/>
                </a:lnTo>
                <a:lnTo>
                  <a:pt x="13623" y="19346"/>
                </a:lnTo>
                <a:lnTo>
                  <a:pt x="15253" y="17592"/>
                </a:lnTo>
                <a:lnTo>
                  <a:pt x="17642" y="18754"/>
                </a:lnTo>
                <a:lnTo>
                  <a:pt x="18702" y="17694"/>
                </a:lnTo>
                <a:lnTo>
                  <a:pt x="17650" y="15049"/>
                </a:lnTo>
                <a:lnTo>
                  <a:pt x="19024" y="14135"/>
                </a:lnTo>
                <a:lnTo>
                  <a:pt x="20858" y="15151"/>
                </a:lnTo>
                <a:lnTo>
                  <a:pt x="22430" y="14281"/>
                </a:lnTo>
                <a:lnTo>
                  <a:pt x="24666" y="15231"/>
                </a:lnTo>
                <a:lnTo>
                  <a:pt x="25718" y="14186"/>
                </a:lnTo>
                <a:lnTo>
                  <a:pt x="24666" y="11541"/>
                </a:lnTo>
                <a:lnTo>
                  <a:pt x="26040" y="10627"/>
                </a:lnTo>
                <a:lnTo>
                  <a:pt x="27904" y="11687"/>
                </a:lnTo>
                <a:lnTo>
                  <a:pt x="29285" y="10831"/>
                </a:lnTo>
                <a:lnTo>
                  <a:pt x="28262" y="8134"/>
                </a:lnTo>
                <a:lnTo>
                  <a:pt x="29066" y="7330"/>
                </a:lnTo>
                <a:lnTo>
                  <a:pt x="31733" y="7689"/>
                </a:lnTo>
                <a:lnTo>
                  <a:pt x="33034" y="7615"/>
                </a:lnTo>
                <a:lnTo>
                  <a:pt x="35073" y="8032"/>
                </a:lnTo>
                <a:lnTo>
                  <a:pt x="36265" y="7382"/>
                </a:lnTo>
                <a:lnTo>
                  <a:pt x="35322" y="4583"/>
                </a:lnTo>
                <a:lnTo>
                  <a:pt x="36228" y="3676"/>
                </a:lnTo>
                <a:lnTo>
                  <a:pt x="38596" y="4378"/>
                </a:lnTo>
                <a:lnTo>
                  <a:pt x="40146" y="3852"/>
                </a:lnTo>
                <a:lnTo>
                  <a:pt x="41827" y="4151"/>
                </a:lnTo>
                <a:lnTo>
                  <a:pt x="43792" y="4151"/>
                </a:lnTo>
                <a:lnTo>
                  <a:pt x="45254" y="4370"/>
                </a:lnTo>
                <a:lnTo>
                  <a:pt x="46285" y="4151"/>
                </a:lnTo>
                <a:lnTo>
                  <a:pt x="46577" y="4085"/>
                </a:lnTo>
                <a:lnTo>
                  <a:pt x="46029" y="906"/>
                </a:lnTo>
                <a:lnTo>
                  <a:pt x="46643" y="285"/>
                </a:lnTo>
                <a:lnTo>
                  <a:pt x="49245" y="709"/>
                </a:lnTo>
                <a:lnTo>
                  <a:pt x="54332" y="131"/>
                </a:lnTo>
                <a:lnTo>
                  <a:pt x="59251" y="643"/>
                </a:lnTo>
                <a:lnTo>
                  <a:pt x="67042" y="643"/>
                </a:lnTo>
                <a:lnTo>
                  <a:pt x="71208" y="0"/>
                </a:lnTo>
                <a:lnTo>
                  <a:pt x="74628" y="701"/>
                </a:lnTo>
                <a:lnTo>
                  <a:pt x="74102" y="3902"/>
                </a:lnTo>
                <a:lnTo>
                  <a:pt x="74679" y="4480"/>
                </a:lnTo>
                <a:lnTo>
                  <a:pt x="77347" y="4129"/>
                </a:lnTo>
                <a:lnTo>
                  <a:pt x="78787" y="4202"/>
                </a:lnTo>
                <a:lnTo>
                  <a:pt x="80512" y="3807"/>
                </a:lnTo>
                <a:lnTo>
                  <a:pt x="82053" y="4429"/>
                </a:lnTo>
                <a:lnTo>
                  <a:pt x="84378" y="3654"/>
                </a:lnTo>
                <a:lnTo>
                  <a:pt x="85364" y="4641"/>
                </a:lnTo>
                <a:lnTo>
                  <a:pt x="84312" y="7286"/>
                </a:lnTo>
                <a:lnTo>
                  <a:pt x="85686" y="8200"/>
                </a:lnTo>
                <a:lnTo>
                  <a:pt x="87506" y="7213"/>
                </a:lnTo>
                <a:lnTo>
                  <a:pt x="89092" y="8017"/>
                </a:lnTo>
                <a:lnTo>
                  <a:pt x="91350" y="7118"/>
                </a:lnTo>
                <a:lnTo>
                  <a:pt x="92381" y="8149"/>
                </a:lnTo>
                <a:lnTo>
                  <a:pt x="91328" y="10794"/>
                </a:lnTo>
                <a:lnTo>
                  <a:pt x="92702" y="11708"/>
                </a:lnTo>
                <a:lnTo>
                  <a:pt x="94573" y="10634"/>
                </a:lnTo>
                <a:lnTo>
                  <a:pt x="95947" y="11526"/>
                </a:lnTo>
                <a:lnTo>
                  <a:pt x="94909" y="14193"/>
                </a:lnTo>
                <a:lnTo>
                  <a:pt x="95728" y="15012"/>
                </a:lnTo>
                <a:lnTo>
                  <a:pt x="98388" y="14654"/>
                </a:lnTo>
                <a:lnTo>
                  <a:pt x="99455" y="14705"/>
                </a:lnTo>
                <a:lnTo>
                  <a:pt x="102021" y="14332"/>
                </a:lnTo>
                <a:lnTo>
                  <a:pt x="102993" y="15209"/>
                </a:lnTo>
                <a:lnTo>
                  <a:pt x="101831" y="17614"/>
                </a:lnTo>
                <a:lnTo>
                  <a:pt x="102890" y="18673"/>
                </a:lnTo>
                <a:lnTo>
                  <a:pt x="105536" y="17621"/>
                </a:lnTo>
                <a:lnTo>
                  <a:pt x="106450" y="18995"/>
                </a:lnTo>
                <a:lnTo>
                  <a:pt x="105383" y="20866"/>
                </a:lnTo>
                <a:lnTo>
                  <a:pt x="106362" y="22393"/>
                </a:lnTo>
                <a:lnTo>
                  <a:pt x="105324" y="24615"/>
                </a:lnTo>
                <a:lnTo>
                  <a:pt x="106384" y="25668"/>
                </a:lnTo>
                <a:lnTo>
                  <a:pt x="109059" y="24638"/>
                </a:lnTo>
                <a:lnTo>
                  <a:pt x="109870" y="25895"/>
                </a:lnTo>
                <a:lnTo>
                  <a:pt x="108832" y="28116"/>
                </a:lnTo>
                <a:lnTo>
                  <a:pt x="109907" y="29183"/>
                </a:lnTo>
                <a:lnTo>
                  <a:pt x="112552" y="28138"/>
                </a:lnTo>
                <a:lnTo>
                  <a:pt x="113466" y="29505"/>
                </a:lnTo>
                <a:lnTo>
                  <a:pt x="112399" y="31376"/>
                </a:lnTo>
                <a:lnTo>
                  <a:pt x="113378" y="32911"/>
                </a:lnTo>
                <a:lnTo>
                  <a:pt x="112340" y="35125"/>
                </a:lnTo>
                <a:lnTo>
                  <a:pt x="113298" y="36076"/>
                </a:lnTo>
                <a:lnTo>
                  <a:pt x="116236" y="35257"/>
                </a:lnTo>
                <a:lnTo>
                  <a:pt x="117127" y="37311"/>
                </a:lnTo>
                <a:lnTo>
                  <a:pt x="116433" y="40950"/>
                </a:lnTo>
                <a:lnTo>
                  <a:pt x="116433" y="43735"/>
                </a:lnTo>
                <a:lnTo>
                  <a:pt x="116170" y="45262"/>
                </a:lnTo>
                <a:lnTo>
                  <a:pt x="116521" y="46556"/>
                </a:lnTo>
                <a:lnTo>
                  <a:pt x="119656" y="45942"/>
                </a:lnTo>
                <a:lnTo>
                  <a:pt x="120270" y="46556"/>
                </a:lnTo>
                <a:lnTo>
                  <a:pt x="119912" y="49217"/>
                </a:lnTo>
                <a:lnTo>
                  <a:pt x="120394" y="59295"/>
                </a:lnTo>
                <a:lnTo>
                  <a:pt x="119715" y="65983"/>
                </a:lnTo>
                <a:lnTo>
                  <a:pt x="120475" y="68628"/>
                </a:lnTo>
                <a:lnTo>
                  <a:pt x="119788" y="71406"/>
                </a:lnTo>
                <a:lnTo>
                  <a:pt x="120372" y="73861"/>
                </a:lnTo>
                <a:lnTo>
                  <a:pt x="119642" y="74585"/>
                </a:lnTo>
                <a:lnTo>
                  <a:pt x="116543" y="73934"/>
                </a:lnTo>
                <a:lnTo>
                  <a:pt x="115783" y="76434"/>
                </a:lnTo>
                <a:lnTo>
                  <a:pt x="116974" y="79123"/>
                </a:lnTo>
                <a:lnTo>
                  <a:pt x="116280" y="81923"/>
                </a:lnTo>
                <a:lnTo>
                  <a:pt x="116864" y="84386"/>
                </a:lnTo>
                <a:lnTo>
                  <a:pt x="116046" y="85190"/>
                </a:lnTo>
                <a:lnTo>
                  <a:pt x="113130" y="84349"/>
                </a:lnTo>
                <a:lnTo>
                  <a:pt x="112041" y="86754"/>
                </a:lnTo>
                <a:lnTo>
                  <a:pt x="113766" y="89853"/>
                </a:lnTo>
                <a:lnTo>
                  <a:pt x="112735" y="92264"/>
                </a:lnTo>
                <a:lnTo>
                  <a:pt x="109782" y="91453"/>
                </a:lnTo>
                <a:lnTo>
                  <a:pt x="108854" y="92381"/>
                </a:lnTo>
                <a:lnTo>
                  <a:pt x="109812" y="94625"/>
                </a:lnTo>
                <a:lnTo>
                  <a:pt x="109125" y="95838"/>
                </a:lnTo>
                <a:lnTo>
                  <a:pt x="106347" y="94888"/>
                </a:lnTo>
                <a:lnTo>
                  <a:pt x="105573" y="95663"/>
                </a:lnTo>
                <a:lnTo>
                  <a:pt x="105931" y="98323"/>
                </a:lnTo>
                <a:lnTo>
                  <a:pt x="105880" y="99383"/>
                </a:lnTo>
                <a:lnTo>
                  <a:pt x="106252" y="101963"/>
                </a:lnTo>
                <a:lnTo>
                  <a:pt x="105368" y="102928"/>
                </a:lnTo>
                <a:lnTo>
                  <a:pt x="102971" y="101766"/>
                </a:lnTo>
                <a:lnTo>
                  <a:pt x="102035" y="102709"/>
                </a:lnTo>
                <a:lnTo>
                  <a:pt x="102847" y="105654"/>
                </a:lnTo>
                <a:lnTo>
                  <a:pt x="100603" y="106612"/>
                </a:lnTo>
                <a:lnTo>
                  <a:pt x="96992" y="104777"/>
                </a:lnTo>
                <a:lnTo>
                  <a:pt x="94822" y="106217"/>
                </a:lnTo>
                <a:lnTo>
                  <a:pt x="95874" y="108855"/>
                </a:lnTo>
                <a:lnTo>
                  <a:pt x="94800" y="109930"/>
                </a:lnTo>
                <a:lnTo>
                  <a:pt x="92461" y="108760"/>
                </a:lnTo>
                <a:lnTo>
                  <a:pt x="91299" y="109930"/>
                </a:lnTo>
                <a:lnTo>
                  <a:pt x="92468" y="112268"/>
                </a:lnTo>
                <a:lnTo>
                  <a:pt x="91343" y="113394"/>
                </a:lnTo>
                <a:lnTo>
                  <a:pt x="89077" y="112495"/>
                </a:lnTo>
                <a:lnTo>
                  <a:pt x="87666" y="113204"/>
                </a:lnTo>
                <a:lnTo>
                  <a:pt x="85408" y="112312"/>
                </a:lnTo>
                <a:lnTo>
                  <a:pt x="84502" y="113219"/>
                </a:lnTo>
                <a:lnTo>
                  <a:pt x="85313" y="116171"/>
                </a:lnTo>
                <a:lnTo>
                  <a:pt x="82887" y="117202"/>
                </a:lnTo>
                <a:lnTo>
                  <a:pt x="79890" y="115616"/>
                </a:lnTo>
                <a:lnTo>
                  <a:pt x="77179" y="116602"/>
                </a:lnTo>
                <a:lnTo>
                  <a:pt x="74825" y="115872"/>
                </a:lnTo>
                <a:lnTo>
                  <a:pt x="73977" y="116727"/>
                </a:lnTo>
                <a:lnTo>
                  <a:pt x="74789" y="119672"/>
                </a:lnTo>
                <a:lnTo>
                  <a:pt x="72596" y="120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15888958" y="10118898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79">
                <a:moveTo>
                  <a:pt x="68854" y="106209"/>
                </a:moveTo>
                <a:lnTo>
                  <a:pt x="65989" y="105713"/>
                </a:lnTo>
                <a:lnTo>
                  <a:pt x="40723" y="105713"/>
                </a:lnTo>
                <a:lnTo>
                  <a:pt x="37836" y="106217"/>
                </a:lnTo>
                <a:lnTo>
                  <a:pt x="35504" y="105632"/>
                </a:lnTo>
                <a:lnTo>
                  <a:pt x="36089" y="102482"/>
                </a:lnTo>
                <a:lnTo>
                  <a:pt x="35483" y="101875"/>
                </a:lnTo>
                <a:lnTo>
                  <a:pt x="32815" y="102234"/>
                </a:lnTo>
                <a:lnTo>
                  <a:pt x="31448" y="102160"/>
                </a:lnTo>
                <a:lnTo>
                  <a:pt x="29570" y="102570"/>
                </a:lnTo>
                <a:lnTo>
                  <a:pt x="28335" y="101985"/>
                </a:lnTo>
                <a:lnTo>
                  <a:pt x="29197" y="99091"/>
                </a:lnTo>
                <a:lnTo>
                  <a:pt x="28474" y="98367"/>
                </a:lnTo>
                <a:lnTo>
                  <a:pt x="25806" y="98725"/>
                </a:lnTo>
                <a:lnTo>
                  <a:pt x="24622" y="98667"/>
                </a:lnTo>
                <a:lnTo>
                  <a:pt x="22320" y="99076"/>
                </a:lnTo>
                <a:lnTo>
                  <a:pt x="21216" y="98302"/>
                </a:lnTo>
                <a:lnTo>
                  <a:pt x="22291" y="95700"/>
                </a:lnTo>
                <a:lnTo>
                  <a:pt x="21202" y="94611"/>
                </a:lnTo>
                <a:lnTo>
                  <a:pt x="18863" y="95780"/>
                </a:lnTo>
                <a:lnTo>
                  <a:pt x="17694" y="94611"/>
                </a:lnTo>
                <a:lnTo>
                  <a:pt x="18863" y="92279"/>
                </a:lnTo>
                <a:lnTo>
                  <a:pt x="17694" y="91110"/>
                </a:lnTo>
                <a:lnTo>
                  <a:pt x="15355" y="92279"/>
                </a:lnTo>
                <a:lnTo>
                  <a:pt x="14185" y="91110"/>
                </a:lnTo>
                <a:lnTo>
                  <a:pt x="15355" y="88771"/>
                </a:lnTo>
                <a:lnTo>
                  <a:pt x="14185" y="87601"/>
                </a:lnTo>
                <a:lnTo>
                  <a:pt x="11847" y="88771"/>
                </a:lnTo>
                <a:lnTo>
                  <a:pt x="10677" y="87602"/>
                </a:lnTo>
                <a:lnTo>
                  <a:pt x="11847" y="85270"/>
                </a:lnTo>
                <a:lnTo>
                  <a:pt x="10765" y="84181"/>
                </a:lnTo>
                <a:lnTo>
                  <a:pt x="8149" y="85248"/>
                </a:lnTo>
                <a:lnTo>
                  <a:pt x="6884" y="83414"/>
                </a:lnTo>
                <a:lnTo>
                  <a:pt x="8901" y="78605"/>
                </a:lnTo>
                <a:lnTo>
                  <a:pt x="7345" y="77326"/>
                </a:lnTo>
                <a:lnTo>
                  <a:pt x="4450" y="78108"/>
                </a:lnTo>
                <a:lnTo>
                  <a:pt x="3639" y="76390"/>
                </a:lnTo>
                <a:lnTo>
                  <a:pt x="5269" y="71486"/>
                </a:lnTo>
                <a:lnTo>
                  <a:pt x="3961" y="70419"/>
                </a:lnTo>
                <a:lnTo>
                  <a:pt x="811" y="70931"/>
                </a:lnTo>
                <a:lnTo>
                  <a:pt x="233" y="68614"/>
                </a:lnTo>
                <a:lnTo>
                  <a:pt x="738" y="65741"/>
                </a:lnTo>
                <a:lnTo>
                  <a:pt x="738" y="52111"/>
                </a:lnTo>
                <a:lnTo>
                  <a:pt x="102" y="47039"/>
                </a:lnTo>
                <a:lnTo>
                  <a:pt x="891" y="41513"/>
                </a:lnTo>
                <a:lnTo>
                  <a:pt x="0" y="36170"/>
                </a:lnTo>
                <a:lnTo>
                  <a:pt x="1074" y="35294"/>
                </a:lnTo>
                <a:lnTo>
                  <a:pt x="4122" y="35922"/>
                </a:lnTo>
                <a:lnTo>
                  <a:pt x="4553" y="34687"/>
                </a:lnTo>
                <a:lnTo>
                  <a:pt x="4246" y="32991"/>
                </a:lnTo>
                <a:lnTo>
                  <a:pt x="4246" y="31288"/>
                </a:lnTo>
                <a:lnTo>
                  <a:pt x="3902" y="29227"/>
                </a:lnTo>
                <a:lnTo>
                  <a:pt x="4502" y="28065"/>
                </a:lnTo>
                <a:lnTo>
                  <a:pt x="7337" y="28971"/>
                </a:lnTo>
                <a:lnTo>
                  <a:pt x="8339" y="27970"/>
                </a:lnTo>
                <a:lnTo>
                  <a:pt x="7286" y="25748"/>
                </a:lnTo>
                <a:lnTo>
                  <a:pt x="8222" y="24345"/>
                </a:lnTo>
                <a:lnTo>
                  <a:pt x="7169" y="22131"/>
                </a:lnTo>
                <a:lnTo>
                  <a:pt x="8280" y="21020"/>
                </a:lnTo>
                <a:lnTo>
                  <a:pt x="10816" y="22130"/>
                </a:lnTo>
                <a:lnTo>
                  <a:pt x="11781" y="20866"/>
                </a:lnTo>
                <a:lnTo>
                  <a:pt x="10663" y="18637"/>
                </a:lnTo>
                <a:lnTo>
                  <a:pt x="11752" y="17555"/>
                </a:lnTo>
                <a:lnTo>
                  <a:pt x="14397" y="18600"/>
                </a:lnTo>
                <a:lnTo>
                  <a:pt x="15282" y="17285"/>
                </a:lnTo>
                <a:lnTo>
                  <a:pt x="14185" y="15224"/>
                </a:lnTo>
                <a:lnTo>
                  <a:pt x="15267" y="13945"/>
                </a:lnTo>
                <a:lnTo>
                  <a:pt x="17723" y="15092"/>
                </a:lnTo>
                <a:lnTo>
                  <a:pt x="18812" y="14003"/>
                </a:lnTo>
                <a:lnTo>
                  <a:pt x="17694" y="11489"/>
                </a:lnTo>
                <a:lnTo>
                  <a:pt x="18951" y="10510"/>
                </a:lnTo>
                <a:lnTo>
                  <a:pt x="21187" y="11628"/>
                </a:lnTo>
                <a:lnTo>
                  <a:pt x="22159" y="10663"/>
                </a:lnTo>
                <a:lnTo>
                  <a:pt x="21348" y="7711"/>
                </a:lnTo>
                <a:lnTo>
                  <a:pt x="23716" y="6702"/>
                </a:lnTo>
                <a:lnTo>
                  <a:pt x="26954" y="8492"/>
                </a:lnTo>
                <a:lnTo>
                  <a:pt x="29300" y="7272"/>
                </a:lnTo>
                <a:lnTo>
                  <a:pt x="28386" y="4443"/>
                </a:lnTo>
                <a:lnTo>
                  <a:pt x="29139" y="3690"/>
                </a:lnTo>
                <a:lnTo>
                  <a:pt x="31799" y="4049"/>
                </a:lnTo>
                <a:lnTo>
                  <a:pt x="33334" y="3946"/>
                </a:lnTo>
                <a:lnTo>
                  <a:pt x="34796" y="4312"/>
                </a:lnTo>
                <a:lnTo>
                  <a:pt x="35812" y="4019"/>
                </a:lnTo>
                <a:lnTo>
                  <a:pt x="36155" y="3917"/>
                </a:lnTo>
                <a:lnTo>
                  <a:pt x="35520" y="811"/>
                </a:lnTo>
                <a:lnTo>
                  <a:pt x="36199" y="131"/>
                </a:lnTo>
                <a:lnTo>
                  <a:pt x="38750" y="599"/>
                </a:lnTo>
                <a:lnTo>
                  <a:pt x="42609" y="0"/>
                </a:lnTo>
                <a:lnTo>
                  <a:pt x="46512" y="511"/>
                </a:lnTo>
                <a:lnTo>
                  <a:pt x="65989" y="511"/>
                </a:lnTo>
                <a:lnTo>
                  <a:pt x="68847" y="14"/>
                </a:lnTo>
                <a:lnTo>
                  <a:pt x="71200" y="584"/>
                </a:lnTo>
                <a:lnTo>
                  <a:pt x="70623" y="3749"/>
                </a:lnTo>
                <a:lnTo>
                  <a:pt x="71222" y="4348"/>
                </a:lnTo>
                <a:lnTo>
                  <a:pt x="73890" y="3998"/>
                </a:lnTo>
                <a:lnTo>
                  <a:pt x="75264" y="4063"/>
                </a:lnTo>
                <a:lnTo>
                  <a:pt x="77142" y="3661"/>
                </a:lnTo>
                <a:lnTo>
                  <a:pt x="78377" y="4246"/>
                </a:lnTo>
                <a:lnTo>
                  <a:pt x="77515" y="7133"/>
                </a:lnTo>
                <a:lnTo>
                  <a:pt x="78238" y="7864"/>
                </a:lnTo>
                <a:lnTo>
                  <a:pt x="80906" y="7506"/>
                </a:lnTo>
                <a:lnTo>
                  <a:pt x="82090" y="7564"/>
                </a:lnTo>
                <a:lnTo>
                  <a:pt x="84392" y="7155"/>
                </a:lnTo>
                <a:lnTo>
                  <a:pt x="85496" y="7930"/>
                </a:lnTo>
                <a:lnTo>
                  <a:pt x="84421" y="10532"/>
                </a:lnTo>
                <a:lnTo>
                  <a:pt x="85510" y="11620"/>
                </a:lnTo>
                <a:lnTo>
                  <a:pt x="87849" y="10451"/>
                </a:lnTo>
                <a:lnTo>
                  <a:pt x="89019" y="11620"/>
                </a:lnTo>
                <a:lnTo>
                  <a:pt x="87849" y="13952"/>
                </a:lnTo>
                <a:lnTo>
                  <a:pt x="89019" y="15122"/>
                </a:lnTo>
                <a:lnTo>
                  <a:pt x="91357" y="13952"/>
                </a:lnTo>
                <a:lnTo>
                  <a:pt x="92527" y="15121"/>
                </a:lnTo>
                <a:lnTo>
                  <a:pt x="91357" y="17460"/>
                </a:lnTo>
                <a:lnTo>
                  <a:pt x="92527" y="18630"/>
                </a:lnTo>
                <a:lnTo>
                  <a:pt x="94865" y="17460"/>
                </a:lnTo>
                <a:lnTo>
                  <a:pt x="96035" y="18630"/>
                </a:lnTo>
                <a:lnTo>
                  <a:pt x="94865" y="20961"/>
                </a:lnTo>
                <a:lnTo>
                  <a:pt x="95947" y="22043"/>
                </a:lnTo>
                <a:lnTo>
                  <a:pt x="98571" y="20983"/>
                </a:lnTo>
                <a:lnTo>
                  <a:pt x="99835" y="22818"/>
                </a:lnTo>
                <a:lnTo>
                  <a:pt x="97818" y="27627"/>
                </a:lnTo>
                <a:lnTo>
                  <a:pt x="99367" y="28898"/>
                </a:lnTo>
                <a:lnTo>
                  <a:pt x="102262" y="28124"/>
                </a:lnTo>
                <a:lnTo>
                  <a:pt x="103073" y="29841"/>
                </a:lnTo>
                <a:lnTo>
                  <a:pt x="101443" y="34745"/>
                </a:lnTo>
                <a:lnTo>
                  <a:pt x="102751" y="35812"/>
                </a:lnTo>
                <a:lnTo>
                  <a:pt x="105909" y="35301"/>
                </a:lnTo>
                <a:lnTo>
                  <a:pt x="106479" y="37617"/>
                </a:lnTo>
                <a:lnTo>
                  <a:pt x="105974" y="40490"/>
                </a:lnTo>
                <a:lnTo>
                  <a:pt x="105974" y="65748"/>
                </a:lnTo>
                <a:lnTo>
                  <a:pt x="106486" y="68643"/>
                </a:lnTo>
                <a:lnTo>
                  <a:pt x="105894" y="70974"/>
                </a:lnTo>
                <a:lnTo>
                  <a:pt x="102744" y="70389"/>
                </a:lnTo>
                <a:lnTo>
                  <a:pt x="102137" y="70996"/>
                </a:lnTo>
                <a:lnTo>
                  <a:pt x="102495" y="73656"/>
                </a:lnTo>
                <a:lnTo>
                  <a:pt x="102422" y="75031"/>
                </a:lnTo>
                <a:lnTo>
                  <a:pt x="102832" y="76909"/>
                </a:lnTo>
                <a:lnTo>
                  <a:pt x="102247" y="78137"/>
                </a:lnTo>
                <a:lnTo>
                  <a:pt x="99353" y="77274"/>
                </a:lnTo>
                <a:lnTo>
                  <a:pt x="98629" y="78005"/>
                </a:lnTo>
                <a:lnTo>
                  <a:pt x="98987" y="80665"/>
                </a:lnTo>
                <a:lnTo>
                  <a:pt x="98922" y="81857"/>
                </a:lnTo>
                <a:lnTo>
                  <a:pt x="99331" y="84144"/>
                </a:lnTo>
                <a:lnTo>
                  <a:pt x="98571" y="85248"/>
                </a:lnTo>
                <a:lnTo>
                  <a:pt x="95947" y="84181"/>
                </a:lnTo>
                <a:lnTo>
                  <a:pt x="94865" y="85263"/>
                </a:lnTo>
                <a:lnTo>
                  <a:pt x="96035" y="87601"/>
                </a:lnTo>
                <a:lnTo>
                  <a:pt x="94865" y="88771"/>
                </a:lnTo>
                <a:lnTo>
                  <a:pt x="92527" y="87602"/>
                </a:lnTo>
                <a:lnTo>
                  <a:pt x="91357" y="88771"/>
                </a:lnTo>
                <a:lnTo>
                  <a:pt x="92527" y="91110"/>
                </a:lnTo>
                <a:lnTo>
                  <a:pt x="91357" y="92279"/>
                </a:lnTo>
                <a:lnTo>
                  <a:pt x="89019" y="91110"/>
                </a:lnTo>
                <a:lnTo>
                  <a:pt x="87849" y="92279"/>
                </a:lnTo>
                <a:lnTo>
                  <a:pt x="89019" y="94610"/>
                </a:lnTo>
                <a:lnTo>
                  <a:pt x="87849" y="95780"/>
                </a:lnTo>
                <a:lnTo>
                  <a:pt x="85510" y="94611"/>
                </a:lnTo>
                <a:lnTo>
                  <a:pt x="84421" y="95700"/>
                </a:lnTo>
                <a:lnTo>
                  <a:pt x="85496" y="98309"/>
                </a:lnTo>
                <a:lnTo>
                  <a:pt x="83661" y="99580"/>
                </a:lnTo>
                <a:lnTo>
                  <a:pt x="78845" y="97556"/>
                </a:lnTo>
                <a:lnTo>
                  <a:pt x="77573" y="99113"/>
                </a:lnTo>
                <a:lnTo>
                  <a:pt x="78348" y="102000"/>
                </a:lnTo>
                <a:lnTo>
                  <a:pt x="76638" y="102811"/>
                </a:lnTo>
                <a:lnTo>
                  <a:pt x="71734" y="101181"/>
                </a:lnTo>
                <a:lnTo>
                  <a:pt x="70659" y="102489"/>
                </a:lnTo>
                <a:lnTo>
                  <a:pt x="71178" y="105647"/>
                </a:lnTo>
                <a:lnTo>
                  <a:pt x="68854" y="1062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15685427" y="10125717"/>
            <a:ext cx="93345" cy="92710"/>
          </a:xfrm>
          <a:custGeom>
            <a:avLst/>
            <a:gdLst/>
            <a:ahLst/>
            <a:cxnLst/>
            <a:rect l="l" t="t" r="r" b="b"/>
            <a:pathLst>
              <a:path w="93344" h="92709">
                <a:moveTo>
                  <a:pt x="34197" y="92644"/>
                </a:moveTo>
                <a:lnTo>
                  <a:pt x="31924" y="91672"/>
                </a:lnTo>
                <a:lnTo>
                  <a:pt x="32728" y="88720"/>
                </a:lnTo>
                <a:lnTo>
                  <a:pt x="31814" y="87813"/>
                </a:lnTo>
                <a:lnTo>
                  <a:pt x="29563" y="88719"/>
                </a:lnTo>
                <a:lnTo>
                  <a:pt x="28145" y="87989"/>
                </a:lnTo>
                <a:lnTo>
                  <a:pt x="25894" y="88902"/>
                </a:lnTo>
                <a:lnTo>
                  <a:pt x="24856" y="87864"/>
                </a:lnTo>
                <a:lnTo>
                  <a:pt x="25909" y="85219"/>
                </a:lnTo>
                <a:lnTo>
                  <a:pt x="24527" y="84305"/>
                </a:lnTo>
                <a:lnTo>
                  <a:pt x="22671" y="85365"/>
                </a:lnTo>
                <a:lnTo>
                  <a:pt x="21129" y="84407"/>
                </a:lnTo>
                <a:lnTo>
                  <a:pt x="18907" y="85423"/>
                </a:lnTo>
                <a:lnTo>
                  <a:pt x="17745" y="84269"/>
                </a:lnTo>
                <a:lnTo>
                  <a:pt x="18914" y="81930"/>
                </a:lnTo>
                <a:lnTo>
                  <a:pt x="17745" y="80760"/>
                </a:lnTo>
                <a:lnTo>
                  <a:pt x="15406" y="81930"/>
                </a:lnTo>
                <a:lnTo>
                  <a:pt x="14251" y="80775"/>
                </a:lnTo>
                <a:lnTo>
                  <a:pt x="15414" y="78378"/>
                </a:lnTo>
                <a:lnTo>
                  <a:pt x="14200" y="77274"/>
                </a:lnTo>
                <a:lnTo>
                  <a:pt x="11905" y="78436"/>
                </a:lnTo>
                <a:lnTo>
                  <a:pt x="10824" y="77355"/>
                </a:lnTo>
                <a:lnTo>
                  <a:pt x="11876" y="74709"/>
                </a:lnTo>
                <a:lnTo>
                  <a:pt x="10751" y="73963"/>
                </a:lnTo>
                <a:lnTo>
                  <a:pt x="8178" y="74855"/>
                </a:lnTo>
                <a:lnTo>
                  <a:pt x="6723" y="72823"/>
                </a:lnTo>
                <a:lnTo>
                  <a:pt x="8551" y="69059"/>
                </a:lnTo>
                <a:lnTo>
                  <a:pt x="7615" y="66874"/>
                </a:lnTo>
                <a:lnTo>
                  <a:pt x="4662" y="67692"/>
                </a:lnTo>
                <a:lnTo>
                  <a:pt x="3785" y="66808"/>
                </a:lnTo>
                <a:lnTo>
                  <a:pt x="4597" y="64506"/>
                </a:lnTo>
                <a:lnTo>
                  <a:pt x="3997" y="63117"/>
                </a:lnTo>
                <a:lnTo>
                  <a:pt x="4809" y="60822"/>
                </a:lnTo>
                <a:lnTo>
                  <a:pt x="3932" y="59938"/>
                </a:lnTo>
                <a:lnTo>
                  <a:pt x="979" y="60756"/>
                </a:lnTo>
                <a:lnTo>
                  <a:pt x="0" y="58469"/>
                </a:lnTo>
                <a:lnTo>
                  <a:pt x="1096" y="55297"/>
                </a:lnTo>
                <a:lnTo>
                  <a:pt x="306" y="50108"/>
                </a:lnTo>
                <a:lnTo>
                  <a:pt x="913" y="40453"/>
                </a:lnTo>
                <a:lnTo>
                  <a:pt x="789" y="34906"/>
                </a:lnTo>
                <a:lnTo>
                  <a:pt x="460" y="33020"/>
                </a:lnTo>
                <a:lnTo>
                  <a:pt x="979" y="31807"/>
                </a:lnTo>
                <a:lnTo>
                  <a:pt x="3932" y="32618"/>
                </a:lnTo>
                <a:lnTo>
                  <a:pt x="4794" y="31756"/>
                </a:lnTo>
                <a:lnTo>
                  <a:pt x="4027" y="29424"/>
                </a:lnTo>
                <a:lnTo>
                  <a:pt x="4567" y="28065"/>
                </a:lnTo>
                <a:lnTo>
                  <a:pt x="3800" y="25741"/>
                </a:lnTo>
                <a:lnTo>
                  <a:pt x="4662" y="24871"/>
                </a:lnTo>
                <a:lnTo>
                  <a:pt x="7615" y="25690"/>
                </a:lnTo>
                <a:lnTo>
                  <a:pt x="8551" y="23504"/>
                </a:lnTo>
                <a:lnTo>
                  <a:pt x="6716" y="19733"/>
                </a:lnTo>
                <a:lnTo>
                  <a:pt x="8222" y="17650"/>
                </a:lnTo>
                <a:lnTo>
                  <a:pt x="10802" y="18739"/>
                </a:lnTo>
                <a:lnTo>
                  <a:pt x="11898" y="17643"/>
                </a:lnTo>
                <a:lnTo>
                  <a:pt x="10729" y="15304"/>
                </a:lnTo>
                <a:lnTo>
                  <a:pt x="11898" y="14135"/>
                </a:lnTo>
                <a:lnTo>
                  <a:pt x="14237" y="15304"/>
                </a:lnTo>
                <a:lnTo>
                  <a:pt x="15348" y="14193"/>
                </a:lnTo>
                <a:lnTo>
                  <a:pt x="14237" y="11657"/>
                </a:lnTo>
                <a:lnTo>
                  <a:pt x="15501" y="10699"/>
                </a:lnTo>
                <a:lnTo>
                  <a:pt x="17730" y="11810"/>
                </a:lnTo>
                <a:lnTo>
                  <a:pt x="18695" y="10846"/>
                </a:lnTo>
                <a:lnTo>
                  <a:pt x="17884" y="7900"/>
                </a:lnTo>
                <a:lnTo>
                  <a:pt x="20266" y="6884"/>
                </a:lnTo>
                <a:lnTo>
                  <a:pt x="23482" y="8668"/>
                </a:lnTo>
                <a:lnTo>
                  <a:pt x="25836" y="7462"/>
                </a:lnTo>
                <a:lnTo>
                  <a:pt x="24929" y="4619"/>
                </a:lnTo>
                <a:lnTo>
                  <a:pt x="25675" y="3873"/>
                </a:lnTo>
                <a:lnTo>
                  <a:pt x="28343" y="4231"/>
                </a:lnTo>
                <a:lnTo>
                  <a:pt x="29877" y="4136"/>
                </a:lnTo>
                <a:lnTo>
                  <a:pt x="31339" y="4502"/>
                </a:lnTo>
                <a:lnTo>
                  <a:pt x="32362" y="4217"/>
                </a:lnTo>
                <a:lnTo>
                  <a:pt x="32706" y="4114"/>
                </a:lnTo>
                <a:lnTo>
                  <a:pt x="32070" y="1001"/>
                </a:lnTo>
                <a:lnTo>
                  <a:pt x="32772" y="306"/>
                </a:lnTo>
                <a:lnTo>
                  <a:pt x="35271" y="833"/>
                </a:lnTo>
                <a:lnTo>
                  <a:pt x="37997" y="277"/>
                </a:lnTo>
                <a:lnTo>
                  <a:pt x="40709" y="708"/>
                </a:lnTo>
                <a:lnTo>
                  <a:pt x="53046" y="708"/>
                </a:lnTo>
                <a:lnTo>
                  <a:pt x="57380" y="0"/>
                </a:lnTo>
                <a:lnTo>
                  <a:pt x="60727" y="781"/>
                </a:lnTo>
                <a:lnTo>
                  <a:pt x="60157" y="3953"/>
                </a:lnTo>
                <a:lnTo>
                  <a:pt x="60756" y="4546"/>
                </a:lnTo>
                <a:lnTo>
                  <a:pt x="63424" y="4187"/>
                </a:lnTo>
                <a:lnTo>
                  <a:pt x="64791" y="4261"/>
                </a:lnTo>
                <a:lnTo>
                  <a:pt x="66669" y="3851"/>
                </a:lnTo>
                <a:lnTo>
                  <a:pt x="67904" y="4436"/>
                </a:lnTo>
                <a:lnTo>
                  <a:pt x="67042" y="7330"/>
                </a:lnTo>
                <a:lnTo>
                  <a:pt x="67765" y="8054"/>
                </a:lnTo>
                <a:lnTo>
                  <a:pt x="70433" y="7688"/>
                </a:lnTo>
                <a:lnTo>
                  <a:pt x="71624" y="7754"/>
                </a:lnTo>
                <a:lnTo>
                  <a:pt x="73905" y="7345"/>
                </a:lnTo>
                <a:lnTo>
                  <a:pt x="75016" y="8112"/>
                </a:lnTo>
                <a:lnTo>
                  <a:pt x="73956" y="10728"/>
                </a:lnTo>
                <a:lnTo>
                  <a:pt x="74942" y="11708"/>
                </a:lnTo>
                <a:lnTo>
                  <a:pt x="77588" y="10663"/>
                </a:lnTo>
                <a:lnTo>
                  <a:pt x="78429" y="11927"/>
                </a:lnTo>
                <a:lnTo>
                  <a:pt x="77376" y="14142"/>
                </a:lnTo>
                <a:lnTo>
                  <a:pt x="78546" y="15311"/>
                </a:lnTo>
                <a:lnTo>
                  <a:pt x="80884" y="14142"/>
                </a:lnTo>
                <a:lnTo>
                  <a:pt x="81959" y="15216"/>
                </a:lnTo>
                <a:lnTo>
                  <a:pt x="80906" y="17862"/>
                </a:lnTo>
                <a:lnTo>
                  <a:pt x="82039" y="18615"/>
                </a:lnTo>
                <a:lnTo>
                  <a:pt x="84590" y="17709"/>
                </a:lnTo>
                <a:lnTo>
                  <a:pt x="86066" y="19726"/>
                </a:lnTo>
                <a:lnTo>
                  <a:pt x="84232" y="23526"/>
                </a:lnTo>
                <a:lnTo>
                  <a:pt x="85167" y="25697"/>
                </a:lnTo>
                <a:lnTo>
                  <a:pt x="88113" y="24878"/>
                </a:lnTo>
                <a:lnTo>
                  <a:pt x="89026" y="25792"/>
                </a:lnTo>
                <a:lnTo>
                  <a:pt x="88120" y="28050"/>
                </a:lnTo>
                <a:lnTo>
                  <a:pt x="88851" y="29453"/>
                </a:lnTo>
                <a:lnTo>
                  <a:pt x="87937" y="31712"/>
                </a:lnTo>
                <a:lnTo>
                  <a:pt x="88975" y="32750"/>
                </a:lnTo>
                <a:lnTo>
                  <a:pt x="91621" y="31697"/>
                </a:lnTo>
                <a:lnTo>
                  <a:pt x="92425" y="32903"/>
                </a:lnTo>
                <a:lnTo>
                  <a:pt x="91862" y="34979"/>
                </a:lnTo>
                <a:lnTo>
                  <a:pt x="92534" y="39021"/>
                </a:lnTo>
                <a:lnTo>
                  <a:pt x="91994" y="42982"/>
                </a:lnTo>
                <a:lnTo>
                  <a:pt x="91994" y="48544"/>
                </a:lnTo>
                <a:lnTo>
                  <a:pt x="92308" y="51065"/>
                </a:lnTo>
                <a:lnTo>
                  <a:pt x="91709" y="55289"/>
                </a:lnTo>
                <a:lnTo>
                  <a:pt x="92776" y="58483"/>
                </a:lnTo>
                <a:lnTo>
                  <a:pt x="91804" y="60764"/>
                </a:lnTo>
                <a:lnTo>
                  <a:pt x="88851" y="59945"/>
                </a:lnTo>
                <a:lnTo>
                  <a:pt x="87937" y="60859"/>
                </a:lnTo>
                <a:lnTo>
                  <a:pt x="88851" y="63117"/>
                </a:lnTo>
                <a:lnTo>
                  <a:pt x="88120" y="64535"/>
                </a:lnTo>
                <a:lnTo>
                  <a:pt x="89034" y="66786"/>
                </a:lnTo>
                <a:lnTo>
                  <a:pt x="87996" y="67816"/>
                </a:lnTo>
                <a:lnTo>
                  <a:pt x="85350" y="66764"/>
                </a:lnTo>
                <a:lnTo>
                  <a:pt x="84429" y="68138"/>
                </a:lnTo>
                <a:lnTo>
                  <a:pt x="85496" y="69994"/>
                </a:lnTo>
                <a:lnTo>
                  <a:pt x="84539" y="71544"/>
                </a:lnTo>
                <a:lnTo>
                  <a:pt x="85555" y="73758"/>
                </a:lnTo>
                <a:lnTo>
                  <a:pt x="84393" y="74921"/>
                </a:lnTo>
                <a:lnTo>
                  <a:pt x="82054" y="73751"/>
                </a:lnTo>
                <a:lnTo>
                  <a:pt x="80884" y="74921"/>
                </a:lnTo>
                <a:lnTo>
                  <a:pt x="82054" y="77259"/>
                </a:lnTo>
                <a:lnTo>
                  <a:pt x="80899" y="78407"/>
                </a:lnTo>
                <a:lnTo>
                  <a:pt x="78502" y="77252"/>
                </a:lnTo>
                <a:lnTo>
                  <a:pt x="77391" y="78465"/>
                </a:lnTo>
                <a:lnTo>
                  <a:pt x="78553" y="80753"/>
                </a:lnTo>
                <a:lnTo>
                  <a:pt x="77471" y="81835"/>
                </a:lnTo>
                <a:lnTo>
                  <a:pt x="74825" y="80790"/>
                </a:lnTo>
                <a:lnTo>
                  <a:pt x="74073" y="81915"/>
                </a:lnTo>
                <a:lnTo>
                  <a:pt x="74979" y="84473"/>
                </a:lnTo>
                <a:lnTo>
                  <a:pt x="72954" y="85935"/>
                </a:lnTo>
                <a:lnTo>
                  <a:pt x="69161" y="84108"/>
                </a:lnTo>
                <a:lnTo>
                  <a:pt x="66991" y="85036"/>
                </a:lnTo>
                <a:lnTo>
                  <a:pt x="67802" y="87996"/>
                </a:lnTo>
                <a:lnTo>
                  <a:pt x="66888" y="88902"/>
                </a:lnTo>
                <a:lnTo>
                  <a:pt x="64637" y="87989"/>
                </a:lnTo>
                <a:lnTo>
                  <a:pt x="63219" y="88719"/>
                </a:lnTo>
                <a:lnTo>
                  <a:pt x="60968" y="87813"/>
                </a:lnTo>
                <a:lnTo>
                  <a:pt x="59938" y="88844"/>
                </a:lnTo>
                <a:lnTo>
                  <a:pt x="60990" y="91489"/>
                </a:lnTo>
                <a:lnTo>
                  <a:pt x="59784" y="92293"/>
                </a:lnTo>
                <a:lnTo>
                  <a:pt x="57701" y="91723"/>
                </a:lnTo>
                <a:lnTo>
                  <a:pt x="53667" y="92403"/>
                </a:lnTo>
                <a:lnTo>
                  <a:pt x="49706" y="91862"/>
                </a:lnTo>
                <a:lnTo>
                  <a:pt x="44137" y="91862"/>
                </a:lnTo>
                <a:lnTo>
                  <a:pt x="41615" y="92177"/>
                </a:lnTo>
                <a:lnTo>
                  <a:pt x="37383" y="91585"/>
                </a:lnTo>
                <a:lnTo>
                  <a:pt x="34197" y="92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3" name="object 34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5481999" y="10132916"/>
            <a:ext cx="78663" cy="78181"/>
          </a:xfrm>
          <a:prstGeom prst="rect">
            <a:avLst/>
          </a:prstGeom>
        </p:spPr>
      </p:pic>
      <p:sp>
        <p:nvSpPr>
          <p:cNvPr id="344" name="object 344"/>
          <p:cNvSpPr/>
          <p:nvPr/>
        </p:nvSpPr>
        <p:spPr>
          <a:xfrm>
            <a:off x="15282036" y="10143418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20215" y="57212"/>
                </a:moveTo>
                <a:lnTo>
                  <a:pt x="17964" y="56554"/>
                </a:lnTo>
                <a:lnTo>
                  <a:pt x="18534" y="53448"/>
                </a:lnTo>
                <a:lnTo>
                  <a:pt x="17328" y="51979"/>
                </a:lnTo>
                <a:lnTo>
                  <a:pt x="12505" y="54076"/>
                </a:lnTo>
                <a:lnTo>
                  <a:pt x="10677" y="52702"/>
                </a:lnTo>
                <a:lnTo>
                  <a:pt x="11788" y="50166"/>
                </a:lnTo>
                <a:lnTo>
                  <a:pt x="10772" y="49150"/>
                </a:lnTo>
                <a:lnTo>
                  <a:pt x="8127" y="50203"/>
                </a:lnTo>
                <a:lnTo>
                  <a:pt x="7213" y="48836"/>
                </a:lnTo>
                <a:lnTo>
                  <a:pt x="8185" y="47016"/>
                </a:lnTo>
                <a:lnTo>
                  <a:pt x="7754" y="46132"/>
                </a:lnTo>
                <a:lnTo>
                  <a:pt x="7235" y="45700"/>
                </a:lnTo>
                <a:lnTo>
                  <a:pt x="4604" y="46672"/>
                </a:lnTo>
                <a:lnTo>
                  <a:pt x="3873" y="45576"/>
                </a:lnTo>
                <a:lnTo>
                  <a:pt x="4282" y="43325"/>
                </a:lnTo>
                <a:lnTo>
                  <a:pt x="4224" y="42119"/>
                </a:lnTo>
                <a:lnTo>
                  <a:pt x="4575" y="39452"/>
                </a:lnTo>
                <a:lnTo>
                  <a:pt x="3946" y="38830"/>
                </a:lnTo>
                <a:lnTo>
                  <a:pt x="847" y="39473"/>
                </a:lnTo>
                <a:lnTo>
                  <a:pt x="160" y="37200"/>
                </a:lnTo>
                <a:lnTo>
                  <a:pt x="738" y="34123"/>
                </a:lnTo>
                <a:lnTo>
                  <a:pt x="738" y="29855"/>
                </a:lnTo>
                <a:lnTo>
                  <a:pt x="423" y="27327"/>
                </a:lnTo>
                <a:lnTo>
                  <a:pt x="891" y="24023"/>
                </a:lnTo>
                <a:lnTo>
                  <a:pt x="0" y="18680"/>
                </a:lnTo>
                <a:lnTo>
                  <a:pt x="1074" y="17804"/>
                </a:lnTo>
                <a:lnTo>
                  <a:pt x="4122" y="18432"/>
                </a:lnTo>
                <a:lnTo>
                  <a:pt x="4823" y="16437"/>
                </a:lnTo>
                <a:lnTo>
                  <a:pt x="3201" y="12381"/>
                </a:lnTo>
                <a:lnTo>
                  <a:pt x="4699" y="10495"/>
                </a:lnTo>
                <a:lnTo>
                  <a:pt x="7155" y="11511"/>
                </a:lnTo>
                <a:lnTo>
                  <a:pt x="7754" y="11058"/>
                </a:lnTo>
                <a:lnTo>
                  <a:pt x="8222" y="10356"/>
                </a:lnTo>
                <a:lnTo>
                  <a:pt x="7169" y="8142"/>
                </a:lnTo>
                <a:lnTo>
                  <a:pt x="8244" y="7067"/>
                </a:lnTo>
                <a:lnTo>
                  <a:pt x="10889" y="8112"/>
                </a:lnTo>
                <a:lnTo>
                  <a:pt x="11649" y="6972"/>
                </a:lnTo>
                <a:lnTo>
                  <a:pt x="10729" y="4443"/>
                </a:lnTo>
                <a:lnTo>
                  <a:pt x="12505" y="3120"/>
                </a:lnTo>
                <a:lnTo>
                  <a:pt x="17328" y="5211"/>
                </a:lnTo>
                <a:lnTo>
                  <a:pt x="18534" y="3742"/>
                </a:lnTo>
                <a:lnTo>
                  <a:pt x="17964" y="635"/>
                </a:lnTo>
                <a:lnTo>
                  <a:pt x="19214" y="270"/>
                </a:lnTo>
                <a:lnTo>
                  <a:pt x="20807" y="548"/>
                </a:lnTo>
                <a:lnTo>
                  <a:pt x="34357" y="548"/>
                </a:lnTo>
                <a:lnTo>
                  <a:pt x="37361" y="0"/>
                </a:lnTo>
                <a:lnTo>
                  <a:pt x="39700" y="650"/>
                </a:lnTo>
                <a:lnTo>
                  <a:pt x="38976" y="3815"/>
                </a:lnTo>
                <a:lnTo>
                  <a:pt x="40599" y="4896"/>
                </a:lnTo>
                <a:lnTo>
                  <a:pt x="45415" y="2916"/>
                </a:lnTo>
                <a:lnTo>
                  <a:pt x="46914" y="4706"/>
                </a:lnTo>
                <a:lnTo>
                  <a:pt x="45883" y="6753"/>
                </a:lnTo>
                <a:lnTo>
                  <a:pt x="46343" y="7564"/>
                </a:lnTo>
                <a:lnTo>
                  <a:pt x="47045" y="8024"/>
                </a:lnTo>
                <a:lnTo>
                  <a:pt x="49267" y="6979"/>
                </a:lnTo>
                <a:lnTo>
                  <a:pt x="50341" y="8053"/>
                </a:lnTo>
                <a:lnTo>
                  <a:pt x="49289" y="10699"/>
                </a:lnTo>
                <a:lnTo>
                  <a:pt x="50429" y="11459"/>
                </a:lnTo>
                <a:lnTo>
                  <a:pt x="52958" y="10538"/>
                </a:lnTo>
                <a:lnTo>
                  <a:pt x="53725" y="11554"/>
                </a:lnTo>
                <a:lnTo>
                  <a:pt x="53323" y="13937"/>
                </a:lnTo>
                <a:lnTo>
                  <a:pt x="53382" y="15084"/>
                </a:lnTo>
                <a:lnTo>
                  <a:pt x="53024" y="17752"/>
                </a:lnTo>
                <a:lnTo>
                  <a:pt x="53659" y="18373"/>
                </a:lnTo>
                <a:lnTo>
                  <a:pt x="56766" y="17730"/>
                </a:lnTo>
                <a:lnTo>
                  <a:pt x="57438" y="20011"/>
                </a:lnTo>
                <a:lnTo>
                  <a:pt x="56868" y="23073"/>
                </a:lnTo>
                <a:lnTo>
                  <a:pt x="56868" y="29731"/>
                </a:lnTo>
                <a:lnTo>
                  <a:pt x="56999" y="30981"/>
                </a:lnTo>
                <a:lnTo>
                  <a:pt x="56744" y="33152"/>
                </a:lnTo>
                <a:lnTo>
                  <a:pt x="57584" y="38531"/>
                </a:lnTo>
                <a:lnTo>
                  <a:pt x="56532" y="39393"/>
                </a:lnTo>
                <a:lnTo>
                  <a:pt x="53484" y="38764"/>
                </a:lnTo>
                <a:lnTo>
                  <a:pt x="52819" y="40672"/>
                </a:lnTo>
                <a:lnTo>
                  <a:pt x="54398" y="44940"/>
                </a:lnTo>
                <a:lnTo>
                  <a:pt x="52855" y="46716"/>
                </a:lnTo>
                <a:lnTo>
                  <a:pt x="50487" y="45678"/>
                </a:lnTo>
                <a:lnTo>
                  <a:pt x="49852" y="46132"/>
                </a:lnTo>
                <a:lnTo>
                  <a:pt x="49420" y="47016"/>
                </a:lnTo>
                <a:lnTo>
                  <a:pt x="50392" y="48836"/>
                </a:lnTo>
                <a:lnTo>
                  <a:pt x="49479" y="50203"/>
                </a:lnTo>
                <a:lnTo>
                  <a:pt x="46833" y="49150"/>
                </a:lnTo>
                <a:lnTo>
                  <a:pt x="45817" y="50166"/>
                </a:lnTo>
                <a:lnTo>
                  <a:pt x="46928" y="52710"/>
                </a:lnTo>
                <a:lnTo>
                  <a:pt x="45854" y="53513"/>
                </a:lnTo>
                <a:lnTo>
                  <a:pt x="43471" y="53111"/>
                </a:lnTo>
                <a:lnTo>
                  <a:pt x="42324" y="53170"/>
                </a:lnTo>
                <a:lnTo>
                  <a:pt x="39656" y="52812"/>
                </a:lnTo>
                <a:lnTo>
                  <a:pt x="39028" y="53440"/>
                </a:lnTo>
                <a:lnTo>
                  <a:pt x="39678" y="56547"/>
                </a:lnTo>
                <a:lnTo>
                  <a:pt x="38392" y="56927"/>
                </a:lnTo>
                <a:lnTo>
                  <a:pt x="36798" y="56649"/>
                </a:lnTo>
                <a:lnTo>
                  <a:pt x="23263" y="56649"/>
                </a:lnTo>
                <a:lnTo>
                  <a:pt x="20215" y="572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15082071" y="10153957"/>
            <a:ext cx="36195" cy="36830"/>
          </a:xfrm>
          <a:custGeom>
            <a:avLst/>
            <a:gdLst/>
            <a:ahLst/>
            <a:cxnLst/>
            <a:rect l="l" t="t" r="r" b="b"/>
            <a:pathLst>
              <a:path w="36194" h="36829">
                <a:moveTo>
                  <a:pt x="9530" y="36250"/>
                </a:moveTo>
                <a:lnTo>
                  <a:pt x="7381" y="35468"/>
                </a:lnTo>
                <a:lnTo>
                  <a:pt x="8054" y="32435"/>
                </a:lnTo>
                <a:lnTo>
                  <a:pt x="7754" y="32099"/>
                </a:lnTo>
                <a:lnTo>
                  <a:pt x="7052" y="31639"/>
                </a:lnTo>
                <a:lnTo>
                  <a:pt x="4830" y="32684"/>
                </a:lnTo>
                <a:lnTo>
                  <a:pt x="3756" y="31610"/>
                </a:lnTo>
                <a:lnTo>
                  <a:pt x="4809" y="28964"/>
                </a:lnTo>
                <a:lnTo>
                  <a:pt x="3829" y="28321"/>
                </a:lnTo>
                <a:lnTo>
                  <a:pt x="928" y="28993"/>
                </a:lnTo>
                <a:lnTo>
                  <a:pt x="21" y="27078"/>
                </a:lnTo>
                <a:lnTo>
                  <a:pt x="738" y="23285"/>
                </a:lnTo>
                <a:lnTo>
                  <a:pt x="738" y="20427"/>
                </a:lnTo>
                <a:lnTo>
                  <a:pt x="635" y="19221"/>
                </a:lnTo>
                <a:lnTo>
                  <a:pt x="840" y="16926"/>
                </a:lnTo>
                <a:lnTo>
                  <a:pt x="577" y="15713"/>
                </a:lnTo>
                <a:lnTo>
                  <a:pt x="884" y="13499"/>
                </a:lnTo>
                <a:lnTo>
                  <a:pt x="0" y="8156"/>
                </a:lnTo>
                <a:lnTo>
                  <a:pt x="1439" y="6979"/>
                </a:lnTo>
                <a:lnTo>
                  <a:pt x="3449" y="8010"/>
                </a:lnTo>
                <a:lnTo>
                  <a:pt x="4246" y="7549"/>
                </a:lnTo>
                <a:lnTo>
                  <a:pt x="4714" y="6848"/>
                </a:lnTo>
                <a:lnTo>
                  <a:pt x="3661" y="4633"/>
                </a:lnTo>
                <a:lnTo>
                  <a:pt x="4830" y="3464"/>
                </a:lnTo>
                <a:lnTo>
                  <a:pt x="7052" y="4509"/>
                </a:lnTo>
                <a:lnTo>
                  <a:pt x="7754" y="4049"/>
                </a:lnTo>
                <a:lnTo>
                  <a:pt x="8054" y="3705"/>
                </a:lnTo>
                <a:lnTo>
                  <a:pt x="7381" y="672"/>
                </a:lnTo>
                <a:lnTo>
                  <a:pt x="8726" y="190"/>
                </a:lnTo>
                <a:lnTo>
                  <a:pt x="10232" y="694"/>
                </a:lnTo>
                <a:lnTo>
                  <a:pt x="13499" y="233"/>
                </a:lnTo>
                <a:lnTo>
                  <a:pt x="16020" y="540"/>
                </a:lnTo>
                <a:lnTo>
                  <a:pt x="20339" y="540"/>
                </a:lnTo>
                <a:lnTo>
                  <a:pt x="23321" y="0"/>
                </a:lnTo>
                <a:lnTo>
                  <a:pt x="25930" y="716"/>
                </a:lnTo>
                <a:lnTo>
                  <a:pt x="28357" y="95"/>
                </a:lnTo>
                <a:lnTo>
                  <a:pt x="29387" y="1125"/>
                </a:lnTo>
                <a:lnTo>
                  <a:pt x="28218" y="3464"/>
                </a:lnTo>
                <a:lnTo>
                  <a:pt x="29387" y="4633"/>
                </a:lnTo>
                <a:lnTo>
                  <a:pt x="31726" y="3464"/>
                </a:lnTo>
                <a:lnTo>
                  <a:pt x="32896" y="4633"/>
                </a:lnTo>
                <a:lnTo>
                  <a:pt x="31843" y="6855"/>
                </a:lnTo>
                <a:lnTo>
                  <a:pt x="32311" y="7549"/>
                </a:lnTo>
                <a:lnTo>
                  <a:pt x="35819" y="7549"/>
                </a:lnTo>
                <a:lnTo>
                  <a:pt x="35819" y="25960"/>
                </a:lnTo>
                <a:lnTo>
                  <a:pt x="36148" y="27802"/>
                </a:lnTo>
                <a:lnTo>
                  <a:pt x="35651" y="29008"/>
                </a:lnTo>
                <a:lnTo>
                  <a:pt x="32684" y="28262"/>
                </a:lnTo>
                <a:lnTo>
                  <a:pt x="32311" y="28598"/>
                </a:lnTo>
                <a:lnTo>
                  <a:pt x="31880" y="29475"/>
                </a:lnTo>
                <a:lnTo>
                  <a:pt x="32852" y="31295"/>
                </a:lnTo>
                <a:lnTo>
                  <a:pt x="31938" y="32662"/>
                </a:lnTo>
                <a:lnTo>
                  <a:pt x="29292" y="31610"/>
                </a:lnTo>
                <a:lnTo>
                  <a:pt x="28401" y="32508"/>
                </a:lnTo>
                <a:lnTo>
                  <a:pt x="29285" y="35366"/>
                </a:lnTo>
                <a:lnTo>
                  <a:pt x="28101" y="35951"/>
                </a:lnTo>
                <a:lnTo>
                  <a:pt x="26091" y="35600"/>
                </a:lnTo>
                <a:lnTo>
                  <a:pt x="12863" y="35600"/>
                </a:lnTo>
                <a:lnTo>
                  <a:pt x="9530" y="36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14881697" y="10163868"/>
            <a:ext cx="15875" cy="15875"/>
          </a:xfrm>
          <a:custGeom>
            <a:avLst/>
            <a:gdLst/>
            <a:ahLst/>
            <a:cxnLst/>
            <a:rect l="l" t="t" r="r" b="b"/>
            <a:pathLst>
              <a:path w="15875" h="15875">
                <a:moveTo>
                  <a:pt x="12152" y="2024"/>
                </a:moveTo>
                <a:lnTo>
                  <a:pt x="5919" y="2024"/>
                </a:lnTo>
                <a:lnTo>
                  <a:pt x="10736" y="0"/>
                </a:lnTo>
                <a:lnTo>
                  <a:pt x="12241" y="1849"/>
                </a:lnTo>
                <a:lnTo>
                  <a:pt x="12152" y="2024"/>
                </a:lnTo>
                <a:close/>
              </a:path>
              <a:path w="15875" h="15875">
                <a:moveTo>
                  <a:pt x="1849" y="12242"/>
                </a:moveTo>
                <a:lnTo>
                  <a:pt x="0" y="10729"/>
                </a:lnTo>
                <a:lnTo>
                  <a:pt x="2024" y="5919"/>
                </a:lnTo>
                <a:lnTo>
                  <a:pt x="1147" y="4648"/>
                </a:lnTo>
                <a:lnTo>
                  <a:pt x="4655" y="4648"/>
                </a:lnTo>
                <a:lnTo>
                  <a:pt x="4655" y="1140"/>
                </a:lnTo>
                <a:lnTo>
                  <a:pt x="5919" y="2024"/>
                </a:lnTo>
                <a:lnTo>
                  <a:pt x="12152" y="2024"/>
                </a:lnTo>
                <a:lnTo>
                  <a:pt x="11211" y="3859"/>
                </a:lnTo>
                <a:lnTo>
                  <a:pt x="11671" y="4648"/>
                </a:lnTo>
                <a:lnTo>
                  <a:pt x="12461" y="5108"/>
                </a:lnTo>
                <a:lnTo>
                  <a:pt x="15429" y="5108"/>
                </a:lnTo>
                <a:lnTo>
                  <a:pt x="15442" y="11204"/>
                </a:lnTo>
                <a:lnTo>
                  <a:pt x="3872" y="11204"/>
                </a:lnTo>
                <a:lnTo>
                  <a:pt x="1849" y="12242"/>
                </a:lnTo>
                <a:close/>
              </a:path>
              <a:path w="15875" h="15875">
                <a:moveTo>
                  <a:pt x="15429" y="5108"/>
                </a:moveTo>
                <a:lnTo>
                  <a:pt x="12461" y="5108"/>
                </a:lnTo>
                <a:lnTo>
                  <a:pt x="14478" y="4078"/>
                </a:lnTo>
                <a:lnTo>
                  <a:pt x="15428" y="4853"/>
                </a:lnTo>
                <a:lnTo>
                  <a:pt x="15429" y="5108"/>
                </a:lnTo>
                <a:close/>
              </a:path>
              <a:path w="15875" h="15875">
                <a:moveTo>
                  <a:pt x="11401" y="15421"/>
                </a:moveTo>
                <a:lnTo>
                  <a:pt x="4860" y="15421"/>
                </a:lnTo>
                <a:lnTo>
                  <a:pt x="4198" y="14617"/>
                </a:lnTo>
                <a:lnTo>
                  <a:pt x="4078" y="14471"/>
                </a:lnTo>
                <a:lnTo>
                  <a:pt x="5221" y="12242"/>
                </a:lnTo>
                <a:lnTo>
                  <a:pt x="4984" y="12242"/>
                </a:lnTo>
                <a:lnTo>
                  <a:pt x="4655" y="11664"/>
                </a:lnTo>
                <a:lnTo>
                  <a:pt x="3846" y="11204"/>
                </a:lnTo>
                <a:lnTo>
                  <a:pt x="12351" y="11204"/>
                </a:lnTo>
                <a:lnTo>
                  <a:pt x="11671" y="11664"/>
                </a:lnTo>
                <a:lnTo>
                  <a:pt x="11278" y="12242"/>
                </a:lnTo>
                <a:lnTo>
                  <a:pt x="12188" y="14471"/>
                </a:lnTo>
                <a:lnTo>
                  <a:pt x="12256" y="14617"/>
                </a:lnTo>
                <a:lnTo>
                  <a:pt x="11401" y="15421"/>
                </a:lnTo>
                <a:close/>
              </a:path>
              <a:path w="15875" h="15875">
                <a:moveTo>
                  <a:pt x="14631" y="12242"/>
                </a:moveTo>
                <a:lnTo>
                  <a:pt x="12351" y="11204"/>
                </a:lnTo>
                <a:lnTo>
                  <a:pt x="15442" y="11204"/>
                </a:lnTo>
                <a:lnTo>
                  <a:pt x="15443" y="11394"/>
                </a:lnTo>
                <a:lnTo>
                  <a:pt x="14631" y="12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16608451" y="10205795"/>
            <a:ext cx="141605" cy="81280"/>
          </a:xfrm>
          <a:custGeom>
            <a:avLst/>
            <a:gdLst/>
            <a:ahLst/>
            <a:cxnLst/>
            <a:rect l="l" t="t" r="r" b="b"/>
            <a:pathLst>
              <a:path w="141605" h="81279">
                <a:moveTo>
                  <a:pt x="141046" y="57150"/>
                </a:moveTo>
                <a:lnTo>
                  <a:pt x="140982" y="53340"/>
                </a:lnTo>
                <a:lnTo>
                  <a:pt x="140881" y="50800"/>
                </a:lnTo>
                <a:lnTo>
                  <a:pt x="140563" y="50800"/>
                </a:lnTo>
                <a:lnTo>
                  <a:pt x="140563" y="49530"/>
                </a:lnTo>
                <a:lnTo>
                  <a:pt x="139560" y="49530"/>
                </a:lnTo>
                <a:lnTo>
                  <a:pt x="139560" y="50800"/>
                </a:lnTo>
                <a:lnTo>
                  <a:pt x="136969" y="50800"/>
                </a:lnTo>
                <a:lnTo>
                  <a:pt x="136969" y="49530"/>
                </a:lnTo>
                <a:lnTo>
                  <a:pt x="137325" y="49530"/>
                </a:lnTo>
                <a:lnTo>
                  <a:pt x="137325" y="46990"/>
                </a:lnTo>
                <a:lnTo>
                  <a:pt x="136931" y="46990"/>
                </a:lnTo>
                <a:lnTo>
                  <a:pt x="136931" y="45720"/>
                </a:lnTo>
                <a:lnTo>
                  <a:pt x="137312" y="45720"/>
                </a:lnTo>
                <a:lnTo>
                  <a:pt x="137312" y="44450"/>
                </a:lnTo>
                <a:lnTo>
                  <a:pt x="137629" y="44450"/>
                </a:lnTo>
                <a:lnTo>
                  <a:pt x="137629" y="43180"/>
                </a:lnTo>
                <a:lnTo>
                  <a:pt x="134010" y="43180"/>
                </a:lnTo>
                <a:lnTo>
                  <a:pt x="134010" y="44450"/>
                </a:lnTo>
                <a:lnTo>
                  <a:pt x="133883" y="44450"/>
                </a:lnTo>
                <a:lnTo>
                  <a:pt x="133883" y="43180"/>
                </a:lnTo>
                <a:lnTo>
                  <a:pt x="133350" y="43180"/>
                </a:lnTo>
                <a:lnTo>
                  <a:pt x="133350" y="41910"/>
                </a:lnTo>
                <a:lnTo>
                  <a:pt x="133045" y="41910"/>
                </a:lnTo>
                <a:lnTo>
                  <a:pt x="133045" y="40640"/>
                </a:lnTo>
                <a:lnTo>
                  <a:pt x="133718" y="40640"/>
                </a:lnTo>
                <a:lnTo>
                  <a:pt x="133718" y="39370"/>
                </a:lnTo>
                <a:lnTo>
                  <a:pt x="134404" y="39370"/>
                </a:lnTo>
                <a:lnTo>
                  <a:pt x="134404" y="38100"/>
                </a:lnTo>
                <a:lnTo>
                  <a:pt x="134340" y="36830"/>
                </a:lnTo>
                <a:lnTo>
                  <a:pt x="133604" y="36830"/>
                </a:lnTo>
                <a:lnTo>
                  <a:pt x="133604" y="35560"/>
                </a:lnTo>
                <a:lnTo>
                  <a:pt x="132448" y="35560"/>
                </a:lnTo>
                <a:lnTo>
                  <a:pt x="132448" y="36830"/>
                </a:lnTo>
                <a:lnTo>
                  <a:pt x="130022" y="36830"/>
                </a:lnTo>
                <a:lnTo>
                  <a:pt x="130022" y="35560"/>
                </a:lnTo>
                <a:lnTo>
                  <a:pt x="130035" y="34290"/>
                </a:lnTo>
                <a:lnTo>
                  <a:pt x="130632" y="34290"/>
                </a:lnTo>
                <a:lnTo>
                  <a:pt x="130632" y="33020"/>
                </a:lnTo>
                <a:lnTo>
                  <a:pt x="129870" y="33020"/>
                </a:lnTo>
                <a:lnTo>
                  <a:pt x="129870" y="31750"/>
                </a:lnTo>
                <a:lnTo>
                  <a:pt x="130238" y="31750"/>
                </a:lnTo>
                <a:lnTo>
                  <a:pt x="130238" y="30480"/>
                </a:lnTo>
                <a:lnTo>
                  <a:pt x="130670" y="30480"/>
                </a:lnTo>
                <a:lnTo>
                  <a:pt x="130670" y="29210"/>
                </a:lnTo>
                <a:lnTo>
                  <a:pt x="127444" y="29210"/>
                </a:lnTo>
                <a:lnTo>
                  <a:pt x="127444" y="30480"/>
                </a:lnTo>
                <a:lnTo>
                  <a:pt x="127076" y="30480"/>
                </a:lnTo>
                <a:lnTo>
                  <a:pt x="127076" y="29210"/>
                </a:lnTo>
                <a:lnTo>
                  <a:pt x="126555" y="29210"/>
                </a:lnTo>
                <a:lnTo>
                  <a:pt x="126555" y="26670"/>
                </a:lnTo>
                <a:lnTo>
                  <a:pt x="126860" y="26670"/>
                </a:lnTo>
                <a:lnTo>
                  <a:pt x="126860" y="25400"/>
                </a:lnTo>
                <a:lnTo>
                  <a:pt x="124612" y="25400"/>
                </a:lnTo>
                <a:lnTo>
                  <a:pt x="124612" y="26670"/>
                </a:lnTo>
                <a:lnTo>
                  <a:pt x="123355" y="26670"/>
                </a:lnTo>
                <a:lnTo>
                  <a:pt x="123355" y="25400"/>
                </a:lnTo>
                <a:lnTo>
                  <a:pt x="123177" y="25400"/>
                </a:lnTo>
                <a:lnTo>
                  <a:pt x="123177" y="22860"/>
                </a:lnTo>
                <a:lnTo>
                  <a:pt x="123037" y="22860"/>
                </a:lnTo>
                <a:lnTo>
                  <a:pt x="123037" y="21590"/>
                </a:lnTo>
                <a:lnTo>
                  <a:pt x="121729" y="21590"/>
                </a:lnTo>
                <a:lnTo>
                  <a:pt x="121729" y="22860"/>
                </a:lnTo>
                <a:lnTo>
                  <a:pt x="119545" y="22860"/>
                </a:lnTo>
                <a:lnTo>
                  <a:pt x="119545" y="21590"/>
                </a:lnTo>
                <a:lnTo>
                  <a:pt x="119837" y="21590"/>
                </a:lnTo>
                <a:lnTo>
                  <a:pt x="119837" y="19050"/>
                </a:lnTo>
                <a:lnTo>
                  <a:pt x="119164" y="19050"/>
                </a:lnTo>
                <a:lnTo>
                  <a:pt x="119164" y="17780"/>
                </a:lnTo>
                <a:lnTo>
                  <a:pt x="118732" y="17780"/>
                </a:lnTo>
                <a:lnTo>
                  <a:pt x="118732" y="19050"/>
                </a:lnTo>
                <a:lnTo>
                  <a:pt x="115709" y="19050"/>
                </a:lnTo>
                <a:lnTo>
                  <a:pt x="115709" y="17780"/>
                </a:lnTo>
                <a:lnTo>
                  <a:pt x="116141" y="17780"/>
                </a:lnTo>
                <a:lnTo>
                  <a:pt x="116141" y="16510"/>
                </a:lnTo>
                <a:lnTo>
                  <a:pt x="116738" y="16510"/>
                </a:lnTo>
                <a:lnTo>
                  <a:pt x="116738" y="15240"/>
                </a:lnTo>
                <a:lnTo>
                  <a:pt x="112483" y="15240"/>
                </a:lnTo>
                <a:lnTo>
                  <a:pt x="112483" y="12700"/>
                </a:lnTo>
                <a:lnTo>
                  <a:pt x="112864" y="12700"/>
                </a:lnTo>
                <a:lnTo>
                  <a:pt x="112864" y="11430"/>
                </a:lnTo>
                <a:lnTo>
                  <a:pt x="110337" y="11430"/>
                </a:lnTo>
                <a:lnTo>
                  <a:pt x="110337" y="12700"/>
                </a:lnTo>
                <a:lnTo>
                  <a:pt x="109499" y="12700"/>
                </a:lnTo>
                <a:lnTo>
                  <a:pt x="109499" y="11430"/>
                </a:lnTo>
                <a:lnTo>
                  <a:pt x="106997" y="11430"/>
                </a:lnTo>
                <a:lnTo>
                  <a:pt x="106997" y="12700"/>
                </a:lnTo>
                <a:lnTo>
                  <a:pt x="105867" y="12700"/>
                </a:lnTo>
                <a:lnTo>
                  <a:pt x="105867" y="11430"/>
                </a:lnTo>
                <a:lnTo>
                  <a:pt x="105625" y="11430"/>
                </a:lnTo>
                <a:lnTo>
                  <a:pt x="105625" y="8890"/>
                </a:lnTo>
                <a:lnTo>
                  <a:pt x="105486" y="8890"/>
                </a:lnTo>
                <a:lnTo>
                  <a:pt x="105486" y="7620"/>
                </a:lnTo>
                <a:lnTo>
                  <a:pt x="103555" y="7620"/>
                </a:lnTo>
                <a:lnTo>
                  <a:pt x="103555" y="8890"/>
                </a:lnTo>
                <a:lnTo>
                  <a:pt x="98539" y="8890"/>
                </a:lnTo>
                <a:lnTo>
                  <a:pt x="98539" y="7620"/>
                </a:lnTo>
                <a:lnTo>
                  <a:pt x="98717" y="7620"/>
                </a:lnTo>
                <a:lnTo>
                  <a:pt x="98717" y="5080"/>
                </a:lnTo>
                <a:lnTo>
                  <a:pt x="91325" y="5080"/>
                </a:lnTo>
                <a:lnTo>
                  <a:pt x="91325" y="3810"/>
                </a:lnTo>
                <a:lnTo>
                  <a:pt x="91706" y="3810"/>
                </a:lnTo>
                <a:lnTo>
                  <a:pt x="91706" y="1270"/>
                </a:lnTo>
                <a:lnTo>
                  <a:pt x="90627" y="1270"/>
                </a:lnTo>
                <a:lnTo>
                  <a:pt x="90627" y="0"/>
                </a:lnTo>
                <a:lnTo>
                  <a:pt x="52578" y="0"/>
                </a:lnTo>
                <a:lnTo>
                  <a:pt x="52578" y="1270"/>
                </a:lnTo>
                <a:lnTo>
                  <a:pt x="49415" y="1270"/>
                </a:lnTo>
                <a:lnTo>
                  <a:pt x="49415" y="3810"/>
                </a:lnTo>
                <a:lnTo>
                  <a:pt x="49758" y="3810"/>
                </a:lnTo>
                <a:lnTo>
                  <a:pt x="49758" y="5080"/>
                </a:lnTo>
                <a:lnTo>
                  <a:pt x="46863" y="5080"/>
                </a:lnTo>
                <a:lnTo>
                  <a:pt x="46863" y="3810"/>
                </a:lnTo>
                <a:lnTo>
                  <a:pt x="46596" y="3810"/>
                </a:lnTo>
                <a:lnTo>
                  <a:pt x="46596" y="5080"/>
                </a:lnTo>
                <a:lnTo>
                  <a:pt x="43497" y="5080"/>
                </a:lnTo>
                <a:lnTo>
                  <a:pt x="43497" y="3810"/>
                </a:lnTo>
                <a:lnTo>
                  <a:pt x="42887" y="3810"/>
                </a:lnTo>
                <a:lnTo>
                  <a:pt x="42887" y="5080"/>
                </a:lnTo>
                <a:lnTo>
                  <a:pt x="42430" y="5080"/>
                </a:lnTo>
                <a:lnTo>
                  <a:pt x="42430" y="7620"/>
                </a:lnTo>
                <a:lnTo>
                  <a:pt x="42672" y="7620"/>
                </a:lnTo>
                <a:lnTo>
                  <a:pt x="42672" y="8890"/>
                </a:lnTo>
                <a:lnTo>
                  <a:pt x="38633" y="8890"/>
                </a:lnTo>
                <a:lnTo>
                  <a:pt x="38633" y="7620"/>
                </a:lnTo>
                <a:lnTo>
                  <a:pt x="35725" y="7620"/>
                </a:lnTo>
                <a:lnTo>
                  <a:pt x="35725" y="8890"/>
                </a:lnTo>
                <a:lnTo>
                  <a:pt x="35483" y="8890"/>
                </a:lnTo>
                <a:lnTo>
                  <a:pt x="35483" y="11430"/>
                </a:lnTo>
                <a:lnTo>
                  <a:pt x="35306" y="11430"/>
                </a:lnTo>
                <a:lnTo>
                  <a:pt x="35306" y="12700"/>
                </a:lnTo>
                <a:lnTo>
                  <a:pt x="32346" y="12700"/>
                </a:lnTo>
                <a:lnTo>
                  <a:pt x="32346" y="11430"/>
                </a:lnTo>
                <a:lnTo>
                  <a:pt x="28143" y="11430"/>
                </a:lnTo>
                <a:lnTo>
                  <a:pt x="28143" y="12700"/>
                </a:lnTo>
                <a:lnTo>
                  <a:pt x="28613" y="12700"/>
                </a:lnTo>
                <a:lnTo>
                  <a:pt x="28613" y="15240"/>
                </a:lnTo>
                <a:lnTo>
                  <a:pt x="27940" y="15240"/>
                </a:lnTo>
                <a:lnTo>
                  <a:pt x="27940" y="16510"/>
                </a:lnTo>
                <a:lnTo>
                  <a:pt x="27762" y="16510"/>
                </a:lnTo>
                <a:lnTo>
                  <a:pt x="27762" y="15240"/>
                </a:lnTo>
                <a:lnTo>
                  <a:pt x="24434" y="15240"/>
                </a:lnTo>
                <a:lnTo>
                  <a:pt x="24434" y="16510"/>
                </a:lnTo>
                <a:lnTo>
                  <a:pt x="24980" y="16510"/>
                </a:lnTo>
                <a:lnTo>
                  <a:pt x="24980" y="17780"/>
                </a:lnTo>
                <a:lnTo>
                  <a:pt x="25400" y="17780"/>
                </a:lnTo>
                <a:lnTo>
                  <a:pt x="25400" y="19050"/>
                </a:lnTo>
                <a:lnTo>
                  <a:pt x="22326" y="19050"/>
                </a:lnTo>
                <a:lnTo>
                  <a:pt x="22326" y="17780"/>
                </a:lnTo>
                <a:lnTo>
                  <a:pt x="21869" y="17780"/>
                </a:lnTo>
                <a:lnTo>
                  <a:pt x="21869" y="19050"/>
                </a:lnTo>
                <a:lnTo>
                  <a:pt x="21310" y="19050"/>
                </a:lnTo>
                <a:lnTo>
                  <a:pt x="21310" y="21590"/>
                </a:lnTo>
                <a:lnTo>
                  <a:pt x="21590" y="21590"/>
                </a:lnTo>
                <a:lnTo>
                  <a:pt x="21590" y="22860"/>
                </a:lnTo>
                <a:lnTo>
                  <a:pt x="19431" y="22860"/>
                </a:lnTo>
                <a:lnTo>
                  <a:pt x="19431" y="21590"/>
                </a:lnTo>
                <a:lnTo>
                  <a:pt x="18059" y="21590"/>
                </a:lnTo>
                <a:lnTo>
                  <a:pt x="18059" y="22860"/>
                </a:lnTo>
                <a:lnTo>
                  <a:pt x="17945" y="25400"/>
                </a:lnTo>
                <a:lnTo>
                  <a:pt x="17843" y="26670"/>
                </a:lnTo>
                <a:lnTo>
                  <a:pt x="16611" y="26670"/>
                </a:lnTo>
                <a:lnTo>
                  <a:pt x="16611" y="25400"/>
                </a:lnTo>
                <a:lnTo>
                  <a:pt x="14274" y="25400"/>
                </a:lnTo>
                <a:lnTo>
                  <a:pt x="14274" y="26670"/>
                </a:lnTo>
                <a:lnTo>
                  <a:pt x="14592" y="26670"/>
                </a:lnTo>
                <a:lnTo>
                  <a:pt x="14592" y="29210"/>
                </a:lnTo>
                <a:lnTo>
                  <a:pt x="14097" y="29210"/>
                </a:lnTo>
                <a:lnTo>
                  <a:pt x="14097" y="30480"/>
                </a:lnTo>
                <a:lnTo>
                  <a:pt x="13792" y="30480"/>
                </a:lnTo>
                <a:lnTo>
                  <a:pt x="13792" y="29210"/>
                </a:lnTo>
                <a:lnTo>
                  <a:pt x="10464" y="29210"/>
                </a:lnTo>
                <a:lnTo>
                  <a:pt x="10464" y="30480"/>
                </a:lnTo>
                <a:lnTo>
                  <a:pt x="10909" y="30480"/>
                </a:lnTo>
                <a:lnTo>
                  <a:pt x="10909" y="31750"/>
                </a:lnTo>
                <a:lnTo>
                  <a:pt x="11252" y="31750"/>
                </a:lnTo>
                <a:lnTo>
                  <a:pt x="11252" y="33020"/>
                </a:lnTo>
                <a:lnTo>
                  <a:pt x="10439" y="33020"/>
                </a:lnTo>
                <a:lnTo>
                  <a:pt x="10439" y="34290"/>
                </a:lnTo>
                <a:lnTo>
                  <a:pt x="11112" y="34290"/>
                </a:lnTo>
                <a:lnTo>
                  <a:pt x="11112" y="35560"/>
                </a:lnTo>
                <a:lnTo>
                  <a:pt x="11061" y="36830"/>
                </a:lnTo>
                <a:lnTo>
                  <a:pt x="8699" y="36830"/>
                </a:lnTo>
                <a:lnTo>
                  <a:pt x="8699" y="35560"/>
                </a:lnTo>
                <a:lnTo>
                  <a:pt x="7620" y="35560"/>
                </a:lnTo>
                <a:lnTo>
                  <a:pt x="7620" y="36830"/>
                </a:lnTo>
                <a:lnTo>
                  <a:pt x="7112" y="36830"/>
                </a:lnTo>
                <a:lnTo>
                  <a:pt x="7112" y="38100"/>
                </a:lnTo>
                <a:lnTo>
                  <a:pt x="7620" y="38100"/>
                </a:lnTo>
                <a:lnTo>
                  <a:pt x="7620" y="39370"/>
                </a:lnTo>
                <a:lnTo>
                  <a:pt x="7366" y="39370"/>
                </a:lnTo>
                <a:lnTo>
                  <a:pt x="7366" y="40640"/>
                </a:lnTo>
                <a:lnTo>
                  <a:pt x="7340" y="41910"/>
                </a:lnTo>
                <a:lnTo>
                  <a:pt x="7874" y="41910"/>
                </a:lnTo>
                <a:lnTo>
                  <a:pt x="7874" y="43180"/>
                </a:lnTo>
                <a:lnTo>
                  <a:pt x="7010" y="43180"/>
                </a:lnTo>
                <a:lnTo>
                  <a:pt x="7010" y="44450"/>
                </a:lnTo>
                <a:lnTo>
                  <a:pt x="6985" y="43180"/>
                </a:lnTo>
                <a:lnTo>
                  <a:pt x="3695" y="43180"/>
                </a:lnTo>
                <a:lnTo>
                  <a:pt x="3695" y="44450"/>
                </a:lnTo>
                <a:lnTo>
                  <a:pt x="3759" y="45720"/>
                </a:lnTo>
                <a:lnTo>
                  <a:pt x="3962" y="45720"/>
                </a:lnTo>
                <a:lnTo>
                  <a:pt x="3962" y="46990"/>
                </a:lnTo>
                <a:lnTo>
                  <a:pt x="4013" y="49530"/>
                </a:lnTo>
                <a:lnTo>
                  <a:pt x="4165" y="49530"/>
                </a:lnTo>
                <a:lnTo>
                  <a:pt x="4165" y="50800"/>
                </a:lnTo>
                <a:lnTo>
                  <a:pt x="889" y="50800"/>
                </a:lnTo>
                <a:lnTo>
                  <a:pt x="889" y="49530"/>
                </a:lnTo>
                <a:lnTo>
                  <a:pt x="469" y="49530"/>
                </a:lnTo>
                <a:lnTo>
                  <a:pt x="469" y="50800"/>
                </a:lnTo>
                <a:lnTo>
                  <a:pt x="25" y="50800"/>
                </a:lnTo>
                <a:lnTo>
                  <a:pt x="25" y="53340"/>
                </a:lnTo>
                <a:lnTo>
                  <a:pt x="0" y="57150"/>
                </a:lnTo>
                <a:lnTo>
                  <a:pt x="419" y="57150"/>
                </a:lnTo>
                <a:lnTo>
                  <a:pt x="419" y="60960"/>
                </a:lnTo>
                <a:lnTo>
                  <a:pt x="419" y="81280"/>
                </a:lnTo>
                <a:lnTo>
                  <a:pt x="140728" y="81280"/>
                </a:lnTo>
                <a:lnTo>
                  <a:pt x="140728" y="60960"/>
                </a:lnTo>
                <a:lnTo>
                  <a:pt x="141046" y="60960"/>
                </a:lnTo>
                <a:lnTo>
                  <a:pt x="141046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17871335" y="10206375"/>
            <a:ext cx="141605" cy="80645"/>
          </a:xfrm>
          <a:custGeom>
            <a:avLst/>
            <a:gdLst/>
            <a:ahLst/>
            <a:cxnLst/>
            <a:rect l="l" t="t" r="r" b="b"/>
            <a:pathLst>
              <a:path w="141605" h="80645">
                <a:moveTo>
                  <a:pt x="140897" y="80624"/>
                </a:moveTo>
                <a:lnTo>
                  <a:pt x="413" y="80624"/>
                </a:lnTo>
                <a:lnTo>
                  <a:pt x="146" y="75564"/>
                </a:lnTo>
                <a:lnTo>
                  <a:pt x="453" y="69651"/>
                </a:lnTo>
                <a:lnTo>
                  <a:pt x="453" y="62854"/>
                </a:lnTo>
                <a:lnTo>
                  <a:pt x="168" y="61261"/>
                </a:lnTo>
                <a:lnTo>
                  <a:pt x="650" y="59683"/>
                </a:lnTo>
                <a:lnTo>
                  <a:pt x="0" y="57278"/>
                </a:lnTo>
                <a:lnTo>
                  <a:pt x="738" y="56540"/>
                </a:lnTo>
                <a:lnTo>
                  <a:pt x="3866" y="57161"/>
                </a:lnTo>
                <a:lnTo>
                  <a:pt x="4509" y="54859"/>
                </a:lnTo>
                <a:lnTo>
                  <a:pt x="3961" y="51862"/>
                </a:lnTo>
                <a:lnTo>
                  <a:pt x="3961" y="48961"/>
                </a:lnTo>
                <a:lnTo>
                  <a:pt x="3632" y="47075"/>
                </a:lnTo>
                <a:lnTo>
                  <a:pt x="4151" y="45862"/>
                </a:lnTo>
                <a:lnTo>
                  <a:pt x="7104" y="46680"/>
                </a:lnTo>
                <a:lnTo>
                  <a:pt x="7973" y="45803"/>
                </a:lnTo>
                <a:lnTo>
                  <a:pt x="7177" y="43487"/>
                </a:lnTo>
                <a:lnTo>
                  <a:pt x="7754" y="42112"/>
                </a:lnTo>
                <a:lnTo>
                  <a:pt x="6965" y="39803"/>
                </a:lnTo>
                <a:lnTo>
                  <a:pt x="7959" y="38809"/>
                </a:lnTo>
                <a:lnTo>
                  <a:pt x="10604" y="39854"/>
                </a:lnTo>
                <a:lnTo>
                  <a:pt x="11518" y="38487"/>
                </a:lnTo>
                <a:lnTo>
                  <a:pt x="10451" y="36616"/>
                </a:lnTo>
                <a:lnTo>
                  <a:pt x="11431" y="35081"/>
                </a:lnTo>
                <a:lnTo>
                  <a:pt x="10393" y="32867"/>
                </a:lnTo>
                <a:lnTo>
                  <a:pt x="11401" y="31865"/>
                </a:lnTo>
                <a:lnTo>
                  <a:pt x="14222" y="32786"/>
                </a:lnTo>
                <a:lnTo>
                  <a:pt x="15458" y="30448"/>
                </a:lnTo>
                <a:lnTo>
                  <a:pt x="13660" y="27195"/>
                </a:lnTo>
                <a:lnTo>
                  <a:pt x="14676" y="24827"/>
                </a:lnTo>
                <a:lnTo>
                  <a:pt x="17628" y="25639"/>
                </a:lnTo>
                <a:lnTo>
                  <a:pt x="18586" y="24681"/>
                </a:lnTo>
                <a:lnTo>
                  <a:pt x="17416" y="22379"/>
                </a:lnTo>
                <a:lnTo>
                  <a:pt x="18549" y="21173"/>
                </a:lnTo>
                <a:lnTo>
                  <a:pt x="20925" y="22342"/>
                </a:lnTo>
                <a:lnTo>
                  <a:pt x="22087" y="21180"/>
                </a:lnTo>
                <a:lnTo>
                  <a:pt x="20917" y="18849"/>
                </a:lnTo>
                <a:lnTo>
                  <a:pt x="22087" y="17679"/>
                </a:lnTo>
                <a:lnTo>
                  <a:pt x="24425" y="18849"/>
                </a:lnTo>
                <a:lnTo>
                  <a:pt x="25515" y="17760"/>
                </a:lnTo>
                <a:lnTo>
                  <a:pt x="24440" y="15151"/>
                </a:lnTo>
                <a:lnTo>
                  <a:pt x="26275" y="13879"/>
                </a:lnTo>
                <a:lnTo>
                  <a:pt x="31091" y="15903"/>
                </a:lnTo>
                <a:lnTo>
                  <a:pt x="32407" y="14296"/>
                </a:lnTo>
                <a:lnTo>
                  <a:pt x="31537" y="11526"/>
                </a:lnTo>
                <a:lnTo>
                  <a:pt x="33810" y="10246"/>
                </a:lnTo>
                <a:lnTo>
                  <a:pt x="37150" y="12059"/>
                </a:lnTo>
                <a:lnTo>
                  <a:pt x="39489" y="11065"/>
                </a:lnTo>
                <a:lnTo>
                  <a:pt x="38677" y="8112"/>
                </a:lnTo>
                <a:lnTo>
                  <a:pt x="39591" y="7206"/>
                </a:lnTo>
                <a:lnTo>
                  <a:pt x="41842" y="8112"/>
                </a:lnTo>
                <a:lnTo>
                  <a:pt x="43260" y="7382"/>
                </a:lnTo>
                <a:lnTo>
                  <a:pt x="45511" y="8295"/>
                </a:lnTo>
                <a:lnTo>
                  <a:pt x="46549" y="7257"/>
                </a:lnTo>
                <a:lnTo>
                  <a:pt x="45496" y="4612"/>
                </a:lnTo>
                <a:lnTo>
                  <a:pt x="46797" y="3756"/>
                </a:lnTo>
                <a:lnTo>
                  <a:pt x="48705" y="4509"/>
                </a:lnTo>
                <a:lnTo>
                  <a:pt x="50496" y="3961"/>
                </a:lnTo>
                <a:lnTo>
                  <a:pt x="52103" y="4246"/>
                </a:lnTo>
                <a:lnTo>
                  <a:pt x="54172" y="4246"/>
                </a:lnTo>
                <a:lnTo>
                  <a:pt x="55487" y="4465"/>
                </a:lnTo>
                <a:lnTo>
                  <a:pt x="56847" y="4195"/>
                </a:lnTo>
                <a:lnTo>
                  <a:pt x="56342" y="979"/>
                </a:lnTo>
                <a:lnTo>
                  <a:pt x="56942" y="380"/>
                </a:lnTo>
                <a:lnTo>
                  <a:pt x="59544" y="804"/>
                </a:lnTo>
                <a:lnTo>
                  <a:pt x="63483" y="358"/>
                </a:lnTo>
                <a:lnTo>
                  <a:pt x="67210" y="738"/>
                </a:lnTo>
                <a:lnTo>
                  <a:pt x="72875" y="738"/>
                </a:lnTo>
                <a:lnTo>
                  <a:pt x="75403" y="423"/>
                </a:lnTo>
                <a:lnTo>
                  <a:pt x="78699" y="891"/>
                </a:lnTo>
                <a:lnTo>
                  <a:pt x="84042" y="0"/>
                </a:lnTo>
                <a:lnTo>
                  <a:pt x="84919" y="1074"/>
                </a:lnTo>
                <a:lnTo>
                  <a:pt x="84291" y="4129"/>
                </a:lnTo>
                <a:lnTo>
                  <a:pt x="85519" y="4546"/>
                </a:lnTo>
                <a:lnTo>
                  <a:pt x="87221" y="4246"/>
                </a:lnTo>
                <a:lnTo>
                  <a:pt x="89078" y="4246"/>
                </a:lnTo>
                <a:lnTo>
                  <a:pt x="90774" y="3939"/>
                </a:lnTo>
                <a:lnTo>
                  <a:pt x="92316" y="4465"/>
                </a:lnTo>
                <a:lnTo>
                  <a:pt x="94691" y="3771"/>
                </a:lnTo>
                <a:lnTo>
                  <a:pt x="95532" y="4611"/>
                </a:lnTo>
                <a:lnTo>
                  <a:pt x="94713" y="7564"/>
                </a:lnTo>
                <a:lnTo>
                  <a:pt x="97125" y="8587"/>
                </a:lnTo>
                <a:lnTo>
                  <a:pt x="100231" y="6862"/>
                </a:lnTo>
                <a:lnTo>
                  <a:pt x="102628" y="7952"/>
                </a:lnTo>
                <a:lnTo>
                  <a:pt x="101788" y="10875"/>
                </a:lnTo>
                <a:lnTo>
                  <a:pt x="102760" y="11840"/>
                </a:lnTo>
                <a:lnTo>
                  <a:pt x="104982" y="10787"/>
                </a:lnTo>
                <a:lnTo>
                  <a:pt x="106385" y="11715"/>
                </a:lnTo>
                <a:lnTo>
                  <a:pt x="108599" y="10670"/>
                </a:lnTo>
                <a:lnTo>
                  <a:pt x="109615" y="11686"/>
                </a:lnTo>
                <a:lnTo>
                  <a:pt x="108680" y="14485"/>
                </a:lnTo>
                <a:lnTo>
                  <a:pt x="111011" y="15743"/>
                </a:lnTo>
                <a:lnTo>
                  <a:pt x="114286" y="13937"/>
                </a:lnTo>
                <a:lnTo>
                  <a:pt x="116646" y="14946"/>
                </a:lnTo>
                <a:lnTo>
                  <a:pt x="115828" y="17899"/>
                </a:lnTo>
                <a:lnTo>
                  <a:pt x="116792" y="18856"/>
                </a:lnTo>
                <a:lnTo>
                  <a:pt x="119095" y="17687"/>
                </a:lnTo>
                <a:lnTo>
                  <a:pt x="120293" y="18812"/>
                </a:lnTo>
                <a:lnTo>
                  <a:pt x="119131" y="21195"/>
                </a:lnTo>
                <a:lnTo>
                  <a:pt x="120191" y="22255"/>
                </a:lnTo>
                <a:lnTo>
                  <a:pt x="122844" y="21210"/>
                </a:lnTo>
                <a:lnTo>
                  <a:pt x="123750" y="22576"/>
                </a:lnTo>
                <a:lnTo>
                  <a:pt x="122683" y="24455"/>
                </a:lnTo>
                <a:lnTo>
                  <a:pt x="123568" y="25821"/>
                </a:lnTo>
                <a:lnTo>
                  <a:pt x="126235" y="24791"/>
                </a:lnTo>
                <a:lnTo>
                  <a:pt x="127047" y="25602"/>
                </a:lnTo>
                <a:lnTo>
                  <a:pt x="126688" y="28262"/>
                </a:lnTo>
                <a:lnTo>
                  <a:pt x="126754" y="29542"/>
                </a:lnTo>
                <a:lnTo>
                  <a:pt x="126338" y="31639"/>
                </a:lnTo>
                <a:lnTo>
                  <a:pt x="127017" y="32808"/>
                </a:lnTo>
                <a:lnTo>
                  <a:pt x="129773" y="31829"/>
                </a:lnTo>
                <a:lnTo>
                  <a:pt x="130555" y="32611"/>
                </a:lnTo>
                <a:lnTo>
                  <a:pt x="130189" y="35272"/>
                </a:lnTo>
                <a:lnTo>
                  <a:pt x="130262" y="36573"/>
                </a:lnTo>
                <a:lnTo>
                  <a:pt x="129846" y="38612"/>
                </a:lnTo>
                <a:lnTo>
                  <a:pt x="130496" y="39796"/>
                </a:lnTo>
                <a:lnTo>
                  <a:pt x="133295" y="38853"/>
                </a:lnTo>
                <a:lnTo>
                  <a:pt x="134231" y="39796"/>
                </a:lnTo>
                <a:lnTo>
                  <a:pt x="133434" y="42112"/>
                </a:lnTo>
                <a:lnTo>
                  <a:pt x="134012" y="43487"/>
                </a:lnTo>
                <a:lnTo>
                  <a:pt x="133215" y="45789"/>
                </a:lnTo>
                <a:lnTo>
                  <a:pt x="134209" y="46790"/>
                </a:lnTo>
                <a:lnTo>
                  <a:pt x="136862" y="45738"/>
                </a:lnTo>
                <a:lnTo>
                  <a:pt x="137673" y="46958"/>
                </a:lnTo>
                <a:lnTo>
                  <a:pt x="137074" y="49005"/>
                </a:lnTo>
                <a:lnTo>
                  <a:pt x="137644" y="52016"/>
                </a:lnTo>
                <a:lnTo>
                  <a:pt x="136628" y="54662"/>
                </a:lnTo>
                <a:lnTo>
                  <a:pt x="137323" y="57154"/>
                </a:lnTo>
                <a:lnTo>
                  <a:pt x="140443" y="56533"/>
                </a:lnTo>
                <a:lnTo>
                  <a:pt x="141065" y="57154"/>
                </a:lnTo>
                <a:lnTo>
                  <a:pt x="140707" y="59814"/>
                </a:lnTo>
                <a:lnTo>
                  <a:pt x="140911" y="63812"/>
                </a:lnTo>
                <a:lnTo>
                  <a:pt x="140736" y="67364"/>
                </a:lnTo>
                <a:lnTo>
                  <a:pt x="140736" y="74029"/>
                </a:lnTo>
                <a:lnTo>
                  <a:pt x="141408" y="78268"/>
                </a:lnTo>
                <a:lnTo>
                  <a:pt x="140897" y="806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16401377" y="10209606"/>
            <a:ext cx="134620" cy="77470"/>
          </a:xfrm>
          <a:custGeom>
            <a:avLst/>
            <a:gdLst/>
            <a:ahLst/>
            <a:cxnLst/>
            <a:rect l="l" t="t" r="r" b="b"/>
            <a:pathLst>
              <a:path w="134619" h="77470">
                <a:moveTo>
                  <a:pt x="134048" y="53340"/>
                </a:moveTo>
                <a:lnTo>
                  <a:pt x="131064" y="53340"/>
                </a:lnTo>
                <a:lnTo>
                  <a:pt x="131064" y="54610"/>
                </a:lnTo>
                <a:lnTo>
                  <a:pt x="130657" y="54610"/>
                </a:lnTo>
                <a:lnTo>
                  <a:pt x="130657" y="53340"/>
                </a:lnTo>
                <a:lnTo>
                  <a:pt x="130124" y="53340"/>
                </a:lnTo>
                <a:lnTo>
                  <a:pt x="130124" y="50800"/>
                </a:lnTo>
                <a:lnTo>
                  <a:pt x="130302" y="50800"/>
                </a:lnTo>
                <a:lnTo>
                  <a:pt x="130302" y="49530"/>
                </a:lnTo>
                <a:lnTo>
                  <a:pt x="130098" y="49530"/>
                </a:lnTo>
                <a:lnTo>
                  <a:pt x="130098" y="48260"/>
                </a:lnTo>
                <a:lnTo>
                  <a:pt x="130289" y="48260"/>
                </a:lnTo>
                <a:lnTo>
                  <a:pt x="130289" y="45720"/>
                </a:lnTo>
                <a:lnTo>
                  <a:pt x="130289" y="44450"/>
                </a:lnTo>
                <a:lnTo>
                  <a:pt x="130581" y="44450"/>
                </a:lnTo>
                <a:lnTo>
                  <a:pt x="130581" y="41910"/>
                </a:lnTo>
                <a:lnTo>
                  <a:pt x="130937" y="41910"/>
                </a:lnTo>
                <a:lnTo>
                  <a:pt x="130937" y="40640"/>
                </a:lnTo>
                <a:lnTo>
                  <a:pt x="130454" y="40640"/>
                </a:lnTo>
                <a:lnTo>
                  <a:pt x="130454" y="39370"/>
                </a:lnTo>
                <a:lnTo>
                  <a:pt x="126619" y="39370"/>
                </a:lnTo>
                <a:lnTo>
                  <a:pt x="126619" y="36830"/>
                </a:lnTo>
                <a:lnTo>
                  <a:pt x="126860" y="36830"/>
                </a:lnTo>
                <a:lnTo>
                  <a:pt x="126860" y="35560"/>
                </a:lnTo>
                <a:lnTo>
                  <a:pt x="126796" y="33020"/>
                </a:lnTo>
                <a:lnTo>
                  <a:pt x="126657" y="33020"/>
                </a:lnTo>
                <a:lnTo>
                  <a:pt x="126657" y="31750"/>
                </a:lnTo>
                <a:lnTo>
                  <a:pt x="125463" y="31750"/>
                </a:lnTo>
                <a:lnTo>
                  <a:pt x="125463" y="33020"/>
                </a:lnTo>
                <a:lnTo>
                  <a:pt x="123088" y="33020"/>
                </a:lnTo>
                <a:lnTo>
                  <a:pt x="123088" y="31750"/>
                </a:lnTo>
                <a:lnTo>
                  <a:pt x="123431" y="31750"/>
                </a:lnTo>
                <a:lnTo>
                  <a:pt x="123431" y="29210"/>
                </a:lnTo>
                <a:lnTo>
                  <a:pt x="122847" y="29210"/>
                </a:lnTo>
                <a:lnTo>
                  <a:pt x="122847" y="27940"/>
                </a:lnTo>
                <a:lnTo>
                  <a:pt x="122542" y="27940"/>
                </a:lnTo>
                <a:lnTo>
                  <a:pt x="122542" y="29210"/>
                </a:lnTo>
                <a:lnTo>
                  <a:pt x="119278" y="29210"/>
                </a:lnTo>
                <a:lnTo>
                  <a:pt x="119278" y="27940"/>
                </a:lnTo>
                <a:lnTo>
                  <a:pt x="119773" y="27940"/>
                </a:lnTo>
                <a:lnTo>
                  <a:pt x="119773" y="26670"/>
                </a:lnTo>
                <a:lnTo>
                  <a:pt x="120332" y="26670"/>
                </a:lnTo>
                <a:lnTo>
                  <a:pt x="120332" y="25400"/>
                </a:lnTo>
                <a:lnTo>
                  <a:pt x="117068" y="25400"/>
                </a:lnTo>
                <a:lnTo>
                  <a:pt x="117068" y="26670"/>
                </a:lnTo>
                <a:lnTo>
                  <a:pt x="116979" y="25400"/>
                </a:lnTo>
                <a:lnTo>
                  <a:pt x="116116" y="25400"/>
                </a:lnTo>
                <a:lnTo>
                  <a:pt x="116116" y="22860"/>
                </a:lnTo>
                <a:lnTo>
                  <a:pt x="116420" y="22860"/>
                </a:lnTo>
                <a:lnTo>
                  <a:pt x="116420" y="21590"/>
                </a:lnTo>
                <a:lnTo>
                  <a:pt x="114160" y="21590"/>
                </a:lnTo>
                <a:lnTo>
                  <a:pt x="114160" y="22860"/>
                </a:lnTo>
                <a:lnTo>
                  <a:pt x="112915" y="22860"/>
                </a:lnTo>
                <a:lnTo>
                  <a:pt x="112915" y="21590"/>
                </a:lnTo>
                <a:lnTo>
                  <a:pt x="112737" y="21590"/>
                </a:lnTo>
                <a:lnTo>
                  <a:pt x="112737" y="19050"/>
                </a:lnTo>
                <a:lnTo>
                  <a:pt x="112610" y="19050"/>
                </a:lnTo>
                <a:lnTo>
                  <a:pt x="112610" y="17780"/>
                </a:lnTo>
                <a:lnTo>
                  <a:pt x="111302" y="17780"/>
                </a:lnTo>
                <a:lnTo>
                  <a:pt x="111302" y="19050"/>
                </a:lnTo>
                <a:lnTo>
                  <a:pt x="109131" y="19050"/>
                </a:lnTo>
                <a:lnTo>
                  <a:pt x="109131" y="17780"/>
                </a:lnTo>
                <a:lnTo>
                  <a:pt x="109372" y="17780"/>
                </a:lnTo>
                <a:lnTo>
                  <a:pt x="109372" y="15240"/>
                </a:lnTo>
                <a:lnTo>
                  <a:pt x="108953" y="15240"/>
                </a:lnTo>
                <a:lnTo>
                  <a:pt x="108953" y="13970"/>
                </a:lnTo>
                <a:lnTo>
                  <a:pt x="108559" y="13970"/>
                </a:lnTo>
                <a:lnTo>
                  <a:pt x="108559" y="15240"/>
                </a:lnTo>
                <a:lnTo>
                  <a:pt x="105295" y="15240"/>
                </a:lnTo>
                <a:lnTo>
                  <a:pt x="105295" y="13970"/>
                </a:lnTo>
                <a:lnTo>
                  <a:pt x="105714" y="13970"/>
                </a:lnTo>
                <a:lnTo>
                  <a:pt x="105714" y="12700"/>
                </a:lnTo>
                <a:lnTo>
                  <a:pt x="106311" y="12700"/>
                </a:lnTo>
                <a:lnTo>
                  <a:pt x="106311" y="11430"/>
                </a:lnTo>
                <a:lnTo>
                  <a:pt x="102971" y="11430"/>
                </a:lnTo>
                <a:lnTo>
                  <a:pt x="102971" y="12700"/>
                </a:lnTo>
                <a:lnTo>
                  <a:pt x="102755" y="12700"/>
                </a:lnTo>
                <a:lnTo>
                  <a:pt x="102755" y="11430"/>
                </a:lnTo>
                <a:lnTo>
                  <a:pt x="102120" y="11430"/>
                </a:lnTo>
                <a:lnTo>
                  <a:pt x="102120" y="8890"/>
                </a:lnTo>
                <a:lnTo>
                  <a:pt x="102628" y="8890"/>
                </a:lnTo>
                <a:lnTo>
                  <a:pt x="102628" y="7620"/>
                </a:lnTo>
                <a:lnTo>
                  <a:pt x="96367" y="7620"/>
                </a:lnTo>
                <a:lnTo>
                  <a:pt x="96367" y="8890"/>
                </a:lnTo>
                <a:lnTo>
                  <a:pt x="95427" y="8890"/>
                </a:lnTo>
                <a:lnTo>
                  <a:pt x="95427" y="7620"/>
                </a:lnTo>
                <a:lnTo>
                  <a:pt x="95199" y="7620"/>
                </a:lnTo>
                <a:lnTo>
                  <a:pt x="95199" y="5080"/>
                </a:lnTo>
                <a:lnTo>
                  <a:pt x="94983" y="5080"/>
                </a:lnTo>
                <a:lnTo>
                  <a:pt x="94983" y="3810"/>
                </a:lnTo>
                <a:lnTo>
                  <a:pt x="93078" y="3810"/>
                </a:lnTo>
                <a:lnTo>
                  <a:pt x="93078" y="5080"/>
                </a:lnTo>
                <a:lnTo>
                  <a:pt x="81089" y="5080"/>
                </a:lnTo>
                <a:lnTo>
                  <a:pt x="81089" y="3810"/>
                </a:lnTo>
                <a:lnTo>
                  <a:pt x="81203" y="1270"/>
                </a:lnTo>
                <a:lnTo>
                  <a:pt x="78638" y="1270"/>
                </a:lnTo>
                <a:lnTo>
                  <a:pt x="78638" y="0"/>
                </a:lnTo>
                <a:lnTo>
                  <a:pt x="73990" y="0"/>
                </a:lnTo>
                <a:lnTo>
                  <a:pt x="73990" y="1270"/>
                </a:lnTo>
                <a:lnTo>
                  <a:pt x="53073" y="1270"/>
                </a:lnTo>
                <a:lnTo>
                  <a:pt x="53073" y="3810"/>
                </a:lnTo>
                <a:lnTo>
                  <a:pt x="53390" y="3810"/>
                </a:lnTo>
                <a:lnTo>
                  <a:pt x="53390" y="5080"/>
                </a:lnTo>
                <a:lnTo>
                  <a:pt x="47193" y="5080"/>
                </a:lnTo>
                <a:lnTo>
                  <a:pt x="47193" y="3810"/>
                </a:lnTo>
                <a:lnTo>
                  <a:pt x="42849" y="3810"/>
                </a:lnTo>
                <a:lnTo>
                  <a:pt x="42849" y="5080"/>
                </a:lnTo>
                <a:lnTo>
                  <a:pt x="40830" y="5080"/>
                </a:lnTo>
                <a:lnTo>
                  <a:pt x="40830" y="3810"/>
                </a:lnTo>
                <a:lnTo>
                  <a:pt x="39166" y="3810"/>
                </a:lnTo>
                <a:lnTo>
                  <a:pt x="39166" y="5080"/>
                </a:lnTo>
                <a:lnTo>
                  <a:pt x="39116" y="7620"/>
                </a:lnTo>
                <a:lnTo>
                  <a:pt x="38696" y="7620"/>
                </a:lnTo>
                <a:lnTo>
                  <a:pt x="38696" y="8890"/>
                </a:lnTo>
                <a:lnTo>
                  <a:pt x="37604" y="8890"/>
                </a:lnTo>
                <a:lnTo>
                  <a:pt x="37604" y="7620"/>
                </a:lnTo>
                <a:lnTo>
                  <a:pt x="31851" y="7620"/>
                </a:lnTo>
                <a:lnTo>
                  <a:pt x="31851" y="8890"/>
                </a:lnTo>
                <a:lnTo>
                  <a:pt x="32232" y="8890"/>
                </a:lnTo>
                <a:lnTo>
                  <a:pt x="32232" y="11430"/>
                </a:lnTo>
                <a:lnTo>
                  <a:pt x="28028" y="11430"/>
                </a:lnTo>
                <a:lnTo>
                  <a:pt x="28028" y="12700"/>
                </a:lnTo>
                <a:lnTo>
                  <a:pt x="28575" y="12700"/>
                </a:lnTo>
                <a:lnTo>
                  <a:pt x="28575" y="13970"/>
                </a:lnTo>
                <a:lnTo>
                  <a:pt x="29083" y="13970"/>
                </a:lnTo>
                <a:lnTo>
                  <a:pt x="29083" y="15240"/>
                </a:lnTo>
                <a:lnTo>
                  <a:pt x="25908" y="15240"/>
                </a:lnTo>
                <a:lnTo>
                  <a:pt x="25908" y="13970"/>
                </a:lnTo>
                <a:lnTo>
                  <a:pt x="25717" y="13970"/>
                </a:lnTo>
                <a:lnTo>
                  <a:pt x="25717" y="15240"/>
                </a:lnTo>
                <a:lnTo>
                  <a:pt x="24917" y="15240"/>
                </a:lnTo>
                <a:lnTo>
                  <a:pt x="24917" y="17780"/>
                </a:lnTo>
                <a:lnTo>
                  <a:pt x="25184" y="17780"/>
                </a:lnTo>
                <a:lnTo>
                  <a:pt x="25184" y="19050"/>
                </a:lnTo>
                <a:lnTo>
                  <a:pt x="23012" y="19050"/>
                </a:lnTo>
                <a:lnTo>
                  <a:pt x="23012" y="17780"/>
                </a:lnTo>
                <a:lnTo>
                  <a:pt x="21678" y="17780"/>
                </a:lnTo>
                <a:lnTo>
                  <a:pt x="21678" y="19050"/>
                </a:lnTo>
                <a:lnTo>
                  <a:pt x="21539" y="19050"/>
                </a:lnTo>
                <a:lnTo>
                  <a:pt x="21539" y="21590"/>
                </a:lnTo>
                <a:lnTo>
                  <a:pt x="21374" y="21590"/>
                </a:lnTo>
                <a:lnTo>
                  <a:pt x="21374" y="22860"/>
                </a:lnTo>
                <a:lnTo>
                  <a:pt x="20154" y="22860"/>
                </a:lnTo>
                <a:lnTo>
                  <a:pt x="20154" y="21590"/>
                </a:lnTo>
                <a:lnTo>
                  <a:pt x="17881" y="21590"/>
                </a:lnTo>
                <a:lnTo>
                  <a:pt x="17881" y="22860"/>
                </a:lnTo>
                <a:lnTo>
                  <a:pt x="18173" y="22860"/>
                </a:lnTo>
                <a:lnTo>
                  <a:pt x="18173" y="25400"/>
                </a:lnTo>
                <a:lnTo>
                  <a:pt x="17716" y="25400"/>
                </a:lnTo>
                <a:lnTo>
                  <a:pt x="17716" y="26670"/>
                </a:lnTo>
                <a:lnTo>
                  <a:pt x="17424" y="26670"/>
                </a:lnTo>
                <a:lnTo>
                  <a:pt x="17424" y="25400"/>
                </a:lnTo>
                <a:lnTo>
                  <a:pt x="14046" y="25400"/>
                </a:lnTo>
                <a:lnTo>
                  <a:pt x="14046" y="26670"/>
                </a:lnTo>
                <a:lnTo>
                  <a:pt x="14503" y="26670"/>
                </a:lnTo>
                <a:lnTo>
                  <a:pt x="14503" y="27940"/>
                </a:lnTo>
                <a:lnTo>
                  <a:pt x="14947" y="27940"/>
                </a:lnTo>
                <a:lnTo>
                  <a:pt x="14947" y="29210"/>
                </a:lnTo>
                <a:lnTo>
                  <a:pt x="10871" y="29210"/>
                </a:lnTo>
                <a:lnTo>
                  <a:pt x="10871" y="31750"/>
                </a:lnTo>
                <a:lnTo>
                  <a:pt x="11201" y="31750"/>
                </a:lnTo>
                <a:lnTo>
                  <a:pt x="11201" y="33020"/>
                </a:lnTo>
                <a:lnTo>
                  <a:pt x="8839" y="33020"/>
                </a:lnTo>
                <a:lnTo>
                  <a:pt x="8839" y="31750"/>
                </a:lnTo>
                <a:lnTo>
                  <a:pt x="7645" y="31750"/>
                </a:lnTo>
                <a:lnTo>
                  <a:pt x="7645" y="33020"/>
                </a:lnTo>
                <a:lnTo>
                  <a:pt x="7353" y="33020"/>
                </a:lnTo>
                <a:lnTo>
                  <a:pt x="7353" y="35560"/>
                </a:lnTo>
                <a:lnTo>
                  <a:pt x="7493" y="35560"/>
                </a:lnTo>
                <a:lnTo>
                  <a:pt x="7493" y="36830"/>
                </a:lnTo>
                <a:lnTo>
                  <a:pt x="7683" y="36830"/>
                </a:lnTo>
                <a:lnTo>
                  <a:pt x="7683" y="39370"/>
                </a:lnTo>
                <a:lnTo>
                  <a:pt x="3835" y="39370"/>
                </a:lnTo>
                <a:lnTo>
                  <a:pt x="3835" y="40640"/>
                </a:lnTo>
                <a:lnTo>
                  <a:pt x="3835" y="41910"/>
                </a:lnTo>
                <a:lnTo>
                  <a:pt x="4013" y="41910"/>
                </a:lnTo>
                <a:lnTo>
                  <a:pt x="4013" y="44450"/>
                </a:lnTo>
                <a:lnTo>
                  <a:pt x="4051" y="45720"/>
                </a:lnTo>
                <a:lnTo>
                  <a:pt x="3975" y="48260"/>
                </a:lnTo>
                <a:lnTo>
                  <a:pt x="4051" y="49530"/>
                </a:lnTo>
                <a:lnTo>
                  <a:pt x="4000" y="50800"/>
                </a:lnTo>
                <a:lnTo>
                  <a:pt x="4165" y="50800"/>
                </a:lnTo>
                <a:lnTo>
                  <a:pt x="4165" y="53340"/>
                </a:lnTo>
                <a:lnTo>
                  <a:pt x="431" y="53340"/>
                </a:lnTo>
                <a:lnTo>
                  <a:pt x="431" y="54610"/>
                </a:lnTo>
                <a:lnTo>
                  <a:pt x="254" y="54610"/>
                </a:lnTo>
                <a:lnTo>
                  <a:pt x="254" y="55880"/>
                </a:lnTo>
                <a:lnTo>
                  <a:pt x="76" y="55880"/>
                </a:lnTo>
                <a:lnTo>
                  <a:pt x="76" y="57150"/>
                </a:lnTo>
                <a:lnTo>
                  <a:pt x="279" y="57150"/>
                </a:lnTo>
                <a:lnTo>
                  <a:pt x="279" y="60960"/>
                </a:lnTo>
                <a:lnTo>
                  <a:pt x="482" y="60960"/>
                </a:lnTo>
                <a:lnTo>
                  <a:pt x="482" y="64770"/>
                </a:lnTo>
                <a:lnTo>
                  <a:pt x="482" y="68580"/>
                </a:lnTo>
                <a:lnTo>
                  <a:pt x="431" y="69850"/>
                </a:lnTo>
                <a:lnTo>
                  <a:pt x="215" y="69850"/>
                </a:lnTo>
                <a:lnTo>
                  <a:pt x="215" y="72390"/>
                </a:lnTo>
                <a:lnTo>
                  <a:pt x="0" y="72390"/>
                </a:lnTo>
                <a:lnTo>
                  <a:pt x="0" y="73660"/>
                </a:lnTo>
                <a:lnTo>
                  <a:pt x="88" y="76200"/>
                </a:lnTo>
                <a:lnTo>
                  <a:pt x="330" y="76200"/>
                </a:lnTo>
                <a:lnTo>
                  <a:pt x="330" y="77470"/>
                </a:lnTo>
                <a:lnTo>
                  <a:pt x="133731" y="77470"/>
                </a:lnTo>
                <a:lnTo>
                  <a:pt x="133731" y="76200"/>
                </a:lnTo>
                <a:lnTo>
                  <a:pt x="133769" y="73660"/>
                </a:lnTo>
                <a:lnTo>
                  <a:pt x="133908" y="73660"/>
                </a:lnTo>
                <a:lnTo>
                  <a:pt x="133908" y="72390"/>
                </a:lnTo>
                <a:lnTo>
                  <a:pt x="133870" y="69850"/>
                </a:lnTo>
                <a:lnTo>
                  <a:pt x="133794" y="68580"/>
                </a:lnTo>
                <a:lnTo>
                  <a:pt x="133794" y="64770"/>
                </a:lnTo>
                <a:lnTo>
                  <a:pt x="133959" y="64770"/>
                </a:lnTo>
                <a:lnTo>
                  <a:pt x="133959" y="60960"/>
                </a:lnTo>
                <a:lnTo>
                  <a:pt x="134048" y="57150"/>
                </a:lnTo>
                <a:lnTo>
                  <a:pt x="133718" y="57150"/>
                </a:lnTo>
                <a:lnTo>
                  <a:pt x="133718" y="55880"/>
                </a:lnTo>
                <a:lnTo>
                  <a:pt x="133959" y="55880"/>
                </a:lnTo>
                <a:lnTo>
                  <a:pt x="133959" y="54610"/>
                </a:lnTo>
                <a:lnTo>
                  <a:pt x="134048" y="533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18085134" y="10210271"/>
            <a:ext cx="134620" cy="76835"/>
          </a:xfrm>
          <a:custGeom>
            <a:avLst/>
            <a:gdLst/>
            <a:ahLst/>
            <a:cxnLst/>
            <a:rect l="l" t="t" r="r" b="b"/>
            <a:pathLst>
              <a:path w="134619" h="76834">
                <a:moveTo>
                  <a:pt x="129911" y="76728"/>
                </a:moveTo>
                <a:lnTo>
                  <a:pt x="4657" y="76728"/>
                </a:lnTo>
                <a:lnTo>
                  <a:pt x="4070" y="73401"/>
                </a:lnTo>
                <a:lnTo>
                  <a:pt x="4567" y="70864"/>
                </a:lnTo>
                <a:lnTo>
                  <a:pt x="3800" y="70104"/>
                </a:lnTo>
                <a:lnTo>
                  <a:pt x="855" y="70923"/>
                </a:lnTo>
                <a:lnTo>
                  <a:pt x="0" y="68920"/>
                </a:lnTo>
                <a:lnTo>
                  <a:pt x="606" y="65178"/>
                </a:lnTo>
                <a:lnTo>
                  <a:pt x="672" y="63300"/>
                </a:lnTo>
                <a:lnTo>
                  <a:pt x="3990" y="63644"/>
                </a:lnTo>
                <a:lnTo>
                  <a:pt x="4509" y="63125"/>
                </a:lnTo>
                <a:lnTo>
                  <a:pt x="4144" y="60464"/>
                </a:lnTo>
                <a:lnTo>
                  <a:pt x="4239" y="58805"/>
                </a:lnTo>
                <a:lnTo>
                  <a:pt x="4034" y="57592"/>
                </a:lnTo>
                <a:lnTo>
                  <a:pt x="4582" y="53061"/>
                </a:lnTo>
                <a:lnTo>
                  <a:pt x="3486" y="49267"/>
                </a:lnTo>
                <a:lnTo>
                  <a:pt x="4231" y="45650"/>
                </a:lnTo>
                <a:lnTo>
                  <a:pt x="7425" y="46183"/>
                </a:lnTo>
                <a:lnTo>
                  <a:pt x="8112" y="45496"/>
                </a:lnTo>
                <a:lnTo>
                  <a:pt x="7528" y="43041"/>
                </a:lnTo>
                <a:lnTo>
                  <a:pt x="8185" y="40387"/>
                </a:lnTo>
                <a:lnTo>
                  <a:pt x="6826" y="37318"/>
                </a:lnTo>
                <a:lnTo>
                  <a:pt x="7878" y="34957"/>
                </a:lnTo>
                <a:lnTo>
                  <a:pt x="10809" y="35790"/>
                </a:lnTo>
                <a:lnTo>
                  <a:pt x="11671" y="34921"/>
                </a:lnTo>
                <a:lnTo>
                  <a:pt x="10619" y="32275"/>
                </a:lnTo>
                <a:lnTo>
                  <a:pt x="11584" y="31639"/>
                </a:lnTo>
                <a:lnTo>
                  <a:pt x="14515" y="32289"/>
                </a:lnTo>
                <a:lnTo>
                  <a:pt x="15026" y="31149"/>
                </a:lnTo>
                <a:lnTo>
                  <a:pt x="14690" y="29227"/>
                </a:lnTo>
                <a:lnTo>
                  <a:pt x="14690" y="27802"/>
                </a:lnTo>
                <a:lnTo>
                  <a:pt x="14347" y="25346"/>
                </a:lnTo>
                <a:lnTo>
                  <a:pt x="15129" y="24315"/>
                </a:lnTo>
                <a:lnTo>
                  <a:pt x="17665" y="25419"/>
                </a:lnTo>
                <a:lnTo>
                  <a:pt x="18681" y="24411"/>
                </a:lnTo>
                <a:lnTo>
                  <a:pt x="17628" y="21758"/>
                </a:lnTo>
                <a:lnTo>
                  <a:pt x="18893" y="20924"/>
                </a:lnTo>
                <a:lnTo>
                  <a:pt x="21114" y="21977"/>
                </a:lnTo>
                <a:lnTo>
                  <a:pt x="22284" y="20807"/>
                </a:lnTo>
                <a:lnTo>
                  <a:pt x="21115" y="18469"/>
                </a:lnTo>
                <a:lnTo>
                  <a:pt x="22182" y="17394"/>
                </a:lnTo>
                <a:lnTo>
                  <a:pt x="24835" y="18447"/>
                </a:lnTo>
                <a:lnTo>
                  <a:pt x="25602" y="17285"/>
                </a:lnTo>
                <a:lnTo>
                  <a:pt x="24659" y="14800"/>
                </a:lnTo>
                <a:lnTo>
                  <a:pt x="26435" y="13418"/>
                </a:lnTo>
                <a:lnTo>
                  <a:pt x="31259" y="15552"/>
                </a:lnTo>
                <a:lnTo>
                  <a:pt x="32750" y="13733"/>
                </a:lnTo>
                <a:lnTo>
                  <a:pt x="31624" y="11445"/>
                </a:lnTo>
                <a:lnTo>
                  <a:pt x="32823" y="10297"/>
                </a:lnTo>
                <a:lnTo>
                  <a:pt x="35132" y="11467"/>
                </a:lnTo>
                <a:lnTo>
                  <a:pt x="36134" y="10466"/>
                </a:lnTo>
                <a:lnTo>
                  <a:pt x="35235" y="7615"/>
                </a:lnTo>
                <a:lnTo>
                  <a:pt x="37508" y="6468"/>
                </a:lnTo>
                <a:lnTo>
                  <a:pt x="40767" y="7864"/>
                </a:lnTo>
                <a:lnTo>
                  <a:pt x="43362" y="7220"/>
                </a:lnTo>
                <a:lnTo>
                  <a:pt x="45818" y="7805"/>
                </a:lnTo>
                <a:lnTo>
                  <a:pt x="46512" y="7104"/>
                </a:lnTo>
                <a:lnTo>
                  <a:pt x="45935" y="3939"/>
                </a:lnTo>
                <a:lnTo>
                  <a:pt x="48281" y="3369"/>
                </a:lnTo>
                <a:lnTo>
                  <a:pt x="51153" y="3866"/>
                </a:lnTo>
                <a:lnTo>
                  <a:pt x="56693" y="3866"/>
                </a:lnTo>
                <a:lnTo>
                  <a:pt x="60347" y="4085"/>
                </a:lnTo>
                <a:lnTo>
                  <a:pt x="63979" y="3844"/>
                </a:lnTo>
                <a:lnTo>
                  <a:pt x="63599" y="548"/>
                </a:lnTo>
                <a:lnTo>
                  <a:pt x="64067" y="87"/>
                </a:lnTo>
                <a:lnTo>
                  <a:pt x="67838" y="409"/>
                </a:lnTo>
                <a:lnTo>
                  <a:pt x="70462" y="0"/>
                </a:lnTo>
                <a:lnTo>
                  <a:pt x="71295" y="840"/>
                </a:lnTo>
                <a:lnTo>
                  <a:pt x="70243" y="3493"/>
                </a:lnTo>
                <a:lnTo>
                  <a:pt x="71485" y="4312"/>
                </a:lnTo>
                <a:lnTo>
                  <a:pt x="73495" y="3683"/>
                </a:lnTo>
                <a:lnTo>
                  <a:pt x="77661" y="4589"/>
                </a:lnTo>
                <a:lnTo>
                  <a:pt x="81484" y="3135"/>
                </a:lnTo>
                <a:lnTo>
                  <a:pt x="85438" y="3998"/>
                </a:lnTo>
                <a:lnTo>
                  <a:pt x="87930" y="3449"/>
                </a:lnTo>
                <a:lnTo>
                  <a:pt x="88822" y="4348"/>
                </a:lnTo>
                <a:lnTo>
                  <a:pt x="87777" y="6994"/>
                </a:lnTo>
                <a:lnTo>
                  <a:pt x="88997" y="7805"/>
                </a:lnTo>
                <a:lnTo>
                  <a:pt x="91043" y="7213"/>
                </a:lnTo>
                <a:lnTo>
                  <a:pt x="92907" y="7557"/>
                </a:lnTo>
                <a:lnTo>
                  <a:pt x="94259" y="7367"/>
                </a:lnTo>
                <a:lnTo>
                  <a:pt x="96160" y="7367"/>
                </a:lnTo>
                <a:lnTo>
                  <a:pt x="98126" y="7023"/>
                </a:lnTo>
                <a:lnTo>
                  <a:pt x="99310" y="7579"/>
                </a:lnTo>
                <a:lnTo>
                  <a:pt x="98462" y="10488"/>
                </a:lnTo>
                <a:lnTo>
                  <a:pt x="99339" y="11357"/>
                </a:lnTo>
                <a:lnTo>
                  <a:pt x="101985" y="10312"/>
                </a:lnTo>
                <a:lnTo>
                  <a:pt x="102621" y="11270"/>
                </a:lnTo>
                <a:lnTo>
                  <a:pt x="101970" y="14200"/>
                </a:lnTo>
                <a:lnTo>
                  <a:pt x="103103" y="14712"/>
                </a:lnTo>
                <a:lnTo>
                  <a:pt x="105032" y="14376"/>
                </a:lnTo>
                <a:lnTo>
                  <a:pt x="106472" y="14376"/>
                </a:lnTo>
                <a:lnTo>
                  <a:pt x="108892" y="14032"/>
                </a:lnTo>
                <a:lnTo>
                  <a:pt x="109944" y="14793"/>
                </a:lnTo>
                <a:lnTo>
                  <a:pt x="108848" y="17365"/>
                </a:lnTo>
                <a:lnTo>
                  <a:pt x="109944" y="18461"/>
                </a:lnTo>
                <a:lnTo>
                  <a:pt x="112283" y="17292"/>
                </a:lnTo>
                <a:lnTo>
                  <a:pt x="113452" y="18461"/>
                </a:lnTo>
                <a:lnTo>
                  <a:pt x="112283" y="20800"/>
                </a:lnTo>
                <a:lnTo>
                  <a:pt x="113438" y="21948"/>
                </a:lnTo>
                <a:lnTo>
                  <a:pt x="115835" y="20793"/>
                </a:lnTo>
                <a:lnTo>
                  <a:pt x="116938" y="22006"/>
                </a:lnTo>
                <a:lnTo>
                  <a:pt x="115776" y="24294"/>
                </a:lnTo>
                <a:lnTo>
                  <a:pt x="116741" y="25258"/>
                </a:lnTo>
                <a:lnTo>
                  <a:pt x="119694" y="24447"/>
                </a:lnTo>
                <a:lnTo>
                  <a:pt x="120615" y="26596"/>
                </a:lnTo>
                <a:lnTo>
                  <a:pt x="118788" y="30448"/>
                </a:lnTo>
                <a:lnTo>
                  <a:pt x="120315" y="32487"/>
                </a:lnTo>
                <a:lnTo>
                  <a:pt x="122858" y="31383"/>
                </a:lnTo>
                <a:lnTo>
                  <a:pt x="123874" y="32392"/>
                </a:lnTo>
                <a:lnTo>
                  <a:pt x="122822" y="35037"/>
                </a:lnTo>
                <a:lnTo>
                  <a:pt x="123787" y="35673"/>
                </a:lnTo>
                <a:lnTo>
                  <a:pt x="126717" y="35023"/>
                </a:lnTo>
                <a:lnTo>
                  <a:pt x="127741" y="37311"/>
                </a:lnTo>
                <a:lnTo>
                  <a:pt x="126381" y="40387"/>
                </a:lnTo>
                <a:lnTo>
                  <a:pt x="127039" y="43048"/>
                </a:lnTo>
                <a:lnTo>
                  <a:pt x="126454" y="45503"/>
                </a:lnTo>
                <a:lnTo>
                  <a:pt x="127134" y="46183"/>
                </a:lnTo>
                <a:lnTo>
                  <a:pt x="130343" y="45650"/>
                </a:lnTo>
                <a:lnTo>
                  <a:pt x="131081" y="49275"/>
                </a:lnTo>
                <a:lnTo>
                  <a:pt x="129985" y="53068"/>
                </a:lnTo>
                <a:lnTo>
                  <a:pt x="130518" y="57504"/>
                </a:lnTo>
                <a:lnTo>
                  <a:pt x="129670" y="62876"/>
                </a:lnTo>
                <a:lnTo>
                  <a:pt x="130591" y="63629"/>
                </a:lnTo>
                <a:lnTo>
                  <a:pt x="133895" y="63322"/>
                </a:lnTo>
                <a:lnTo>
                  <a:pt x="133960" y="65185"/>
                </a:lnTo>
                <a:lnTo>
                  <a:pt x="134567" y="68928"/>
                </a:lnTo>
                <a:lnTo>
                  <a:pt x="133712" y="70930"/>
                </a:lnTo>
                <a:lnTo>
                  <a:pt x="130752" y="70112"/>
                </a:lnTo>
                <a:lnTo>
                  <a:pt x="129999" y="70879"/>
                </a:lnTo>
                <a:lnTo>
                  <a:pt x="130496" y="73408"/>
                </a:lnTo>
                <a:lnTo>
                  <a:pt x="129911" y="76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16194203" y="10213288"/>
            <a:ext cx="127635" cy="74295"/>
          </a:xfrm>
          <a:custGeom>
            <a:avLst/>
            <a:gdLst/>
            <a:ahLst/>
            <a:cxnLst/>
            <a:rect l="l" t="t" r="r" b="b"/>
            <a:pathLst>
              <a:path w="127634" h="74295">
                <a:moveTo>
                  <a:pt x="123460" y="73710"/>
                </a:moveTo>
                <a:lnTo>
                  <a:pt x="4948" y="73710"/>
                </a:lnTo>
                <a:lnTo>
                  <a:pt x="4107" y="70638"/>
                </a:lnTo>
                <a:lnTo>
                  <a:pt x="979" y="71244"/>
                </a:lnTo>
                <a:lnTo>
                  <a:pt x="365" y="70631"/>
                </a:lnTo>
                <a:lnTo>
                  <a:pt x="723" y="67970"/>
                </a:lnTo>
                <a:lnTo>
                  <a:pt x="694" y="62167"/>
                </a:lnTo>
                <a:lnTo>
                  <a:pt x="0" y="58556"/>
                </a:lnTo>
                <a:lnTo>
                  <a:pt x="884" y="56495"/>
                </a:lnTo>
                <a:lnTo>
                  <a:pt x="3837" y="57307"/>
                </a:lnTo>
                <a:lnTo>
                  <a:pt x="4589" y="56547"/>
                </a:lnTo>
                <a:lnTo>
                  <a:pt x="4100" y="54018"/>
                </a:lnTo>
                <a:lnTo>
                  <a:pt x="4582" y="51255"/>
                </a:lnTo>
                <a:lnTo>
                  <a:pt x="4202" y="48631"/>
                </a:lnTo>
                <a:lnTo>
                  <a:pt x="4202" y="45510"/>
                </a:lnTo>
                <a:lnTo>
                  <a:pt x="3888" y="43749"/>
                </a:lnTo>
                <a:lnTo>
                  <a:pt x="4355" y="42507"/>
                </a:lnTo>
                <a:lnTo>
                  <a:pt x="7367" y="43252"/>
                </a:lnTo>
                <a:lnTo>
                  <a:pt x="8295" y="42331"/>
                </a:lnTo>
                <a:lnTo>
                  <a:pt x="7242" y="40102"/>
                </a:lnTo>
                <a:lnTo>
                  <a:pt x="8178" y="38713"/>
                </a:lnTo>
                <a:lnTo>
                  <a:pt x="7125" y="36484"/>
                </a:lnTo>
                <a:lnTo>
                  <a:pt x="8141" y="35468"/>
                </a:lnTo>
                <a:lnTo>
                  <a:pt x="10941" y="36404"/>
                </a:lnTo>
                <a:lnTo>
                  <a:pt x="12198" y="34080"/>
                </a:lnTo>
                <a:lnTo>
                  <a:pt x="10400" y="30805"/>
                </a:lnTo>
                <a:lnTo>
                  <a:pt x="11408" y="28445"/>
                </a:lnTo>
                <a:lnTo>
                  <a:pt x="14354" y="29256"/>
                </a:lnTo>
                <a:lnTo>
                  <a:pt x="15326" y="28291"/>
                </a:lnTo>
                <a:lnTo>
                  <a:pt x="14200" y="26047"/>
                </a:lnTo>
                <a:lnTo>
                  <a:pt x="15179" y="24798"/>
                </a:lnTo>
                <a:lnTo>
                  <a:pt x="17701" y="25916"/>
                </a:lnTo>
                <a:lnTo>
                  <a:pt x="18819" y="24798"/>
                </a:lnTo>
                <a:lnTo>
                  <a:pt x="17650" y="22459"/>
                </a:lnTo>
                <a:lnTo>
                  <a:pt x="18819" y="21289"/>
                </a:lnTo>
                <a:lnTo>
                  <a:pt x="21158" y="22459"/>
                </a:lnTo>
                <a:lnTo>
                  <a:pt x="22327" y="21290"/>
                </a:lnTo>
                <a:lnTo>
                  <a:pt x="21158" y="18958"/>
                </a:lnTo>
                <a:lnTo>
                  <a:pt x="22327" y="17788"/>
                </a:lnTo>
                <a:lnTo>
                  <a:pt x="24666" y="18958"/>
                </a:lnTo>
                <a:lnTo>
                  <a:pt x="25835" y="17789"/>
                </a:lnTo>
                <a:lnTo>
                  <a:pt x="24666" y="15450"/>
                </a:lnTo>
                <a:lnTo>
                  <a:pt x="25835" y="14280"/>
                </a:lnTo>
                <a:lnTo>
                  <a:pt x="28174" y="15450"/>
                </a:lnTo>
                <a:lnTo>
                  <a:pt x="29256" y="14368"/>
                </a:lnTo>
                <a:lnTo>
                  <a:pt x="28189" y="11744"/>
                </a:lnTo>
                <a:lnTo>
                  <a:pt x="30023" y="10495"/>
                </a:lnTo>
                <a:lnTo>
                  <a:pt x="34840" y="12504"/>
                </a:lnTo>
                <a:lnTo>
                  <a:pt x="36111" y="10948"/>
                </a:lnTo>
                <a:lnTo>
                  <a:pt x="35337" y="8061"/>
                </a:lnTo>
                <a:lnTo>
                  <a:pt x="37047" y="7257"/>
                </a:lnTo>
                <a:lnTo>
                  <a:pt x="41951" y="8886"/>
                </a:lnTo>
                <a:lnTo>
                  <a:pt x="43062" y="7534"/>
                </a:lnTo>
                <a:lnTo>
                  <a:pt x="42455" y="4457"/>
                </a:lnTo>
                <a:lnTo>
                  <a:pt x="44648" y="3748"/>
                </a:lnTo>
                <a:lnTo>
                  <a:pt x="47834" y="4355"/>
                </a:lnTo>
                <a:lnTo>
                  <a:pt x="52073" y="4355"/>
                </a:lnTo>
                <a:lnTo>
                  <a:pt x="54558" y="4647"/>
                </a:lnTo>
                <a:lnTo>
                  <a:pt x="57051" y="4312"/>
                </a:lnTo>
                <a:lnTo>
                  <a:pt x="56605" y="1059"/>
                </a:lnTo>
                <a:lnTo>
                  <a:pt x="57124" y="540"/>
                </a:lnTo>
                <a:lnTo>
                  <a:pt x="61333" y="869"/>
                </a:lnTo>
                <a:lnTo>
                  <a:pt x="62890" y="555"/>
                </a:lnTo>
                <a:lnTo>
                  <a:pt x="65909" y="1461"/>
                </a:lnTo>
                <a:lnTo>
                  <a:pt x="68883" y="0"/>
                </a:lnTo>
                <a:lnTo>
                  <a:pt x="71302" y="1030"/>
                </a:lnTo>
                <a:lnTo>
                  <a:pt x="70491" y="3983"/>
                </a:lnTo>
                <a:lnTo>
                  <a:pt x="71251" y="4743"/>
                </a:lnTo>
                <a:lnTo>
                  <a:pt x="73780" y="4238"/>
                </a:lnTo>
                <a:lnTo>
                  <a:pt x="76543" y="4728"/>
                </a:lnTo>
                <a:lnTo>
                  <a:pt x="79166" y="4348"/>
                </a:lnTo>
                <a:lnTo>
                  <a:pt x="82294" y="4348"/>
                </a:lnTo>
                <a:lnTo>
                  <a:pt x="84049" y="4034"/>
                </a:lnTo>
                <a:lnTo>
                  <a:pt x="85291" y="4502"/>
                </a:lnTo>
                <a:lnTo>
                  <a:pt x="84553" y="7520"/>
                </a:lnTo>
                <a:lnTo>
                  <a:pt x="85218" y="8185"/>
                </a:lnTo>
                <a:lnTo>
                  <a:pt x="87886" y="7820"/>
                </a:lnTo>
                <a:lnTo>
                  <a:pt x="89252" y="7893"/>
                </a:lnTo>
                <a:lnTo>
                  <a:pt x="91131" y="7484"/>
                </a:lnTo>
                <a:lnTo>
                  <a:pt x="92366" y="8068"/>
                </a:lnTo>
                <a:lnTo>
                  <a:pt x="91503" y="10962"/>
                </a:lnTo>
                <a:lnTo>
                  <a:pt x="92227" y="11686"/>
                </a:lnTo>
                <a:lnTo>
                  <a:pt x="94895" y="11328"/>
                </a:lnTo>
                <a:lnTo>
                  <a:pt x="96078" y="11394"/>
                </a:lnTo>
                <a:lnTo>
                  <a:pt x="98373" y="10985"/>
                </a:lnTo>
                <a:lnTo>
                  <a:pt x="99484" y="11752"/>
                </a:lnTo>
                <a:lnTo>
                  <a:pt x="98410" y="14361"/>
                </a:lnTo>
                <a:lnTo>
                  <a:pt x="99404" y="15348"/>
                </a:lnTo>
                <a:lnTo>
                  <a:pt x="102050" y="14303"/>
                </a:lnTo>
                <a:lnTo>
                  <a:pt x="102927" y="15618"/>
                </a:lnTo>
                <a:lnTo>
                  <a:pt x="101838" y="17679"/>
                </a:lnTo>
                <a:lnTo>
                  <a:pt x="102919" y="18958"/>
                </a:lnTo>
                <a:lnTo>
                  <a:pt x="105375" y="17811"/>
                </a:lnTo>
                <a:lnTo>
                  <a:pt x="106515" y="18951"/>
                </a:lnTo>
                <a:lnTo>
                  <a:pt x="105346" y="21282"/>
                </a:lnTo>
                <a:lnTo>
                  <a:pt x="106515" y="22452"/>
                </a:lnTo>
                <a:lnTo>
                  <a:pt x="108854" y="21283"/>
                </a:lnTo>
                <a:lnTo>
                  <a:pt x="109928" y="22357"/>
                </a:lnTo>
                <a:lnTo>
                  <a:pt x="108876" y="25002"/>
                </a:lnTo>
                <a:lnTo>
                  <a:pt x="110199" y="25880"/>
                </a:lnTo>
                <a:lnTo>
                  <a:pt x="112252" y="24791"/>
                </a:lnTo>
                <a:lnTo>
                  <a:pt x="113539" y="25872"/>
                </a:lnTo>
                <a:lnTo>
                  <a:pt x="112391" y="28328"/>
                </a:lnTo>
                <a:lnTo>
                  <a:pt x="113444" y="29373"/>
                </a:lnTo>
                <a:lnTo>
                  <a:pt x="116067" y="28314"/>
                </a:lnTo>
                <a:lnTo>
                  <a:pt x="117325" y="30148"/>
                </a:lnTo>
                <a:lnTo>
                  <a:pt x="115307" y="34957"/>
                </a:lnTo>
                <a:lnTo>
                  <a:pt x="116864" y="36229"/>
                </a:lnTo>
                <a:lnTo>
                  <a:pt x="119758" y="35454"/>
                </a:lnTo>
                <a:lnTo>
                  <a:pt x="120569" y="37171"/>
                </a:lnTo>
                <a:lnTo>
                  <a:pt x="118940" y="42076"/>
                </a:lnTo>
                <a:lnTo>
                  <a:pt x="120314" y="43201"/>
                </a:lnTo>
                <a:lnTo>
                  <a:pt x="123332" y="42536"/>
                </a:lnTo>
                <a:lnTo>
                  <a:pt x="124129" y="44648"/>
                </a:lnTo>
                <a:lnTo>
                  <a:pt x="123471" y="48047"/>
                </a:lnTo>
                <a:lnTo>
                  <a:pt x="123471" y="50992"/>
                </a:lnTo>
                <a:lnTo>
                  <a:pt x="123244" y="52402"/>
                </a:lnTo>
                <a:lnTo>
                  <a:pt x="123603" y="54040"/>
                </a:lnTo>
                <a:lnTo>
                  <a:pt x="123062" y="56532"/>
                </a:lnTo>
                <a:lnTo>
                  <a:pt x="123961" y="57424"/>
                </a:lnTo>
                <a:lnTo>
                  <a:pt x="126606" y="56379"/>
                </a:lnTo>
                <a:lnTo>
                  <a:pt x="127352" y="57490"/>
                </a:lnTo>
                <a:lnTo>
                  <a:pt x="126950" y="59755"/>
                </a:lnTo>
                <a:lnTo>
                  <a:pt x="127081" y="62766"/>
                </a:lnTo>
                <a:lnTo>
                  <a:pt x="126979" y="68467"/>
                </a:lnTo>
                <a:lnTo>
                  <a:pt x="127242" y="70002"/>
                </a:lnTo>
                <a:lnTo>
                  <a:pt x="126891" y="71296"/>
                </a:lnTo>
                <a:lnTo>
                  <a:pt x="123756" y="70682"/>
                </a:lnTo>
                <a:lnTo>
                  <a:pt x="123142" y="71296"/>
                </a:lnTo>
                <a:lnTo>
                  <a:pt x="123460" y="737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15990937" y="10220692"/>
            <a:ext cx="113664" cy="66675"/>
          </a:xfrm>
          <a:custGeom>
            <a:avLst/>
            <a:gdLst/>
            <a:ahLst/>
            <a:cxnLst/>
            <a:rect l="l" t="t" r="r" b="b"/>
            <a:pathLst>
              <a:path w="113665" h="66675">
                <a:moveTo>
                  <a:pt x="113113" y="66306"/>
                </a:moveTo>
                <a:lnTo>
                  <a:pt x="152" y="66306"/>
                </a:lnTo>
                <a:lnTo>
                  <a:pt x="657" y="64184"/>
                </a:lnTo>
                <a:lnTo>
                  <a:pt x="0" y="61539"/>
                </a:lnTo>
                <a:lnTo>
                  <a:pt x="504" y="58652"/>
                </a:lnTo>
                <a:lnTo>
                  <a:pt x="504" y="54449"/>
                </a:lnTo>
                <a:lnTo>
                  <a:pt x="0" y="51562"/>
                </a:lnTo>
                <a:lnTo>
                  <a:pt x="657" y="48909"/>
                </a:lnTo>
                <a:lnTo>
                  <a:pt x="73" y="46453"/>
                </a:lnTo>
                <a:lnTo>
                  <a:pt x="774" y="45766"/>
                </a:lnTo>
                <a:lnTo>
                  <a:pt x="3946" y="46329"/>
                </a:lnTo>
                <a:lnTo>
                  <a:pt x="4494" y="43968"/>
                </a:lnTo>
                <a:lnTo>
                  <a:pt x="4012" y="41140"/>
                </a:lnTo>
                <a:lnTo>
                  <a:pt x="4012" y="38107"/>
                </a:lnTo>
                <a:lnTo>
                  <a:pt x="3698" y="36346"/>
                </a:lnTo>
                <a:lnTo>
                  <a:pt x="4165" y="35103"/>
                </a:lnTo>
                <a:lnTo>
                  <a:pt x="7184" y="35849"/>
                </a:lnTo>
                <a:lnTo>
                  <a:pt x="7856" y="35176"/>
                </a:lnTo>
                <a:lnTo>
                  <a:pt x="7498" y="32516"/>
                </a:lnTo>
                <a:lnTo>
                  <a:pt x="7564" y="31142"/>
                </a:lnTo>
                <a:lnTo>
                  <a:pt x="7155" y="29263"/>
                </a:lnTo>
                <a:lnTo>
                  <a:pt x="7747" y="28036"/>
                </a:lnTo>
                <a:lnTo>
                  <a:pt x="10633" y="28898"/>
                </a:lnTo>
                <a:lnTo>
                  <a:pt x="11364" y="28167"/>
                </a:lnTo>
                <a:lnTo>
                  <a:pt x="11006" y="25507"/>
                </a:lnTo>
                <a:lnTo>
                  <a:pt x="11065" y="24352"/>
                </a:lnTo>
                <a:lnTo>
                  <a:pt x="10663" y="21977"/>
                </a:lnTo>
                <a:lnTo>
                  <a:pt x="11467" y="20909"/>
                </a:lnTo>
                <a:lnTo>
                  <a:pt x="14010" y="22013"/>
                </a:lnTo>
                <a:lnTo>
                  <a:pt x="15121" y="20902"/>
                </a:lnTo>
                <a:lnTo>
                  <a:pt x="13952" y="18571"/>
                </a:lnTo>
                <a:lnTo>
                  <a:pt x="15121" y="17401"/>
                </a:lnTo>
                <a:lnTo>
                  <a:pt x="17460" y="18571"/>
                </a:lnTo>
                <a:lnTo>
                  <a:pt x="18571" y="17460"/>
                </a:lnTo>
                <a:lnTo>
                  <a:pt x="17460" y="14924"/>
                </a:lnTo>
                <a:lnTo>
                  <a:pt x="18724" y="13966"/>
                </a:lnTo>
                <a:lnTo>
                  <a:pt x="20953" y="15077"/>
                </a:lnTo>
                <a:lnTo>
                  <a:pt x="21918" y="14112"/>
                </a:lnTo>
                <a:lnTo>
                  <a:pt x="21107" y="11160"/>
                </a:lnTo>
                <a:lnTo>
                  <a:pt x="23460" y="10158"/>
                </a:lnTo>
                <a:lnTo>
                  <a:pt x="26742" y="11956"/>
                </a:lnTo>
                <a:lnTo>
                  <a:pt x="29073" y="10699"/>
                </a:lnTo>
                <a:lnTo>
                  <a:pt x="28130" y="7893"/>
                </a:lnTo>
                <a:lnTo>
                  <a:pt x="29146" y="6884"/>
                </a:lnTo>
                <a:lnTo>
                  <a:pt x="31368" y="7936"/>
                </a:lnTo>
                <a:lnTo>
                  <a:pt x="32771" y="7008"/>
                </a:lnTo>
                <a:lnTo>
                  <a:pt x="34993" y="8053"/>
                </a:lnTo>
                <a:lnTo>
                  <a:pt x="35877" y="7169"/>
                </a:lnTo>
                <a:lnTo>
                  <a:pt x="35227" y="4070"/>
                </a:lnTo>
                <a:lnTo>
                  <a:pt x="38720" y="3018"/>
                </a:lnTo>
                <a:lnTo>
                  <a:pt x="42813" y="4552"/>
                </a:lnTo>
                <a:lnTo>
                  <a:pt x="46358" y="3910"/>
                </a:lnTo>
                <a:lnTo>
                  <a:pt x="45854" y="694"/>
                </a:lnTo>
                <a:lnTo>
                  <a:pt x="46424" y="124"/>
                </a:lnTo>
                <a:lnTo>
                  <a:pt x="49092" y="482"/>
                </a:lnTo>
                <a:lnTo>
                  <a:pt x="53082" y="270"/>
                </a:lnTo>
                <a:lnTo>
                  <a:pt x="56641" y="453"/>
                </a:lnTo>
                <a:lnTo>
                  <a:pt x="61107" y="453"/>
                </a:lnTo>
                <a:lnTo>
                  <a:pt x="62707" y="175"/>
                </a:lnTo>
                <a:lnTo>
                  <a:pt x="64279" y="650"/>
                </a:lnTo>
                <a:lnTo>
                  <a:pt x="66691" y="0"/>
                </a:lnTo>
                <a:lnTo>
                  <a:pt x="67443" y="752"/>
                </a:lnTo>
                <a:lnTo>
                  <a:pt x="66800" y="3859"/>
                </a:lnTo>
                <a:lnTo>
                  <a:pt x="69300" y="4597"/>
                </a:lnTo>
                <a:lnTo>
                  <a:pt x="71975" y="3413"/>
                </a:lnTo>
                <a:lnTo>
                  <a:pt x="74781" y="4114"/>
                </a:lnTo>
                <a:lnTo>
                  <a:pt x="77237" y="3530"/>
                </a:lnTo>
                <a:lnTo>
                  <a:pt x="78034" y="4326"/>
                </a:lnTo>
                <a:lnTo>
                  <a:pt x="77230" y="7286"/>
                </a:lnTo>
                <a:lnTo>
                  <a:pt x="78925" y="7995"/>
                </a:lnTo>
                <a:lnTo>
                  <a:pt x="83881" y="6482"/>
                </a:lnTo>
                <a:lnTo>
                  <a:pt x="84962" y="7798"/>
                </a:lnTo>
                <a:lnTo>
                  <a:pt x="84334" y="10853"/>
                </a:lnTo>
                <a:lnTo>
                  <a:pt x="86512" y="11606"/>
                </a:lnTo>
                <a:lnTo>
                  <a:pt x="90093" y="9947"/>
                </a:lnTo>
                <a:lnTo>
                  <a:pt x="92256" y="11321"/>
                </a:lnTo>
                <a:lnTo>
                  <a:pt x="91226" y="13996"/>
                </a:lnTo>
                <a:lnTo>
                  <a:pt x="92286" y="15055"/>
                </a:lnTo>
                <a:lnTo>
                  <a:pt x="94624" y="13886"/>
                </a:lnTo>
                <a:lnTo>
                  <a:pt x="95794" y="15055"/>
                </a:lnTo>
                <a:lnTo>
                  <a:pt x="94624" y="17394"/>
                </a:lnTo>
                <a:lnTo>
                  <a:pt x="95779" y="18549"/>
                </a:lnTo>
                <a:lnTo>
                  <a:pt x="98184" y="17387"/>
                </a:lnTo>
                <a:lnTo>
                  <a:pt x="99287" y="18608"/>
                </a:lnTo>
                <a:lnTo>
                  <a:pt x="98125" y="20888"/>
                </a:lnTo>
                <a:lnTo>
                  <a:pt x="99082" y="21853"/>
                </a:lnTo>
                <a:lnTo>
                  <a:pt x="102042" y="21041"/>
                </a:lnTo>
                <a:lnTo>
                  <a:pt x="103073" y="23461"/>
                </a:lnTo>
                <a:lnTo>
                  <a:pt x="101370" y="26530"/>
                </a:lnTo>
                <a:lnTo>
                  <a:pt x="102422" y="28949"/>
                </a:lnTo>
                <a:lnTo>
                  <a:pt x="105361" y="28124"/>
                </a:lnTo>
                <a:lnTo>
                  <a:pt x="106062" y="28832"/>
                </a:lnTo>
                <a:lnTo>
                  <a:pt x="105704" y="31493"/>
                </a:lnTo>
                <a:lnTo>
                  <a:pt x="105777" y="32903"/>
                </a:lnTo>
                <a:lnTo>
                  <a:pt x="105382" y="34687"/>
                </a:lnTo>
                <a:lnTo>
                  <a:pt x="105916" y="35951"/>
                </a:lnTo>
                <a:lnTo>
                  <a:pt x="108869" y="35140"/>
                </a:lnTo>
                <a:lnTo>
                  <a:pt x="109665" y="35936"/>
                </a:lnTo>
                <a:lnTo>
                  <a:pt x="109081" y="38399"/>
                </a:lnTo>
                <a:lnTo>
                  <a:pt x="109775" y="41170"/>
                </a:lnTo>
                <a:lnTo>
                  <a:pt x="108533" y="43925"/>
                </a:lnTo>
                <a:lnTo>
                  <a:pt x="109366" y="46402"/>
                </a:lnTo>
                <a:lnTo>
                  <a:pt x="112428" y="45715"/>
                </a:lnTo>
                <a:lnTo>
                  <a:pt x="113071" y="46366"/>
                </a:lnTo>
                <a:lnTo>
                  <a:pt x="112713" y="49026"/>
                </a:lnTo>
                <a:lnTo>
                  <a:pt x="112925" y="53017"/>
                </a:lnTo>
                <a:lnTo>
                  <a:pt x="112742" y="56576"/>
                </a:lnTo>
                <a:lnTo>
                  <a:pt x="112742" y="61034"/>
                </a:lnTo>
                <a:lnTo>
                  <a:pt x="113020" y="62635"/>
                </a:lnTo>
                <a:lnTo>
                  <a:pt x="112545" y="64207"/>
                </a:lnTo>
                <a:lnTo>
                  <a:pt x="113113" y="663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15787515" y="10227738"/>
            <a:ext cx="99695" cy="59690"/>
          </a:xfrm>
          <a:custGeom>
            <a:avLst/>
            <a:gdLst/>
            <a:ahLst/>
            <a:cxnLst/>
            <a:rect l="l" t="t" r="r" b="b"/>
            <a:pathLst>
              <a:path w="99694" h="59690">
                <a:moveTo>
                  <a:pt x="99004" y="59261"/>
                </a:moveTo>
                <a:lnTo>
                  <a:pt x="0" y="59261"/>
                </a:lnTo>
                <a:lnTo>
                  <a:pt x="592" y="57329"/>
                </a:lnTo>
                <a:lnTo>
                  <a:pt x="36" y="54369"/>
                </a:lnTo>
                <a:lnTo>
                  <a:pt x="438" y="51716"/>
                </a:lnTo>
                <a:lnTo>
                  <a:pt x="438" y="41483"/>
                </a:lnTo>
                <a:lnTo>
                  <a:pt x="175" y="39956"/>
                </a:lnTo>
                <a:lnTo>
                  <a:pt x="526" y="38662"/>
                </a:lnTo>
                <a:lnTo>
                  <a:pt x="3661" y="39276"/>
                </a:lnTo>
                <a:lnTo>
                  <a:pt x="4275" y="38655"/>
                </a:lnTo>
                <a:lnTo>
                  <a:pt x="3924" y="35995"/>
                </a:lnTo>
                <a:lnTo>
                  <a:pt x="3997" y="34518"/>
                </a:lnTo>
                <a:lnTo>
                  <a:pt x="3617" y="32881"/>
                </a:lnTo>
                <a:lnTo>
                  <a:pt x="4195" y="31302"/>
                </a:lnTo>
                <a:lnTo>
                  <a:pt x="3464" y="28964"/>
                </a:lnTo>
                <a:lnTo>
                  <a:pt x="4436" y="27991"/>
                </a:lnTo>
                <a:lnTo>
                  <a:pt x="7082" y="29037"/>
                </a:lnTo>
                <a:lnTo>
                  <a:pt x="8002" y="27663"/>
                </a:lnTo>
                <a:lnTo>
                  <a:pt x="6979" y="25836"/>
                </a:lnTo>
                <a:lnTo>
                  <a:pt x="7849" y="24257"/>
                </a:lnTo>
                <a:lnTo>
                  <a:pt x="6892" y="22028"/>
                </a:lnTo>
                <a:lnTo>
                  <a:pt x="7944" y="20982"/>
                </a:lnTo>
                <a:lnTo>
                  <a:pt x="10590" y="22028"/>
                </a:lnTo>
                <a:lnTo>
                  <a:pt x="11474" y="20697"/>
                </a:lnTo>
                <a:lnTo>
                  <a:pt x="10378" y="18673"/>
                </a:lnTo>
                <a:lnTo>
                  <a:pt x="11445" y="17372"/>
                </a:lnTo>
                <a:lnTo>
                  <a:pt x="13922" y="18505"/>
                </a:lnTo>
                <a:lnTo>
                  <a:pt x="14960" y="17474"/>
                </a:lnTo>
                <a:lnTo>
                  <a:pt x="13908" y="14829"/>
                </a:lnTo>
                <a:lnTo>
                  <a:pt x="15172" y="13995"/>
                </a:lnTo>
                <a:lnTo>
                  <a:pt x="17394" y="15040"/>
                </a:lnTo>
                <a:lnTo>
                  <a:pt x="18564" y="13871"/>
                </a:lnTo>
                <a:lnTo>
                  <a:pt x="17394" y="11540"/>
                </a:lnTo>
                <a:lnTo>
                  <a:pt x="18469" y="10465"/>
                </a:lnTo>
                <a:lnTo>
                  <a:pt x="21114" y="11510"/>
                </a:lnTo>
                <a:lnTo>
                  <a:pt x="21816" y="10465"/>
                </a:lnTo>
                <a:lnTo>
                  <a:pt x="21019" y="7725"/>
                </a:lnTo>
                <a:lnTo>
                  <a:pt x="22773" y="6687"/>
                </a:lnTo>
                <a:lnTo>
                  <a:pt x="27604" y="8550"/>
                </a:lnTo>
                <a:lnTo>
                  <a:pt x="28744" y="7154"/>
                </a:lnTo>
                <a:lnTo>
                  <a:pt x="28204" y="4019"/>
                </a:lnTo>
                <a:lnTo>
                  <a:pt x="31792" y="3069"/>
                </a:lnTo>
                <a:lnTo>
                  <a:pt x="35739" y="4677"/>
                </a:lnTo>
                <a:lnTo>
                  <a:pt x="39320" y="3866"/>
                </a:lnTo>
                <a:lnTo>
                  <a:pt x="38772" y="679"/>
                </a:lnTo>
                <a:lnTo>
                  <a:pt x="39364" y="95"/>
                </a:lnTo>
                <a:lnTo>
                  <a:pt x="42024" y="453"/>
                </a:lnTo>
                <a:lnTo>
                  <a:pt x="46022" y="248"/>
                </a:lnTo>
                <a:lnTo>
                  <a:pt x="49574" y="424"/>
                </a:lnTo>
                <a:lnTo>
                  <a:pt x="55238" y="424"/>
                </a:lnTo>
                <a:lnTo>
                  <a:pt x="57942" y="0"/>
                </a:lnTo>
                <a:lnTo>
                  <a:pt x="60354" y="482"/>
                </a:lnTo>
                <a:lnTo>
                  <a:pt x="59828" y="3683"/>
                </a:lnTo>
                <a:lnTo>
                  <a:pt x="60508" y="4363"/>
                </a:lnTo>
                <a:lnTo>
                  <a:pt x="62963" y="3778"/>
                </a:lnTo>
                <a:lnTo>
                  <a:pt x="65704" y="4458"/>
                </a:lnTo>
                <a:lnTo>
                  <a:pt x="68569" y="3164"/>
                </a:lnTo>
                <a:lnTo>
                  <a:pt x="71003" y="4085"/>
                </a:lnTo>
                <a:lnTo>
                  <a:pt x="70257" y="7096"/>
                </a:lnTo>
                <a:lnTo>
                  <a:pt x="70930" y="7769"/>
                </a:lnTo>
                <a:lnTo>
                  <a:pt x="73598" y="7403"/>
                </a:lnTo>
                <a:lnTo>
                  <a:pt x="74840" y="7477"/>
                </a:lnTo>
                <a:lnTo>
                  <a:pt x="77011" y="7060"/>
                </a:lnTo>
                <a:lnTo>
                  <a:pt x="78158" y="7776"/>
                </a:lnTo>
                <a:lnTo>
                  <a:pt x="77149" y="10473"/>
                </a:lnTo>
                <a:lnTo>
                  <a:pt x="78202" y="11525"/>
                </a:lnTo>
                <a:lnTo>
                  <a:pt x="80541" y="10356"/>
                </a:lnTo>
                <a:lnTo>
                  <a:pt x="81710" y="11525"/>
                </a:lnTo>
                <a:lnTo>
                  <a:pt x="80541" y="13857"/>
                </a:lnTo>
                <a:lnTo>
                  <a:pt x="81710" y="15026"/>
                </a:lnTo>
                <a:lnTo>
                  <a:pt x="84049" y="13857"/>
                </a:lnTo>
                <a:lnTo>
                  <a:pt x="85218" y="15026"/>
                </a:lnTo>
                <a:lnTo>
                  <a:pt x="84049" y="17365"/>
                </a:lnTo>
                <a:lnTo>
                  <a:pt x="85218" y="18535"/>
                </a:lnTo>
                <a:lnTo>
                  <a:pt x="87557" y="17365"/>
                </a:lnTo>
                <a:lnTo>
                  <a:pt x="88726" y="18534"/>
                </a:lnTo>
                <a:lnTo>
                  <a:pt x="87557" y="20866"/>
                </a:lnTo>
                <a:lnTo>
                  <a:pt x="88624" y="21933"/>
                </a:lnTo>
                <a:lnTo>
                  <a:pt x="91292" y="20903"/>
                </a:lnTo>
                <a:lnTo>
                  <a:pt x="92476" y="22730"/>
                </a:lnTo>
                <a:lnTo>
                  <a:pt x="90524" y="27546"/>
                </a:lnTo>
                <a:lnTo>
                  <a:pt x="91986" y="28745"/>
                </a:lnTo>
                <a:lnTo>
                  <a:pt x="95033" y="28116"/>
                </a:lnTo>
                <a:lnTo>
                  <a:pt x="95465" y="29344"/>
                </a:lnTo>
                <a:lnTo>
                  <a:pt x="95158" y="31047"/>
                </a:lnTo>
                <a:lnTo>
                  <a:pt x="95158" y="32918"/>
                </a:lnTo>
                <a:lnTo>
                  <a:pt x="94858" y="34599"/>
                </a:lnTo>
                <a:lnTo>
                  <a:pt x="95384" y="36141"/>
                </a:lnTo>
                <a:lnTo>
                  <a:pt x="94683" y="38516"/>
                </a:lnTo>
                <a:lnTo>
                  <a:pt x="95523" y="39357"/>
                </a:lnTo>
                <a:lnTo>
                  <a:pt x="98476" y="38538"/>
                </a:lnTo>
                <a:lnTo>
                  <a:pt x="99397" y="40687"/>
                </a:lnTo>
                <a:lnTo>
                  <a:pt x="98571" y="44122"/>
                </a:lnTo>
                <a:lnTo>
                  <a:pt x="98827" y="49041"/>
                </a:lnTo>
                <a:lnTo>
                  <a:pt x="99309" y="53558"/>
                </a:lnTo>
                <a:lnTo>
                  <a:pt x="98534" y="57124"/>
                </a:lnTo>
                <a:lnTo>
                  <a:pt x="99004" y="592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15584101" y="10234433"/>
            <a:ext cx="85090" cy="52705"/>
          </a:xfrm>
          <a:custGeom>
            <a:avLst/>
            <a:gdLst/>
            <a:ahLst/>
            <a:cxnLst/>
            <a:rect l="l" t="t" r="r" b="b"/>
            <a:pathLst>
              <a:path w="85090" h="52704">
                <a:moveTo>
                  <a:pt x="81047" y="52566"/>
                </a:moveTo>
                <a:lnTo>
                  <a:pt x="3610" y="52566"/>
                </a:lnTo>
                <a:lnTo>
                  <a:pt x="4385" y="50334"/>
                </a:lnTo>
                <a:lnTo>
                  <a:pt x="3398" y="49348"/>
                </a:lnTo>
                <a:lnTo>
                  <a:pt x="752" y="50393"/>
                </a:lnTo>
                <a:lnTo>
                  <a:pt x="0" y="49267"/>
                </a:lnTo>
                <a:lnTo>
                  <a:pt x="423" y="47031"/>
                </a:lnTo>
                <a:lnTo>
                  <a:pt x="226" y="44019"/>
                </a:lnTo>
                <a:lnTo>
                  <a:pt x="380" y="41630"/>
                </a:lnTo>
                <a:lnTo>
                  <a:pt x="380" y="38304"/>
                </a:lnTo>
                <a:lnTo>
                  <a:pt x="116" y="36769"/>
                </a:lnTo>
                <a:lnTo>
                  <a:pt x="467" y="35476"/>
                </a:lnTo>
                <a:lnTo>
                  <a:pt x="3603" y="36090"/>
                </a:lnTo>
                <a:lnTo>
                  <a:pt x="4217" y="35476"/>
                </a:lnTo>
                <a:lnTo>
                  <a:pt x="3859" y="32815"/>
                </a:lnTo>
                <a:lnTo>
                  <a:pt x="3939" y="31354"/>
                </a:lnTo>
                <a:lnTo>
                  <a:pt x="3552" y="29680"/>
                </a:lnTo>
                <a:lnTo>
                  <a:pt x="4144" y="28116"/>
                </a:lnTo>
                <a:lnTo>
                  <a:pt x="3398" y="25784"/>
                </a:lnTo>
                <a:lnTo>
                  <a:pt x="4377" y="24805"/>
                </a:lnTo>
                <a:lnTo>
                  <a:pt x="7023" y="25857"/>
                </a:lnTo>
                <a:lnTo>
                  <a:pt x="7937" y="24483"/>
                </a:lnTo>
                <a:lnTo>
                  <a:pt x="6870" y="22612"/>
                </a:lnTo>
                <a:lnTo>
                  <a:pt x="7849" y="21078"/>
                </a:lnTo>
                <a:lnTo>
                  <a:pt x="6811" y="18863"/>
                </a:lnTo>
                <a:lnTo>
                  <a:pt x="7937" y="17745"/>
                </a:lnTo>
                <a:lnTo>
                  <a:pt x="10436" y="18870"/>
                </a:lnTo>
                <a:lnTo>
                  <a:pt x="11430" y="17613"/>
                </a:lnTo>
                <a:lnTo>
                  <a:pt x="10305" y="15377"/>
                </a:lnTo>
                <a:lnTo>
                  <a:pt x="11394" y="14295"/>
                </a:lnTo>
                <a:lnTo>
                  <a:pt x="14039" y="15340"/>
                </a:lnTo>
                <a:lnTo>
                  <a:pt x="14880" y="14076"/>
                </a:lnTo>
                <a:lnTo>
                  <a:pt x="13828" y="11861"/>
                </a:lnTo>
                <a:lnTo>
                  <a:pt x="14997" y="10692"/>
                </a:lnTo>
                <a:lnTo>
                  <a:pt x="17336" y="11861"/>
                </a:lnTo>
                <a:lnTo>
                  <a:pt x="18410" y="10787"/>
                </a:lnTo>
                <a:lnTo>
                  <a:pt x="17358" y="8141"/>
                </a:lnTo>
                <a:lnTo>
                  <a:pt x="18732" y="7227"/>
                </a:lnTo>
                <a:lnTo>
                  <a:pt x="20552" y="8221"/>
                </a:lnTo>
                <a:lnTo>
                  <a:pt x="22137" y="7403"/>
                </a:lnTo>
                <a:lnTo>
                  <a:pt x="24389" y="8316"/>
                </a:lnTo>
                <a:lnTo>
                  <a:pt x="25426" y="7279"/>
                </a:lnTo>
                <a:lnTo>
                  <a:pt x="24374" y="4633"/>
                </a:lnTo>
                <a:lnTo>
                  <a:pt x="25594" y="3822"/>
                </a:lnTo>
                <a:lnTo>
                  <a:pt x="27648" y="4421"/>
                </a:lnTo>
                <a:lnTo>
                  <a:pt x="30711" y="3829"/>
                </a:lnTo>
                <a:lnTo>
                  <a:pt x="33196" y="4706"/>
                </a:lnTo>
                <a:lnTo>
                  <a:pt x="35732" y="4202"/>
                </a:lnTo>
                <a:lnTo>
                  <a:pt x="35220" y="986"/>
                </a:lnTo>
                <a:lnTo>
                  <a:pt x="35768" y="445"/>
                </a:lnTo>
                <a:lnTo>
                  <a:pt x="40095" y="767"/>
                </a:lnTo>
                <a:lnTo>
                  <a:pt x="41367" y="584"/>
                </a:lnTo>
                <a:lnTo>
                  <a:pt x="43552" y="898"/>
                </a:lnTo>
                <a:lnTo>
                  <a:pt x="48887" y="0"/>
                </a:lnTo>
                <a:lnTo>
                  <a:pt x="49735" y="1044"/>
                </a:lnTo>
                <a:lnTo>
                  <a:pt x="49194" y="4173"/>
                </a:lnTo>
                <a:lnTo>
                  <a:pt x="51475" y="4794"/>
                </a:lnTo>
                <a:lnTo>
                  <a:pt x="54449" y="4253"/>
                </a:lnTo>
                <a:lnTo>
                  <a:pt x="57336" y="4253"/>
                </a:lnTo>
                <a:lnTo>
                  <a:pt x="59280" y="3910"/>
                </a:lnTo>
                <a:lnTo>
                  <a:pt x="60479" y="4458"/>
                </a:lnTo>
                <a:lnTo>
                  <a:pt x="59638" y="7374"/>
                </a:lnTo>
                <a:lnTo>
                  <a:pt x="60347" y="8090"/>
                </a:lnTo>
                <a:lnTo>
                  <a:pt x="63015" y="7732"/>
                </a:lnTo>
                <a:lnTo>
                  <a:pt x="64170" y="7791"/>
                </a:lnTo>
                <a:lnTo>
                  <a:pt x="66545" y="7389"/>
                </a:lnTo>
                <a:lnTo>
                  <a:pt x="67619" y="8192"/>
                </a:lnTo>
                <a:lnTo>
                  <a:pt x="66508" y="10736"/>
                </a:lnTo>
                <a:lnTo>
                  <a:pt x="67524" y="11752"/>
                </a:lnTo>
                <a:lnTo>
                  <a:pt x="70170" y="10699"/>
                </a:lnTo>
                <a:lnTo>
                  <a:pt x="71011" y="11964"/>
                </a:lnTo>
                <a:lnTo>
                  <a:pt x="69958" y="14178"/>
                </a:lnTo>
                <a:lnTo>
                  <a:pt x="71128" y="15348"/>
                </a:lnTo>
                <a:lnTo>
                  <a:pt x="73466" y="14178"/>
                </a:lnTo>
                <a:lnTo>
                  <a:pt x="74541" y="15253"/>
                </a:lnTo>
                <a:lnTo>
                  <a:pt x="73488" y="17898"/>
                </a:lnTo>
                <a:lnTo>
                  <a:pt x="74628" y="18659"/>
                </a:lnTo>
                <a:lnTo>
                  <a:pt x="77157" y="17738"/>
                </a:lnTo>
                <a:lnTo>
                  <a:pt x="78487" y="19514"/>
                </a:lnTo>
                <a:lnTo>
                  <a:pt x="76390" y="24337"/>
                </a:lnTo>
                <a:lnTo>
                  <a:pt x="77954" y="25616"/>
                </a:lnTo>
                <a:lnTo>
                  <a:pt x="80863" y="24856"/>
                </a:lnTo>
                <a:lnTo>
                  <a:pt x="82397" y="28189"/>
                </a:lnTo>
                <a:lnTo>
                  <a:pt x="79796" y="32866"/>
                </a:lnTo>
                <a:lnTo>
                  <a:pt x="81243" y="36250"/>
                </a:lnTo>
                <a:lnTo>
                  <a:pt x="84195" y="35439"/>
                </a:lnTo>
                <a:lnTo>
                  <a:pt x="84904" y="36148"/>
                </a:lnTo>
                <a:lnTo>
                  <a:pt x="84532" y="38794"/>
                </a:lnTo>
                <a:lnTo>
                  <a:pt x="84722" y="41622"/>
                </a:lnTo>
                <a:lnTo>
                  <a:pt x="84568" y="44012"/>
                </a:lnTo>
                <a:lnTo>
                  <a:pt x="84568" y="47338"/>
                </a:lnTo>
                <a:lnTo>
                  <a:pt x="84831" y="48872"/>
                </a:lnTo>
                <a:lnTo>
                  <a:pt x="84480" y="50166"/>
                </a:lnTo>
                <a:lnTo>
                  <a:pt x="81345" y="49552"/>
                </a:lnTo>
                <a:lnTo>
                  <a:pt x="80724" y="50166"/>
                </a:lnTo>
                <a:lnTo>
                  <a:pt x="81047" y="525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15383713" y="10245279"/>
            <a:ext cx="64769" cy="41910"/>
          </a:xfrm>
          <a:custGeom>
            <a:avLst/>
            <a:gdLst/>
            <a:ahLst/>
            <a:cxnLst/>
            <a:rect l="l" t="t" r="r" b="b"/>
            <a:pathLst>
              <a:path w="64769" h="41909">
                <a:moveTo>
                  <a:pt x="64089" y="41720"/>
                </a:moveTo>
                <a:lnTo>
                  <a:pt x="699" y="41720"/>
                </a:lnTo>
                <a:lnTo>
                  <a:pt x="796" y="41147"/>
                </a:lnTo>
                <a:lnTo>
                  <a:pt x="796" y="34577"/>
                </a:lnTo>
                <a:lnTo>
                  <a:pt x="43" y="29344"/>
                </a:lnTo>
                <a:lnTo>
                  <a:pt x="1147" y="22956"/>
                </a:lnTo>
                <a:lnTo>
                  <a:pt x="0" y="19828"/>
                </a:lnTo>
                <a:lnTo>
                  <a:pt x="986" y="17518"/>
                </a:lnTo>
                <a:lnTo>
                  <a:pt x="3939" y="18329"/>
                </a:lnTo>
                <a:lnTo>
                  <a:pt x="4882" y="17387"/>
                </a:lnTo>
                <a:lnTo>
                  <a:pt x="3866" y="15158"/>
                </a:lnTo>
                <a:lnTo>
                  <a:pt x="4640" y="13915"/>
                </a:lnTo>
                <a:lnTo>
                  <a:pt x="7345" y="14924"/>
                </a:lnTo>
                <a:lnTo>
                  <a:pt x="8397" y="13871"/>
                </a:lnTo>
                <a:lnTo>
                  <a:pt x="7345" y="11649"/>
                </a:lnTo>
                <a:lnTo>
                  <a:pt x="8280" y="10246"/>
                </a:lnTo>
                <a:lnTo>
                  <a:pt x="7228" y="8032"/>
                </a:lnTo>
                <a:lnTo>
                  <a:pt x="8397" y="6862"/>
                </a:lnTo>
                <a:lnTo>
                  <a:pt x="10619" y="7907"/>
                </a:lnTo>
                <a:lnTo>
                  <a:pt x="12022" y="6979"/>
                </a:lnTo>
                <a:lnTo>
                  <a:pt x="14244" y="8031"/>
                </a:lnTo>
                <a:lnTo>
                  <a:pt x="15311" y="6957"/>
                </a:lnTo>
                <a:lnTo>
                  <a:pt x="14259" y="4312"/>
                </a:lnTo>
                <a:lnTo>
                  <a:pt x="15640" y="3427"/>
                </a:lnTo>
                <a:lnTo>
                  <a:pt x="17460" y="4377"/>
                </a:lnTo>
                <a:lnTo>
                  <a:pt x="18337" y="3939"/>
                </a:lnTo>
                <a:lnTo>
                  <a:pt x="18805" y="3230"/>
                </a:lnTo>
                <a:lnTo>
                  <a:pt x="17752" y="1015"/>
                </a:lnTo>
                <a:lnTo>
                  <a:pt x="18739" y="21"/>
                </a:lnTo>
                <a:lnTo>
                  <a:pt x="21246" y="555"/>
                </a:lnTo>
                <a:lnTo>
                  <a:pt x="23972" y="0"/>
                </a:lnTo>
                <a:lnTo>
                  <a:pt x="26683" y="431"/>
                </a:lnTo>
                <a:lnTo>
                  <a:pt x="43837" y="431"/>
                </a:lnTo>
                <a:lnTo>
                  <a:pt x="45510" y="131"/>
                </a:lnTo>
                <a:lnTo>
                  <a:pt x="46775" y="562"/>
                </a:lnTo>
                <a:lnTo>
                  <a:pt x="46088" y="3625"/>
                </a:lnTo>
                <a:lnTo>
                  <a:pt x="46994" y="4523"/>
                </a:lnTo>
                <a:lnTo>
                  <a:pt x="49304" y="3354"/>
                </a:lnTo>
                <a:lnTo>
                  <a:pt x="50502" y="4502"/>
                </a:lnTo>
                <a:lnTo>
                  <a:pt x="49333" y="6862"/>
                </a:lnTo>
                <a:lnTo>
                  <a:pt x="50239" y="7769"/>
                </a:lnTo>
                <a:lnTo>
                  <a:pt x="52907" y="7410"/>
                </a:lnTo>
                <a:lnTo>
                  <a:pt x="54252" y="7484"/>
                </a:lnTo>
                <a:lnTo>
                  <a:pt x="56188" y="7067"/>
                </a:lnTo>
                <a:lnTo>
                  <a:pt x="57394" y="7674"/>
                </a:lnTo>
                <a:lnTo>
                  <a:pt x="56554" y="10524"/>
                </a:lnTo>
                <a:lnTo>
                  <a:pt x="57394" y="11649"/>
                </a:lnTo>
                <a:lnTo>
                  <a:pt x="56342" y="13864"/>
                </a:lnTo>
                <a:lnTo>
                  <a:pt x="57416" y="14938"/>
                </a:lnTo>
                <a:lnTo>
                  <a:pt x="60062" y="13886"/>
                </a:lnTo>
                <a:lnTo>
                  <a:pt x="60976" y="15253"/>
                </a:lnTo>
                <a:lnTo>
                  <a:pt x="60003" y="17073"/>
                </a:lnTo>
                <a:lnTo>
                  <a:pt x="60435" y="17950"/>
                </a:lnTo>
                <a:lnTo>
                  <a:pt x="60720" y="18154"/>
                </a:lnTo>
                <a:lnTo>
                  <a:pt x="63884" y="17701"/>
                </a:lnTo>
                <a:lnTo>
                  <a:pt x="64418" y="20025"/>
                </a:lnTo>
                <a:lnTo>
                  <a:pt x="63943" y="22832"/>
                </a:lnTo>
                <a:lnTo>
                  <a:pt x="63943" y="40957"/>
                </a:lnTo>
                <a:lnTo>
                  <a:pt x="64089" y="41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15180504" y="10252215"/>
            <a:ext cx="50800" cy="34925"/>
          </a:xfrm>
          <a:custGeom>
            <a:avLst/>
            <a:gdLst/>
            <a:ahLst/>
            <a:cxnLst/>
            <a:rect l="l" t="t" r="r" b="b"/>
            <a:pathLst>
              <a:path w="50800" h="34925">
                <a:moveTo>
                  <a:pt x="46132" y="34784"/>
                </a:moveTo>
                <a:lnTo>
                  <a:pt x="4159" y="34784"/>
                </a:lnTo>
                <a:lnTo>
                  <a:pt x="4502" y="33912"/>
                </a:lnTo>
                <a:lnTo>
                  <a:pt x="3888" y="31456"/>
                </a:lnTo>
                <a:lnTo>
                  <a:pt x="4472" y="29000"/>
                </a:lnTo>
                <a:lnTo>
                  <a:pt x="3829" y="28364"/>
                </a:lnTo>
                <a:lnTo>
                  <a:pt x="555" y="28788"/>
                </a:lnTo>
                <a:lnTo>
                  <a:pt x="0" y="21999"/>
                </a:lnTo>
                <a:lnTo>
                  <a:pt x="833" y="21319"/>
                </a:lnTo>
                <a:lnTo>
                  <a:pt x="3961" y="21860"/>
                </a:lnTo>
                <a:lnTo>
                  <a:pt x="4582" y="19579"/>
                </a:lnTo>
                <a:lnTo>
                  <a:pt x="4041" y="16605"/>
                </a:lnTo>
                <a:lnTo>
                  <a:pt x="4041" y="13842"/>
                </a:lnTo>
                <a:lnTo>
                  <a:pt x="3690" y="11620"/>
                </a:lnTo>
                <a:lnTo>
                  <a:pt x="4370" y="10502"/>
                </a:lnTo>
                <a:lnTo>
                  <a:pt x="7089" y="11496"/>
                </a:lnTo>
                <a:lnTo>
                  <a:pt x="8039" y="10553"/>
                </a:lnTo>
                <a:lnTo>
                  <a:pt x="6987" y="7900"/>
                </a:lnTo>
                <a:lnTo>
                  <a:pt x="8361" y="6994"/>
                </a:lnTo>
                <a:lnTo>
                  <a:pt x="10173" y="7966"/>
                </a:lnTo>
                <a:lnTo>
                  <a:pt x="11057" y="7535"/>
                </a:lnTo>
                <a:lnTo>
                  <a:pt x="11379" y="7169"/>
                </a:lnTo>
                <a:lnTo>
                  <a:pt x="10655" y="4187"/>
                </a:lnTo>
                <a:lnTo>
                  <a:pt x="13053" y="3237"/>
                </a:lnTo>
                <a:lnTo>
                  <a:pt x="15976" y="4553"/>
                </a:lnTo>
                <a:lnTo>
                  <a:pt x="18695" y="3873"/>
                </a:lnTo>
                <a:lnTo>
                  <a:pt x="21151" y="4465"/>
                </a:lnTo>
                <a:lnTo>
                  <a:pt x="21794" y="3815"/>
                </a:lnTo>
                <a:lnTo>
                  <a:pt x="21370" y="548"/>
                </a:lnTo>
                <a:lnTo>
                  <a:pt x="28167" y="0"/>
                </a:lnTo>
                <a:lnTo>
                  <a:pt x="28876" y="862"/>
                </a:lnTo>
                <a:lnTo>
                  <a:pt x="28247" y="3910"/>
                </a:lnTo>
                <a:lnTo>
                  <a:pt x="29475" y="4333"/>
                </a:lnTo>
                <a:lnTo>
                  <a:pt x="31171" y="4027"/>
                </a:lnTo>
                <a:lnTo>
                  <a:pt x="32896" y="4027"/>
                </a:lnTo>
                <a:lnTo>
                  <a:pt x="34920" y="3683"/>
                </a:lnTo>
                <a:lnTo>
                  <a:pt x="36323" y="4377"/>
                </a:lnTo>
                <a:lnTo>
                  <a:pt x="38582" y="3493"/>
                </a:lnTo>
                <a:lnTo>
                  <a:pt x="39707" y="4611"/>
                </a:lnTo>
                <a:lnTo>
                  <a:pt x="38538" y="6950"/>
                </a:lnTo>
                <a:lnTo>
                  <a:pt x="39707" y="8120"/>
                </a:lnTo>
                <a:lnTo>
                  <a:pt x="42046" y="6950"/>
                </a:lnTo>
                <a:lnTo>
                  <a:pt x="43208" y="8119"/>
                </a:lnTo>
                <a:lnTo>
                  <a:pt x="42163" y="10341"/>
                </a:lnTo>
                <a:lnTo>
                  <a:pt x="42623" y="11036"/>
                </a:lnTo>
                <a:lnTo>
                  <a:pt x="43069" y="11430"/>
                </a:lnTo>
                <a:lnTo>
                  <a:pt x="45868" y="10553"/>
                </a:lnTo>
                <a:lnTo>
                  <a:pt x="47052" y="12760"/>
                </a:lnTo>
                <a:lnTo>
                  <a:pt x="45649" y="16130"/>
                </a:lnTo>
                <a:lnTo>
                  <a:pt x="46285" y="18680"/>
                </a:lnTo>
                <a:lnTo>
                  <a:pt x="45700" y="21136"/>
                </a:lnTo>
                <a:lnTo>
                  <a:pt x="46329" y="21757"/>
                </a:lnTo>
                <a:lnTo>
                  <a:pt x="49625" y="21370"/>
                </a:lnTo>
                <a:lnTo>
                  <a:pt x="50188" y="28123"/>
                </a:lnTo>
                <a:lnTo>
                  <a:pt x="49340" y="28817"/>
                </a:lnTo>
                <a:lnTo>
                  <a:pt x="46212" y="28277"/>
                </a:lnTo>
                <a:lnTo>
                  <a:pt x="45591" y="30557"/>
                </a:lnTo>
                <a:lnTo>
                  <a:pt x="46132" y="33532"/>
                </a:lnTo>
                <a:lnTo>
                  <a:pt x="46132" y="347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14983829" y="10265991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59" h="22859">
                <a:moveTo>
                  <a:pt x="5335" y="22547"/>
                </a:moveTo>
                <a:lnTo>
                  <a:pt x="3712" y="21414"/>
                </a:lnTo>
                <a:lnTo>
                  <a:pt x="4699" y="18827"/>
                </a:lnTo>
                <a:lnTo>
                  <a:pt x="4260" y="18293"/>
                </a:lnTo>
                <a:lnTo>
                  <a:pt x="3720" y="17847"/>
                </a:lnTo>
                <a:lnTo>
                  <a:pt x="1132" y="18834"/>
                </a:lnTo>
                <a:lnTo>
                  <a:pt x="0" y="17219"/>
                </a:lnTo>
                <a:lnTo>
                  <a:pt x="752" y="12643"/>
                </a:lnTo>
                <a:lnTo>
                  <a:pt x="752" y="4261"/>
                </a:lnTo>
                <a:lnTo>
                  <a:pt x="1454" y="3793"/>
                </a:lnTo>
                <a:lnTo>
                  <a:pt x="3676" y="4838"/>
                </a:lnTo>
                <a:lnTo>
                  <a:pt x="4633" y="3888"/>
                </a:lnTo>
                <a:lnTo>
                  <a:pt x="3815" y="942"/>
                </a:lnTo>
                <a:lnTo>
                  <a:pt x="5868" y="51"/>
                </a:lnTo>
                <a:lnTo>
                  <a:pt x="9493" y="752"/>
                </a:lnTo>
                <a:lnTo>
                  <a:pt x="12651" y="752"/>
                </a:lnTo>
                <a:lnTo>
                  <a:pt x="17219" y="0"/>
                </a:lnTo>
                <a:lnTo>
                  <a:pt x="18841" y="1118"/>
                </a:lnTo>
                <a:lnTo>
                  <a:pt x="17854" y="3749"/>
                </a:lnTo>
                <a:lnTo>
                  <a:pt x="18293" y="4268"/>
                </a:lnTo>
                <a:lnTo>
                  <a:pt x="18775" y="4684"/>
                </a:lnTo>
                <a:lnTo>
                  <a:pt x="21487" y="3749"/>
                </a:lnTo>
                <a:lnTo>
                  <a:pt x="22152" y="4845"/>
                </a:lnTo>
                <a:lnTo>
                  <a:pt x="21801" y="7074"/>
                </a:lnTo>
                <a:lnTo>
                  <a:pt x="21801" y="12643"/>
                </a:lnTo>
                <a:lnTo>
                  <a:pt x="22554" y="17211"/>
                </a:lnTo>
                <a:lnTo>
                  <a:pt x="21421" y="18834"/>
                </a:lnTo>
                <a:lnTo>
                  <a:pt x="18834" y="17847"/>
                </a:lnTo>
                <a:lnTo>
                  <a:pt x="18293" y="18293"/>
                </a:lnTo>
                <a:lnTo>
                  <a:pt x="17876" y="18768"/>
                </a:lnTo>
                <a:lnTo>
                  <a:pt x="18812" y="21487"/>
                </a:lnTo>
                <a:lnTo>
                  <a:pt x="17716" y="22145"/>
                </a:lnTo>
                <a:lnTo>
                  <a:pt x="15479" y="21794"/>
                </a:lnTo>
                <a:lnTo>
                  <a:pt x="9903" y="21794"/>
                </a:lnTo>
                <a:lnTo>
                  <a:pt x="5335" y="225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8" name="object 358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0774926" y="8979140"/>
            <a:ext cx="606581" cy="557530"/>
          </a:xfrm>
          <a:prstGeom prst="rect">
            <a:avLst/>
          </a:prstGeom>
        </p:spPr>
      </p:pic>
      <p:pic>
        <p:nvPicPr>
          <p:cNvPr id="359" name="object 359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6955985" y="3667886"/>
            <a:ext cx="1101420" cy="1005839"/>
          </a:xfrm>
          <a:prstGeom prst="rect">
            <a:avLst/>
          </a:prstGeom>
        </p:spPr>
      </p:pic>
      <p:pic>
        <p:nvPicPr>
          <p:cNvPr id="360" name="object 360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0375618" y="4958498"/>
            <a:ext cx="6200774" cy="4933949"/>
          </a:xfrm>
          <a:prstGeom prst="rect">
            <a:avLst/>
          </a:prstGeom>
        </p:spPr>
      </p:pic>
      <p:sp>
        <p:nvSpPr>
          <p:cNvPr id="361" name="object 361"/>
          <p:cNvSpPr/>
          <p:nvPr/>
        </p:nvSpPr>
        <p:spPr>
          <a:xfrm>
            <a:off x="6544677" y="3158746"/>
            <a:ext cx="3402329" cy="1232535"/>
          </a:xfrm>
          <a:custGeom>
            <a:avLst/>
            <a:gdLst/>
            <a:ahLst/>
            <a:cxnLst/>
            <a:rect l="l" t="t" r="r" b="b"/>
            <a:pathLst>
              <a:path w="3402329" h="1232535">
                <a:moveTo>
                  <a:pt x="10261" y="827405"/>
                </a:moveTo>
                <a:lnTo>
                  <a:pt x="2169" y="825657"/>
                </a:lnTo>
                <a:lnTo>
                  <a:pt x="0" y="819991"/>
                </a:lnTo>
                <a:lnTo>
                  <a:pt x="200" y="813538"/>
                </a:lnTo>
                <a:lnTo>
                  <a:pt x="2800" y="805005"/>
                </a:lnTo>
                <a:lnTo>
                  <a:pt x="3172" y="803786"/>
                </a:lnTo>
                <a:lnTo>
                  <a:pt x="3544" y="802567"/>
                </a:lnTo>
                <a:lnTo>
                  <a:pt x="11338" y="788659"/>
                </a:lnTo>
                <a:lnTo>
                  <a:pt x="20598" y="775068"/>
                </a:lnTo>
                <a:lnTo>
                  <a:pt x="28607" y="763805"/>
                </a:lnTo>
                <a:lnTo>
                  <a:pt x="52057" y="728592"/>
                </a:lnTo>
                <a:lnTo>
                  <a:pt x="75960" y="693477"/>
                </a:lnTo>
                <a:lnTo>
                  <a:pt x="100092" y="658412"/>
                </a:lnTo>
                <a:lnTo>
                  <a:pt x="123694" y="625830"/>
                </a:lnTo>
                <a:lnTo>
                  <a:pt x="156764" y="582301"/>
                </a:lnTo>
                <a:lnTo>
                  <a:pt x="190382" y="538890"/>
                </a:lnTo>
                <a:lnTo>
                  <a:pt x="224510" y="496888"/>
                </a:lnTo>
                <a:lnTo>
                  <a:pt x="259378" y="456346"/>
                </a:lnTo>
                <a:lnTo>
                  <a:pt x="295848" y="417449"/>
                </a:lnTo>
                <a:lnTo>
                  <a:pt x="333477" y="380102"/>
                </a:lnTo>
                <a:lnTo>
                  <a:pt x="372188" y="344287"/>
                </a:lnTo>
                <a:lnTo>
                  <a:pt x="411906" y="309990"/>
                </a:lnTo>
                <a:lnTo>
                  <a:pt x="452286" y="278434"/>
                </a:lnTo>
                <a:lnTo>
                  <a:pt x="493788" y="247120"/>
                </a:lnTo>
                <a:lnTo>
                  <a:pt x="535800" y="218515"/>
                </a:lnTo>
                <a:lnTo>
                  <a:pt x="578245" y="192602"/>
                </a:lnTo>
                <a:lnTo>
                  <a:pt x="622903" y="167168"/>
                </a:lnTo>
                <a:lnTo>
                  <a:pt x="669020" y="143347"/>
                </a:lnTo>
                <a:lnTo>
                  <a:pt x="716128" y="122339"/>
                </a:lnTo>
                <a:lnTo>
                  <a:pt x="764563" y="101618"/>
                </a:lnTo>
                <a:lnTo>
                  <a:pt x="808036" y="85022"/>
                </a:lnTo>
                <a:lnTo>
                  <a:pt x="852383" y="69915"/>
                </a:lnTo>
                <a:lnTo>
                  <a:pt x="897903" y="55060"/>
                </a:lnTo>
                <a:lnTo>
                  <a:pt x="944092" y="42949"/>
                </a:lnTo>
                <a:lnTo>
                  <a:pt x="991516" y="31104"/>
                </a:lnTo>
                <a:lnTo>
                  <a:pt x="1039669" y="22016"/>
                </a:lnTo>
                <a:lnTo>
                  <a:pt x="1088851" y="14449"/>
                </a:lnTo>
                <a:lnTo>
                  <a:pt x="1139362" y="7169"/>
                </a:lnTo>
                <a:lnTo>
                  <a:pt x="1190695" y="2665"/>
                </a:lnTo>
                <a:lnTo>
                  <a:pt x="1250537" y="0"/>
                </a:lnTo>
                <a:lnTo>
                  <a:pt x="1281259" y="139"/>
                </a:lnTo>
                <a:lnTo>
                  <a:pt x="1344604" y="3427"/>
                </a:lnTo>
                <a:lnTo>
                  <a:pt x="1410762" y="11220"/>
                </a:lnTo>
                <a:lnTo>
                  <a:pt x="1493345" y="27759"/>
                </a:lnTo>
                <a:lnTo>
                  <a:pt x="1540587" y="40561"/>
                </a:lnTo>
                <a:lnTo>
                  <a:pt x="1585561" y="55473"/>
                </a:lnTo>
                <a:lnTo>
                  <a:pt x="1627008" y="73520"/>
                </a:lnTo>
                <a:lnTo>
                  <a:pt x="1664741" y="90765"/>
                </a:lnTo>
                <a:lnTo>
                  <a:pt x="1698635" y="109780"/>
                </a:lnTo>
                <a:lnTo>
                  <a:pt x="1438465" y="53584"/>
                </a:lnTo>
                <a:lnTo>
                  <a:pt x="1391020" y="45935"/>
                </a:lnTo>
                <a:lnTo>
                  <a:pt x="1345393" y="39977"/>
                </a:lnTo>
                <a:lnTo>
                  <a:pt x="1300383" y="38051"/>
                </a:lnTo>
                <a:lnTo>
                  <a:pt x="1256840" y="37741"/>
                </a:lnTo>
                <a:lnTo>
                  <a:pt x="1215076" y="39114"/>
                </a:lnTo>
                <a:lnTo>
                  <a:pt x="1159880" y="42784"/>
                </a:lnTo>
                <a:lnTo>
                  <a:pt x="1106674" y="48182"/>
                </a:lnTo>
                <a:lnTo>
                  <a:pt x="1055122" y="55237"/>
                </a:lnTo>
                <a:lnTo>
                  <a:pt x="1004621" y="65118"/>
                </a:lnTo>
                <a:lnTo>
                  <a:pt x="954834" y="77751"/>
                </a:lnTo>
                <a:lnTo>
                  <a:pt x="905961" y="90582"/>
                </a:lnTo>
                <a:lnTo>
                  <a:pt x="858601" y="105039"/>
                </a:lnTo>
                <a:lnTo>
                  <a:pt x="811921" y="122242"/>
                </a:lnTo>
                <a:lnTo>
                  <a:pt x="766462" y="139708"/>
                </a:lnTo>
                <a:lnTo>
                  <a:pt x="721957" y="158679"/>
                </a:lnTo>
                <a:lnTo>
                  <a:pt x="678140" y="180398"/>
                </a:lnTo>
                <a:lnTo>
                  <a:pt x="635549" y="202381"/>
                </a:lnTo>
                <a:lnTo>
                  <a:pt x="593919" y="225872"/>
                </a:lnTo>
                <a:lnTo>
                  <a:pt x="552984" y="252111"/>
                </a:lnTo>
                <a:lnTo>
                  <a:pt x="513282" y="278616"/>
                </a:lnTo>
                <a:lnTo>
                  <a:pt x="474279" y="307871"/>
                </a:lnTo>
                <a:lnTo>
                  <a:pt x="436513" y="337393"/>
                </a:lnTo>
                <a:lnTo>
                  <a:pt x="399450" y="369665"/>
                </a:lnTo>
                <a:lnTo>
                  <a:pt x="363687" y="402218"/>
                </a:lnTo>
                <a:lnTo>
                  <a:pt x="328881" y="436278"/>
                </a:lnTo>
                <a:lnTo>
                  <a:pt x="294917" y="471818"/>
                </a:lnTo>
                <a:lnTo>
                  <a:pt x="261675" y="508814"/>
                </a:lnTo>
                <a:lnTo>
                  <a:pt x="229038" y="547239"/>
                </a:lnTo>
                <a:lnTo>
                  <a:pt x="197157" y="585828"/>
                </a:lnTo>
                <a:lnTo>
                  <a:pt x="165645" y="625796"/>
                </a:lnTo>
                <a:lnTo>
                  <a:pt x="134653" y="665877"/>
                </a:lnTo>
                <a:lnTo>
                  <a:pt x="103796" y="707285"/>
                </a:lnTo>
                <a:lnTo>
                  <a:pt x="70195" y="754598"/>
                </a:lnTo>
                <a:lnTo>
                  <a:pt x="36976" y="803292"/>
                </a:lnTo>
                <a:lnTo>
                  <a:pt x="32212" y="811358"/>
                </a:lnTo>
                <a:lnTo>
                  <a:pt x="26423" y="820502"/>
                </a:lnTo>
                <a:lnTo>
                  <a:pt x="19299" y="826759"/>
                </a:lnTo>
                <a:lnTo>
                  <a:pt x="10261" y="827405"/>
                </a:lnTo>
                <a:close/>
              </a:path>
              <a:path w="3402329" h="1232535">
                <a:moveTo>
                  <a:pt x="1658866" y="1231570"/>
                </a:moveTo>
                <a:lnTo>
                  <a:pt x="1591829" y="1210593"/>
                </a:lnTo>
                <a:lnTo>
                  <a:pt x="1544662" y="1171821"/>
                </a:lnTo>
                <a:lnTo>
                  <a:pt x="1516322" y="1122824"/>
                </a:lnTo>
                <a:lnTo>
                  <a:pt x="1503027" y="1062783"/>
                </a:lnTo>
                <a:lnTo>
                  <a:pt x="1502325" y="1028850"/>
                </a:lnTo>
                <a:lnTo>
                  <a:pt x="1505908" y="993244"/>
                </a:lnTo>
                <a:lnTo>
                  <a:pt x="1514190" y="954755"/>
                </a:lnTo>
                <a:lnTo>
                  <a:pt x="1538856" y="887323"/>
                </a:lnTo>
                <a:lnTo>
                  <a:pt x="1569987" y="827783"/>
                </a:lnTo>
                <a:lnTo>
                  <a:pt x="1605344" y="776952"/>
                </a:lnTo>
                <a:lnTo>
                  <a:pt x="1643233" y="730566"/>
                </a:lnTo>
                <a:lnTo>
                  <a:pt x="1684812" y="688875"/>
                </a:lnTo>
                <a:lnTo>
                  <a:pt x="1744202" y="639337"/>
                </a:lnTo>
                <a:lnTo>
                  <a:pt x="1784239" y="610305"/>
                </a:lnTo>
                <a:lnTo>
                  <a:pt x="1825899" y="584223"/>
                </a:lnTo>
                <a:lnTo>
                  <a:pt x="1869244" y="559804"/>
                </a:lnTo>
                <a:lnTo>
                  <a:pt x="1913795" y="538244"/>
                </a:lnTo>
                <a:lnTo>
                  <a:pt x="1959346" y="519498"/>
                </a:lnTo>
                <a:lnTo>
                  <a:pt x="2006224" y="501039"/>
                </a:lnTo>
                <a:lnTo>
                  <a:pt x="2003245" y="492600"/>
                </a:lnTo>
                <a:lnTo>
                  <a:pt x="1999518" y="483999"/>
                </a:lnTo>
                <a:lnTo>
                  <a:pt x="1995164" y="476562"/>
                </a:lnTo>
                <a:lnTo>
                  <a:pt x="1991110" y="467891"/>
                </a:lnTo>
                <a:lnTo>
                  <a:pt x="1966614" y="424921"/>
                </a:lnTo>
                <a:lnTo>
                  <a:pt x="1939626" y="381412"/>
                </a:lnTo>
                <a:lnTo>
                  <a:pt x="1909403" y="341103"/>
                </a:lnTo>
                <a:lnTo>
                  <a:pt x="1876279" y="302765"/>
                </a:lnTo>
                <a:lnTo>
                  <a:pt x="1840586" y="265172"/>
                </a:lnTo>
                <a:lnTo>
                  <a:pt x="1804184" y="231323"/>
                </a:lnTo>
                <a:lnTo>
                  <a:pt x="1765141" y="199503"/>
                </a:lnTo>
                <a:lnTo>
                  <a:pt x="1723451" y="168410"/>
                </a:lnTo>
                <a:lnTo>
                  <a:pt x="1678302" y="140469"/>
                </a:lnTo>
                <a:lnTo>
                  <a:pt x="1629421" y="115618"/>
                </a:lnTo>
                <a:lnTo>
                  <a:pt x="1576800" y="92559"/>
                </a:lnTo>
                <a:lnTo>
                  <a:pt x="1532017" y="76389"/>
                </a:lnTo>
                <a:lnTo>
                  <a:pt x="1485640" y="63774"/>
                </a:lnTo>
                <a:lnTo>
                  <a:pt x="1698635" y="109780"/>
                </a:lnTo>
                <a:lnTo>
                  <a:pt x="1751534" y="143293"/>
                </a:lnTo>
                <a:lnTo>
                  <a:pt x="1790197" y="171134"/>
                </a:lnTo>
                <a:lnTo>
                  <a:pt x="1826039" y="200963"/>
                </a:lnTo>
                <a:lnTo>
                  <a:pt x="1865652" y="238104"/>
                </a:lnTo>
                <a:lnTo>
                  <a:pt x="1902265" y="275896"/>
                </a:lnTo>
                <a:lnTo>
                  <a:pt x="1935757" y="315612"/>
                </a:lnTo>
                <a:lnTo>
                  <a:pt x="1966543" y="356043"/>
                </a:lnTo>
                <a:lnTo>
                  <a:pt x="1994235" y="399704"/>
                </a:lnTo>
                <a:lnTo>
                  <a:pt x="2019785" y="442902"/>
                </a:lnTo>
                <a:lnTo>
                  <a:pt x="2042535" y="489393"/>
                </a:lnTo>
                <a:lnTo>
                  <a:pt x="2121299" y="506405"/>
                </a:lnTo>
                <a:lnTo>
                  <a:pt x="2106916" y="509795"/>
                </a:lnTo>
                <a:lnTo>
                  <a:pt x="2056646" y="523624"/>
                </a:lnTo>
                <a:lnTo>
                  <a:pt x="2063775" y="544653"/>
                </a:lnTo>
                <a:lnTo>
                  <a:pt x="2020335" y="535270"/>
                </a:lnTo>
                <a:lnTo>
                  <a:pt x="1980567" y="550067"/>
                </a:lnTo>
                <a:lnTo>
                  <a:pt x="1919670" y="575893"/>
                </a:lnTo>
                <a:lnTo>
                  <a:pt x="1872817" y="599554"/>
                </a:lnTo>
                <a:lnTo>
                  <a:pt x="1827391" y="626122"/>
                </a:lnTo>
                <a:lnTo>
                  <a:pt x="1783671" y="655658"/>
                </a:lnTo>
                <a:lnTo>
                  <a:pt x="1741936" y="688220"/>
                </a:lnTo>
                <a:lnTo>
                  <a:pt x="1702734" y="722629"/>
                </a:lnTo>
                <a:lnTo>
                  <a:pt x="1665807" y="761428"/>
                </a:lnTo>
                <a:lnTo>
                  <a:pt x="1638269" y="794458"/>
                </a:lnTo>
                <a:lnTo>
                  <a:pt x="1611671" y="830290"/>
                </a:lnTo>
                <a:lnTo>
                  <a:pt x="1586850" y="871703"/>
                </a:lnTo>
                <a:lnTo>
                  <a:pt x="1565715" y="916511"/>
                </a:lnTo>
                <a:lnTo>
                  <a:pt x="1549371" y="966252"/>
                </a:lnTo>
                <a:lnTo>
                  <a:pt x="1539445" y="1034269"/>
                </a:lnTo>
                <a:lnTo>
                  <a:pt x="1540784" y="1064442"/>
                </a:lnTo>
                <a:lnTo>
                  <a:pt x="1554531" y="1118084"/>
                </a:lnTo>
                <a:lnTo>
                  <a:pt x="1584957" y="1161036"/>
                </a:lnTo>
                <a:lnTo>
                  <a:pt x="1639189" y="1189640"/>
                </a:lnTo>
                <a:lnTo>
                  <a:pt x="1774069" y="1218774"/>
                </a:lnTo>
                <a:lnTo>
                  <a:pt x="1757125" y="1224209"/>
                </a:lnTo>
                <a:lnTo>
                  <a:pt x="1726795" y="1229351"/>
                </a:lnTo>
                <a:lnTo>
                  <a:pt x="1693348" y="1232521"/>
                </a:lnTo>
                <a:lnTo>
                  <a:pt x="1658866" y="1231570"/>
                </a:lnTo>
                <a:close/>
              </a:path>
              <a:path w="3402329" h="1232535">
                <a:moveTo>
                  <a:pt x="2121299" y="506405"/>
                </a:moveTo>
                <a:lnTo>
                  <a:pt x="2042535" y="489393"/>
                </a:lnTo>
                <a:lnTo>
                  <a:pt x="2086369" y="476773"/>
                </a:lnTo>
                <a:lnTo>
                  <a:pt x="2130938" y="465611"/>
                </a:lnTo>
                <a:lnTo>
                  <a:pt x="2176312" y="455922"/>
                </a:lnTo>
                <a:lnTo>
                  <a:pt x="2222564" y="447723"/>
                </a:lnTo>
                <a:lnTo>
                  <a:pt x="2269766" y="441027"/>
                </a:lnTo>
                <a:lnTo>
                  <a:pt x="2367577" y="430971"/>
                </a:lnTo>
                <a:lnTo>
                  <a:pt x="2469515" y="429602"/>
                </a:lnTo>
                <a:lnTo>
                  <a:pt x="2522546" y="430662"/>
                </a:lnTo>
                <a:lnTo>
                  <a:pt x="2576691" y="434561"/>
                </a:lnTo>
                <a:lnTo>
                  <a:pt x="2632290" y="440074"/>
                </a:lnTo>
                <a:lnTo>
                  <a:pt x="2730839" y="456163"/>
                </a:lnTo>
                <a:lnTo>
                  <a:pt x="2780549" y="466900"/>
                </a:lnTo>
                <a:lnTo>
                  <a:pt x="2829301" y="480029"/>
                </a:lnTo>
                <a:lnTo>
                  <a:pt x="2876562" y="494135"/>
                </a:lnTo>
                <a:lnTo>
                  <a:pt x="2921261" y="510286"/>
                </a:lnTo>
                <a:lnTo>
                  <a:pt x="2971777" y="530293"/>
                </a:lnTo>
                <a:lnTo>
                  <a:pt x="3019267" y="553543"/>
                </a:lnTo>
                <a:lnTo>
                  <a:pt x="3027463" y="557912"/>
                </a:lnTo>
                <a:lnTo>
                  <a:pt x="2710230" y="489391"/>
                </a:lnTo>
                <a:lnTo>
                  <a:pt x="2660478" y="481243"/>
                </a:lnTo>
                <a:lnTo>
                  <a:pt x="2611632" y="474591"/>
                </a:lnTo>
                <a:lnTo>
                  <a:pt x="2563703" y="469435"/>
                </a:lnTo>
                <a:lnTo>
                  <a:pt x="2516433" y="467021"/>
                </a:lnTo>
                <a:lnTo>
                  <a:pt x="2424995" y="465461"/>
                </a:lnTo>
                <a:lnTo>
                  <a:pt x="2380581" y="467561"/>
                </a:lnTo>
                <a:lnTo>
                  <a:pt x="2322927" y="471999"/>
                </a:lnTo>
                <a:lnTo>
                  <a:pt x="2266824" y="478071"/>
                </a:lnTo>
                <a:lnTo>
                  <a:pt x="2211994" y="487017"/>
                </a:lnTo>
                <a:lnTo>
                  <a:pt x="2158695" y="497592"/>
                </a:lnTo>
                <a:lnTo>
                  <a:pt x="2121299" y="506405"/>
                </a:lnTo>
                <a:close/>
              </a:path>
              <a:path w="3402329" h="1232535">
                <a:moveTo>
                  <a:pt x="3387209" y="869487"/>
                </a:moveTo>
                <a:lnTo>
                  <a:pt x="3324335" y="855907"/>
                </a:lnTo>
                <a:lnTo>
                  <a:pt x="3325122" y="852179"/>
                </a:lnTo>
                <a:lnTo>
                  <a:pt x="3321268" y="851346"/>
                </a:lnTo>
                <a:lnTo>
                  <a:pt x="3319802" y="848431"/>
                </a:lnTo>
                <a:lnTo>
                  <a:pt x="3296362" y="822579"/>
                </a:lnTo>
                <a:lnTo>
                  <a:pt x="3272485" y="795334"/>
                </a:lnTo>
                <a:lnTo>
                  <a:pt x="3222020" y="742857"/>
                </a:lnTo>
                <a:lnTo>
                  <a:pt x="3190779" y="714021"/>
                </a:lnTo>
                <a:lnTo>
                  <a:pt x="3157884" y="686127"/>
                </a:lnTo>
                <a:lnTo>
                  <a:pt x="3123209" y="659148"/>
                </a:lnTo>
                <a:lnTo>
                  <a:pt x="3086359" y="634298"/>
                </a:lnTo>
                <a:lnTo>
                  <a:pt x="3047476" y="610308"/>
                </a:lnTo>
                <a:lnTo>
                  <a:pt x="3006163" y="588392"/>
                </a:lnTo>
                <a:lnTo>
                  <a:pt x="2962563" y="567281"/>
                </a:lnTo>
                <a:lnTo>
                  <a:pt x="2916281" y="548189"/>
                </a:lnTo>
                <a:lnTo>
                  <a:pt x="2867458" y="529848"/>
                </a:lnTo>
                <a:lnTo>
                  <a:pt x="2815430" y="514712"/>
                </a:lnTo>
                <a:lnTo>
                  <a:pt x="2760607" y="500272"/>
                </a:lnTo>
                <a:lnTo>
                  <a:pt x="3027463" y="557912"/>
                </a:lnTo>
                <a:lnTo>
                  <a:pt x="3064347" y="577572"/>
                </a:lnTo>
                <a:lnTo>
                  <a:pt x="3106830" y="603639"/>
                </a:lnTo>
                <a:lnTo>
                  <a:pt x="3146800" y="631762"/>
                </a:lnTo>
                <a:lnTo>
                  <a:pt x="3184603" y="660716"/>
                </a:lnTo>
                <a:lnTo>
                  <a:pt x="3220323" y="690519"/>
                </a:lnTo>
                <a:lnTo>
                  <a:pt x="3253772" y="722430"/>
                </a:lnTo>
                <a:lnTo>
                  <a:pt x="3285568" y="753984"/>
                </a:lnTo>
                <a:lnTo>
                  <a:pt x="3315256" y="787682"/>
                </a:lnTo>
                <a:lnTo>
                  <a:pt x="3353598" y="795964"/>
                </a:lnTo>
                <a:lnTo>
                  <a:pt x="3366284" y="825989"/>
                </a:lnTo>
                <a:lnTo>
                  <a:pt x="3387209" y="869487"/>
                </a:lnTo>
                <a:close/>
              </a:path>
              <a:path w="3402329" h="1232535">
                <a:moveTo>
                  <a:pt x="3353598" y="795964"/>
                </a:moveTo>
                <a:lnTo>
                  <a:pt x="3315256" y="787682"/>
                </a:lnTo>
                <a:lnTo>
                  <a:pt x="3313171" y="779436"/>
                </a:lnTo>
                <a:lnTo>
                  <a:pt x="3310115" y="772279"/>
                </a:lnTo>
                <a:lnTo>
                  <a:pt x="3306702" y="765046"/>
                </a:lnTo>
                <a:lnTo>
                  <a:pt x="3303544" y="756568"/>
                </a:lnTo>
                <a:lnTo>
                  <a:pt x="3290839" y="725239"/>
                </a:lnTo>
                <a:lnTo>
                  <a:pt x="3284619" y="709604"/>
                </a:lnTo>
                <a:lnTo>
                  <a:pt x="3278919" y="692781"/>
                </a:lnTo>
                <a:lnTo>
                  <a:pt x="3276804" y="683229"/>
                </a:lnTo>
                <a:lnTo>
                  <a:pt x="3276385" y="674044"/>
                </a:lnTo>
                <a:lnTo>
                  <a:pt x="3279845" y="665696"/>
                </a:lnTo>
                <a:lnTo>
                  <a:pt x="3288560" y="662381"/>
                </a:lnTo>
                <a:lnTo>
                  <a:pt x="3297441" y="664300"/>
                </a:lnTo>
                <a:lnTo>
                  <a:pt x="3303471" y="670799"/>
                </a:lnTo>
                <a:lnTo>
                  <a:pt x="3307662" y="678201"/>
                </a:lnTo>
                <a:lnTo>
                  <a:pt x="3328745" y="733427"/>
                </a:lnTo>
                <a:lnTo>
                  <a:pt x="3346953" y="780236"/>
                </a:lnTo>
                <a:lnTo>
                  <a:pt x="3353598" y="795964"/>
                </a:lnTo>
                <a:close/>
              </a:path>
              <a:path w="3402329" h="1232535">
                <a:moveTo>
                  <a:pt x="1774069" y="1218774"/>
                </a:moveTo>
                <a:lnTo>
                  <a:pt x="1639189" y="1189640"/>
                </a:lnTo>
                <a:lnTo>
                  <a:pt x="1671540" y="1195329"/>
                </a:lnTo>
                <a:lnTo>
                  <a:pt x="1703315" y="1195695"/>
                </a:lnTo>
                <a:lnTo>
                  <a:pt x="1759914" y="1184533"/>
                </a:lnTo>
                <a:lnTo>
                  <a:pt x="1809801" y="1165425"/>
                </a:lnTo>
                <a:lnTo>
                  <a:pt x="1855443" y="1140203"/>
                </a:lnTo>
                <a:lnTo>
                  <a:pt x="1897647" y="1109041"/>
                </a:lnTo>
                <a:lnTo>
                  <a:pt x="1946973" y="1059928"/>
                </a:lnTo>
                <a:lnTo>
                  <a:pt x="1974194" y="1025529"/>
                </a:lnTo>
                <a:lnTo>
                  <a:pt x="1998759" y="986660"/>
                </a:lnTo>
                <a:lnTo>
                  <a:pt x="2020337" y="943247"/>
                </a:lnTo>
                <a:lnTo>
                  <a:pt x="2038862" y="893977"/>
                </a:lnTo>
                <a:lnTo>
                  <a:pt x="2050184" y="850948"/>
                </a:lnTo>
                <a:lnTo>
                  <a:pt x="2051197" y="845969"/>
                </a:lnTo>
                <a:lnTo>
                  <a:pt x="2053222" y="836012"/>
                </a:lnTo>
                <a:lnTo>
                  <a:pt x="2054995" y="827300"/>
                </a:lnTo>
                <a:lnTo>
                  <a:pt x="2059368" y="794463"/>
                </a:lnTo>
                <a:lnTo>
                  <a:pt x="2059536" y="793200"/>
                </a:lnTo>
                <a:lnTo>
                  <a:pt x="2061946" y="758640"/>
                </a:lnTo>
                <a:lnTo>
                  <a:pt x="2060968" y="710355"/>
                </a:lnTo>
                <a:lnTo>
                  <a:pt x="2055728" y="663748"/>
                </a:lnTo>
                <a:lnTo>
                  <a:pt x="2046961" y="618978"/>
                </a:lnTo>
                <a:lnTo>
                  <a:pt x="2035407" y="576205"/>
                </a:lnTo>
                <a:lnTo>
                  <a:pt x="2021801" y="535587"/>
                </a:lnTo>
                <a:lnTo>
                  <a:pt x="2063775" y="544653"/>
                </a:lnTo>
                <a:lnTo>
                  <a:pt x="2083709" y="613923"/>
                </a:lnTo>
                <a:lnTo>
                  <a:pt x="2093004" y="662705"/>
                </a:lnTo>
                <a:lnTo>
                  <a:pt x="2098100" y="714478"/>
                </a:lnTo>
                <a:lnTo>
                  <a:pt x="2098100" y="769048"/>
                </a:lnTo>
                <a:lnTo>
                  <a:pt x="2095026" y="806063"/>
                </a:lnTo>
                <a:lnTo>
                  <a:pt x="2089428" y="843833"/>
                </a:lnTo>
                <a:lnTo>
                  <a:pt x="2081358" y="881068"/>
                </a:lnTo>
                <a:lnTo>
                  <a:pt x="2070596" y="917722"/>
                </a:lnTo>
                <a:lnTo>
                  <a:pt x="2043535" y="982039"/>
                </a:lnTo>
                <a:lnTo>
                  <a:pt x="2010964" y="1037369"/>
                </a:lnTo>
                <a:lnTo>
                  <a:pt x="1981651" y="1076513"/>
                </a:lnTo>
                <a:lnTo>
                  <a:pt x="1949901" y="1111232"/>
                </a:lnTo>
                <a:lnTo>
                  <a:pt x="1915638" y="1141511"/>
                </a:lnTo>
                <a:lnTo>
                  <a:pt x="1878517" y="1168574"/>
                </a:lnTo>
                <a:lnTo>
                  <a:pt x="1838462" y="1192404"/>
                </a:lnTo>
                <a:lnTo>
                  <a:pt x="1786172" y="1214891"/>
                </a:lnTo>
                <a:lnTo>
                  <a:pt x="1774069" y="1218774"/>
                </a:lnTo>
                <a:close/>
              </a:path>
              <a:path w="3402329" h="1232535">
                <a:moveTo>
                  <a:pt x="3384783" y="920934"/>
                </a:moveTo>
                <a:lnTo>
                  <a:pt x="3378095" y="919490"/>
                </a:lnTo>
                <a:lnTo>
                  <a:pt x="3371453" y="916756"/>
                </a:lnTo>
                <a:lnTo>
                  <a:pt x="3365091" y="912783"/>
                </a:lnTo>
                <a:lnTo>
                  <a:pt x="3358707" y="910105"/>
                </a:lnTo>
                <a:lnTo>
                  <a:pt x="3340903" y="898464"/>
                </a:lnTo>
                <a:lnTo>
                  <a:pt x="3323558" y="889520"/>
                </a:lnTo>
                <a:lnTo>
                  <a:pt x="3305499" y="880422"/>
                </a:lnTo>
                <a:lnTo>
                  <a:pt x="3285286" y="869560"/>
                </a:lnTo>
                <a:lnTo>
                  <a:pt x="3273961" y="864515"/>
                </a:lnTo>
                <a:lnTo>
                  <a:pt x="3234665" y="844334"/>
                </a:lnTo>
                <a:lnTo>
                  <a:pt x="3224087" y="839451"/>
                </a:lnTo>
                <a:lnTo>
                  <a:pt x="3210749" y="831372"/>
                </a:lnTo>
                <a:lnTo>
                  <a:pt x="3200252" y="821309"/>
                </a:lnTo>
                <a:lnTo>
                  <a:pt x="3198469" y="809231"/>
                </a:lnTo>
                <a:lnTo>
                  <a:pt x="3203592" y="802542"/>
                </a:lnTo>
                <a:lnTo>
                  <a:pt x="3211355" y="801620"/>
                </a:lnTo>
                <a:lnTo>
                  <a:pt x="3221001" y="802404"/>
                </a:lnTo>
                <a:lnTo>
                  <a:pt x="3254496" y="818734"/>
                </a:lnTo>
                <a:lnTo>
                  <a:pt x="3277282" y="830152"/>
                </a:lnTo>
                <a:lnTo>
                  <a:pt x="3299984" y="842851"/>
                </a:lnTo>
                <a:lnTo>
                  <a:pt x="3324335" y="855907"/>
                </a:lnTo>
                <a:lnTo>
                  <a:pt x="3387209" y="869487"/>
                </a:lnTo>
                <a:lnTo>
                  <a:pt x="3387906" y="870937"/>
                </a:lnTo>
                <a:lnTo>
                  <a:pt x="3398344" y="891382"/>
                </a:lnTo>
                <a:lnTo>
                  <a:pt x="3401961" y="896061"/>
                </a:lnTo>
                <a:lnTo>
                  <a:pt x="3401410" y="901139"/>
                </a:lnTo>
                <a:lnTo>
                  <a:pt x="3399095" y="908434"/>
                </a:lnTo>
                <a:lnTo>
                  <a:pt x="3395016" y="914050"/>
                </a:lnTo>
                <a:lnTo>
                  <a:pt x="3389962" y="918155"/>
                </a:lnTo>
                <a:lnTo>
                  <a:pt x="3384783" y="9209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 txBox="1"/>
          <p:nvPr/>
        </p:nvSpPr>
        <p:spPr>
          <a:xfrm>
            <a:off x="679001" y="2416008"/>
            <a:ext cx="5778500" cy="40678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2900" rIns="0" bIns="0" rtlCol="0">
            <a:spAutoFit/>
          </a:bodyPr>
          <a:lstStyle/>
          <a:p>
            <a:pPr marL="2406650" marR="222250" indent="-2080895">
              <a:lnSpc>
                <a:spcPct val="127099"/>
              </a:lnSpc>
              <a:spcBef>
                <a:spcPts val="2700"/>
              </a:spcBef>
            </a:pPr>
            <a:r>
              <a:rPr sz="3000" b="1" dirty="0">
                <a:solidFill>
                  <a:srgbClr val="37B5FF"/>
                </a:solidFill>
                <a:latin typeface="Times New Roman"/>
                <a:cs typeface="Times New Roman"/>
              </a:rPr>
              <a:t>SELECT</a:t>
            </a:r>
            <a:r>
              <a:rPr sz="3000" b="1" spc="70" dirty="0">
                <a:solidFill>
                  <a:srgbClr val="37B5FF"/>
                </a:solidFill>
                <a:latin typeface="Times New Roman"/>
                <a:cs typeface="Times New Roman"/>
              </a:rPr>
              <a:t> </a:t>
            </a:r>
            <a:r>
              <a:rPr sz="3000" b="1" spc="-80" dirty="0">
                <a:latin typeface="Times New Roman"/>
                <a:cs typeface="Times New Roman"/>
              </a:rPr>
              <a:t>Country,Value</a:t>
            </a:r>
            <a:r>
              <a:rPr sz="3000" b="1" spc="70" dirty="0">
                <a:latin typeface="Times New Roman"/>
                <a:cs typeface="Times New Roman"/>
              </a:rPr>
              <a:t> </a:t>
            </a:r>
            <a:r>
              <a:rPr sz="3000" b="1" spc="-20" dirty="0">
                <a:solidFill>
                  <a:srgbClr val="37B5FF"/>
                </a:solidFill>
                <a:latin typeface="Times New Roman"/>
                <a:cs typeface="Times New Roman"/>
              </a:rPr>
              <a:t>FROM </a:t>
            </a:r>
            <a:r>
              <a:rPr sz="3000" b="1" spc="-20" dirty="0">
                <a:latin typeface="Times New Roman"/>
                <a:cs typeface="Times New Roman"/>
              </a:rPr>
              <a:t>gdp_3</a:t>
            </a:r>
            <a:endParaRPr sz="3000" dirty="0">
              <a:latin typeface="Times New Roman"/>
              <a:cs typeface="Times New Roman"/>
            </a:endParaRPr>
          </a:p>
          <a:p>
            <a:pPr marL="176530" marR="168910" indent="1057910">
              <a:lnSpc>
                <a:spcPct val="147900"/>
              </a:lnSpc>
            </a:pPr>
            <a:r>
              <a:rPr sz="3000" b="1" dirty="0">
                <a:solidFill>
                  <a:srgbClr val="37B5FF"/>
                </a:solidFill>
                <a:latin typeface="Times New Roman"/>
                <a:cs typeface="Times New Roman"/>
              </a:rPr>
              <a:t>WHERE</a:t>
            </a:r>
            <a:r>
              <a:rPr sz="3000" b="1" spc="165" dirty="0">
                <a:solidFill>
                  <a:srgbClr val="37B5FF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year=2023 </a:t>
            </a:r>
            <a:r>
              <a:rPr sz="3000" b="1" spc="60" dirty="0">
                <a:solidFill>
                  <a:srgbClr val="37B5FF"/>
                </a:solidFill>
                <a:latin typeface="Times New Roman"/>
                <a:cs typeface="Times New Roman"/>
              </a:rPr>
              <a:t>ORDER</a:t>
            </a:r>
            <a:r>
              <a:rPr sz="3000" b="1" spc="-15" dirty="0">
                <a:solidFill>
                  <a:srgbClr val="37B5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37B5FF"/>
                </a:solidFill>
                <a:latin typeface="Times New Roman"/>
                <a:cs typeface="Times New Roman"/>
              </a:rPr>
              <a:t>BY</a:t>
            </a:r>
            <a:r>
              <a:rPr sz="3000" b="1" spc="-5" dirty="0">
                <a:solidFill>
                  <a:srgbClr val="37B5FF"/>
                </a:solidFill>
                <a:latin typeface="Times New Roman"/>
                <a:cs typeface="Times New Roman"/>
              </a:rPr>
              <a:t> </a:t>
            </a:r>
            <a:r>
              <a:rPr sz="3000" b="1" spc="-65" dirty="0">
                <a:latin typeface="Times New Roman"/>
                <a:cs typeface="Times New Roman"/>
              </a:rPr>
              <a:t>value</a:t>
            </a:r>
            <a:r>
              <a:rPr sz="3000" b="1" spc="-15" dirty="0">
                <a:latin typeface="Times New Roman"/>
                <a:cs typeface="Times New Roman"/>
              </a:rPr>
              <a:t> </a:t>
            </a:r>
            <a:r>
              <a:rPr sz="3000" b="1" spc="85" dirty="0">
                <a:solidFill>
                  <a:srgbClr val="37B5FF"/>
                </a:solidFill>
                <a:latin typeface="Times New Roman"/>
                <a:cs typeface="Times New Roman"/>
              </a:rPr>
              <a:t>DESC</a:t>
            </a:r>
            <a:r>
              <a:rPr sz="3000" b="1" spc="-10" dirty="0">
                <a:solidFill>
                  <a:srgbClr val="37B5FF"/>
                </a:solidFill>
                <a:latin typeface="Times New Roman"/>
                <a:cs typeface="Times New Roman"/>
              </a:rPr>
              <a:t> LIMIT</a:t>
            </a:r>
            <a:endParaRPr sz="3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sz="3000" b="1" spc="-25" dirty="0">
                <a:solidFill>
                  <a:srgbClr val="37B5FF"/>
                </a:solidFill>
                <a:latin typeface="Times New Roman"/>
                <a:cs typeface="Times New Roman"/>
              </a:rPr>
              <a:t>5</a:t>
            </a:r>
            <a:r>
              <a:rPr sz="3000" b="1" spc="-25" dirty="0"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63" name="object 363"/>
          <p:cNvSpPr txBox="1">
            <a:spLocks noGrp="1"/>
          </p:cNvSpPr>
          <p:nvPr>
            <p:ph type="title"/>
          </p:nvPr>
        </p:nvSpPr>
        <p:spPr>
          <a:xfrm>
            <a:off x="384519" y="-260956"/>
            <a:ext cx="15189835" cy="221488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7620634">
              <a:lnSpc>
                <a:spcPct val="100000"/>
              </a:lnSpc>
              <a:spcBef>
                <a:spcPts val="1995"/>
              </a:spcBef>
            </a:pPr>
            <a:r>
              <a:rPr sz="7050" b="0" spc="-585" dirty="0">
                <a:solidFill>
                  <a:srgbClr val="FF6D4D"/>
                </a:solidFill>
                <a:latin typeface="Arial Black"/>
                <a:cs typeface="Arial Black"/>
              </a:rPr>
              <a:t>INSIGHTS</a:t>
            </a:r>
            <a:endParaRPr sz="70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4700" spc="-25" dirty="0">
                <a:solidFill>
                  <a:srgbClr val="526DC1"/>
                </a:solidFill>
              </a:rPr>
              <a:t>What</a:t>
            </a:r>
            <a:r>
              <a:rPr sz="4700" spc="-200" dirty="0">
                <a:solidFill>
                  <a:srgbClr val="526DC1"/>
                </a:solidFill>
              </a:rPr>
              <a:t> </a:t>
            </a:r>
            <a:r>
              <a:rPr sz="4700" spc="-85" dirty="0">
                <a:solidFill>
                  <a:srgbClr val="526DC1"/>
                </a:solidFill>
              </a:rPr>
              <a:t>are</a:t>
            </a:r>
            <a:r>
              <a:rPr sz="4700" spc="-195" dirty="0">
                <a:solidFill>
                  <a:srgbClr val="526DC1"/>
                </a:solidFill>
              </a:rPr>
              <a:t> </a:t>
            </a:r>
            <a:r>
              <a:rPr sz="4700" spc="-35" dirty="0">
                <a:solidFill>
                  <a:srgbClr val="526DC1"/>
                </a:solidFill>
              </a:rPr>
              <a:t>the</a:t>
            </a:r>
            <a:r>
              <a:rPr sz="4700" spc="-190" dirty="0">
                <a:solidFill>
                  <a:srgbClr val="526DC1"/>
                </a:solidFill>
              </a:rPr>
              <a:t> </a:t>
            </a:r>
            <a:r>
              <a:rPr sz="4700" spc="-10" dirty="0">
                <a:solidFill>
                  <a:srgbClr val="526DC1"/>
                </a:solidFill>
              </a:rPr>
              <a:t>top</a:t>
            </a:r>
            <a:r>
              <a:rPr sz="4700" spc="-190" dirty="0">
                <a:solidFill>
                  <a:srgbClr val="526DC1"/>
                </a:solidFill>
              </a:rPr>
              <a:t> </a:t>
            </a:r>
            <a:r>
              <a:rPr sz="4700" dirty="0">
                <a:solidFill>
                  <a:srgbClr val="526DC1"/>
                </a:solidFill>
              </a:rPr>
              <a:t>5</a:t>
            </a:r>
            <a:r>
              <a:rPr sz="4700" spc="-195" dirty="0">
                <a:solidFill>
                  <a:srgbClr val="526DC1"/>
                </a:solidFill>
              </a:rPr>
              <a:t> </a:t>
            </a:r>
            <a:r>
              <a:rPr sz="4700" spc="-100" dirty="0">
                <a:solidFill>
                  <a:srgbClr val="526DC1"/>
                </a:solidFill>
              </a:rPr>
              <a:t>countries</a:t>
            </a:r>
            <a:r>
              <a:rPr sz="4700" spc="-190" dirty="0">
                <a:solidFill>
                  <a:srgbClr val="526DC1"/>
                </a:solidFill>
              </a:rPr>
              <a:t> </a:t>
            </a:r>
            <a:r>
              <a:rPr sz="4700" spc="-10" dirty="0">
                <a:solidFill>
                  <a:srgbClr val="526DC1"/>
                </a:solidFill>
              </a:rPr>
              <a:t>by</a:t>
            </a:r>
            <a:r>
              <a:rPr sz="4700" spc="-190" dirty="0">
                <a:solidFill>
                  <a:srgbClr val="526DC1"/>
                </a:solidFill>
              </a:rPr>
              <a:t> </a:t>
            </a:r>
            <a:r>
              <a:rPr sz="4700" spc="135" dirty="0">
                <a:solidFill>
                  <a:srgbClr val="526DC1"/>
                </a:solidFill>
              </a:rPr>
              <a:t>GDP</a:t>
            </a:r>
            <a:r>
              <a:rPr sz="4700" spc="-195" dirty="0">
                <a:solidFill>
                  <a:srgbClr val="526DC1"/>
                </a:solidFill>
              </a:rPr>
              <a:t> </a:t>
            </a:r>
            <a:r>
              <a:rPr sz="4700" spc="-50" dirty="0">
                <a:solidFill>
                  <a:srgbClr val="526DC1"/>
                </a:solidFill>
              </a:rPr>
              <a:t>in</a:t>
            </a:r>
            <a:r>
              <a:rPr sz="4700" spc="-190" dirty="0">
                <a:solidFill>
                  <a:srgbClr val="526DC1"/>
                </a:solidFill>
              </a:rPr>
              <a:t> </a:t>
            </a:r>
            <a:r>
              <a:rPr sz="4700" spc="-35" dirty="0">
                <a:solidFill>
                  <a:srgbClr val="526DC1"/>
                </a:solidFill>
              </a:rPr>
              <a:t>the</a:t>
            </a:r>
            <a:r>
              <a:rPr sz="4700" spc="-190" dirty="0">
                <a:solidFill>
                  <a:srgbClr val="526DC1"/>
                </a:solidFill>
              </a:rPr>
              <a:t> </a:t>
            </a:r>
            <a:r>
              <a:rPr sz="4700" spc="-20" dirty="0">
                <a:solidFill>
                  <a:srgbClr val="526DC1"/>
                </a:solidFill>
              </a:rPr>
              <a:t>most</a:t>
            </a:r>
            <a:r>
              <a:rPr sz="4700" spc="-195" dirty="0">
                <a:solidFill>
                  <a:srgbClr val="526DC1"/>
                </a:solidFill>
              </a:rPr>
              <a:t> </a:t>
            </a:r>
            <a:r>
              <a:rPr sz="4700" spc="-110" dirty="0">
                <a:solidFill>
                  <a:srgbClr val="526DC1"/>
                </a:solidFill>
              </a:rPr>
              <a:t>recent</a:t>
            </a:r>
            <a:r>
              <a:rPr sz="4700" spc="-185" dirty="0">
                <a:solidFill>
                  <a:srgbClr val="526DC1"/>
                </a:solidFill>
              </a:rPr>
              <a:t> </a:t>
            </a:r>
            <a:r>
              <a:rPr sz="4700" spc="-60" dirty="0">
                <a:solidFill>
                  <a:srgbClr val="526DC1"/>
                </a:solidFill>
              </a:rPr>
              <a:t>year?</a:t>
            </a:r>
            <a:endParaRPr sz="4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2F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5784" y="4884017"/>
            <a:ext cx="7686674" cy="52292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786592" y="2723665"/>
            <a:ext cx="3364229" cy="1287780"/>
          </a:xfrm>
          <a:custGeom>
            <a:avLst/>
            <a:gdLst/>
            <a:ahLst/>
            <a:cxnLst/>
            <a:rect l="l" t="t" r="r" b="b"/>
            <a:pathLst>
              <a:path w="3364229" h="1287779">
                <a:moveTo>
                  <a:pt x="9226" y="668687"/>
                </a:moveTo>
                <a:lnTo>
                  <a:pt x="1425" y="665916"/>
                </a:lnTo>
                <a:lnTo>
                  <a:pt x="0" y="660019"/>
                </a:lnTo>
                <a:lnTo>
                  <a:pt x="1026" y="653645"/>
                </a:lnTo>
                <a:lnTo>
                  <a:pt x="4699" y="645515"/>
                </a:lnTo>
                <a:lnTo>
                  <a:pt x="5224" y="644354"/>
                </a:lnTo>
                <a:lnTo>
                  <a:pt x="5749" y="643193"/>
                </a:lnTo>
                <a:lnTo>
                  <a:pt x="15262" y="630399"/>
                </a:lnTo>
                <a:lnTo>
                  <a:pt x="26188" y="618107"/>
                </a:lnTo>
                <a:lnTo>
                  <a:pt x="35575" y="607964"/>
                </a:lnTo>
                <a:lnTo>
                  <a:pt x="63346" y="576049"/>
                </a:lnTo>
                <a:lnTo>
                  <a:pt x="91555" y="544289"/>
                </a:lnTo>
                <a:lnTo>
                  <a:pt x="119984" y="512607"/>
                </a:lnTo>
                <a:lnTo>
                  <a:pt x="147569" y="483321"/>
                </a:lnTo>
                <a:lnTo>
                  <a:pt x="185947" y="444391"/>
                </a:lnTo>
                <a:lnTo>
                  <a:pt x="224854" y="405649"/>
                </a:lnTo>
                <a:lnTo>
                  <a:pt x="264086" y="368371"/>
                </a:lnTo>
                <a:lnTo>
                  <a:pt x="303865" y="332634"/>
                </a:lnTo>
                <a:lnTo>
                  <a:pt x="345021" y="298734"/>
                </a:lnTo>
                <a:lnTo>
                  <a:pt x="387128" y="266520"/>
                </a:lnTo>
                <a:lnTo>
                  <a:pt x="430112" y="235965"/>
                </a:lnTo>
                <a:lnTo>
                  <a:pt x="473900" y="207043"/>
                </a:lnTo>
                <a:lnTo>
                  <a:pt x="517993" y="180926"/>
                </a:lnTo>
                <a:lnTo>
                  <a:pt x="563168" y="155192"/>
                </a:lnTo>
                <a:lnTo>
                  <a:pt x="608500" y="132210"/>
                </a:lnTo>
                <a:lnTo>
                  <a:pt x="653918" y="111954"/>
                </a:lnTo>
                <a:lnTo>
                  <a:pt x="701469" y="92455"/>
                </a:lnTo>
                <a:lnTo>
                  <a:pt x="750260" y="74744"/>
                </a:lnTo>
                <a:lnTo>
                  <a:pt x="799672" y="59950"/>
                </a:lnTo>
                <a:lnTo>
                  <a:pt x="850364" y="45611"/>
                </a:lnTo>
                <a:lnTo>
                  <a:pt x="895606" y="34726"/>
                </a:lnTo>
                <a:lnTo>
                  <a:pt x="941524" y="25430"/>
                </a:lnTo>
                <a:lnTo>
                  <a:pt x="988574" y="16535"/>
                </a:lnTo>
                <a:lnTo>
                  <a:pt x="1035934" y="10446"/>
                </a:lnTo>
                <a:lnTo>
                  <a:pt x="1084485" y="4780"/>
                </a:lnTo>
                <a:lnTo>
                  <a:pt x="1133406" y="1941"/>
                </a:lnTo>
                <a:lnTo>
                  <a:pt x="1183153" y="743"/>
                </a:lnTo>
                <a:lnTo>
                  <a:pt x="1234180" y="0"/>
                </a:lnTo>
                <a:lnTo>
                  <a:pt x="1285667" y="2115"/>
                </a:lnTo>
                <a:lnTo>
                  <a:pt x="1345356" y="7144"/>
                </a:lnTo>
                <a:lnTo>
                  <a:pt x="1438208" y="22605"/>
                </a:lnTo>
                <a:lnTo>
                  <a:pt x="1502820" y="38817"/>
                </a:lnTo>
                <a:lnTo>
                  <a:pt x="1582601" y="65808"/>
                </a:lnTo>
                <a:lnTo>
                  <a:pt x="1627812" y="84562"/>
                </a:lnTo>
                <a:lnTo>
                  <a:pt x="1670503" y="105118"/>
                </a:lnTo>
                <a:lnTo>
                  <a:pt x="1709293" y="128330"/>
                </a:lnTo>
                <a:lnTo>
                  <a:pt x="1744503" y="150271"/>
                </a:lnTo>
                <a:lnTo>
                  <a:pt x="1775679" y="173475"/>
                </a:lnTo>
                <a:lnTo>
                  <a:pt x="1524863" y="84383"/>
                </a:lnTo>
                <a:lnTo>
                  <a:pt x="1478790" y="70714"/>
                </a:lnTo>
                <a:lnTo>
                  <a:pt x="1434303" y="58955"/>
                </a:lnTo>
                <a:lnTo>
                  <a:pt x="1389912" y="51273"/>
                </a:lnTo>
                <a:lnTo>
                  <a:pt x="1346768" y="45382"/>
                </a:lnTo>
                <a:lnTo>
                  <a:pt x="1305173" y="41390"/>
                </a:lnTo>
                <a:lnTo>
                  <a:pt x="1249962" y="37951"/>
                </a:lnTo>
                <a:lnTo>
                  <a:pt x="1196503" y="36483"/>
                </a:lnTo>
                <a:lnTo>
                  <a:pt x="1144472" y="36869"/>
                </a:lnTo>
                <a:lnTo>
                  <a:pt x="1093120" y="40193"/>
                </a:lnTo>
                <a:lnTo>
                  <a:pt x="1042125" y="46338"/>
                </a:lnTo>
                <a:lnTo>
                  <a:pt x="992011" y="52797"/>
                </a:lnTo>
                <a:lnTo>
                  <a:pt x="943187" y="61061"/>
                </a:lnTo>
                <a:lnTo>
                  <a:pt x="894687" y="72136"/>
                </a:lnTo>
                <a:lnTo>
                  <a:pt x="847364" y="83629"/>
                </a:lnTo>
                <a:lnTo>
                  <a:pt x="800793" y="96738"/>
                </a:lnTo>
                <a:lnTo>
                  <a:pt x="754553" y="112659"/>
                </a:lnTo>
                <a:lnTo>
                  <a:pt x="709495" y="129000"/>
                </a:lnTo>
                <a:lnTo>
                  <a:pt x="665197" y="146958"/>
                </a:lnTo>
                <a:lnTo>
                  <a:pt x="621235" y="167731"/>
                </a:lnTo>
                <a:lnTo>
                  <a:pt x="578462" y="188927"/>
                </a:lnTo>
                <a:lnTo>
                  <a:pt x="536030" y="212939"/>
                </a:lnTo>
                <a:lnTo>
                  <a:pt x="494790" y="237375"/>
                </a:lnTo>
                <a:lnTo>
                  <a:pt x="453896" y="264629"/>
                </a:lnTo>
                <a:lnTo>
                  <a:pt x="414253" y="292328"/>
                </a:lnTo>
                <a:lnTo>
                  <a:pt x="375368" y="321643"/>
                </a:lnTo>
                <a:lnTo>
                  <a:pt x="337126" y="352535"/>
                </a:lnTo>
                <a:lnTo>
                  <a:pt x="299415" y="384963"/>
                </a:lnTo>
                <a:lnTo>
                  <a:pt x="262121" y="418887"/>
                </a:lnTo>
                <a:lnTo>
                  <a:pt x="225555" y="453069"/>
                </a:lnTo>
                <a:lnTo>
                  <a:pt x="189178" y="488667"/>
                </a:lnTo>
                <a:lnTo>
                  <a:pt x="153303" y="524442"/>
                </a:lnTo>
                <a:lnTo>
                  <a:pt x="117391" y="561552"/>
                </a:lnTo>
                <a:lnTo>
                  <a:pt x="78001" y="604166"/>
                </a:lnTo>
                <a:lnTo>
                  <a:pt x="38812" y="648198"/>
                </a:lnTo>
                <a:lnTo>
                  <a:pt x="33053" y="655587"/>
                </a:lnTo>
                <a:lnTo>
                  <a:pt x="26139" y="663913"/>
                </a:lnTo>
                <a:lnTo>
                  <a:pt x="18272" y="669205"/>
                </a:lnTo>
                <a:lnTo>
                  <a:pt x="9226" y="668687"/>
                </a:lnTo>
                <a:close/>
              </a:path>
              <a:path w="3364229" h="1287779">
                <a:moveTo>
                  <a:pt x="1592399" y="1280906"/>
                </a:moveTo>
                <a:lnTo>
                  <a:pt x="1528604" y="1251507"/>
                </a:lnTo>
                <a:lnTo>
                  <a:pt x="1486798" y="1207007"/>
                </a:lnTo>
                <a:lnTo>
                  <a:pt x="1464974" y="1154780"/>
                </a:lnTo>
                <a:lnTo>
                  <a:pt x="1459489" y="1093531"/>
                </a:lnTo>
                <a:lnTo>
                  <a:pt x="1463143" y="1059787"/>
                </a:lnTo>
                <a:lnTo>
                  <a:pt x="1484411" y="987825"/>
                </a:lnTo>
                <a:lnTo>
                  <a:pt x="1517519" y="924112"/>
                </a:lnTo>
                <a:lnTo>
                  <a:pt x="1556028" y="869056"/>
                </a:lnTo>
                <a:lnTo>
                  <a:pt x="1597611" y="823178"/>
                </a:lnTo>
                <a:lnTo>
                  <a:pt x="1641135" y="782033"/>
                </a:lnTo>
                <a:lnTo>
                  <a:pt x="1687717" y="746017"/>
                </a:lnTo>
                <a:lnTo>
                  <a:pt x="1752969" y="704504"/>
                </a:lnTo>
                <a:lnTo>
                  <a:pt x="1796397" y="680845"/>
                </a:lnTo>
                <a:lnTo>
                  <a:pt x="1841058" y="660320"/>
                </a:lnTo>
                <a:lnTo>
                  <a:pt x="1887176" y="641660"/>
                </a:lnTo>
                <a:lnTo>
                  <a:pt x="1934124" y="625991"/>
                </a:lnTo>
                <a:lnTo>
                  <a:pt x="1981703" y="613241"/>
                </a:lnTo>
                <a:lnTo>
                  <a:pt x="2030560" y="600945"/>
                </a:lnTo>
                <a:lnTo>
                  <a:pt x="2028688" y="592194"/>
                </a:lnTo>
                <a:lnTo>
                  <a:pt x="2026095" y="583186"/>
                </a:lnTo>
                <a:lnTo>
                  <a:pt x="2022730" y="575252"/>
                </a:lnTo>
                <a:lnTo>
                  <a:pt x="2019821" y="566133"/>
                </a:lnTo>
                <a:lnTo>
                  <a:pt x="2001038" y="520376"/>
                </a:lnTo>
                <a:lnTo>
                  <a:pt x="1979851" y="473766"/>
                </a:lnTo>
                <a:lnTo>
                  <a:pt x="1955047" y="429914"/>
                </a:lnTo>
                <a:lnTo>
                  <a:pt x="1927112" y="387646"/>
                </a:lnTo>
                <a:lnTo>
                  <a:pt x="1896533" y="345786"/>
                </a:lnTo>
                <a:lnTo>
                  <a:pt x="1864772" y="307550"/>
                </a:lnTo>
                <a:lnTo>
                  <a:pt x="1830132" y="270986"/>
                </a:lnTo>
                <a:lnTo>
                  <a:pt x="1792773" y="234804"/>
                </a:lnTo>
                <a:lnTo>
                  <a:pt x="1751579" y="201303"/>
                </a:lnTo>
                <a:lnTo>
                  <a:pt x="1706288" y="170390"/>
                </a:lnTo>
                <a:lnTo>
                  <a:pt x="1657058" y="140774"/>
                </a:lnTo>
                <a:lnTo>
                  <a:pt x="1614718" y="118996"/>
                </a:lnTo>
                <a:lnTo>
                  <a:pt x="1570342" y="100538"/>
                </a:lnTo>
                <a:lnTo>
                  <a:pt x="1775679" y="173475"/>
                </a:lnTo>
                <a:lnTo>
                  <a:pt x="1823844" y="213495"/>
                </a:lnTo>
                <a:lnTo>
                  <a:pt x="1858618" y="246063"/>
                </a:lnTo>
                <a:lnTo>
                  <a:pt x="1890340" y="280242"/>
                </a:lnTo>
                <a:lnTo>
                  <a:pt x="1924864" y="322156"/>
                </a:lnTo>
                <a:lnTo>
                  <a:pt x="1956328" y="364330"/>
                </a:lnTo>
                <a:lnTo>
                  <a:pt x="1984451" y="408013"/>
                </a:lnTo>
                <a:lnTo>
                  <a:pt x="2009799" y="452058"/>
                </a:lnTo>
                <a:lnTo>
                  <a:pt x="2031664" y="498909"/>
                </a:lnTo>
                <a:lnTo>
                  <a:pt x="2051464" y="545026"/>
                </a:lnTo>
                <a:lnTo>
                  <a:pt x="2068065" y="594051"/>
                </a:lnTo>
                <a:lnTo>
                  <a:pt x="2143997" y="621022"/>
                </a:lnTo>
                <a:lnTo>
                  <a:pt x="2129298" y="622540"/>
                </a:lnTo>
                <a:lnTo>
                  <a:pt x="2077670" y="629808"/>
                </a:lnTo>
                <a:lnTo>
                  <a:pt x="2082044" y="651578"/>
                </a:lnTo>
                <a:lnTo>
                  <a:pt x="2040165" y="636703"/>
                </a:lnTo>
                <a:lnTo>
                  <a:pt x="1998828" y="646279"/>
                </a:lnTo>
                <a:lnTo>
                  <a:pt x="1935122" y="664082"/>
                </a:lnTo>
                <a:lnTo>
                  <a:pt x="1885623" y="681541"/>
                </a:lnTo>
                <a:lnTo>
                  <a:pt x="1837165" y="702065"/>
                </a:lnTo>
                <a:lnTo>
                  <a:pt x="1790018" y="725750"/>
                </a:lnTo>
                <a:lnTo>
                  <a:pt x="1744453" y="752693"/>
                </a:lnTo>
                <a:lnTo>
                  <a:pt x="1701162" y="781791"/>
                </a:lnTo>
                <a:lnTo>
                  <a:pt x="1659566" y="815535"/>
                </a:lnTo>
                <a:lnTo>
                  <a:pt x="1628019" y="844761"/>
                </a:lnTo>
                <a:lnTo>
                  <a:pt x="1597046" y="876887"/>
                </a:lnTo>
                <a:lnTo>
                  <a:pt x="1567120" y="914776"/>
                </a:lnTo>
                <a:lnTo>
                  <a:pt x="1540414" y="956504"/>
                </a:lnTo>
                <a:lnTo>
                  <a:pt x="1517827" y="1003738"/>
                </a:lnTo>
                <a:lnTo>
                  <a:pt x="1499262" y="1069921"/>
                </a:lnTo>
                <a:lnTo>
                  <a:pt x="1496721" y="1100017"/>
                </a:lnTo>
                <a:lnTo>
                  <a:pt x="1498098" y="1128809"/>
                </a:lnTo>
                <a:lnTo>
                  <a:pt x="1513019" y="1179932"/>
                </a:lnTo>
                <a:lnTo>
                  <a:pt x="1548997" y="1221014"/>
                </a:lnTo>
                <a:lnTo>
                  <a:pt x="1708291" y="1282987"/>
                </a:lnTo>
                <a:lnTo>
                  <a:pt x="1690790" y="1286205"/>
                </a:lnTo>
                <a:lnTo>
                  <a:pt x="1660051" y="1287416"/>
                </a:lnTo>
                <a:lnTo>
                  <a:pt x="1626474" y="1286271"/>
                </a:lnTo>
                <a:lnTo>
                  <a:pt x="1592399" y="1280906"/>
                </a:lnTo>
                <a:close/>
              </a:path>
              <a:path w="3364229" h="1287779">
                <a:moveTo>
                  <a:pt x="2143997" y="621022"/>
                </a:moveTo>
                <a:lnTo>
                  <a:pt x="2068065" y="594051"/>
                </a:lnTo>
                <a:lnTo>
                  <a:pt x="2113156" y="587156"/>
                </a:lnTo>
                <a:lnTo>
                  <a:pt x="2158787" y="581801"/>
                </a:lnTo>
                <a:lnTo>
                  <a:pt x="2205029" y="578010"/>
                </a:lnTo>
                <a:lnTo>
                  <a:pt x="2251951" y="575808"/>
                </a:lnTo>
                <a:lnTo>
                  <a:pt x="2299622" y="575221"/>
                </a:lnTo>
                <a:lnTo>
                  <a:pt x="2397915" y="577789"/>
                </a:lnTo>
                <a:lnTo>
                  <a:pt x="2499187" y="589502"/>
                </a:lnTo>
                <a:lnTo>
                  <a:pt x="2551644" y="597354"/>
                </a:lnTo>
                <a:lnTo>
                  <a:pt x="2604843" y="608164"/>
                </a:lnTo>
                <a:lnTo>
                  <a:pt x="2659276" y="620760"/>
                </a:lnTo>
                <a:lnTo>
                  <a:pt x="2754948" y="649352"/>
                </a:lnTo>
                <a:lnTo>
                  <a:pt x="2802871" y="666375"/>
                </a:lnTo>
                <a:lnTo>
                  <a:pt x="2849538" y="685646"/>
                </a:lnTo>
                <a:lnTo>
                  <a:pt x="2894599" y="705696"/>
                </a:lnTo>
                <a:lnTo>
                  <a:pt x="2936858" y="727445"/>
                </a:lnTo>
                <a:lnTo>
                  <a:pt x="2984392" y="753764"/>
                </a:lnTo>
                <a:lnTo>
                  <a:pt x="3028508" y="782911"/>
                </a:lnTo>
                <a:lnTo>
                  <a:pt x="3036077" y="788295"/>
                </a:lnTo>
                <a:lnTo>
                  <a:pt x="2730249" y="679663"/>
                </a:lnTo>
                <a:lnTo>
                  <a:pt x="2681952" y="665204"/>
                </a:lnTo>
                <a:lnTo>
                  <a:pt x="2634362" y="652343"/>
                </a:lnTo>
                <a:lnTo>
                  <a:pt x="2587489" y="641084"/>
                </a:lnTo>
                <a:lnTo>
                  <a:pt x="2540920" y="632629"/>
                </a:lnTo>
                <a:lnTo>
                  <a:pt x="2450437" y="619357"/>
                </a:lnTo>
                <a:lnTo>
                  <a:pt x="2406120" y="615745"/>
                </a:lnTo>
                <a:lnTo>
                  <a:pt x="2348373" y="612753"/>
                </a:lnTo>
                <a:lnTo>
                  <a:pt x="2291954" y="611582"/>
                </a:lnTo>
                <a:lnTo>
                  <a:pt x="2236430" y="613423"/>
                </a:lnTo>
                <a:lnTo>
                  <a:pt x="2182215" y="617077"/>
                </a:lnTo>
                <a:lnTo>
                  <a:pt x="2143997" y="621022"/>
                </a:lnTo>
                <a:close/>
              </a:path>
              <a:path w="3364229" h="1287779">
                <a:moveTo>
                  <a:pt x="3352902" y="1143426"/>
                </a:moveTo>
                <a:lnTo>
                  <a:pt x="3292289" y="1121896"/>
                </a:lnTo>
                <a:lnTo>
                  <a:pt x="3293547" y="1118300"/>
                </a:lnTo>
                <a:lnTo>
                  <a:pt x="3289832" y="1116980"/>
                </a:lnTo>
                <a:lnTo>
                  <a:pt x="3288751" y="1113901"/>
                </a:lnTo>
                <a:lnTo>
                  <a:pt x="3268819" y="1085257"/>
                </a:lnTo>
                <a:lnTo>
                  <a:pt x="3248633" y="1055176"/>
                </a:lnTo>
                <a:lnTo>
                  <a:pt x="3205314" y="996661"/>
                </a:lnTo>
                <a:lnTo>
                  <a:pt x="3178028" y="964057"/>
                </a:lnTo>
                <a:lnTo>
                  <a:pt x="3148981" y="932175"/>
                </a:lnTo>
                <a:lnTo>
                  <a:pt x="3118052" y="900973"/>
                </a:lnTo>
                <a:lnTo>
                  <a:pt x="3084693" y="871603"/>
                </a:lnTo>
                <a:lnTo>
                  <a:pt x="3049206" y="842825"/>
                </a:lnTo>
                <a:lnTo>
                  <a:pt x="3011045" y="815793"/>
                </a:lnTo>
                <a:lnTo>
                  <a:pt x="2970512" y="789265"/>
                </a:lnTo>
                <a:lnTo>
                  <a:pt x="2927060" y="764397"/>
                </a:lnTo>
                <a:lnTo>
                  <a:pt x="2880991" y="739947"/>
                </a:lnTo>
                <a:lnTo>
                  <a:pt x="2831333" y="718265"/>
                </a:lnTo>
                <a:lnTo>
                  <a:pt x="2778815" y="696914"/>
                </a:lnTo>
                <a:lnTo>
                  <a:pt x="3036077" y="788295"/>
                </a:lnTo>
                <a:lnTo>
                  <a:pt x="3070135" y="812523"/>
                </a:lnTo>
                <a:lnTo>
                  <a:pt x="3108926" y="843822"/>
                </a:lnTo>
                <a:lnTo>
                  <a:pt x="3144959" y="876837"/>
                </a:lnTo>
                <a:lnTo>
                  <a:pt x="3178738" y="910400"/>
                </a:lnTo>
                <a:lnTo>
                  <a:pt x="3210342" y="944537"/>
                </a:lnTo>
                <a:lnTo>
                  <a:pt x="3239423" y="980474"/>
                </a:lnTo>
                <a:lnTo>
                  <a:pt x="3266910" y="1015845"/>
                </a:lnTo>
                <a:lnTo>
                  <a:pt x="3292032" y="1053070"/>
                </a:lnTo>
                <a:lnTo>
                  <a:pt x="3328996" y="1066200"/>
                </a:lnTo>
                <a:lnTo>
                  <a:pt x="3337727" y="1097604"/>
                </a:lnTo>
                <a:lnTo>
                  <a:pt x="3352902" y="1143426"/>
                </a:lnTo>
                <a:close/>
              </a:path>
              <a:path w="3364229" h="1287779">
                <a:moveTo>
                  <a:pt x="3328996" y="1066200"/>
                </a:moveTo>
                <a:lnTo>
                  <a:pt x="3292032" y="1053070"/>
                </a:lnTo>
                <a:lnTo>
                  <a:pt x="3291022" y="1044625"/>
                </a:lnTo>
                <a:lnTo>
                  <a:pt x="3288909" y="1037136"/>
                </a:lnTo>
                <a:lnTo>
                  <a:pt x="3286451" y="1029524"/>
                </a:lnTo>
                <a:lnTo>
                  <a:pt x="3284406" y="1020711"/>
                </a:lnTo>
                <a:lnTo>
                  <a:pt x="3275824" y="988013"/>
                </a:lnTo>
                <a:lnTo>
                  <a:pt x="3271660" y="971708"/>
                </a:lnTo>
                <a:lnTo>
                  <a:pt x="3268164" y="954294"/>
                </a:lnTo>
                <a:lnTo>
                  <a:pt x="3267291" y="944549"/>
                </a:lnTo>
                <a:lnTo>
                  <a:pt x="3268053" y="935386"/>
                </a:lnTo>
                <a:lnTo>
                  <a:pt x="3272555" y="927551"/>
                </a:lnTo>
                <a:lnTo>
                  <a:pt x="3281623" y="925381"/>
                </a:lnTo>
                <a:lnTo>
                  <a:pt x="3290185" y="928422"/>
                </a:lnTo>
                <a:lnTo>
                  <a:pt x="3295332" y="935642"/>
                </a:lnTo>
                <a:lnTo>
                  <a:pt x="3298539" y="943519"/>
                </a:lnTo>
                <a:lnTo>
                  <a:pt x="3312367" y="1000993"/>
                </a:lnTo>
                <a:lnTo>
                  <a:pt x="3324422" y="1049751"/>
                </a:lnTo>
                <a:lnTo>
                  <a:pt x="3328996" y="1066200"/>
                </a:lnTo>
                <a:close/>
              </a:path>
              <a:path w="3364229" h="1287779">
                <a:moveTo>
                  <a:pt x="1708291" y="1282987"/>
                </a:moveTo>
                <a:lnTo>
                  <a:pt x="1578261" y="1236799"/>
                </a:lnTo>
                <a:lnTo>
                  <a:pt x="1609614" y="1246589"/>
                </a:lnTo>
                <a:lnTo>
                  <a:pt x="1641080" y="1251027"/>
                </a:lnTo>
                <a:lnTo>
                  <a:pt x="1698643" y="1247214"/>
                </a:lnTo>
                <a:lnTo>
                  <a:pt x="1750568" y="1234660"/>
                </a:lnTo>
                <a:lnTo>
                  <a:pt x="1799068" y="1215499"/>
                </a:lnTo>
                <a:lnTo>
                  <a:pt x="1844919" y="1190006"/>
                </a:lnTo>
                <a:lnTo>
                  <a:pt x="1900136" y="1147623"/>
                </a:lnTo>
                <a:lnTo>
                  <a:pt x="1931542" y="1116999"/>
                </a:lnTo>
                <a:lnTo>
                  <a:pt x="1960889" y="1081600"/>
                </a:lnTo>
                <a:lnTo>
                  <a:pt x="1987855" y="1041312"/>
                </a:lnTo>
                <a:lnTo>
                  <a:pt x="2012545" y="994825"/>
                </a:lnTo>
                <a:lnTo>
                  <a:pt x="2029291" y="953602"/>
                </a:lnTo>
                <a:lnTo>
                  <a:pt x="2030934" y="948794"/>
                </a:lnTo>
                <a:lnTo>
                  <a:pt x="2034219" y="939180"/>
                </a:lnTo>
                <a:lnTo>
                  <a:pt x="2045641" y="898761"/>
                </a:lnTo>
                <a:lnTo>
                  <a:pt x="2058014" y="815553"/>
                </a:lnTo>
                <a:lnTo>
                  <a:pt x="2058792" y="768659"/>
                </a:lnTo>
                <a:lnTo>
                  <a:pt x="2055839" y="723134"/>
                </a:lnTo>
                <a:lnTo>
                  <a:pt x="2049864" y="679232"/>
                </a:lnTo>
                <a:lnTo>
                  <a:pt x="2041579" y="637205"/>
                </a:lnTo>
                <a:lnTo>
                  <a:pt x="2082044" y="651578"/>
                </a:lnTo>
                <a:lnTo>
                  <a:pt x="2086710" y="674799"/>
                </a:lnTo>
                <a:lnTo>
                  <a:pt x="2092931" y="722832"/>
                </a:lnTo>
                <a:lnTo>
                  <a:pt x="2095895" y="772404"/>
                </a:lnTo>
                <a:lnTo>
                  <a:pt x="2094310" y="824403"/>
                </a:lnTo>
                <a:lnTo>
                  <a:pt x="2087313" y="878522"/>
                </a:lnTo>
                <a:lnTo>
                  <a:pt x="2069124" y="951578"/>
                </a:lnTo>
                <a:lnTo>
                  <a:pt x="2056345" y="987471"/>
                </a:lnTo>
                <a:lnTo>
                  <a:pt x="2040972" y="1022443"/>
                </a:lnTo>
                <a:lnTo>
                  <a:pt x="2005888" y="1082758"/>
                </a:lnTo>
                <a:lnTo>
                  <a:pt x="1966491" y="1133456"/>
                </a:lnTo>
                <a:lnTo>
                  <a:pt x="1932401" y="1168518"/>
                </a:lnTo>
                <a:lnTo>
                  <a:pt x="1896461" y="1198879"/>
                </a:lnTo>
                <a:lnTo>
                  <a:pt x="1858599" y="1224515"/>
                </a:lnTo>
                <a:lnTo>
                  <a:pt x="1818314" y="1246594"/>
                </a:lnTo>
                <a:lnTo>
                  <a:pt x="1775534" y="1265092"/>
                </a:lnTo>
                <a:lnTo>
                  <a:pt x="1720792" y="1280689"/>
                </a:lnTo>
                <a:lnTo>
                  <a:pt x="1708291" y="1282987"/>
                </a:lnTo>
                <a:close/>
              </a:path>
              <a:path w="3364229" h="1287779">
                <a:moveTo>
                  <a:pt x="3343899" y="1194138"/>
                </a:moveTo>
                <a:lnTo>
                  <a:pt x="3337452" y="1191848"/>
                </a:lnTo>
                <a:lnTo>
                  <a:pt x="3331215" y="1188285"/>
                </a:lnTo>
                <a:lnTo>
                  <a:pt x="3325415" y="1183529"/>
                </a:lnTo>
                <a:lnTo>
                  <a:pt x="3319427" y="1180055"/>
                </a:lnTo>
                <a:lnTo>
                  <a:pt x="3303262" y="1166226"/>
                </a:lnTo>
                <a:lnTo>
                  <a:pt x="3287207" y="1155133"/>
                </a:lnTo>
                <a:lnTo>
                  <a:pt x="3270464" y="1143794"/>
                </a:lnTo>
                <a:lnTo>
                  <a:pt x="3251811" y="1130430"/>
                </a:lnTo>
                <a:lnTo>
                  <a:pt x="3241227" y="1123975"/>
                </a:lnTo>
                <a:lnTo>
                  <a:pt x="3204842" y="1098921"/>
                </a:lnTo>
                <a:lnTo>
                  <a:pt x="3194978" y="1092722"/>
                </a:lnTo>
                <a:lnTo>
                  <a:pt x="3182785" y="1083000"/>
                </a:lnTo>
                <a:lnTo>
                  <a:pt x="3173666" y="1071674"/>
                </a:lnTo>
                <a:lnTo>
                  <a:pt x="3173446" y="1059467"/>
                </a:lnTo>
                <a:lnTo>
                  <a:pt x="3179385" y="1053490"/>
                </a:lnTo>
                <a:lnTo>
                  <a:pt x="3227792" y="1076075"/>
                </a:lnTo>
                <a:lnTo>
                  <a:pt x="3269813" y="1105826"/>
                </a:lnTo>
                <a:lnTo>
                  <a:pt x="3292289" y="1121896"/>
                </a:lnTo>
                <a:lnTo>
                  <a:pt x="3352902" y="1143426"/>
                </a:lnTo>
                <a:lnTo>
                  <a:pt x="3353407" y="1144954"/>
                </a:lnTo>
                <a:lnTo>
                  <a:pt x="3361138" y="1166568"/>
                </a:lnTo>
                <a:lnTo>
                  <a:pt x="3364125" y="1171672"/>
                </a:lnTo>
                <a:lnTo>
                  <a:pt x="3362927" y="1176638"/>
                </a:lnTo>
                <a:lnTo>
                  <a:pt x="3359696" y="1183576"/>
                </a:lnTo>
                <a:lnTo>
                  <a:pt x="3354930" y="1188622"/>
                </a:lnTo>
                <a:lnTo>
                  <a:pt x="3349392" y="1192046"/>
                </a:lnTo>
                <a:lnTo>
                  <a:pt x="3343899" y="11941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8620" y="197548"/>
            <a:ext cx="1632204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140" dirty="0"/>
              <a:t>Compare</a:t>
            </a:r>
            <a:r>
              <a:rPr sz="4700" spc="-155" dirty="0"/>
              <a:t> </a:t>
            </a:r>
            <a:r>
              <a:rPr sz="4700" spc="-85" dirty="0"/>
              <a:t>energy</a:t>
            </a:r>
            <a:r>
              <a:rPr sz="4700" spc="-145" dirty="0"/>
              <a:t> </a:t>
            </a:r>
            <a:r>
              <a:rPr sz="4700" spc="-165" dirty="0"/>
              <a:t>production</a:t>
            </a:r>
            <a:r>
              <a:rPr sz="4700" spc="-125" dirty="0"/>
              <a:t> </a:t>
            </a:r>
            <a:r>
              <a:rPr sz="4700" spc="-150" dirty="0"/>
              <a:t>and</a:t>
            </a:r>
            <a:r>
              <a:rPr sz="4700" spc="-145" dirty="0"/>
              <a:t> </a:t>
            </a:r>
            <a:r>
              <a:rPr sz="4700" spc="-140" dirty="0"/>
              <a:t>consumption </a:t>
            </a:r>
            <a:r>
              <a:rPr sz="4700" spc="-10" dirty="0"/>
              <a:t>by</a:t>
            </a:r>
            <a:r>
              <a:rPr sz="4700" spc="-140" dirty="0"/>
              <a:t> </a:t>
            </a:r>
            <a:r>
              <a:rPr sz="4700" spc="-114" dirty="0"/>
              <a:t>country</a:t>
            </a:r>
            <a:r>
              <a:rPr sz="4700" spc="-140" dirty="0"/>
              <a:t> </a:t>
            </a:r>
            <a:r>
              <a:rPr sz="4700" spc="-150" dirty="0"/>
              <a:t>and</a:t>
            </a:r>
            <a:r>
              <a:rPr sz="4700" spc="-145" dirty="0"/>
              <a:t> </a:t>
            </a:r>
            <a:r>
              <a:rPr sz="4700" spc="-20" dirty="0"/>
              <a:t>year.</a:t>
            </a:r>
            <a:endParaRPr sz="4700"/>
          </a:p>
        </p:txBody>
      </p:sp>
      <p:sp>
        <p:nvSpPr>
          <p:cNvPr id="6" name="object 6"/>
          <p:cNvSpPr txBox="1"/>
          <p:nvPr/>
        </p:nvSpPr>
        <p:spPr>
          <a:xfrm>
            <a:off x="489328" y="1095374"/>
            <a:ext cx="7071995" cy="586676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221615" rIns="0" bIns="0" rtlCol="0">
            <a:spAutoFit/>
          </a:bodyPr>
          <a:lstStyle/>
          <a:p>
            <a:pPr marR="288925" algn="ctr">
              <a:lnSpc>
                <a:spcPct val="100000"/>
              </a:lnSpc>
              <a:spcBef>
                <a:spcPts val="1745"/>
              </a:spcBef>
            </a:pPr>
            <a:r>
              <a:rPr sz="2250" b="1" spc="-10" dirty="0">
                <a:latin typeface="Times New Roman"/>
                <a:cs typeface="Times New Roman"/>
              </a:rPr>
              <a:t>SELECT</a:t>
            </a:r>
            <a:endParaRPr sz="2250">
              <a:latin typeface="Times New Roman"/>
              <a:cs typeface="Times New Roman"/>
            </a:endParaRPr>
          </a:p>
          <a:p>
            <a:pPr marL="2389505" marR="2393315" algn="ctr">
              <a:lnSpc>
                <a:spcPct val="101000"/>
              </a:lnSpc>
            </a:pPr>
            <a:r>
              <a:rPr sz="2250" b="1" spc="-75" dirty="0">
                <a:latin typeface="Times New Roman"/>
                <a:cs typeface="Times New Roman"/>
              </a:rPr>
              <a:t>production.country, </a:t>
            </a:r>
            <a:r>
              <a:rPr sz="2250" b="1" spc="-10" dirty="0">
                <a:latin typeface="Times New Roman"/>
                <a:cs typeface="Times New Roman"/>
              </a:rPr>
              <a:t>production.year,</a:t>
            </a:r>
            <a:endParaRPr sz="2250">
              <a:latin typeface="Times New Roman"/>
              <a:cs typeface="Times New Roman"/>
            </a:endParaRPr>
          </a:p>
          <a:p>
            <a:pPr marL="266065" marR="198755" indent="-71755" algn="ctr">
              <a:lnSpc>
                <a:spcPct val="101000"/>
              </a:lnSpc>
            </a:pPr>
            <a:r>
              <a:rPr sz="2250" b="1" spc="-55" dirty="0">
                <a:latin typeface="Times New Roman"/>
                <a:cs typeface="Times New Roman"/>
              </a:rPr>
              <a:t>SUM(production.production)</a:t>
            </a:r>
            <a:r>
              <a:rPr sz="2250" b="1" spc="85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Times New Roman"/>
                <a:cs typeface="Times New Roman"/>
              </a:rPr>
              <a:t>AS</a:t>
            </a:r>
            <a:r>
              <a:rPr sz="2250" b="1" spc="85" dirty="0">
                <a:latin typeface="Times New Roman"/>
                <a:cs typeface="Times New Roman"/>
              </a:rPr>
              <a:t> </a:t>
            </a:r>
            <a:r>
              <a:rPr sz="2250" b="1" spc="-10" dirty="0">
                <a:latin typeface="Times New Roman"/>
                <a:cs typeface="Times New Roman"/>
              </a:rPr>
              <a:t>total_production, </a:t>
            </a:r>
            <a:r>
              <a:rPr sz="2250" b="1" spc="-45" dirty="0">
                <a:latin typeface="Times New Roman"/>
                <a:cs typeface="Times New Roman"/>
              </a:rPr>
              <a:t>SUM(consumption.consumption)</a:t>
            </a:r>
            <a:r>
              <a:rPr sz="2250" b="1" spc="45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Times New Roman"/>
                <a:cs typeface="Times New Roman"/>
              </a:rPr>
              <a:t>AS</a:t>
            </a:r>
            <a:r>
              <a:rPr sz="2250" b="1" spc="45" dirty="0">
                <a:latin typeface="Times New Roman"/>
                <a:cs typeface="Times New Roman"/>
              </a:rPr>
              <a:t> </a:t>
            </a:r>
            <a:r>
              <a:rPr sz="2250" b="1" spc="-40" dirty="0">
                <a:latin typeface="Times New Roman"/>
                <a:cs typeface="Times New Roman"/>
              </a:rPr>
              <a:t>total_consumption</a:t>
            </a:r>
            <a:endParaRPr sz="2250">
              <a:latin typeface="Times New Roman"/>
              <a:cs typeface="Times New Roman"/>
            </a:endParaRPr>
          </a:p>
          <a:p>
            <a:pPr marR="288925" algn="ctr">
              <a:lnSpc>
                <a:spcPct val="100000"/>
              </a:lnSpc>
              <a:spcBef>
                <a:spcPts val="25"/>
              </a:spcBef>
            </a:pPr>
            <a:r>
              <a:rPr sz="2250" b="1" spc="-20" dirty="0">
                <a:latin typeface="Times New Roman"/>
                <a:cs typeface="Times New Roman"/>
              </a:rPr>
              <a:t>FROM</a:t>
            </a:r>
            <a:endParaRPr sz="2250">
              <a:latin typeface="Times New Roman"/>
              <a:cs typeface="Times New Roman"/>
            </a:endParaRPr>
          </a:p>
          <a:p>
            <a:pPr marL="3026410" marR="2871470" indent="-88265">
              <a:lnSpc>
                <a:spcPct val="101000"/>
              </a:lnSpc>
            </a:pPr>
            <a:r>
              <a:rPr sz="2250" b="1" spc="-85" dirty="0">
                <a:latin typeface="Times New Roman"/>
                <a:cs typeface="Times New Roman"/>
              </a:rPr>
              <a:t>production </a:t>
            </a:r>
            <a:r>
              <a:rPr sz="2250" b="1" spc="50" dirty="0">
                <a:latin typeface="Times New Roman"/>
                <a:cs typeface="Times New Roman"/>
              </a:rPr>
              <a:t>JOIN</a:t>
            </a:r>
            <a:endParaRPr sz="2250">
              <a:latin typeface="Times New Roman"/>
              <a:cs typeface="Times New Roman"/>
            </a:endParaRPr>
          </a:p>
          <a:p>
            <a:pPr marR="3810" algn="ctr">
              <a:lnSpc>
                <a:spcPct val="100000"/>
              </a:lnSpc>
              <a:spcBef>
                <a:spcPts val="25"/>
              </a:spcBef>
            </a:pPr>
            <a:r>
              <a:rPr sz="2250" b="1" spc="-10" dirty="0">
                <a:latin typeface="Times New Roman"/>
                <a:cs typeface="Times New Roman"/>
              </a:rPr>
              <a:t>consumption</a:t>
            </a:r>
            <a:endParaRPr sz="2250">
              <a:latin typeface="Times New Roman"/>
              <a:cs typeface="Times New Roman"/>
            </a:endParaRPr>
          </a:p>
          <a:p>
            <a:pPr marL="756920" marR="760730" algn="ctr">
              <a:lnSpc>
                <a:spcPct val="101000"/>
              </a:lnSpc>
            </a:pPr>
            <a:r>
              <a:rPr sz="2250" b="1" spc="90" dirty="0">
                <a:latin typeface="Times New Roman"/>
                <a:cs typeface="Times New Roman"/>
              </a:rPr>
              <a:t>ON</a:t>
            </a:r>
            <a:r>
              <a:rPr sz="2250" b="1" spc="5" dirty="0">
                <a:latin typeface="Times New Roman"/>
                <a:cs typeface="Times New Roman"/>
              </a:rPr>
              <a:t> </a:t>
            </a:r>
            <a:r>
              <a:rPr sz="2250" b="1" spc="-65" dirty="0">
                <a:latin typeface="Times New Roman"/>
                <a:cs typeface="Times New Roman"/>
              </a:rPr>
              <a:t>consumption.country</a:t>
            </a:r>
            <a:r>
              <a:rPr sz="2250" b="1" spc="5" dirty="0">
                <a:latin typeface="Times New Roman"/>
                <a:cs typeface="Times New Roman"/>
              </a:rPr>
              <a:t> </a:t>
            </a:r>
            <a:r>
              <a:rPr sz="2250" b="1" spc="204" dirty="0">
                <a:latin typeface="Times New Roman"/>
                <a:cs typeface="Times New Roman"/>
              </a:rPr>
              <a:t>=</a:t>
            </a:r>
            <a:r>
              <a:rPr sz="2250" b="1" spc="5" dirty="0">
                <a:latin typeface="Times New Roman"/>
                <a:cs typeface="Times New Roman"/>
              </a:rPr>
              <a:t> </a:t>
            </a:r>
            <a:r>
              <a:rPr sz="2250" b="1" spc="-65" dirty="0">
                <a:latin typeface="Times New Roman"/>
                <a:cs typeface="Times New Roman"/>
              </a:rPr>
              <a:t>production.country </a:t>
            </a:r>
            <a:r>
              <a:rPr sz="2250" b="1" spc="55" dirty="0">
                <a:latin typeface="Times New Roman"/>
                <a:cs typeface="Times New Roman"/>
              </a:rPr>
              <a:t>AND</a:t>
            </a:r>
            <a:r>
              <a:rPr sz="2250" b="1" spc="-15" dirty="0">
                <a:latin typeface="Times New Roman"/>
                <a:cs typeface="Times New Roman"/>
              </a:rPr>
              <a:t> </a:t>
            </a:r>
            <a:r>
              <a:rPr sz="2250" b="1" spc="-60" dirty="0">
                <a:latin typeface="Times New Roman"/>
                <a:cs typeface="Times New Roman"/>
              </a:rPr>
              <a:t>consumption.year</a:t>
            </a:r>
            <a:r>
              <a:rPr sz="2250" b="1" spc="-10" dirty="0">
                <a:latin typeface="Times New Roman"/>
                <a:cs typeface="Times New Roman"/>
              </a:rPr>
              <a:t> </a:t>
            </a:r>
            <a:r>
              <a:rPr sz="2250" b="1" spc="204" dirty="0">
                <a:latin typeface="Times New Roman"/>
                <a:cs typeface="Times New Roman"/>
              </a:rPr>
              <a:t>=</a:t>
            </a:r>
            <a:r>
              <a:rPr sz="2250" b="1" spc="-10" dirty="0">
                <a:latin typeface="Times New Roman"/>
                <a:cs typeface="Times New Roman"/>
              </a:rPr>
              <a:t> production.year</a:t>
            </a:r>
            <a:endParaRPr sz="2250">
              <a:latin typeface="Times New Roman"/>
              <a:cs typeface="Times New Roman"/>
            </a:endParaRPr>
          </a:p>
          <a:p>
            <a:pPr marR="288925" algn="ctr">
              <a:lnSpc>
                <a:spcPct val="100000"/>
              </a:lnSpc>
              <a:spcBef>
                <a:spcPts val="25"/>
              </a:spcBef>
            </a:pPr>
            <a:r>
              <a:rPr sz="2250" b="1" dirty="0">
                <a:latin typeface="Times New Roman"/>
                <a:cs typeface="Times New Roman"/>
              </a:rPr>
              <a:t>GROUP</a:t>
            </a:r>
            <a:r>
              <a:rPr sz="2250" b="1" spc="130" dirty="0">
                <a:latin typeface="Times New Roman"/>
                <a:cs typeface="Times New Roman"/>
              </a:rPr>
              <a:t> </a:t>
            </a:r>
            <a:r>
              <a:rPr sz="2250" b="1" spc="-25" dirty="0">
                <a:latin typeface="Times New Roman"/>
                <a:cs typeface="Times New Roman"/>
              </a:rPr>
              <a:t>BY</a:t>
            </a:r>
            <a:endParaRPr sz="2250">
              <a:latin typeface="Times New Roman"/>
              <a:cs typeface="Times New Roman"/>
            </a:endParaRPr>
          </a:p>
          <a:p>
            <a:pPr marL="2626995" marR="1400810" indent="-1158875">
              <a:lnSpc>
                <a:spcPct val="101000"/>
              </a:lnSpc>
            </a:pPr>
            <a:r>
              <a:rPr sz="2250" b="1" spc="-75" dirty="0">
                <a:latin typeface="Times New Roman"/>
                <a:cs typeface="Times New Roman"/>
              </a:rPr>
              <a:t>production.country,</a:t>
            </a:r>
            <a:r>
              <a:rPr sz="2250" b="1" spc="5" dirty="0">
                <a:latin typeface="Times New Roman"/>
                <a:cs typeface="Times New Roman"/>
              </a:rPr>
              <a:t> </a:t>
            </a:r>
            <a:r>
              <a:rPr sz="2250" b="1" spc="-65" dirty="0">
                <a:latin typeface="Times New Roman"/>
                <a:cs typeface="Times New Roman"/>
              </a:rPr>
              <a:t>production.year </a:t>
            </a:r>
            <a:r>
              <a:rPr sz="2250" b="1" dirty="0">
                <a:latin typeface="Times New Roman"/>
                <a:cs typeface="Times New Roman"/>
              </a:rPr>
              <a:t>ORDER</a:t>
            </a:r>
            <a:r>
              <a:rPr sz="2250" b="1" spc="125" dirty="0">
                <a:latin typeface="Times New Roman"/>
                <a:cs typeface="Times New Roman"/>
              </a:rPr>
              <a:t> </a:t>
            </a:r>
            <a:r>
              <a:rPr sz="2250" b="1" spc="-25" dirty="0">
                <a:latin typeface="Times New Roman"/>
                <a:cs typeface="Times New Roman"/>
              </a:rPr>
              <a:t>BY</a:t>
            </a:r>
            <a:endParaRPr sz="2250">
              <a:latin typeface="Times New Roman"/>
              <a:cs typeface="Times New Roman"/>
            </a:endParaRPr>
          </a:p>
          <a:p>
            <a:pPr marL="59690" algn="ctr">
              <a:lnSpc>
                <a:spcPct val="100000"/>
              </a:lnSpc>
              <a:spcBef>
                <a:spcPts val="25"/>
              </a:spcBef>
            </a:pPr>
            <a:r>
              <a:rPr sz="2250" b="1" spc="-75" dirty="0">
                <a:latin typeface="Times New Roman"/>
                <a:cs typeface="Times New Roman"/>
              </a:rPr>
              <a:t>production.country,</a:t>
            </a:r>
            <a:r>
              <a:rPr sz="2250" b="1" spc="5" dirty="0">
                <a:latin typeface="Times New Roman"/>
                <a:cs typeface="Times New Roman"/>
              </a:rPr>
              <a:t> </a:t>
            </a:r>
            <a:r>
              <a:rPr sz="2250" b="1" spc="-10" dirty="0">
                <a:latin typeface="Times New Roman"/>
                <a:cs typeface="Times New Roman"/>
              </a:rPr>
              <a:t>production.year;</a:t>
            </a:r>
            <a:endParaRPr sz="2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609" y="1886411"/>
            <a:ext cx="9591673" cy="29146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126783" y="5362716"/>
            <a:ext cx="4088129" cy="2362200"/>
          </a:xfrm>
          <a:custGeom>
            <a:avLst/>
            <a:gdLst/>
            <a:ahLst/>
            <a:cxnLst/>
            <a:rect l="l" t="t" r="r" b="b"/>
            <a:pathLst>
              <a:path w="4088129" h="2362200">
                <a:moveTo>
                  <a:pt x="45776" y="584200"/>
                </a:moveTo>
                <a:lnTo>
                  <a:pt x="12865" y="584200"/>
                </a:lnTo>
                <a:lnTo>
                  <a:pt x="4919" y="571500"/>
                </a:lnTo>
                <a:lnTo>
                  <a:pt x="532" y="571500"/>
                </a:lnTo>
                <a:lnTo>
                  <a:pt x="0" y="558800"/>
                </a:lnTo>
                <a:lnTo>
                  <a:pt x="3618" y="546100"/>
                </a:lnTo>
                <a:lnTo>
                  <a:pt x="328885" y="12700"/>
                </a:lnTo>
                <a:lnTo>
                  <a:pt x="336168" y="0"/>
                </a:lnTo>
                <a:lnTo>
                  <a:pt x="366198" y="0"/>
                </a:lnTo>
                <a:lnTo>
                  <a:pt x="495957" y="76200"/>
                </a:lnTo>
                <a:lnTo>
                  <a:pt x="395570" y="76200"/>
                </a:lnTo>
                <a:lnTo>
                  <a:pt x="397786" y="88900"/>
                </a:lnTo>
                <a:lnTo>
                  <a:pt x="342374" y="88900"/>
                </a:lnTo>
                <a:lnTo>
                  <a:pt x="50287" y="571500"/>
                </a:lnTo>
                <a:lnTo>
                  <a:pt x="45776" y="584200"/>
                </a:lnTo>
                <a:close/>
              </a:path>
              <a:path w="4088129" h="2362200">
                <a:moveTo>
                  <a:pt x="908822" y="368300"/>
                </a:moveTo>
                <a:lnTo>
                  <a:pt x="878792" y="368300"/>
                </a:lnTo>
                <a:lnTo>
                  <a:pt x="395570" y="76200"/>
                </a:lnTo>
                <a:lnTo>
                  <a:pt x="495957" y="76200"/>
                </a:lnTo>
                <a:lnTo>
                  <a:pt x="906859" y="317500"/>
                </a:lnTo>
                <a:lnTo>
                  <a:pt x="919724" y="355600"/>
                </a:lnTo>
                <a:lnTo>
                  <a:pt x="916106" y="355600"/>
                </a:lnTo>
                <a:lnTo>
                  <a:pt x="908822" y="368300"/>
                </a:lnTo>
                <a:close/>
              </a:path>
              <a:path w="4088129" h="2362200">
                <a:moveTo>
                  <a:pt x="2331155" y="1905000"/>
                </a:moveTo>
                <a:lnTo>
                  <a:pt x="1760732" y="1905000"/>
                </a:lnTo>
                <a:lnTo>
                  <a:pt x="1672862" y="1879600"/>
                </a:lnTo>
                <a:lnTo>
                  <a:pt x="1504918" y="1828800"/>
                </a:lnTo>
                <a:lnTo>
                  <a:pt x="1464560" y="1803400"/>
                </a:lnTo>
                <a:lnTo>
                  <a:pt x="1385800" y="1778000"/>
                </a:lnTo>
                <a:lnTo>
                  <a:pt x="1347400" y="1752600"/>
                </a:lnTo>
                <a:lnTo>
                  <a:pt x="1309653" y="1727200"/>
                </a:lnTo>
                <a:lnTo>
                  <a:pt x="1272561" y="1714500"/>
                </a:lnTo>
                <a:lnTo>
                  <a:pt x="1236124" y="1689100"/>
                </a:lnTo>
                <a:lnTo>
                  <a:pt x="1200343" y="1663700"/>
                </a:lnTo>
                <a:lnTo>
                  <a:pt x="1165217" y="1638300"/>
                </a:lnTo>
                <a:lnTo>
                  <a:pt x="1130748" y="1612900"/>
                </a:lnTo>
                <a:lnTo>
                  <a:pt x="1096936" y="1587500"/>
                </a:lnTo>
                <a:lnTo>
                  <a:pt x="1063782" y="1562100"/>
                </a:lnTo>
                <a:lnTo>
                  <a:pt x="1031287" y="1536700"/>
                </a:lnTo>
                <a:lnTo>
                  <a:pt x="999450" y="1498600"/>
                </a:lnTo>
                <a:lnTo>
                  <a:pt x="968272" y="1473200"/>
                </a:lnTo>
                <a:lnTo>
                  <a:pt x="937755" y="1435100"/>
                </a:lnTo>
                <a:lnTo>
                  <a:pt x="907898" y="1409700"/>
                </a:lnTo>
                <a:lnTo>
                  <a:pt x="878702" y="1371600"/>
                </a:lnTo>
                <a:lnTo>
                  <a:pt x="850168" y="1346200"/>
                </a:lnTo>
                <a:lnTo>
                  <a:pt x="822297" y="1308100"/>
                </a:lnTo>
                <a:lnTo>
                  <a:pt x="795088" y="1270000"/>
                </a:lnTo>
                <a:lnTo>
                  <a:pt x="768542" y="1231900"/>
                </a:lnTo>
                <a:lnTo>
                  <a:pt x="742660" y="1193800"/>
                </a:lnTo>
                <a:lnTo>
                  <a:pt x="717443" y="1155700"/>
                </a:lnTo>
                <a:lnTo>
                  <a:pt x="692891" y="1117600"/>
                </a:lnTo>
                <a:lnTo>
                  <a:pt x="669005" y="1066800"/>
                </a:lnTo>
                <a:lnTo>
                  <a:pt x="645784" y="1028700"/>
                </a:lnTo>
                <a:lnTo>
                  <a:pt x="623231" y="977900"/>
                </a:lnTo>
                <a:lnTo>
                  <a:pt x="601344" y="939800"/>
                </a:lnTo>
                <a:lnTo>
                  <a:pt x="580126" y="889000"/>
                </a:lnTo>
                <a:lnTo>
                  <a:pt x="559576" y="850900"/>
                </a:lnTo>
                <a:lnTo>
                  <a:pt x="539695" y="800100"/>
                </a:lnTo>
                <a:lnTo>
                  <a:pt x="520483" y="749300"/>
                </a:lnTo>
                <a:lnTo>
                  <a:pt x="501942" y="698500"/>
                </a:lnTo>
                <a:lnTo>
                  <a:pt x="484071" y="647700"/>
                </a:lnTo>
                <a:lnTo>
                  <a:pt x="466872" y="596900"/>
                </a:lnTo>
                <a:lnTo>
                  <a:pt x="450344" y="546100"/>
                </a:lnTo>
                <a:lnTo>
                  <a:pt x="434489" y="495300"/>
                </a:lnTo>
                <a:lnTo>
                  <a:pt x="419306" y="431800"/>
                </a:lnTo>
                <a:lnTo>
                  <a:pt x="404797" y="381000"/>
                </a:lnTo>
                <a:lnTo>
                  <a:pt x="390962" y="330200"/>
                </a:lnTo>
                <a:lnTo>
                  <a:pt x="377802" y="266700"/>
                </a:lnTo>
                <a:lnTo>
                  <a:pt x="365317" y="215900"/>
                </a:lnTo>
                <a:lnTo>
                  <a:pt x="353507" y="152400"/>
                </a:lnTo>
                <a:lnTo>
                  <a:pt x="342374" y="88900"/>
                </a:lnTo>
                <a:lnTo>
                  <a:pt x="397786" y="88900"/>
                </a:lnTo>
                <a:lnTo>
                  <a:pt x="406648" y="139700"/>
                </a:lnTo>
                <a:lnTo>
                  <a:pt x="418407" y="203200"/>
                </a:lnTo>
                <a:lnTo>
                  <a:pt x="430845" y="254000"/>
                </a:lnTo>
                <a:lnTo>
                  <a:pt x="443963" y="317500"/>
                </a:lnTo>
                <a:lnTo>
                  <a:pt x="457760" y="368300"/>
                </a:lnTo>
                <a:lnTo>
                  <a:pt x="472234" y="419100"/>
                </a:lnTo>
                <a:lnTo>
                  <a:pt x="487386" y="482600"/>
                </a:lnTo>
                <a:lnTo>
                  <a:pt x="503215" y="533400"/>
                </a:lnTo>
                <a:lnTo>
                  <a:pt x="519721" y="584200"/>
                </a:lnTo>
                <a:lnTo>
                  <a:pt x="536902" y="635000"/>
                </a:lnTo>
                <a:lnTo>
                  <a:pt x="554758" y="685800"/>
                </a:lnTo>
                <a:lnTo>
                  <a:pt x="573289" y="736600"/>
                </a:lnTo>
                <a:lnTo>
                  <a:pt x="592494" y="787400"/>
                </a:lnTo>
                <a:lnTo>
                  <a:pt x="612372" y="825500"/>
                </a:lnTo>
                <a:lnTo>
                  <a:pt x="632923" y="876300"/>
                </a:lnTo>
                <a:lnTo>
                  <a:pt x="654147" y="927100"/>
                </a:lnTo>
                <a:lnTo>
                  <a:pt x="676042" y="965200"/>
                </a:lnTo>
                <a:lnTo>
                  <a:pt x="698608" y="1016000"/>
                </a:lnTo>
                <a:lnTo>
                  <a:pt x="721844" y="1054100"/>
                </a:lnTo>
                <a:lnTo>
                  <a:pt x="745750" y="1092200"/>
                </a:lnTo>
                <a:lnTo>
                  <a:pt x="770326" y="1130300"/>
                </a:lnTo>
                <a:lnTo>
                  <a:pt x="795570" y="1168400"/>
                </a:lnTo>
                <a:lnTo>
                  <a:pt x="821482" y="1206500"/>
                </a:lnTo>
                <a:lnTo>
                  <a:pt x="848062" y="1244600"/>
                </a:lnTo>
                <a:lnTo>
                  <a:pt x="875308" y="1282700"/>
                </a:lnTo>
                <a:lnTo>
                  <a:pt x="903221" y="1320800"/>
                </a:lnTo>
                <a:lnTo>
                  <a:pt x="931800" y="1346200"/>
                </a:lnTo>
                <a:lnTo>
                  <a:pt x="961043" y="1384300"/>
                </a:lnTo>
                <a:lnTo>
                  <a:pt x="990952" y="1422400"/>
                </a:lnTo>
                <a:lnTo>
                  <a:pt x="1021524" y="1447800"/>
                </a:lnTo>
                <a:lnTo>
                  <a:pt x="1052759" y="1473200"/>
                </a:lnTo>
                <a:lnTo>
                  <a:pt x="1084658" y="1511300"/>
                </a:lnTo>
                <a:lnTo>
                  <a:pt x="1117218" y="1536700"/>
                </a:lnTo>
                <a:lnTo>
                  <a:pt x="1150440" y="1562100"/>
                </a:lnTo>
                <a:lnTo>
                  <a:pt x="1184323" y="1587500"/>
                </a:lnTo>
                <a:lnTo>
                  <a:pt x="1218867" y="1612900"/>
                </a:lnTo>
                <a:lnTo>
                  <a:pt x="1254070" y="1638300"/>
                </a:lnTo>
                <a:lnTo>
                  <a:pt x="1289933" y="1651000"/>
                </a:lnTo>
                <a:lnTo>
                  <a:pt x="1326454" y="1676400"/>
                </a:lnTo>
                <a:lnTo>
                  <a:pt x="1363633" y="1701800"/>
                </a:lnTo>
                <a:lnTo>
                  <a:pt x="1401469" y="1714500"/>
                </a:lnTo>
                <a:lnTo>
                  <a:pt x="1439963" y="1739900"/>
                </a:lnTo>
                <a:lnTo>
                  <a:pt x="1518918" y="1765300"/>
                </a:lnTo>
                <a:lnTo>
                  <a:pt x="1559379" y="1790700"/>
                </a:lnTo>
                <a:lnTo>
                  <a:pt x="1727760" y="1841500"/>
                </a:lnTo>
                <a:lnTo>
                  <a:pt x="1771487" y="1841500"/>
                </a:lnTo>
                <a:lnTo>
                  <a:pt x="1815865" y="1854200"/>
                </a:lnTo>
                <a:lnTo>
                  <a:pt x="1862463" y="1866900"/>
                </a:lnTo>
                <a:lnTo>
                  <a:pt x="1908713" y="1866900"/>
                </a:lnTo>
                <a:lnTo>
                  <a:pt x="1954556" y="1879600"/>
                </a:lnTo>
                <a:lnTo>
                  <a:pt x="2405121" y="1879600"/>
                </a:lnTo>
                <a:lnTo>
                  <a:pt x="2380616" y="1892300"/>
                </a:lnTo>
                <a:lnTo>
                  <a:pt x="2331155" y="1905000"/>
                </a:lnTo>
                <a:close/>
              </a:path>
              <a:path w="4088129" h="2362200">
                <a:moveTo>
                  <a:pt x="2075535" y="1879600"/>
                </a:moveTo>
                <a:lnTo>
                  <a:pt x="1999929" y="1879600"/>
                </a:lnTo>
                <a:lnTo>
                  <a:pt x="1959783" y="1828800"/>
                </a:lnTo>
                <a:lnTo>
                  <a:pt x="1922995" y="1790700"/>
                </a:lnTo>
                <a:lnTo>
                  <a:pt x="1889480" y="1739900"/>
                </a:lnTo>
                <a:lnTo>
                  <a:pt x="1859156" y="1689100"/>
                </a:lnTo>
                <a:lnTo>
                  <a:pt x="1831939" y="1651000"/>
                </a:lnTo>
                <a:lnTo>
                  <a:pt x="1807746" y="1600200"/>
                </a:lnTo>
                <a:lnTo>
                  <a:pt x="1786492" y="1549400"/>
                </a:lnTo>
                <a:lnTo>
                  <a:pt x="1768095" y="1511300"/>
                </a:lnTo>
                <a:lnTo>
                  <a:pt x="1752471" y="1460500"/>
                </a:lnTo>
                <a:lnTo>
                  <a:pt x="1739537" y="1422400"/>
                </a:lnTo>
                <a:lnTo>
                  <a:pt x="1729208" y="1371600"/>
                </a:lnTo>
                <a:lnTo>
                  <a:pt x="1721402" y="1320800"/>
                </a:lnTo>
                <a:lnTo>
                  <a:pt x="1716035" y="1282700"/>
                </a:lnTo>
                <a:lnTo>
                  <a:pt x="1713024" y="1231900"/>
                </a:lnTo>
                <a:lnTo>
                  <a:pt x="1712284" y="1193800"/>
                </a:lnTo>
                <a:lnTo>
                  <a:pt x="1713734" y="1143000"/>
                </a:lnTo>
                <a:lnTo>
                  <a:pt x="1717288" y="1104900"/>
                </a:lnTo>
                <a:lnTo>
                  <a:pt x="1722864" y="1066800"/>
                </a:lnTo>
                <a:lnTo>
                  <a:pt x="1730378" y="1016000"/>
                </a:lnTo>
                <a:lnTo>
                  <a:pt x="1739746" y="977900"/>
                </a:lnTo>
                <a:lnTo>
                  <a:pt x="1750886" y="939800"/>
                </a:lnTo>
                <a:lnTo>
                  <a:pt x="1763713" y="901700"/>
                </a:lnTo>
                <a:lnTo>
                  <a:pt x="1778144" y="850900"/>
                </a:lnTo>
                <a:lnTo>
                  <a:pt x="1794096" y="812800"/>
                </a:lnTo>
                <a:lnTo>
                  <a:pt x="1811485" y="774700"/>
                </a:lnTo>
                <a:lnTo>
                  <a:pt x="1830228" y="736600"/>
                </a:lnTo>
                <a:lnTo>
                  <a:pt x="1850241" y="711200"/>
                </a:lnTo>
                <a:lnTo>
                  <a:pt x="1871440" y="673100"/>
                </a:lnTo>
                <a:lnTo>
                  <a:pt x="1893743" y="635000"/>
                </a:lnTo>
                <a:lnTo>
                  <a:pt x="1917065" y="596900"/>
                </a:lnTo>
                <a:lnTo>
                  <a:pt x="1941323" y="571500"/>
                </a:lnTo>
                <a:lnTo>
                  <a:pt x="1966434" y="546100"/>
                </a:lnTo>
                <a:lnTo>
                  <a:pt x="1992314" y="508000"/>
                </a:lnTo>
                <a:lnTo>
                  <a:pt x="2027035" y="469900"/>
                </a:lnTo>
                <a:lnTo>
                  <a:pt x="2063003" y="431800"/>
                </a:lnTo>
                <a:lnTo>
                  <a:pt x="2100126" y="406400"/>
                </a:lnTo>
                <a:lnTo>
                  <a:pt x="2138309" y="368300"/>
                </a:lnTo>
                <a:lnTo>
                  <a:pt x="2177461" y="342900"/>
                </a:lnTo>
                <a:lnTo>
                  <a:pt x="2217488" y="317500"/>
                </a:lnTo>
                <a:lnTo>
                  <a:pt x="2258298" y="292100"/>
                </a:lnTo>
                <a:lnTo>
                  <a:pt x="2341891" y="241300"/>
                </a:lnTo>
                <a:lnTo>
                  <a:pt x="2384489" y="228600"/>
                </a:lnTo>
                <a:lnTo>
                  <a:pt x="2427497" y="203200"/>
                </a:lnTo>
                <a:lnTo>
                  <a:pt x="2514373" y="177800"/>
                </a:lnTo>
                <a:lnTo>
                  <a:pt x="2623494" y="152400"/>
                </a:lnTo>
                <a:lnTo>
                  <a:pt x="2779203" y="152400"/>
                </a:lnTo>
                <a:lnTo>
                  <a:pt x="2875856" y="177800"/>
                </a:lnTo>
                <a:lnTo>
                  <a:pt x="2921565" y="190500"/>
                </a:lnTo>
                <a:lnTo>
                  <a:pt x="2943442" y="203200"/>
                </a:lnTo>
                <a:lnTo>
                  <a:pt x="2655390" y="203200"/>
                </a:lnTo>
                <a:lnTo>
                  <a:pt x="2610443" y="215900"/>
                </a:lnTo>
                <a:lnTo>
                  <a:pt x="2567883" y="215900"/>
                </a:lnTo>
                <a:lnTo>
                  <a:pt x="2528188" y="228600"/>
                </a:lnTo>
                <a:lnTo>
                  <a:pt x="2439879" y="254000"/>
                </a:lnTo>
                <a:lnTo>
                  <a:pt x="2352150" y="304800"/>
                </a:lnTo>
                <a:lnTo>
                  <a:pt x="2308906" y="317500"/>
                </a:lnTo>
                <a:lnTo>
                  <a:pt x="2266289" y="342900"/>
                </a:lnTo>
                <a:lnTo>
                  <a:pt x="2224461" y="381000"/>
                </a:lnTo>
                <a:lnTo>
                  <a:pt x="2183582" y="406400"/>
                </a:lnTo>
                <a:lnTo>
                  <a:pt x="2143814" y="444500"/>
                </a:lnTo>
                <a:lnTo>
                  <a:pt x="2105318" y="469900"/>
                </a:lnTo>
                <a:lnTo>
                  <a:pt x="2068253" y="508000"/>
                </a:lnTo>
                <a:lnTo>
                  <a:pt x="2032782" y="546100"/>
                </a:lnTo>
                <a:lnTo>
                  <a:pt x="2007654" y="571500"/>
                </a:lnTo>
                <a:lnTo>
                  <a:pt x="1983295" y="609600"/>
                </a:lnTo>
                <a:lnTo>
                  <a:pt x="1959793" y="635000"/>
                </a:lnTo>
                <a:lnTo>
                  <a:pt x="1937231" y="673100"/>
                </a:lnTo>
                <a:lnTo>
                  <a:pt x="1895271" y="736600"/>
                </a:lnTo>
                <a:lnTo>
                  <a:pt x="1876044" y="774700"/>
                </a:lnTo>
                <a:lnTo>
                  <a:pt x="1858099" y="812800"/>
                </a:lnTo>
                <a:lnTo>
                  <a:pt x="1841521" y="850900"/>
                </a:lnTo>
                <a:lnTo>
                  <a:pt x="1826395" y="889000"/>
                </a:lnTo>
                <a:lnTo>
                  <a:pt x="1812807" y="927100"/>
                </a:lnTo>
                <a:lnTo>
                  <a:pt x="1800842" y="965200"/>
                </a:lnTo>
                <a:lnTo>
                  <a:pt x="1790586" y="1003300"/>
                </a:lnTo>
                <a:lnTo>
                  <a:pt x="1782123" y="1041400"/>
                </a:lnTo>
                <a:lnTo>
                  <a:pt x="1775540" y="1079500"/>
                </a:lnTo>
                <a:lnTo>
                  <a:pt x="1770920" y="1130300"/>
                </a:lnTo>
                <a:lnTo>
                  <a:pt x="1768350" y="1168400"/>
                </a:lnTo>
                <a:lnTo>
                  <a:pt x="1767914" y="1206500"/>
                </a:lnTo>
                <a:lnTo>
                  <a:pt x="1769699" y="1257300"/>
                </a:lnTo>
                <a:lnTo>
                  <a:pt x="1773789" y="1295400"/>
                </a:lnTo>
                <a:lnTo>
                  <a:pt x="1780269" y="1346200"/>
                </a:lnTo>
                <a:lnTo>
                  <a:pt x="1789225" y="1384300"/>
                </a:lnTo>
                <a:lnTo>
                  <a:pt x="1800742" y="1435100"/>
                </a:lnTo>
                <a:lnTo>
                  <a:pt x="1814906" y="1473200"/>
                </a:lnTo>
                <a:lnTo>
                  <a:pt x="1831801" y="1524000"/>
                </a:lnTo>
                <a:lnTo>
                  <a:pt x="1851513" y="1562100"/>
                </a:lnTo>
                <a:lnTo>
                  <a:pt x="1874128" y="1612900"/>
                </a:lnTo>
                <a:lnTo>
                  <a:pt x="1899729" y="1651000"/>
                </a:lnTo>
                <a:lnTo>
                  <a:pt x="1928404" y="1701800"/>
                </a:lnTo>
                <a:lnTo>
                  <a:pt x="1960236" y="1739900"/>
                </a:lnTo>
                <a:lnTo>
                  <a:pt x="1995312" y="1790700"/>
                </a:lnTo>
                <a:lnTo>
                  <a:pt x="2033717" y="1828800"/>
                </a:lnTo>
                <a:lnTo>
                  <a:pt x="2075535" y="1879600"/>
                </a:lnTo>
                <a:close/>
              </a:path>
              <a:path w="4088129" h="2362200">
                <a:moveTo>
                  <a:pt x="2405121" y="1879600"/>
                </a:moveTo>
                <a:lnTo>
                  <a:pt x="2128619" y="1879600"/>
                </a:lnTo>
                <a:lnTo>
                  <a:pt x="2180963" y="1866900"/>
                </a:lnTo>
                <a:lnTo>
                  <a:pt x="2232527" y="1866900"/>
                </a:lnTo>
                <a:lnTo>
                  <a:pt x="2430194" y="1816100"/>
                </a:lnTo>
                <a:lnTo>
                  <a:pt x="2477264" y="1790700"/>
                </a:lnTo>
                <a:lnTo>
                  <a:pt x="2523317" y="1778000"/>
                </a:lnTo>
                <a:lnTo>
                  <a:pt x="2568311" y="1752600"/>
                </a:lnTo>
                <a:lnTo>
                  <a:pt x="2612209" y="1739900"/>
                </a:lnTo>
                <a:lnTo>
                  <a:pt x="2654969" y="1714500"/>
                </a:lnTo>
                <a:lnTo>
                  <a:pt x="2696553" y="1689100"/>
                </a:lnTo>
                <a:lnTo>
                  <a:pt x="2736919" y="1651000"/>
                </a:lnTo>
                <a:lnTo>
                  <a:pt x="2776030" y="1625600"/>
                </a:lnTo>
                <a:lnTo>
                  <a:pt x="2813844" y="1600200"/>
                </a:lnTo>
                <a:lnTo>
                  <a:pt x="2850323" y="1562100"/>
                </a:lnTo>
                <a:lnTo>
                  <a:pt x="2885427" y="1536700"/>
                </a:lnTo>
                <a:lnTo>
                  <a:pt x="2919115" y="1498600"/>
                </a:lnTo>
                <a:lnTo>
                  <a:pt x="2951348" y="1473200"/>
                </a:lnTo>
                <a:lnTo>
                  <a:pt x="2982086" y="1435100"/>
                </a:lnTo>
                <a:lnTo>
                  <a:pt x="3011291" y="1397000"/>
                </a:lnTo>
                <a:lnTo>
                  <a:pt x="3038921" y="1358900"/>
                </a:lnTo>
                <a:lnTo>
                  <a:pt x="3064937" y="1320800"/>
                </a:lnTo>
                <a:lnTo>
                  <a:pt x="3089300" y="1282700"/>
                </a:lnTo>
                <a:lnTo>
                  <a:pt x="3111969" y="1244600"/>
                </a:lnTo>
                <a:lnTo>
                  <a:pt x="3132906" y="1206500"/>
                </a:lnTo>
                <a:lnTo>
                  <a:pt x="3152070" y="1168400"/>
                </a:lnTo>
                <a:lnTo>
                  <a:pt x="3174080" y="1117600"/>
                </a:lnTo>
                <a:lnTo>
                  <a:pt x="3192962" y="1066800"/>
                </a:lnTo>
                <a:lnTo>
                  <a:pt x="3208729" y="1016000"/>
                </a:lnTo>
                <a:lnTo>
                  <a:pt x="3221392" y="965200"/>
                </a:lnTo>
                <a:lnTo>
                  <a:pt x="3230964" y="927100"/>
                </a:lnTo>
                <a:lnTo>
                  <a:pt x="3237459" y="876300"/>
                </a:lnTo>
                <a:lnTo>
                  <a:pt x="3240888" y="825500"/>
                </a:lnTo>
                <a:lnTo>
                  <a:pt x="3240982" y="812800"/>
                </a:lnTo>
                <a:lnTo>
                  <a:pt x="3241076" y="800100"/>
                </a:lnTo>
                <a:lnTo>
                  <a:pt x="3241170" y="787400"/>
                </a:lnTo>
                <a:lnTo>
                  <a:pt x="3238601" y="736600"/>
                </a:lnTo>
                <a:lnTo>
                  <a:pt x="3232910" y="685800"/>
                </a:lnTo>
                <a:lnTo>
                  <a:pt x="3224205" y="647700"/>
                </a:lnTo>
                <a:lnTo>
                  <a:pt x="3212497" y="596900"/>
                </a:lnTo>
                <a:lnTo>
                  <a:pt x="3197800" y="558800"/>
                </a:lnTo>
                <a:lnTo>
                  <a:pt x="3180127" y="520700"/>
                </a:lnTo>
                <a:lnTo>
                  <a:pt x="3159489" y="482600"/>
                </a:lnTo>
                <a:lnTo>
                  <a:pt x="3135900" y="444500"/>
                </a:lnTo>
                <a:lnTo>
                  <a:pt x="3109372" y="406400"/>
                </a:lnTo>
                <a:lnTo>
                  <a:pt x="3079917" y="381000"/>
                </a:lnTo>
                <a:lnTo>
                  <a:pt x="3047550" y="342900"/>
                </a:lnTo>
                <a:lnTo>
                  <a:pt x="3012281" y="317500"/>
                </a:lnTo>
                <a:lnTo>
                  <a:pt x="2969115" y="279400"/>
                </a:lnTo>
                <a:lnTo>
                  <a:pt x="2924984" y="254000"/>
                </a:lnTo>
                <a:lnTo>
                  <a:pt x="2745890" y="203200"/>
                </a:lnTo>
                <a:lnTo>
                  <a:pt x="2943442" y="203200"/>
                </a:lnTo>
                <a:lnTo>
                  <a:pt x="2965319" y="215900"/>
                </a:lnTo>
                <a:lnTo>
                  <a:pt x="3006960" y="241300"/>
                </a:lnTo>
                <a:lnTo>
                  <a:pt x="3046331" y="266700"/>
                </a:lnTo>
                <a:lnTo>
                  <a:pt x="3082313" y="304800"/>
                </a:lnTo>
                <a:lnTo>
                  <a:pt x="3115531" y="330200"/>
                </a:lnTo>
                <a:lnTo>
                  <a:pt x="3145968" y="368300"/>
                </a:lnTo>
                <a:lnTo>
                  <a:pt x="3173610" y="406400"/>
                </a:lnTo>
                <a:lnTo>
                  <a:pt x="3198443" y="444500"/>
                </a:lnTo>
                <a:lnTo>
                  <a:pt x="3220450" y="482600"/>
                </a:lnTo>
                <a:lnTo>
                  <a:pt x="3239617" y="520700"/>
                </a:lnTo>
                <a:lnTo>
                  <a:pt x="3255930" y="571500"/>
                </a:lnTo>
                <a:lnTo>
                  <a:pt x="3269372" y="609600"/>
                </a:lnTo>
                <a:lnTo>
                  <a:pt x="3279929" y="660400"/>
                </a:lnTo>
                <a:lnTo>
                  <a:pt x="3287586" y="698500"/>
                </a:lnTo>
                <a:lnTo>
                  <a:pt x="3292328" y="749300"/>
                </a:lnTo>
                <a:lnTo>
                  <a:pt x="3294140" y="800100"/>
                </a:lnTo>
                <a:lnTo>
                  <a:pt x="3293007" y="838200"/>
                </a:lnTo>
                <a:lnTo>
                  <a:pt x="3288913" y="889000"/>
                </a:lnTo>
                <a:lnTo>
                  <a:pt x="3281845" y="939800"/>
                </a:lnTo>
                <a:lnTo>
                  <a:pt x="3271786" y="990600"/>
                </a:lnTo>
                <a:lnTo>
                  <a:pt x="3258722" y="1041400"/>
                </a:lnTo>
                <a:lnTo>
                  <a:pt x="3242638" y="1092200"/>
                </a:lnTo>
                <a:lnTo>
                  <a:pt x="3223519" y="1143000"/>
                </a:lnTo>
                <a:lnTo>
                  <a:pt x="3201349" y="1193800"/>
                </a:lnTo>
                <a:lnTo>
                  <a:pt x="3179914" y="1231900"/>
                </a:lnTo>
                <a:lnTo>
                  <a:pt x="3156641" y="1282700"/>
                </a:lnTo>
                <a:lnTo>
                  <a:pt x="3131581" y="1320800"/>
                </a:lnTo>
                <a:lnTo>
                  <a:pt x="3104786" y="1358900"/>
                </a:lnTo>
                <a:lnTo>
                  <a:pt x="3076306" y="1409700"/>
                </a:lnTo>
                <a:lnTo>
                  <a:pt x="3046194" y="1447800"/>
                </a:lnTo>
                <a:lnTo>
                  <a:pt x="3014501" y="1485900"/>
                </a:lnTo>
                <a:lnTo>
                  <a:pt x="2981277" y="1524000"/>
                </a:lnTo>
                <a:lnTo>
                  <a:pt x="2946575" y="1549400"/>
                </a:lnTo>
                <a:lnTo>
                  <a:pt x="2910445" y="1587500"/>
                </a:lnTo>
                <a:lnTo>
                  <a:pt x="2872939" y="1625600"/>
                </a:lnTo>
                <a:lnTo>
                  <a:pt x="2834108" y="1651000"/>
                </a:lnTo>
                <a:lnTo>
                  <a:pt x="2794004" y="1689100"/>
                </a:lnTo>
                <a:lnTo>
                  <a:pt x="2752677" y="1714500"/>
                </a:lnTo>
                <a:lnTo>
                  <a:pt x="2710180" y="1739900"/>
                </a:lnTo>
                <a:lnTo>
                  <a:pt x="2666563" y="1765300"/>
                </a:lnTo>
                <a:lnTo>
                  <a:pt x="2573569" y="1816100"/>
                </a:lnTo>
                <a:lnTo>
                  <a:pt x="2526143" y="1841500"/>
                </a:lnTo>
                <a:lnTo>
                  <a:pt x="2429627" y="1866900"/>
                </a:lnTo>
                <a:lnTo>
                  <a:pt x="2405121" y="1879600"/>
                </a:lnTo>
                <a:close/>
              </a:path>
              <a:path w="4088129" h="2362200">
                <a:moveTo>
                  <a:pt x="2180468" y="1930400"/>
                </a:moveTo>
                <a:lnTo>
                  <a:pt x="1905180" y="1930400"/>
                </a:lnTo>
                <a:lnTo>
                  <a:pt x="1805639" y="1905000"/>
                </a:lnTo>
                <a:lnTo>
                  <a:pt x="2281284" y="1905000"/>
                </a:lnTo>
                <a:lnTo>
                  <a:pt x="2180468" y="1930400"/>
                </a:lnTo>
                <a:close/>
              </a:path>
              <a:path w="4088129" h="2362200">
                <a:moveTo>
                  <a:pt x="3223270" y="2349500"/>
                </a:moveTo>
                <a:lnTo>
                  <a:pt x="2849338" y="2349500"/>
                </a:lnTo>
                <a:lnTo>
                  <a:pt x="2758160" y="2324100"/>
                </a:lnTo>
                <a:lnTo>
                  <a:pt x="2710409" y="2324100"/>
                </a:lnTo>
                <a:lnTo>
                  <a:pt x="2663111" y="2311400"/>
                </a:lnTo>
                <a:lnTo>
                  <a:pt x="2616275" y="2286000"/>
                </a:lnTo>
                <a:lnTo>
                  <a:pt x="2524027" y="2260600"/>
                </a:lnTo>
                <a:lnTo>
                  <a:pt x="2478633" y="2235200"/>
                </a:lnTo>
                <a:lnTo>
                  <a:pt x="2345483" y="2159000"/>
                </a:lnTo>
                <a:lnTo>
                  <a:pt x="2259335" y="2108200"/>
                </a:lnTo>
                <a:lnTo>
                  <a:pt x="2217074" y="2070100"/>
                </a:lnTo>
                <a:lnTo>
                  <a:pt x="2175368" y="2044700"/>
                </a:lnTo>
                <a:lnTo>
                  <a:pt x="2134225" y="2006600"/>
                </a:lnTo>
                <a:lnTo>
                  <a:pt x="2093656" y="1968500"/>
                </a:lnTo>
                <a:lnTo>
                  <a:pt x="2053669" y="1930400"/>
                </a:lnTo>
                <a:lnTo>
                  <a:pt x="2129601" y="1930400"/>
                </a:lnTo>
                <a:lnTo>
                  <a:pt x="2168941" y="1968500"/>
                </a:lnTo>
                <a:lnTo>
                  <a:pt x="2208751" y="1993900"/>
                </a:lnTo>
                <a:lnTo>
                  <a:pt x="2249028" y="2032000"/>
                </a:lnTo>
                <a:lnTo>
                  <a:pt x="2289769" y="2057400"/>
                </a:lnTo>
                <a:lnTo>
                  <a:pt x="2330972" y="2095500"/>
                </a:lnTo>
                <a:lnTo>
                  <a:pt x="2414748" y="2146300"/>
                </a:lnTo>
                <a:lnTo>
                  <a:pt x="2457316" y="2159000"/>
                </a:lnTo>
                <a:lnTo>
                  <a:pt x="2543797" y="2209800"/>
                </a:lnTo>
                <a:lnTo>
                  <a:pt x="2860294" y="2298700"/>
                </a:lnTo>
                <a:lnTo>
                  <a:pt x="3002338" y="2298700"/>
                </a:lnTo>
                <a:lnTo>
                  <a:pt x="3050517" y="2311400"/>
                </a:lnTo>
                <a:lnTo>
                  <a:pt x="3414459" y="2311400"/>
                </a:lnTo>
                <a:lnTo>
                  <a:pt x="3318426" y="2336800"/>
                </a:lnTo>
                <a:lnTo>
                  <a:pt x="3270732" y="2336800"/>
                </a:lnTo>
                <a:lnTo>
                  <a:pt x="3223270" y="2349500"/>
                </a:lnTo>
                <a:close/>
              </a:path>
              <a:path w="4088129" h="2362200">
                <a:moveTo>
                  <a:pt x="3414459" y="2311400"/>
                </a:moveTo>
                <a:lnTo>
                  <a:pt x="3050517" y="2311400"/>
                </a:lnTo>
                <a:lnTo>
                  <a:pt x="3099108" y="2298700"/>
                </a:lnTo>
                <a:lnTo>
                  <a:pt x="3197511" y="2298700"/>
                </a:lnTo>
                <a:lnTo>
                  <a:pt x="3247317" y="2286000"/>
                </a:lnTo>
                <a:lnTo>
                  <a:pt x="3297523" y="2286000"/>
                </a:lnTo>
                <a:lnTo>
                  <a:pt x="3399120" y="2260600"/>
                </a:lnTo>
                <a:lnTo>
                  <a:pt x="3477681" y="2235200"/>
                </a:lnTo>
                <a:lnTo>
                  <a:pt x="3552614" y="2209800"/>
                </a:lnTo>
                <a:lnTo>
                  <a:pt x="3623575" y="2184400"/>
                </a:lnTo>
                <a:lnTo>
                  <a:pt x="3690220" y="2159000"/>
                </a:lnTo>
                <a:lnTo>
                  <a:pt x="3752205" y="2120900"/>
                </a:lnTo>
                <a:lnTo>
                  <a:pt x="3809185" y="2095500"/>
                </a:lnTo>
                <a:lnTo>
                  <a:pt x="3860816" y="2070100"/>
                </a:lnTo>
                <a:lnTo>
                  <a:pt x="3906755" y="2044700"/>
                </a:lnTo>
                <a:lnTo>
                  <a:pt x="3946657" y="2019300"/>
                </a:lnTo>
                <a:lnTo>
                  <a:pt x="3980177" y="1993900"/>
                </a:lnTo>
                <a:lnTo>
                  <a:pt x="4006972" y="1981200"/>
                </a:lnTo>
                <a:lnTo>
                  <a:pt x="4026697" y="1955800"/>
                </a:lnTo>
                <a:lnTo>
                  <a:pt x="4039008" y="1955800"/>
                </a:lnTo>
                <a:lnTo>
                  <a:pt x="4043561" y="1943100"/>
                </a:lnTo>
                <a:lnTo>
                  <a:pt x="4073484" y="1943100"/>
                </a:lnTo>
                <a:lnTo>
                  <a:pt x="4081745" y="1955800"/>
                </a:lnTo>
                <a:lnTo>
                  <a:pt x="4086681" y="1968500"/>
                </a:lnTo>
                <a:lnTo>
                  <a:pt x="4087538" y="1968500"/>
                </a:lnTo>
                <a:lnTo>
                  <a:pt x="4084438" y="1981200"/>
                </a:lnTo>
                <a:lnTo>
                  <a:pt x="4077503" y="1993900"/>
                </a:lnTo>
                <a:lnTo>
                  <a:pt x="4071899" y="1993900"/>
                </a:lnTo>
                <a:lnTo>
                  <a:pt x="4059733" y="2006600"/>
                </a:lnTo>
                <a:lnTo>
                  <a:pt x="4041244" y="2019300"/>
                </a:lnTo>
                <a:lnTo>
                  <a:pt x="4016677" y="2032000"/>
                </a:lnTo>
                <a:lnTo>
                  <a:pt x="3986272" y="2057400"/>
                </a:lnTo>
                <a:lnTo>
                  <a:pt x="3950273" y="2082800"/>
                </a:lnTo>
                <a:lnTo>
                  <a:pt x="3908921" y="2108200"/>
                </a:lnTo>
                <a:lnTo>
                  <a:pt x="3862458" y="2133600"/>
                </a:lnTo>
                <a:lnTo>
                  <a:pt x="3811127" y="2159000"/>
                </a:lnTo>
                <a:lnTo>
                  <a:pt x="3755169" y="2184400"/>
                </a:lnTo>
                <a:lnTo>
                  <a:pt x="3694827" y="2209800"/>
                </a:lnTo>
                <a:lnTo>
                  <a:pt x="3630343" y="2235200"/>
                </a:lnTo>
                <a:lnTo>
                  <a:pt x="3561959" y="2260600"/>
                </a:lnTo>
                <a:lnTo>
                  <a:pt x="3489917" y="2286000"/>
                </a:lnTo>
                <a:lnTo>
                  <a:pt x="3414459" y="2311400"/>
                </a:lnTo>
                <a:close/>
              </a:path>
              <a:path w="4088129" h="2362200">
                <a:moveTo>
                  <a:pt x="3082403" y="2362200"/>
                </a:moveTo>
                <a:lnTo>
                  <a:pt x="2988832" y="2362200"/>
                </a:lnTo>
                <a:lnTo>
                  <a:pt x="2941990" y="2349500"/>
                </a:lnTo>
                <a:lnTo>
                  <a:pt x="3129092" y="2349500"/>
                </a:lnTo>
                <a:lnTo>
                  <a:pt x="3082403" y="2362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50" rIns="0" bIns="0" rtlCol="0">
            <a:spAutoFit/>
          </a:bodyPr>
          <a:lstStyle/>
          <a:p>
            <a:pPr marL="1046480">
              <a:lnSpc>
                <a:spcPct val="100000"/>
              </a:lnSpc>
              <a:spcBef>
                <a:spcPts val="100"/>
              </a:spcBef>
            </a:pPr>
            <a:r>
              <a:rPr sz="4100" spc="-90" dirty="0"/>
              <a:t>Which</a:t>
            </a:r>
            <a:r>
              <a:rPr sz="4100" spc="-140" dirty="0"/>
              <a:t> </a:t>
            </a:r>
            <a:r>
              <a:rPr sz="4100" spc="-75" dirty="0"/>
              <a:t>energy</a:t>
            </a:r>
            <a:r>
              <a:rPr sz="4100" spc="-135" dirty="0"/>
              <a:t> </a:t>
            </a:r>
            <a:r>
              <a:rPr sz="4100" spc="-20" dirty="0"/>
              <a:t>types</a:t>
            </a:r>
            <a:r>
              <a:rPr sz="4100" spc="-140" dirty="0"/>
              <a:t> </a:t>
            </a:r>
            <a:r>
              <a:rPr sz="4100" spc="-95" dirty="0"/>
              <a:t>contribute</a:t>
            </a:r>
            <a:r>
              <a:rPr sz="4100" spc="-135" dirty="0"/>
              <a:t> </a:t>
            </a:r>
            <a:r>
              <a:rPr sz="4100" spc="-25" dirty="0"/>
              <a:t>most</a:t>
            </a:r>
            <a:r>
              <a:rPr sz="4100" spc="-140" dirty="0"/>
              <a:t> </a:t>
            </a:r>
            <a:r>
              <a:rPr sz="4100" dirty="0"/>
              <a:t>to</a:t>
            </a:r>
            <a:r>
              <a:rPr sz="4100" spc="-135" dirty="0"/>
              <a:t> </a:t>
            </a:r>
            <a:r>
              <a:rPr sz="4100" spc="-70" dirty="0"/>
              <a:t>emissions</a:t>
            </a:r>
            <a:r>
              <a:rPr sz="4100" spc="-135" dirty="0"/>
              <a:t> </a:t>
            </a:r>
            <a:r>
              <a:rPr sz="4100" spc="-50" dirty="0"/>
              <a:t>across</a:t>
            </a:r>
            <a:r>
              <a:rPr sz="4100" spc="-140" dirty="0"/>
              <a:t> </a:t>
            </a:r>
            <a:r>
              <a:rPr sz="4100" dirty="0"/>
              <a:t>all</a:t>
            </a:r>
            <a:r>
              <a:rPr sz="4100" spc="-135" dirty="0"/>
              <a:t> </a:t>
            </a:r>
            <a:r>
              <a:rPr sz="4100" spc="-80" dirty="0"/>
              <a:t>countries?</a:t>
            </a:r>
            <a:endParaRPr sz="4100"/>
          </a:p>
        </p:txBody>
      </p:sp>
      <p:sp>
        <p:nvSpPr>
          <p:cNvPr id="5" name="object 5"/>
          <p:cNvSpPr txBox="1"/>
          <p:nvPr/>
        </p:nvSpPr>
        <p:spPr>
          <a:xfrm>
            <a:off x="10963514" y="5190541"/>
            <a:ext cx="6089650" cy="4403725"/>
          </a:xfrm>
          <a:prstGeom prst="rect">
            <a:avLst/>
          </a:prstGeom>
          <a:solidFill>
            <a:srgbClr val="98BCD5"/>
          </a:solidFill>
        </p:spPr>
        <p:txBody>
          <a:bodyPr vert="horz" wrap="square" lIns="0" tIns="77470" rIns="0" bIns="0" rtlCol="0">
            <a:spAutoFit/>
          </a:bodyPr>
          <a:lstStyle/>
          <a:p>
            <a:pPr marL="106045" algn="ctr">
              <a:lnSpc>
                <a:spcPct val="100000"/>
              </a:lnSpc>
              <a:spcBef>
                <a:spcPts val="610"/>
              </a:spcBef>
            </a:pPr>
            <a:r>
              <a:rPr sz="3350" spc="114" dirty="0">
                <a:latin typeface="Times New Roman"/>
                <a:cs typeface="Times New Roman"/>
              </a:rPr>
              <a:t>SELECT</a:t>
            </a:r>
            <a:endParaRPr sz="3350">
              <a:latin typeface="Times New Roman"/>
              <a:cs typeface="Times New Roman"/>
            </a:endParaRPr>
          </a:p>
          <a:p>
            <a:pPr marL="300990" marR="186690" algn="ctr">
              <a:lnSpc>
                <a:spcPct val="116199"/>
              </a:lnSpc>
            </a:pPr>
            <a:r>
              <a:rPr sz="3350" spc="20" dirty="0">
                <a:latin typeface="Times New Roman"/>
                <a:cs typeface="Times New Roman"/>
              </a:rPr>
              <a:t>energy_type,SUM(emission)</a:t>
            </a:r>
            <a:r>
              <a:rPr sz="3350" spc="695" dirty="0">
                <a:latin typeface="Times New Roman"/>
                <a:cs typeface="Times New Roman"/>
              </a:rPr>
              <a:t> </a:t>
            </a:r>
            <a:r>
              <a:rPr sz="3350" spc="55" dirty="0">
                <a:latin typeface="Times New Roman"/>
                <a:cs typeface="Times New Roman"/>
              </a:rPr>
              <a:t>as total_emission</a:t>
            </a:r>
            <a:r>
              <a:rPr sz="3350" spc="45" dirty="0">
                <a:latin typeface="Times New Roman"/>
                <a:cs typeface="Times New Roman"/>
              </a:rPr>
              <a:t> </a:t>
            </a:r>
            <a:r>
              <a:rPr sz="3350" spc="60" dirty="0">
                <a:latin typeface="Times New Roman"/>
                <a:cs typeface="Times New Roman"/>
              </a:rPr>
              <a:t>from</a:t>
            </a:r>
            <a:r>
              <a:rPr sz="3350" spc="835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emission_3</a:t>
            </a:r>
            <a:endParaRPr sz="3350">
              <a:latin typeface="Times New Roman"/>
              <a:cs typeface="Times New Roman"/>
            </a:endParaRPr>
          </a:p>
          <a:p>
            <a:pPr marL="546735" marR="432434" algn="ctr">
              <a:lnSpc>
                <a:spcPct val="116199"/>
              </a:lnSpc>
            </a:pPr>
            <a:r>
              <a:rPr sz="3350" spc="190" dirty="0">
                <a:latin typeface="Times New Roman"/>
                <a:cs typeface="Times New Roman"/>
              </a:rPr>
              <a:t>GROUP</a:t>
            </a:r>
            <a:r>
              <a:rPr sz="3350" spc="-5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BY</a:t>
            </a:r>
            <a:r>
              <a:rPr sz="3350" spc="-50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energy_type </a:t>
            </a:r>
            <a:r>
              <a:rPr sz="3350" spc="110" dirty="0">
                <a:latin typeface="Times New Roman"/>
                <a:cs typeface="Times New Roman"/>
              </a:rPr>
              <a:t>order</a:t>
            </a:r>
            <a:r>
              <a:rPr sz="3350" spc="4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by</a:t>
            </a:r>
            <a:r>
              <a:rPr sz="3350" spc="45" dirty="0">
                <a:latin typeface="Times New Roman"/>
                <a:cs typeface="Times New Roman"/>
              </a:rPr>
              <a:t> </a:t>
            </a:r>
            <a:r>
              <a:rPr sz="3350" spc="55" dirty="0">
                <a:latin typeface="Times New Roman"/>
                <a:cs typeface="Times New Roman"/>
              </a:rPr>
              <a:t>total_emission</a:t>
            </a:r>
            <a:r>
              <a:rPr sz="3350" spc="50" dirty="0">
                <a:latin typeface="Times New Roman"/>
                <a:cs typeface="Times New Roman"/>
              </a:rPr>
              <a:t> </a:t>
            </a:r>
            <a:r>
              <a:rPr sz="3350" spc="-20" dirty="0">
                <a:latin typeface="Times New Roman"/>
                <a:cs typeface="Times New Roman"/>
              </a:rPr>
              <a:t>desc </a:t>
            </a:r>
            <a:r>
              <a:rPr sz="3350" dirty="0">
                <a:latin typeface="Times New Roman"/>
                <a:cs typeface="Times New Roman"/>
              </a:rPr>
              <a:t>limit</a:t>
            </a:r>
            <a:r>
              <a:rPr sz="3350" spc="204" dirty="0">
                <a:latin typeface="Times New Roman"/>
                <a:cs typeface="Times New Roman"/>
              </a:rPr>
              <a:t> </a:t>
            </a:r>
            <a:r>
              <a:rPr sz="3350" spc="-25" dirty="0">
                <a:latin typeface="Times New Roman"/>
                <a:cs typeface="Times New Roman"/>
              </a:rPr>
              <a:t>1;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983" y="4879937"/>
            <a:ext cx="7934324" cy="52101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838039" y="3052913"/>
            <a:ext cx="2861945" cy="1809750"/>
          </a:xfrm>
          <a:custGeom>
            <a:avLst/>
            <a:gdLst/>
            <a:ahLst/>
            <a:cxnLst/>
            <a:rect l="l" t="t" r="r" b="b"/>
            <a:pathLst>
              <a:path w="2861945" h="1809750">
                <a:moveTo>
                  <a:pt x="31151" y="1403423"/>
                </a:moveTo>
                <a:lnTo>
                  <a:pt x="8051" y="1404819"/>
                </a:lnTo>
                <a:lnTo>
                  <a:pt x="3136" y="1417840"/>
                </a:lnTo>
                <a:lnTo>
                  <a:pt x="0" y="1418029"/>
                </a:lnTo>
                <a:lnTo>
                  <a:pt x="386" y="1430729"/>
                </a:lnTo>
                <a:lnTo>
                  <a:pt x="2973" y="1430573"/>
                </a:lnTo>
                <a:lnTo>
                  <a:pt x="259288" y="1809496"/>
                </a:lnTo>
                <a:lnTo>
                  <a:pt x="285966" y="1807883"/>
                </a:lnTo>
                <a:lnTo>
                  <a:pt x="368802" y="1751982"/>
                </a:lnTo>
                <a:lnTo>
                  <a:pt x="303901" y="1755906"/>
                </a:lnTo>
                <a:lnTo>
                  <a:pt x="305343" y="1743095"/>
                </a:lnTo>
                <a:lnTo>
                  <a:pt x="265101" y="1745528"/>
                </a:lnTo>
                <a:lnTo>
                  <a:pt x="31151" y="1403423"/>
                </a:lnTo>
                <a:close/>
              </a:path>
              <a:path w="2861945" h="1809750">
                <a:moveTo>
                  <a:pt x="657834" y="1518214"/>
                </a:moveTo>
                <a:lnTo>
                  <a:pt x="636363" y="1519512"/>
                </a:lnTo>
                <a:lnTo>
                  <a:pt x="303901" y="1755906"/>
                </a:lnTo>
                <a:lnTo>
                  <a:pt x="368802" y="1751982"/>
                </a:lnTo>
                <a:lnTo>
                  <a:pt x="658729" y="1556330"/>
                </a:lnTo>
                <a:lnTo>
                  <a:pt x="664411" y="1555986"/>
                </a:lnTo>
                <a:lnTo>
                  <a:pt x="666781" y="1543120"/>
                </a:lnTo>
                <a:lnTo>
                  <a:pt x="666395" y="1530420"/>
                </a:lnTo>
                <a:lnTo>
                  <a:pt x="663808" y="1530576"/>
                </a:lnTo>
                <a:lnTo>
                  <a:pt x="657834" y="1518214"/>
                </a:lnTo>
                <a:close/>
              </a:path>
              <a:path w="2861945" h="1809750">
                <a:moveTo>
                  <a:pt x="1563475" y="356546"/>
                </a:moveTo>
                <a:lnTo>
                  <a:pt x="1232358" y="376564"/>
                </a:lnTo>
                <a:lnTo>
                  <a:pt x="1189305" y="391890"/>
                </a:lnTo>
                <a:lnTo>
                  <a:pt x="1065356" y="437553"/>
                </a:lnTo>
                <a:lnTo>
                  <a:pt x="987078" y="467731"/>
                </a:lnTo>
                <a:lnTo>
                  <a:pt x="950015" y="495418"/>
                </a:lnTo>
                <a:lnTo>
                  <a:pt x="913060" y="510376"/>
                </a:lnTo>
                <a:lnTo>
                  <a:pt x="877746" y="537957"/>
                </a:lnTo>
                <a:lnTo>
                  <a:pt x="842543" y="552808"/>
                </a:lnTo>
                <a:lnTo>
                  <a:pt x="808983" y="580284"/>
                </a:lnTo>
                <a:lnTo>
                  <a:pt x="776302" y="607706"/>
                </a:lnTo>
                <a:lnTo>
                  <a:pt x="744500" y="635075"/>
                </a:lnTo>
                <a:lnTo>
                  <a:pt x="713578" y="662391"/>
                </a:lnTo>
                <a:lnTo>
                  <a:pt x="683538" y="689653"/>
                </a:lnTo>
                <a:lnTo>
                  <a:pt x="655147" y="729539"/>
                </a:lnTo>
                <a:lnTo>
                  <a:pt x="626873" y="756695"/>
                </a:lnTo>
                <a:lnTo>
                  <a:pt x="600250" y="796474"/>
                </a:lnTo>
                <a:lnTo>
                  <a:pt x="573746" y="823523"/>
                </a:lnTo>
                <a:lnTo>
                  <a:pt x="548896" y="863195"/>
                </a:lnTo>
                <a:lnTo>
                  <a:pt x="524933" y="902813"/>
                </a:lnTo>
                <a:lnTo>
                  <a:pt x="501858" y="942377"/>
                </a:lnTo>
                <a:lnTo>
                  <a:pt x="479674" y="981888"/>
                </a:lnTo>
                <a:lnTo>
                  <a:pt x="458380" y="1021345"/>
                </a:lnTo>
                <a:lnTo>
                  <a:pt x="438744" y="1073425"/>
                </a:lnTo>
                <a:lnTo>
                  <a:pt x="419235" y="1112774"/>
                </a:lnTo>
                <a:lnTo>
                  <a:pt x="401386" y="1164746"/>
                </a:lnTo>
                <a:lnTo>
                  <a:pt x="383665" y="1203987"/>
                </a:lnTo>
                <a:lnTo>
                  <a:pt x="367607" y="1255850"/>
                </a:lnTo>
                <a:lnTo>
                  <a:pt x="352446" y="1307659"/>
                </a:lnTo>
                <a:lnTo>
                  <a:pt x="338182" y="1359415"/>
                </a:lnTo>
                <a:lnTo>
                  <a:pt x="324818" y="1411115"/>
                </a:lnTo>
                <a:lnTo>
                  <a:pt x="312353" y="1462762"/>
                </a:lnTo>
                <a:lnTo>
                  <a:pt x="300790" y="1514353"/>
                </a:lnTo>
                <a:lnTo>
                  <a:pt x="290129" y="1565891"/>
                </a:lnTo>
                <a:lnTo>
                  <a:pt x="281137" y="1630050"/>
                </a:lnTo>
                <a:lnTo>
                  <a:pt x="272283" y="1681478"/>
                </a:lnTo>
                <a:lnTo>
                  <a:pt x="265101" y="1745528"/>
                </a:lnTo>
                <a:lnTo>
                  <a:pt x="305343" y="1743095"/>
                </a:lnTo>
                <a:lnTo>
                  <a:pt x="311113" y="1691854"/>
                </a:lnTo>
                <a:lnTo>
                  <a:pt x="319250" y="1627746"/>
                </a:lnTo>
                <a:lnTo>
                  <a:pt x="329076" y="1576259"/>
                </a:lnTo>
                <a:lnTo>
                  <a:pt x="339823" y="1524717"/>
                </a:lnTo>
                <a:lnTo>
                  <a:pt x="350725" y="1460442"/>
                </a:lnTo>
                <a:lnTo>
                  <a:pt x="363313" y="1408788"/>
                </a:lnTo>
                <a:lnTo>
                  <a:pt x="376820" y="1357079"/>
                </a:lnTo>
                <a:lnTo>
                  <a:pt x="391244" y="1305314"/>
                </a:lnTo>
                <a:lnTo>
                  <a:pt x="406584" y="1253494"/>
                </a:lnTo>
                <a:lnTo>
                  <a:pt x="423606" y="1214295"/>
                </a:lnTo>
                <a:lnTo>
                  <a:pt x="440776" y="1162364"/>
                </a:lnTo>
                <a:lnTo>
                  <a:pt x="459625" y="1123055"/>
                </a:lnTo>
                <a:lnTo>
                  <a:pt x="478620" y="1071014"/>
                </a:lnTo>
                <a:lnTo>
                  <a:pt x="499291" y="1031595"/>
                </a:lnTo>
                <a:lnTo>
                  <a:pt x="520873" y="992121"/>
                </a:lnTo>
                <a:lnTo>
                  <a:pt x="543363" y="952591"/>
                </a:lnTo>
                <a:lnTo>
                  <a:pt x="566760" y="913007"/>
                </a:lnTo>
                <a:lnTo>
                  <a:pt x="591064" y="873368"/>
                </a:lnTo>
                <a:lnTo>
                  <a:pt x="616273" y="833675"/>
                </a:lnTo>
                <a:lnTo>
                  <a:pt x="643153" y="806603"/>
                </a:lnTo>
                <a:lnTo>
                  <a:pt x="670169" y="766801"/>
                </a:lnTo>
                <a:lnTo>
                  <a:pt x="698854" y="739620"/>
                </a:lnTo>
                <a:lnTo>
                  <a:pt x="728439" y="712385"/>
                </a:lnTo>
                <a:lnTo>
                  <a:pt x="758158" y="672419"/>
                </a:lnTo>
                <a:lnTo>
                  <a:pt x="789542" y="645075"/>
                </a:lnTo>
                <a:lnTo>
                  <a:pt x="821823" y="617677"/>
                </a:lnTo>
                <a:lnTo>
                  <a:pt x="855767" y="602902"/>
                </a:lnTo>
                <a:lnTo>
                  <a:pt x="889840" y="575395"/>
                </a:lnTo>
                <a:lnTo>
                  <a:pt x="924807" y="547835"/>
                </a:lnTo>
                <a:lnTo>
                  <a:pt x="961434" y="532898"/>
                </a:lnTo>
                <a:lnTo>
                  <a:pt x="998186" y="505229"/>
                </a:lnTo>
                <a:lnTo>
                  <a:pt x="1075895" y="475085"/>
                </a:lnTo>
                <a:lnTo>
                  <a:pt x="1199121" y="429466"/>
                </a:lnTo>
                <a:lnTo>
                  <a:pt x="1241969" y="414152"/>
                </a:lnTo>
                <a:lnTo>
                  <a:pt x="1308352" y="410139"/>
                </a:lnTo>
                <a:lnTo>
                  <a:pt x="1340362" y="395480"/>
                </a:lnTo>
                <a:lnTo>
                  <a:pt x="1662547" y="376002"/>
                </a:lnTo>
                <a:lnTo>
                  <a:pt x="1563475" y="356546"/>
                </a:lnTo>
                <a:close/>
              </a:path>
              <a:path w="2861945" h="1809750">
                <a:moveTo>
                  <a:pt x="1426859" y="390251"/>
                </a:moveTo>
                <a:lnTo>
                  <a:pt x="1372803" y="393519"/>
                </a:lnTo>
                <a:lnTo>
                  <a:pt x="1337024" y="446575"/>
                </a:lnTo>
                <a:lnTo>
                  <a:pt x="1304974" y="486682"/>
                </a:lnTo>
                <a:lnTo>
                  <a:pt x="1278032" y="539204"/>
                </a:lnTo>
                <a:lnTo>
                  <a:pt x="1254509" y="578795"/>
                </a:lnTo>
                <a:lnTo>
                  <a:pt x="1235783" y="630820"/>
                </a:lnTo>
                <a:lnTo>
                  <a:pt x="1220932" y="682611"/>
                </a:lnTo>
                <a:lnTo>
                  <a:pt x="1209035" y="721500"/>
                </a:lnTo>
                <a:lnTo>
                  <a:pt x="1201470" y="772850"/>
                </a:lnTo>
                <a:lnTo>
                  <a:pt x="1196548" y="811317"/>
                </a:lnTo>
                <a:lnTo>
                  <a:pt x="1195647" y="862264"/>
                </a:lnTo>
                <a:lnTo>
                  <a:pt x="1197079" y="900347"/>
                </a:lnTo>
                <a:lnTo>
                  <a:pt x="1202222" y="950929"/>
                </a:lnTo>
                <a:lnTo>
                  <a:pt x="1209387" y="988665"/>
                </a:lnTo>
                <a:lnTo>
                  <a:pt x="1219187" y="1026242"/>
                </a:lnTo>
                <a:lnTo>
                  <a:pt x="1231465" y="1063670"/>
                </a:lnTo>
                <a:lnTo>
                  <a:pt x="1246833" y="1113633"/>
                </a:lnTo>
                <a:lnTo>
                  <a:pt x="1263603" y="1150789"/>
                </a:lnTo>
                <a:lnTo>
                  <a:pt x="1282386" y="1187823"/>
                </a:lnTo>
                <a:lnTo>
                  <a:pt x="1302260" y="1212068"/>
                </a:lnTo>
                <a:lnTo>
                  <a:pt x="1324604" y="1248887"/>
                </a:lnTo>
                <a:lnTo>
                  <a:pt x="1348496" y="1285612"/>
                </a:lnTo>
                <a:lnTo>
                  <a:pt x="1373780" y="1322253"/>
                </a:lnTo>
                <a:lnTo>
                  <a:pt x="1399534" y="1346142"/>
                </a:lnTo>
                <a:lnTo>
                  <a:pt x="1426371" y="1369966"/>
                </a:lnTo>
                <a:lnTo>
                  <a:pt x="1464818" y="1405811"/>
                </a:lnTo>
                <a:lnTo>
                  <a:pt x="1505064" y="1441548"/>
                </a:lnTo>
                <a:lnTo>
                  <a:pt x="1546908" y="1477188"/>
                </a:lnTo>
                <a:lnTo>
                  <a:pt x="1589384" y="1500066"/>
                </a:lnTo>
                <a:lnTo>
                  <a:pt x="1633058" y="1522872"/>
                </a:lnTo>
                <a:lnTo>
                  <a:pt x="1677729" y="1545618"/>
                </a:lnTo>
                <a:lnTo>
                  <a:pt x="1723198" y="1568315"/>
                </a:lnTo>
                <a:lnTo>
                  <a:pt x="1814191" y="1588261"/>
                </a:lnTo>
                <a:lnTo>
                  <a:pt x="1868863" y="1597678"/>
                </a:lnTo>
                <a:lnTo>
                  <a:pt x="2022012" y="1588420"/>
                </a:lnTo>
                <a:lnTo>
                  <a:pt x="2068464" y="1572888"/>
                </a:lnTo>
                <a:lnTo>
                  <a:pt x="2112512" y="1557502"/>
                </a:lnTo>
                <a:lnTo>
                  <a:pt x="2132805" y="1543552"/>
                </a:lnTo>
                <a:lnTo>
                  <a:pt x="1850916" y="1560594"/>
                </a:lnTo>
                <a:lnTo>
                  <a:pt x="1821769" y="1549633"/>
                </a:lnTo>
                <a:lnTo>
                  <a:pt x="1736098" y="1529366"/>
                </a:lnTo>
                <a:lnTo>
                  <a:pt x="1650177" y="1483668"/>
                </a:lnTo>
                <a:lnTo>
                  <a:pt x="1608380" y="1460748"/>
                </a:lnTo>
                <a:lnTo>
                  <a:pt x="1567721" y="1437760"/>
                </a:lnTo>
                <a:lnTo>
                  <a:pt x="1528474" y="1414686"/>
                </a:lnTo>
                <a:lnTo>
                  <a:pt x="1490144" y="1378834"/>
                </a:lnTo>
                <a:lnTo>
                  <a:pt x="1453772" y="1342863"/>
                </a:lnTo>
                <a:lnTo>
                  <a:pt x="1426629" y="1319058"/>
                </a:lnTo>
                <a:lnTo>
                  <a:pt x="1399909" y="1282504"/>
                </a:lnTo>
                <a:lnTo>
                  <a:pt x="1375324" y="1258544"/>
                </a:lnTo>
                <a:lnTo>
                  <a:pt x="1351521" y="1221813"/>
                </a:lnTo>
                <a:lnTo>
                  <a:pt x="1329446" y="1184978"/>
                </a:lnTo>
                <a:lnTo>
                  <a:pt x="1309280" y="1148028"/>
                </a:lnTo>
                <a:lnTo>
                  <a:pt x="1291203" y="1110951"/>
                </a:lnTo>
                <a:lnTo>
                  <a:pt x="1275395" y="1073737"/>
                </a:lnTo>
                <a:lnTo>
                  <a:pt x="1262036" y="1036375"/>
                </a:lnTo>
                <a:lnTo>
                  <a:pt x="1250539" y="986177"/>
                </a:lnTo>
                <a:lnTo>
                  <a:pt x="1242618" y="948487"/>
                </a:lnTo>
                <a:lnTo>
                  <a:pt x="1237686" y="910615"/>
                </a:lnTo>
                <a:lnTo>
                  <a:pt x="1235157" y="859875"/>
                </a:lnTo>
                <a:lnTo>
                  <a:pt x="1236744" y="821610"/>
                </a:lnTo>
                <a:lnTo>
                  <a:pt x="1241093" y="770454"/>
                </a:lnTo>
                <a:lnTo>
                  <a:pt x="1249153" y="719074"/>
                </a:lnTo>
                <a:lnTo>
                  <a:pt x="1261868" y="680136"/>
                </a:lnTo>
                <a:lnTo>
                  <a:pt x="1277886" y="628275"/>
                </a:lnTo>
                <a:lnTo>
                  <a:pt x="1298921" y="588834"/>
                </a:lnTo>
                <a:lnTo>
                  <a:pt x="1323619" y="536448"/>
                </a:lnTo>
                <a:lnTo>
                  <a:pt x="1352927" y="483783"/>
                </a:lnTo>
                <a:lnTo>
                  <a:pt x="1387791" y="443506"/>
                </a:lnTo>
                <a:lnTo>
                  <a:pt x="1426859" y="390251"/>
                </a:lnTo>
                <a:close/>
              </a:path>
              <a:path w="2861945" h="1809750">
                <a:moveTo>
                  <a:pt x="1662547" y="376002"/>
                </a:moveTo>
                <a:lnTo>
                  <a:pt x="1479848" y="387048"/>
                </a:lnTo>
                <a:lnTo>
                  <a:pt x="1634446" y="415871"/>
                </a:lnTo>
                <a:lnTo>
                  <a:pt x="1731177" y="435469"/>
                </a:lnTo>
                <a:lnTo>
                  <a:pt x="1778174" y="458074"/>
                </a:lnTo>
                <a:lnTo>
                  <a:pt x="1822879" y="468095"/>
                </a:lnTo>
                <a:lnTo>
                  <a:pt x="1866745" y="490889"/>
                </a:lnTo>
                <a:lnTo>
                  <a:pt x="1909695" y="526462"/>
                </a:lnTo>
                <a:lnTo>
                  <a:pt x="1950118" y="549465"/>
                </a:lnTo>
                <a:lnTo>
                  <a:pt x="1988703" y="572579"/>
                </a:lnTo>
                <a:lnTo>
                  <a:pt x="2026137" y="608485"/>
                </a:lnTo>
                <a:lnTo>
                  <a:pt x="2060811" y="631835"/>
                </a:lnTo>
                <a:lnTo>
                  <a:pt x="2094180" y="667987"/>
                </a:lnTo>
                <a:lnTo>
                  <a:pt x="2125398" y="704270"/>
                </a:lnTo>
                <a:lnTo>
                  <a:pt x="2154387" y="740686"/>
                </a:lnTo>
                <a:lnTo>
                  <a:pt x="2181071" y="777243"/>
                </a:lnTo>
                <a:lnTo>
                  <a:pt x="2205371" y="813943"/>
                </a:lnTo>
                <a:lnTo>
                  <a:pt x="2227209" y="850793"/>
                </a:lnTo>
                <a:lnTo>
                  <a:pt x="2252071" y="900182"/>
                </a:lnTo>
                <a:lnTo>
                  <a:pt x="2272375" y="949848"/>
                </a:lnTo>
                <a:lnTo>
                  <a:pt x="2288150" y="999787"/>
                </a:lnTo>
                <a:lnTo>
                  <a:pt x="2299419" y="1049998"/>
                </a:lnTo>
                <a:lnTo>
                  <a:pt x="2306211" y="1100480"/>
                </a:lnTo>
                <a:lnTo>
                  <a:pt x="2308552" y="1151231"/>
                </a:lnTo>
                <a:lnTo>
                  <a:pt x="2305700" y="1189573"/>
                </a:lnTo>
                <a:lnTo>
                  <a:pt x="2299217" y="1240858"/>
                </a:lnTo>
                <a:lnTo>
                  <a:pt x="2287594" y="1279730"/>
                </a:lnTo>
                <a:lnTo>
                  <a:pt x="2271626" y="1318865"/>
                </a:lnTo>
                <a:lnTo>
                  <a:pt x="2251337" y="1358261"/>
                </a:lnTo>
                <a:lnTo>
                  <a:pt x="2226755" y="1397917"/>
                </a:lnTo>
                <a:lnTo>
                  <a:pt x="2197907" y="1437831"/>
                </a:lnTo>
                <a:lnTo>
                  <a:pt x="2164051" y="1465324"/>
                </a:lnTo>
                <a:lnTo>
                  <a:pt x="2122935" y="1505979"/>
                </a:lnTo>
                <a:lnTo>
                  <a:pt x="2079132" y="1521351"/>
                </a:lnTo>
                <a:lnTo>
                  <a:pt x="2035637" y="1549426"/>
                </a:lnTo>
                <a:lnTo>
                  <a:pt x="2132805" y="1543552"/>
                </a:lnTo>
                <a:lnTo>
                  <a:pt x="2153098" y="1529602"/>
                </a:lnTo>
                <a:lnTo>
                  <a:pt x="2190694" y="1501883"/>
                </a:lnTo>
                <a:lnTo>
                  <a:pt x="2223859" y="1461708"/>
                </a:lnTo>
                <a:lnTo>
                  <a:pt x="2253908" y="1434445"/>
                </a:lnTo>
                <a:lnTo>
                  <a:pt x="2279277" y="1394742"/>
                </a:lnTo>
                <a:lnTo>
                  <a:pt x="2300704" y="1355277"/>
                </a:lnTo>
                <a:lnTo>
                  <a:pt x="2318160" y="1316052"/>
                </a:lnTo>
                <a:lnTo>
                  <a:pt x="2330848" y="1264392"/>
                </a:lnTo>
                <a:lnTo>
                  <a:pt x="2340273" y="1225653"/>
                </a:lnTo>
                <a:lnTo>
                  <a:pt x="2344871" y="1174482"/>
                </a:lnTo>
                <a:lnTo>
                  <a:pt x="2345380" y="1123559"/>
                </a:lnTo>
                <a:lnTo>
                  <a:pt x="2342537" y="1085561"/>
                </a:lnTo>
                <a:lnTo>
                  <a:pt x="2334779" y="1035137"/>
                </a:lnTo>
                <a:lnTo>
                  <a:pt x="2322843" y="984966"/>
                </a:lnTo>
                <a:lnTo>
                  <a:pt x="2306700" y="935049"/>
                </a:lnTo>
                <a:lnTo>
                  <a:pt x="2286321" y="885389"/>
                </a:lnTo>
                <a:lnTo>
                  <a:pt x="2261676" y="835986"/>
                </a:lnTo>
                <a:lnTo>
                  <a:pt x="2235882" y="786652"/>
                </a:lnTo>
                <a:lnTo>
                  <a:pt x="2208110" y="750162"/>
                </a:lnTo>
                <a:lnTo>
                  <a:pt x="2176938" y="701154"/>
                </a:lnTo>
                <a:lnTo>
                  <a:pt x="2144015" y="664974"/>
                </a:lnTo>
                <a:lnTo>
                  <a:pt x="2108685" y="628941"/>
                </a:lnTo>
                <a:lnTo>
                  <a:pt x="2071061" y="593046"/>
                </a:lnTo>
                <a:lnTo>
                  <a:pt x="2031257" y="557283"/>
                </a:lnTo>
                <a:lnTo>
                  <a:pt x="1989385" y="521644"/>
                </a:lnTo>
                <a:lnTo>
                  <a:pt x="1946326" y="498801"/>
                </a:lnTo>
                <a:lnTo>
                  <a:pt x="1901424" y="476070"/>
                </a:lnTo>
                <a:lnTo>
                  <a:pt x="1854027" y="440765"/>
                </a:lnTo>
                <a:lnTo>
                  <a:pt x="1806981" y="418163"/>
                </a:lnTo>
                <a:lnTo>
                  <a:pt x="1759847" y="408290"/>
                </a:lnTo>
                <a:lnTo>
                  <a:pt x="1711168" y="385786"/>
                </a:lnTo>
                <a:lnTo>
                  <a:pt x="1662547" y="376002"/>
                </a:lnTo>
                <a:close/>
              </a:path>
              <a:path w="2861945" h="1809750">
                <a:moveTo>
                  <a:pt x="2199745" y="0"/>
                </a:moveTo>
                <a:lnTo>
                  <a:pt x="1992411" y="12534"/>
                </a:lnTo>
                <a:lnTo>
                  <a:pt x="1895758" y="43824"/>
                </a:lnTo>
                <a:lnTo>
                  <a:pt x="1850309" y="46571"/>
                </a:lnTo>
                <a:lnTo>
                  <a:pt x="1806972" y="74638"/>
                </a:lnTo>
                <a:lnTo>
                  <a:pt x="1720567" y="105308"/>
                </a:lnTo>
                <a:lnTo>
                  <a:pt x="1638201" y="161180"/>
                </a:lnTo>
                <a:lnTo>
                  <a:pt x="1558467" y="216893"/>
                </a:lnTo>
                <a:lnTo>
                  <a:pt x="1519626" y="244688"/>
                </a:lnTo>
                <a:lnTo>
                  <a:pt x="1481489" y="272440"/>
                </a:lnTo>
                <a:lnTo>
                  <a:pt x="1444840" y="312825"/>
                </a:lnTo>
                <a:lnTo>
                  <a:pt x="1408926" y="353166"/>
                </a:lnTo>
                <a:lnTo>
                  <a:pt x="1320522" y="358510"/>
                </a:lnTo>
                <a:lnTo>
                  <a:pt x="1276856" y="373873"/>
                </a:lnTo>
                <a:lnTo>
                  <a:pt x="1513936" y="359540"/>
                </a:lnTo>
                <a:lnTo>
                  <a:pt x="1463216" y="349884"/>
                </a:lnTo>
                <a:lnTo>
                  <a:pt x="1500389" y="309467"/>
                </a:lnTo>
                <a:lnTo>
                  <a:pt x="1538985" y="281687"/>
                </a:lnTo>
                <a:lnTo>
                  <a:pt x="1577466" y="241191"/>
                </a:lnTo>
                <a:lnTo>
                  <a:pt x="1657892" y="185436"/>
                </a:lnTo>
                <a:lnTo>
                  <a:pt x="1699058" y="157501"/>
                </a:lnTo>
                <a:lnTo>
                  <a:pt x="1741619" y="142205"/>
                </a:lnTo>
                <a:lnTo>
                  <a:pt x="1784035" y="114194"/>
                </a:lnTo>
                <a:lnTo>
                  <a:pt x="1917260" y="67970"/>
                </a:lnTo>
                <a:lnTo>
                  <a:pt x="1963640" y="65166"/>
                </a:lnTo>
                <a:lnTo>
                  <a:pt x="2009848" y="49649"/>
                </a:lnTo>
                <a:lnTo>
                  <a:pt x="2365761" y="28132"/>
                </a:lnTo>
                <a:lnTo>
                  <a:pt x="2199745" y="0"/>
                </a:lnTo>
                <a:close/>
              </a:path>
              <a:path w="2861945" h="1809750">
                <a:moveTo>
                  <a:pt x="2365761" y="28132"/>
                </a:moveTo>
                <a:lnTo>
                  <a:pt x="2203562" y="37938"/>
                </a:lnTo>
                <a:lnTo>
                  <a:pt x="2357093" y="66826"/>
                </a:lnTo>
                <a:lnTo>
                  <a:pt x="2435784" y="74792"/>
                </a:lnTo>
                <a:lnTo>
                  <a:pt x="2510730" y="108430"/>
                </a:lnTo>
                <a:lnTo>
                  <a:pt x="2578959" y="129752"/>
                </a:lnTo>
                <a:lnTo>
                  <a:pt x="2640560" y="151474"/>
                </a:lnTo>
                <a:lnTo>
                  <a:pt x="2694858" y="173638"/>
                </a:lnTo>
                <a:lnTo>
                  <a:pt x="2741179" y="196284"/>
                </a:lnTo>
                <a:lnTo>
                  <a:pt x="2778847" y="219453"/>
                </a:lnTo>
                <a:lnTo>
                  <a:pt x="2807187" y="243186"/>
                </a:lnTo>
                <a:lnTo>
                  <a:pt x="2824756" y="254847"/>
                </a:lnTo>
                <a:lnTo>
                  <a:pt x="2858181" y="252826"/>
                </a:lnTo>
                <a:lnTo>
                  <a:pt x="2860944" y="239936"/>
                </a:lnTo>
                <a:lnTo>
                  <a:pt x="2861556" y="239899"/>
                </a:lnTo>
                <a:lnTo>
                  <a:pt x="2858573" y="227356"/>
                </a:lnTo>
                <a:lnTo>
                  <a:pt x="2853615" y="227656"/>
                </a:lnTo>
                <a:lnTo>
                  <a:pt x="2846213" y="215380"/>
                </a:lnTo>
                <a:lnTo>
                  <a:pt x="2830202" y="203625"/>
                </a:lnTo>
                <a:lnTo>
                  <a:pt x="2806021" y="192364"/>
                </a:lnTo>
                <a:lnTo>
                  <a:pt x="2773342" y="168893"/>
                </a:lnTo>
                <a:lnTo>
                  <a:pt x="2734138" y="158540"/>
                </a:lnTo>
                <a:lnTo>
                  <a:pt x="2687314" y="135924"/>
                </a:lnTo>
                <a:lnTo>
                  <a:pt x="2633309" y="101020"/>
                </a:lnTo>
                <a:lnTo>
                  <a:pt x="2574096" y="79153"/>
                </a:lnTo>
                <a:lnTo>
                  <a:pt x="2509347" y="57621"/>
                </a:lnTo>
                <a:lnTo>
                  <a:pt x="2439500" y="36398"/>
                </a:lnTo>
                <a:lnTo>
                  <a:pt x="2365761" y="28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044211" y="1963945"/>
            <a:ext cx="6024245" cy="4819650"/>
          </a:xfrm>
          <a:prstGeom prst="rect">
            <a:avLst/>
          </a:prstGeom>
          <a:solidFill>
            <a:srgbClr val="F5D46A"/>
          </a:solidFill>
        </p:spPr>
        <p:txBody>
          <a:bodyPr vert="horz" wrap="square" lIns="0" tIns="383540" rIns="0" bIns="0" rtlCol="0">
            <a:spAutoFit/>
          </a:bodyPr>
          <a:lstStyle/>
          <a:p>
            <a:pPr algn="ctr">
              <a:lnSpc>
                <a:spcPts val="5215"/>
              </a:lnSpc>
              <a:spcBef>
                <a:spcPts val="3020"/>
              </a:spcBef>
            </a:pPr>
            <a:r>
              <a:rPr sz="4750" spc="195" dirty="0">
                <a:latin typeface="Times New Roman"/>
                <a:cs typeface="Times New Roman"/>
              </a:rPr>
              <a:t>SELECT</a:t>
            </a:r>
            <a:endParaRPr sz="4750">
              <a:latin typeface="Times New Roman"/>
              <a:cs typeface="Times New Roman"/>
            </a:endParaRPr>
          </a:p>
          <a:p>
            <a:pPr marL="380365" marR="372745" algn="ctr">
              <a:lnSpc>
                <a:spcPts val="4720"/>
              </a:lnSpc>
              <a:spcBef>
                <a:spcPts val="484"/>
              </a:spcBef>
            </a:pPr>
            <a:r>
              <a:rPr sz="4750" spc="65" dirty="0">
                <a:latin typeface="Times New Roman"/>
                <a:cs typeface="Times New Roman"/>
              </a:rPr>
              <a:t>year,SUM(emission) </a:t>
            </a:r>
            <a:r>
              <a:rPr sz="4750" spc="100" dirty="0">
                <a:latin typeface="Times New Roman"/>
                <a:cs typeface="Times New Roman"/>
              </a:rPr>
              <a:t>AS</a:t>
            </a:r>
            <a:r>
              <a:rPr sz="4750" spc="5" dirty="0">
                <a:latin typeface="Times New Roman"/>
                <a:cs typeface="Times New Roman"/>
              </a:rPr>
              <a:t> </a:t>
            </a:r>
            <a:r>
              <a:rPr sz="4750" spc="70" dirty="0">
                <a:latin typeface="Times New Roman"/>
                <a:cs typeface="Times New Roman"/>
              </a:rPr>
              <a:t>total_emission </a:t>
            </a:r>
            <a:r>
              <a:rPr sz="4750" spc="330" dirty="0">
                <a:latin typeface="Times New Roman"/>
                <a:cs typeface="Times New Roman"/>
              </a:rPr>
              <a:t>FROM</a:t>
            </a:r>
            <a:r>
              <a:rPr sz="4750" spc="15" dirty="0">
                <a:latin typeface="Times New Roman"/>
                <a:cs typeface="Times New Roman"/>
              </a:rPr>
              <a:t> </a:t>
            </a:r>
            <a:r>
              <a:rPr sz="4750" spc="-10" dirty="0">
                <a:latin typeface="Times New Roman"/>
                <a:cs typeface="Times New Roman"/>
              </a:rPr>
              <a:t>emission_3 </a:t>
            </a:r>
            <a:r>
              <a:rPr sz="4750" spc="305" dirty="0">
                <a:latin typeface="Times New Roman"/>
                <a:cs typeface="Times New Roman"/>
              </a:rPr>
              <a:t>GROUP</a:t>
            </a:r>
            <a:r>
              <a:rPr sz="4750" spc="-40" dirty="0">
                <a:latin typeface="Times New Roman"/>
                <a:cs typeface="Times New Roman"/>
              </a:rPr>
              <a:t> </a:t>
            </a:r>
            <a:r>
              <a:rPr sz="4750" dirty="0">
                <a:latin typeface="Times New Roman"/>
                <a:cs typeface="Times New Roman"/>
              </a:rPr>
              <a:t>BY</a:t>
            </a:r>
            <a:r>
              <a:rPr sz="4750" spc="-40" dirty="0">
                <a:latin typeface="Times New Roman"/>
                <a:cs typeface="Times New Roman"/>
              </a:rPr>
              <a:t> </a:t>
            </a:r>
            <a:r>
              <a:rPr sz="4750" spc="80" dirty="0">
                <a:latin typeface="Times New Roman"/>
                <a:cs typeface="Times New Roman"/>
              </a:rPr>
              <a:t>year </a:t>
            </a:r>
            <a:r>
              <a:rPr sz="4750" spc="390" dirty="0">
                <a:latin typeface="Times New Roman"/>
                <a:cs typeface="Times New Roman"/>
              </a:rPr>
              <a:t>ORDER</a:t>
            </a:r>
            <a:r>
              <a:rPr sz="4750" spc="-35" dirty="0">
                <a:latin typeface="Times New Roman"/>
                <a:cs typeface="Times New Roman"/>
              </a:rPr>
              <a:t> </a:t>
            </a:r>
            <a:r>
              <a:rPr sz="4750" dirty="0">
                <a:latin typeface="Times New Roman"/>
                <a:cs typeface="Times New Roman"/>
              </a:rPr>
              <a:t>BY</a:t>
            </a:r>
            <a:r>
              <a:rPr sz="4750" spc="-35" dirty="0">
                <a:latin typeface="Times New Roman"/>
                <a:cs typeface="Times New Roman"/>
              </a:rPr>
              <a:t> </a:t>
            </a:r>
            <a:r>
              <a:rPr sz="4750" spc="80" dirty="0">
                <a:latin typeface="Times New Roman"/>
                <a:cs typeface="Times New Roman"/>
              </a:rPr>
              <a:t>year ASC;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8776" y="266332"/>
            <a:ext cx="347472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b="1" spc="-85" dirty="0">
                <a:latin typeface="Times New Roman"/>
                <a:cs typeface="Times New Roman"/>
              </a:rPr>
              <a:t>Trend</a:t>
            </a:r>
            <a:r>
              <a:rPr sz="2450" b="1" spc="-7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Analysis</a:t>
            </a:r>
            <a:r>
              <a:rPr sz="2450" b="1" spc="-114" dirty="0">
                <a:latin typeface="Times New Roman"/>
                <a:cs typeface="Times New Roman"/>
              </a:rPr>
              <a:t> </a:t>
            </a:r>
            <a:r>
              <a:rPr sz="2450" b="1" spc="-35" dirty="0">
                <a:latin typeface="Times New Roman"/>
                <a:cs typeface="Times New Roman"/>
              </a:rPr>
              <a:t>Over</a:t>
            </a:r>
            <a:r>
              <a:rPr sz="2450" b="1" spc="-95" dirty="0">
                <a:latin typeface="Times New Roman"/>
                <a:cs typeface="Times New Roman"/>
              </a:rPr>
              <a:t> </a:t>
            </a:r>
            <a:r>
              <a:rPr sz="2450" b="1" spc="-20" dirty="0">
                <a:latin typeface="Times New Roman"/>
                <a:cs typeface="Times New Roman"/>
              </a:rPr>
              <a:t>Time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97128" y="1058035"/>
            <a:ext cx="9758045" cy="580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dirty="0"/>
              <a:t>How</a:t>
            </a:r>
            <a:r>
              <a:rPr sz="3600" spc="-185" dirty="0"/>
              <a:t> </a:t>
            </a:r>
            <a:r>
              <a:rPr sz="3600" spc="-125" dirty="0"/>
              <a:t>have</a:t>
            </a:r>
            <a:r>
              <a:rPr sz="3600" spc="-100" dirty="0"/>
              <a:t> </a:t>
            </a:r>
            <a:r>
              <a:rPr sz="3600" dirty="0"/>
              <a:t>global</a:t>
            </a:r>
            <a:r>
              <a:rPr sz="3600" spc="-120" dirty="0"/>
              <a:t> </a:t>
            </a:r>
            <a:r>
              <a:rPr sz="3600" spc="-35" dirty="0"/>
              <a:t>emissions</a:t>
            </a:r>
            <a:r>
              <a:rPr sz="3600" spc="-125" dirty="0"/>
              <a:t> </a:t>
            </a:r>
            <a:r>
              <a:rPr sz="3600" spc="-75" dirty="0"/>
              <a:t>changed</a:t>
            </a:r>
            <a:r>
              <a:rPr sz="3600" spc="-120" dirty="0"/>
              <a:t> </a:t>
            </a:r>
            <a:r>
              <a:rPr sz="3600" spc="-35" dirty="0"/>
              <a:t>year</a:t>
            </a:r>
            <a:r>
              <a:rPr sz="3600" spc="-120" dirty="0"/>
              <a:t> </a:t>
            </a:r>
            <a:r>
              <a:rPr sz="3600" spc="-130" dirty="0"/>
              <a:t>over</a:t>
            </a:r>
            <a:r>
              <a:rPr sz="3600" spc="-95" dirty="0"/>
              <a:t> </a:t>
            </a:r>
            <a:r>
              <a:rPr sz="3600" spc="-40" dirty="0"/>
              <a:t>year?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53213" y="1538501"/>
            <a:ext cx="6648449" cy="51339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4103" y="2314478"/>
            <a:ext cx="3370579" cy="1282065"/>
          </a:xfrm>
          <a:custGeom>
            <a:avLst/>
            <a:gdLst/>
            <a:ahLst/>
            <a:cxnLst/>
            <a:rect l="l" t="t" r="r" b="b"/>
            <a:pathLst>
              <a:path w="3370579" h="1282064">
                <a:moveTo>
                  <a:pt x="3361215" y="684718"/>
                </a:moveTo>
                <a:lnTo>
                  <a:pt x="3369052" y="682050"/>
                </a:lnTo>
                <a:lnTo>
                  <a:pt x="3370555" y="676171"/>
                </a:lnTo>
                <a:lnTo>
                  <a:pt x="3370222" y="673602"/>
                </a:lnTo>
                <a:lnTo>
                  <a:pt x="3344919" y="633919"/>
                </a:lnTo>
                <a:lnTo>
                  <a:pt x="3335665" y="623654"/>
                </a:lnTo>
                <a:lnTo>
                  <a:pt x="3308316" y="591376"/>
                </a:lnTo>
                <a:lnTo>
                  <a:pt x="3280527" y="559249"/>
                </a:lnTo>
                <a:lnTo>
                  <a:pt x="3252516" y="527196"/>
                </a:lnTo>
                <a:lnTo>
                  <a:pt x="3225319" y="497550"/>
                </a:lnTo>
                <a:lnTo>
                  <a:pt x="3187455" y="458120"/>
                </a:lnTo>
                <a:lnTo>
                  <a:pt x="3149060" y="418871"/>
                </a:lnTo>
                <a:lnTo>
                  <a:pt x="3110321" y="381080"/>
                </a:lnTo>
                <a:lnTo>
                  <a:pt x="3071016" y="344824"/>
                </a:lnTo>
                <a:lnTo>
                  <a:pt x="3030308" y="310386"/>
                </a:lnTo>
                <a:lnTo>
                  <a:pt x="2988627" y="277622"/>
                </a:lnTo>
                <a:lnTo>
                  <a:pt x="2946048" y="246505"/>
                </a:lnTo>
                <a:lnTo>
                  <a:pt x="2902644" y="217011"/>
                </a:lnTo>
                <a:lnTo>
                  <a:pt x="2858898" y="190316"/>
                </a:lnTo>
                <a:lnTo>
                  <a:pt x="2814066" y="163991"/>
                </a:lnTo>
                <a:lnTo>
                  <a:pt x="2769038" y="140416"/>
                </a:lnTo>
                <a:lnTo>
                  <a:pt x="2723891" y="119565"/>
                </a:lnTo>
                <a:lnTo>
                  <a:pt x="2676600" y="99443"/>
                </a:lnTo>
                <a:lnTo>
                  <a:pt x="2628046" y="81094"/>
                </a:lnTo>
                <a:lnTo>
                  <a:pt x="2578832" y="65652"/>
                </a:lnTo>
                <a:lnTo>
                  <a:pt x="2528333" y="50648"/>
                </a:lnTo>
                <a:lnTo>
                  <a:pt x="2483238" y="39170"/>
                </a:lnTo>
                <a:lnTo>
                  <a:pt x="2437446" y="29271"/>
                </a:lnTo>
                <a:lnTo>
                  <a:pt x="2390517" y="19759"/>
                </a:lnTo>
                <a:lnTo>
                  <a:pt x="2343241" y="13049"/>
                </a:lnTo>
                <a:lnTo>
                  <a:pt x="2294769" y="6745"/>
                </a:lnTo>
                <a:lnTo>
                  <a:pt x="2245889" y="3264"/>
                </a:lnTo>
                <a:lnTo>
                  <a:pt x="2196162" y="1413"/>
                </a:lnTo>
                <a:lnTo>
                  <a:pt x="2145149" y="0"/>
                </a:lnTo>
                <a:lnTo>
                  <a:pt x="2093639" y="1439"/>
                </a:lnTo>
                <a:lnTo>
                  <a:pt x="2033889" y="5684"/>
                </a:lnTo>
                <a:lnTo>
                  <a:pt x="1940842" y="19924"/>
                </a:lnTo>
                <a:lnTo>
                  <a:pt x="1876022" y="35286"/>
                </a:lnTo>
                <a:lnTo>
                  <a:pt x="1795894" y="61226"/>
                </a:lnTo>
                <a:lnTo>
                  <a:pt x="1750441" y="79385"/>
                </a:lnTo>
                <a:lnTo>
                  <a:pt x="1707484" y="99378"/>
                </a:lnTo>
                <a:lnTo>
                  <a:pt x="1668391" y="122079"/>
                </a:lnTo>
                <a:lnTo>
                  <a:pt x="1632896" y="143556"/>
                </a:lnTo>
                <a:lnTo>
                  <a:pt x="1601418" y="166348"/>
                </a:lnTo>
                <a:lnTo>
                  <a:pt x="1853383" y="80558"/>
                </a:lnTo>
                <a:lnTo>
                  <a:pt x="1899631" y="67495"/>
                </a:lnTo>
                <a:lnTo>
                  <a:pt x="1944269" y="56321"/>
                </a:lnTo>
                <a:lnTo>
                  <a:pt x="1988757" y="49223"/>
                </a:lnTo>
                <a:lnTo>
                  <a:pt x="2031975" y="43900"/>
                </a:lnTo>
                <a:lnTo>
                  <a:pt x="2073619" y="40454"/>
                </a:lnTo>
                <a:lnTo>
                  <a:pt x="2128870" y="37741"/>
                </a:lnTo>
                <a:lnTo>
                  <a:pt x="2182344" y="36974"/>
                </a:lnTo>
                <a:lnTo>
                  <a:pt x="2234365" y="38044"/>
                </a:lnTo>
                <a:lnTo>
                  <a:pt x="2285669" y="42042"/>
                </a:lnTo>
                <a:lnTo>
                  <a:pt x="2336579" y="48857"/>
                </a:lnTo>
                <a:lnTo>
                  <a:pt x="2386604" y="55973"/>
                </a:lnTo>
                <a:lnTo>
                  <a:pt x="2435315" y="64878"/>
                </a:lnTo>
                <a:lnTo>
                  <a:pt x="2483665" y="76589"/>
                </a:lnTo>
                <a:lnTo>
                  <a:pt x="2530834" y="88703"/>
                </a:lnTo>
                <a:lnTo>
                  <a:pt x="2577228" y="102421"/>
                </a:lnTo>
                <a:lnTo>
                  <a:pt x="2623255" y="118948"/>
                </a:lnTo>
                <a:lnTo>
                  <a:pt x="2668094" y="135879"/>
                </a:lnTo>
                <a:lnTo>
                  <a:pt x="2712153" y="154418"/>
                </a:lnTo>
                <a:lnTo>
                  <a:pt x="2755838" y="175767"/>
                </a:lnTo>
                <a:lnTo>
                  <a:pt x="2798329" y="197523"/>
                </a:lnTo>
                <a:lnTo>
                  <a:pt x="2840443" y="222090"/>
                </a:lnTo>
                <a:lnTo>
                  <a:pt x="2881358" y="247066"/>
                </a:lnTo>
                <a:lnTo>
                  <a:pt x="2921891" y="274854"/>
                </a:lnTo>
                <a:lnTo>
                  <a:pt x="2961166" y="303071"/>
                </a:lnTo>
                <a:lnTo>
                  <a:pt x="2999663" y="332895"/>
                </a:lnTo>
                <a:lnTo>
                  <a:pt x="3037495" y="364286"/>
                </a:lnTo>
                <a:lnTo>
                  <a:pt x="3074777" y="397207"/>
                </a:lnTo>
                <a:lnTo>
                  <a:pt x="3111623" y="431617"/>
                </a:lnTo>
                <a:lnTo>
                  <a:pt x="3147737" y="466277"/>
                </a:lnTo>
                <a:lnTo>
                  <a:pt x="3183643" y="502349"/>
                </a:lnTo>
                <a:lnTo>
                  <a:pt x="3219045" y="538593"/>
                </a:lnTo>
                <a:lnTo>
                  <a:pt x="3254467" y="576171"/>
                </a:lnTo>
                <a:lnTo>
                  <a:pt x="3293294" y="619298"/>
                </a:lnTo>
                <a:lnTo>
                  <a:pt x="3331901" y="663842"/>
                </a:lnTo>
                <a:lnTo>
                  <a:pt x="3337563" y="671305"/>
                </a:lnTo>
                <a:lnTo>
                  <a:pt x="3344366" y="679722"/>
                </a:lnTo>
                <a:lnTo>
                  <a:pt x="3352163" y="685117"/>
                </a:lnTo>
                <a:lnTo>
                  <a:pt x="3361215" y="684718"/>
                </a:lnTo>
                <a:close/>
              </a:path>
              <a:path w="3370579" h="1282064">
                <a:moveTo>
                  <a:pt x="1770139" y="1276091"/>
                </a:moveTo>
                <a:lnTo>
                  <a:pt x="1834314" y="1247532"/>
                </a:lnTo>
                <a:lnTo>
                  <a:pt x="1876701" y="1203585"/>
                </a:lnTo>
                <a:lnTo>
                  <a:pt x="1899208" y="1151649"/>
                </a:lnTo>
                <a:lnTo>
                  <a:pt x="1905498" y="1090477"/>
                </a:lnTo>
                <a:lnTo>
                  <a:pt x="1902287" y="1056689"/>
                </a:lnTo>
                <a:lnTo>
                  <a:pt x="1881966" y="984453"/>
                </a:lnTo>
                <a:lnTo>
                  <a:pt x="1849697" y="920311"/>
                </a:lnTo>
                <a:lnTo>
                  <a:pt x="1811915" y="864754"/>
                </a:lnTo>
                <a:lnTo>
                  <a:pt x="1770938" y="818334"/>
                </a:lnTo>
                <a:lnTo>
                  <a:pt x="1727959" y="776621"/>
                </a:lnTo>
                <a:lnTo>
                  <a:pt x="1681854" y="739996"/>
                </a:lnTo>
                <a:lnTo>
                  <a:pt x="1617153" y="697629"/>
                </a:lnTo>
                <a:lnTo>
                  <a:pt x="1574039" y="673403"/>
                </a:lnTo>
                <a:lnTo>
                  <a:pt x="1529651" y="652293"/>
                </a:lnTo>
                <a:lnTo>
                  <a:pt x="1483782" y="633029"/>
                </a:lnTo>
                <a:lnTo>
                  <a:pt x="1437044" y="616744"/>
                </a:lnTo>
                <a:lnTo>
                  <a:pt x="1389637" y="603370"/>
                </a:lnTo>
                <a:lnTo>
                  <a:pt x="1340945" y="590434"/>
                </a:lnTo>
                <a:lnTo>
                  <a:pt x="1342932" y="581708"/>
                </a:lnTo>
                <a:lnTo>
                  <a:pt x="1345644" y="572735"/>
                </a:lnTo>
                <a:lnTo>
                  <a:pt x="1349112" y="564846"/>
                </a:lnTo>
                <a:lnTo>
                  <a:pt x="1352140" y="555765"/>
                </a:lnTo>
                <a:lnTo>
                  <a:pt x="1371523" y="510260"/>
                </a:lnTo>
                <a:lnTo>
                  <a:pt x="1393320" y="463932"/>
                </a:lnTo>
                <a:lnTo>
                  <a:pt x="1418699" y="420409"/>
                </a:lnTo>
                <a:lnTo>
                  <a:pt x="1447186" y="378511"/>
                </a:lnTo>
                <a:lnTo>
                  <a:pt x="1478312" y="337057"/>
                </a:lnTo>
                <a:lnTo>
                  <a:pt x="1510572" y="299241"/>
                </a:lnTo>
                <a:lnTo>
                  <a:pt x="1545690" y="263135"/>
                </a:lnTo>
                <a:lnTo>
                  <a:pt x="1583521" y="227447"/>
                </a:lnTo>
                <a:lnTo>
                  <a:pt x="1625151" y="194491"/>
                </a:lnTo>
                <a:lnTo>
                  <a:pt x="1670844" y="164175"/>
                </a:lnTo>
                <a:lnTo>
                  <a:pt x="1720459" y="135208"/>
                </a:lnTo>
                <a:lnTo>
                  <a:pt x="1763081" y="113988"/>
                </a:lnTo>
                <a:lnTo>
                  <a:pt x="1807696" y="96114"/>
                </a:lnTo>
                <a:lnTo>
                  <a:pt x="1601418" y="166348"/>
                </a:lnTo>
                <a:lnTo>
                  <a:pt x="1552732" y="205732"/>
                </a:lnTo>
                <a:lnTo>
                  <a:pt x="1517533" y="237841"/>
                </a:lnTo>
                <a:lnTo>
                  <a:pt x="1485365" y="271600"/>
                </a:lnTo>
                <a:lnTo>
                  <a:pt x="1450294" y="313057"/>
                </a:lnTo>
                <a:lnTo>
                  <a:pt x="1418278" y="354814"/>
                </a:lnTo>
                <a:lnTo>
                  <a:pt x="1389584" y="398124"/>
                </a:lnTo>
                <a:lnTo>
                  <a:pt x="1363660" y="441832"/>
                </a:lnTo>
                <a:lnTo>
                  <a:pt x="1341181" y="488392"/>
                </a:lnTo>
                <a:lnTo>
                  <a:pt x="1320778" y="534245"/>
                </a:lnTo>
                <a:lnTo>
                  <a:pt x="1303534" y="583048"/>
                </a:lnTo>
                <a:lnTo>
                  <a:pt x="1227254" y="609020"/>
                </a:lnTo>
                <a:lnTo>
                  <a:pt x="1241932" y="610730"/>
                </a:lnTo>
                <a:lnTo>
                  <a:pt x="1293460" y="618676"/>
                </a:lnTo>
                <a:lnTo>
                  <a:pt x="1288801" y="640386"/>
                </a:lnTo>
                <a:lnTo>
                  <a:pt x="1330871" y="626062"/>
                </a:lnTo>
                <a:lnTo>
                  <a:pt x="1372079" y="636180"/>
                </a:lnTo>
                <a:lnTo>
                  <a:pt x="1435545" y="654819"/>
                </a:lnTo>
                <a:lnTo>
                  <a:pt x="1484812" y="672926"/>
                </a:lnTo>
                <a:lnTo>
                  <a:pt x="1532996" y="694085"/>
                </a:lnTo>
                <a:lnTo>
                  <a:pt x="1579827" y="718388"/>
                </a:lnTo>
                <a:lnTo>
                  <a:pt x="1625035" y="745926"/>
                </a:lnTo>
                <a:lnTo>
                  <a:pt x="1667940" y="775591"/>
                </a:lnTo>
                <a:lnTo>
                  <a:pt x="1709089" y="809877"/>
                </a:lnTo>
                <a:lnTo>
                  <a:pt x="1740249" y="839516"/>
                </a:lnTo>
                <a:lnTo>
                  <a:pt x="1770797" y="872046"/>
                </a:lnTo>
                <a:lnTo>
                  <a:pt x="1800223" y="910324"/>
                </a:lnTo>
                <a:lnTo>
                  <a:pt x="1826379" y="952399"/>
                </a:lnTo>
                <a:lnTo>
                  <a:pt x="1848344" y="999926"/>
                </a:lnTo>
                <a:lnTo>
                  <a:pt x="1866038" y="1066348"/>
                </a:lnTo>
                <a:lnTo>
                  <a:pt x="1868184" y="1096474"/>
                </a:lnTo>
                <a:lnTo>
                  <a:pt x="1866429" y="1125245"/>
                </a:lnTo>
                <a:lnTo>
                  <a:pt x="1850838" y="1176168"/>
                </a:lnTo>
                <a:lnTo>
                  <a:pt x="1814323" y="1216774"/>
                </a:lnTo>
                <a:lnTo>
                  <a:pt x="1654229" y="1276650"/>
                </a:lnTo>
                <a:lnTo>
                  <a:pt x="1671686" y="1280097"/>
                </a:lnTo>
                <a:lnTo>
                  <a:pt x="1702407" y="1281711"/>
                </a:lnTo>
                <a:lnTo>
                  <a:pt x="1735996" y="1281008"/>
                </a:lnTo>
                <a:lnTo>
                  <a:pt x="1770139" y="1276091"/>
                </a:lnTo>
                <a:close/>
              </a:path>
              <a:path w="3370579" h="1282064">
                <a:moveTo>
                  <a:pt x="1227254" y="609020"/>
                </a:moveTo>
                <a:lnTo>
                  <a:pt x="1303534" y="583048"/>
                </a:lnTo>
                <a:lnTo>
                  <a:pt x="1258538" y="575561"/>
                </a:lnTo>
                <a:lnTo>
                  <a:pt x="1212981" y="569607"/>
                </a:lnTo>
                <a:lnTo>
                  <a:pt x="1166792" y="565209"/>
                </a:lnTo>
                <a:lnTo>
                  <a:pt x="1119903" y="562392"/>
                </a:lnTo>
                <a:lnTo>
                  <a:pt x="1072244" y="561178"/>
                </a:lnTo>
                <a:lnTo>
                  <a:pt x="973926" y="562455"/>
                </a:lnTo>
                <a:lnTo>
                  <a:pt x="872509" y="572837"/>
                </a:lnTo>
                <a:lnTo>
                  <a:pt x="819953" y="579999"/>
                </a:lnTo>
                <a:lnTo>
                  <a:pt x="766617" y="590109"/>
                </a:lnTo>
                <a:lnTo>
                  <a:pt x="712024" y="601990"/>
                </a:lnTo>
                <a:lnTo>
                  <a:pt x="615984" y="629323"/>
                </a:lnTo>
                <a:lnTo>
                  <a:pt x="567842" y="645715"/>
                </a:lnTo>
                <a:lnTo>
                  <a:pt x="520926" y="664372"/>
                </a:lnTo>
                <a:lnTo>
                  <a:pt x="475605" y="683828"/>
                </a:lnTo>
                <a:lnTo>
                  <a:pt x="433064" y="705020"/>
                </a:lnTo>
                <a:lnTo>
                  <a:pt x="385188" y="730712"/>
                </a:lnTo>
                <a:lnTo>
                  <a:pt x="340693" y="759278"/>
                </a:lnTo>
                <a:lnTo>
                  <a:pt x="333055" y="764562"/>
                </a:lnTo>
                <a:lnTo>
                  <a:pt x="640283" y="659956"/>
                </a:lnTo>
                <a:lnTo>
                  <a:pt x="688765" y="646132"/>
                </a:lnTo>
                <a:lnTo>
                  <a:pt x="736520" y="633897"/>
                </a:lnTo>
                <a:lnTo>
                  <a:pt x="783537" y="623255"/>
                </a:lnTo>
                <a:lnTo>
                  <a:pt x="830213" y="615412"/>
                </a:lnTo>
                <a:lnTo>
                  <a:pt x="920863" y="603330"/>
                </a:lnTo>
                <a:lnTo>
                  <a:pt x="965223" y="600300"/>
                </a:lnTo>
                <a:lnTo>
                  <a:pt x="1023005" y="598067"/>
                </a:lnTo>
                <a:lnTo>
                  <a:pt x="1079434" y="597636"/>
                </a:lnTo>
                <a:lnTo>
                  <a:pt x="1134929" y="600207"/>
                </a:lnTo>
                <a:lnTo>
                  <a:pt x="1189092" y="604572"/>
                </a:lnTo>
                <a:lnTo>
                  <a:pt x="1227254" y="609020"/>
                </a:lnTo>
                <a:close/>
              </a:path>
              <a:path w="3370579" h="1282064">
                <a:moveTo>
                  <a:pt x="11593" y="1115501"/>
                </a:moveTo>
                <a:lnTo>
                  <a:pt x="72483" y="1094769"/>
                </a:lnTo>
                <a:lnTo>
                  <a:pt x="71273" y="1091156"/>
                </a:lnTo>
                <a:lnTo>
                  <a:pt x="75005" y="1089886"/>
                </a:lnTo>
                <a:lnTo>
                  <a:pt x="76126" y="1086821"/>
                </a:lnTo>
                <a:lnTo>
                  <a:pt x="96432" y="1058441"/>
                </a:lnTo>
                <a:lnTo>
                  <a:pt x="117011" y="1028627"/>
                </a:lnTo>
                <a:lnTo>
                  <a:pt x="161095" y="970686"/>
                </a:lnTo>
                <a:lnTo>
                  <a:pt x="188808" y="938444"/>
                </a:lnTo>
                <a:lnTo>
                  <a:pt x="218270" y="906947"/>
                </a:lnTo>
                <a:lnTo>
                  <a:pt x="249607" y="876153"/>
                </a:lnTo>
                <a:lnTo>
                  <a:pt x="283349" y="847224"/>
                </a:lnTo>
                <a:lnTo>
                  <a:pt x="319210" y="818915"/>
                </a:lnTo>
                <a:lnTo>
                  <a:pt x="357723" y="792386"/>
                </a:lnTo>
                <a:lnTo>
                  <a:pt x="398601" y="766393"/>
                </a:lnTo>
                <a:lnTo>
                  <a:pt x="442376" y="742097"/>
                </a:lnTo>
                <a:lnTo>
                  <a:pt x="488762" y="718254"/>
                </a:lnTo>
                <a:lnTo>
                  <a:pt x="538700" y="697226"/>
                </a:lnTo>
                <a:lnTo>
                  <a:pt x="591495" y="676567"/>
                </a:lnTo>
                <a:lnTo>
                  <a:pt x="333055" y="764562"/>
                </a:lnTo>
                <a:lnTo>
                  <a:pt x="298681" y="788340"/>
                </a:lnTo>
                <a:lnTo>
                  <a:pt x="259483" y="819127"/>
                </a:lnTo>
                <a:lnTo>
                  <a:pt x="223019" y="851666"/>
                </a:lnTo>
                <a:lnTo>
                  <a:pt x="188802" y="884782"/>
                </a:lnTo>
                <a:lnTo>
                  <a:pt x="156753" y="918501"/>
                </a:lnTo>
                <a:lnTo>
                  <a:pt x="127202" y="954053"/>
                </a:lnTo>
                <a:lnTo>
                  <a:pt x="99252" y="989060"/>
                </a:lnTo>
                <a:lnTo>
                  <a:pt x="73644" y="1025953"/>
                </a:lnTo>
                <a:lnTo>
                  <a:pt x="36511" y="1038596"/>
                </a:lnTo>
                <a:lnTo>
                  <a:pt x="27368" y="1069882"/>
                </a:lnTo>
                <a:lnTo>
                  <a:pt x="11593" y="1115501"/>
                </a:lnTo>
                <a:close/>
              </a:path>
              <a:path w="3370579" h="1282064">
                <a:moveTo>
                  <a:pt x="36511" y="1038596"/>
                </a:moveTo>
                <a:lnTo>
                  <a:pt x="73644" y="1025953"/>
                </a:lnTo>
                <a:lnTo>
                  <a:pt x="74765" y="1017521"/>
                </a:lnTo>
                <a:lnTo>
                  <a:pt x="76976" y="1010060"/>
                </a:lnTo>
                <a:lnTo>
                  <a:pt x="79534" y="1002482"/>
                </a:lnTo>
                <a:lnTo>
                  <a:pt x="81694" y="993696"/>
                </a:lnTo>
                <a:lnTo>
                  <a:pt x="90705" y="961113"/>
                </a:lnTo>
                <a:lnTo>
                  <a:pt x="95083" y="944865"/>
                </a:lnTo>
                <a:lnTo>
                  <a:pt x="98807" y="927498"/>
                </a:lnTo>
                <a:lnTo>
                  <a:pt x="99808" y="917766"/>
                </a:lnTo>
                <a:lnTo>
                  <a:pt x="99166" y="908593"/>
                </a:lnTo>
                <a:lnTo>
                  <a:pt x="94768" y="900700"/>
                </a:lnTo>
                <a:lnTo>
                  <a:pt x="85729" y="898411"/>
                </a:lnTo>
                <a:lnTo>
                  <a:pt x="77128" y="901340"/>
                </a:lnTo>
                <a:lnTo>
                  <a:pt x="71887" y="908490"/>
                </a:lnTo>
                <a:lnTo>
                  <a:pt x="68576" y="916325"/>
                </a:lnTo>
                <a:lnTo>
                  <a:pt x="53995" y="973612"/>
                </a:lnTo>
                <a:lnTo>
                  <a:pt x="41300" y="1022207"/>
                </a:lnTo>
                <a:lnTo>
                  <a:pt x="36511" y="1038596"/>
                </a:lnTo>
                <a:close/>
              </a:path>
              <a:path w="3370579" h="1282064">
                <a:moveTo>
                  <a:pt x="1654229" y="1276650"/>
                </a:moveTo>
                <a:lnTo>
                  <a:pt x="1784855" y="1232174"/>
                </a:lnTo>
                <a:lnTo>
                  <a:pt x="1753375" y="1241551"/>
                </a:lnTo>
                <a:lnTo>
                  <a:pt x="1721853" y="1245575"/>
                </a:lnTo>
                <a:lnTo>
                  <a:pt x="1664345" y="1241007"/>
                </a:lnTo>
                <a:lnTo>
                  <a:pt x="1612590" y="1227772"/>
                </a:lnTo>
                <a:lnTo>
                  <a:pt x="1564346" y="1207975"/>
                </a:lnTo>
                <a:lnTo>
                  <a:pt x="1518833" y="1181882"/>
                </a:lnTo>
                <a:lnTo>
                  <a:pt x="1464179" y="1138777"/>
                </a:lnTo>
                <a:lnTo>
                  <a:pt x="1433177" y="1107743"/>
                </a:lnTo>
                <a:lnTo>
                  <a:pt x="1404297" y="1071962"/>
                </a:lnTo>
                <a:lnTo>
                  <a:pt x="1377863" y="1031324"/>
                </a:lnTo>
                <a:lnTo>
                  <a:pt x="1353786" y="984516"/>
                </a:lnTo>
                <a:lnTo>
                  <a:pt x="1337583" y="943077"/>
                </a:lnTo>
                <a:lnTo>
                  <a:pt x="1336003" y="938248"/>
                </a:lnTo>
                <a:lnTo>
                  <a:pt x="1332844" y="928591"/>
                </a:lnTo>
                <a:lnTo>
                  <a:pt x="1330080" y="920141"/>
                </a:lnTo>
                <a:lnTo>
                  <a:pt x="1321954" y="888026"/>
                </a:lnTo>
                <a:lnTo>
                  <a:pt x="1321641" y="886791"/>
                </a:lnTo>
                <a:lnTo>
                  <a:pt x="1315266" y="852739"/>
                </a:lnTo>
                <a:lnTo>
                  <a:pt x="1310675" y="804663"/>
                </a:lnTo>
                <a:lnTo>
                  <a:pt x="1310513" y="757762"/>
                </a:lnTo>
                <a:lnTo>
                  <a:pt x="1314064" y="712281"/>
                </a:lnTo>
                <a:lnTo>
                  <a:pt x="1320615" y="668461"/>
                </a:lnTo>
                <a:lnTo>
                  <a:pt x="1329451" y="626546"/>
                </a:lnTo>
                <a:lnTo>
                  <a:pt x="1288801" y="640386"/>
                </a:lnTo>
                <a:lnTo>
                  <a:pt x="1283830" y="663544"/>
                </a:lnTo>
                <a:lnTo>
                  <a:pt x="1276979" y="711491"/>
                </a:lnTo>
                <a:lnTo>
                  <a:pt x="1273364" y="761019"/>
                </a:lnTo>
                <a:lnTo>
                  <a:pt x="1274266" y="813035"/>
                </a:lnTo>
                <a:lnTo>
                  <a:pt x="1280551" y="867242"/>
                </a:lnTo>
                <a:lnTo>
                  <a:pt x="1297780" y="940530"/>
                </a:lnTo>
                <a:lnTo>
                  <a:pt x="1310086" y="976588"/>
                </a:lnTo>
                <a:lnTo>
                  <a:pt x="1324998" y="1011758"/>
                </a:lnTo>
                <a:lnTo>
                  <a:pt x="1359287" y="1072530"/>
                </a:lnTo>
                <a:lnTo>
                  <a:pt x="1398015" y="1123740"/>
                </a:lnTo>
                <a:lnTo>
                  <a:pt x="1431642" y="1159247"/>
                </a:lnTo>
                <a:lnTo>
                  <a:pt x="1467179" y="1190078"/>
                </a:lnTo>
                <a:lnTo>
                  <a:pt x="1504702" y="1216208"/>
                </a:lnTo>
                <a:lnTo>
                  <a:pt x="1544693" y="1238815"/>
                </a:lnTo>
                <a:lnTo>
                  <a:pt x="1587227" y="1257873"/>
                </a:lnTo>
                <a:lnTo>
                  <a:pt x="1641759" y="1274187"/>
                </a:lnTo>
                <a:lnTo>
                  <a:pt x="1654229" y="1276650"/>
                </a:lnTo>
                <a:close/>
              </a:path>
              <a:path w="3370579" h="1282064">
                <a:moveTo>
                  <a:pt x="19929" y="1166327"/>
                </a:moveTo>
                <a:lnTo>
                  <a:pt x="26406" y="1164122"/>
                </a:lnTo>
                <a:lnTo>
                  <a:pt x="32689" y="1160641"/>
                </a:lnTo>
                <a:lnTo>
                  <a:pt x="38551" y="1155962"/>
                </a:lnTo>
                <a:lnTo>
                  <a:pt x="44584" y="1152566"/>
                </a:lnTo>
                <a:lnTo>
                  <a:pt x="60929" y="1138951"/>
                </a:lnTo>
                <a:lnTo>
                  <a:pt x="77128" y="1128069"/>
                </a:lnTo>
                <a:lnTo>
                  <a:pt x="94018" y="1116952"/>
                </a:lnTo>
                <a:lnTo>
                  <a:pt x="112845" y="1103834"/>
                </a:lnTo>
                <a:lnTo>
                  <a:pt x="123514" y="1097518"/>
                </a:lnTo>
                <a:lnTo>
                  <a:pt x="160224" y="1072945"/>
                </a:lnTo>
                <a:lnTo>
                  <a:pt x="170169" y="1066875"/>
                </a:lnTo>
                <a:lnTo>
                  <a:pt x="182488" y="1057314"/>
                </a:lnTo>
                <a:lnTo>
                  <a:pt x="191756" y="1046109"/>
                </a:lnTo>
                <a:lnTo>
                  <a:pt x="192136" y="1033906"/>
                </a:lnTo>
                <a:lnTo>
                  <a:pt x="186276" y="1027851"/>
                </a:lnTo>
                <a:lnTo>
                  <a:pt x="178458" y="1027830"/>
                </a:lnTo>
                <a:lnTo>
                  <a:pt x="168967" y="1029720"/>
                </a:lnTo>
                <a:lnTo>
                  <a:pt x="137577" y="1049799"/>
                </a:lnTo>
                <a:lnTo>
                  <a:pt x="116257" y="1063766"/>
                </a:lnTo>
                <a:lnTo>
                  <a:pt x="95169" y="1078996"/>
                </a:lnTo>
                <a:lnTo>
                  <a:pt x="72483" y="1094769"/>
                </a:lnTo>
                <a:lnTo>
                  <a:pt x="11593" y="1115501"/>
                </a:lnTo>
                <a:lnTo>
                  <a:pt x="11067" y="1117022"/>
                </a:lnTo>
                <a:lnTo>
                  <a:pt x="3053" y="1138533"/>
                </a:lnTo>
                <a:lnTo>
                  <a:pt x="0" y="1143597"/>
                </a:lnTo>
                <a:lnTo>
                  <a:pt x="1133" y="1148578"/>
                </a:lnTo>
                <a:lnTo>
                  <a:pt x="4272" y="1155559"/>
                </a:lnTo>
                <a:lnTo>
                  <a:pt x="8971" y="1160667"/>
                </a:lnTo>
                <a:lnTo>
                  <a:pt x="14464" y="1164163"/>
                </a:lnTo>
                <a:lnTo>
                  <a:pt x="19929" y="11663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8781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00"/>
              </a:spcBef>
            </a:pPr>
            <a:r>
              <a:rPr sz="4700" b="0" spc="155" dirty="0">
                <a:latin typeface="Times New Roman"/>
                <a:cs typeface="Times New Roman"/>
              </a:rPr>
              <a:t>What</a:t>
            </a:r>
            <a:r>
              <a:rPr sz="4700" b="0" spc="10" dirty="0">
                <a:latin typeface="Times New Roman"/>
                <a:cs typeface="Times New Roman"/>
              </a:rPr>
              <a:t> </a:t>
            </a:r>
            <a:r>
              <a:rPr sz="4700" b="0" dirty="0">
                <a:latin typeface="Times New Roman"/>
                <a:cs typeface="Times New Roman"/>
              </a:rPr>
              <a:t>is</a:t>
            </a:r>
            <a:r>
              <a:rPr sz="4700" b="0" spc="15" dirty="0">
                <a:latin typeface="Times New Roman"/>
                <a:cs typeface="Times New Roman"/>
              </a:rPr>
              <a:t> </a:t>
            </a:r>
            <a:r>
              <a:rPr sz="4700" b="0" spc="145" dirty="0">
                <a:latin typeface="Times New Roman"/>
                <a:cs typeface="Times New Roman"/>
              </a:rPr>
              <a:t>the</a:t>
            </a:r>
            <a:r>
              <a:rPr sz="4700" b="0" spc="10" dirty="0">
                <a:latin typeface="Times New Roman"/>
                <a:cs typeface="Times New Roman"/>
              </a:rPr>
              <a:t> </a:t>
            </a:r>
            <a:r>
              <a:rPr sz="4700" b="0" spc="165" dirty="0">
                <a:latin typeface="Times New Roman"/>
                <a:cs typeface="Times New Roman"/>
              </a:rPr>
              <a:t>trend</a:t>
            </a:r>
            <a:r>
              <a:rPr sz="4700" b="0" spc="10" dirty="0">
                <a:latin typeface="Times New Roman"/>
                <a:cs typeface="Times New Roman"/>
              </a:rPr>
              <a:t> </a:t>
            </a:r>
            <a:r>
              <a:rPr sz="4700" b="0" spc="95" dirty="0">
                <a:latin typeface="Times New Roman"/>
                <a:cs typeface="Times New Roman"/>
              </a:rPr>
              <a:t>in</a:t>
            </a:r>
            <a:r>
              <a:rPr sz="4700" b="0" spc="15" dirty="0">
                <a:latin typeface="Times New Roman"/>
                <a:cs typeface="Times New Roman"/>
              </a:rPr>
              <a:t> </a:t>
            </a:r>
            <a:r>
              <a:rPr sz="4700" b="0" spc="360" dirty="0">
                <a:latin typeface="Times New Roman"/>
                <a:cs typeface="Times New Roman"/>
              </a:rPr>
              <a:t>GDP</a:t>
            </a:r>
            <a:r>
              <a:rPr sz="4700" b="0" spc="10" dirty="0">
                <a:latin typeface="Times New Roman"/>
                <a:cs typeface="Times New Roman"/>
              </a:rPr>
              <a:t> </a:t>
            </a:r>
            <a:r>
              <a:rPr sz="4700" b="0" spc="90" dirty="0">
                <a:latin typeface="Times New Roman"/>
                <a:cs typeface="Times New Roman"/>
              </a:rPr>
              <a:t>for</a:t>
            </a:r>
            <a:r>
              <a:rPr sz="4700" b="0" spc="15" dirty="0">
                <a:latin typeface="Times New Roman"/>
                <a:cs typeface="Times New Roman"/>
              </a:rPr>
              <a:t> </a:t>
            </a:r>
            <a:r>
              <a:rPr sz="4700" b="0" spc="95" dirty="0">
                <a:latin typeface="Times New Roman"/>
                <a:cs typeface="Times New Roman"/>
              </a:rPr>
              <a:t>each</a:t>
            </a:r>
            <a:r>
              <a:rPr sz="4700" b="0" spc="10" dirty="0">
                <a:latin typeface="Times New Roman"/>
                <a:cs typeface="Times New Roman"/>
              </a:rPr>
              <a:t> </a:t>
            </a:r>
            <a:r>
              <a:rPr sz="4700" b="0" spc="160" dirty="0">
                <a:latin typeface="Times New Roman"/>
                <a:cs typeface="Times New Roman"/>
              </a:rPr>
              <a:t>country</a:t>
            </a:r>
            <a:r>
              <a:rPr sz="4700" b="0" spc="15" dirty="0">
                <a:latin typeface="Times New Roman"/>
                <a:cs typeface="Times New Roman"/>
              </a:rPr>
              <a:t> </a:t>
            </a:r>
            <a:r>
              <a:rPr sz="4700" b="0" dirty="0">
                <a:latin typeface="Times New Roman"/>
                <a:cs typeface="Times New Roman"/>
              </a:rPr>
              <a:t>over</a:t>
            </a:r>
            <a:r>
              <a:rPr sz="4700" b="0" spc="10" dirty="0">
                <a:latin typeface="Times New Roman"/>
                <a:cs typeface="Times New Roman"/>
              </a:rPr>
              <a:t> </a:t>
            </a:r>
            <a:r>
              <a:rPr sz="4700" b="0" spc="145" dirty="0">
                <a:latin typeface="Times New Roman"/>
                <a:cs typeface="Times New Roman"/>
              </a:rPr>
              <a:t>the</a:t>
            </a:r>
            <a:r>
              <a:rPr sz="4700" b="0" spc="15" dirty="0">
                <a:latin typeface="Times New Roman"/>
                <a:cs typeface="Times New Roman"/>
              </a:rPr>
              <a:t> </a:t>
            </a:r>
            <a:r>
              <a:rPr sz="4700" b="0" dirty="0">
                <a:latin typeface="Times New Roman"/>
                <a:cs typeface="Times New Roman"/>
              </a:rPr>
              <a:t>given</a:t>
            </a:r>
            <a:r>
              <a:rPr sz="4700" b="0" spc="10" dirty="0">
                <a:latin typeface="Times New Roman"/>
                <a:cs typeface="Times New Roman"/>
              </a:rPr>
              <a:t> </a:t>
            </a:r>
            <a:r>
              <a:rPr sz="4700" b="0" spc="-10" dirty="0">
                <a:latin typeface="Times New Roman"/>
                <a:cs typeface="Times New Roman"/>
              </a:rPr>
              <a:t>years?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02" y="4695554"/>
            <a:ext cx="6793230" cy="5591810"/>
          </a:xfrm>
          <a:prstGeom prst="rect">
            <a:avLst/>
          </a:prstGeom>
          <a:solidFill>
            <a:srgbClr val="F2F1E4"/>
          </a:solidFill>
        </p:spPr>
        <p:txBody>
          <a:bodyPr vert="horz" wrap="square" lIns="0" tIns="302260" rIns="0" bIns="0" rtlCol="0">
            <a:spAutoFit/>
          </a:bodyPr>
          <a:lstStyle/>
          <a:p>
            <a:pPr marL="2540" algn="ctr">
              <a:lnSpc>
                <a:spcPts val="6434"/>
              </a:lnSpc>
              <a:spcBef>
                <a:spcPts val="2380"/>
              </a:spcBef>
            </a:pPr>
            <a:r>
              <a:rPr sz="5600" spc="225" dirty="0">
                <a:latin typeface="Times New Roman"/>
                <a:cs typeface="Times New Roman"/>
              </a:rPr>
              <a:t>SELECT</a:t>
            </a:r>
            <a:endParaRPr sz="5600">
              <a:latin typeface="Times New Roman"/>
              <a:cs typeface="Times New Roman"/>
            </a:endParaRPr>
          </a:p>
          <a:p>
            <a:pPr marL="486409" marR="476250" algn="ctr">
              <a:lnSpc>
                <a:spcPts val="6150"/>
              </a:lnSpc>
              <a:spcBef>
                <a:spcPts val="395"/>
              </a:spcBef>
            </a:pPr>
            <a:r>
              <a:rPr sz="5600" spc="110" dirty="0">
                <a:latin typeface="Times New Roman"/>
                <a:cs typeface="Times New Roman"/>
              </a:rPr>
              <a:t>country,year,SUM( </a:t>
            </a:r>
            <a:r>
              <a:rPr sz="5600" dirty="0">
                <a:latin typeface="Times New Roman"/>
                <a:cs typeface="Times New Roman"/>
              </a:rPr>
              <a:t>value)</a:t>
            </a:r>
            <a:r>
              <a:rPr sz="5600" spc="50" dirty="0">
                <a:latin typeface="Times New Roman"/>
                <a:cs typeface="Times New Roman"/>
              </a:rPr>
              <a:t> </a:t>
            </a:r>
            <a:r>
              <a:rPr sz="5600" spc="100" dirty="0">
                <a:latin typeface="Times New Roman"/>
                <a:cs typeface="Times New Roman"/>
              </a:rPr>
              <a:t>AS</a:t>
            </a:r>
            <a:r>
              <a:rPr sz="5600" spc="50" dirty="0">
                <a:latin typeface="Times New Roman"/>
                <a:cs typeface="Times New Roman"/>
              </a:rPr>
              <a:t> </a:t>
            </a:r>
            <a:r>
              <a:rPr sz="5600" spc="155" dirty="0">
                <a:latin typeface="Times New Roman"/>
                <a:cs typeface="Times New Roman"/>
              </a:rPr>
              <a:t>gdp </a:t>
            </a:r>
            <a:r>
              <a:rPr sz="5600" spc="375" dirty="0">
                <a:latin typeface="Times New Roman"/>
                <a:cs typeface="Times New Roman"/>
              </a:rPr>
              <a:t>FROM</a:t>
            </a:r>
            <a:r>
              <a:rPr sz="5600" dirty="0">
                <a:latin typeface="Times New Roman"/>
                <a:cs typeface="Times New Roman"/>
              </a:rPr>
              <a:t> </a:t>
            </a:r>
            <a:r>
              <a:rPr sz="5600" spc="95" dirty="0">
                <a:latin typeface="Times New Roman"/>
                <a:cs typeface="Times New Roman"/>
              </a:rPr>
              <a:t>gdp_3</a:t>
            </a:r>
            <a:endParaRPr sz="5600">
              <a:latin typeface="Times New Roman"/>
              <a:cs typeface="Times New Roman"/>
            </a:endParaRPr>
          </a:p>
          <a:p>
            <a:pPr marL="716915" marR="481965" indent="-224790">
              <a:lnSpc>
                <a:spcPts val="4650"/>
              </a:lnSpc>
              <a:spcBef>
                <a:spcPts val="225"/>
              </a:spcBef>
              <a:tabLst>
                <a:tab pos="2605405" algn="l"/>
                <a:tab pos="2878455" algn="l"/>
                <a:tab pos="3469004" algn="l"/>
                <a:tab pos="3742054" algn="l"/>
                <a:tab pos="4844415" algn="l"/>
              </a:tabLst>
            </a:pPr>
            <a:r>
              <a:rPr sz="4200" spc="235" dirty="0">
                <a:latin typeface="Times New Roman"/>
                <a:cs typeface="Times New Roman"/>
              </a:rPr>
              <a:t>GROUP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25" dirty="0">
                <a:latin typeface="Times New Roman"/>
                <a:cs typeface="Times New Roman"/>
              </a:rPr>
              <a:t>BY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80" dirty="0">
                <a:latin typeface="Times New Roman"/>
                <a:cs typeface="Times New Roman"/>
              </a:rPr>
              <a:t>country,year </a:t>
            </a:r>
            <a:r>
              <a:rPr sz="4200" spc="305" dirty="0">
                <a:latin typeface="Times New Roman"/>
                <a:cs typeface="Times New Roman"/>
              </a:rPr>
              <a:t>ORDER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25" dirty="0">
                <a:latin typeface="Times New Roman"/>
                <a:cs typeface="Times New Roman"/>
              </a:rPr>
              <a:t>BY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65" dirty="0">
                <a:latin typeface="Times New Roman"/>
                <a:cs typeface="Times New Roman"/>
              </a:rPr>
              <a:t>year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60" dirty="0">
                <a:latin typeface="Times New Roman"/>
                <a:cs typeface="Times New Roman"/>
              </a:rPr>
              <a:t>ASC;</a:t>
            </a:r>
            <a:endParaRPr sz="4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0501" y="1672207"/>
            <a:ext cx="17317720" cy="8611870"/>
            <a:chOff x="230501" y="1672207"/>
            <a:chExt cx="17317720" cy="8611870"/>
          </a:xfrm>
        </p:grpSpPr>
        <p:sp>
          <p:nvSpPr>
            <p:cNvPr id="3" name="object 3"/>
            <p:cNvSpPr/>
            <p:nvPr/>
          </p:nvSpPr>
          <p:spPr>
            <a:xfrm>
              <a:off x="9564487" y="1672207"/>
              <a:ext cx="7983855" cy="5941695"/>
            </a:xfrm>
            <a:custGeom>
              <a:avLst/>
              <a:gdLst/>
              <a:ahLst/>
              <a:cxnLst/>
              <a:rect l="l" t="t" r="r" b="b"/>
              <a:pathLst>
                <a:path w="7983855" h="5941695">
                  <a:moveTo>
                    <a:pt x="7983412" y="5941143"/>
                  </a:moveTo>
                  <a:lnTo>
                    <a:pt x="0" y="5941143"/>
                  </a:lnTo>
                  <a:lnTo>
                    <a:pt x="0" y="0"/>
                  </a:lnTo>
                  <a:lnTo>
                    <a:pt x="7983412" y="0"/>
                  </a:lnTo>
                  <a:lnTo>
                    <a:pt x="7983412" y="5941143"/>
                  </a:lnTo>
                  <a:close/>
                </a:path>
              </a:pathLst>
            </a:custGeom>
            <a:solidFill>
              <a:srgbClr val="2581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501" y="5330700"/>
              <a:ext cx="10306049" cy="4952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32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4700" dirty="0"/>
              <a:t>How</a:t>
            </a:r>
            <a:r>
              <a:rPr sz="4700" spc="-225" dirty="0"/>
              <a:t> </a:t>
            </a:r>
            <a:r>
              <a:rPr sz="4700" spc="-20" dirty="0"/>
              <a:t>has</a:t>
            </a:r>
            <a:r>
              <a:rPr sz="4700" spc="-180" dirty="0"/>
              <a:t> </a:t>
            </a:r>
            <a:r>
              <a:rPr sz="4700" spc="-114" dirty="0"/>
              <a:t>population</a:t>
            </a:r>
            <a:r>
              <a:rPr sz="4700" spc="-180" dirty="0"/>
              <a:t> </a:t>
            </a:r>
            <a:r>
              <a:rPr sz="4700" spc="-160" dirty="0"/>
              <a:t>growth</a:t>
            </a:r>
            <a:r>
              <a:rPr sz="4700" spc="-130" dirty="0"/>
              <a:t> </a:t>
            </a:r>
            <a:r>
              <a:rPr sz="4700" spc="-25" dirty="0"/>
              <a:t>affected</a:t>
            </a:r>
            <a:r>
              <a:rPr sz="4700" spc="-180" dirty="0"/>
              <a:t> </a:t>
            </a:r>
            <a:r>
              <a:rPr sz="4700" dirty="0"/>
              <a:t>total</a:t>
            </a:r>
            <a:r>
              <a:rPr sz="4700" spc="-180" dirty="0"/>
              <a:t> </a:t>
            </a:r>
            <a:r>
              <a:rPr sz="4700" spc="-75" dirty="0"/>
              <a:t>emissions</a:t>
            </a:r>
            <a:r>
              <a:rPr sz="4700" spc="-180" dirty="0"/>
              <a:t> </a:t>
            </a:r>
            <a:r>
              <a:rPr sz="4700" spc="-50" dirty="0"/>
              <a:t>in</a:t>
            </a:r>
            <a:r>
              <a:rPr sz="4700" spc="-175" dirty="0"/>
              <a:t> </a:t>
            </a:r>
            <a:r>
              <a:rPr sz="4700" spc="-40" dirty="0"/>
              <a:t>each</a:t>
            </a:r>
            <a:r>
              <a:rPr sz="4700" spc="-180" dirty="0"/>
              <a:t> </a:t>
            </a:r>
            <a:r>
              <a:rPr sz="4700" spc="-80" dirty="0"/>
              <a:t>country?</a:t>
            </a:r>
            <a:endParaRPr sz="470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41630" algn="ctr">
              <a:lnSpc>
                <a:spcPts val="2595"/>
              </a:lnSpc>
              <a:spcBef>
                <a:spcPts val="100"/>
              </a:spcBef>
            </a:pPr>
            <a:r>
              <a:rPr spc="-10" dirty="0"/>
              <a:t>SELECT</a:t>
            </a:r>
          </a:p>
          <a:p>
            <a:pPr marL="3187065" marR="3179445" algn="ctr">
              <a:lnSpc>
                <a:spcPts val="2550"/>
              </a:lnSpc>
              <a:spcBef>
                <a:spcPts val="115"/>
              </a:spcBef>
            </a:pPr>
            <a:r>
              <a:rPr spc="-60" dirty="0"/>
              <a:t>e.country, </a:t>
            </a:r>
            <a:r>
              <a:rPr spc="-10" dirty="0"/>
              <a:t>e.year,</a:t>
            </a:r>
          </a:p>
          <a:p>
            <a:pPr marL="1559560" marR="1551940" algn="ctr">
              <a:lnSpc>
                <a:spcPts val="2550"/>
              </a:lnSpc>
            </a:pPr>
            <a:r>
              <a:rPr dirty="0"/>
              <a:t>SUM(e.emission)</a:t>
            </a:r>
            <a:r>
              <a:rPr spc="-30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spc="-20" dirty="0"/>
              <a:t>total_emissions, SUM(p.value)</a:t>
            </a:r>
            <a:r>
              <a:rPr dirty="0"/>
              <a:t> AS </a:t>
            </a:r>
            <a:r>
              <a:rPr spc="-10" dirty="0"/>
              <a:t>population,</a:t>
            </a:r>
          </a:p>
          <a:p>
            <a:pPr algn="ctr">
              <a:lnSpc>
                <a:spcPts val="2435"/>
              </a:lnSpc>
            </a:pPr>
            <a:r>
              <a:rPr dirty="0"/>
              <a:t>ROUND(SUM(e.emission)</a:t>
            </a:r>
            <a:r>
              <a:rPr spc="30" dirty="0"/>
              <a:t> </a:t>
            </a:r>
            <a:r>
              <a:rPr dirty="0"/>
              <a:t>/</a:t>
            </a:r>
            <a:r>
              <a:rPr spc="30" dirty="0"/>
              <a:t> </a:t>
            </a:r>
            <a:r>
              <a:rPr spc="-10" dirty="0"/>
              <a:t>NULLIF(SUM(p.Value),</a:t>
            </a:r>
            <a:r>
              <a:rPr spc="30" dirty="0"/>
              <a:t> </a:t>
            </a:r>
            <a:r>
              <a:rPr dirty="0"/>
              <a:t>0),</a:t>
            </a:r>
            <a:r>
              <a:rPr spc="30" dirty="0"/>
              <a:t> </a:t>
            </a:r>
            <a:r>
              <a:rPr dirty="0"/>
              <a:t>4)</a:t>
            </a:r>
            <a:r>
              <a:rPr spc="30" dirty="0"/>
              <a:t> </a:t>
            </a:r>
            <a:r>
              <a:rPr spc="-25" dirty="0"/>
              <a:t>AS</a:t>
            </a:r>
          </a:p>
          <a:p>
            <a:pPr marL="2386965" marR="2658745" algn="ctr">
              <a:lnSpc>
                <a:spcPts val="2550"/>
              </a:lnSpc>
              <a:spcBef>
                <a:spcPts val="115"/>
              </a:spcBef>
            </a:pPr>
            <a:r>
              <a:rPr spc="-45" dirty="0"/>
              <a:t>emissions_per_capita </a:t>
            </a:r>
            <a:r>
              <a:rPr spc="-20" dirty="0"/>
              <a:t>FROM</a:t>
            </a:r>
          </a:p>
          <a:p>
            <a:pPr marL="3223895" marR="3016885" indent="-200025">
              <a:lnSpc>
                <a:spcPts val="2550"/>
              </a:lnSpc>
            </a:pPr>
            <a:r>
              <a:rPr spc="-35" dirty="0"/>
              <a:t>emission_3</a:t>
            </a:r>
            <a:r>
              <a:rPr spc="-45" dirty="0"/>
              <a:t> </a:t>
            </a:r>
            <a:r>
              <a:rPr spc="-50" dirty="0"/>
              <a:t>e </a:t>
            </a:r>
            <a:r>
              <a:rPr spc="45" dirty="0"/>
              <a:t>JOIN</a:t>
            </a:r>
          </a:p>
          <a:p>
            <a:pPr marR="62230" algn="ctr">
              <a:lnSpc>
                <a:spcPts val="2435"/>
              </a:lnSpc>
            </a:pPr>
            <a:r>
              <a:rPr spc="-55" dirty="0"/>
              <a:t>population</a:t>
            </a:r>
            <a:r>
              <a:rPr spc="-70" dirty="0"/>
              <a:t> </a:t>
            </a:r>
            <a:r>
              <a:rPr spc="-50" dirty="0"/>
              <a:t>p</a:t>
            </a:r>
          </a:p>
          <a:p>
            <a:pPr algn="ctr">
              <a:lnSpc>
                <a:spcPts val="2550"/>
              </a:lnSpc>
            </a:pPr>
            <a:r>
              <a:rPr spc="85" dirty="0"/>
              <a:t>ON</a:t>
            </a:r>
            <a:r>
              <a:rPr spc="-40" dirty="0"/>
              <a:t> e.country</a:t>
            </a:r>
            <a:r>
              <a:rPr spc="-35" dirty="0"/>
              <a:t> </a:t>
            </a:r>
            <a:r>
              <a:rPr spc="210" dirty="0"/>
              <a:t>=</a:t>
            </a:r>
            <a:r>
              <a:rPr spc="-35" dirty="0"/>
              <a:t> </a:t>
            </a:r>
            <a:r>
              <a:rPr spc="-55" dirty="0"/>
              <a:t>p.countries</a:t>
            </a:r>
            <a:r>
              <a:rPr spc="-40" dirty="0"/>
              <a:t> </a:t>
            </a:r>
            <a:r>
              <a:rPr spc="50" dirty="0"/>
              <a:t>AND</a:t>
            </a:r>
            <a:r>
              <a:rPr spc="-35" dirty="0"/>
              <a:t> </a:t>
            </a:r>
            <a:r>
              <a:rPr spc="-20" dirty="0"/>
              <a:t>e.year</a:t>
            </a:r>
            <a:r>
              <a:rPr spc="-35" dirty="0"/>
              <a:t> </a:t>
            </a:r>
            <a:r>
              <a:rPr spc="210" dirty="0"/>
              <a:t>=</a:t>
            </a:r>
            <a:r>
              <a:rPr spc="-35" dirty="0"/>
              <a:t> </a:t>
            </a:r>
            <a:r>
              <a:rPr spc="-10" dirty="0"/>
              <a:t>p.year</a:t>
            </a:r>
          </a:p>
          <a:p>
            <a:pPr marR="341630" algn="ctr">
              <a:lnSpc>
                <a:spcPts val="2550"/>
              </a:lnSpc>
            </a:pPr>
            <a:r>
              <a:rPr dirty="0"/>
              <a:t>GROUP</a:t>
            </a:r>
            <a:r>
              <a:rPr spc="140" dirty="0"/>
              <a:t> </a:t>
            </a:r>
            <a:r>
              <a:rPr spc="-25" dirty="0"/>
              <a:t>BY</a:t>
            </a:r>
          </a:p>
          <a:p>
            <a:pPr marL="2832100" marR="2795270" indent="-29845">
              <a:lnSpc>
                <a:spcPts val="2550"/>
              </a:lnSpc>
              <a:spcBef>
                <a:spcPts val="115"/>
              </a:spcBef>
            </a:pPr>
            <a:r>
              <a:rPr spc="-55" dirty="0"/>
              <a:t>e.country, </a:t>
            </a:r>
            <a:r>
              <a:rPr spc="-25" dirty="0"/>
              <a:t>e.year </a:t>
            </a:r>
            <a:r>
              <a:rPr dirty="0"/>
              <a:t>ORDER</a:t>
            </a:r>
            <a:r>
              <a:rPr spc="120" dirty="0"/>
              <a:t> </a:t>
            </a:r>
            <a:r>
              <a:rPr spc="-25" dirty="0"/>
              <a:t>BY</a:t>
            </a:r>
          </a:p>
          <a:p>
            <a:pPr algn="ctr">
              <a:lnSpc>
                <a:spcPts val="2480"/>
              </a:lnSpc>
            </a:pPr>
            <a:r>
              <a:rPr spc="-55" dirty="0"/>
              <a:t>e.country, </a:t>
            </a:r>
            <a:r>
              <a:rPr spc="-10" dirty="0"/>
              <a:t>e.year;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1480" y="5143500"/>
            <a:ext cx="8515349" cy="48386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7358380" marR="5080" indent="-6997065">
              <a:lnSpc>
                <a:spcPts val="4350"/>
              </a:lnSpc>
              <a:spcBef>
                <a:spcPts val="1020"/>
              </a:spcBef>
            </a:pPr>
            <a:r>
              <a:rPr dirty="0"/>
              <a:t>Has</a:t>
            </a:r>
            <a:r>
              <a:rPr spc="-185" dirty="0"/>
              <a:t> </a:t>
            </a:r>
            <a:r>
              <a:rPr spc="-80" dirty="0"/>
              <a:t>energy</a:t>
            </a:r>
            <a:r>
              <a:rPr spc="-135" dirty="0"/>
              <a:t> </a:t>
            </a:r>
            <a:r>
              <a:rPr spc="-130" dirty="0"/>
              <a:t>consumption </a:t>
            </a:r>
            <a:r>
              <a:rPr spc="-114" dirty="0"/>
              <a:t>increased</a:t>
            </a:r>
            <a:r>
              <a:rPr spc="-135" dirty="0"/>
              <a:t> </a:t>
            </a:r>
            <a:r>
              <a:rPr spc="-10" dirty="0"/>
              <a:t>or</a:t>
            </a:r>
            <a:r>
              <a:rPr spc="-135" dirty="0"/>
              <a:t> </a:t>
            </a:r>
            <a:r>
              <a:rPr spc="-114" dirty="0"/>
              <a:t>decreased</a:t>
            </a:r>
            <a:r>
              <a:rPr spc="-130" dirty="0"/>
              <a:t> </a:t>
            </a:r>
            <a:r>
              <a:rPr spc="-190" dirty="0"/>
              <a:t>over</a:t>
            </a:r>
            <a:r>
              <a:rPr spc="-85" dirty="0"/>
              <a:t> </a:t>
            </a:r>
            <a:r>
              <a:rPr spc="-25" dirty="0"/>
              <a:t>the</a:t>
            </a:r>
            <a:r>
              <a:rPr spc="-135" dirty="0"/>
              <a:t> </a:t>
            </a:r>
            <a:r>
              <a:rPr spc="-60" dirty="0"/>
              <a:t>years</a:t>
            </a:r>
            <a:r>
              <a:rPr spc="-135" dirty="0"/>
              <a:t> </a:t>
            </a:r>
            <a:r>
              <a:rPr spc="-60" dirty="0"/>
              <a:t>for</a:t>
            </a:r>
            <a:r>
              <a:rPr spc="-135" dirty="0"/>
              <a:t> </a:t>
            </a:r>
            <a:r>
              <a:rPr spc="-20" dirty="0"/>
              <a:t>major </a:t>
            </a:r>
            <a:r>
              <a:rPr spc="-30" dirty="0"/>
              <a:t>economies?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7486" y="1835302"/>
            <a:ext cx="9014460" cy="2425065"/>
          </a:xfrm>
          <a:prstGeom prst="rect">
            <a:avLst/>
          </a:prstGeom>
          <a:solidFill>
            <a:srgbClr val="25818A"/>
          </a:solidFill>
        </p:spPr>
        <p:txBody>
          <a:bodyPr vert="horz" wrap="square" lIns="0" tIns="144780" rIns="0" bIns="0" rtlCol="0">
            <a:spAutoFit/>
          </a:bodyPr>
          <a:lstStyle/>
          <a:p>
            <a:pPr marL="1323975" marR="254000" indent="-1260475">
              <a:lnSpc>
                <a:spcPts val="4280"/>
              </a:lnSpc>
              <a:spcBef>
                <a:spcPts val="1140"/>
              </a:spcBef>
            </a:pPr>
            <a:r>
              <a:rPr sz="4300" spc="185" dirty="0">
                <a:latin typeface="Times New Roman"/>
                <a:cs typeface="Times New Roman"/>
              </a:rPr>
              <a:t>SELECT</a:t>
            </a:r>
            <a:r>
              <a:rPr sz="4300" spc="25" dirty="0">
                <a:latin typeface="Times New Roman"/>
                <a:cs typeface="Times New Roman"/>
              </a:rPr>
              <a:t> </a:t>
            </a:r>
            <a:r>
              <a:rPr sz="4300" spc="110" dirty="0">
                <a:latin typeface="Times New Roman"/>
                <a:cs typeface="Times New Roman"/>
              </a:rPr>
              <a:t>year,SUM(consumption)</a:t>
            </a:r>
            <a:r>
              <a:rPr sz="4300" spc="30" dirty="0">
                <a:latin typeface="Times New Roman"/>
                <a:cs typeface="Times New Roman"/>
              </a:rPr>
              <a:t> </a:t>
            </a:r>
            <a:r>
              <a:rPr sz="4300" spc="70" dirty="0">
                <a:latin typeface="Times New Roman"/>
                <a:cs typeface="Times New Roman"/>
              </a:rPr>
              <a:t>as </a:t>
            </a:r>
            <a:r>
              <a:rPr sz="4300" spc="90" dirty="0">
                <a:latin typeface="Times New Roman"/>
                <a:cs typeface="Times New Roman"/>
              </a:rPr>
              <a:t>total_energy_consumption</a:t>
            </a:r>
            <a:endParaRPr sz="4300">
              <a:latin typeface="Times New Roman"/>
              <a:cs typeface="Times New Roman"/>
            </a:endParaRPr>
          </a:p>
          <a:p>
            <a:pPr marL="2320290" marR="2228215" indent="-419100">
              <a:lnSpc>
                <a:spcPct val="82800"/>
              </a:lnSpc>
            </a:pPr>
            <a:r>
              <a:rPr sz="4300" spc="285" dirty="0">
                <a:latin typeface="Times New Roman"/>
                <a:cs typeface="Times New Roman"/>
              </a:rPr>
              <a:t>FROM</a:t>
            </a:r>
            <a:r>
              <a:rPr sz="4300" spc="5" dirty="0">
                <a:latin typeface="Times New Roman"/>
                <a:cs typeface="Times New Roman"/>
              </a:rPr>
              <a:t> </a:t>
            </a:r>
            <a:r>
              <a:rPr sz="4300" spc="125" dirty="0">
                <a:latin typeface="Times New Roman"/>
                <a:cs typeface="Times New Roman"/>
              </a:rPr>
              <a:t>consumption </a:t>
            </a:r>
            <a:r>
              <a:rPr sz="4300" spc="260" dirty="0">
                <a:latin typeface="Times New Roman"/>
                <a:cs typeface="Times New Roman"/>
              </a:rPr>
              <a:t>GROUP</a:t>
            </a:r>
            <a:r>
              <a:rPr sz="4300" spc="-6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BY</a:t>
            </a:r>
            <a:r>
              <a:rPr sz="4300" spc="-55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year;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745" y="1239295"/>
            <a:ext cx="7847339" cy="65458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4826" y="5288232"/>
            <a:ext cx="10163174" cy="48196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5562" y="179119"/>
            <a:ext cx="17197070" cy="751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750" b="0" spc="170" dirty="0">
                <a:latin typeface="Times New Roman"/>
                <a:cs typeface="Times New Roman"/>
              </a:rPr>
              <a:t>What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dirty="0">
                <a:latin typeface="Times New Roman"/>
                <a:cs typeface="Times New Roman"/>
              </a:rPr>
              <a:t>is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spc="145" dirty="0">
                <a:latin typeface="Times New Roman"/>
                <a:cs typeface="Times New Roman"/>
              </a:rPr>
              <a:t>the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spc="65" dirty="0">
                <a:latin typeface="Times New Roman"/>
                <a:cs typeface="Times New Roman"/>
              </a:rPr>
              <a:t>global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dirty="0">
                <a:latin typeface="Times New Roman"/>
                <a:cs typeface="Times New Roman"/>
              </a:rPr>
              <a:t>average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spc="305" dirty="0">
                <a:latin typeface="Times New Roman"/>
                <a:cs typeface="Times New Roman"/>
              </a:rPr>
              <a:t>GD</a:t>
            </a:r>
            <a:r>
              <a:rPr sz="4750" b="0" spc="-200" dirty="0">
                <a:latin typeface="Times New Roman"/>
                <a:cs typeface="Times New Roman"/>
              </a:rPr>
              <a:t>P</a:t>
            </a:r>
            <a:r>
              <a:rPr sz="4750" b="0" spc="310" dirty="0">
                <a:latin typeface="Times New Roman"/>
                <a:cs typeface="Times New Roman"/>
              </a:rPr>
              <a:t>,</a:t>
            </a:r>
            <a:r>
              <a:rPr sz="4750" b="0" spc="15" dirty="0">
                <a:latin typeface="Times New Roman"/>
                <a:cs typeface="Times New Roman"/>
              </a:rPr>
              <a:t> </a:t>
            </a:r>
            <a:r>
              <a:rPr sz="4750" b="0" spc="60" dirty="0">
                <a:latin typeface="Times New Roman"/>
                <a:cs typeface="Times New Roman"/>
              </a:rPr>
              <a:t>emission,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spc="235" dirty="0">
                <a:latin typeface="Times New Roman"/>
                <a:cs typeface="Times New Roman"/>
              </a:rPr>
              <a:t>and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spc="165" dirty="0">
                <a:latin typeface="Times New Roman"/>
                <a:cs typeface="Times New Roman"/>
              </a:rPr>
              <a:t>population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spc="65" dirty="0">
                <a:latin typeface="Times New Roman"/>
                <a:cs typeface="Times New Roman"/>
              </a:rPr>
              <a:t>by</a:t>
            </a:r>
            <a:r>
              <a:rPr sz="4750" b="0" spc="10" dirty="0">
                <a:latin typeface="Times New Roman"/>
                <a:cs typeface="Times New Roman"/>
              </a:rPr>
              <a:t> </a:t>
            </a:r>
            <a:r>
              <a:rPr sz="4750" b="0" spc="-20" dirty="0">
                <a:latin typeface="Times New Roman"/>
                <a:cs typeface="Times New Roman"/>
              </a:rPr>
              <a:t>year?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745" y="1239295"/>
            <a:ext cx="7847965" cy="65462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R="50165" algn="ctr">
              <a:lnSpc>
                <a:spcPct val="100000"/>
              </a:lnSpc>
              <a:spcBef>
                <a:spcPts val="5"/>
              </a:spcBef>
            </a:pPr>
            <a:r>
              <a:rPr sz="1800" spc="75" dirty="0">
                <a:latin typeface="Times New Roman"/>
                <a:cs typeface="Times New Roman"/>
              </a:rPr>
              <a:t>SELECT</a:t>
            </a:r>
            <a:endParaRPr sz="1800" dirty="0">
              <a:latin typeface="Times New Roman"/>
              <a:cs typeface="Times New Roman"/>
            </a:endParaRPr>
          </a:p>
          <a:p>
            <a:pPr marL="232410" algn="ctr">
              <a:lnSpc>
                <a:spcPct val="100000"/>
              </a:lnSpc>
              <a:spcBef>
                <a:spcPts val="575"/>
              </a:spcBef>
            </a:pPr>
            <a:r>
              <a:rPr sz="1800" spc="-10" dirty="0">
                <a:latin typeface="Times New Roman"/>
                <a:cs typeface="Times New Roman"/>
              </a:rPr>
              <a:t>e.year,</a:t>
            </a:r>
            <a:endParaRPr sz="1800" dirty="0">
              <a:latin typeface="Times New Roman"/>
              <a:cs typeface="Times New Roman"/>
            </a:endParaRPr>
          </a:p>
          <a:p>
            <a:pPr marL="232410" algn="ctr">
              <a:lnSpc>
                <a:spcPct val="100000"/>
              </a:lnSpc>
              <a:spcBef>
                <a:spcPts val="580"/>
              </a:spcBef>
            </a:pPr>
            <a:r>
              <a:rPr sz="1800" spc="70" dirty="0">
                <a:latin typeface="Times New Roman"/>
                <a:cs typeface="Times New Roman"/>
              </a:rPr>
              <a:t>ROUND(SUM(g.value)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COUNT(DISTINCT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g.country),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2)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AS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avg_gdp,</a:t>
            </a:r>
            <a:endParaRPr sz="1800" dirty="0">
              <a:latin typeface="Times New Roman"/>
              <a:cs typeface="Times New Roman"/>
            </a:endParaRPr>
          </a:p>
          <a:p>
            <a:pPr marL="232410" algn="ctr">
              <a:lnSpc>
                <a:spcPct val="100000"/>
              </a:lnSpc>
              <a:spcBef>
                <a:spcPts val="580"/>
              </a:spcBef>
            </a:pPr>
            <a:r>
              <a:rPr sz="1800" spc="60" dirty="0">
                <a:latin typeface="Times New Roman"/>
                <a:cs typeface="Times New Roman"/>
              </a:rPr>
              <a:t>ROUND(SUM(e.emission)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/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COUNT(DISTINCT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e.country),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4)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AS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1800" spc="-10" dirty="0">
                <a:latin typeface="Times New Roman"/>
                <a:cs typeface="Times New Roman"/>
              </a:rPr>
              <a:t>avg_emission,</a:t>
            </a:r>
            <a:endParaRPr sz="1800" dirty="0">
              <a:latin typeface="Times New Roman"/>
              <a:cs typeface="Times New Roman"/>
            </a:endParaRPr>
          </a:p>
          <a:p>
            <a:pPr marL="232410" algn="ctr">
              <a:lnSpc>
                <a:spcPct val="100000"/>
              </a:lnSpc>
              <a:spcBef>
                <a:spcPts val="580"/>
              </a:spcBef>
            </a:pPr>
            <a:r>
              <a:rPr sz="1800" spc="65" dirty="0">
                <a:latin typeface="Times New Roman"/>
                <a:cs typeface="Times New Roman"/>
              </a:rPr>
              <a:t>ROUND(SUM(p.value)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/</a:t>
            </a:r>
            <a:r>
              <a:rPr sz="1800" spc="110" dirty="0">
                <a:latin typeface="Times New Roman"/>
                <a:cs typeface="Times New Roman"/>
              </a:rPr>
              <a:t> COUNT(DISTINCT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p.countries),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0)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AS</a:t>
            </a:r>
            <a:endParaRPr sz="1800" dirty="0">
              <a:latin typeface="Times New Roman"/>
              <a:cs typeface="Times New Roman"/>
            </a:endParaRPr>
          </a:p>
          <a:p>
            <a:pPr marL="3158490" marR="3150870" algn="ctr">
              <a:lnSpc>
                <a:spcPct val="126800"/>
              </a:lnSpc>
            </a:pPr>
            <a:r>
              <a:rPr sz="1800" spc="40" dirty="0">
                <a:latin typeface="Times New Roman"/>
                <a:cs typeface="Times New Roman"/>
              </a:rPr>
              <a:t>avg_population </a:t>
            </a:r>
            <a:r>
              <a:rPr sz="1800" spc="120" dirty="0">
                <a:latin typeface="Times New Roman"/>
                <a:cs typeface="Times New Roman"/>
              </a:rPr>
              <a:t>FROM</a:t>
            </a:r>
            <a:endParaRPr sz="1800" dirty="0">
              <a:latin typeface="Times New Roman"/>
              <a:cs typeface="Times New Roman"/>
            </a:endParaRPr>
          </a:p>
          <a:p>
            <a:pPr marL="3613785" marR="3176270" indent="-197485">
              <a:lnSpc>
                <a:spcPct val="126800"/>
              </a:lnSpc>
            </a:pPr>
            <a:r>
              <a:rPr sz="1800" dirty="0">
                <a:latin typeface="Times New Roman"/>
                <a:cs typeface="Times New Roman"/>
              </a:rPr>
              <a:t>emission_3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e </a:t>
            </a:r>
            <a:r>
              <a:rPr sz="1800" spc="100" dirty="0">
                <a:latin typeface="Times New Roman"/>
                <a:cs typeface="Times New Roman"/>
              </a:rPr>
              <a:t>JOIN</a:t>
            </a:r>
            <a:endParaRPr sz="1800" dirty="0">
              <a:latin typeface="Times New Roman"/>
              <a:cs typeface="Times New Roman"/>
            </a:endParaRPr>
          </a:p>
          <a:p>
            <a:pPr marL="232410" algn="ctr">
              <a:lnSpc>
                <a:spcPct val="100000"/>
              </a:lnSpc>
              <a:spcBef>
                <a:spcPts val="580"/>
              </a:spcBef>
            </a:pPr>
            <a:r>
              <a:rPr sz="1800" dirty="0">
                <a:latin typeface="Times New Roman"/>
                <a:cs typeface="Times New Roman"/>
              </a:rPr>
              <a:t>gdp_3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145" dirty="0">
                <a:latin typeface="Times New Roman"/>
                <a:cs typeface="Times New Roman"/>
              </a:rPr>
              <a:t>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e.country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=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60" dirty="0">
                <a:latin typeface="Times New Roman"/>
                <a:cs typeface="Times New Roman"/>
              </a:rPr>
              <a:t>g.country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e.year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=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g.year</a:t>
            </a:r>
            <a:endParaRPr sz="1800" dirty="0">
              <a:latin typeface="Times New Roman"/>
              <a:cs typeface="Times New Roman"/>
            </a:endParaRPr>
          </a:p>
          <a:p>
            <a:pPr marR="50165" algn="ctr">
              <a:lnSpc>
                <a:spcPct val="100000"/>
              </a:lnSpc>
              <a:spcBef>
                <a:spcPts val="575"/>
              </a:spcBef>
            </a:pPr>
            <a:r>
              <a:rPr sz="1800" spc="100" dirty="0">
                <a:latin typeface="Times New Roman"/>
                <a:cs typeface="Times New Roman"/>
              </a:rPr>
              <a:t>JOIN</a:t>
            </a:r>
            <a:endParaRPr sz="1800" dirty="0">
              <a:latin typeface="Times New Roman"/>
              <a:cs typeface="Times New Roman"/>
            </a:endParaRPr>
          </a:p>
          <a:p>
            <a:pPr marL="232410" algn="ctr">
              <a:lnSpc>
                <a:spcPct val="100000"/>
              </a:lnSpc>
              <a:spcBef>
                <a:spcPts val="580"/>
              </a:spcBef>
            </a:pPr>
            <a:r>
              <a:rPr sz="1800" spc="75" dirty="0">
                <a:latin typeface="Times New Roman"/>
                <a:cs typeface="Times New Roman"/>
              </a:rPr>
              <a:t>population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p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145" dirty="0">
                <a:latin typeface="Times New Roman"/>
                <a:cs typeface="Times New Roman"/>
              </a:rPr>
              <a:t>ON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e.country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=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p.countries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AND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e.year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=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p.year</a:t>
            </a:r>
            <a:endParaRPr sz="1800" dirty="0">
              <a:latin typeface="Times New Roman"/>
              <a:cs typeface="Times New Roman"/>
            </a:endParaRPr>
          </a:p>
          <a:p>
            <a:pPr marR="50165" algn="ctr">
              <a:lnSpc>
                <a:spcPct val="100000"/>
              </a:lnSpc>
              <a:spcBef>
                <a:spcPts val="580"/>
              </a:spcBef>
            </a:pPr>
            <a:r>
              <a:rPr sz="1800" spc="125" dirty="0">
                <a:latin typeface="Times New Roman"/>
                <a:cs typeface="Times New Roman"/>
              </a:rPr>
              <a:t>GROUP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BY</a:t>
            </a:r>
            <a:endParaRPr sz="1800" dirty="0">
              <a:latin typeface="Times New Roman"/>
              <a:cs typeface="Times New Roman"/>
            </a:endParaRPr>
          </a:p>
          <a:p>
            <a:pPr marL="3264535" marR="3314700" indent="488315">
              <a:lnSpc>
                <a:spcPct val="126800"/>
              </a:lnSpc>
            </a:pPr>
            <a:r>
              <a:rPr sz="1800" spc="-10" dirty="0">
                <a:latin typeface="Times New Roman"/>
                <a:cs typeface="Times New Roman"/>
              </a:rPr>
              <a:t>e.year </a:t>
            </a:r>
            <a:r>
              <a:rPr sz="1800" spc="155" dirty="0">
                <a:latin typeface="Times New Roman"/>
                <a:cs typeface="Times New Roman"/>
              </a:rPr>
              <a:t>ORDER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BY</a:t>
            </a:r>
            <a:endParaRPr sz="1800" dirty="0">
              <a:latin typeface="Times New Roman"/>
              <a:cs typeface="Times New Roman"/>
            </a:endParaRPr>
          </a:p>
          <a:p>
            <a:pPr marL="232410" algn="ctr">
              <a:lnSpc>
                <a:spcPct val="100000"/>
              </a:lnSpc>
              <a:spcBef>
                <a:spcPts val="575"/>
              </a:spcBef>
            </a:pPr>
            <a:r>
              <a:rPr sz="1800" spc="-10" dirty="0">
                <a:latin typeface="Times New Roman"/>
                <a:cs typeface="Times New Roman"/>
              </a:rPr>
              <a:t>e.year;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1857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2F1E4"/>
          </a:solidFill>
        </p:spPr>
        <p:txBody>
          <a:bodyPr wrap="square" lIns="0" tIns="0" rIns="0" bIns="0" rtlCol="0"/>
          <a:lstStyle/>
          <a:p>
            <a:endParaRPr sz="5400" dirty="0"/>
          </a:p>
        </p:txBody>
      </p:sp>
      <p:sp>
        <p:nvSpPr>
          <p:cNvPr id="3" name="object 3"/>
          <p:cNvSpPr/>
          <p:nvPr/>
        </p:nvSpPr>
        <p:spPr>
          <a:xfrm>
            <a:off x="1598612" y="3159583"/>
            <a:ext cx="15090775" cy="3617595"/>
          </a:xfrm>
          <a:custGeom>
            <a:avLst/>
            <a:gdLst/>
            <a:ahLst/>
            <a:cxnLst/>
            <a:rect l="l" t="t" r="r" b="b"/>
            <a:pathLst>
              <a:path w="15090775" h="3617595">
                <a:moveTo>
                  <a:pt x="15090418" y="3262650"/>
                </a:moveTo>
                <a:lnTo>
                  <a:pt x="77131" y="3617575"/>
                </a:lnTo>
                <a:lnTo>
                  <a:pt x="0" y="354925"/>
                </a:lnTo>
                <a:lnTo>
                  <a:pt x="15013287" y="0"/>
                </a:lnTo>
                <a:lnTo>
                  <a:pt x="15090418" y="3262650"/>
                </a:lnTo>
                <a:close/>
              </a:path>
            </a:pathLst>
          </a:custGeom>
          <a:solidFill>
            <a:srgbClr val="42AC7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4753088" y="69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6609" y="5624"/>
                </a:moveTo>
                <a:lnTo>
                  <a:pt x="8444" y="5624"/>
                </a:lnTo>
                <a:lnTo>
                  <a:pt x="9283" y="5065"/>
                </a:lnTo>
                <a:lnTo>
                  <a:pt x="9686" y="4576"/>
                </a:lnTo>
                <a:lnTo>
                  <a:pt x="8767" y="1091"/>
                </a:lnTo>
                <a:lnTo>
                  <a:pt x="11275" y="0"/>
                </a:lnTo>
                <a:lnTo>
                  <a:pt x="11014" y="0"/>
                </a:lnTo>
                <a:lnTo>
                  <a:pt x="15544" y="873"/>
                </a:lnTo>
                <a:lnTo>
                  <a:pt x="26052" y="873"/>
                </a:lnTo>
                <a:lnTo>
                  <a:pt x="26488" y="1091"/>
                </a:lnTo>
                <a:lnTo>
                  <a:pt x="26648" y="1091"/>
                </a:lnTo>
                <a:lnTo>
                  <a:pt x="25627" y="4366"/>
                </a:lnTo>
                <a:lnTo>
                  <a:pt x="25561" y="4576"/>
                </a:lnTo>
                <a:lnTo>
                  <a:pt x="26609" y="5624"/>
                </a:lnTo>
                <a:close/>
              </a:path>
              <a:path w="35559" h="35560">
                <a:moveTo>
                  <a:pt x="26052" y="873"/>
                </a:moveTo>
                <a:lnTo>
                  <a:pt x="19658" y="873"/>
                </a:lnTo>
                <a:lnTo>
                  <a:pt x="24312" y="0"/>
                </a:lnTo>
                <a:lnTo>
                  <a:pt x="26052" y="873"/>
                </a:lnTo>
                <a:close/>
              </a:path>
              <a:path w="35559" h="35560">
                <a:moveTo>
                  <a:pt x="8444" y="5624"/>
                </a:moveTo>
                <a:lnTo>
                  <a:pt x="4532" y="5624"/>
                </a:lnTo>
                <a:lnTo>
                  <a:pt x="5789" y="4366"/>
                </a:lnTo>
                <a:lnTo>
                  <a:pt x="8444" y="5624"/>
                </a:lnTo>
                <a:close/>
              </a:path>
              <a:path w="35559" h="35560">
                <a:moveTo>
                  <a:pt x="31028" y="9781"/>
                </a:moveTo>
                <a:lnTo>
                  <a:pt x="4445" y="9781"/>
                </a:lnTo>
                <a:lnTo>
                  <a:pt x="5091" y="9257"/>
                </a:lnTo>
                <a:lnTo>
                  <a:pt x="5556" y="8558"/>
                </a:lnTo>
                <a:lnTo>
                  <a:pt x="5546" y="8200"/>
                </a:lnTo>
                <a:lnTo>
                  <a:pt x="4326" y="5624"/>
                </a:lnTo>
                <a:lnTo>
                  <a:pt x="26701" y="5624"/>
                </a:lnTo>
                <a:lnTo>
                  <a:pt x="29863" y="4366"/>
                </a:lnTo>
                <a:lnTo>
                  <a:pt x="29919" y="4576"/>
                </a:lnTo>
                <a:lnTo>
                  <a:pt x="30888" y="6034"/>
                </a:lnTo>
                <a:lnTo>
                  <a:pt x="29727" y="8200"/>
                </a:lnTo>
                <a:lnTo>
                  <a:pt x="30242" y="9257"/>
                </a:lnTo>
                <a:lnTo>
                  <a:pt x="31028" y="9781"/>
                </a:lnTo>
                <a:close/>
              </a:path>
              <a:path w="35559" h="35560">
                <a:moveTo>
                  <a:pt x="1187" y="26601"/>
                </a:moveTo>
                <a:lnTo>
                  <a:pt x="26" y="24286"/>
                </a:lnTo>
                <a:lnTo>
                  <a:pt x="899" y="19632"/>
                </a:lnTo>
                <a:lnTo>
                  <a:pt x="899" y="15999"/>
                </a:lnTo>
                <a:lnTo>
                  <a:pt x="0" y="10541"/>
                </a:lnTo>
                <a:lnTo>
                  <a:pt x="1383" y="8558"/>
                </a:lnTo>
                <a:lnTo>
                  <a:pt x="1239" y="8558"/>
                </a:lnTo>
                <a:lnTo>
                  <a:pt x="4445" y="9781"/>
                </a:lnTo>
                <a:lnTo>
                  <a:pt x="34958" y="9781"/>
                </a:lnTo>
                <a:lnTo>
                  <a:pt x="35132" y="9955"/>
                </a:lnTo>
                <a:lnTo>
                  <a:pt x="33875" y="12575"/>
                </a:lnTo>
                <a:lnTo>
                  <a:pt x="34434" y="13448"/>
                </a:lnTo>
                <a:lnTo>
                  <a:pt x="33950" y="15999"/>
                </a:lnTo>
                <a:lnTo>
                  <a:pt x="35089" y="19204"/>
                </a:lnTo>
                <a:lnTo>
                  <a:pt x="34250" y="22574"/>
                </a:lnTo>
                <a:lnTo>
                  <a:pt x="34939" y="25465"/>
                </a:lnTo>
                <a:lnTo>
                  <a:pt x="4826" y="25465"/>
                </a:lnTo>
                <a:lnTo>
                  <a:pt x="1187" y="26601"/>
                </a:lnTo>
                <a:close/>
              </a:path>
              <a:path w="35559" h="35560">
                <a:moveTo>
                  <a:pt x="34958" y="9781"/>
                </a:moveTo>
                <a:lnTo>
                  <a:pt x="31154" y="9781"/>
                </a:lnTo>
                <a:lnTo>
                  <a:pt x="33735" y="8558"/>
                </a:lnTo>
                <a:lnTo>
                  <a:pt x="34958" y="9781"/>
                </a:lnTo>
                <a:close/>
              </a:path>
              <a:path w="35559" h="35560">
                <a:moveTo>
                  <a:pt x="29878" y="30801"/>
                </a:moveTo>
                <a:lnTo>
                  <a:pt x="29676" y="30801"/>
                </a:lnTo>
                <a:lnTo>
                  <a:pt x="26609" y="29657"/>
                </a:lnTo>
                <a:lnTo>
                  <a:pt x="4464" y="29657"/>
                </a:lnTo>
                <a:lnTo>
                  <a:pt x="5667" y="26601"/>
                </a:lnTo>
                <a:lnTo>
                  <a:pt x="4532" y="25465"/>
                </a:lnTo>
                <a:lnTo>
                  <a:pt x="31080" y="25465"/>
                </a:lnTo>
                <a:lnTo>
                  <a:pt x="30242" y="26024"/>
                </a:lnTo>
                <a:lnTo>
                  <a:pt x="29744" y="27116"/>
                </a:lnTo>
                <a:lnTo>
                  <a:pt x="30862" y="29203"/>
                </a:lnTo>
                <a:lnTo>
                  <a:pt x="29959" y="30670"/>
                </a:lnTo>
                <a:lnTo>
                  <a:pt x="29878" y="30801"/>
                </a:lnTo>
                <a:close/>
              </a:path>
              <a:path w="35559" h="35560">
                <a:moveTo>
                  <a:pt x="33857" y="26601"/>
                </a:moveTo>
                <a:lnTo>
                  <a:pt x="33477" y="26601"/>
                </a:lnTo>
                <a:lnTo>
                  <a:pt x="31080" y="25465"/>
                </a:lnTo>
                <a:lnTo>
                  <a:pt x="34992" y="25465"/>
                </a:lnTo>
                <a:lnTo>
                  <a:pt x="33857" y="26601"/>
                </a:lnTo>
                <a:close/>
              </a:path>
              <a:path w="35559" h="35560">
                <a:moveTo>
                  <a:pt x="6175" y="30801"/>
                </a:moveTo>
                <a:lnTo>
                  <a:pt x="5968" y="30801"/>
                </a:lnTo>
                <a:lnTo>
                  <a:pt x="4248" y="29657"/>
                </a:lnTo>
                <a:lnTo>
                  <a:pt x="8308" y="29657"/>
                </a:lnTo>
                <a:lnTo>
                  <a:pt x="6175" y="30801"/>
                </a:lnTo>
                <a:close/>
              </a:path>
              <a:path w="35559" h="35560">
                <a:moveTo>
                  <a:pt x="10200" y="34810"/>
                </a:moveTo>
                <a:lnTo>
                  <a:pt x="8767" y="34190"/>
                </a:lnTo>
                <a:lnTo>
                  <a:pt x="9659" y="30801"/>
                </a:lnTo>
                <a:lnTo>
                  <a:pt x="9693" y="30670"/>
                </a:lnTo>
                <a:lnTo>
                  <a:pt x="9283" y="30216"/>
                </a:lnTo>
                <a:lnTo>
                  <a:pt x="8136" y="29657"/>
                </a:lnTo>
                <a:lnTo>
                  <a:pt x="26609" y="29657"/>
                </a:lnTo>
                <a:lnTo>
                  <a:pt x="25465" y="30801"/>
                </a:lnTo>
                <a:lnTo>
                  <a:pt x="26723" y="33962"/>
                </a:lnTo>
                <a:lnTo>
                  <a:pt x="26381" y="34190"/>
                </a:lnTo>
                <a:lnTo>
                  <a:pt x="22877" y="34190"/>
                </a:lnTo>
                <a:lnTo>
                  <a:pt x="21864" y="34408"/>
                </a:lnTo>
                <a:lnTo>
                  <a:pt x="12462" y="34408"/>
                </a:lnTo>
                <a:lnTo>
                  <a:pt x="10200" y="34810"/>
                </a:lnTo>
                <a:close/>
              </a:path>
              <a:path w="35559" h="35560">
                <a:moveTo>
                  <a:pt x="25238" y="34950"/>
                </a:moveTo>
                <a:lnTo>
                  <a:pt x="22808" y="34190"/>
                </a:lnTo>
                <a:lnTo>
                  <a:pt x="26381" y="34190"/>
                </a:lnTo>
                <a:lnTo>
                  <a:pt x="25238" y="34950"/>
                </a:lnTo>
                <a:close/>
              </a:path>
              <a:path w="35559" h="35560">
                <a:moveTo>
                  <a:pt x="19352" y="34950"/>
                </a:moveTo>
                <a:lnTo>
                  <a:pt x="16051" y="34408"/>
                </a:lnTo>
                <a:lnTo>
                  <a:pt x="21864" y="34408"/>
                </a:lnTo>
                <a:lnTo>
                  <a:pt x="19352" y="349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870994" y="118577"/>
            <a:ext cx="51435" cy="51435"/>
          </a:xfrm>
          <a:custGeom>
            <a:avLst/>
            <a:gdLst/>
            <a:ahLst/>
            <a:cxnLst/>
            <a:rect l="l" t="t" r="r" b="b"/>
            <a:pathLst>
              <a:path w="51434" h="51435">
                <a:moveTo>
                  <a:pt x="21867" y="51333"/>
                </a:moveTo>
                <a:lnTo>
                  <a:pt x="21037" y="50311"/>
                </a:lnTo>
                <a:lnTo>
                  <a:pt x="21684" y="46573"/>
                </a:lnTo>
                <a:lnTo>
                  <a:pt x="18959" y="45831"/>
                </a:lnTo>
                <a:lnTo>
                  <a:pt x="15413" y="46477"/>
                </a:lnTo>
                <a:lnTo>
                  <a:pt x="12095" y="46477"/>
                </a:lnTo>
                <a:lnTo>
                  <a:pt x="9457" y="46896"/>
                </a:lnTo>
                <a:lnTo>
                  <a:pt x="8139" y="46119"/>
                </a:lnTo>
                <a:lnTo>
                  <a:pt x="9239" y="42853"/>
                </a:lnTo>
                <a:lnTo>
                  <a:pt x="8750" y="42285"/>
                </a:lnTo>
                <a:lnTo>
                  <a:pt x="8182" y="41796"/>
                </a:lnTo>
                <a:lnTo>
                  <a:pt x="4916" y="42897"/>
                </a:lnTo>
                <a:lnTo>
                  <a:pt x="3423" y="40355"/>
                </a:lnTo>
                <a:lnTo>
                  <a:pt x="5108" y="36111"/>
                </a:lnTo>
                <a:lnTo>
                  <a:pt x="4375" y="33159"/>
                </a:lnTo>
                <a:lnTo>
                  <a:pt x="5073" y="30225"/>
                </a:lnTo>
                <a:lnTo>
                  <a:pt x="4165" y="29317"/>
                </a:lnTo>
                <a:lnTo>
                  <a:pt x="532" y="30173"/>
                </a:lnTo>
                <a:lnTo>
                  <a:pt x="0" y="28670"/>
                </a:lnTo>
                <a:lnTo>
                  <a:pt x="366" y="26627"/>
                </a:lnTo>
                <a:lnTo>
                  <a:pt x="366" y="24164"/>
                </a:lnTo>
                <a:lnTo>
                  <a:pt x="200" y="22671"/>
                </a:lnTo>
                <a:lnTo>
                  <a:pt x="401" y="21046"/>
                </a:lnTo>
                <a:lnTo>
                  <a:pt x="4436" y="21623"/>
                </a:lnTo>
                <a:lnTo>
                  <a:pt x="5510" y="18942"/>
                </a:lnTo>
                <a:lnTo>
                  <a:pt x="3929" y="15448"/>
                </a:lnTo>
                <a:lnTo>
                  <a:pt x="4742" y="12200"/>
                </a:lnTo>
                <a:lnTo>
                  <a:pt x="4043" y="9266"/>
                </a:lnTo>
                <a:lnTo>
                  <a:pt x="5257" y="8052"/>
                </a:lnTo>
                <a:lnTo>
                  <a:pt x="7912" y="9309"/>
                </a:lnTo>
                <a:lnTo>
                  <a:pt x="8750" y="8750"/>
                </a:lnTo>
                <a:lnTo>
                  <a:pt x="9239" y="8182"/>
                </a:lnTo>
                <a:lnTo>
                  <a:pt x="8139" y="4916"/>
                </a:lnTo>
                <a:lnTo>
                  <a:pt x="10680" y="3423"/>
                </a:lnTo>
                <a:lnTo>
                  <a:pt x="14924" y="5108"/>
                </a:lnTo>
                <a:lnTo>
                  <a:pt x="17876" y="4375"/>
                </a:lnTo>
                <a:lnTo>
                  <a:pt x="20810" y="5073"/>
                </a:lnTo>
                <a:lnTo>
                  <a:pt x="21719" y="4165"/>
                </a:lnTo>
                <a:lnTo>
                  <a:pt x="20863" y="532"/>
                </a:lnTo>
                <a:lnTo>
                  <a:pt x="22365" y="0"/>
                </a:lnTo>
                <a:lnTo>
                  <a:pt x="24408" y="366"/>
                </a:lnTo>
                <a:lnTo>
                  <a:pt x="26871" y="366"/>
                </a:lnTo>
                <a:lnTo>
                  <a:pt x="28364" y="200"/>
                </a:lnTo>
                <a:lnTo>
                  <a:pt x="29989" y="401"/>
                </a:lnTo>
                <a:lnTo>
                  <a:pt x="29412" y="4436"/>
                </a:lnTo>
                <a:lnTo>
                  <a:pt x="32093" y="5510"/>
                </a:lnTo>
                <a:lnTo>
                  <a:pt x="35587" y="3929"/>
                </a:lnTo>
                <a:lnTo>
                  <a:pt x="38835" y="4742"/>
                </a:lnTo>
                <a:lnTo>
                  <a:pt x="41770" y="4043"/>
                </a:lnTo>
                <a:lnTo>
                  <a:pt x="42983" y="5257"/>
                </a:lnTo>
                <a:lnTo>
                  <a:pt x="41726" y="7912"/>
                </a:lnTo>
                <a:lnTo>
                  <a:pt x="42285" y="8750"/>
                </a:lnTo>
                <a:lnTo>
                  <a:pt x="46477" y="8750"/>
                </a:lnTo>
                <a:lnTo>
                  <a:pt x="46983" y="11422"/>
                </a:lnTo>
                <a:lnTo>
                  <a:pt x="45822" y="14505"/>
                </a:lnTo>
                <a:lnTo>
                  <a:pt x="46660" y="17876"/>
                </a:lnTo>
                <a:lnTo>
                  <a:pt x="45961" y="20810"/>
                </a:lnTo>
                <a:lnTo>
                  <a:pt x="46870" y="21719"/>
                </a:lnTo>
                <a:lnTo>
                  <a:pt x="50503" y="20863"/>
                </a:lnTo>
                <a:lnTo>
                  <a:pt x="51035" y="22365"/>
                </a:lnTo>
                <a:lnTo>
                  <a:pt x="50669" y="24408"/>
                </a:lnTo>
                <a:lnTo>
                  <a:pt x="50669" y="26871"/>
                </a:lnTo>
                <a:lnTo>
                  <a:pt x="50834" y="28373"/>
                </a:lnTo>
                <a:lnTo>
                  <a:pt x="50634" y="29989"/>
                </a:lnTo>
                <a:lnTo>
                  <a:pt x="46599" y="29413"/>
                </a:lnTo>
                <a:lnTo>
                  <a:pt x="45525" y="32094"/>
                </a:lnTo>
                <a:lnTo>
                  <a:pt x="47105" y="35587"/>
                </a:lnTo>
                <a:lnTo>
                  <a:pt x="46293" y="38835"/>
                </a:lnTo>
                <a:lnTo>
                  <a:pt x="46992" y="41770"/>
                </a:lnTo>
                <a:lnTo>
                  <a:pt x="45778" y="42984"/>
                </a:lnTo>
                <a:lnTo>
                  <a:pt x="43123" y="41726"/>
                </a:lnTo>
                <a:lnTo>
                  <a:pt x="42285" y="42285"/>
                </a:lnTo>
                <a:lnTo>
                  <a:pt x="41796" y="42853"/>
                </a:lnTo>
                <a:lnTo>
                  <a:pt x="42896" y="46119"/>
                </a:lnTo>
                <a:lnTo>
                  <a:pt x="40355" y="47613"/>
                </a:lnTo>
                <a:lnTo>
                  <a:pt x="36111" y="45927"/>
                </a:lnTo>
                <a:lnTo>
                  <a:pt x="33159" y="46661"/>
                </a:lnTo>
                <a:lnTo>
                  <a:pt x="30225" y="45962"/>
                </a:lnTo>
                <a:lnTo>
                  <a:pt x="29473" y="46713"/>
                </a:lnTo>
                <a:lnTo>
                  <a:pt x="29945" y="50652"/>
                </a:lnTo>
                <a:lnTo>
                  <a:pt x="21867" y="513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4473" y="4000500"/>
            <a:ext cx="739527" cy="68325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D582B12-6018-7D7D-4CB4-5CCB44C4EA58}"/>
              </a:ext>
            </a:extLst>
          </p:cNvPr>
          <p:cNvSpPr txBox="1"/>
          <p:nvPr/>
        </p:nvSpPr>
        <p:spPr>
          <a:xfrm rot="21219562">
            <a:off x="5393156" y="4183551"/>
            <a:ext cx="8997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770</Words>
  <Application>Microsoft Office PowerPoint</Application>
  <PresentationFormat>Custom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 Black</vt:lpstr>
      <vt:lpstr>Times New Roman</vt:lpstr>
      <vt:lpstr>Trebuchet MS</vt:lpstr>
      <vt:lpstr>Office Theme</vt:lpstr>
      <vt:lpstr>World Wide</vt:lpstr>
      <vt:lpstr>ABOUT</vt:lpstr>
      <vt:lpstr>EER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What are the top 5 countries by GDP in the most recent year?</vt:lpstr>
      <vt:lpstr>Compare energy production and consumption by country and year.</vt:lpstr>
      <vt:lpstr>Which energy types contribute most to emissions across all countries?</vt:lpstr>
      <vt:lpstr>How have global emissions changed year over year?</vt:lpstr>
      <vt:lpstr>What is the trend in GDP for each country over the given years?</vt:lpstr>
      <vt:lpstr>How has population growth affected total emissions in each country?</vt:lpstr>
      <vt:lpstr>Has energy consumption increased or decreased over the years for major economies?</vt:lpstr>
      <vt:lpstr>What is the global average GDP, emission, and population by year?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Green Illustrative Renewable Energy Presentation</dc:title>
  <dc:creator>Ganeshraj Patil</dc:creator>
  <cp:keywords>DAGu1UIK23M,BAGQAVi4KVY,0</cp:keywords>
  <cp:lastModifiedBy>rajkumar salunke</cp:lastModifiedBy>
  <cp:revision>7</cp:revision>
  <dcterms:created xsi:type="dcterms:W3CDTF">2025-09-26T04:12:14Z</dcterms:created>
  <dcterms:modified xsi:type="dcterms:W3CDTF">2025-10-04T05:05:47Z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2025-09-26T00:00:00Z</vt:filetime>
  </property>
  <property fmtid="{D5CDD505-2E9C-101B-9397-08002B2CF9AE}" pid="5" name="Producer">
    <vt:lpwstr>Canva</vt:lpwstr>
  </property>
</Properties>
</file>